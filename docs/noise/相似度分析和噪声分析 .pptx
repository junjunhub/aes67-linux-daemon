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5" r:id="rId5"/>
    <p:sldId id="264" r:id="rId6"/>
    <p:sldId id="261" r:id="rId7"/>
    <p:sldId id="258" r:id="rId8"/>
    <p:sldId id="262" r:id="rId9"/>
    <p:sldId id="259" r:id="rId10"/>
    <p:sldId id="267" r:id="rId11"/>
    <p:sldId id="26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9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90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46100" y="1671320"/>
            <a:ext cx="11105515" cy="1898015"/>
          </a:xfrm>
        </p:spPr>
        <p:txBody>
          <a:bodyPr/>
          <a:p>
            <a:r>
              <a:rPr lang="zh-CN" altLang="en-US" sz="4800" dirty="0" smtClean="0">
                <a:sym typeface="+mn-ea"/>
              </a:rPr>
              <a:t>通过内容比对技术实现</a:t>
            </a:r>
            <a:br>
              <a:rPr lang="zh-CN" altLang="en-US" sz="4800" dirty="0" smtClean="0">
                <a:sym typeface="+mn-ea"/>
              </a:rPr>
            </a:br>
            <a:r>
              <a:rPr lang="zh-CN" sz="4800">
                <a:sym typeface="+mn-ea"/>
              </a:rPr>
              <a:t>广播</a:t>
            </a:r>
            <a:r>
              <a:rPr lang="zh-CN" sz="4800" smtClean="0">
                <a:sym typeface="+mn-ea"/>
              </a:rPr>
              <a:t>音频的相似度分析和噪声分析</a:t>
            </a:r>
            <a:endParaRPr lang="zh-CN" altLang="zh-CN" sz="4800" smtClean="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5033010"/>
            <a:ext cx="9799320" cy="819785"/>
          </a:xfrm>
        </p:spPr>
        <p:txBody>
          <a:bodyPr/>
          <a:p>
            <a:r>
              <a:rPr lang="zh-CN" altLang="en-US"/>
              <a:t>苏州市福川科技有限</a:t>
            </a:r>
            <a:r>
              <a:rPr lang="zh-CN" altLang="en-US"/>
              <a:t>公司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88360"/>
            <a:ext cx="10969200" cy="705600"/>
          </a:xfrm>
        </p:spPr>
        <p:txBody>
          <a:bodyPr/>
          <a:p>
            <a:r>
              <a:rPr lang="zh-CN" altLang="en-US"/>
              <a:t>系统</a:t>
            </a:r>
            <a:r>
              <a:rPr lang="zh-CN" altLang="en-US"/>
              <a:t>框架图</a:t>
            </a:r>
            <a:endParaRPr lang="zh-CN" altLang="en-US"/>
          </a:p>
        </p:txBody>
      </p:sp>
      <p:graphicFrame>
        <p:nvGraphicFramePr>
          <p:cNvPr id="4" name="对象 3"/>
          <p:cNvGraphicFramePr/>
          <p:nvPr/>
        </p:nvGraphicFramePr>
        <p:xfrm>
          <a:off x="551180" y="994410"/>
          <a:ext cx="11118215" cy="585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6325870" imgH="3339465" progId="Visio.Drawing.15">
                  <p:embed/>
                </p:oleObj>
              </mc:Choice>
              <mc:Fallback>
                <p:oleObj name="" r:id="rId1" imgW="6325870" imgH="3339465" progId="Visio.Drawing.15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1180" y="994410"/>
                        <a:ext cx="11118215" cy="585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88360"/>
            <a:ext cx="10969200" cy="705600"/>
          </a:xfrm>
        </p:spPr>
        <p:txBody>
          <a:bodyPr/>
          <a:p>
            <a:r>
              <a:rPr lang="zh-CN" altLang="en-US"/>
              <a:t>系统软件</a:t>
            </a:r>
            <a:r>
              <a:rPr lang="zh-CN" altLang="en-US"/>
              <a:t>工作流</a:t>
            </a:r>
            <a:endParaRPr lang="zh-CN" altLang="en-US"/>
          </a:p>
        </p:txBody>
      </p:sp>
      <p:graphicFrame>
        <p:nvGraphicFramePr>
          <p:cNvPr id="6" name="对象 5"/>
          <p:cNvGraphicFramePr/>
          <p:nvPr/>
        </p:nvGraphicFramePr>
        <p:xfrm>
          <a:off x="956310" y="1425575"/>
          <a:ext cx="10279380" cy="530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4901565" imgH="2297430" progId="Visio.Drawing.15">
                  <p:embed/>
                </p:oleObj>
              </mc:Choice>
              <mc:Fallback>
                <p:oleObj name="" r:id="rId1" imgW="4901565" imgH="2297430" progId="Visio.Drawing.15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56310" y="1425575"/>
                        <a:ext cx="10279380" cy="5305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算法</a:t>
            </a:r>
            <a:r>
              <a:rPr lang="zh-CN" altLang="en-US">
                <a:sym typeface="+mn-ea"/>
              </a:rPr>
              <a:t>说明：计算延时量</a:t>
            </a:r>
            <a:r>
              <a:rPr lang="en-US" altLang="zh-CN">
                <a:sym typeface="+mn-ea"/>
              </a:rPr>
              <a:t>——</a:t>
            </a:r>
            <a:r>
              <a:rPr lang="zh-CN" altLang="en-US"/>
              <a:t>实现方法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347" y="2357258"/>
            <a:ext cx="7922457" cy="4102000"/>
          </a:xfrm>
          <a:prstGeom prst="rect">
            <a:avLst/>
          </a:prstGeom>
        </p:spPr>
      </p:pic>
      <p:cxnSp>
        <p:nvCxnSpPr>
          <p:cNvPr id="24" name="肘形连接符 23"/>
          <p:cNvCxnSpPr/>
          <p:nvPr/>
        </p:nvCxnSpPr>
        <p:spPr>
          <a:xfrm rot="5400000">
            <a:off x="5003638" y="3582169"/>
            <a:ext cx="1488846" cy="1111996"/>
          </a:xfrm>
          <a:prstGeom prst="bentConnector3">
            <a:avLst/>
          </a:prstGeom>
          <a:ln w="31750" cap="rnd">
            <a:solidFill>
              <a:schemeClr val="accent1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6065520" y="3393744"/>
            <a:ext cx="238539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云形标注 26"/>
          <p:cNvSpPr/>
          <p:nvPr/>
        </p:nvSpPr>
        <p:spPr>
          <a:xfrm>
            <a:off x="6304059" y="3764575"/>
            <a:ext cx="1683025" cy="612648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dirty="0" smtClean="0"/>
              <a:t>滑动搜索</a:t>
            </a:r>
            <a:endParaRPr lang="zh-CN" altLang="en-US" dirty="0" smtClean="0"/>
          </a:p>
        </p:txBody>
      </p:sp>
      <p:sp>
        <p:nvSpPr>
          <p:cNvPr id="5" name="圆角矩形标注 4"/>
          <p:cNvSpPr/>
          <p:nvPr/>
        </p:nvSpPr>
        <p:spPr>
          <a:xfrm>
            <a:off x="1724266" y="1929075"/>
            <a:ext cx="1451942" cy="612648"/>
          </a:xfrm>
          <a:prstGeom prst="wedgeRoundRectCallout">
            <a:avLst>
              <a:gd name="adj1" fmla="val 71959"/>
              <a:gd name="adj2" fmla="val 135643"/>
              <a:gd name="adj3" fmla="val 16667"/>
            </a:avLst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dirty="0" smtClean="0"/>
              <a:t>音频信号</a:t>
            </a:r>
            <a:r>
              <a:rPr lang="en-US" altLang="zh-CN" dirty="0" smtClean="0"/>
              <a:t>1</a:t>
            </a:r>
            <a:endParaRPr lang="en-US" altLang="zh-CN" dirty="0" smtClean="0"/>
          </a:p>
        </p:txBody>
      </p:sp>
      <p:sp>
        <p:nvSpPr>
          <p:cNvPr id="6" name="圆角矩形标注 5"/>
          <p:cNvSpPr/>
          <p:nvPr/>
        </p:nvSpPr>
        <p:spPr>
          <a:xfrm>
            <a:off x="1724901" y="3828995"/>
            <a:ext cx="1451942" cy="612648"/>
          </a:xfrm>
          <a:prstGeom prst="wedgeRoundRectCallout">
            <a:avLst>
              <a:gd name="adj1" fmla="val 71959"/>
              <a:gd name="adj2" fmla="val 135643"/>
              <a:gd name="adj3" fmla="val 16667"/>
            </a:avLst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dirty="0" smtClean="0"/>
              <a:t>音频信号</a:t>
            </a:r>
            <a:r>
              <a:rPr lang="en-US" altLang="zh-CN" dirty="0" smtClean="0"/>
              <a:t>2</a:t>
            </a:r>
            <a:endParaRPr lang="en-US" altLang="zh-CN" dirty="0" smtClean="0"/>
          </a:p>
        </p:txBody>
      </p:sp>
      <p:sp>
        <p:nvSpPr>
          <p:cNvPr id="10" name="文本框 9"/>
          <p:cNvSpPr txBox="1"/>
          <p:nvPr/>
        </p:nvSpPr>
        <p:spPr>
          <a:xfrm>
            <a:off x="6848475" y="1728470"/>
            <a:ext cx="46431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在一定范围的滑动窗口中，进行音频信号基本特征抓取，以确定</a:t>
            </a:r>
            <a:r>
              <a:rPr lang="en-US" altLang="zh-CN" sz="2000"/>
              <a:t>2</a:t>
            </a:r>
            <a:r>
              <a:rPr lang="zh-CN" altLang="en-US" sz="2000"/>
              <a:t>组音频信号间的延时量。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算法说明：</a:t>
            </a:r>
            <a:r>
              <a:rPr lang="zh-CN" altLang="en-US">
                <a:sym typeface="+mn-ea"/>
              </a:rPr>
              <a:t>计算延时量</a:t>
            </a:r>
            <a:r>
              <a:rPr lang="en-US" altLang="zh-CN">
                <a:sym typeface="+mn-ea"/>
              </a:rPr>
              <a:t>——</a:t>
            </a:r>
            <a:r>
              <a:rPr lang="zh-CN" altLang="en-US"/>
              <a:t>实现目的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720215" y="2209165"/>
            <a:ext cx="83616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ym typeface="+mn-ea"/>
              </a:rPr>
              <a:t>通过滑动窗口扫描，并</a:t>
            </a:r>
            <a:r>
              <a:rPr lang="zh-CN" altLang="en-US" sz="2000">
                <a:sym typeface="+mn-ea"/>
              </a:rPr>
              <a:t>采用实时提取特征序列的方式进行延时量的确定，</a:t>
            </a:r>
            <a:r>
              <a:rPr lang="zh-CN" altLang="en-US" sz="2000"/>
              <a:t>有</a:t>
            </a:r>
            <a:r>
              <a:rPr lang="zh-CN" altLang="en-US" sz="2000"/>
              <a:t>如下目的：</a:t>
            </a:r>
            <a:endParaRPr lang="zh-CN" altLang="en-US" sz="2000"/>
          </a:p>
          <a:p>
            <a:endParaRPr lang="zh-CN" altLang="en-US" sz="2000"/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/>
              <a:t>只有扣除两组音频间的延时，才能进行更深入的比对分析，延时量的</a:t>
            </a:r>
            <a:r>
              <a:rPr lang="zh-CN" altLang="en-US" sz="2000"/>
              <a:t>确定为后续相似度分析和噪声分析提供</a:t>
            </a:r>
            <a:r>
              <a:rPr lang="zh-CN" altLang="en-US" sz="2000"/>
              <a:t>条件。</a:t>
            </a:r>
            <a:endParaRPr lang="zh-CN" altLang="en-US" sz="2000"/>
          </a:p>
          <a:p>
            <a:pPr indent="0">
              <a:buFont typeface="Wingdings" panose="05000000000000000000" charset="0"/>
              <a:buNone/>
            </a:pPr>
            <a:endParaRPr lang="zh-CN" altLang="en-US" sz="2000"/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/>
              <a:t>确定延时量后，可以及时发现延时异常情况，如：主备链路延时过大，表明其中一条链路</a:t>
            </a:r>
            <a:r>
              <a:rPr lang="zh-CN" altLang="en-US" sz="2000"/>
              <a:t>可能未开启延时；一条链路的延时器前后延时太小，表明延时器可能未进入延时</a:t>
            </a:r>
            <a:r>
              <a:rPr lang="zh-CN" altLang="en-US" sz="2000"/>
              <a:t>状态。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算法说明：</a:t>
            </a:r>
            <a:r>
              <a:rPr lang="zh-CN" altLang="en-US">
                <a:sym typeface="+mn-ea"/>
              </a:rPr>
              <a:t>计算相似度</a:t>
            </a:r>
            <a:r>
              <a:rPr lang="en-US" altLang="zh-CN">
                <a:sym typeface="+mn-ea"/>
              </a:rPr>
              <a:t>——</a:t>
            </a:r>
            <a:r>
              <a:rPr lang="zh-CN" altLang="en-US"/>
              <a:t>实现方法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069455" y="1929765"/>
            <a:ext cx="40201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在锁定</a:t>
            </a:r>
            <a:r>
              <a:rPr lang="en-US" altLang="zh-CN" sz="2000"/>
              <a:t>2</a:t>
            </a:r>
            <a:r>
              <a:rPr lang="zh-CN" altLang="en-US" sz="2000"/>
              <a:t>组音频的延时量基础</a:t>
            </a:r>
            <a:r>
              <a:rPr lang="zh-CN" altLang="en-US" sz="2000"/>
              <a:t>上，</a:t>
            </a:r>
            <a:endParaRPr lang="zh-CN" altLang="en-US" sz="2000"/>
          </a:p>
          <a:p>
            <a:r>
              <a:rPr lang="zh-CN" altLang="en-US" sz="2000"/>
              <a:t>分析滑动窗口中信号的</a:t>
            </a:r>
            <a:r>
              <a:rPr lang="zh-CN" altLang="en-US" sz="2000"/>
              <a:t>声纹特征，</a:t>
            </a:r>
            <a:endParaRPr lang="zh-CN" altLang="en-US" sz="2000"/>
          </a:p>
          <a:p>
            <a:r>
              <a:rPr lang="zh-CN" altLang="en-US" sz="2000"/>
              <a:t>进行</a:t>
            </a:r>
            <a:r>
              <a:rPr lang="en-US" altLang="zh-CN" sz="2000"/>
              <a:t>2</a:t>
            </a:r>
            <a:r>
              <a:rPr lang="zh-CN" altLang="en-US" sz="2000"/>
              <a:t>组信号的相似度</a:t>
            </a:r>
            <a:r>
              <a:rPr lang="zh-CN" altLang="en-US" sz="2000"/>
              <a:t>评估</a:t>
            </a:r>
            <a:endParaRPr lang="zh-CN" altLang="en-US" sz="2000"/>
          </a:p>
        </p:txBody>
      </p:sp>
      <p:sp>
        <p:nvSpPr>
          <p:cNvPr id="17" name="圆角矩形 16"/>
          <p:cNvSpPr/>
          <p:nvPr/>
        </p:nvSpPr>
        <p:spPr>
          <a:xfrm>
            <a:off x="7860665" y="3882390"/>
            <a:ext cx="1119505" cy="715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dirty="0"/>
              <a:t>听觉曲线</a:t>
            </a:r>
            <a:r>
              <a:rPr lang="zh-CN" altLang="en-US" sz="1600" dirty="0"/>
              <a:t>加权</a:t>
            </a:r>
            <a:endParaRPr lang="zh-CN" altLang="en-US" sz="1600" dirty="0"/>
          </a:p>
        </p:txBody>
      </p:sp>
      <p:sp>
        <p:nvSpPr>
          <p:cNvPr id="18" name="圆角矩形 17"/>
          <p:cNvSpPr/>
          <p:nvPr/>
        </p:nvSpPr>
        <p:spPr>
          <a:xfrm>
            <a:off x="9359265" y="3874770"/>
            <a:ext cx="1096645" cy="7226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dirty="0" smtClean="0"/>
              <a:t>相似性</a:t>
            </a:r>
            <a:endParaRPr lang="en-US" altLang="zh-CN" sz="1600" dirty="0" smtClean="0"/>
          </a:p>
          <a:p>
            <a:pPr algn="ctr"/>
            <a:r>
              <a:rPr lang="zh-CN" altLang="en-US" sz="1600" dirty="0" smtClean="0"/>
              <a:t>评估</a:t>
            </a:r>
            <a:endParaRPr lang="zh-CN" altLang="en-US" sz="1600" dirty="0" smtClean="0"/>
          </a:p>
        </p:txBody>
      </p:sp>
      <p:grpSp>
        <p:nvGrpSpPr>
          <p:cNvPr id="2029" name="组合 2028"/>
          <p:cNvGrpSpPr/>
          <p:nvPr/>
        </p:nvGrpSpPr>
        <p:grpSpPr>
          <a:xfrm rot="0">
            <a:off x="2242185" y="2661920"/>
            <a:ext cx="2206625" cy="438150"/>
            <a:chOff x="1320800" y="1831976"/>
            <a:chExt cx="2206626" cy="438150"/>
          </a:xfrm>
        </p:grpSpPr>
        <p:sp>
          <p:nvSpPr>
            <p:cNvPr id="1829" name="Freeform 573"/>
            <p:cNvSpPr/>
            <p:nvPr/>
          </p:nvSpPr>
          <p:spPr bwMode="auto">
            <a:xfrm>
              <a:off x="1320800" y="1952626"/>
              <a:ext cx="14288" cy="47625"/>
            </a:xfrm>
            <a:custGeom>
              <a:avLst/>
              <a:gdLst>
                <a:gd name="T0" fmla="*/ 0 w 9"/>
                <a:gd name="T1" fmla="*/ 0 h 30"/>
                <a:gd name="T2" fmla="*/ 1 w 9"/>
                <a:gd name="T3" fmla="*/ 0 h 30"/>
                <a:gd name="T4" fmla="*/ 1 w 9"/>
                <a:gd name="T5" fmla="*/ 1 h 30"/>
                <a:gd name="T6" fmla="*/ 1 w 9"/>
                <a:gd name="T7" fmla="*/ 1 h 30"/>
                <a:gd name="T8" fmla="*/ 1 w 9"/>
                <a:gd name="T9" fmla="*/ 2 h 30"/>
                <a:gd name="T10" fmla="*/ 1 w 9"/>
                <a:gd name="T11" fmla="*/ 3 h 30"/>
                <a:gd name="T12" fmla="*/ 2 w 9"/>
                <a:gd name="T13" fmla="*/ 3 h 30"/>
                <a:gd name="T14" fmla="*/ 2 w 9"/>
                <a:gd name="T15" fmla="*/ 3 h 30"/>
                <a:gd name="T16" fmla="*/ 2 w 9"/>
                <a:gd name="T17" fmla="*/ 3 h 30"/>
                <a:gd name="T18" fmla="*/ 2 w 9"/>
                <a:gd name="T19" fmla="*/ 4 h 30"/>
                <a:gd name="T20" fmla="*/ 2 w 9"/>
                <a:gd name="T21" fmla="*/ 4 h 30"/>
                <a:gd name="T22" fmla="*/ 2 w 9"/>
                <a:gd name="T23" fmla="*/ 5 h 30"/>
                <a:gd name="T24" fmla="*/ 2 w 9"/>
                <a:gd name="T25" fmla="*/ 5 h 30"/>
                <a:gd name="T26" fmla="*/ 3 w 9"/>
                <a:gd name="T27" fmla="*/ 5 h 30"/>
                <a:gd name="T28" fmla="*/ 3 w 9"/>
                <a:gd name="T29" fmla="*/ 6 h 30"/>
                <a:gd name="T30" fmla="*/ 3 w 9"/>
                <a:gd name="T31" fmla="*/ 6 h 30"/>
                <a:gd name="T32" fmla="*/ 3 w 9"/>
                <a:gd name="T33" fmla="*/ 8 h 30"/>
                <a:gd name="T34" fmla="*/ 3 w 9"/>
                <a:gd name="T35" fmla="*/ 9 h 30"/>
                <a:gd name="T36" fmla="*/ 3 w 9"/>
                <a:gd name="T37" fmla="*/ 9 h 30"/>
                <a:gd name="T38" fmla="*/ 3 w 9"/>
                <a:gd name="T39" fmla="*/ 9 h 30"/>
                <a:gd name="T40" fmla="*/ 4 w 9"/>
                <a:gd name="T41" fmla="*/ 9 h 30"/>
                <a:gd name="T42" fmla="*/ 4 w 9"/>
                <a:gd name="T43" fmla="*/ 9 h 30"/>
                <a:gd name="T44" fmla="*/ 4 w 9"/>
                <a:gd name="T45" fmla="*/ 9 h 30"/>
                <a:gd name="T46" fmla="*/ 4 w 9"/>
                <a:gd name="T47" fmla="*/ 8 h 30"/>
                <a:gd name="T48" fmla="*/ 5 w 9"/>
                <a:gd name="T49" fmla="*/ 7 h 30"/>
                <a:gd name="T50" fmla="*/ 5 w 9"/>
                <a:gd name="T51" fmla="*/ 6 h 30"/>
                <a:gd name="T52" fmla="*/ 5 w 9"/>
                <a:gd name="T53" fmla="*/ 6 h 30"/>
                <a:gd name="T54" fmla="*/ 5 w 9"/>
                <a:gd name="T55" fmla="*/ 7 h 30"/>
                <a:gd name="T56" fmla="*/ 5 w 9"/>
                <a:gd name="T57" fmla="*/ 8 h 30"/>
                <a:gd name="T58" fmla="*/ 5 w 9"/>
                <a:gd name="T59" fmla="*/ 10 h 30"/>
                <a:gd name="T60" fmla="*/ 5 w 9"/>
                <a:gd name="T61" fmla="*/ 11 h 30"/>
                <a:gd name="T62" fmla="*/ 6 w 9"/>
                <a:gd name="T63" fmla="*/ 14 h 30"/>
                <a:gd name="T64" fmla="*/ 6 w 9"/>
                <a:gd name="T65" fmla="*/ 16 h 30"/>
                <a:gd name="T66" fmla="*/ 6 w 9"/>
                <a:gd name="T67" fmla="*/ 18 h 30"/>
                <a:gd name="T68" fmla="*/ 6 w 9"/>
                <a:gd name="T69" fmla="*/ 20 h 30"/>
                <a:gd name="T70" fmla="*/ 6 w 9"/>
                <a:gd name="T71" fmla="*/ 23 h 30"/>
                <a:gd name="T72" fmla="*/ 7 w 9"/>
                <a:gd name="T73" fmla="*/ 25 h 30"/>
                <a:gd name="T74" fmla="*/ 7 w 9"/>
                <a:gd name="T75" fmla="*/ 26 h 30"/>
                <a:gd name="T76" fmla="*/ 7 w 9"/>
                <a:gd name="T77" fmla="*/ 27 h 30"/>
                <a:gd name="T78" fmla="*/ 7 w 9"/>
                <a:gd name="T79" fmla="*/ 27 h 30"/>
                <a:gd name="T80" fmla="*/ 7 w 9"/>
                <a:gd name="T81" fmla="*/ 26 h 30"/>
                <a:gd name="T82" fmla="*/ 7 w 9"/>
                <a:gd name="T83" fmla="*/ 26 h 30"/>
                <a:gd name="T84" fmla="*/ 7 w 9"/>
                <a:gd name="T85" fmla="*/ 27 h 30"/>
                <a:gd name="T86" fmla="*/ 8 w 9"/>
                <a:gd name="T87" fmla="*/ 27 h 30"/>
                <a:gd name="T88" fmla="*/ 8 w 9"/>
                <a:gd name="T89" fmla="*/ 27 h 30"/>
                <a:gd name="T90" fmla="*/ 8 w 9"/>
                <a:gd name="T91" fmla="*/ 27 h 30"/>
                <a:gd name="T92" fmla="*/ 8 w 9"/>
                <a:gd name="T93" fmla="*/ 27 h 30"/>
                <a:gd name="T94" fmla="*/ 8 w 9"/>
                <a:gd name="T95" fmla="*/ 28 h 30"/>
                <a:gd name="T96" fmla="*/ 8 w 9"/>
                <a:gd name="T97" fmla="*/ 29 h 30"/>
                <a:gd name="T98" fmla="*/ 9 w 9"/>
                <a:gd name="T9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" h="30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8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7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6" y="14"/>
                  </a:lnTo>
                  <a:lnTo>
                    <a:pt x="6" y="16"/>
                  </a:lnTo>
                  <a:lnTo>
                    <a:pt x="6" y="18"/>
                  </a:lnTo>
                  <a:lnTo>
                    <a:pt x="6" y="20"/>
                  </a:lnTo>
                  <a:lnTo>
                    <a:pt x="6" y="23"/>
                  </a:lnTo>
                  <a:lnTo>
                    <a:pt x="7" y="25"/>
                  </a:lnTo>
                  <a:lnTo>
                    <a:pt x="7" y="26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7" y="26"/>
                  </a:lnTo>
                  <a:lnTo>
                    <a:pt x="7" y="27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8" y="28"/>
                  </a:lnTo>
                  <a:lnTo>
                    <a:pt x="8" y="29"/>
                  </a:lnTo>
                  <a:lnTo>
                    <a:pt x="9" y="3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30" name="Freeform 574"/>
            <p:cNvSpPr/>
            <p:nvPr/>
          </p:nvSpPr>
          <p:spPr bwMode="auto">
            <a:xfrm>
              <a:off x="1333500" y="1998664"/>
              <a:ext cx="14288" cy="73025"/>
            </a:xfrm>
            <a:custGeom>
              <a:avLst/>
              <a:gdLst>
                <a:gd name="T0" fmla="*/ 0 w 9"/>
                <a:gd name="T1" fmla="*/ 0 h 46"/>
                <a:gd name="T2" fmla="*/ 1 w 9"/>
                <a:gd name="T3" fmla="*/ 1 h 46"/>
                <a:gd name="T4" fmla="*/ 1 w 9"/>
                <a:gd name="T5" fmla="*/ 3 h 46"/>
                <a:gd name="T6" fmla="*/ 1 w 9"/>
                <a:gd name="T7" fmla="*/ 5 h 46"/>
                <a:gd name="T8" fmla="*/ 1 w 9"/>
                <a:gd name="T9" fmla="*/ 6 h 46"/>
                <a:gd name="T10" fmla="*/ 1 w 9"/>
                <a:gd name="T11" fmla="*/ 7 h 46"/>
                <a:gd name="T12" fmla="*/ 2 w 9"/>
                <a:gd name="T13" fmla="*/ 7 h 46"/>
                <a:gd name="T14" fmla="*/ 2 w 9"/>
                <a:gd name="T15" fmla="*/ 8 h 46"/>
                <a:gd name="T16" fmla="*/ 2 w 9"/>
                <a:gd name="T17" fmla="*/ 9 h 46"/>
                <a:gd name="T18" fmla="*/ 2 w 9"/>
                <a:gd name="T19" fmla="*/ 10 h 46"/>
                <a:gd name="T20" fmla="*/ 2 w 9"/>
                <a:gd name="T21" fmla="*/ 11 h 46"/>
                <a:gd name="T22" fmla="*/ 2 w 9"/>
                <a:gd name="T23" fmla="*/ 11 h 46"/>
                <a:gd name="T24" fmla="*/ 2 w 9"/>
                <a:gd name="T25" fmla="*/ 11 h 46"/>
                <a:gd name="T26" fmla="*/ 3 w 9"/>
                <a:gd name="T27" fmla="*/ 12 h 46"/>
                <a:gd name="T28" fmla="*/ 3 w 9"/>
                <a:gd name="T29" fmla="*/ 13 h 46"/>
                <a:gd name="T30" fmla="*/ 3 w 9"/>
                <a:gd name="T31" fmla="*/ 14 h 46"/>
                <a:gd name="T32" fmla="*/ 3 w 9"/>
                <a:gd name="T33" fmla="*/ 15 h 46"/>
                <a:gd name="T34" fmla="*/ 4 w 9"/>
                <a:gd name="T35" fmla="*/ 15 h 46"/>
                <a:gd name="T36" fmla="*/ 4 w 9"/>
                <a:gd name="T37" fmla="*/ 15 h 46"/>
                <a:gd name="T38" fmla="*/ 4 w 9"/>
                <a:gd name="T39" fmla="*/ 16 h 46"/>
                <a:gd name="T40" fmla="*/ 4 w 9"/>
                <a:gd name="T41" fmla="*/ 17 h 46"/>
                <a:gd name="T42" fmla="*/ 4 w 9"/>
                <a:gd name="T43" fmla="*/ 18 h 46"/>
                <a:gd name="T44" fmla="*/ 4 w 9"/>
                <a:gd name="T45" fmla="*/ 20 h 46"/>
                <a:gd name="T46" fmla="*/ 4 w 9"/>
                <a:gd name="T47" fmla="*/ 22 h 46"/>
                <a:gd name="T48" fmla="*/ 5 w 9"/>
                <a:gd name="T49" fmla="*/ 23 h 46"/>
                <a:gd name="T50" fmla="*/ 5 w 9"/>
                <a:gd name="T51" fmla="*/ 25 h 46"/>
                <a:gd name="T52" fmla="*/ 5 w 9"/>
                <a:gd name="T53" fmla="*/ 27 h 46"/>
                <a:gd name="T54" fmla="*/ 5 w 9"/>
                <a:gd name="T55" fmla="*/ 29 h 46"/>
                <a:gd name="T56" fmla="*/ 5 w 9"/>
                <a:gd name="T57" fmla="*/ 31 h 46"/>
                <a:gd name="T58" fmla="*/ 5 w 9"/>
                <a:gd name="T59" fmla="*/ 33 h 46"/>
                <a:gd name="T60" fmla="*/ 5 w 9"/>
                <a:gd name="T61" fmla="*/ 35 h 46"/>
                <a:gd name="T62" fmla="*/ 6 w 9"/>
                <a:gd name="T63" fmla="*/ 36 h 46"/>
                <a:gd name="T64" fmla="*/ 6 w 9"/>
                <a:gd name="T65" fmla="*/ 39 h 46"/>
                <a:gd name="T66" fmla="*/ 6 w 9"/>
                <a:gd name="T67" fmla="*/ 41 h 46"/>
                <a:gd name="T68" fmla="*/ 6 w 9"/>
                <a:gd name="T69" fmla="*/ 42 h 46"/>
                <a:gd name="T70" fmla="*/ 6 w 9"/>
                <a:gd name="T71" fmla="*/ 44 h 46"/>
                <a:gd name="T72" fmla="*/ 7 w 9"/>
                <a:gd name="T73" fmla="*/ 45 h 46"/>
                <a:gd name="T74" fmla="*/ 7 w 9"/>
                <a:gd name="T75" fmla="*/ 46 h 46"/>
                <a:gd name="T76" fmla="*/ 7 w 9"/>
                <a:gd name="T77" fmla="*/ 46 h 46"/>
                <a:gd name="T78" fmla="*/ 7 w 9"/>
                <a:gd name="T79" fmla="*/ 45 h 46"/>
                <a:gd name="T80" fmla="*/ 7 w 9"/>
                <a:gd name="T81" fmla="*/ 44 h 46"/>
                <a:gd name="T82" fmla="*/ 7 w 9"/>
                <a:gd name="T83" fmla="*/ 43 h 46"/>
                <a:gd name="T84" fmla="*/ 7 w 9"/>
                <a:gd name="T85" fmla="*/ 41 h 46"/>
                <a:gd name="T86" fmla="*/ 8 w 9"/>
                <a:gd name="T87" fmla="*/ 38 h 46"/>
                <a:gd name="T88" fmla="*/ 8 w 9"/>
                <a:gd name="T89" fmla="*/ 35 h 46"/>
                <a:gd name="T90" fmla="*/ 8 w 9"/>
                <a:gd name="T91" fmla="*/ 32 h 46"/>
                <a:gd name="T92" fmla="*/ 8 w 9"/>
                <a:gd name="T93" fmla="*/ 30 h 46"/>
                <a:gd name="T94" fmla="*/ 9 w 9"/>
                <a:gd name="T95" fmla="*/ 28 h 46"/>
                <a:gd name="T96" fmla="*/ 9 w 9"/>
                <a:gd name="T97" fmla="*/ 26 h 46"/>
                <a:gd name="T98" fmla="*/ 9 w 9"/>
                <a:gd name="T99" fmla="*/ 24 h 46"/>
                <a:gd name="T100" fmla="*/ 9 w 9"/>
                <a:gd name="T101" fmla="*/ 24 h 46"/>
                <a:gd name="T102" fmla="*/ 9 w 9"/>
                <a:gd name="T103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6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4" y="20"/>
                  </a:lnTo>
                  <a:lnTo>
                    <a:pt x="4" y="22"/>
                  </a:lnTo>
                  <a:lnTo>
                    <a:pt x="5" y="23"/>
                  </a:lnTo>
                  <a:lnTo>
                    <a:pt x="5" y="25"/>
                  </a:lnTo>
                  <a:lnTo>
                    <a:pt x="5" y="27"/>
                  </a:lnTo>
                  <a:lnTo>
                    <a:pt x="5" y="29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5" y="35"/>
                  </a:lnTo>
                  <a:lnTo>
                    <a:pt x="6" y="36"/>
                  </a:lnTo>
                  <a:lnTo>
                    <a:pt x="6" y="39"/>
                  </a:lnTo>
                  <a:lnTo>
                    <a:pt x="6" y="41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7" y="45"/>
                  </a:lnTo>
                  <a:lnTo>
                    <a:pt x="7" y="46"/>
                  </a:lnTo>
                  <a:lnTo>
                    <a:pt x="7" y="46"/>
                  </a:lnTo>
                  <a:lnTo>
                    <a:pt x="7" y="45"/>
                  </a:lnTo>
                  <a:lnTo>
                    <a:pt x="7" y="44"/>
                  </a:lnTo>
                  <a:lnTo>
                    <a:pt x="7" y="43"/>
                  </a:lnTo>
                  <a:lnTo>
                    <a:pt x="7" y="41"/>
                  </a:lnTo>
                  <a:lnTo>
                    <a:pt x="8" y="38"/>
                  </a:lnTo>
                  <a:lnTo>
                    <a:pt x="8" y="35"/>
                  </a:lnTo>
                  <a:lnTo>
                    <a:pt x="8" y="32"/>
                  </a:lnTo>
                  <a:lnTo>
                    <a:pt x="8" y="30"/>
                  </a:lnTo>
                  <a:lnTo>
                    <a:pt x="9" y="28"/>
                  </a:lnTo>
                  <a:lnTo>
                    <a:pt x="9" y="26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2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31" name="Freeform 575"/>
            <p:cNvSpPr/>
            <p:nvPr/>
          </p:nvSpPr>
          <p:spPr bwMode="auto">
            <a:xfrm>
              <a:off x="1347788" y="2020889"/>
              <a:ext cx="12700" cy="17463"/>
            </a:xfrm>
            <a:custGeom>
              <a:avLst/>
              <a:gdLst>
                <a:gd name="T0" fmla="*/ 0 w 8"/>
                <a:gd name="T1" fmla="*/ 10 h 11"/>
                <a:gd name="T2" fmla="*/ 0 w 8"/>
                <a:gd name="T3" fmla="*/ 9 h 11"/>
                <a:gd name="T4" fmla="*/ 0 w 8"/>
                <a:gd name="T5" fmla="*/ 8 h 11"/>
                <a:gd name="T6" fmla="*/ 0 w 8"/>
                <a:gd name="T7" fmla="*/ 8 h 11"/>
                <a:gd name="T8" fmla="*/ 1 w 8"/>
                <a:gd name="T9" fmla="*/ 7 h 11"/>
                <a:gd name="T10" fmla="*/ 1 w 8"/>
                <a:gd name="T11" fmla="*/ 7 h 11"/>
                <a:gd name="T12" fmla="*/ 1 w 8"/>
                <a:gd name="T13" fmla="*/ 8 h 11"/>
                <a:gd name="T14" fmla="*/ 1 w 8"/>
                <a:gd name="T15" fmla="*/ 7 h 11"/>
                <a:gd name="T16" fmla="*/ 1 w 8"/>
                <a:gd name="T17" fmla="*/ 6 h 11"/>
                <a:gd name="T18" fmla="*/ 1 w 8"/>
                <a:gd name="T19" fmla="*/ 5 h 11"/>
                <a:gd name="T20" fmla="*/ 1 w 8"/>
                <a:gd name="T21" fmla="*/ 4 h 11"/>
                <a:gd name="T22" fmla="*/ 2 w 8"/>
                <a:gd name="T23" fmla="*/ 3 h 11"/>
                <a:gd name="T24" fmla="*/ 2 w 8"/>
                <a:gd name="T25" fmla="*/ 3 h 11"/>
                <a:gd name="T26" fmla="*/ 2 w 8"/>
                <a:gd name="T27" fmla="*/ 2 h 11"/>
                <a:gd name="T28" fmla="*/ 2 w 8"/>
                <a:gd name="T29" fmla="*/ 1 h 11"/>
                <a:gd name="T30" fmla="*/ 2 w 8"/>
                <a:gd name="T31" fmla="*/ 0 h 11"/>
                <a:gd name="T32" fmla="*/ 3 w 8"/>
                <a:gd name="T33" fmla="*/ 0 h 11"/>
                <a:gd name="T34" fmla="*/ 3 w 8"/>
                <a:gd name="T35" fmla="*/ 1 h 11"/>
                <a:gd name="T36" fmla="*/ 3 w 8"/>
                <a:gd name="T37" fmla="*/ 1 h 11"/>
                <a:gd name="T38" fmla="*/ 3 w 8"/>
                <a:gd name="T39" fmla="*/ 1 h 11"/>
                <a:gd name="T40" fmla="*/ 3 w 8"/>
                <a:gd name="T41" fmla="*/ 2 h 11"/>
                <a:gd name="T42" fmla="*/ 3 w 8"/>
                <a:gd name="T43" fmla="*/ 2 h 11"/>
                <a:gd name="T44" fmla="*/ 3 w 8"/>
                <a:gd name="T45" fmla="*/ 3 h 11"/>
                <a:gd name="T46" fmla="*/ 4 w 8"/>
                <a:gd name="T47" fmla="*/ 5 h 11"/>
                <a:gd name="T48" fmla="*/ 4 w 8"/>
                <a:gd name="T49" fmla="*/ 5 h 11"/>
                <a:gd name="T50" fmla="*/ 4 w 8"/>
                <a:gd name="T51" fmla="*/ 5 h 11"/>
                <a:gd name="T52" fmla="*/ 4 w 8"/>
                <a:gd name="T53" fmla="*/ 5 h 11"/>
                <a:gd name="T54" fmla="*/ 5 w 8"/>
                <a:gd name="T55" fmla="*/ 7 h 11"/>
                <a:gd name="T56" fmla="*/ 5 w 8"/>
                <a:gd name="T57" fmla="*/ 6 h 11"/>
                <a:gd name="T58" fmla="*/ 5 w 8"/>
                <a:gd name="T59" fmla="*/ 5 h 11"/>
                <a:gd name="T60" fmla="*/ 5 w 8"/>
                <a:gd name="T61" fmla="*/ 6 h 11"/>
                <a:gd name="T62" fmla="*/ 5 w 8"/>
                <a:gd name="T63" fmla="*/ 8 h 11"/>
                <a:gd name="T64" fmla="*/ 5 w 8"/>
                <a:gd name="T65" fmla="*/ 8 h 11"/>
                <a:gd name="T66" fmla="*/ 5 w 8"/>
                <a:gd name="T67" fmla="*/ 8 h 11"/>
                <a:gd name="T68" fmla="*/ 6 w 8"/>
                <a:gd name="T69" fmla="*/ 8 h 11"/>
                <a:gd name="T70" fmla="*/ 6 w 8"/>
                <a:gd name="T71" fmla="*/ 9 h 11"/>
                <a:gd name="T72" fmla="*/ 6 w 8"/>
                <a:gd name="T73" fmla="*/ 10 h 11"/>
                <a:gd name="T74" fmla="*/ 6 w 8"/>
                <a:gd name="T75" fmla="*/ 11 h 11"/>
                <a:gd name="T76" fmla="*/ 6 w 8"/>
                <a:gd name="T77" fmla="*/ 11 h 11"/>
                <a:gd name="T78" fmla="*/ 6 w 8"/>
                <a:gd name="T79" fmla="*/ 10 h 11"/>
                <a:gd name="T80" fmla="*/ 6 w 8"/>
                <a:gd name="T81" fmla="*/ 9 h 11"/>
                <a:gd name="T82" fmla="*/ 7 w 8"/>
                <a:gd name="T83" fmla="*/ 9 h 11"/>
                <a:gd name="T84" fmla="*/ 7 w 8"/>
                <a:gd name="T85" fmla="*/ 9 h 11"/>
                <a:gd name="T86" fmla="*/ 7 w 8"/>
                <a:gd name="T87" fmla="*/ 8 h 11"/>
                <a:gd name="T88" fmla="*/ 7 w 8"/>
                <a:gd name="T89" fmla="*/ 6 h 11"/>
                <a:gd name="T90" fmla="*/ 8 w 8"/>
                <a:gd name="T91" fmla="*/ 5 h 11"/>
                <a:gd name="T92" fmla="*/ 8 w 8"/>
                <a:gd name="T93" fmla="*/ 5 h 11"/>
                <a:gd name="T94" fmla="*/ 8 w 8"/>
                <a:gd name="T95" fmla="*/ 6 h 11"/>
                <a:gd name="T96" fmla="*/ 8 w 8"/>
                <a:gd name="T97" fmla="*/ 5 h 11"/>
                <a:gd name="T98" fmla="*/ 8 w 8"/>
                <a:gd name="T99" fmla="*/ 6 h 11"/>
                <a:gd name="T100" fmla="*/ 8 w 8"/>
                <a:gd name="T101" fmla="*/ 7 h 11"/>
                <a:gd name="T102" fmla="*/ 8 w 8"/>
                <a:gd name="T103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1">
                  <a:moveTo>
                    <a:pt x="0" y="10"/>
                  </a:moveTo>
                  <a:lnTo>
                    <a:pt x="0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5"/>
                  </a:lnTo>
                  <a:lnTo>
                    <a:pt x="1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5"/>
                  </a:lnTo>
                  <a:lnTo>
                    <a:pt x="5" y="6"/>
                  </a:lnTo>
                  <a:lnTo>
                    <a:pt x="5" y="8"/>
                  </a:lnTo>
                  <a:lnTo>
                    <a:pt x="5" y="8"/>
                  </a:lnTo>
                  <a:lnTo>
                    <a:pt x="5" y="8"/>
                  </a:lnTo>
                  <a:lnTo>
                    <a:pt x="6" y="8"/>
                  </a:lnTo>
                  <a:lnTo>
                    <a:pt x="6" y="9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7" y="6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8" y="5"/>
                  </a:lnTo>
                  <a:lnTo>
                    <a:pt x="8" y="6"/>
                  </a:lnTo>
                  <a:lnTo>
                    <a:pt x="8" y="7"/>
                  </a:lnTo>
                  <a:lnTo>
                    <a:pt x="8" y="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32" name="Freeform 576"/>
            <p:cNvSpPr/>
            <p:nvPr/>
          </p:nvSpPr>
          <p:spPr bwMode="auto">
            <a:xfrm>
              <a:off x="1360488" y="1998664"/>
              <a:ext cx="14288" cy="52388"/>
            </a:xfrm>
            <a:custGeom>
              <a:avLst/>
              <a:gdLst>
                <a:gd name="T0" fmla="*/ 0 w 9"/>
                <a:gd name="T1" fmla="*/ 21 h 33"/>
                <a:gd name="T2" fmla="*/ 0 w 9"/>
                <a:gd name="T3" fmla="*/ 23 h 33"/>
                <a:gd name="T4" fmla="*/ 1 w 9"/>
                <a:gd name="T5" fmla="*/ 25 h 33"/>
                <a:gd name="T6" fmla="*/ 1 w 9"/>
                <a:gd name="T7" fmla="*/ 26 h 33"/>
                <a:gd name="T8" fmla="*/ 1 w 9"/>
                <a:gd name="T9" fmla="*/ 26 h 33"/>
                <a:gd name="T10" fmla="*/ 1 w 9"/>
                <a:gd name="T11" fmla="*/ 27 h 33"/>
                <a:gd name="T12" fmla="*/ 1 w 9"/>
                <a:gd name="T13" fmla="*/ 31 h 33"/>
                <a:gd name="T14" fmla="*/ 2 w 9"/>
                <a:gd name="T15" fmla="*/ 33 h 33"/>
                <a:gd name="T16" fmla="*/ 2 w 9"/>
                <a:gd name="T17" fmla="*/ 32 h 33"/>
                <a:gd name="T18" fmla="*/ 2 w 9"/>
                <a:gd name="T19" fmla="*/ 29 h 33"/>
                <a:gd name="T20" fmla="*/ 2 w 9"/>
                <a:gd name="T21" fmla="*/ 28 h 33"/>
                <a:gd name="T22" fmla="*/ 2 w 9"/>
                <a:gd name="T23" fmla="*/ 28 h 33"/>
                <a:gd name="T24" fmla="*/ 2 w 9"/>
                <a:gd name="T25" fmla="*/ 28 h 33"/>
                <a:gd name="T26" fmla="*/ 2 w 9"/>
                <a:gd name="T27" fmla="*/ 26 h 33"/>
                <a:gd name="T28" fmla="*/ 3 w 9"/>
                <a:gd name="T29" fmla="*/ 25 h 33"/>
                <a:gd name="T30" fmla="*/ 3 w 9"/>
                <a:gd name="T31" fmla="*/ 23 h 33"/>
                <a:gd name="T32" fmla="*/ 3 w 9"/>
                <a:gd name="T33" fmla="*/ 22 h 33"/>
                <a:gd name="T34" fmla="*/ 3 w 9"/>
                <a:gd name="T35" fmla="*/ 22 h 33"/>
                <a:gd name="T36" fmla="*/ 3 w 9"/>
                <a:gd name="T37" fmla="*/ 21 h 33"/>
                <a:gd name="T38" fmla="*/ 3 w 9"/>
                <a:gd name="T39" fmla="*/ 19 h 33"/>
                <a:gd name="T40" fmla="*/ 3 w 9"/>
                <a:gd name="T41" fmla="*/ 19 h 33"/>
                <a:gd name="T42" fmla="*/ 4 w 9"/>
                <a:gd name="T43" fmla="*/ 21 h 33"/>
                <a:gd name="T44" fmla="*/ 4 w 9"/>
                <a:gd name="T45" fmla="*/ 21 h 33"/>
                <a:gd name="T46" fmla="*/ 4 w 9"/>
                <a:gd name="T47" fmla="*/ 19 h 33"/>
                <a:gd name="T48" fmla="*/ 4 w 9"/>
                <a:gd name="T49" fmla="*/ 16 h 33"/>
                <a:gd name="T50" fmla="*/ 5 w 9"/>
                <a:gd name="T51" fmla="*/ 15 h 33"/>
                <a:gd name="T52" fmla="*/ 5 w 9"/>
                <a:gd name="T53" fmla="*/ 16 h 33"/>
                <a:gd name="T54" fmla="*/ 5 w 9"/>
                <a:gd name="T55" fmla="*/ 16 h 33"/>
                <a:gd name="T56" fmla="*/ 5 w 9"/>
                <a:gd name="T57" fmla="*/ 15 h 33"/>
                <a:gd name="T58" fmla="*/ 5 w 9"/>
                <a:gd name="T59" fmla="*/ 13 h 33"/>
                <a:gd name="T60" fmla="*/ 5 w 9"/>
                <a:gd name="T61" fmla="*/ 11 h 33"/>
                <a:gd name="T62" fmla="*/ 5 w 9"/>
                <a:gd name="T63" fmla="*/ 11 h 33"/>
                <a:gd name="T64" fmla="*/ 6 w 9"/>
                <a:gd name="T65" fmla="*/ 11 h 33"/>
                <a:gd name="T66" fmla="*/ 6 w 9"/>
                <a:gd name="T67" fmla="*/ 10 h 33"/>
                <a:gd name="T68" fmla="*/ 6 w 9"/>
                <a:gd name="T69" fmla="*/ 7 h 33"/>
                <a:gd name="T70" fmla="*/ 6 w 9"/>
                <a:gd name="T71" fmla="*/ 6 h 33"/>
                <a:gd name="T72" fmla="*/ 6 w 9"/>
                <a:gd name="T73" fmla="*/ 6 h 33"/>
                <a:gd name="T74" fmla="*/ 7 w 9"/>
                <a:gd name="T75" fmla="*/ 6 h 33"/>
                <a:gd name="T76" fmla="*/ 7 w 9"/>
                <a:gd name="T77" fmla="*/ 4 h 33"/>
                <a:gd name="T78" fmla="*/ 7 w 9"/>
                <a:gd name="T79" fmla="*/ 1 h 33"/>
                <a:gd name="T80" fmla="*/ 7 w 9"/>
                <a:gd name="T81" fmla="*/ 1 h 33"/>
                <a:gd name="T82" fmla="*/ 7 w 9"/>
                <a:gd name="T83" fmla="*/ 3 h 33"/>
                <a:gd name="T84" fmla="*/ 7 w 9"/>
                <a:gd name="T85" fmla="*/ 3 h 33"/>
                <a:gd name="T86" fmla="*/ 7 w 9"/>
                <a:gd name="T87" fmla="*/ 2 h 33"/>
                <a:gd name="T88" fmla="*/ 8 w 9"/>
                <a:gd name="T89" fmla="*/ 1 h 33"/>
                <a:gd name="T90" fmla="*/ 8 w 9"/>
                <a:gd name="T91" fmla="*/ 0 h 33"/>
                <a:gd name="T92" fmla="*/ 8 w 9"/>
                <a:gd name="T93" fmla="*/ 2 h 33"/>
                <a:gd name="T94" fmla="*/ 8 w 9"/>
                <a:gd name="T95" fmla="*/ 4 h 33"/>
                <a:gd name="T96" fmla="*/ 8 w 9"/>
                <a:gd name="T97" fmla="*/ 4 h 33"/>
                <a:gd name="T98" fmla="*/ 8 w 9"/>
                <a:gd name="T99" fmla="*/ 3 h 33"/>
                <a:gd name="T100" fmla="*/ 8 w 9"/>
                <a:gd name="T101" fmla="*/ 2 h 33"/>
                <a:gd name="T102" fmla="*/ 9 w 9"/>
                <a:gd name="T103" fmla="*/ 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33">
                  <a:moveTo>
                    <a:pt x="0" y="21"/>
                  </a:moveTo>
                  <a:lnTo>
                    <a:pt x="0" y="23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1" y="31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2" y="29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26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3" y="21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4" y="16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6" y="11"/>
                  </a:lnTo>
                  <a:lnTo>
                    <a:pt x="6" y="10"/>
                  </a:lnTo>
                  <a:lnTo>
                    <a:pt x="6" y="7"/>
                  </a:lnTo>
                  <a:lnTo>
                    <a:pt x="6" y="6"/>
                  </a:lnTo>
                  <a:lnTo>
                    <a:pt x="6" y="6"/>
                  </a:lnTo>
                  <a:lnTo>
                    <a:pt x="7" y="6"/>
                  </a:lnTo>
                  <a:lnTo>
                    <a:pt x="7" y="4"/>
                  </a:lnTo>
                  <a:lnTo>
                    <a:pt x="7" y="1"/>
                  </a:lnTo>
                  <a:lnTo>
                    <a:pt x="7" y="1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2"/>
                  </a:lnTo>
                  <a:lnTo>
                    <a:pt x="8" y="1"/>
                  </a:lnTo>
                  <a:lnTo>
                    <a:pt x="8" y="0"/>
                  </a:lnTo>
                  <a:lnTo>
                    <a:pt x="8" y="2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3"/>
                  </a:lnTo>
                  <a:lnTo>
                    <a:pt x="8" y="2"/>
                  </a:lnTo>
                  <a:lnTo>
                    <a:pt x="9" y="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33" name="Freeform 577"/>
            <p:cNvSpPr/>
            <p:nvPr/>
          </p:nvSpPr>
          <p:spPr bwMode="auto">
            <a:xfrm>
              <a:off x="1373188" y="1919289"/>
              <a:ext cx="14288" cy="85725"/>
            </a:xfrm>
            <a:custGeom>
              <a:avLst/>
              <a:gdLst>
                <a:gd name="T0" fmla="*/ 0 w 9"/>
                <a:gd name="T1" fmla="*/ 52 h 54"/>
                <a:gd name="T2" fmla="*/ 1 w 9"/>
                <a:gd name="T3" fmla="*/ 54 h 54"/>
                <a:gd name="T4" fmla="*/ 1 w 9"/>
                <a:gd name="T5" fmla="*/ 54 h 54"/>
                <a:gd name="T6" fmla="*/ 1 w 9"/>
                <a:gd name="T7" fmla="*/ 54 h 54"/>
                <a:gd name="T8" fmla="*/ 1 w 9"/>
                <a:gd name="T9" fmla="*/ 53 h 54"/>
                <a:gd name="T10" fmla="*/ 2 w 9"/>
                <a:gd name="T11" fmla="*/ 53 h 54"/>
                <a:gd name="T12" fmla="*/ 2 w 9"/>
                <a:gd name="T13" fmla="*/ 53 h 54"/>
                <a:gd name="T14" fmla="*/ 2 w 9"/>
                <a:gd name="T15" fmla="*/ 52 h 54"/>
                <a:gd name="T16" fmla="*/ 2 w 9"/>
                <a:gd name="T17" fmla="*/ 50 h 54"/>
                <a:gd name="T18" fmla="*/ 2 w 9"/>
                <a:gd name="T19" fmla="*/ 47 h 54"/>
                <a:gd name="T20" fmla="*/ 2 w 9"/>
                <a:gd name="T21" fmla="*/ 44 h 54"/>
                <a:gd name="T22" fmla="*/ 2 w 9"/>
                <a:gd name="T23" fmla="*/ 42 h 54"/>
                <a:gd name="T24" fmla="*/ 3 w 9"/>
                <a:gd name="T25" fmla="*/ 39 h 54"/>
                <a:gd name="T26" fmla="*/ 3 w 9"/>
                <a:gd name="T27" fmla="*/ 34 h 54"/>
                <a:gd name="T28" fmla="*/ 3 w 9"/>
                <a:gd name="T29" fmla="*/ 29 h 54"/>
                <a:gd name="T30" fmla="*/ 3 w 9"/>
                <a:gd name="T31" fmla="*/ 26 h 54"/>
                <a:gd name="T32" fmla="*/ 3 w 9"/>
                <a:gd name="T33" fmla="*/ 24 h 54"/>
                <a:gd name="T34" fmla="*/ 4 w 9"/>
                <a:gd name="T35" fmla="*/ 23 h 54"/>
                <a:gd name="T36" fmla="*/ 4 w 9"/>
                <a:gd name="T37" fmla="*/ 20 h 54"/>
                <a:gd name="T38" fmla="*/ 4 w 9"/>
                <a:gd name="T39" fmla="*/ 17 h 54"/>
                <a:gd name="T40" fmla="*/ 4 w 9"/>
                <a:gd name="T41" fmla="*/ 16 h 54"/>
                <a:gd name="T42" fmla="*/ 4 w 9"/>
                <a:gd name="T43" fmla="*/ 15 h 54"/>
                <a:gd name="T44" fmla="*/ 4 w 9"/>
                <a:gd name="T45" fmla="*/ 15 h 54"/>
                <a:gd name="T46" fmla="*/ 5 w 9"/>
                <a:gd name="T47" fmla="*/ 14 h 54"/>
                <a:gd name="T48" fmla="*/ 5 w 9"/>
                <a:gd name="T49" fmla="*/ 12 h 54"/>
                <a:gd name="T50" fmla="*/ 5 w 9"/>
                <a:gd name="T51" fmla="*/ 10 h 54"/>
                <a:gd name="T52" fmla="*/ 5 w 9"/>
                <a:gd name="T53" fmla="*/ 9 h 54"/>
                <a:gd name="T54" fmla="*/ 5 w 9"/>
                <a:gd name="T55" fmla="*/ 9 h 54"/>
                <a:gd name="T56" fmla="*/ 5 w 9"/>
                <a:gd name="T57" fmla="*/ 6 h 54"/>
                <a:gd name="T58" fmla="*/ 5 w 9"/>
                <a:gd name="T59" fmla="*/ 3 h 54"/>
                <a:gd name="T60" fmla="*/ 6 w 9"/>
                <a:gd name="T61" fmla="*/ 1 h 54"/>
                <a:gd name="T62" fmla="*/ 6 w 9"/>
                <a:gd name="T63" fmla="*/ 1 h 54"/>
                <a:gd name="T64" fmla="*/ 6 w 9"/>
                <a:gd name="T65" fmla="*/ 1 h 54"/>
                <a:gd name="T66" fmla="*/ 6 w 9"/>
                <a:gd name="T67" fmla="*/ 0 h 54"/>
                <a:gd name="T68" fmla="*/ 6 w 9"/>
                <a:gd name="T69" fmla="*/ 0 h 54"/>
                <a:gd name="T70" fmla="*/ 7 w 9"/>
                <a:gd name="T71" fmla="*/ 0 h 54"/>
                <a:gd name="T72" fmla="*/ 7 w 9"/>
                <a:gd name="T73" fmla="*/ 1 h 54"/>
                <a:gd name="T74" fmla="*/ 7 w 9"/>
                <a:gd name="T75" fmla="*/ 3 h 54"/>
                <a:gd name="T76" fmla="*/ 7 w 9"/>
                <a:gd name="T77" fmla="*/ 4 h 54"/>
                <a:gd name="T78" fmla="*/ 7 w 9"/>
                <a:gd name="T79" fmla="*/ 4 h 54"/>
                <a:gd name="T80" fmla="*/ 7 w 9"/>
                <a:gd name="T81" fmla="*/ 4 h 54"/>
                <a:gd name="T82" fmla="*/ 7 w 9"/>
                <a:gd name="T83" fmla="*/ 5 h 54"/>
                <a:gd name="T84" fmla="*/ 8 w 9"/>
                <a:gd name="T85" fmla="*/ 6 h 54"/>
                <a:gd name="T86" fmla="*/ 8 w 9"/>
                <a:gd name="T87" fmla="*/ 6 h 54"/>
                <a:gd name="T88" fmla="*/ 8 w 9"/>
                <a:gd name="T89" fmla="*/ 6 h 54"/>
                <a:gd name="T90" fmla="*/ 8 w 9"/>
                <a:gd name="T91" fmla="*/ 7 h 54"/>
                <a:gd name="T92" fmla="*/ 9 w 9"/>
                <a:gd name="T93" fmla="*/ 10 h 54"/>
                <a:gd name="T94" fmla="*/ 9 w 9"/>
                <a:gd name="T95" fmla="*/ 12 h 54"/>
                <a:gd name="T96" fmla="*/ 9 w 9"/>
                <a:gd name="T97" fmla="*/ 13 h 54"/>
                <a:gd name="T98" fmla="*/ 9 w 9"/>
                <a:gd name="T99" fmla="*/ 14 h 54"/>
                <a:gd name="T100" fmla="*/ 9 w 9"/>
                <a:gd name="T101" fmla="*/ 15 h 54"/>
                <a:gd name="T102" fmla="*/ 9 w 9"/>
                <a:gd name="T103" fmla="*/ 1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4">
                  <a:moveTo>
                    <a:pt x="0" y="52"/>
                  </a:moveTo>
                  <a:lnTo>
                    <a:pt x="1" y="54"/>
                  </a:lnTo>
                  <a:lnTo>
                    <a:pt x="1" y="54"/>
                  </a:lnTo>
                  <a:lnTo>
                    <a:pt x="1" y="54"/>
                  </a:lnTo>
                  <a:lnTo>
                    <a:pt x="1" y="5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2" y="52"/>
                  </a:lnTo>
                  <a:lnTo>
                    <a:pt x="2" y="50"/>
                  </a:lnTo>
                  <a:lnTo>
                    <a:pt x="2" y="47"/>
                  </a:lnTo>
                  <a:lnTo>
                    <a:pt x="2" y="44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3" y="34"/>
                  </a:lnTo>
                  <a:lnTo>
                    <a:pt x="3" y="29"/>
                  </a:lnTo>
                  <a:lnTo>
                    <a:pt x="3" y="26"/>
                  </a:lnTo>
                  <a:lnTo>
                    <a:pt x="3" y="24"/>
                  </a:lnTo>
                  <a:lnTo>
                    <a:pt x="4" y="23"/>
                  </a:lnTo>
                  <a:lnTo>
                    <a:pt x="4" y="20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5" y="14"/>
                  </a:lnTo>
                  <a:lnTo>
                    <a:pt x="5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6"/>
                  </a:lnTo>
                  <a:lnTo>
                    <a:pt x="5" y="3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3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7"/>
                  </a:lnTo>
                  <a:lnTo>
                    <a:pt x="9" y="10"/>
                  </a:lnTo>
                  <a:lnTo>
                    <a:pt x="9" y="12"/>
                  </a:lnTo>
                  <a:lnTo>
                    <a:pt x="9" y="13"/>
                  </a:lnTo>
                  <a:lnTo>
                    <a:pt x="9" y="14"/>
                  </a:lnTo>
                  <a:lnTo>
                    <a:pt x="9" y="15"/>
                  </a:lnTo>
                  <a:lnTo>
                    <a:pt x="9" y="1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34" name="Freeform 578"/>
            <p:cNvSpPr/>
            <p:nvPr/>
          </p:nvSpPr>
          <p:spPr bwMode="auto">
            <a:xfrm>
              <a:off x="1387475" y="1943101"/>
              <a:ext cx="14288" cy="80963"/>
            </a:xfrm>
            <a:custGeom>
              <a:avLst/>
              <a:gdLst>
                <a:gd name="T0" fmla="*/ 0 w 9"/>
                <a:gd name="T1" fmla="*/ 0 h 51"/>
                <a:gd name="T2" fmla="*/ 0 w 9"/>
                <a:gd name="T3" fmla="*/ 2 h 51"/>
                <a:gd name="T4" fmla="*/ 0 w 9"/>
                <a:gd name="T5" fmla="*/ 4 h 51"/>
                <a:gd name="T6" fmla="*/ 1 w 9"/>
                <a:gd name="T7" fmla="*/ 4 h 51"/>
                <a:gd name="T8" fmla="*/ 1 w 9"/>
                <a:gd name="T9" fmla="*/ 4 h 51"/>
                <a:gd name="T10" fmla="*/ 1 w 9"/>
                <a:gd name="T11" fmla="*/ 5 h 51"/>
                <a:gd name="T12" fmla="*/ 1 w 9"/>
                <a:gd name="T13" fmla="*/ 6 h 51"/>
                <a:gd name="T14" fmla="*/ 1 w 9"/>
                <a:gd name="T15" fmla="*/ 8 h 51"/>
                <a:gd name="T16" fmla="*/ 1 w 9"/>
                <a:gd name="T17" fmla="*/ 8 h 51"/>
                <a:gd name="T18" fmla="*/ 1 w 9"/>
                <a:gd name="T19" fmla="*/ 7 h 51"/>
                <a:gd name="T20" fmla="*/ 2 w 9"/>
                <a:gd name="T21" fmla="*/ 6 h 51"/>
                <a:gd name="T22" fmla="*/ 2 w 9"/>
                <a:gd name="T23" fmla="*/ 6 h 51"/>
                <a:gd name="T24" fmla="*/ 2 w 9"/>
                <a:gd name="T25" fmla="*/ 6 h 51"/>
                <a:gd name="T26" fmla="*/ 2 w 9"/>
                <a:gd name="T27" fmla="*/ 6 h 51"/>
                <a:gd name="T28" fmla="*/ 2 w 9"/>
                <a:gd name="T29" fmla="*/ 6 h 51"/>
                <a:gd name="T30" fmla="*/ 3 w 9"/>
                <a:gd name="T31" fmla="*/ 6 h 51"/>
                <a:gd name="T32" fmla="*/ 3 w 9"/>
                <a:gd name="T33" fmla="*/ 7 h 51"/>
                <a:gd name="T34" fmla="*/ 3 w 9"/>
                <a:gd name="T35" fmla="*/ 9 h 51"/>
                <a:gd name="T36" fmla="*/ 3 w 9"/>
                <a:gd name="T37" fmla="*/ 11 h 51"/>
                <a:gd name="T38" fmla="*/ 3 w 9"/>
                <a:gd name="T39" fmla="*/ 14 h 51"/>
                <a:gd name="T40" fmla="*/ 3 w 9"/>
                <a:gd name="T41" fmla="*/ 17 h 51"/>
                <a:gd name="T42" fmla="*/ 3 w 9"/>
                <a:gd name="T43" fmla="*/ 20 h 51"/>
                <a:gd name="T44" fmla="*/ 4 w 9"/>
                <a:gd name="T45" fmla="*/ 23 h 51"/>
                <a:gd name="T46" fmla="*/ 4 w 9"/>
                <a:gd name="T47" fmla="*/ 25 h 51"/>
                <a:gd name="T48" fmla="*/ 4 w 9"/>
                <a:gd name="T49" fmla="*/ 27 h 51"/>
                <a:gd name="T50" fmla="*/ 4 w 9"/>
                <a:gd name="T51" fmla="*/ 29 h 51"/>
                <a:gd name="T52" fmla="*/ 5 w 9"/>
                <a:gd name="T53" fmla="*/ 30 h 51"/>
                <a:gd name="T54" fmla="*/ 5 w 9"/>
                <a:gd name="T55" fmla="*/ 31 h 51"/>
                <a:gd name="T56" fmla="*/ 5 w 9"/>
                <a:gd name="T57" fmla="*/ 32 h 51"/>
                <a:gd name="T58" fmla="*/ 5 w 9"/>
                <a:gd name="T59" fmla="*/ 33 h 51"/>
                <a:gd name="T60" fmla="*/ 5 w 9"/>
                <a:gd name="T61" fmla="*/ 33 h 51"/>
                <a:gd name="T62" fmla="*/ 5 w 9"/>
                <a:gd name="T63" fmla="*/ 33 h 51"/>
                <a:gd name="T64" fmla="*/ 5 w 9"/>
                <a:gd name="T65" fmla="*/ 34 h 51"/>
                <a:gd name="T66" fmla="*/ 6 w 9"/>
                <a:gd name="T67" fmla="*/ 35 h 51"/>
                <a:gd name="T68" fmla="*/ 6 w 9"/>
                <a:gd name="T69" fmla="*/ 36 h 51"/>
                <a:gd name="T70" fmla="*/ 6 w 9"/>
                <a:gd name="T71" fmla="*/ 38 h 51"/>
                <a:gd name="T72" fmla="*/ 6 w 9"/>
                <a:gd name="T73" fmla="*/ 39 h 51"/>
                <a:gd name="T74" fmla="*/ 6 w 9"/>
                <a:gd name="T75" fmla="*/ 40 h 51"/>
                <a:gd name="T76" fmla="*/ 6 w 9"/>
                <a:gd name="T77" fmla="*/ 41 h 51"/>
                <a:gd name="T78" fmla="*/ 6 w 9"/>
                <a:gd name="T79" fmla="*/ 43 h 51"/>
                <a:gd name="T80" fmla="*/ 7 w 9"/>
                <a:gd name="T81" fmla="*/ 44 h 51"/>
                <a:gd name="T82" fmla="*/ 7 w 9"/>
                <a:gd name="T83" fmla="*/ 45 h 51"/>
                <a:gd name="T84" fmla="*/ 7 w 9"/>
                <a:gd name="T85" fmla="*/ 45 h 51"/>
                <a:gd name="T86" fmla="*/ 7 w 9"/>
                <a:gd name="T87" fmla="*/ 46 h 51"/>
                <a:gd name="T88" fmla="*/ 7 w 9"/>
                <a:gd name="T89" fmla="*/ 46 h 51"/>
                <a:gd name="T90" fmla="*/ 8 w 9"/>
                <a:gd name="T91" fmla="*/ 47 h 51"/>
                <a:gd name="T92" fmla="*/ 8 w 9"/>
                <a:gd name="T93" fmla="*/ 48 h 51"/>
                <a:gd name="T94" fmla="*/ 8 w 9"/>
                <a:gd name="T95" fmla="*/ 48 h 51"/>
                <a:gd name="T96" fmla="*/ 8 w 9"/>
                <a:gd name="T97" fmla="*/ 49 h 51"/>
                <a:gd name="T98" fmla="*/ 8 w 9"/>
                <a:gd name="T99" fmla="*/ 49 h 51"/>
                <a:gd name="T100" fmla="*/ 8 w 9"/>
                <a:gd name="T101" fmla="*/ 50 h 51"/>
                <a:gd name="T102" fmla="*/ 9 w 9"/>
                <a:gd name="T10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1">
                  <a:moveTo>
                    <a:pt x="0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7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1"/>
                  </a:lnTo>
                  <a:lnTo>
                    <a:pt x="3" y="14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4" y="23"/>
                  </a:lnTo>
                  <a:lnTo>
                    <a:pt x="4" y="25"/>
                  </a:lnTo>
                  <a:lnTo>
                    <a:pt x="4" y="27"/>
                  </a:lnTo>
                  <a:lnTo>
                    <a:pt x="4" y="29"/>
                  </a:lnTo>
                  <a:lnTo>
                    <a:pt x="5" y="30"/>
                  </a:lnTo>
                  <a:lnTo>
                    <a:pt x="5" y="31"/>
                  </a:lnTo>
                  <a:lnTo>
                    <a:pt x="5" y="32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6" y="35"/>
                  </a:lnTo>
                  <a:lnTo>
                    <a:pt x="6" y="36"/>
                  </a:lnTo>
                  <a:lnTo>
                    <a:pt x="6" y="38"/>
                  </a:lnTo>
                  <a:lnTo>
                    <a:pt x="6" y="39"/>
                  </a:lnTo>
                  <a:lnTo>
                    <a:pt x="6" y="40"/>
                  </a:lnTo>
                  <a:lnTo>
                    <a:pt x="6" y="41"/>
                  </a:lnTo>
                  <a:lnTo>
                    <a:pt x="6" y="43"/>
                  </a:lnTo>
                  <a:lnTo>
                    <a:pt x="7" y="44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7" y="46"/>
                  </a:lnTo>
                  <a:lnTo>
                    <a:pt x="7" y="46"/>
                  </a:lnTo>
                  <a:lnTo>
                    <a:pt x="8" y="47"/>
                  </a:lnTo>
                  <a:lnTo>
                    <a:pt x="8" y="48"/>
                  </a:lnTo>
                  <a:lnTo>
                    <a:pt x="8" y="48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8" y="50"/>
                  </a:lnTo>
                  <a:lnTo>
                    <a:pt x="9" y="5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35" name="Freeform 579"/>
            <p:cNvSpPr/>
            <p:nvPr/>
          </p:nvSpPr>
          <p:spPr bwMode="auto">
            <a:xfrm>
              <a:off x="1400175" y="2022476"/>
              <a:ext cx="14288" cy="69850"/>
            </a:xfrm>
            <a:custGeom>
              <a:avLst/>
              <a:gdLst>
                <a:gd name="T0" fmla="*/ 0 w 9"/>
                <a:gd name="T1" fmla="*/ 0 h 44"/>
                <a:gd name="T2" fmla="*/ 1 w 9"/>
                <a:gd name="T3" fmla="*/ 1 h 44"/>
                <a:gd name="T4" fmla="*/ 1 w 9"/>
                <a:gd name="T5" fmla="*/ 0 h 44"/>
                <a:gd name="T6" fmla="*/ 1 w 9"/>
                <a:gd name="T7" fmla="*/ 1 h 44"/>
                <a:gd name="T8" fmla="*/ 1 w 9"/>
                <a:gd name="T9" fmla="*/ 3 h 44"/>
                <a:gd name="T10" fmla="*/ 1 w 9"/>
                <a:gd name="T11" fmla="*/ 5 h 44"/>
                <a:gd name="T12" fmla="*/ 2 w 9"/>
                <a:gd name="T13" fmla="*/ 4 h 44"/>
                <a:gd name="T14" fmla="*/ 2 w 9"/>
                <a:gd name="T15" fmla="*/ 4 h 44"/>
                <a:gd name="T16" fmla="*/ 2 w 9"/>
                <a:gd name="T17" fmla="*/ 6 h 44"/>
                <a:gd name="T18" fmla="*/ 2 w 9"/>
                <a:gd name="T19" fmla="*/ 8 h 44"/>
                <a:gd name="T20" fmla="*/ 2 w 9"/>
                <a:gd name="T21" fmla="*/ 9 h 44"/>
                <a:gd name="T22" fmla="*/ 2 w 9"/>
                <a:gd name="T23" fmla="*/ 9 h 44"/>
                <a:gd name="T24" fmla="*/ 2 w 9"/>
                <a:gd name="T25" fmla="*/ 11 h 44"/>
                <a:gd name="T26" fmla="*/ 3 w 9"/>
                <a:gd name="T27" fmla="*/ 14 h 44"/>
                <a:gd name="T28" fmla="*/ 3 w 9"/>
                <a:gd name="T29" fmla="*/ 18 h 44"/>
                <a:gd name="T30" fmla="*/ 3 w 9"/>
                <a:gd name="T31" fmla="*/ 20 h 44"/>
                <a:gd name="T32" fmla="*/ 3 w 9"/>
                <a:gd name="T33" fmla="*/ 22 h 44"/>
                <a:gd name="T34" fmla="*/ 3 w 9"/>
                <a:gd name="T35" fmla="*/ 24 h 44"/>
                <a:gd name="T36" fmla="*/ 3 w 9"/>
                <a:gd name="T37" fmla="*/ 28 h 44"/>
                <a:gd name="T38" fmla="*/ 3 w 9"/>
                <a:gd name="T39" fmla="*/ 33 h 44"/>
                <a:gd name="T40" fmla="*/ 4 w 9"/>
                <a:gd name="T41" fmla="*/ 36 h 44"/>
                <a:gd name="T42" fmla="*/ 4 w 9"/>
                <a:gd name="T43" fmla="*/ 38 h 44"/>
                <a:gd name="T44" fmla="*/ 4 w 9"/>
                <a:gd name="T45" fmla="*/ 39 h 44"/>
                <a:gd name="T46" fmla="*/ 4 w 9"/>
                <a:gd name="T47" fmla="*/ 42 h 44"/>
                <a:gd name="T48" fmla="*/ 5 w 9"/>
                <a:gd name="T49" fmla="*/ 44 h 44"/>
                <a:gd name="T50" fmla="*/ 5 w 9"/>
                <a:gd name="T51" fmla="*/ 44 h 44"/>
                <a:gd name="T52" fmla="*/ 5 w 9"/>
                <a:gd name="T53" fmla="*/ 42 h 44"/>
                <a:gd name="T54" fmla="*/ 5 w 9"/>
                <a:gd name="T55" fmla="*/ 41 h 44"/>
                <a:gd name="T56" fmla="*/ 5 w 9"/>
                <a:gd name="T57" fmla="*/ 41 h 44"/>
                <a:gd name="T58" fmla="*/ 5 w 9"/>
                <a:gd name="T59" fmla="*/ 40 h 44"/>
                <a:gd name="T60" fmla="*/ 5 w 9"/>
                <a:gd name="T61" fmla="*/ 37 h 44"/>
                <a:gd name="T62" fmla="*/ 6 w 9"/>
                <a:gd name="T63" fmla="*/ 34 h 44"/>
                <a:gd name="T64" fmla="*/ 6 w 9"/>
                <a:gd name="T65" fmla="*/ 33 h 44"/>
                <a:gd name="T66" fmla="*/ 6 w 9"/>
                <a:gd name="T67" fmla="*/ 33 h 44"/>
                <a:gd name="T68" fmla="*/ 6 w 9"/>
                <a:gd name="T69" fmla="*/ 32 h 44"/>
                <a:gd name="T70" fmla="*/ 6 w 9"/>
                <a:gd name="T71" fmla="*/ 30 h 44"/>
                <a:gd name="T72" fmla="*/ 7 w 9"/>
                <a:gd name="T73" fmla="*/ 27 h 44"/>
                <a:gd name="T74" fmla="*/ 7 w 9"/>
                <a:gd name="T75" fmla="*/ 26 h 44"/>
                <a:gd name="T76" fmla="*/ 7 w 9"/>
                <a:gd name="T77" fmla="*/ 27 h 44"/>
                <a:gd name="T78" fmla="*/ 7 w 9"/>
                <a:gd name="T79" fmla="*/ 27 h 44"/>
                <a:gd name="T80" fmla="*/ 7 w 9"/>
                <a:gd name="T81" fmla="*/ 25 h 44"/>
                <a:gd name="T82" fmla="*/ 7 w 9"/>
                <a:gd name="T83" fmla="*/ 23 h 44"/>
                <a:gd name="T84" fmla="*/ 7 w 9"/>
                <a:gd name="T85" fmla="*/ 23 h 44"/>
                <a:gd name="T86" fmla="*/ 8 w 9"/>
                <a:gd name="T87" fmla="*/ 24 h 44"/>
                <a:gd name="T88" fmla="*/ 8 w 9"/>
                <a:gd name="T89" fmla="*/ 24 h 44"/>
                <a:gd name="T90" fmla="*/ 8 w 9"/>
                <a:gd name="T91" fmla="*/ 23 h 44"/>
                <a:gd name="T92" fmla="*/ 8 w 9"/>
                <a:gd name="T93" fmla="*/ 21 h 44"/>
                <a:gd name="T94" fmla="*/ 8 w 9"/>
                <a:gd name="T95" fmla="*/ 21 h 44"/>
                <a:gd name="T96" fmla="*/ 8 w 9"/>
                <a:gd name="T97" fmla="*/ 21 h 44"/>
                <a:gd name="T98" fmla="*/ 8 w 9"/>
                <a:gd name="T99" fmla="*/ 22 h 44"/>
                <a:gd name="T100" fmla="*/ 9 w 9"/>
                <a:gd name="T101" fmla="*/ 21 h 44"/>
                <a:gd name="T102" fmla="*/ 9 w 9"/>
                <a:gd name="T103" fmla="*/ 2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4">
                  <a:moveTo>
                    <a:pt x="0" y="0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3"/>
                  </a:lnTo>
                  <a:lnTo>
                    <a:pt x="1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1"/>
                  </a:lnTo>
                  <a:lnTo>
                    <a:pt x="3" y="14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3" y="22"/>
                  </a:lnTo>
                  <a:lnTo>
                    <a:pt x="3" y="24"/>
                  </a:lnTo>
                  <a:lnTo>
                    <a:pt x="3" y="28"/>
                  </a:lnTo>
                  <a:lnTo>
                    <a:pt x="3" y="33"/>
                  </a:lnTo>
                  <a:lnTo>
                    <a:pt x="4" y="36"/>
                  </a:lnTo>
                  <a:lnTo>
                    <a:pt x="4" y="38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5" y="44"/>
                  </a:lnTo>
                  <a:lnTo>
                    <a:pt x="5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41"/>
                  </a:lnTo>
                  <a:lnTo>
                    <a:pt x="5" y="40"/>
                  </a:lnTo>
                  <a:lnTo>
                    <a:pt x="5" y="37"/>
                  </a:lnTo>
                  <a:lnTo>
                    <a:pt x="6" y="34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6" y="32"/>
                  </a:lnTo>
                  <a:lnTo>
                    <a:pt x="6" y="30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8" y="24"/>
                  </a:lnTo>
                  <a:lnTo>
                    <a:pt x="8" y="24"/>
                  </a:lnTo>
                  <a:lnTo>
                    <a:pt x="8" y="23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22"/>
                  </a:lnTo>
                  <a:lnTo>
                    <a:pt x="9" y="21"/>
                  </a:lnTo>
                  <a:lnTo>
                    <a:pt x="9" y="2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36" name="Freeform 580"/>
            <p:cNvSpPr/>
            <p:nvPr/>
          </p:nvSpPr>
          <p:spPr bwMode="auto">
            <a:xfrm>
              <a:off x="1414463" y="2005014"/>
              <a:ext cx="12700" cy="73025"/>
            </a:xfrm>
            <a:custGeom>
              <a:avLst/>
              <a:gdLst>
                <a:gd name="T0" fmla="*/ 0 w 8"/>
                <a:gd name="T1" fmla="*/ 32 h 46"/>
                <a:gd name="T2" fmla="*/ 0 w 8"/>
                <a:gd name="T3" fmla="*/ 31 h 46"/>
                <a:gd name="T4" fmla="*/ 0 w 8"/>
                <a:gd name="T5" fmla="*/ 31 h 46"/>
                <a:gd name="T6" fmla="*/ 0 w 8"/>
                <a:gd name="T7" fmla="*/ 33 h 46"/>
                <a:gd name="T8" fmla="*/ 1 w 8"/>
                <a:gd name="T9" fmla="*/ 34 h 46"/>
                <a:gd name="T10" fmla="*/ 1 w 8"/>
                <a:gd name="T11" fmla="*/ 33 h 46"/>
                <a:gd name="T12" fmla="*/ 1 w 8"/>
                <a:gd name="T13" fmla="*/ 33 h 46"/>
                <a:gd name="T14" fmla="*/ 1 w 8"/>
                <a:gd name="T15" fmla="*/ 34 h 46"/>
                <a:gd name="T16" fmla="*/ 1 w 8"/>
                <a:gd name="T17" fmla="*/ 34 h 46"/>
                <a:gd name="T18" fmla="*/ 1 w 8"/>
                <a:gd name="T19" fmla="*/ 34 h 46"/>
                <a:gd name="T20" fmla="*/ 1 w 8"/>
                <a:gd name="T21" fmla="*/ 34 h 46"/>
                <a:gd name="T22" fmla="*/ 2 w 8"/>
                <a:gd name="T23" fmla="*/ 34 h 46"/>
                <a:gd name="T24" fmla="*/ 2 w 8"/>
                <a:gd name="T25" fmla="*/ 35 h 46"/>
                <a:gd name="T26" fmla="*/ 2 w 8"/>
                <a:gd name="T27" fmla="*/ 36 h 46"/>
                <a:gd name="T28" fmla="*/ 2 w 8"/>
                <a:gd name="T29" fmla="*/ 37 h 46"/>
                <a:gd name="T30" fmla="*/ 2 w 8"/>
                <a:gd name="T31" fmla="*/ 37 h 46"/>
                <a:gd name="T32" fmla="*/ 3 w 8"/>
                <a:gd name="T33" fmla="*/ 39 h 46"/>
                <a:gd name="T34" fmla="*/ 3 w 8"/>
                <a:gd name="T35" fmla="*/ 42 h 46"/>
                <a:gd name="T36" fmla="*/ 3 w 8"/>
                <a:gd name="T37" fmla="*/ 46 h 46"/>
                <a:gd name="T38" fmla="*/ 3 w 8"/>
                <a:gd name="T39" fmla="*/ 46 h 46"/>
                <a:gd name="T40" fmla="*/ 3 w 8"/>
                <a:gd name="T41" fmla="*/ 44 h 46"/>
                <a:gd name="T42" fmla="*/ 3 w 8"/>
                <a:gd name="T43" fmla="*/ 44 h 46"/>
                <a:gd name="T44" fmla="*/ 3 w 8"/>
                <a:gd name="T45" fmla="*/ 46 h 46"/>
                <a:gd name="T46" fmla="*/ 4 w 8"/>
                <a:gd name="T47" fmla="*/ 44 h 46"/>
                <a:gd name="T48" fmla="*/ 4 w 8"/>
                <a:gd name="T49" fmla="*/ 41 h 46"/>
                <a:gd name="T50" fmla="*/ 4 w 8"/>
                <a:gd name="T51" fmla="*/ 38 h 46"/>
                <a:gd name="T52" fmla="*/ 4 w 8"/>
                <a:gd name="T53" fmla="*/ 37 h 46"/>
                <a:gd name="T54" fmla="*/ 5 w 8"/>
                <a:gd name="T55" fmla="*/ 36 h 46"/>
                <a:gd name="T56" fmla="*/ 5 w 8"/>
                <a:gd name="T57" fmla="*/ 33 h 46"/>
                <a:gd name="T58" fmla="*/ 5 w 8"/>
                <a:gd name="T59" fmla="*/ 29 h 46"/>
                <a:gd name="T60" fmla="*/ 5 w 8"/>
                <a:gd name="T61" fmla="*/ 27 h 46"/>
                <a:gd name="T62" fmla="*/ 5 w 8"/>
                <a:gd name="T63" fmla="*/ 27 h 46"/>
                <a:gd name="T64" fmla="*/ 5 w 8"/>
                <a:gd name="T65" fmla="*/ 28 h 46"/>
                <a:gd name="T66" fmla="*/ 5 w 8"/>
                <a:gd name="T67" fmla="*/ 26 h 46"/>
                <a:gd name="T68" fmla="*/ 6 w 8"/>
                <a:gd name="T69" fmla="*/ 23 h 46"/>
                <a:gd name="T70" fmla="*/ 6 w 8"/>
                <a:gd name="T71" fmla="*/ 20 h 46"/>
                <a:gd name="T72" fmla="*/ 6 w 8"/>
                <a:gd name="T73" fmla="*/ 20 h 46"/>
                <a:gd name="T74" fmla="*/ 6 w 8"/>
                <a:gd name="T75" fmla="*/ 21 h 46"/>
                <a:gd name="T76" fmla="*/ 6 w 8"/>
                <a:gd name="T77" fmla="*/ 19 h 46"/>
                <a:gd name="T78" fmla="*/ 6 w 8"/>
                <a:gd name="T79" fmla="*/ 17 h 46"/>
                <a:gd name="T80" fmla="*/ 6 w 8"/>
                <a:gd name="T81" fmla="*/ 16 h 46"/>
                <a:gd name="T82" fmla="*/ 7 w 8"/>
                <a:gd name="T83" fmla="*/ 17 h 46"/>
                <a:gd name="T84" fmla="*/ 7 w 8"/>
                <a:gd name="T85" fmla="*/ 17 h 46"/>
                <a:gd name="T86" fmla="*/ 7 w 8"/>
                <a:gd name="T87" fmla="*/ 14 h 46"/>
                <a:gd name="T88" fmla="*/ 7 w 8"/>
                <a:gd name="T89" fmla="*/ 11 h 46"/>
                <a:gd name="T90" fmla="*/ 7 w 8"/>
                <a:gd name="T91" fmla="*/ 10 h 46"/>
                <a:gd name="T92" fmla="*/ 8 w 8"/>
                <a:gd name="T93" fmla="*/ 10 h 46"/>
                <a:gd name="T94" fmla="*/ 8 w 8"/>
                <a:gd name="T95" fmla="*/ 9 h 46"/>
                <a:gd name="T96" fmla="*/ 8 w 8"/>
                <a:gd name="T97" fmla="*/ 6 h 46"/>
                <a:gd name="T98" fmla="*/ 8 w 8"/>
                <a:gd name="T99" fmla="*/ 1 h 46"/>
                <a:gd name="T100" fmla="*/ 8 w 8"/>
                <a:gd name="T101" fmla="*/ 0 h 46"/>
                <a:gd name="T102" fmla="*/ 8 w 8"/>
                <a:gd name="T103" fmla="*/ 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6">
                  <a:moveTo>
                    <a:pt x="0" y="32"/>
                  </a:moveTo>
                  <a:lnTo>
                    <a:pt x="0" y="31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1" y="34"/>
                  </a:lnTo>
                  <a:lnTo>
                    <a:pt x="1" y="33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4"/>
                  </a:lnTo>
                  <a:lnTo>
                    <a:pt x="1" y="34"/>
                  </a:lnTo>
                  <a:lnTo>
                    <a:pt x="1" y="34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2" y="37"/>
                  </a:lnTo>
                  <a:lnTo>
                    <a:pt x="3" y="39"/>
                  </a:lnTo>
                  <a:lnTo>
                    <a:pt x="3" y="42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4" y="44"/>
                  </a:lnTo>
                  <a:lnTo>
                    <a:pt x="4" y="41"/>
                  </a:lnTo>
                  <a:lnTo>
                    <a:pt x="4" y="38"/>
                  </a:lnTo>
                  <a:lnTo>
                    <a:pt x="4" y="37"/>
                  </a:lnTo>
                  <a:lnTo>
                    <a:pt x="5" y="36"/>
                  </a:lnTo>
                  <a:lnTo>
                    <a:pt x="5" y="33"/>
                  </a:lnTo>
                  <a:lnTo>
                    <a:pt x="5" y="2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5" y="28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6" y="19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14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8" y="9"/>
                  </a:lnTo>
                  <a:lnTo>
                    <a:pt x="8" y="6"/>
                  </a:lnTo>
                  <a:lnTo>
                    <a:pt x="8" y="1"/>
                  </a:lnTo>
                  <a:lnTo>
                    <a:pt x="8" y="0"/>
                  </a:lnTo>
                  <a:lnTo>
                    <a:pt x="8" y="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37" name="Freeform 581"/>
            <p:cNvSpPr/>
            <p:nvPr/>
          </p:nvSpPr>
          <p:spPr bwMode="auto">
            <a:xfrm>
              <a:off x="1427163" y="1974851"/>
              <a:ext cx="14288" cy="34925"/>
            </a:xfrm>
            <a:custGeom>
              <a:avLst/>
              <a:gdLst>
                <a:gd name="T0" fmla="*/ 0 w 9"/>
                <a:gd name="T1" fmla="*/ 19 h 22"/>
                <a:gd name="T2" fmla="*/ 0 w 9"/>
                <a:gd name="T3" fmla="*/ 21 h 22"/>
                <a:gd name="T4" fmla="*/ 1 w 9"/>
                <a:gd name="T5" fmla="*/ 22 h 22"/>
                <a:gd name="T6" fmla="*/ 1 w 9"/>
                <a:gd name="T7" fmla="*/ 21 h 22"/>
                <a:gd name="T8" fmla="*/ 1 w 9"/>
                <a:gd name="T9" fmla="*/ 18 h 22"/>
                <a:gd name="T10" fmla="*/ 1 w 9"/>
                <a:gd name="T11" fmla="*/ 16 h 22"/>
                <a:gd name="T12" fmla="*/ 1 w 9"/>
                <a:gd name="T13" fmla="*/ 18 h 22"/>
                <a:gd name="T14" fmla="*/ 2 w 9"/>
                <a:gd name="T15" fmla="*/ 20 h 22"/>
                <a:gd name="T16" fmla="*/ 2 w 9"/>
                <a:gd name="T17" fmla="*/ 20 h 22"/>
                <a:gd name="T18" fmla="*/ 2 w 9"/>
                <a:gd name="T19" fmla="*/ 18 h 22"/>
                <a:gd name="T20" fmla="*/ 2 w 9"/>
                <a:gd name="T21" fmla="*/ 17 h 22"/>
                <a:gd name="T22" fmla="*/ 2 w 9"/>
                <a:gd name="T23" fmla="*/ 18 h 22"/>
                <a:gd name="T24" fmla="*/ 2 w 9"/>
                <a:gd name="T25" fmla="*/ 18 h 22"/>
                <a:gd name="T26" fmla="*/ 2 w 9"/>
                <a:gd name="T27" fmla="*/ 16 h 22"/>
                <a:gd name="T28" fmla="*/ 3 w 9"/>
                <a:gd name="T29" fmla="*/ 15 h 22"/>
                <a:gd name="T30" fmla="*/ 3 w 9"/>
                <a:gd name="T31" fmla="*/ 14 h 22"/>
                <a:gd name="T32" fmla="*/ 3 w 9"/>
                <a:gd name="T33" fmla="*/ 15 h 22"/>
                <a:gd name="T34" fmla="*/ 3 w 9"/>
                <a:gd name="T35" fmla="*/ 14 h 22"/>
                <a:gd name="T36" fmla="*/ 3 w 9"/>
                <a:gd name="T37" fmla="*/ 12 h 22"/>
                <a:gd name="T38" fmla="*/ 3 w 9"/>
                <a:gd name="T39" fmla="*/ 9 h 22"/>
                <a:gd name="T40" fmla="*/ 3 w 9"/>
                <a:gd name="T41" fmla="*/ 8 h 22"/>
                <a:gd name="T42" fmla="*/ 4 w 9"/>
                <a:gd name="T43" fmla="*/ 10 h 22"/>
                <a:gd name="T44" fmla="*/ 4 w 9"/>
                <a:gd name="T45" fmla="*/ 11 h 22"/>
                <a:gd name="T46" fmla="*/ 4 w 9"/>
                <a:gd name="T47" fmla="*/ 9 h 22"/>
                <a:gd name="T48" fmla="*/ 4 w 9"/>
                <a:gd name="T49" fmla="*/ 6 h 22"/>
                <a:gd name="T50" fmla="*/ 5 w 9"/>
                <a:gd name="T51" fmla="*/ 5 h 22"/>
                <a:gd name="T52" fmla="*/ 5 w 9"/>
                <a:gd name="T53" fmla="*/ 5 h 22"/>
                <a:gd name="T54" fmla="*/ 5 w 9"/>
                <a:gd name="T55" fmla="*/ 6 h 22"/>
                <a:gd name="T56" fmla="*/ 5 w 9"/>
                <a:gd name="T57" fmla="*/ 4 h 22"/>
                <a:gd name="T58" fmla="*/ 5 w 9"/>
                <a:gd name="T59" fmla="*/ 1 h 22"/>
                <a:gd name="T60" fmla="*/ 5 w 9"/>
                <a:gd name="T61" fmla="*/ 0 h 22"/>
                <a:gd name="T62" fmla="*/ 5 w 9"/>
                <a:gd name="T63" fmla="*/ 1 h 22"/>
                <a:gd name="T64" fmla="*/ 6 w 9"/>
                <a:gd name="T65" fmla="*/ 2 h 22"/>
                <a:gd name="T66" fmla="*/ 6 w 9"/>
                <a:gd name="T67" fmla="*/ 2 h 22"/>
                <a:gd name="T68" fmla="*/ 6 w 9"/>
                <a:gd name="T69" fmla="*/ 1 h 22"/>
                <a:gd name="T70" fmla="*/ 6 w 9"/>
                <a:gd name="T71" fmla="*/ 2 h 22"/>
                <a:gd name="T72" fmla="*/ 6 w 9"/>
                <a:gd name="T73" fmla="*/ 4 h 22"/>
                <a:gd name="T74" fmla="*/ 7 w 9"/>
                <a:gd name="T75" fmla="*/ 7 h 22"/>
                <a:gd name="T76" fmla="*/ 7 w 9"/>
                <a:gd name="T77" fmla="*/ 7 h 22"/>
                <a:gd name="T78" fmla="*/ 7 w 9"/>
                <a:gd name="T79" fmla="*/ 7 h 22"/>
                <a:gd name="T80" fmla="*/ 7 w 9"/>
                <a:gd name="T81" fmla="*/ 7 h 22"/>
                <a:gd name="T82" fmla="*/ 7 w 9"/>
                <a:gd name="T83" fmla="*/ 10 h 22"/>
                <a:gd name="T84" fmla="*/ 7 w 9"/>
                <a:gd name="T85" fmla="*/ 11 h 22"/>
                <a:gd name="T86" fmla="*/ 7 w 9"/>
                <a:gd name="T87" fmla="*/ 10 h 22"/>
                <a:gd name="T88" fmla="*/ 8 w 9"/>
                <a:gd name="T89" fmla="*/ 9 h 22"/>
                <a:gd name="T90" fmla="*/ 8 w 9"/>
                <a:gd name="T91" fmla="*/ 7 h 22"/>
                <a:gd name="T92" fmla="*/ 8 w 9"/>
                <a:gd name="T93" fmla="*/ 6 h 22"/>
                <a:gd name="T94" fmla="*/ 8 w 9"/>
                <a:gd name="T95" fmla="*/ 6 h 22"/>
                <a:gd name="T96" fmla="*/ 8 w 9"/>
                <a:gd name="T97" fmla="*/ 5 h 22"/>
                <a:gd name="T98" fmla="*/ 8 w 9"/>
                <a:gd name="T99" fmla="*/ 3 h 22"/>
                <a:gd name="T100" fmla="*/ 8 w 9"/>
                <a:gd name="T101" fmla="*/ 1 h 22"/>
                <a:gd name="T102" fmla="*/ 9 w 9"/>
                <a:gd name="T10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22">
                  <a:moveTo>
                    <a:pt x="0" y="19"/>
                  </a:moveTo>
                  <a:lnTo>
                    <a:pt x="0" y="21"/>
                  </a:lnTo>
                  <a:lnTo>
                    <a:pt x="1" y="22"/>
                  </a:lnTo>
                  <a:lnTo>
                    <a:pt x="1" y="21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6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3" y="9"/>
                  </a:lnTo>
                  <a:lnTo>
                    <a:pt x="3" y="8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4" y="9"/>
                  </a:lnTo>
                  <a:lnTo>
                    <a:pt x="4" y="6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1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1"/>
                  </a:lnTo>
                  <a:lnTo>
                    <a:pt x="6" y="2"/>
                  </a:lnTo>
                  <a:lnTo>
                    <a:pt x="6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8" y="9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5"/>
                  </a:lnTo>
                  <a:lnTo>
                    <a:pt x="8" y="3"/>
                  </a:lnTo>
                  <a:lnTo>
                    <a:pt x="8" y="1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38" name="Freeform 582"/>
            <p:cNvSpPr/>
            <p:nvPr/>
          </p:nvSpPr>
          <p:spPr bwMode="auto">
            <a:xfrm>
              <a:off x="1439863" y="1943101"/>
              <a:ext cx="14288" cy="33338"/>
            </a:xfrm>
            <a:custGeom>
              <a:avLst/>
              <a:gdLst>
                <a:gd name="T0" fmla="*/ 0 w 9"/>
                <a:gd name="T1" fmla="*/ 21 h 21"/>
                <a:gd name="T2" fmla="*/ 1 w 9"/>
                <a:gd name="T3" fmla="*/ 20 h 21"/>
                <a:gd name="T4" fmla="*/ 1 w 9"/>
                <a:gd name="T5" fmla="*/ 19 h 21"/>
                <a:gd name="T6" fmla="*/ 1 w 9"/>
                <a:gd name="T7" fmla="*/ 17 h 21"/>
                <a:gd name="T8" fmla="*/ 1 w 9"/>
                <a:gd name="T9" fmla="*/ 16 h 21"/>
                <a:gd name="T10" fmla="*/ 2 w 9"/>
                <a:gd name="T11" fmla="*/ 16 h 21"/>
                <a:gd name="T12" fmla="*/ 2 w 9"/>
                <a:gd name="T13" fmla="*/ 16 h 21"/>
                <a:gd name="T14" fmla="*/ 2 w 9"/>
                <a:gd name="T15" fmla="*/ 16 h 21"/>
                <a:gd name="T16" fmla="*/ 2 w 9"/>
                <a:gd name="T17" fmla="*/ 16 h 21"/>
                <a:gd name="T18" fmla="*/ 2 w 9"/>
                <a:gd name="T19" fmla="*/ 14 h 21"/>
                <a:gd name="T20" fmla="*/ 2 w 9"/>
                <a:gd name="T21" fmla="*/ 13 h 21"/>
                <a:gd name="T22" fmla="*/ 2 w 9"/>
                <a:gd name="T23" fmla="*/ 13 h 21"/>
                <a:gd name="T24" fmla="*/ 3 w 9"/>
                <a:gd name="T25" fmla="*/ 14 h 21"/>
                <a:gd name="T26" fmla="*/ 3 w 9"/>
                <a:gd name="T27" fmla="*/ 13 h 21"/>
                <a:gd name="T28" fmla="*/ 3 w 9"/>
                <a:gd name="T29" fmla="*/ 11 h 21"/>
                <a:gd name="T30" fmla="*/ 3 w 9"/>
                <a:gd name="T31" fmla="*/ 9 h 21"/>
                <a:gd name="T32" fmla="*/ 3 w 9"/>
                <a:gd name="T33" fmla="*/ 8 h 21"/>
                <a:gd name="T34" fmla="*/ 4 w 9"/>
                <a:gd name="T35" fmla="*/ 8 h 21"/>
                <a:gd name="T36" fmla="*/ 4 w 9"/>
                <a:gd name="T37" fmla="*/ 7 h 21"/>
                <a:gd name="T38" fmla="*/ 4 w 9"/>
                <a:gd name="T39" fmla="*/ 7 h 21"/>
                <a:gd name="T40" fmla="*/ 4 w 9"/>
                <a:gd name="T41" fmla="*/ 7 h 21"/>
                <a:gd name="T42" fmla="*/ 4 w 9"/>
                <a:gd name="T43" fmla="*/ 6 h 21"/>
                <a:gd name="T44" fmla="*/ 4 w 9"/>
                <a:gd name="T45" fmla="*/ 6 h 21"/>
                <a:gd name="T46" fmla="*/ 4 w 9"/>
                <a:gd name="T47" fmla="*/ 6 h 21"/>
                <a:gd name="T48" fmla="*/ 5 w 9"/>
                <a:gd name="T49" fmla="*/ 7 h 21"/>
                <a:gd name="T50" fmla="*/ 5 w 9"/>
                <a:gd name="T51" fmla="*/ 7 h 21"/>
                <a:gd name="T52" fmla="*/ 5 w 9"/>
                <a:gd name="T53" fmla="*/ 6 h 21"/>
                <a:gd name="T54" fmla="*/ 5 w 9"/>
                <a:gd name="T55" fmla="*/ 6 h 21"/>
                <a:gd name="T56" fmla="*/ 5 w 9"/>
                <a:gd name="T57" fmla="*/ 6 h 21"/>
                <a:gd name="T58" fmla="*/ 5 w 9"/>
                <a:gd name="T59" fmla="*/ 5 h 21"/>
                <a:gd name="T60" fmla="*/ 6 w 9"/>
                <a:gd name="T61" fmla="*/ 5 h 21"/>
                <a:gd name="T62" fmla="*/ 6 w 9"/>
                <a:gd name="T63" fmla="*/ 7 h 21"/>
                <a:gd name="T64" fmla="*/ 6 w 9"/>
                <a:gd name="T65" fmla="*/ 8 h 21"/>
                <a:gd name="T66" fmla="*/ 6 w 9"/>
                <a:gd name="T67" fmla="*/ 9 h 21"/>
                <a:gd name="T68" fmla="*/ 6 w 9"/>
                <a:gd name="T69" fmla="*/ 9 h 21"/>
                <a:gd name="T70" fmla="*/ 7 w 9"/>
                <a:gd name="T71" fmla="*/ 10 h 21"/>
                <a:gd name="T72" fmla="*/ 7 w 9"/>
                <a:gd name="T73" fmla="*/ 11 h 21"/>
                <a:gd name="T74" fmla="*/ 7 w 9"/>
                <a:gd name="T75" fmla="*/ 11 h 21"/>
                <a:gd name="T76" fmla="*/ 7 w 9"/>
                <a:gd name="T77" fmla="*/ 13 h 21"/>
                <a:gd name="T78" fmla="*/ 7 w 9"/>
                <a:gd name="T79" fmla="*/ 14 h 21"/>
                <a:gd name="T80" fmla="*/ 7 w 9"/>
                <a:gd name="T81" fmla="*/ 13 h 21"/>
                <a:gd name="T82" fmla="*/ 7 w 9"/>
                <a:gd name="T83" fmla="*/ 13 h 21"/>
                <a:gd name="T84" fmla="*/ 8 w 9"/>
                <a:gd name="T85" fmla="*/ 13 h 21"/>
                <a:gd name="T86" fmla="*/ 8 w 9"/>
                <a:gd name="T87" fmla="*/ 13 h 21"/>
                <a:gd name="T88" fmla="*/ 8 w 9"/>
                <a:gd name="T89" fmla="*/ 11 h 21"/>
                <a:gd name="T90" fmla="*/ 8 w 9"/>
                <a:gd name="T91" fmla="*/ 10 h 21"/>
                <a:gd name="T92" fmla="*/ 9 w 9"/>
                <a:gd name="T93" fmla="*/ 8 h 21"/>
                <a:gd name="T94" fmla="*/ 9 w 9"/>
                <a:gd name="T95" fmla="*/ 5 h 21"/>
                <a:gd name="T96" fmla="*/ 9 w 9"/>
                <a:gd name="T97" fmla="*/ 2 h 21"/>
                <a:gd name="T98" fmla="*/ 9 w 9"/>
                <a:gd name="T99" fmla="*/ 1 h 21"/>
                <a:gd name="T100" fmla="*/ 9 w 9"/>
                <a:gd name="T101" fmla="*/ 0 h 21"/>
                <a:gd name="T102" fmla="*/ 9 w 9"/>
                <a:gd name="T10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21">
                  <a:moveTo>
                    <a:pt x="0" y="21"/>
                  </a:moveTo>
                  <a:lnTo>
                    <a:pt x="1" y="20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4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3" y="9"/>
                  </a:lnTo>
                  <a:lnTo>
                    <a:pt x="3" y="8"/>
                  </a:lnTo>
                  <a:lnTo>
                    <a:pt x="4" y="8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5"/>
                  </a:lnTo>
                  <a:lnTo>
                    <a:pt x="6" y="5"/>
                  </a:lnTo>
                  <a:lnTo>
                    <a:pt x="6" y="7"/>
                  </a:lnTo>
                  <a:lnTo>
                    <a:pt x="6" y="8"/>
                  </a:lnTo>
                  <a:lnTo>
                    <a:pt x="6" y="9"/>
                  </a:lnTo>
                  <a:lnTo>
                    <a:pt x="6" y="9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8" y="11"/>
                  </a:lnTo>
                  <a:lnTo>
                    <a:pt x="8" y="10"/>
                  </a:lnTo>
                  <a:lnTo>
                    <a:pt x="9" y="8"/>
                  </a:lnTo>
                  <a:lnTo>
                    <a:pt x="9" y="5"/>
                  </a:lnTo>
                  <a:lnTo>
                    <a:pt x="9" y="2"/>
                  </a:lnTo>
                  <a:lnTo>
                    <a:pt x="9" y="1"/>
                  </a:lnTo>
                  <a:lnTo>
                    <a:pt x="9" y="0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39" name="Freeform 583"/>
            <p:cNvSpPr/>
            <p:nvPr/>
          </p:nvSpPr>
          <p:spPr bwMode="auto">
            <a:xfrm>
              <a:off x="1454150" y="1943101"/>
              <a:ext cx="12700" cy="103188"/>
            </a:xfrm>
            <a:custGeom>
              <a:avLst/>
              <a:gdLst>
                <a:gd name="T0" fmla="*/ 0 w 8"/>
                <a:gd name="T1" fmla="*/ 0 h 65"/>
                <a:gd name="T2" fmla="*/ 0 w 8"/>
                <a:gd name="T3" fmla="*/ 0 h 65"/>
                <a:gd name="T4" fmla="*/ 0 w 8"/>
                <a:gd name="T5" fmla="*/ 1 h 65"/>
                <a:gd name="T6" fmla="*/ 1 w 8"/>
                <a:gd name="T7" fmla="*/ 2 h 65"/>
                <a:gd name="T8" fmla="*/ 1 w 8"/>
                <a:gd name="T9" fmla="*/ 4 h 65"/>
                <a:gd name="T10" fmla="*/ 1 w 8"/>
                <a:gd name="T11" fmla="*/ 5 h 65"/>
                <a:gd name="T12" fmla="*/ 1 w 8"/>
                <a:gd name="T13" fmla="*/ 7 h 65"/>
                <a:gd name="T14" fmla="*/ 1 w 8"/>
                <a:gd name="T15" fmla="*/ 9 h 65"/>
                <a:gd name="T16" fmla="*/ 1 w 8"/>
                <a:gd name="T17" fmla="*/ 10 h 65"/>
                <a:gd name="T18" fmla="*/ 1 w 8"/>
                <a:gd name="T19" fmla="*/ 11 h 65"/>
                <a:gd name="T20" fmla="*/ 2 w 8"/>
                <a:gd name="T21" fmla="*/ 12 h 65"/>
                <a:gd name="T22" fmla="*/ 2 w 8"/>
                <a:gd name="T23" fmla="*/ 12 h 65"/>
                <a:gd name="T24" fmla="*/ 2 w 8"/>
                <a:gd name="T25" fmla="*/ 12 h 65"/>
                <a:gd name="T26" fmla="*/ 2 w 8"/>
                <a:gd name="T27" fmla="*/ 12 h 65"/>
                <a:gd name="T28" fmla="*/ 2 w 8"/>
                <a:gd name="T29" fmla="*/ 14 h 65"/>
                <a:gd name="T30" fmla="*/ 3 w 8"/>
                <a:gd name="T31" fmla="*/ 17 h 65"/>
                <a:gd name="T32" fmla="*/ 3 w 8"/>
                <a:gd name="T33" fmla="*/ 18 h 65"/>
                <a:gd name="T34" fmla="*/ 3 w 8"/>
                <a:gd name="T35" fmla="*/ 19 h 65"/>
                <a:gd name="T36" fmla="*/ 3 w 8"/>
                <a:gd name="T37" fmla="*/ 22 h 65"/>
                <a:gd name="T38" fmla="*/ 3 w 8"/>
                <a:gd name="T39" fmla="*/ 24 h 65"/>
                <a:gd name="T40" fmla="*/ 3 w 8"/>
                <a:gd name="T41" fmla="*/ 26 h 65"/>
                <a:gd name="T42" fmla="*/ 3 w 8"/>
                <a:gd name="T43" fmla="*/ 27 h 65"/>
                <a:gd name="T44" fmla="*/ 4 w 8"/>
                <a:gd name="T45" fmla="*/ 30 h 65"/>
                <a:gd name="T46" fmla="*/ 4 w 8"/>
                <a:gd name="T47" fmla="*/ 32 h 65"/>
                <a:gd name="T48" fmla="*/ 4 w 8"/>
                <a:gd name="T49" fmla="*/ 34 h 65"/>
                <a:gd name="T50" fmla="*/ 4 w 8"/>
                <a:gd name="T51" fmla="*/ 35 h 65"/>
                <a:gd name="T52" fmla="*/ 5 w 8"/>
                <a:gd name="T53" fmla="*/ 36 h 65"/>
                <a:gd name="T54" fmla="*/ 5 w 8"/>
                <a:gd name="T55" fmla="*/ 37 h 65"/>
                <a:gd name="T56" fmla="*/ 5 w 8"/>
                <a:gd name="T57" fmla="*/ 38 h 65"/>
                <a:gd name="T58" fmla="*/ 5 w 8"/>
                <a:gd name="T59" fmla="*/ 41 h 65"/>
                <a:gd name="T60" fmla="*/ 5 w 8"/>
                <a:gd name="T61" fmla="*/ 41 h 65"/>
                <a:gd name="T62" fmla="*/ 5 w 8"/>
                <a:gd name="T63" fmla="*/ 41 h 65"/>
                <a:gd name="T64" fmla="*/ 5 w 8"/>
                <a:gd name="T65" fmla="*/ 43 h 65"/>
                <a:gd name="T66" fmla="*/ 6 w 8"/>
                <a:gd name="T67" fmla="*/ 46 h 65"/>
                <a:gd name="T68" fmla="*/ 6 w 8"/>
                <a:gd name="T69" fmla="*/ 48 h 65"/>
                <a:gd name="T70" fmla="*/ 6 w 8"/>
                <a:gd name="T71" fmla="*/ 48 h 65"/>
                <a:gd name="T72" fmla="*/ 6 w 8"/>
                <a:gd name="T73" fmla="*/ 48 h 65"/>
                <a:gd name="T74" fmla="*/ 6 w 8"/>
                <a:gd name="T75" fmla="*/ 49 h 65"/>
                <a:gd name="T76" fmla="*/ 6 w 8"/>
                <a:gd name="T77" fmla="*/ 51 h 65"/>
                <a:gd name="T78" fmla="*/ 6 w 8"/>
                <a:gd name="T79" fmla="*/ 51 h 65"/>
                <a:gd name="T80" fmla="*/ 7 w 8"/>
                <a:gd name="T81" fmla="*/ 51 h 65"/>
                <a:gd name="T82" fmla="*/ 7 w 8"/>
                <a:gd name="T83" fmla="*/ 49 h 65"/>
                <a:gd name="T84" fmla="*/ 7 w 8"/>
                <a:gd name="T85" fmla="*/ 49 h 65"/>
                <a:gd name="T86" fmla="*/ 7 w 8"/>
                <a:gd name="T87" fmla="*/ 50 h 65"/>
                <a:gd name="T88" fmla="*/ 7 w 8"/>
                <a:gd name="T89" fmla="*/ 52 h 65"/>
                <a:gd name="T90" fmla="*/ 8 w 8"/>
                <a:gd name="T91" fmla="*/ 52 h 65"/>
                <a:gd name="T92" fmla="*/ 8 w 8"/>
                <a:gd name="T93" fmla="*/ 53 h 65"/>
                <a:gd name="T94" fmla="*/ 8 w 8"/>
                <a:gd name="T95" fmla="*/ 54 h 65"/>
                <a:gd name="T96" fmla="*/ 8 w 8"/>
                <a:gd name="T97" fmla="*/ 57 h 65"/>
                <a:gd name="T98" fmla="*/ 8 w 8"/>
                <a:gd name="T99" fmla="*/ 61 h 65"/>
                <a:gd name="T100" fmla="*/ 8 w 8"/>
                <a:gd name="T101" fmla="*/ 63 h 65"/>
                <a:gd name="T102" fmla="*/ 8 w 8"/>
                <a:gd name="T10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5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7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3" y="17"/>
                  </a:lnTo>
                  <a:lnTo>
                    <a:pt x="3" y="18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3" y="24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4" y="30"/>
                  </a:lnTo>
                  <a:lnTo>
                    <a:pt x="4" y="32"/>
                  </a:lnTo>
                  <a:lnTo>
                    <a:pt x="4" y="34"/>
                  </a:lnTo>
                  <a:lnTo>
                    <a:pt x="4" y="35"/>
                  </a:lnTo>
                  <a:lnTo>
                    <a:pt x="5" y="36"/>
                  </a:lnTo>
                  <a:lnTo>
                    <a:pt x="5" y="37"/>
                  </a:lnTo>
                  <a:lnTo>
                    <a:pt x="5" y="38"/>
                  </a:lnTo>
                  <a:lnTo>
                    <a:pt x="5" y="41"/>
                  </a:lnTo>
                  <a:lnTo>
                    <a:pt x="5" y="41"/>
                  </a:lnTo>
                  <a:lnTo>
                    <a:pt x="5" y="41"/>
                  </a:lnTo>
                  <a:lnTo>
                    <a:pt x="5" y="43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49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7" y="51"/>
                  </a:lnTo>
                  <a:lnTo>
                    <a:pt x="7" y="49"/>
                  </a:lnTo>
                  <a:lnTo>
                    <a:pt x="7" y="49"/>
                  </a:lnTo>
                  <a:lnTo>
                    <a:pt x="7" y="50"/>
                  </a:lnTo>
                  <a:lnTo>
                    <a:pt x="7" y="52"/>
                  </a:lnTo>
                  <a:lnTo>
                    <a:pt x="8" y="52"/>
                  </a:lnTo>
                  <a:lnTo>
                    <a:pt x="8" y="53"/>
                  </a:lnTo>
                  <a:lnTo>
                    <a:pt x="8" y="54"/>
                  </a:lnTo>
                  <a:lnTo>
                    <a:pt x="8" y="57"/>
                  </a:lnTo>
                  <a:lnTo>
                    <a:pt x="8" y="61"/>
                  </a:lnTo>
                  <a:lnTo>
                    <a:pt x="8" y="63"/>
                  </a:lnTo>
                  <a:lnTo>
                    <a:pt x="8" y="6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40" name="Freeform 584"/>
            <p:cNvSpPr/>
            <p:nvPr/>
          </p:nvSpPr>
          <p:spPr bwMode="auto">
            <a:xfrm>
              <a:off x="1466850" y="2043114"/>
              <a:ext cx="14288" cy="46038"/>
            </a:xfrm>
            <a:custGeom>
              <a:avLst/>
              <a:gdLst>
                <a:gd name="T0" fmla="*/ 0 w 9"/>
                <a:gd name="T1" fmla="*/ 0 h 29"/>
                <a:gd name="T2" fmla="*/ 0 w 9"/>
                <a:gd name="T3" fmla="*/ 2 h 29"/>
                <a:gd name="T4" fmla="*/ 1 w 9"/>
                <a:gd name="T5" fmla="*/ 5 h 29"/>
                <a:gd name="T6" fmla="*/ 1 w 9"/>
                <a:gd name="T7" fmla="*/ 8 h 29"/>
                <a:gd name="T8" fmla="*/ 1 w 9"/>
                <a:gd name="T9" fmla="*/ 10 h 29"/>
                <a:gd name="T10" fmla="*/ 1 w 9"/>
                <a:gd name="T11" fmla="*/ 12 h 29"/>
                <a:gd name="T12" fmla="*/ 2 w 9"/>
                <a:gd name="T13" fmla="*/ 12 h 29"/>
                <a:gd name="T14" fmla="*/ 2 w 9"/>
                <a:gd name="T15" fmla="*/ 12 h 29"/>
                <a:gd name="T16" fmla="*/ 2 w 9"/>
                <a:gd name="T17" fmla="*/ 12 h 29"/>
                <a:gd name="T18" fmla="*/ 2 w 9"/>
                <a:gd name="T19" fmla="*/ 13 h 29"/>
                <a:gd name="T20" fmla="*/ 2 w 9"/>
                <a:gd name="T21" fmla="*/ 12 h 29"/>
                <a:gd name="T22" fmla="*/ 2 w 9"/>
                <a:gd name="T23" fmla="*/ 11 h 29"/>
                <a:gd name="T24" fmla="*/ 2 w 9"/>
                <a:gd name="T25" fmla="*/ 12 h 29"/>
                <a:gd name="T26" fmla="*/ 3 w 9"/>
                <a:gd name="T27" fmla="*/ 14 h 29"/>
                <a:gd name="T28" fmla="*/ 3 w 9"/>
                <a:gd name="T29" fmla="*/ 15 h 29"/>
                <a:gd name="T30" fmla="*/ 3 w 9"/>
                <a:gd name="T31" fmla="*/ 16 h 29"/>
                <a:gd name="T32" fmla="*/ 3 w 9"/>
                <a:gd name="T33" fmla="*/ 18 h 29"/>
                <a:gd name="T34" fmla="*/ 3 w 9"/>
                <a:gd name="T35" fmla="*/ 20 h 29"/>
                <a:gd name="T36" fmla="*/ 3 w 9"/>
                <a:gd name="T37" fmla="*/ 20 h 29"/>
                <a:gd name="T38" fmla="*/ 3 w 9"/>
                <a:gd name="T39" fmla="*/ 19 h 29"/>
                <a:gd name="T40" fmla="*/ 4 w 9"/>
                <a:gd name="T41" fmla="*/ 20 h 29"/>
                <a:gd name="T42" fmla="*/ 4 w 9"/>
                <a:gd name="T43" fmla="*/ 21 h 29"/>
                <a:gd name="T44" fmla="*/ 4 w 9"/>
                <a:gd name="T45" fmla="*/ 21 h 29"/>
                <a:gd name="T46" fmla="*/ 4 w 9"/>
                <a:gd name="T47" fmla="*/ 22 h 29"/>
                <a:gd name="T48" fmla="*/ 5 w 9"/>
                <a:gd name="T49" fmla="*/ 22 h 29"/>
                <a:gd name="T50" fmla="*/ 5 w 9"/>
                <a:gd name="T51" fmla="*/ 20 h 29"/>
                <a:gd name="T52" fmla="*/ 5 w 9"/>
                <a:gd name="T53" fmla="*/ 20 h 29"/>
                <a:gd name="T54" fmla="*/ 5 w 9"/>
                <a:gd name="T55" fmla="*/ 20 h 29"/>
                <a:gd name="T56" fmla="*/ 5 w 9"/>
                <a:gd name="T57" fmla="*/ 19 h 29"/>
                <a:gd name="T58" fmla="*/ 5 w 9"/>
                <a:gd name="T59" fmla="*/ 14 h 29"/>
                <a:gd name="T60" fmla="*/ 5 w 9"/>
                <a:gd name="T61" fmla="*/ 11 h 29"/>
                <a:gd name="T62" fmla="*/ 6 w 9"/>
                <a:gd name="T63" fmla="*/ 11 h 29"/>
                <a:gd name="T64" fmla="*/ 6 w 9"/>
                <a:gd name="T65" fmla="*/ 12 h 29"/>
                <a:gd name="T66" fmla="*/ 6 w 9"/>
                <a:gd name="T67" fmla="*/ 11 h 29"/>
                <a:gd name="T68" fmla="*/ 6 w 9"/>
                <a:gd name="T69" fmla="*/ 11 h 29"/>
                <a:gd name="T70" fmla="*/ 6 w 9"/>
                <a:gd name="T71" fmla="*/ 12 h 29"/>
                <a:gd name="T72" fmla="*/ 7 w 9"/>
                <a:gd name="T73" fmla="*/ 11 h 29"/>
                <a:gd name="T74" fmla="*/ 7 w 9"/>
                <a:gd name="T75" fmla="*/ 12 h 29"/>
                <a:gd name="T76" fmla="*/ 7 w 9"/>
                <a:gd name="T77" fmla="*/ 14 h 29"/>
                <a:gd name="T78" fmla="*/ 7 w 9"/>
                <a:gd name="T79" fmla="*/ 18 h 29"/>
                <a:gd name="T80" fmla="*/ 7 w 9"/>
                <a:gd name="T81" fmla="*/ 20 h 29"/>
                <a:gd name="T82" fmla="*/ 7 w 9"/>
                <a:gd name="T83" fmla="*/ 21 h 29"/>
                <a:gd name="T84" fmla="*/ 7 w 9"/>
                <a:gd name="T85" fmla="*/ 21 h 29"/>
                <a:gd name="T86" fmla="*/ 8 w 9"/>
                <a:gd name="T87" fmla="*/ 20 h 29"/>
                <a:gd name="T88" fmla="*/ 8 w 9"/>
                <a:gd name="T89" fmla="*/ 20 h 29"/>
                <a:gd name="T90" fmla="*/ 8 w 9"/>
                <a:gd name="T91" fmla="*/ 25 h 29"/>
                <a:gd name="T92" fmla="*/ 8 w 9"/>
                <a:gd name="T93" fmla="*/ 29 h 29"/>
                <a:gd name="T94" fmla="*/ 8 w 9"/>
                <a:gd name="T95" fmla="*/ 27 h 29"/>
                <a:gd name="T96" fmla="*/ 8 w 9"/>
                <a:gd name="T97" fmla="*/ 22 h 29"/>
                <a:gd name="T98" fmla="*/ 8 w 9"/>
                <a:gd name="T99" fmla="*/ 21 h 29"/>
                <a:gd name="T100" fmla="*/ 9 w 9"/>
                <a:gd name="T101" fmla="*/ 26 h 29"/>
                <a:gd name="T102" fmla="*/ 9 w 9"/>
                <a:gd name="T103" fmla="*/ 2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29">
                  <a:moveTo>
                    <a:pt x="0" y="0"/>
                  </a:moveTo>
                  <a:lnTo>
                    <a:pt x="0" y="2"/>
                  </a:lnTo>
                  <a:lnTo>
                    <a:pt x="1" y="5"/>
                  </a:lnTo>
                  <a:lnTo>
                    <a:pt x="1" y="8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2" y="11"/>
                  </a:lnTo>
                  <a:lnTo>
                    <a:pt x="2" y="12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20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5" y="14"/>
                  </a:lnTo>
                  <a:lnTo>
                    <a:pt x="5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1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8" y="25"/>
                  </a:lnTo>
                  <a:lnTo>
                    <a:pt x="8" y="29"/>
                  </a:lnTo>
                  <a:lnTo>
                    <a:pt x="8" y="27"/>
                  </a:lnTo>
                  <a:lnTo>
                    <a:pt x="8" y="22"/>
                  </a:lnTo>
                  <a:lnTo>
                    <a:pt x="8" y="21"/>
                  </a:lnTo>
                  <a:lnTo>
                    <a:pt x="9" y="26"/>
                  </a:lnTo>
                  <a:lnTo>
                    <a:pt x="9" y="2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41" name="Freeform 585"/>
            <p:cNvSpPr/>
            <p:nvPr/>
          </p:nvSpPr>
          <p:spPr bwMode="auto">
            <a:xfrm>
              <a:off x="1481138" y="1944689"/>
              <a:ext cx="12700" cy="141288"/>
            </a:xfrm>
            <a:custGeom>
              <a:avLst/>
              <a:gdLst>
                <a:gd name="T0" fmla="*/ 0 w 8"/>
                <a:gd name="T1" fmla="*/ 88 h 89"/>
                <a:gd name="T2" fmla="*/ 0 w 8"/>
                <a:gd name="T3" fmla="*/ 89 h 89"/>
                <a:gd name="T4" fmla="*/ 0 w 8"/>
                <a:gd name="T5" fmla="*/ 86 h 89"/>
                <a:gd name="T6" fmla="*/ 0 w 8"/>
                <a:gd name="T7" fmla="*/ 84 h 89"/>
                <a:gd name="T8" fmla="*/ 1 w 8"/>
                <a:gd name="T9" fmla="*/ 83 h 89"/>
                <a:gd name="T10" fmla="*/ 1 w 8"/>
                <a:gd name="T11" fmla="*/ 82 h 89"/>
                <a:gd name="T12" fmla="*/ 1 w 8"/>
                <a:gd name="T13" fmla="*/ 82 h 89"/>
                <a:gd name="T14" fmla="*/ 1 w 8"/>
                <a:gd name="T15" fmla="*/ 80 h 89"/>
                <a:gd name="T16" fmla="*/ 1 w 8"/>
                <a:gd name="T17" fmla="*/ 76 h 89"/>
                <a:gd name="T18" fmla="*/ 1 w 8"/>
                <a:gd name="T19" fmla="*/ 74 h 89"/>
                <a:gd name="T20" fmla="*/ 1 w 8"/>
                <a:gd name="T21" fmla="*/ 75 h 89"/>
                <a:gd name="T22" fmla="*/ 2 w 8"/>
                <a:gd name="T23" fmla="*/ 74 h 89"/>
                <a:gd name="T24" fmla="*/ 2 w 8"/>
                <a:gd name="T25" fmla="*/ 67 h 89"/>
                <a:gd name="T26" fmla="*/ 2 w 8"/>
                <a:gd name="T27" fmla="*/ 58 h 89"/>
                <a:gd name="T28" fmla="*/ 2 w 8"/>
                <a:gd name="T29" fmla="*/ 53 h 89"/>
                <a:gd name="T30" fmla="*/ 2 w 8"/>
                <a:gd name="T31" fmla="*/ 52 h 89"/>
                <a:gd name="T32" fmla="*/ 3 w 8"/>
                <a:gd name="T33" fmla="*/ 48 h 89"/>
                <a:gd name="T34" fmla="*/ 3 w 8"/>
                <a:gd name="T35" fmla="*/ 38 h 89"/>
                <a:gd name="T36" fmla="*/ 3 w 8"/>
                <a:gd name="T37" fmla="*/ 30 h 89"/>
                <a:gd name="T38" fmla="*/ 3 w 8"/>
                <a:gd name="T39" fmla="*/ 27 h 89"/>
                <a:gd name="T40" fmla="*/ 3 w 8"/>
                <a:gd name="T41" fmla="*/ 25 h 89"/>
                <a:gd name="T42" fmla="*/ 3 w 8"/>
                <a:gd name="T43" fmla="*/ 25 h 89"/>
                <a:gd name="T44" fmla="*/ 3 w 8"/>
                <a:gd name="T45" fmla="*/ 26 h 89"/>
                <a:gd name="T46" fmla="*/ 4 w 8"/>
                <a:gd name="T47" fmla="*/ 28 h 89"/>
                <a:gd name="T48" fmla="*/ 4 w 8"/>
                <a:gd name="T49" fmla="*/ 30 h 89"/>
                <a:gd name="T50" fmla="*/ 4 w 8"/>
                <a:gd name="T51" fmla="*/ 31 h 89"/>
                <a:gd name="T52" fmla="*/ 4 w 8"/>
                <a:gd name="T53" fmla="*/ 31 h 89"/>
                <a:gd name="T54" fmla="*/ 4 w 8"/>
                <a:gd name="T55" fmla="*/ 28 h 89"/>
                <a:gd name="T56" fmla="*/ 4 w 8"/>
                <a:gd name="T57" fmla="*/ 24 h 89"/>
                <a:gd name="T58" fmla="*/ 4 w 8"/>
                <a:gd name="T59" fmla="*/ 25 h 89"/>
                <a:gd name="T60" fmla="*/ 5 w 8"/>
                <a:gd name="T61" fmla="*/ 25 h 89"/>
                <a:gd name="T62" fmla="*/ 5 w 8"/>
                <a:gd name="T63" fmla="*/ 21 h 89"/>
                <a:gd name="T64" fmla="*/ 5 w 8"/>
                <a:gd name="T65" fmla="*/ 15 h 89"/>
                <a:gd name="T66" fmla="*/ 5 w 8"/>
                <a:gd name="T67" fmla="*/ 11 h 89"/>
                <a:gd name="T68" fmla="*/ 6 w 8"/>
                <a:gd name="T69" fmla="*/ 11 h 89"/>
                <a:gd name="T70" fmla="*/ 6 w 8"/>
                <a:gd name="T71" fmla="*/ 12 h 89"/>
                <a:gd name="T72" fmla="*/ 6 w 8"/>
                <a:gd name="T73" fmla="*/ 13 h 89"/>
                <a:gd name="T74" fmla="*/ 6 w 8"/>
                <a:gd name="T75" fmla="*/ 12 h 89"/>
                <a:gd name="T76" fmla="*/ 6 w 8"/>
                <a:gd name="T77" fmla="*/ 10 h 89"/>
                <a:gd name="T78" fmla="*/ 6 w 8"/>
                <a:gd name="T79" fmla="*/ 8 h 89"/>
                <a:gd name="T80" fmla="*/ 6 w 8"/>
                <a:gd name="T81" fmla="*/ 7 h 89"/>
                <a:gd name="T82" fmla="*/ 7 w 8"/>
                <a:gd name="T83" fmla="*/ 8 h 89"/>
                <a:gd name="T84" fmla="*/ 7 w 8"/>
                <a:gd name="T85" fmla="*/ 6 h 89"/>
                <a:gd name="T86" fmla="*/ 7 w 8"/>
                <a:gd name="T87" fmla="*/ 3 h 89"/>
                <a:gd name="T88" fmla="*/ 7 w 8"/>
                <a:gd name="T89" fmla="*/ 1 h 89"/>
                <a:gd name="T90" fmla="*/ 7 w 8"/>
                <a:gd name="T91" fmla="*/ 3 h 89"/>
                <a:gd name="T92" fmla="*/ 8 w 8"/>
                <a:gd name="T93" fmla="*/ 2 h 89"/>
                <a:gd name="T94" fmla="*/ 8 w 8"/>
                <a:gd name="T95" fmla="*/ 0 h 89"/>
                <a:gd name="T96" fmla="*/ 8 w 8"/>
                <a:gd name="T97" fmla="*/ 0 h 89"/>
                <a:gd name="T98" fmla="*/ 8 w 8"/>
                <a:gd name="T99" fmla="*/ 3 h 89"/>
                <a:gd name="T100" fmla="*/ 8 w 8"/>
                <a:gd name="T101" fmla="*/ 5 h 89"/>
                <a:gd name="T102" fmla="*/ 8 w 8"/>
                <a:gd name="T103" fmla="*/ 5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9">
                  <a:moveTo>
                    <a:pt x="0" y="88"/>
                  </a:moveTo>
                  <a:lnTo>
                    <a:pt x="0" y="89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1" y="83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1" y="80"/>
                  </a:lnTo>
                  <a:lnTo>
                    <a:pt x="1" y="76"/>
                  </a:lnTo>
                  <a:lnTo>
                    <a:pt x="1" y="74"/>
                  </a:lnTo>
                  <a:lnTo>
                    <a:pt x="1" y="75"/>
                  </a:lnTo>
                  <a:lnTo>
                    <a:pt x="2" y="74"/>
                  </a:lnTo>
                  <a:lnTo>
                    <a:pt x="2" y="67"/>
                  </a:lnTo>
                  <a:lnTo>
                    <a:pt x="2" y="58"/>
                  </a:lnTo>
                  <a:lnTo>
                    <a:pt x="2" y="53"/>
                  </a:lnTo>
                  <a:lnTo>
                    <a:pt x="2" y="52"/>
                  </a:lnTo>
                  <a:lnTo>
                    <a:pt x="3" y="48"/>
                  </a:lnTo>
                  <a:lnTo>
                    <a:pt x="3" y="38"/>
                  </a:lnTo>
                  <a:lnTo>
                    <a:pt x="3" y="30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5"/>
                  </a:lnTo>
                  <a:lnTo>
                    <a:pt x="3" y="26"/>
                  </a:lnTo>
                  <a:lnTo>
                    <a:pt x="4" y="28"/>
                  </a:lnTo>
                  <a:lnTo>
                    <a:pt x="4" y="30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28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5" y="25"/>
                  </a:lnTo>
                  <a:lnTo>
                    <a:pt x="5" y="21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6" y="8"/>
                  </a:lnTo>
                  <a:lnTo>
                    <a:pt x="6" y="7"/>
                  </a:lnTo>
                  <a:lnTo>
                    <a:pt x="7" y="8"/>
                  </a:lnTo>
                  <a:lnTo>
                    <a:pt x="7" y="6"/>
                  </a:lnTo>
                  <a:lnTo>
                    <a:pt x="7" y="3"/>
                  </a:lnTo>
                  <a:lnTo>
                    <a:pt x="7" y="1"/>
                  </a:lnTo>
                  <a:lnTo>
                    <a:pt x="7" y="3"/>
                  </a:lnTo>
                  <a:lnTo>
                    <a:pt x="8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3"/>
                  </a:lnTo>
                  <a:lnTo>
                    <a:pt x="8" y="5"/>
                  </a:lnTo>
                  <a:lnTo>
                    <a:pt x="8" y="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42" name="Freeform 586"/>
            <p:cNvSpPr/>
            <p:nvPr/>
          </p:nvSpPr>
          <p:spPr bwMode="auto">
            <a:xfrm>
              <a:off x="1493838" y="1903414"/>
              <a:ext cx="14288" cy="68263"/>
            </a:xfrm>
            <a:custGeom>
              <a:avLst/>
              <a:gdLst>
                <a:gd name="T0" fmla="*/ 0 w 9"/>
                <a:gd name="T1" fmla="*/ 31 h 43"/>
                <a:gd name="T2" fmla="*/ 0 w 9"/>
                <a:gd name="T3" fmla="*/ 31 h 43"/>
                <a:gd name="T4" fmla="*/ 1 w 9"/>
                <a:gd name="T5" fmla="*/ 32 h 43"/>
                <a:gd name="T6" fmla="*/ 1 w 9"/>
                <a:gd name="T7" fmla="*/ 32 h 43"/>
                <a:gd name="T8" fmla="*/ 1 w 9"/>
                <a:gd name="T9" fmla="*/ 32 h 43"/>
                <a:gd name="T10" fmla="*/ 1 w 9"/>
                <a:gd name="T11" fmla="*/ 32 h 43"/>
                <a:gd name="T12" fmla="*/ 1 w 9"/>
                <a:gd name="T13" fmla="*/ 33 h 43"/>
                <a:gd name="T14" fmla="*/ 1 w 9"/>
                <a:gd name="T15" fmla="*/ 31 h 43"/>
                <a:gd name="T16" fmla="*/ 1 w 9"/>
                <a:gd name="T17" fmla="*/ 25 h 43"/>
                <a:gd name="T18" fmla="*/ 2 w 9"/>
                <a:gd name="T19" fmla="*/ 20 h 43"/>
                <a:gd name="T20" fmla="*/ 2 w 9"/>
                <a:gd name="T21" fmla="*/ 17 h 43"/>
                <a:gd name="T22" fmla="*/ 2 w 9"/>
                <a:gd name="T23" fmla="*/ 14 h 43"/>
                <a:gd name="T24" fmla="*/ 2 w 9"/>
                <a:gd name="T25" fmla="*/ 9 h 43"/>
                <a:gd name="T26" fmla="*/ 2 w 9"/>
                <a:gd name="T27" fmla="*/ 6 h 43"/>
                <a:gd name="T28" fmla="*/ 3 w 9"/>
                <a:gd name="T29" fmla="*/ 5 h 43"/>
                <a:gd name="T30" fmla="*/ 3 w 9"/>
                <a:gd name="T31" fmla="*/ 3 h 43"/>
                <a:gd name="T32" fmla="*/ 3 w 9"/>
                <a:gd name="T33" fmla="*/ 0 h 43"/>
                <a:gd name="T34" fmla="*/ 3 w 9"/>
                <a:gd name="T35" fmla="*/ 1 h 43"/>
                <a:gd name="T36" fmla="*/ 3 w 9"/>
                <a:gd name="T37" fmla="*/ 5 h 43"/>
                <a:gd name="T38" fmla="*/ 3 w 9"/>
                <a:gd name="T39" fmla="*/ 8 h 43"/>
                <a:gd name="T40" fmla="*/ 3 w 9"/>
                <a:gd name="T41" fmla="*/ 11 h 43"/>
                <a:gd name="T42" fmla="*/ 4 w 9"/>
                <a:gd name="T43" fmla="*/ 16 h 43"/>
                <a:gd name="T44" fmla="*/ 4 w 9"/>
                <a:gd name="T45" fmla="*/ 20 h 43"/>
                <a:gd name="T46" fmla="*/ 4 w 9"/>
                <a:gd name="T47" fmla="*/ 22 h 43"/>
                <a:gd name="T48" fmla="*/ 4 w 9"/>
                <a:gd name="T49" fmla="*/ 26 h 43"/>
                <a:gd name="T50" fmla="*/ 5 w 9"/>
                <a:gd name="T51" fmla="*/ 32 h 43"/>
                <a:gd name="T52" fmla="*/ 5 w 9"/>
                <a:gd name="T53" fmla="*/ 37 h 43"/>
                <a:gd name="T54" fmla="*/ 5 w 9"/>
                <a:gd name="T55" fmla="*/ 39 h 43"/>
                <a:gd name="T56" fmla="*/ 5 w 9"/>
                <a:gd name="T57" fmla="*/ 39 h 43"/>
                <a:gd name="T58" fmla="*/ 5 w 9"/>
                <a:gd name="T59" fmla="*/ 41 h 43"/>
                <a:gd name="T60" fmla="*/ 5 w 9"/>
                <a:gd name="T61" fmla="*/ 43 h 43"/>
                <a:gd name="T62" fmla="*/ 5 w 9"/>
                <a:gd name="T63" fmla="*/ 43 h 43"/>
                <a:gd name="T64" fmla="*/ 6 w 9"/>
                <a:gd name="T65" fmla="*/ 43 h 43"/>
                <a:gd name="T66" fmla="*/ 6 w 9"/>
                <a:gd name="T67" fmla="*/ 42 h 43"/>
                <a:gd name="T68" fmla="*/ 6 w 9"/>
                <a:gd name="T69" fmla="*/ 39 h 43"/>
                <a:gd name="T70" fmla="*/ 6 w 9"/>
                <a:gd name="T71" fmla="*/ 38 h 43"/>
                <a:gd name="T72" fmla="*/ 6 w 9"/>
                <a:gd name="T73" fmla="*/ 39 h 43"/>
                <a:gd name="T74" fmla="*/ 6 w 9"/>
                <a:gd name="T75" fmla="*/ 38 h 43"/>
                <a:gd name="T76" fmla="*/ 6 w 9"/>
                <a:gd name="T77" fmla="*/ 36 h 43"/>
                <a:gd name="T78" fmla="*/ 7 w 9"/>
                <a:gd name="T79" fmla="*/ 33 h 43"/>
                <a:gd name="T80" fmla="*/ 7 w 9"/>
                <a:gd name="T81" fmla="*/ 33 h 43"/>
                <a:gd name="T82" fmla="*/ 7 w 9"/>
                <a:gd name="T83" fmla="*/ 32 h 43"/>
                <a:gd name="T84" fmla="*/ 7 w 9"/>
                <a:gd name="T85" fmla="*/ 32 h 43"/>
                <a:gd name="T86" fmla="*/ 7 w 9"/>
                <a:gd name="T87" fmla="*/ 33 h 43"/>
                <a:gd name="T88" fmla="*/ 8 w 9"/>
                <a:gd name="T89" fmla="*/ 35 h 43"/>
                <a:gd name="T90" fmla="*/ 8 w 9"/>
                <a:gd name="T91" fmla="*/ 35 h 43"/>
                <a:gd name="T92" fmla="*/ 8 w 9"/>
                <a:gd name="T93" fmla="*/ 35 h 43"/>
                <a:gd name="T94" fmla="*/ 8 w 9"/>
                <a:gd name="T95" fmla="*/ 36 h 43"/>
                <a:gd name="T96" fmla="*/ 8 w 9"/>
                <a:gd name="T97" fmla="*/ 36 h 43"/>
                <a:gd name="T98" fmla="*/ 8 w 9"/>
                <a:gd name="T99" fmla="*/ 37 h 43"/>
                <a:gd name="T100" fmla="*/ 8 w 9"/>
                <a:gd name="T101" fmla="*/ 38 h 43"/>
                <a:gd name="T102" fmla="*/ 9 w 9"/>
                <a:gd name="T103" fmla="*/ 3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3">
                  <a:moveTo>
                    <a:pt x="0" y="31"/>
                  </a:moveTo>
                  <a:lnTo>
                    <a:pt x="0" y="31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1" y="33"/>
                  </a:lnTo>
                  <a:lnTo>
                    <a:pt x="1" y="31"/>
                  </a:lnTo>
                  <a:lnTo>
                    <a:pt x="1" y="25"/>
                  </a:lnTo>
                  <a:lnTo>
                    <a:pt x="2" y="20"/>
                  </a:lnTo>
                  <a:lnTo>
                    <a:pt x="2" y="17"/>
                  </a:lnTo>
                  <a:lnTo>
                    <a:pt x="2" y="14"/>
                  </a:lnTo>
                  <a:lnTo>
                    <a:pt x="2" y="9"/>
                  </a:lnTo>
                  <a:lnTo>
                    <a:pt x="2" y="6"/>
                  </a:lnTo>
                  <a:lnTo>
                    <a:pt x="3" y="5"/>
                  </a:lnTo>
                  <a:lnTo>
                    <a:pt x="3" y="3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5"/>
                  </a:lnTo>
                  <a:lnTo>
                    <a:pt x="3" y="8"/>
                  </a:lnTo>
                  <a:lnTo>
                    <a:pt x="3" y="11"/>
                  </a:lnTo>
                  <a:lnTo>
                    <a:pt x="4" y="16"/>
                  </a:lnTo>
                  <a:lnTo>
                    <a:pt x="4" y="20"/>
                  </a:lnTo>
                  <a:lnTo>
                    <a:pt x="4" y="22"/>
                  </a:lnTo>
                  <a:lnTo>
                    <a:pt x="4" y="26"/>
                  </a:lnTo>
                  <a:lnTo>
                    <a:pt x="5" y="32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5" y="41"/>
                  </a:lnTo>
                  <a:lnTo>
                    <a:pt x="5" y="43"/>
                  </a:lnTo>
                  <a:lnTo>
                    <a:pt x="5" y="43"/>
                  </a:lnTo>
                  <a:lnTo>
                    <a:pt x="6" y="43"/>
                  </a:lnTo>
                  <a:lnTo>
                    <a:pt x="6" y="42"/>
                  </a:lnTo>
                  <a:lnTo>
                    <a:pt x="6" y="39"/>
                  </a:lnTo>
                  <a:lnTo>
                    <a:pt x="6" y="38"/>
                  </a:lnTo>
                  <a:lnTo>
                    <a:pt x="6" y="39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7" y="33"/>
                  </a:lnTo>
                  <a:lnTo>
                    <a:pt x="8" y="35"/>
                  </a:lnTo>
                  <a:lnTo>
                    <a:pt x="8" y="35"/>
                  </a:lnTo>
                  <a:lnTo>
                    <a:pt x="8" y="35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8" y="37"/>
                  </a:lnTo>
                  <a:lnTo>
                    <a:pt x="8" y="38"/>
                  </a:lnTo>
                  <a:lnTo>
                    <a:pt x="9" y="3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43" name="Freeform 587"/>
            <p:cNvSpPr/>
            <p:nvPr/>
          </p:nvSpPr>
          <p:spPr bwMode="auto">
            <a:xfrm>
              <a:off x="1506538" y="1946276"/>
              <a:ext cx="14288" cy="87313"/>
            </a:xfrm>
            <a:custGeom>
              <a:avLst/>
              <a:gdLst>
                <a:gd name="T0" fmla="*/ 0 w 9"/>
                <a:gd name="T1" fmla="*/ 11 h 55"/>
                <a:gd name="T2" fmla="*/ 1 w 9"/>
                <a:gd name="T3" fmla="*/ 12 h 55"/>
                <a:gd name="T4" fmla="*/ 1 w 9"/>
                <a:gd name="T5" fmla="*/ 11 h 55"/>
                <a:gd name="T6" fmla="*/ 1 w 9"/>
                <a:gd name="T7" fmla="*/ 10 h 55"/>
                <a:gd name="T8" fmla="*/ 1 w 9"/>
                <a:gd name="T9" fmla="*/ 8 h 55"/>
                <a:gd name="T10" fmla="*/ 2 w 9"/>
                <a:gd name="T11" fmla="*/ 5 h 55"/>
                <a:gd name="T12" fmla="*/ 2 w 9"/>
                <a:gd name="T13" fmla="*/ 2 h 55"/>
                <a:gd name="T14" fmla="*/ 2 w 9"/>
                <a:gd name="T15" fmla="*/ 0 h 55"/>
                <a:gd name="T16" fmla="*/ 2 w 9"/>
                <a:gd name="T17" fmla="*/ 1 h 55"/>
                <a:gd name="T18" fmla="*/ 2 w 9"/>
                <a:gd name="T19" fmla="*/ 1 h 55"/>
                <a:gd name="T20" fmla="*/ 2 w 9"/>
                <a:gd name="T21" fmla="*/ 2 h 55"/>
                <a:gd name="T22" fmla="*/ 2 w 9"/>
                <a:gd name="T23" fmla="*/ 4 h 55"/>
                <a:gd name="T24" fmla="*/ 3 w 9"/>
                <a:gd name="T25" fmla="*/ 8 h 55"/>
                <a:gd name="T26" fmla="*/ 3 w 9"/>
                <a:gd name="T27" fmla="*/ 14 h 55"/>
                <a:gd name="T28" fmla="*/ 3 w 9"/>
                <a:gd name="T29" fmla="*/ 17 h 55"/>
                <a:gd name="T30" fmla="*/ 3 w 9"/>
                <a:gd name="T31" fmla="*/ 19 h 55"/>
                <a:gd name="T32" fmla="*/ 3 w 9"/>
                <a:gd name="T33" fmla="*/ 22 h 55"/>
                <a:gd name="T34" fmla="*/ 4 w 9"/>
                <a:gd name="T35" fmla="*/ 24 h 55"/>
                <a:gd name="T36" fmla="*/ 4 w 9"/>
                <a:gd name="T37" fmla="*/ 24 h 55"/>
                <a:gd name="T38" fmla="*/ 4 w 9"/>
                <a:gd name="T39" fmla="*/ 23 h 55"/>
                <a:gd name="T40" fmla="*/ 4 w 9"/>
                <a:gd name="T41" fmla="*/ 20 h 55"/>
                <a:gd name="T42" fmla="*/ 4 w 9"/>
                <a:gd name="T43" fmla="*/ 18 h 55"/>
                <a:gd name="T44" fmla="*/ 4 w 9"/>
                <a:gd name="T45" fmla="*/ 17 h 55"/>
                <a:gd name="T46" fmla="*/ 4 w 9"/>
                <a:gd name="T47" fmla="*/ 19 h 55"/>
                <a:gd name="T48" fmla="*/ 5 w 9"/>
                <a:gd name="T49" fmla="*/ 20 h 55"/>
                <a:gd name="T50" fmla="*/ 5 w 9"/>
                <a:gd name="T51" fmla="*/ 20 h 55"/>
                <a:gd name="T52" fmla="*/ 5 w 9"/>
                <a:gd name="T53" fmla="*/ 20 h 55"/>
                <a:gd name="T54" fmla="*/ 5 w 9"/>
                <a:gd name="T55" fmla="*/ 24 h 55"/>
                <a:gd name="T56" fmla="*/ 5 w 9"/>
                <a:gd name="T57" fmla="*/ 27 h 55"/>
                <a:gd name="T58" fmla="*/ 5 w 9"/>
                <a:gd name="T59" fmla="*/ 29 h 55"/>
                <a:gd name="T60" fmla="*/ 6 w 9"/>
                <a:gd name="T61" fmla="*/ 31 h 55"/>
                <a:gd name="T62" fmla="*/ 6 w 9"/>
                <a:gd name="T63" fmla="*/ 32 h 55"/>
                <a:gd name="T64" fmla="*/ 6 w 9"/>
                <a:gd name="T65" fmla="*/ 32 h 55"/>
                <a:gd name="T66" fmla="*/ 6 w 9"/>
                <a:gd name="T67" fmla="*/ 32 h 55"/>
                <a:gd name="T68" fmla="*/ 6 w 9"/>
                <a:gd name="T69" fmla="*/ 32 h 55"/>
                <a:gd name="T70" fmla="*/ 7 w 9"/>
                <a:gd name="T71" fmla="*/ 32 h 55"/>
                <a:gd name="T72" fmla="*/ 7 w 9"/>
                <a:gd name="T73" fmla="*/ 34 h 55"/>
                <a:gd name="T74" fmla="*/ 7 w 9"/>
                <a:gd name="T75" fmla="*/ 35 h 55"/>
                <a:gd name="T76" fmla="*/ 7 w 9"/>
                <a:gd name="T77" fmla="*/ 37 h 55"/>
                <a:gd name="T78" fmla="*/ 7 w 9"/>
                <a:gd name="T79" fmla="*/ 38 h 55"/>
                <a:gd name="T80" fmla="*/ 7 w 9"/>
                <a:gd name="T81" fmla="*/ 39 h 55"/>
                <a:gd name="T82" fmla="*/ 7 w 9"/>
                <a:gd name="T83" fmla="*/ 42 h 55"/>
                <a:gd name="T84" fmla="*/ 8 w 9"/>
                <a:gd name="T85" fmla="*/ 45 h 55"/>
                <a:gd name="T86" fmla="*/ 8 w 9"/>
                <a:gd name="T87" fmla="*/ 47 h 55"/>
                <a:gd name="T88" fmla="*/ 8 w 9"/>
                <a:gd name="T89" fmla="*/ 49 h 55"/>
                <a:gd name="T90" fmla="*/ 8 w 9"/>
                <a:gd name="T91" fmla="*/ 51 h 55"/>
                <a:gd name="T92" fmla="*/ 8 w 9"/>
                <a:gd name="T93" fmla="*/ 52 h 55"/>
                <a:gd name="T94" fmla="*/ 9 w 9"/>
                <a:gd name="T95" fmla="*/ 52 h 55"/>
                <a:gd name="T96" fmla="*/ 9 w 9"/>
                <a:gd name="T97" fmla="*/ 54 h 55"/>
                <a:gd name="T98" fmla="*/ 9 w 9"/>
                <a:gd name="T99" fmla="*/ 54 h 55"/>
                <a:gd name="T100" fmla="*/ 9 w 9"/>
                <a:gd name="T101" fmla="*/ 55 h 55"/>
                <a:gd name="T102" fmla="*/ 9 w 9"/>
                <a:gd name="T103" fmla="*/ 5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5">
                  <a:moveTo>
                    <a:pt x="0" y="11"/>
                  </a:moveTo>
                  <a:lnTo>
                    <a:pt x="1" y="12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4"/>
                  </a:lnTo>
                  <a:lnTo>
                    <a:pt x="3" y="8"/>
                  </a:lnTo>
                  <a:lnTo>
                    <a:pt x="3" y="14"/>
                  </a:lnTo>
                  <a:lnTo>
                    <a:pt x="3" y="17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4" y="24"/>
                  </a:lnTo>
                  <a:lnTo>
                    <a:pt x="4" y="24"/>
                  </a:lnTo>
                  <a:lnTo>
                    <a:pt x="4" y="23"/>
                  </a:lnTo>
                  <a:lnTo>
                    <a:pt x="4" y="20"/>
                  </a:lnTo>
                  <a:lnTo>
                    <a:pt x="4" y="18"/>
                  </a:lnTo>
                  <a:lnTo>
                    <a:pt x="4" y="17"/>
                  </a:lnTo>
                  <a:lnTo>
                    <a:pt x="4" y="19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24"/>
                  </a:lnTo>
                  <a:lnTo>
                    <a:pt x="5" y="27"/>
                  </a:lnTo>
                  <a:lnTo>
                    <a:pt x="5" y="29"/>
                  </a:lnTo>
                  <a:lnTo>
                    <a:pt x="6" y="31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7" y="32"/>
                  </a:lnTo>
                  <a:lnTo>
                    <a:pt x="7" y="34"/>
                  </a:lnTo>
                  <a:lnTo>
                    <a:pt x="7" y="35"/>
                  </a:lnTo>
                  <a:lnTo>
                    <a:pt x="7" y="37"/>
                  </a:lnTo>
                  <a:lnTo>
                    <a:pt x="7" y="38"/>
                  </a:lnTo>
                  <a:lnTo>
                    <a:pt x="7" y="39"/>
                  </a:lnTo>
                  <a:lnTo>
                    <a:pt x="7" y="42"/>
                  </a:lnTo>
                  <a:lnTo>
                    <a:pt x="8" y="45"/>
                  </a:lnTo>
                  <a:lnTo>
                    <a:pt x="8" y="47"/>
                  </a:lnTo>
                  <a:lnTo>
                    <a:pt x="8" y="49"/>
                  </a:lnTo>
                  <a:lnTo>
                    <a:pt x="8" y="51"/>
                  </a:lnTo>
                  <a:lnTo>
                    <a:pt x="8" y="52"/>
                  </a:lnTo>
                  <a:lnTo>
                    <a:pt x="9" y="52"/>
                  </a:lnTo>
                  <a:lnTo>
                    <a:pt x="9" y="54"/>
                  </a:lnTo>
                  <a:lnTo>
                    <a:pt x="9" y="54"/>
                  </a:lnTo>
                  <a:lnTo>
                    <a:pt x="9" y="55"/>
                  </a:lnTo>
                  <a:lnTo>
                    <a:pt x="9" y="5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44" name="Freeform 588"/>
            <p:cNvSpPr/>
            <p:nvPr/>
          </p:nvSpPr>
          <p:spPr bwMode="auto">
            <a:xfrm>
              <a:off x="1520825" y="2017714"/>
              <a:ext cx="12700" cy="95250"/>
            </a:xfrm>
            <a:custGeom>
              <a:avLst/>
              <a:gdLst>
                <a:gd name="T0" fmla="*/ 0 w 8"/>
                <a:gd name="T1" fmla="*/ 10 h 60"/>
                <a:gd name="T2" fmla="*/ 0 w 8"/>
                <a:gd name="T3" fmla="*/ 9 h 60"/>
                <a:gd name="T4" fmla="*/ 0 w 8"/>
                <a:gd name="T5" fmla="*/ 9 h 60"/>
                <a:gd name="T6" fmla="*/ 1 w 8"/>
                <a:gd name="T7" fmla="*/ 9 h 60"/>
                <a:gd name="T8" fmla="*/ 1 w 8"/>
                <a:gd name="T9" fmla="*/ 12 h 60"/>
                <a:gd name="T10" fmla="*/ 1 w 8"/>
                <a:gd name="T11" fmla="*/ 14 h 60"/>
                <a:gd name="T12" fmla="*/ 1 w 8"/>
                <a:gd name="T13" fmla="*/ 15 h 60"/>
                <a:gd name="T14" fmla="*/ 1 w 8"/>
                <a:gd name="T15" fmla="*/ 19 h 60"/>
                <a:gd name="T16" fmla="*/ 1 w 8"/>
                <a:gd name="T17" fmla="*/ 22 h 60"/>
                <a:gd name="T18" fmla="*/ 1 w 8"/>
                <a:gd name="T19" fmla="*/ 22 h 60"/>
                <a:gd name="T20" fmla="*/ 2 w 8"/>
                <a:gd name="T21" fmla="*/ 21 h 60"/>
                <a:gd name="T22" fmla="*/ 2 w 8"/>
                <a:gd name="T23" fmla="*/ 21 h 60"/>
                <a:gd name="T24" fmla="*/ 2 w 8"/>
                <a:gd name="T25" fmla="*/ 18 h 60"/>
                <a:gd name="T26" fmla="*/ 2 w 8"/>
                <a:gd name="T27" fmla="*/ 14 h 60"/>
                <a:gd name="T28" fmla="*/ 2 w 8"/>
                <a:gd name="T29" fmla="*/ 12 h 60"/>
                <a:gd name="T30" fmla="*/ 3 w 8"/>
                <a:gd name="T31" fmla="*/ 9 h 60"/>
                <a:gd name="T32" fmla="*/ 3 w 8"/>
                <a:gd name="T33" fmla="*/ 4 h 60"/>
                <a:gd name="T34" fmla="*/ 3 w 8"/>
                <a:gd name="T35" fmla="*/ 0 h 60"/>
                <a:gd name="T36" fmla="*/ 3 w 8"/>
                <a:gd name="T37" fmla="*/ 0 h 60"/>
                <a:gd name="T38" fmla="*/ 3 w 8"/>
                <a:gd name="T39" fmla="*/ 2 h 60"/>
                <a:gd name="T40" fmla="*/ 3 w 8"/>
                <a:gd name="T41" fmla="*/ 2 h 60"/>
                <a:gd name="T42" fmla="*/ 3 w 8"/>
                <a:gd name="T43" fmla="*/ 2 h 60"/>
                <a:gd name="T44" fmla="*/ 4 w 8"/>
                <a:gd name="T45" fmla="*/ 2 h 60"/>
                <a:gd name="T46" fmla="*/ 4 w 8"/>
                <a:gd name="T47" fmla="*/ 4 h 60"/>
                <a:gd name="T48" fmla="*/ 4 w 8"/>
                <a:gd name="T49" fmla="*/ 3 h 60"/>
                <a:gd name="T50" fmla="*/ 4 w 8"/>
                <a:gd name="T51" fmla="*/ 4 h 60"/>
                <a:gd name="T52" fmla="*/ 5 w 8"/>
                <a:gd name="T53" fmla="*/ 6 h 60"/>
                <a:gd name="T54" fmla="*/ 5 w 8"/>
                <a:gd name="T55" fmla="*/ 8 h 60"/>
                <a:gd name="T56" fmla="*/ 5 w 8"/>
                <a:gd name="T57" fmla="*/ 9 h 60"/>
                <a:gd name="T58" fmla="*/ 5 w 8"/>
                <a:gd name="T59" fmla="*/ 13 h 60"/>
                <a:gd name="T60" fmla="*/ 5 w 8"/>
                <a:gd name="T61" fmla="*/ 17 h 60"/>
                <a:gd name="T62" fmla="*/ 5 w 8"/>
                <a:gd name="T63" fmla="*/ 21 h 60"/>
                <a:gd name="T64" fmla="*/ 5 w 8"/>
                <a:gd name="T65" fmla="*/ 22 h 60"/>
                <a:gd name="T66" fmla="*/ 6 w 8"/>
                <a:gd name="T67" fmla="*/ 26 h 60"/>
                <a:gd name="T68" fmla="*/ 6 w 8"/>
                <a:gd name="T69" fmla="*/ 33 h 60"/>
                <a:gd name="T70" fmla="*/ 6 w 8"/>
                <a:gd name="T71" fmla="*/ 36 h 60"/>
                <a:gd name="T72" fmla="*/ 6 w 8"/>
                <a:gd name="T73" fmla="*/ 39 h 60"/>
                <a:gd name="T74" fmla="*/ 6 w 8"/>
                <a:gd name="T75" fmla="*/ 43 h 60"/>
                <a:gd name="T76" fmla="*/ 6 w 8"/>
                <a:gd name="T77" fmla="*/ 47 h 60"/>
                <a:gd name="T78" fmla="*/ 6 w 8"/>
                <a:gd name="T79" fmla="*/ 49 h 60"/>
                <a:gd name="T80" fmla="*/ 7 w 8"/>
                <a:gd name="T81" fmla="*/ 49 h 60"/>
                <a:gd name="T82" fmla="*/ 7 w 8"/>
                <a:gd name="T83" fmla="*/ 50 h 60"/>
                <a:gd name="T84" fmla="*/ 7 w 8"/>
                <a:gd name="T85" fmla="*/ 52 h 60"/>
                <a:gd name="T86" fmla="*/ 7 w 8"/>
                <a:gd name="T87" fmla="*/ 53 h 60"/>
                <a:gd name="T88" fmla="*/ 7 w 8"/>
                <a:gd name="T89" fmla="*/ 53 h 60"/>
                <a:gd name="T90" fmla="*/ 8 w 8"/>
                <a:gd name="T91" fmla="*/ 54 h 60"/>
                <a:gd name="T92" fmla="*/ 8 w 8"/>
                <a:gd name="T93" fmla="*/ 54 h 60"/>
                <a:gd name="T94" fmla="*/ 8 w 8"/>
                <a:gd name="T95" fmla="*/ 53 h 60"/>
                <a:gd name="T96" fmla="*/ 8 w 8"/>
                <a:gd name="T97" fmla="*/ 54 h 60"/>
                <a:gd name="T98" fmla="*/ 8 w 8"/>
                <a:gd name="T99" fmla="*/ 56 h 60"/>
                <a:gd name="T100" fmla="*/ 8 w 8"/>
                <a:gd name="T101" fmla="*/ 59 h 60"/>
                <a:gd name="T102" fmla="*/ 8 w 8"/>
                <a:gd name="T10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0">
                  <a:moveTo>
                    <a:pt x="0" y="1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1" y="9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1" y="15"/>
                  </a:lnTo>
                  <a:lnTo>
                    <a:pt x="1" y="19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2" y="18"/>
                  </a:lnTo>
                  <a:lnTo>
                    <a:pt x="2" y="14"/>
                  </a:lnTo>
                  <a:lnTo>
                    <a:pt x="2" y="12"/>
                  </a:lnTo>
                  <a:lnTo>
                    <a:pt x="3" y="9"/>
                  </a:lnTo>
                  <a:lnTo>
                    <a:pt x="3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4"/>
                  </a:lnTo>
                  <a:lnTo>
                    <a:pt x="5" y="6"/>
                  </a:lnTo>
                  <a:lnTo>
                    <a:pt x="5" y="8"/>
                  </a:lnTo>
                  <a:lnTo>
                    <a:pt x="5" y="9"/>
                  </a:lnTo>
                  <a:lnTo>
                    <a:pt x="5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5" y="22"/>
                  </a:lnTo>
                  <a:lnTo>
                    <a:pt x="6" y="26"/>
                  </a:lnTo>
                  <a:lnTo>
                    <a:pt x="6" y="33"/>
                  </a:lnTo>
                  <a:lnTo>
                    <a:pt x="6" y="36"/>
                  </a:lnTo>
                  <a:lnTo>
                    <a:pt x="6" y="39"/>
                  </a:lnTo>
                  <a:lnTo>
                    <a:pt x="6" y="43"/>
                  </a:lnTo>
                  <a:lnTo>
                    <a:pt x="6" y="47"/>
                  </a:lnTo>
                  <a:lnTo>
                    <a:pt x="6" y="49"/>
                  </a:lnTo>
                  <a:lnTo>
                    <a:pt x="7" y="49"/>
                  </a:lnTo>
                  <a:lnTo>
                    <a:pt x="7" y="50"/>
                  </a:lnTo>
                  <a:lnTo>
                    <a:pt x="7" y="52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8" y="54"/>
                  </a:lnTo>
                  <a:lnTo>
                    <a:pt x="8" y="54"/>
                  </a:lnTo>
                  <a:lnTo>
                    <a:pt x="8" y="53"/>
                  </a:lnTo>
                  <a:lnTo>
                    <a:pt x="8" y="54"/>
                  </a:lnTo>
                  <a:lnTo>
                    <a:pt x="8" y="56"/>
                  </a:lnTo>
                  <a:lnTo>
                    <a:pt x="8" y="59"/>
                  </a:lnTo>
                  <a:lnTo>
                    <a:pt x="8" y="6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45" name="Freeform 589"/>
            <p:cNvSpPr/>
            <p:nvPr/>
          </p:nvSpPr>
          <p:spPr bwMode="auto">
            <a:xfrm>
              <a:off x="1533525" y="1990726"/>
              <a:ext cx="14288" cy="147638"/>
            </a:xfrm>
            <a:custGeom>
              <a:avLst/>
              <a:gdLst>
                <a:gd name="T0" fmla="*/ 0 w 9"/>
                <a:gd name="T1" fmla="*/ 76 h 93"/>
                <a:gd name="T2" fmla="*/ 0 w 9"/>
                <a:gd name="T3" fmla="*/ 77 h 93"/>
                <a:gd name="T4" fmla="*/ 1 w 9"/>
                <a:gd name="T5" fmla="*/ 78 h 93"/>
                <a:gd name="T6" fmla="*/ 1 w 9"/>
                <a:gd name="T7" fmla="*/ 79 h 93"/>
                <a:gd name="T8" fmla="*/ 1 w 9"/>
                <a:gd name="T9" fmla="*/ 80 h 93"/>
                <a:gd name="T10" fmla="*/ 1 w 9"/>
                <a:gd name="T11" fmla="*/ 80 h 93"/>
                <a:gd name="T12" fmla="*/ 2 w 9"/>
                <a:gd name="T13" fmla="*/ 80 h 93"/>
                <a:gd name="T14" fmla="*/ 2 w 9"/>
                <a:gd name="T15" fmla="*/ 79 h 93"/>
                <a:gd name="T16" fmla="*/ 2 w 9"/>
                <a:gd name="T17" fmla="*/ 75 h 93"/>
                <a:gd name="T18" fmla="*/ 2 w 9"/>
                <a:gd name="T19" fmla="*/ 71 h 93"/>
                <a:gd name="T20" fmla="*/ 2 w 9"/>
                <a:gd name="T21" fmla="*/ 73 h 93"/>
                <a:gd name="T22" fmla="*/ 2 w 9"/>
                <a:gd name="T23" fmla="*/ 77 h 93"/>
                <a:gd name="T24" fmla="*/ 2 w 9"/>
                <a:gd name="T25" fmla="*/ 78 h 93"/>
                <a:gd name="T26" fmla="*/ 3 w 9"/>
                <a:gd name="T27" fmla="*/ 76 h 93"/>
                <a:gd name="T28" fmla="*/ 3 w 9"/>
                <a:gd name="T29" fmla="*/ 76 h 93"/>
                <a:gd name="T30" fmla="*/ 3 w 9"/>
                <a:gd name="T31" fmla="*/ 80 h 93"/>
                <a:gd name="T32" fmla="*/ 3 w 9"/>
                <a:gd name="T33" fmla="*/ 85 h 93"/>
                <a:gd name="T34" fmla="*/ 3 w 9"/>
                <a:gd name="T35" fmla="*/ 89 h 93"/>
                <a:gd name="T36" fmla="*/ 3 w 9"/>
                <a:gd name="T37" fmla="*/ 93 h 93"/>
                <a:gd name="T38" fmla="*/ 3 w 9"/>
                <a:gd name="T39" fmla="*/ 92 h 93"/>
                <a:gd name="T40" fmla="*/ 4 w 9"/>
                <a:gd name="T41" fmla="*/ 90 h 93"/>
                <a:gd name="T42" fmla="*/ 4 w 9"/>
                <a:gd name="T43" fmla="*/ 89 h 93"/>
                <a:gd name="T44" fmla="*/ 4 w 9"/>
                <a:gd name="T45" fmla="*/ 88 h 93"/>
                <a:gd name="T46" fmla="*/ 4 w 9"/>
                <a:gd name="T47" fmla="*/ 85 h 93"/>
                <a:gd name="T48" fmla="*/ 4 w 9"/>
                <a:gd name="T49" fmla="*/ 78 h 93"/>
                <a:gd name="T50" fmla="*/ 5 w 9"/>
                <a:gd name="T51" fmla="*/ 74 h 93"/>
                <a:gd name="T52" fmla="*/ 5 w 9"/>
                <a:gd name="T53" fmla="*/ 70 h 93"/>
                <a:gd name="T54" fmla="*/ 5 w 9"/>
                <a:gd name="T55" fmla="*/ 61 h 93"/>
                <a:gd name="T56" fmla="*/ 5 w 9"/>
                <a:gd name="T57" fmla="*/ 52 h 93"/>
                <a:gd name="T58" fmla="*/ 5 w 9"/>
                <a:gd name="T59" fmla="*/ 48 h 93"/>
                <a:gd name="T60" fmla="*/ 5 w 9"/>
                <a:gd name="T61" fmla="*/ 48 h 93"/>
                <a:gd name="T62" fmla="*/ 6 w 9"/>
                <a:gd name="T63" fmla="*/ 47 h 93"/>
                <a:gd name="T64" fmla="*/ 6 w 9"/>
                <a:gd name="T65" fmla="*/ 45 h 93"/>
                <a:gd name="T66" fmla="*/ 6 w 9"/>
                <a:gd name="T67" fmla="*/ 41 h 93"/>
                <a:gd name="T68" fmla="*/ 6 w 9"/>
                <a:gd name="T69" fmla="*/ 38 h 93"/>
                <a:gd name="T70" fmla="*/ 6 w 9"/>
                <a:gd name="T71" fmla="*/ 36 h 93"/>
                <a:gd name="T72" fmla="*/ 7 w 9"/>
                <a:gd name="T73" fmla="*/ 36 h 93"/>
                <a:gd name="T74" fmla="*/ 7 w 9"/>
                <a:gd name="T75" fmla="*/ 38 h 93"/>
                <a:gd name="T76" fmla="*/ 7 w 9"/>
                <a:gd name="T77" fmla="*/ 36 h 93"/>
                <a:gd name="T78" fmla="*/ 7 w 9"/>
                <a:gd name="T79" fmla="*/ 29 h 93"/>
                <a:gd name="T80" fmla="*/ 7 w 9"/>
                <a:gd name="T81" fmla="*/ 24 h 93"/>
                <a:gd name="T82" fmla="*/ 7 w 9"/>
                <a:gd name="T83" fmla="*/ 26 h 93"/>
                <a:gd name="T84" fmla="*/ 7 w 9"/>
                <a:gd name="T85" fmla="*/ 25 h 93"/>
                <a:gd name="T86" fmla="*/ 8 w 9"/>
                <a:gd name="T87" fmla="*/ 22 h 93"/>
                <a:gd name="T88" fmla="*/ 8 w 9"/>
                <a:gd name="T89" fmla="*/ 20 h 93"/>
                <a:gd name="T90" fmla="*/ 8 w 9"/>
                <a:gd name="T91" fmla="*/ 19 h 93"/>
                <a:gd name="T92" fmla="*/ 8 w 9"/>
                <a:gd name="T93" fmla="*/ 15 h 93"/>
                <a:gd name="T94" fmla="*/ 8 w 9"/>
                <a:gd name="T95" fmla="*/ 9 h 93"/>
                <a:gd name="T96" fmla="*/ 8 w 9"/>
                <a:gd name="T97" fmla="*/ 4 h 93"/>
                <a:gd name="T98" fmla="*/ 8 w 9"/>
                <a:gd name="T99" fmla="*/ 3 h 93"/>
                <a:gd name="T100" fmla="*/ 9 w 9"/>
                <a:gd name="T101" fmla="*/ 2 h 93"/>
                <a:gd name="T102" fmla="*/ 9 w 9"/>
                <a:gd name="T10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93">
                  <a:moveTo>
                    <a:pt x="0" y="76"/>
                  </a:moveTo>
                  <a:lnTo>
                    <a:pt x="0" y="77"/>
                  </a:lnTo>
                  <a:lnTo>
                    <a:pt x="1" y="78"/>
                  </a:lnTo>
                  <a:lnTo>
                    <a:pt x="1" y="79"/>
                  </a:lnTo>
                  <a:lnTo>
                    <a:pt x="1" y="80"/>
                  </a:lnTo>
                  <a:lnTo>
                    <a:pt x="1" y="80"/>
                  </a:lnTo>
                  <a:lnTo>
                    <a:pt x="2" y="80"/>
                  </a:lnTo>
                  <a:lnTo>
                    <a:pt x="2" y="79"/>
                  </a:lnTo>
                  <a:lnTo>
                    <a:pt x="2" y="75"/>
                  </a:lnTo>
                  <a:lnTo>
                    <a:pt x="2" y="71"/>
                  </a:lnTo>
                  <a:lnTo>
                    <a:pt x="2" y="73"/>
                  </a:lnTo>
                  <a:lnTo>
                    <a:pt x="2" y="77"/>
                  </a:lnTo>
                  <a:lnTo>
                    <a:pt x="2" y="78"/>
                  </a:lnTo>
                  <a:lnTo>
                    <a:pt x="3" y="76"/>
                  </a:lnTo>
                  <a:lnTo>
                    <a:pt x="3" y="76"/>
                  </a:lnTo>
                  <a:lnTo>
                    <a:pt x="3" y="80"/>
                  </a:lnTo>
                  <a:lnTo>
                    <a:pt x="3" y="85"/>
                  </a:lnTo>
                  <a:lnTo>
                    <a:pt x="3" y="89"/>
                  </a:lnTo>
                  <a:lnTo>
                    <a:pt x="3" y="93"/>
                  </a:lnTo>
                  <a:lnTo>
                    <a:pt x="3" y="92"/>
                  </a:lnTo>
                  <a:lnTo>
                    <a:pt x="4" y="90"/>
                  </a:lnTo>
                  <a:lnTo>
                    <a:pt x="4" y="89"/>
                  </a:lnTo>
                  <a:lnTo>
                    <a:pt x="4" y="88"/>
                  </a:lnTo>
                  <a:lnTo>
                    <a:pt x="4" y="85"/>
                  </a:lnTo>
                  <a:lnTo>
                    <a:pt x="4" y="78"/>
                  </a:lnTo>
                  <a:lnTo>
                    <a:pt x="5" y="74"/>
                  </a:lnTo>
                  <a:lnTo>
                    <a:pt x="5" y="70"/>
                  </a:lnTo>
                  <a:lnTo>
                    <a:pt x="5" y="61"/>
                  </a:lnTo>
                  <a:lnTo>
                    <a:pt x="5" y="52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6" y="45"/>
                  </a:lnTo>
                  <a:lnTo>
                    <a:pt x="6" y="41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7" y="36"/>
                  </a:lnTo>
                  <a:lnTo>
                    <a:pt x="7" y="38"/>
                  </a:lnTo>
                  <a:lnTo>
                    <a:pt x="7" y="36"/>
                  </a:lnTo>
                  <a:lnTo>
                    <a:pt x="7" y="29"/>
                  </a:lnTo>
                  <a:lnTo>
                    <a:pt x="7" y="24"/>
                  </a:lnTo>
                  <a:lnTo>
                    <a:pt x="7" y="26"/>
                  </a:lnTo>
                  <a:lnTo>
                    <a:pt x="7" y="25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8" y="19"/>
                  </a:lnTo>
                  <a:lnTo>
                    <a:pt x="8" y="15"/>
                  </a:lnTo>
                  <a:lnTo>
                    <a:pt x="8" y="9"/>
                  </a:lnTo>
                  <a:lnTo>
                    <a:pt x="8" y="4"/>
                  </a:lnTo>
                  <a:lnTo>
                    <a:pt x="8" y="3"/>
                  </a:lnTo>
                  <a:lnTo>
                    <a:pt x="9" y="2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46" name="Freeform 590"/>
            <p:cNvSpPr/>
            <p:nvPr/>
          </p:nvSpPr>
          <p:spPr bwMode="auto">
            <a:xfrm>
              <a:off x="1547813" y="1887539"/>
              <a:ext cx="12700" cy="109538"/>
            </a:xfrm>
            <a:custGeom>
              <a:avLst/>
              <a:gdLst>
                <a:gd name="T0" fmla="*/ 0 w 8"/>
                <a:gd name="T1" fmla="*/ 67 h 69"/>
                <a:gd name="T2" fmla="*/ 0 w 8"/>
                <a:gd name="T3" fmla="*/ 65 h 69"/>
                <a:gd name="T4" fmla="*/ 0 w 8"/>
                <a:gd name="T5" fmla="*/ 64 h 69"/>
                <a:gd name="T6" fmla="*/ 0 w 8"/>
                <a:gd name="T7" fmla="*/ 61 h 69"/>
                <a:gd name="T8" fmla="*/ 1 w 8"/>
                <a:gd name="T9" fmla="*/ 56 h 69"/>
                <a:gd name="T10" fmla="*/ 1 w 8"/>
                <a:gd name="T11" fmla="*/ 55 h 69"/>
                <a:gd name="T12" fmla="*/ 1 w 8"/>
                <a:gd name="T13" fmla="*/ 61 h 69"/>
                <a:gd name="T14" fmla="*/ 1 w 8"/>
                <a:gd name="T15" fmla="*/ 65 h 69"/>
                <a:gd name="T16" fmla="*/ 1 w 8"/>
                <a:gd name="T17" fmla="*/ 62 h 69"/>
                <a:gd name="T18" fmla="*/ 1 w 8"/>
                <a:gd name="T19" fmla="*/ 59 h 69"/>
                <a:gd name="T20" fmla="*/ 1 w 8"/>
                <a:gd name="T21" fmla="*/ 61 h 69"/>
                <a:gd name="T22" fmla="*/ 2 w 8"/>
                <a:gd name="T23" fmla="*/ 63 h 69"/>
                <a:gd name="T24" fmla="*/ 2 w 8"/>
                <a:gd name="T25" fmla="*/ 64 h 69"/>
                <a:gd name="T26" fmla="*/ 2 w 8"/>
                <a:gd name="T27" fmla="*/ 67 h 69"/>
                <a:gd name="T28" fmla="*/ 2 w 8"/>
                <a:gd name="T29" fmla="*/ 69 h 69"/>
                <a:gd name="T30" fmla="*/ 2 w 8"/>
                <a:gd name="T31" fmla="*/ 66 h 69"/>
                <a:gd name="T32" fmla="*/ 3 w 8"/>
                <a:gd name="T33" fmla="*/ 60 h 69"/>
                <a:gd name="T34" fmla="*/ 3 w 8"/>
                <a:gd name="T35" fmla="*/ 57 h 69"/>
                <a:gd name="T36" fmla="*/ 3 w 8"/>
                <a:gd name="T37" fmla="*/ 53 h 69"/>
                <a:gd name="T38" fmla="*/ 3 w 8"/>
                <a:gd name="T39" fmla="*/ 47 h 69"/>
                <a:gd name="T40" fmla="*/ 3 w 8"/>
                <a:gd name="T41" fmla="*/ 43 h 69"/>
                <a:gd name="T42" fmla="*/ 3 w 8"/>
                <a:gd name="T43" fmla="*/ 41 h 69"/>
                <a:gd name="T44" fmla="*/ 3 w 8"/>
                <a:gd name="T45" fmla="*/ 36 h 69"/>
                <a:gd name="T46" fmla="*/ 4 w 8"/>
                <a:gd name="T47" fmla="*/ 28 h 69"/>
                <a:gd name="T48" fmla="*/ 4 w 8"/>
                <a:gd name="T49" fmla="*/ 21 h 69"/>
                <a:gd name="T50" fmla="*/ 4 w 8"/>
                <a:gd name="T51" fmla="*/ 16 h 69"/>
                <a:gd name="T52" fmla="*/ 4 w 8"/>
                <a:gd name="T53" fmla="*/ 13 h 69"/>
                <a:gd name="T54" fmla="*/ 4 w 8"/>
                <a:gd name="T55" fmla="*/ 9 h 69"/>
                <a:gd name="T56" fmla="*/ 4 w 8"/>
                <a:gd name="T57" fmla="*/ 5 h 69"/>
                <a:gd name="T58" fmla="*/ 4 w 8"/>
                <a:gd name="T59" fmla="*/ 3 h 69"/>
                <a:gd name="T60" fmla="*/ 5 w 8"/>
                <a:gd name="T61" fmla="*/ 0 h 69"/>
                <a:gd name="T62" fmla="*/ 5 w 8"/>
                <a:gd name="T63" fmla="*/ 0 h 69"/>
                <a:gd name="T64" fmla="*/ 5 w 8"/>
                <a:gd name="T65" fmla="*/ 3 h 69"/>
                <a:gd name="T66" fmla="*/ 5 w 8"/>
                <a:gd name="T67" fmla="*/ 7 h 69"/>
                <a:gd name="T68" fmla="*/ 6 w 8"/>
                <a:gd name="T69" fmla="*/ 7 h 69"/>
                <a:gd name="T70" fmla="*/ 6 w 8"/>
                <a:gd name="T71" fmla="*/ 8 h 69"/>
                <a:gd name="T72" fmla="*/ 6 w 8"/>
                <a:gd name="T73" fmla="*/ 11 h 69"/>
                <a:gd name="T74" fmla="*/ 6 w 8"/>
                <a:gd name="T75" fmla="*/ 16 h 69"/>
                <a:gd name="T76" fmla="*/ 6 w 8"/>
                <a:gd name="T77" fmla="*/ 19 h 69"/>
                <a:gd name="T78" fmla="*/ 6 w 8"/>
                <a:gd name="T79" fmla="*/ 20 h 69"/>
                <a:gd name="T80" fmla="*/ 6 w 8"/>
                <a:gd name="T81" fmla="*/ 23 h 69"/>
                <a:gd name="T82" fmla="*/ 7 w 8"/>
                <a:gd name="T83" fmla="*/ 26 h 69"/>
                <a:gd name="T84" fmla="*/ 7 w 8"/>
                <a:gd name="T85" fmla="*/ 28 h 69"/>
                <a:gd name="T86" fmla="*/ 7 w 8"/>
                <a:gd name="T87" fmla="*/ 29 h 69"/>
                <a:gd name="T88" fmla="*/ 7 w 8"/>
                <a:gd name="T89" fmla="*/ 29 h 69"/>
                <a:gd name="T90" fmla="*/ 7 w 8"/>
                <a:gd name="T91" fmla="*/ 27 h 69"/>
                <a:gd name="T92" fmla="*/ 8 w 8"/>
                <a:gd name="T93" fmla="*/ 26 h 69"/>
                <a:gd name="T94" fmla="*/ 8 w 8"/>
                <a:gd name="T95" fmla="*/ 25 h 69"/>
                <a:gd name="T96" fmla="*/ 8 w 8"/>
                <a:gd name="T97" fmla="*/ 22 h 69"/>
                <a:gd name="T98" fmla="*/ 8 w 8"/>
                <a:gd name="T99" fmla="*/ 17 h 69"/>
                <a:gd name="T100" fmla="*/ 8 w 8"/>
                <a:gd name="T101" fmla="*/ 12 h 69"/>
                <a:gd name="T102" fmla="*/ 8 w 8"/>
                <a:gd name="T103" fmla="*/ 11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9">
                  <a:moveTo>
                    <a:pt x="0" y="67"/>
                  </a:moveTo>
                  <a:lnTo>
                    <a:pt x="0" y="65"/>
                  </a:lnTo>
                  <a:lnTo>
                    <a:pt x="0" y="64"/>
                  </a:lnTo>
                  <a:lnTo>
                    <a:pt x="0" y="61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61"/>
                  </a:lnTo>
                  <a:lnTo>
                    <a:pt x="1" y="65"/>
                  </a:lnTo>
                  <a:lnTo>
                    <a:pt x="1" y="62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2" y="63"/>
                  </a:lnTo>
                  <a:lnTo>
                    <a:pt x="2" y="64"/>
                  </a:lnTo>
                  <a:lnTo>
                    <a:pt x="2" y="67"/>
                  </a:lnTo>
                  <a:lnTo>
                    <a:pt x="2" y="69"/>
                  </a:lnTo>
                  <a:lnTo>
                    <a:pt x="2" y="66"/>
                  </a:lnTo>
                  <a:lnTo>
                    <a:pt x="3" y="60"/>
                  </a:lnTo>
                  <a:lnTo>
                    <a:pt x="3" y="57"/>
                  </a:lnTo>
                  <a:lnTo>
                    <a:pt x="3" y="53"/>
                  </a:lnTo>
                  <a:lnTo>
                    <a:pt x="3" y="47"/>
                  </a:lnTo>
                  <a:lnTo>
                    <a:pt x="3" y="43"/>
                  </a:lnTo>
                  <a:lnTo>
                    <a:pt x="3" y="41"/>
                  </a:lnTo>
                  <a:lnTo>
                    <a:pt x="3" y="36"/>
                  </a:lnTo>
                  <a:lnTo>
                    <a:pt x="4" y="28"/>
                  </a:lnTo>
                  <a:lnTo>
                    <a:pt x="4" y="21"/>
                  </a:lnTo>
                  <a:lnTo>
                    <a:pt x="4" y="16"/>
                  </a:lnTo>
                  <a:lnTo>
                    <a:pt x="4" y="13"/>
                  </a:lnTo>
                  <a:lnTo>
                    <a:pt x="4" y="9"/>
                  </a:lnTo>
                  <a:lnTo>
                    <a:pt x="4" y="5"/>
                  </a:lnTo>
                  <a:lnTo>
                    <a:pt x="4" y="3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7"/>
                  </a:lnTo>
                  <a:lnTo>
                    <a:pt x="6" y="7"/>
                  </a:lnTo>
                  <a:lnTo>
                    <a:pt x="6" y="8"/>
                  </a:lnTo>
                  <a:lnTo>
                    <a:pt x="6" y="11"/>
                  </a:lnTo>
                  <a:lnTo>
                    <a:pt x="6" y="16"/>
                  </a:lnTo>
                  <a:lnTo>
                    <a:pt x="6" y="19"/>
                  </a:lnTo>
                  <a:lnTo>
                    <a:pt x="6" y="20"/>
                  </a:lnTo>
                  <a:lnTo>
                    <a:pt x="6" y="23"/>
                  </a:lnTo>
                  <a:lnTo>
                    <a:pt x="7" y="26"/>
                  </a:lnTo>
                  <a:lnTo>
                    <a:pt x="7" y="28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7" y="27"/>
                  </a:lnTo>
                  <a:lnTo>
                    <a:pt x="8" y="26"/>
                  </a:lnTo>
                  <a:lnTo>
                    <a:pt x="8" y="25"/>
                  </a:lnTo>
                  <a:lnTo>
                    <a:pt x="8" y="22"/>
                  </a:lnTo>
                  <a:lnTo>
                    <a:pt x="8" y="17"/>
                  </a:lnTo>
                  <a:lnTo>
                    <a:pt x="8" y="12"/>
                  </a:lnTo>
                  <a:lnTo>
                    <a:pt x="8" y="1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47" name="Freeform 591"/>
            <p:cNvSpPr/>
            <p:nvPr/>
          </p:nvSpPr>
          <p:spPr bwMode="auto">
            <a:xfrm>
              <a:off x="1560513" y="1905001"/>
              <a:ext cx="14288" cy="88900"/>
            </a:xfrm>
            <a:custGeom>
              <a:avLst/>
              <a:gdLst>
                <a:gd name="T0" fmla="*/ 0 w 9"/>
                <a:gd name="T1" fmla="*/ 1 h 56"/>
                <a:gd name="T2" fmla="*/ 0 w 9"/>
                <a:gd name="T3" fmla="*/ 0 h 56"/>
                <a:gd name="T4" fmla="*/ 0 w 9"/>
                <a:gd name="T5" fmla="*/ 4 h 56"/>
                <a:gd name="T6" fmla="*/ 1 w 9"/>
                <a:gd name="T7" fmla="*/ 7 h 56"/>
                <a:gd name="T8" fmla="*/ 1 w 9"/>
                <a:gd name="T9" fmla="*/ 9 h 56"/>
                <a:gd name="T10" fmla="*/ 1 w 9"/>
                <a:gd name="T11" fmla="*/ 14 h 56"/>
                <a:gd name="T12" fmla="*/ 1 w 9"/>
                <a:gd name="T13" fmla="*/ 19 h 56"/>
                <a:gd name="T14" fmla="*/ 1 w 9"/>
                <a:gd name="T15" fmla="*/ 23 h 56"/>
                <a:gd name="T16" fmla="*/ 1 w 9"/>
                <a:gd name="T17" fmla="*/ 27 h 56"/>
                <a:gd name="T18" fmla="*/ 2 w 9"/>
                <a:gd name="T19" fmla="*/ 32 h 56"/>
                <a:gd name="T20" fmla="*/ 2 w 9"/>
                <a:gd name="T21" fmla="*/ 35 h 56"/>
                <a:gd name="T22" fmla="*/ 2 w 9"/>
                <a:gd name="T23" fmla="*/ 36 h 56"/>
                <a:gd name="T24" fmla="*/ 2 w 9"/>
                <a:gd name="T25" fmla="*/ 36 h 56"/>
                <a:gd name="T26" fmla="*/ 2 w 9"/>
                <a:gd name="T27" fmla="*/ 35 h 56"/>
                <a:gd name="T28" fmla="*/ 3 w 9"/>
                <a:gd name="T29" fmla="*/ 34 h 56"/>
                <a:gd name="T30" fmla="*/ 3 w 9"/>
                <a:gd name="T31" fmla="*/ 33 h 56"/>
                <a:gd name="T32" fmla="*/ 3 w 9"/>
                <a:gd name="T33" fmla="*/ 32 h 56"/>
                <a:gd name="T34" fmla="*/ 3 w 9"/>
                <a:gd name="T35" fmla="*/ 33 h 56"/>
                <a:gd name="T36" fmla="*/ 3 w 9"/>
                <a:gd name="T37" fmla="*/ 35 h 56"/>
                <a:gd name="T38" fmla="*/ 3 w 9"/>
                <a:gd name="T39" fmla="*/ 36 h 56"/>
                <a:gd name="T40" fmla="*/ 3 w 9"/>
                <a:gd name="T41" fmla="*/ 38 h 56"/>
                <a:gd name="T42" fmla="*/ 4 w 9"/>
                <a:gd name="T43" fmla="*/ 43 h 56"/>
                <a:gd name="T44" fmla="*/ 4 w 9"/>
                <a:gd name="T45" fmla="*/ 48 h 56"/>
                <a:gd name="T46" fmla="*/ 4 w 9"/>
                <a:gd name="T47" fmla="*/ 51 h 56"/>
                <a:gd name="T48" fmla="*/ 4 w 9"/>
                <a:gd name="T49" fmla="*/ 53 h 56"/>
                <a:gd name="T50" fmla="*/ 5 w 9"/>
                <a:gd name="T51" fmla="*/ 56 h 56"/>
                <a:gd name="T52" fmla="*/ 5 w 9"/>
                <a:gd name="T53" fmla="*/ 56 h 56"/>
                <a:gd name="T54" fmla="*/ 5 w 9"/>
                <a:gd name="T55" fmla="*/ 54 h 56"/>
                <a:gd name="T56" fmla="*/ 5 w 9"/>
                <a:gd name="T57" fmla="*/ 53 h 56"/>
                <a:gd name="T58" fmla="*/ 5 w 9"/>
                <a:gd name="T59" fmla="*/ 50 h 56"/>
                <a:gd name="T60" fmla="*/ 5 w 9"/>
                <a:gd name="T61" fmla="*/ 47 h 56"/>
                <a:gd name="T62" fmla="*/ 5 w 9"/>
                <a:gd name="T63" fmla="*/ 45 h 56"/>
                <a:gd name="T64" fmla="*/ 6 w 9"/>
                <a:gd name="T65" fmla="*/ 44 h 56"/>
                <a:gd name="T66" fmla="*/ 6 w 9"/>
                <a:gd name="T67" fmla="*/ 43 h 56"/>
                <a:gd name="T68" fmla="*/ 6 w 9"/>
                <a:gd name="T69" fmla="*/ 42 h 56"/>
                <a:gd name="T70" fmla="*/ 6 w 9"/>
                <a:gd name="T71" fmla="*/ 42 h 56"/>
                <a:gd name="T72" fmla="*/ 6 w 9"/>
                <a:gd name="T73" fmla="*/ 44 h 56"/>
                <a:gd name="T74" fmla="*/ 6 w 9"/>
                <a:gd name="T75" fmla="*/ 46 h 56"/>
                <a:gd name="T76" fmla="*/ 6 w 9"/>
                <a:gd name="T77" fmla="*/ 48 h 56"/>
                <a:gd name="T78" fmla="*/ 7 w 9"/>
                <a:gd name="T79" fmla="*/ 46 h 56"/>
                <a:gd name="T80" fmla="*/ 7 w 9"/>
                <a:gd name="T81" fmla="*/ 45 h 56"/>
                <a:gd name="T82" fmla="*/ 7 w 9"/>
                <a:gd name="T83" fmla="*/ 45 h 56"/>
                <a:gd name="T84" fmla="*/ 7 w 9"/>
                <a:gd name="T85" fmla="*/ 44 h 56"/>
                <a:gd name="T86" fmla="*/ 7 w 9"/>
                <a:gd name="T87" fmla="*/ 43 h 56"/>
                <a:gd name="T88" fmla="*/ 8 w 9"/>
                <a:gd name="T89" fmla="*/ 41 h 56"/>
                <a:gd name="T90" fmla="*/ 8 w 9"/>
                <a:gd name="T91" fmla="*/ 39 h 56"/>
                <a:gd name="T92" fmla="*/ 8 w 9"/>
                <a:gd name="T93" fmla="*/ 36 h 56"/>
                <a:gd name="T94" fmla="*/ 8 w 9"/>
                <a:gd name="T95" fmla="*/ 36 h 56"/>
                <a:gd name="T96" fmla="*/ 8 w 9"/>
                <a:gd name="T97" fmla="*/ 36 h 56"/>
                <a:gd name="T98" fmla="*/ 8 w 9"/>
                <a:gd name="T99" fmla="*/ 36 h 56"/>
                <a:gd name="T100" fmla="*/ 8 w 9"/>
                <a:gd name="T101" fmla="*/ 37 h 56"/>
                <a:gd name="T102" fmla="*/ 9 w 9"/>
                <a:gd name="T103" fmla="*/ 3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6">
                  <a:moveTo>
                    <a:pt x="0" y="1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" y="7"/>
                  </a:lnTo>
                  <a:lnTo>
                    <a:pt x="1" y="9"/>
                  </a:lnTo>
                  <a:lnTo>
                    <a:pt x="1" y="14"/>
                  </a:lnTo>
                  <a:lnTo>
                    <a:pt x="1" y="19"/>
                  </a:lnTo>
                  <a:lnTo>
                    <a:pt x="1" y="23"/>
                  </a:lnTo>
                  <a:lnTo>
                    <a:pt x="1" y="27"/>
                  </a:lnTo>
                  <a:lnTo>
                    <a:pt x="2" y="32"/>
                  </a:lnTo>
                  <a:lnTo>
                    <a:pt x="2" y="35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35"/>
                  </a:lnTo>
                  <a:lnTo>
                    <a:pt x="3" y="34"/>
                  </a:lnTo>
                  <a:lnTo>
                    <a:pt x="3" y="33"/>
                  </a:lnTo>
                  <a:lnTo>
                    <a:pt x="3" y="32"/>
                  </a:lnTo>
                  <a:lnTo>
                    <a:pt x="3" y="33"/>
                  </a:lnTo>
                  <a:lnTo>
                    <a:pt x="3" y="35"/>
                  </a:lnTo>
                  <a:lnTo>
                    <a:pt x="3" y="36"/>
                  </a:lnTo>
                  <a:lnTo>
                    <a:pt x="3" y="38"/>
                  </a:lnTo>
                  <a:lnTo>
                    <a:pt x="4" y="43"/>
                  </a:lnTo>
                  <a:lnTo>
                    <a:pt x="4" y="48"/>
                  </a:lnTo>
                  <a:lnTo>
                    <a:pt x="4" y="51"/>
                  </a:lnTo>
                  <a:lnTo>
                    <a:pt x="4" y="53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4"/>
                  </a:lnTo>
                  <a:lnTo>
                    <a:pt x="5" y="53"/>
                  </a:lnTo>
                  <a:lnTo>
                    <a:pt x="5" y="50"/>
                  </a:lnTo>
                  <a:lnTo>
                    <a:pt x="5" y="47"/>
                  </a:lnTo>
                  <a:lnTo>
                    <a:pt x="5" y="45"/>
                  </a:lnTo>
                  <a:lnTo>
                    <a:pt x="6" y="44"/>
                  </a:lnTo>
                  <a:lnTo>
                    <a:pt x="6" y="43"/>
                  </a:lnTo>
                  <a:lnTo>
                    <a:pt x="6" y="42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6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7" y="44"/>
                  </a:lnTo>
                  <a:lnTo>
                    <a:pt x="7" y="43"/>
                  </a:lnTo>
                  <a:lnTo>
                    <a:pt x="8" y="41"/>
                  </a:lnTo>
                  <a:lnTo>
                    <a:pt x="8" y="39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8" y="37"/>
                  </a:lnTo>
                  <a:lnTo>
                    <a:pt x="9" y="3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48" name="Freeform 592"/>
            <p:cNvSpPr/>
            <p:nvPr/>
          </p:nvSpPr>
          <p:spPr bwMode="auto">
            <a:xfrm>
              <a:off x="1573213" y="1957389"/>
              <a:ext cx="14288" cy="96838"/>
            </a:xfrm>
            <a:custGeom>
              <a:avLst/>
              <a:gdLst>
                <a:gd name="T0" fmla="*/ 0 w 9"/>
                <a:gd name="T1" fmla="*/ 4 h 61"/>
                <a:gd name="T2" fmla="*/ 1 w 9"/>
                <a:gd name="T3" fmla="*/ 5 h 61"/>
                <a:gd name="T4" fmla="*/ 1 w 9"/>
                <a:gd name="T5" fmla="*/ 5 h 61"/>
                <a:gd name="T6" fmla="*/ 1 w 9"/>
                <a:gd name="T7" fmla="*/ 5 h 61"/>
                <a:gd name="T8" fmla="*/ 1 w 9"/>
                <a:gd name="T9" fmla="*/ 5 h 61"/>
                <a:gd name="T10" fmla="*/ 2 w 9"/>
                <a:gd name="T11" fmla="*/ 5 h 61"/>
                <a:gd name="T12" fmla="*/ 2 w 9"/>
                <a:gd name="T13" fmla="*/ 5 h 61"/>
                <a:gd name="T14" fmla="*/ 2 w 9"/>
                <a:gd name="T15" fmla="*/ 4 h 61"/>
                <a:gd name="T16" fmla="*/ 2 w 9"/>
                <a:gd name="T17" fmla="*/ 4 h 61"/>
                <a:gd name="T18" fmla="*/ 2 w 9"/>
                <a:gd name="T19" fmla="*/ 2 h 61"/>
                <a:gd name="T20" fmla="*/ 2 w 9"/>
                <a:gd name="T21" fmla="*/ 0 h 61"/>
                <a:gd name="T22" fmla="*/ 2 w 9"/>
                <a:gd name="T23" fmla="*/ 0 h 61"/>
                <a:gd name="T24" fmla="*/ 3 w 9"/>
                <a:gd name="T25" fmla="*/ 2 h 61"/>
                <a:gd name="T26" fmla="*/ 3 w 9"/>
                <a:gd name="T27" fmla="*/ 3 h 61"/>
                <a:gd name="T28" fmla="*/ 3 w 9"/>
                <a:gd name="T29" fmla="*/ 4 h 61"/>
                <a:gd name="T30" fmla="*/ 3 w 9"/>
                <a:gd name="T31" fmla="*/ 4 h 61"/>
                <a:gd name="T32" fmla="*/ 3 w 9"/>
                <a:gd name="T33" fmla="*/ 5 h 61"/>
                <a:gd name="T34" fmla="*/ 3 w 9"/>
                <a:gd name="T35" fmla="*/ 7 h 61"/>
                <a:gd name="T36" fmla="*/ 3 w 9"/>
                <a:gd name="T37" fmla="*/ 7 h 61"/>
                <a:gd name="T38" fmla="*/ 4 w 9"/>
                <a:gd name="T39" fmla="*/ 8 h 61"/>
                <a:gd name="T40" fmla="*/ 4 w 9"/>
                <a:gd name="T41" fmla="*/ 9 h 61"/>
                <a:gd name="T42" fmla="*/ 4 w 9"/>
                <a:gd name="T43" fmla="*/ 9 h 61"/>
                <a:gd name="T44" fmla="*/ 4 w 9"/>
                <a:gd name="T45" fmla="*/ 10 h 61"/>
                <a:gd name="T46" fmla="*/ 4 w 9"/>
                <a:gd name="T47" fmla="*/ 9 h 61"/>
                <a:gd name="T48" fmla="*/ 5 w 9"/>
                <a:gd name="T49" fmla="*/ 8 h 61"/>
                <a:gd name="T50" fmla="*/ 5 w 9"/>
                <a:gd name="T51" fmla="*/ 7 h 61"/>
                <a:gd name="T52" fmla="*/ 5 w 9"/>
                <a:gd name="T53" fmla="*/ 7 h 61"/>
                <a:gd name="T54" fmla="*/ 5 w 9"/>
                <a:gd name="T55" fmla="*/ 8 h 61"/>
                <a:gd name="T56" fmla="*/ 5 w 9"/>
                <a:gd name="T57" fmla="*/ 9 h 61"/>
                <a:gd name="T58" fmla="*/ 5 w 9"/>
                <a:gd name="T59" fmla="*/ 7 h 61"/>
                <a:gd name="T60" fmla="*/ 5 w 9"/>
                <a:gd name="T61" fmla="*/ 5 h 61"/>
                <a:gd name="T62" fmla="*/ 6 w 9"/>
                <a:gd name="T63" fmla="*/ 6 h 61"/>
                <a:gd name="T64" fmla="*/ 6 w 9"/>
                <a:gd name="T65" fmla="*/ 10 h 61"/>
                <a:gd name="T66" fmla="*/ 6 w 9"/>
                <a:gd name="T67" fmla="*/ 11 h 61"/>
                <a:gd name="T68" fmla="*/ 6 w 9"/>
                <a:gd name="T69" fmla="*/ 12 h 61"/>
                <a:gd name="T70" fmla="*/ 7 w 9"/>
                <a:gd name="T71" fmla="*/ 15 h 61"/>
                <a:gd name="T72" fmla="*/ 7 w 9"/>
                <a:gd name="T73" fmla="*/ 20 h 61"/>
                <a:gd name="T74" fmla="*/ 7 w 9"/>
                <a:gd name="T75" fmla="*/ 23 h 61"/>
                <a:gd name="T76" fmla="*/ 7 w 9"/>
                <a:gd name="T77" fmla="*/ 26 h 61"/>
                <a:gd name="T78" fmla="*/ 7 w 9"/>
                <a:gd name="T79" fmla="*/ 30 h 61"/>
                <a:gd name="T80" fmla="*/ 7 w 9"/>
                <a:gd name="T81" fmla="*/ 34 h 61"/>
                <a:gd name="T82" fmla="*/ 7 w 9"/>
                <a:gd name="T83" fmla="*/ 37 h 61"/>
                <a:gd name="T84" fmla="*/ 8 w 9"/>
                <a:gd name="T85" fmla="*/ 41 h 61"/>
                <a:gd name="T86" fmla="*/ 8 w 9"/>
                <a:gd name="T87" fmla="*/ 46 h 61"/>
                <a:gd name="T88" fmla="*/ 8 w 9"/>
                <a:gd name="T89" fmla="*/ 48 h 61"/>
                <a:gd name="T90" fmla="*/ 8 w 9"/>
                <a:gd name="T91" fmla="*/ 49 h 61"/>
                <a:gd name="T92" fmla="*/ 8 w 9"/>
                <a:gd name="T93" fmla="*/ 53 h 61"/>
                <a:gd name="T94" fmla="*/ 8 w 9"/>
                <a:gd name="T95" fmla="*/ 58 h 61"/>
                <a:gd name="T96" fmla="*/ 8 w 9"/>
                <a:gd name="T97" fmla="*/ 61 h 61"/>
                <a:gd name="T98" fmla="*/ 9 w 9"/>
                <a:gd name="T99" fmla="*/ 59 h 61"/>
                <a:gd name="T100" fmla="*/ 9 w 9"/>
                <a:gd name="T101" fmla="*/ 59 h 61"/>
                <a:gd name="T102" fmla="*/ 9 w 9"/>
                <a:gd name="T103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1">
                  <a:moveTo>
                    <a:pt x="0" y="4"/>
                  </a:move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4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10"/>
                  </a:lnTo>
                  <a:lnTo>
                    <a:pt x="4" y="9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8"/>
                  </a:lnTo>
                  <a:lnTo>
                    <a:pt x="5" y="9"/>
                  </a:lnTo>
                  <a:lnTo>
                    <a:pt x="5" y="7"/>
                  </a:lnTo>
                  <a:lnTo>
                    <a:pt x="5" y="5"/>
                  </a:lnTo>
                  <a:lnTo>
                    <a:pt x="6" y="6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7" y="15"/>
                  </a:lnTo>
                  <a:lnTo>
                    <a:pt x="7" y="20"/>
                  </a:lnTo>
                  <a:lnTo>
                    <a:pt x="7" y="23"/>
                  </a:lnTo>
                  <a:lnTo>
                    <a:pt x="7" y="26"/>
                  </a:lnTo>
                  <a:lnTo>
                    <a:pt x="7" y="30"/>
                  </a:lnTo>
                  <a:lnTo>
                    <a:pt x="7" y="34"/>
                  </a:lnTo>
                  <a:lnTo>
                    <a:pt x="7" y="37"/>
                  </a:lnTo>
                  <a:lnTo>
                    <a:pt x="8" y="41"/>
                  </a:lnTo>
                  <a:lnTo>
                    <a:pt x="8" y="46"/>
                  </a:lnTo>
                  <a:lnTo>
                    <a:pt x="8" y="48"/>
                  </a:lnTo>
                  <a:lnTo>
                    <a:pt x="8" y="49"/>
                  </a:lnTo>
                  <a:lnTo>
                    <a:pt x="8" y="53"/>
                  </a:lnTo>
                  <a:lnTo>
                    <a:pt x="8" y="58"/>
                  </a:lnTo>
                  <a:lnTo>
                    <a:pt x="8" y="61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9" y="6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49" name="Freeform 593"/>
            <p:cNvSpPr/>
            <p:nvPr/>
          </p:nvSpPr>
          <p:spPr bwMode="auto">
            <a:xfrm>
              <a:off x="1587500" y="2051051"/>
              <a:ext cx="12700" cy="122238"/>
            </a:xfrm>
            <a:custGeom>
              <a:avLst/>
              <a:gdLst>
                <a:gd name="T0" fmla="*/ 0 w 8"/>
                <a:gd name="T1" fmla="*/ 0 h 77"/>
                <a:gd name="T2" fmla="*/ 0 w 8"/>
                <a:gd name="T3" fmla="*/ 2 h 77"/>
                <a:gd name="T4" fmla="*/ 0 w 8"/>
                <a:gd name="T5" fmla="*/ 2 h 77"/>
                <a:gd name="T6" fmla="*/ 1 w 8"/>
                <a:gd name="T7" fmla="*/ 1 h 77"/>
                <a:gd name="T8" fmla="*/ 1 w 8"/>
                <a:gd name="T9" fmla="*/ 3 h 77"/>
                <a:gd name="T10" fmla="*/ 1 w 8"/>
                <a:gd name="T11" fmla="*/ 4 h 77"/>
                <a:gd name="T12" fmla="*/ 1 w 8"/>
                <a:gd name="T13" fmla="*/ 3 h 77"/>
                <a:gd name="T14" fmla="*/ 1 w 8"/>
                <a:gd name="T15" fmla="*/ 3 h 77"/>
                <a:gd name="T16" fmla="*/ 1 w 8"/>
                <a:gd name="T17" fmla="*/ 9 h 77"/>
                <a:gd name="T18" fmla="*/ 1 w 8"/>
                <a:gd name="T19" fmla="*/ 13 h 77"/>
                <a:gd name="T20" fmla="*/ 2 w 8"/>
                <a:gd name="T21" fmla="*/ 13 h 77"/>
                <a:gd name="T22" fmla="*/ 2 w 8"/>
                <a:gd name="T23" fmla="*/ 17 h 77"/>
                <a:gd name="T24" fmla="*/ 2 w 8"/>
                <a:gd name="T25" fmla="*/ 22 h 77"/>
                <a:gd name="T26" fmla="*/ 2 w 8"/>
                <a:gd name="T27" fmla="*/ 22 h 77"/>
                <a:gd name="T28" fmla="*/ 2 w 8"/>
                <a:gd name="T29" fmla="*/ 18 h 77"/>
                <a:gd name="T30" fmla="*/ 3 w 8"/>
                <a:gd name="T31" fmla="*/ 20 h 77"/>
                <a:gd name="T32" fmla="*/ 3 w 8"/>
                <a:gd name="T33" fmla="*/ 23 h 77"/>
                <a:gd name="T34" fmla="*/ 3 w 8"/>
                <a:gd name="T35" fmla="*/ 22 h 77"/>
                <a:gd name="T36" fmla="*/ 3 w 8"/>
                <a:gd name="T37" fmla="*/ 17 h 77"/>
                <a:gd name="T38" fmla="*/ 3 w 8"/>
                <a:gd name="T39" fmla="*/ 17 h 77"/>
                <a:gd name="T40" fmla="*/ 3 w 8"/>
                <a:gd name="T41" fmla="*/ 20 h 77"/>
                <a:gd name="T42" fmla="*/ 3 w 8"/>
                <a:gd name="T43" fmla="*/ 21 h 77"/>
                <a:gd name="T44" fmla="*/ 4 w 8"/>
                <a:gd name="T45" fmla="*/ 23 h 77"/>
                <a:gd name="T46" fmla="*/ 4 w 8"/>
                <a:gd name="T47" fmla="*/ 31 h 77"/>
                <a:gd name="T48" fmla="*/ 4 w 8"/>
                <a:gd name="T49" fmla="*/ 38 h 77"/>
                <a:gd name="T50" fmla="*/ 4 w 8"/>
                <a:gd name="T51" fmla="*/ 41 h 77"/>
                <a:gd name="T52" fmla="*/ 4 w 8"/>
                <a:gd name="T53" fmla="*/ 47 h 77"/>
                <a:gd name="T54" fmla="*/ 4 w 8"/>
                <a:gd name="T55" fmla="*/ 58 h 77"/>
                <a:gd name="T56" fmla="*/ 4 w 8"/>
                <a:gd name="T57" fmla="*/ 62 h 77"/>
                <a:gd name="T58" fmla="*/ 5 w 8"/>
                <a:gd name="T59" fmla="*/ 62 h 77"/>
                <a:gd name="T60" fmla="*/ 5 w 8"/>
                <a:gd name="T61" fmla="*/ 69 h 77"/>
                <a:gd name="T62" fmla="*/ 5 w 8"/>
                <a:gd name="T63" fmla="*/ 77 h 77"/>
                <a:gd name="T64" fmla="*/ 5 w 8"/>
                <a:gd name="T65" fmla="*/ 76 h 77"/>
                <a:gd name="T66" fmla="*/ 6 w 8"/>
                <a:gd name="T67" fmla="*/ 67 h 77"/>
                <a:gd name="T68" fmla="*/ 6 w 8"/>
                <a:gd name="T69" fmla="*/ 64 h 77"/>
                <a:gd name="T70" fmla="*/ 6 w 8"/>
                <a:gd name="T71" fmla="*/ 65 h 77"/>
                <a:gd name="T72" fmla="*/ 6 w 8"/>
                <a:gd name="T73" fmla="*/ 63 h 77"/>
                <a:gd name="T74" fmla="*/ 6 w 8"/>
                <a:gd name="T75" fmla="*/ 59 h 77"/>
                <a:gd name="T76" fmla="*/ 6 w 8"/>
                <a:gd name="T77" fmla="*/ 55 h 77"/>
                <a:gd name="T78" fmla="*/ 6 w 8"/>
                <a:gd name="T79" fmla="*/ 52 h 77"/>
                <a:gd name="T80" fmla="*/ 7 w 8"/>
                <a:gd name="T81" fmla="*/ 47 h 77"/>
                <a:gd name="T82" fmla="*/ 7 w 8"/>
                <a:gd name="T83" fmla="*/ 46 h 77"/>
                <a:gd name="T84" fmla="*/ 7 w 8"/>
                <a:gd name="T85" fmla="*/ 50 h 77"/>
                <a:gd name="T86" fmla="*/ 7 w 8"/>
                <a:gd name="T87" fmla="*/ 52 h 77"/>
                <a:gd name="T88" fmla="*/ 7 w 8"/>
                <a:gd name="T89" fmla="*/ 46 h 77"/>
                <a:gd name="T90" fmla="*/ 8 w 8"/>
                <a:gd name="T91" fmla="*/ 40 h 77"/>
                <a:gd name="T92" fmla="*/ 8 w 8"/>
                <a:gd name="T93" fmla="*/ 39 h 77"/>
                <a:gd name="T94" fmla="*/ 8 w 8"/>
                <a:gd name="T95" fmla="*/ 35 h 77"/>
                <a:gd name="T96" fmla="*/ 8 w 8"/>
                <a:gd name="T97" fmla="*/ 25 h 77"/>
                <a:gd name="T98" fmla="*/ 8 w 8"/>
                <a:gd name="T99" fmla="*/ 20 h 77"/>
                <a:gd name="T100" fmla="*/ 8 w 8"/>
                <a:gd name="T101" fmla="*/ 20 h 77"/>
                <a:gd name="T102" fmla="*/ 8 w 8"/>
                <a:gd name="T103" fmla="*/ 1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77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9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2" y="18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3" y="22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4" y="23"/>
                  </a:lnTo>
                  <a:lnTo>
                    <a:pt x="4" y="31"/>
                  </a:lnTo>
                  <a:lnTo>
                    <a:pt x="4" y="38"/>
                  </a:lnTo>
                  <a:lnTo>
                    <a:pt x="4" y="41"/>
                  </a:lnTo>
                  <a:lnTo>
                    <a:pt x="4" y="47"/>
                  </a:lnTo>
                  <a:lnTo>
                    <a:pt x="4" y="58"/>
                  </a:lnTo>
                  <a:lnTo>
                    <a:pt x="4" y="62"/>
                  </a:lnTo>
                  <a:lnTo>
                    <a:pt x="5" y="62"/>
                  </a:lnTo>
                  <a:lnTo>
                    <a:pt x="5" y="69"/>
                  </a:lnTo>
                  <a:lnTo>
                    <a:pt x="5" y="77"/>
                  </a:lnTo>
                  <a:lnTo>
                    <a:pt x="5" y="76"/>
                  </a:lnTo>
                  <a:lnTo>
                    <a:pt x="6" y="67"/>
                  </a:lnTo>
                  <a:lnTo>
                    <a:pt x="6" y="64"/>
                  </a:lnTo>
                  <a:lnTo>
                    <a:pt x="6" y="65"/>
                  </a:lnTo>
                  <a:lnTo>
                    <a:pt x="6" y="63"/>
                  </a:lnTo>
                  <a:lnTo>
                    <a:pt x="6" y="59"/>
                  </a:lnTo>
                  <a:lnTo>
                    <a:pt x="6" y="55"/>
                  </a:lnTo>
                  <a:lnTo>
                    <a:pt x="6" y="52"/>
                  </a:lnTo>
                  <a:lnTo>
                    <a:pt x="7" y="47"/>
                  </a:lnTo>
                  <a:lnTo>
                    <a:pt x="7" y="46"/>
                  </a:lnTo>
                  <a:lnTo>
                    <a:pt x="7" y="50"/>
                  </a:lnTo>
                  <a:lnTo>
                    <a:pt x="7" y="52"/>
                  </a:lnTo>
                  <a:lnTo>
                    <a:pt x="7" y="46"/>
                  </a:lnTo>
                  <a:lnTo>
                    <a:pt x="8" y="40"/>
                  </a:lnTo>
                  <a:lnTo>
                    <a:pt x="8" y="39"/>
                  </a:lnTo>
                  <a:lnTo>
                    <a:pt x="8" y="35"/>
                  </a:lnTo>
                  <a:lnTo>
                    <a:pt x="8" y="25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8" y="1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50" name="Freeform 594"/>
            <p:cNvSpPr/>
            <p:nvPr/>
          </p:nvSpPr>
          <p:spPr bwMode="auto">
            <a:xfrm>
              <a:off x="1600200" y="1882776"/>
              <a:ext cx="14288" cy="200025"/>
            </a:xfrm>
            <a:custGeom>
              <a:avLst/>
              <a:gdLst>
                <a:gd name="T0" fmla="*/ 0 w 9"/>
                <a:gd name="T1" fmla="*/ 126 h 126"/>
                <a:gd name="T2" fmla="*/ 0 w 9"/>
                <a:gd name="T3" fmla="*/ 122 h 126"/>
                <a:gd name="T4" fmla="*/ 1 w 9"/>
                <a:gd name="T5" fmla="*/ 116 h 126"/>
                <a:gd name="T6" fmla="*/ 1 w 9"/>
                <a:gd name="T7" fmla="*/ 114 h 126"/>
                <a:gd name="T8" fmla="*/ 1 w 9"/>
                <a:gd name="T9" fmla="*/ 114 h 126"/>
                <a:gd name="T10" fmla="*/ 1 w 9"/>
                <a:gd name="T11" fmla="*/ 113 h 126"/>
                <a:gd name="T12" fmla="*/ 1 w 9"/>
                <a:gd name="T13" fmla="*/ 111 h 126"/>
                <a:gd name="T14" fmla="*/ 1 w 9"/>
                <a:gd name="T15" fmla="*/ 110 h 126"/>
                <a:gd name="T16" fmla="*/ 1 w 9"/>
                <a:gd name="T17" fmla="*/ 105 h 126"/>
                <a:gd name="T18" fmla="*/ 2 w 9"/>
                <a:gd name="T19" fmla="*/ 95 h 126"/>
                <a:gd name="T20" fmla="*/ 2 w 9"/>
                <a:gd name="T21" fmla="*/ 87 h 126"/>
                <a:gd name="T22" fmla="*/ 2 w 9"/>
                <a:gd name="T23" fmla="*/ 83 h 126"/>
                <a:gd name="T24" fmla="*/ 2 w 9"/>
                <a:gd name="T25" fmla="*/ 80 h 126"/>
                <a:gd name="T26" fmla="*/ 3 w 9"/>
                <a:gd name="T27" fmla="*/ 73 h 126"/>
                <a:gd name="T28" fmla="*/ 3 w 9"/>
                <a:gd name="T29" fmla="*/ 66 h 126"/>
                <a:gd name="T30" fmla="*/ 3 w 9"/>
                <a:gd name="T31" fmla="*/ 63 h 126"/>
                <a:gd name="T32" fmla="*/ 3 w 9"/>
                <a:gd name="T33" fmla="*/ 60 h 126"/>
                <a:gd name="T34" fmla="*/ 3 w 9"/>
                <a:gd name="T35" fmla="*/ 55 h 126"/>
                <a:gd name="T36" fmla="*/ 3 w 9"/>
                <a:gd name="T37" fmla="*/ 52 h 126"/>
                <a:gd name="T38" fmla="*/ 3 w 9"/>
                <a:gd name="T39" fmla="*/ 54 h 126"/>
                <a:gd name="T40" fmla="*/ 4 w 9"/>
                <a:gd name="T41" fmla="*/ 55 h 126"/>
                <a:gd name="T42" fmla="*/ 4 w 9"/>
                <a:gd name="T43" fmla="*/ 55 h 126"/>
                <a:gd name="T44" fmla="*/ 4 w 9"/>
                <a:gd name="T45" fmla="*/ 56 h 126"/>
                <a:gd name="T46" fmla="*/ 4 w 9"/>
                <a:gd name="T47" fmla="*/ 55 h 126"/>
                <a:gd name="T48" fmla="*/ 4 w 9"/>
                <a:gd name="T49" fmla="*/ 53 h 126"/>
                <a:gd name="T50" fmla="*/ 5 w 9"/>
                <a:gd name="T51" fmla="*/ 52 h 126"/>
                <a:gd name="T52" fmla="*/ 5 w 9"/>
                <a:gd name="T53" fmla="*/ 54 h 126"/>
                <a:gd name="T54" fmla="*/ 5 w 9"/>
                <a:gd name="T55" fmla="*/ 50 h 126"/>
                <a:gd name="T56" fmla="*/ 5 w 9"/>
                <a:gd name="T57" fmla="*/ 43 h 126"/>
                <a:gd name="T58" fmla="*/ 5 w 9"/>
                <a:gd name="T59" fmla="*/ 37 h 126"/>
                <a:gd name="T60" fmla="*/ 5 w 9"/>
                <a:gd name="T61" fmla="*/ 34 h 126"/>
                <a:gd name="T62" fmla="*/ 6 w 9"/>
                <a:gd name="T63" fmla="*/ 31 h 126"/>
                <a:gd name="T64" fmla="*/ 6 w 9"/>
                <a:gd name="T65" fmla="*/ 26 h 126"/>
                <a:gd name="T66" fmla="*/ 6 w 9"/>
                <a:gd name="T67" fmla="*/ 21 h 126"/>
                <a:gd name="T68" fmla="*/ 6 w 9"/>
                <a:gd name="T69" fmla="*/ 15 h 126"/>
                <a:gd name="T70" fmla="*/ 6 w 9"/>
                <a:gd name="T71" fmla="*/ 11 h 126"/>
                <a:gd name="T72" fmla="*/ 7 w 9"/>
                <a:gd name="T73" fmla="*/ 8 h 126"/>
                <a:gd name="T74" fmla="*/ 7 w 9"/>
                <a:gd name="T75" fmla="*/ 7 h 126"/>
                <a:gd name="T76" fmla="*/ 7 w 9"/>
                <a:gd name="T77" fmla="*/ 5 h 126"/>
                <a:gd name="T78" fmla="*/ 7 w 9"/>
                <a:gd name="T79" fmla="*/ 1 h 126"/>
                <a:gd name="T80" fmla="*/ 7 w 9"/>
                <a:gd name="T81" fmla="*/ 0 h 126"/>
                <a:gd name="T82" fmla="*/ 7 w 9"/>
                <a:gd name="T83" fmla="*/ 4 h 126"/>
                <a:gd name="T84" fmla="*/ 7 w 9"/>
                <a:gd name="T85" fmla="*/ 8 h 126"/>
                <a:gd name="T86" fmla="*/ 8 w 9"/>
                <a:gd name="T87" fmla="*/ 8 h 126"/>
                <a:gd name="T88" fmla="*/ 8 w 9"/>
                <a:gd name="T89" fmla="*/ 10 h 126"/>
                <a:gd name="T90" fmla="*/ 8 w 9"/>
                <a:gd name="T91" fmla="*/ 14 h 126"/>
                <a:gd name="T92" fmla="*/ 8 w 9"/>
                <a:gd name="T93" fmla="*/ 18 h 126"/>
                <a:gd name="T94" fmla="*/ 8 w 9"/>
                <a:gd name="T95" fmla="*/ 23 h 126"/>
                <a:gd name="T96" fmla="*/ 8 w 9"/>
                <a:gd name="T97" fmla="*/ 28 h 126"/>
                <a:gd name="T98" fmla="*/ 8 w 9"/>
                <a:gd name="T99" fmla="*/ 31 h 126"/>
                <a:gd name="T100" fmla="*/ 9 w 9"/>
                <a:gd name="T101" fmla="*/ 31 h 126"/>
                <a:gd name="T102" fmla="*/ 9 w 9"/>
                <a:gd name="T103" fmla="*/ 3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26">
                  <a:moveTo>
                    <a:pt x="0" y="126"/>
                  </a:moveTo>
                  <a:lnTo>
                    <a:pt x="0" y="122"/>
                  </a:lnTo>
                  <a:lnTo>
                    <a:pt x="1" y="116"/>
                  </a:lnTo>
                  <a:lnTo>
                    <a:pt x="1" y="114"/>
                  </a:lnTo>
                  <a:lnTo>
                    <a:pt x="1" y="114"/>
                  </a:lnTo>
                  <a:lnTo>
                    <a:pt x="1" y="113"/>
                  </a:lnTo>
                  <a:lnTo>
                    <a:pt x="1" y="111"/>
                  </a:lnTo>
                  <a:lnTo>
                    <a:pt x="1" y="110"/>
                  </a:lnTo>
                  <a:lnTo>
                    <a:pt x="1" y="105"/>
                  </a:lnTo>
                  <a:lnTo>
                    <a:pt x="2" y="95"/>
                  </a:lnTo>
                  <a:lnTo>
                    <a:pt x="2" y="87"/>
                  </a:lnTo>
                  <a:lnTo>
                    <a:pt x="2" y="83"/>
                  </a:lnTo>
                  <a:lnTo>
                    <a:pt x="2" y="80"/>
                  </a:lnTo>
                  <a:lnTo>
                    <a:pt x="3" y="73"/>
                  </a:lnTo>
                  <a:lnTo>
                    <a:pt x="3" y="66"/>
                  </a:lnTo>
                  <a:lnTo>
                    <a:pt x="3" y="63"/>
                  </a:lnTo>
                  <a:lnTo>
                    <a:pt x="3" y="60"/>
                  </a:lnTo>
                  <a:lnTo>
                    <a:pt x="3" y="55"/>
                  </a:lnTo>
                  <a:lnTo>
                    <a:pt x="3" y="52"/>
                  </a:lnTo>
                  <a:lnTo>
                    <a:pt x="3" y="54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4" y="53"/>
                  </a:lnTo>
                  <a:lnTo>
                    <a:pt x="5" y="52"/>
                  </a:lnTo>
                  <a:lnTo>
                    <a:pt x="5" y="54"/>
                  </a:lnTo>
                  <a:lnTo>
                    <a:pt x="5" y="50"/>
                  </a:lnTo>
                  <a:lnTo>
                    <a:pt x="5" y="43"/>
                  </a:lnTo>
                  <a:lnTo>
                    <a:pt x="5" y="37"/>
                  </a:lnTo>
                  <a:lnTo>
                    <a:pt x="5" y="34"/>
                  </a:lnTo>
                  <a:lnTo>
                    <a:pt x="6" y="31"/>
                  </a:lnTo>
                  <a:lnTo>
                    <a:pt x="6" y="26"/>
                  </a:lnTo>
                  <a:lnTo>
                    <a:pt x="6" y="21"/>
                  </a:lnTo>
                  <a:lnTo>
                    <a:pt x="6" y="15"/>
                  </a:lnTo>
                  <a:lnTo>
                    <a:pt x="6" y="11"/>
                  </a:lnTo>
                  <a:lnTo>
                    <a:pt x="7" y="8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4"/>
                  </a:lnTo>
                  <a:lnTo>
                    <a:pt x="7" y="8"/>
                  </a:lnTo>
                  <a:lnTo>
                    <a:pt x="8" y="8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8" y="23"/>
                  </a:lnTo>
                  <a:lnTo>
                    <a:pt x="8" y="28"/>
                  </a:lnTo>
                  <a:lnTo>
                    <a:pt x="8" y="31"/>
                  </a:lnTo>
                  <a:lnTo>
                    <a:pt x="9" y="31"/>
                  </a:lnTo>
                  <a:lnTo>
                    <a:pt x="9" y="3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51" name="Freeform 595"/>
            <p:cNvSpPr/>
            <p:nvPr/>
          </p:nvSpPr>
          <p:spPr bwMode="auto">
            <a:xfrm>
              <a:off x="1614488" y="1909764"/>
              <a:ext cx="12700" cy="114300"/>
            </a:xfrm>
            <a:custGeom>
              <a:avLst/>
              <a:gdLst>
                <a:gd name="T0" fmla="*/ 0 w 8"/>
                <a:gd name="T1" fmla="*/ 14 h 72"/>
                <a:gd name="T2" fmla="*/ 0 w 8"/>
                <a:gd name="T3" fmla="*/ 16 h 72"/>
                <a:gd name="T4" fmla="*/ 0 w 8"/>
                <a:gd name="T5" fmla="*/ 20 h 72"/>
                <a:gd name="T6" fmla="*/ 0 w 8"/>
                <a:gd name="T7" fmla="*/ 20 h 72"/>
                <a:gd name="T8" fmla="*/ 1 w 8"/>
                <a:gd name="T9" fmla="*/ 18 h 72"/>
                <a:gd name="T10" fmla="*/ 1 w 8"/>
                <a:gd name="T11" fmla="*/ 15 h 72"/>
                <a:gd name="T12" fmla="*/ 1 w 8"/>
                <a:gd name="T13" fmla="*/ 12 h 72"/>
                <a:gd name="T14" fmla="*/ 1 w 8"/>
                <a:gd name="T15" fmla="*/ 9 h 72"/>
                <a:gd name="T16" fmla="*/ 1 w 8"/>
                <a:gd name="T17" fmla="*/ 5 h 72"/>
                <a:gd name="T18" fmla="*/ 1 w 8"/>
                <a:gd name="T19" fmla="*/ 1 h 72"/>
                <a:gd name="T20" fmla="*/ 1 w 8"/>
                <a:gd name="T21" fmla="*/ 0 h 72"/>
                <a:gd name="T22" fmla="*/ 2 w 8"/>
                <a:gd name="T23" fmla="*/ 2 h 72"/>
                <a:gd name="T24" fmla="*/ 2 w 8"/>
                <a:gd name="T25" fmla="*/ 2 h 72"/>
                <a:gd name="T26" fmla="*/ 2 w 8"/>
                <a:gd name="T27" fmla="*/ 3 h 72"/>
                <a:gd name="T28" fmla="*/ 2 w 8"/>
                <a:gd name="T29" fmla="*/ 5 h 72"/>
                <a:gd name="T30" fmla="*/ 2 w 8"/>
                <a:gd name="T31" fmla="*/ 7 h 72"/>
                <a:gd name="T32" fmla="*/ 3 w 8"/>
                <a:gd name="T33" fmla="*/ 10 h 72"/>
                <a:gd name="T34" fmla="*/ 3 w 8"/>
                <a:gd name="T35" fmla="*/ 13 h 72"/>
                <a:gd name="T36" fmla="*/ 3 w 8"/>
                <a:gd name="T37" fmla="*/ 14 h 72"/>
                <a:gd name="T38" fmla="*/ 3 w 8"/>
                <a:gd name="T39" fmla="*/ 13 h 72"/>
                <a:gd name="T40" fmla="*/ 3 w 8"/>
                <a:gd name="T41" fmla="*/ 14 h 72"/>
                <a:gd name="T42" fmla="*/ 3 w 8"/>
                <a:gd name="T43" fmla="*/ 16 h 72"/>
                <a:gd name="T44" fmla="*/ 3 w 8"/>
                <a:gd name="T45" fmla="*/ 18 h 72"/>
                <a:gd name="T46" fmla="*/ 4 w 8"/>
                <a:gd name="T47" fmla="*/ 19 h 72"/>
                <a:gd name="T48" fmla="*/ 4 w 8"/>
                <a:gd name="T49" fmla="*/ 20 h 72"/>
                <a:gd name="T50" fmla="*/ 4 w 8"/>
                <a:gd name="T51" fmla="*/ 22 h 72"/>
                <a:gd name="T52" fmla="*/ 4 w 8"/>
                <a:gd name="T53" fmla="*/ 25 h 72"/>
                <a:gd name="T54" fmla="*/ 4 w 8"/>
                <a:gd name="T55" fmla="*/ 30 h 72"/>
                <a:gd name="T56" fmla="*/ 4 w 8"/>
                <a:gd name="T57" fmla="*/ 35 h 72"/>
                <a:gd name="T58" fmla="*/ 4 w 8"/>
                <a:gd name="T59" fmla="*/ 39 h 72"/>
                <a:gd name="T60" fmla="*/ 5 w 8"/>
                <a:gd name="T61" fmla="*/ 45 h 72"/>
                <a:gd name="T62" fmla="*/ 5 w 8"/>
                <a:gd name="T63" fmla="*/ 50 h 72"/>
                <a:gd name="T64" fmla="*/ 5 w 8"/>
                <a:gd name="T65" fmla="*/ 53 h 72"/>
                <a:gd name="T66" fmla="*/ 5 w 8"/>
                <a:gd name="T67" fmla="*/ 55 h 72"/>
                <a:gd name="T68" fmla="*/ 6 w 8"/>
                <a:gd name="T69" fmla="*/ 57 h 72"/>
                <a:gd name="T70" fmla="*/ 6 w 8"/>
                <a:gd name="T71" fmla="*/ 59 h 72"/>
                <a:gd name="T72" fmla="*/ 6 w 8"/>
                <a:gd name="T73" fmla="*/ 61 h 72"/>
                <a:gd name="T74" fmla="*/ 6 w 8"/>
                <a:gd name="T75" fmla="*/ 61 h 72"/>
                <a:gd name="T76" fmla="*/ 6 w 8"/>
                <a:gd name="T77" fmla="*/ 60 h 72"/>
                <a:gd name="T78" fmla="*/ 6 w 8"/>
                <a:gd name="T79" fmla="*/ 59 h 72"/>
                <a:gd name="T80" fmla="*/ 6 w 8"/>
                <a:gd name="T81" fmla="*/ 59 h 72"/>
                <a:gd name="T82" fmla="*/ 7 w 8"/>
                <a:gd name="T83" fmla="*/ 60 h 72"/>
                <a:gd name="T84" fmla="*/ 7 w 8"/>
                <a:gd name="T85" fmla="*/ 63 h 72"/>
                <a:gd name="T86" fmla="*/ 7 w 8"/>
                <a:gd name="T87" fmla="*/ 66 h 72"/>
                <a:gd name="T88" fmla="*/ 7 w 8"/>
                <a:gd name="T89" fmla="*/ 66 h 72"/>
                <a:gd name="T90" fmla="*/ 7 w 8"/>
                <a:gd name="T91" fmla="*/ 67 h 72"/>
                <a:gd name="T92" fmla="*/ 8 w 8"/>
                <a:gd name="T93" fmla="*/ 69 h 72"/>
                <a:gd name="T94" fmla="*/ 8 w 8"/>
                <a:gd name="T95" fmla="*/ 72 h 72"/>
                <a:gd name="T96" fmla="*/ 8 w 8"/>
                <a:gd name="T97" fmla="*/ 72 h 72"/>
                <a:gd name="T98" fmla="*/ 8 w 8"/>
                <a:gd name="T99" fmla="*/ 72 h 72"/>
                <a:gd name="T100" fmla="*/ 8 w 8"/>
                <a:gd name="T101" fmla="*/ 72 h 72"/>
                <a:gd name="T102" fmla="*/ 8 w 8"/>
                <a:gd name="T103" fmla="*/ 7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72">
                  <a:moveTo>
                    <a:pt x="0" y="14"/>
                  </a:moveTo>
                  <a:lnTo>
                    <a:pt x="0" y="16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" y="18"/>
                  </a:lnTo>
                  <a:lnTo>
                    <a:pt x="1" y="15"/>
                  </a:lnTo>
                  <a:lnTo>
                    <a:pt x="1" y="12"/>
                  </a:lnTo>
                  <a:lnTo>
                    <a:pt x="1" y="9"/>
                  </a:lnTo>
                  <a:lnTo>
                    <a:pt x="1" y="5"/>
                  </a:lnTo>
                  <a:lnTo>
                    <a:pt x="1" y="1"/>
                  </a:lnTo>
                  <a:lnTo>
                    <a:pt x="1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7"/>
                  </a:lnTo>
                  <a:lnTo>
                    <a:pt x="3" y="10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4" y="19"/>
                  </a:lnTo>
                  <a:lnTo>
                    <a:pt x="4" y="20"/>
                  </a:lnTo>
                  <a:lnTo>
                    <a:pt x="4" y="22"/>
                  </a:lnTo>
                  <a:lnTo>
                    <a:pt x="4" y="25"/>
                  </a:lnTo>
                  <a:lnTo>
                    <a:pt x="4" y="30"/>
                  </a:lnTo>
                  <a:lnTo>
                    <a:pt x="4" y="35"/>
                  </a:lnTo>
                  <a:lnTo>
                    <a:pt x="4" y="39"/>
                  </a:lnTo>
                  <a:lnTo>
                    <a:pt x="5" y="45"/>
                  </a:lnTo>
                  <a:lnTo>
                    <a:pt x="5" y="50"/>
                  </a:lnTo>
                  <a:lnTo>
                    <a:pt x="5" y="53"/>
                  </a:lnTo>
                  <a:lnTo>
                    <a:pt x="5" y="55"/>
                  </a:lnTo>
                  <a:lnTo>
                    <a:pt x="6" y="57"/>
                  </a:lnTo>
                  <a:lnTo>
                    <a:pt x="6" y="59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6" y="60"/>
                  </a:lnTo>
                  <a:lnTo>
                    <a:pt x="6" y="59"/>
                  </a:lnTo>
                  <a:lnTo>
                    <a:pt x="6" y="59"/>
                  </a:lnTo>
                  <a:lnTo>
                    <a:pt x="7" y="60"/>
                  </a:lnTo>
                  <a:lnTo>
                    <a:pt x="7" y="63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7" y="67"/>
                  </a:lnTo>
                  <a:lnTo>
                    <a:pt x="8" y="69"/>
                  </a:lnTo>
                  <a:lnTo>
                    <a:pt x="8" y="72"/>
                  </a:lnTo>
                  <a:lnTo>
                    <a:pt x="8" y="72"/>
                  </a:lnTo>
                  <a:lnTo>
                    <a:pt x="8" y="72"/>
                  </a:lnTo>
                  <a:lnTo>
                    <a:pt x="8" y="72"/>
                  </a:lnTo>
                  <a:lnTo>
                    <a:pt x="8" y="7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52" name="Freeform 596"/>
            <p:cNvSpPr/>
            <p:nvPr/>
          </p:nvSpPr>
          <p:spPr bwMode="auto">
            <a:xfrm>
              <a:off x="1627188" y="1955801"/>
              <a:ext cx="14288" cy="73025"/>
            </a:xfrm>
            <a:custGeom>
              <a:avLst/>
              <a:gdLst>
                <a:gd name="T0" fmla="*/ 0 w 9"/>
                <a:gd name="T1" fmla="*/ 43 h 46"/>
                <a:gd name="T2" fmla="*/ 0 w 9"/>
                <a:gd name="T3" fmla="*/ 41 h 46"/>
                <a:gd name="T4" fmla="*/ 0 w 9"/>
                <a:gd name="T5" fmla="*/ 39 h 46"/>
                <a:gd name="T6" fmla="*/ 1 w 9"/>
                <a:gd name="T7" fmla="*/ 39 h 46"/>
                <a:gd name="T8" fmla="*/ 1 w 9"/>
                <a:gd name="T9" fmla="*/ 41 h 46"/>
                <a:gd name="T10" fmla="*/ 1 w 9"/>
                <a:gd name="T11" fmla="*/ 42 h 46"/>
                <a:gd name="T12" fmla="*/ 1 w 9"/>
                <a:gd name="T13" fmla="*/ 43 h 46"/>
                <a:gd name="T14" fmla="*/ 1 w 9"/>
                <a:gd name="T15" fmla="*/ 45 h 46"/>
                <a:gd name="T16" fmla="*/ 1 w 9"/>
                <a:gd name="T17" fmla="*/ 46 h 46"/>
                <a:gd name="T18" fmla="*/ 2 w 9"/>
                <a:gd name="T19" fmla="*/ 46 h 46"/>
                <a:gd name="T20" fmla="*/ 2 w 9"/>
                <a:gd name="T21" fmla="*/ 46 h 46"/>
                <a:gd name="T22" fmla="*/ 2 w 9"/>
                <a:gd name="T23" fmla="*/ 45 h 46"/>
                <a:gd name="T24" fmla="*/ 2 w 9"/>
                <a:gd name="T25" fmla="*/ 45 h 46"/>
                <a:gd name="T26" fmla="*/ 2 w 9"/>
                <a:gd name="T27" fmla="*/ 43 h 46"/>
                <a:gd name="T28" fmla="*/ 3 w 9"/>
                <a:gd name="T29" fmla="*/ 41 h 46"/>
                <a:gd name="T30" fmla="*/ 3 w 9"/>
                <a:gd name="T31" fmla="*/ 37 h 46"/>
                <a:gd name="T32" fmla="*/ 3 w 9"/>
                <a:gd name="T33" fmla="*/ 35 h 46"/>
                <a:gd name="T34" fmla="*/ 3 w 9"/>
                <a:gd name="T35" fmla="*/ 33 h 46"/>
                <a:gd name="T36" fmla="*/ 3 w 9"/>
                <a:gd name="T37" fmla="*/ 31 h 46"/>
                <a:gd name="T38" fmla="*/ 3 w 9"/>
                <a:gd name="T39" fmla="*/ 30 h 46"/>
                <a:gd name="T40" fmla="*/ 3 w 9"/>
                <a:gd name="T41" fmla="*/ 28 h 46"/>
                <a:gd name="T42" fmla="*/ 4 w 9"/>
                <a:gd name="T43" fmla="*/ 26 h 46"/>
                <a:gd name="T44" fmla="*/ 4 w 9"/>
                <a:gd name="T45" fmla="*/ 26 h 46"/>
                <a:gd name="T46" fmla="*/ 4 w 9"/>
                <a:gd name="T47" fmla="*/ 28 h 46"/>
                <a:gd name="T48" fmla="*/ 4 w 9"/>
                <a:gd name="T49" fmla="*/ 29 h 46"/>
                <a:gd name="T50" fmla="*/ 4 w 9"/>
                <a:gd name="T51" fmla="*/ 29 h 46"/>
                <a:gd name="T52" fmla="*/ 5 w 9"/>
                <a:gd name="T53" fmla="*/ 30 h 46"/>
                <a:gd name="T54" fmla="*/ 5 w 9"/>
                <a:gd name="T55" fmla="*/ 31 h 46"/>
                <a:gd name="T56" fmla="*/ 5 w 9"/>
                <a:gd name="T57" fmla="*/ 31 h 46"/>
                <a:gd name="T58" fmla="*/ 5 w 9"/>
                <a:gd name="T59" fmla="*/ 31 h 46"/>
                <a:gd name="T60" fmla="*/ 5 w 9"/>
                <a:gd name="T61" fmla="*/ 30 h 46"/>
                <a:gd name="T62" fmla="*/ 5 w 9"/>
                <a:gd name="T63" fmla="*/ 28 h 46"/>
                <a:gd name="T64" fmla="*/ 6 w 9"/>
                <a:gd name="T65" fmla="*/ 25 h 46"/>
                <a:gd name="T66" fmla="*/ 6 w 9"/>
                <a:gd name="T67" fmla="*/ 22 h 46"/>
                <a:gd name="T68" fmla="*/ 6 w 9"/>
                <a:gd name="T69" fmla="*/ 18 h 46"/>
                <a:gd name="T70" fmla="*/ 6 w 9"/>
                <a:gd name="T71" fmla="*/ 14 h 46"/>
                <a:gd name="T72" fmla="*/ 6 w 9"/>
                <a:gd name="T73" fmla="*/ 11 h 46"/>
                <a:gd name="T74" fmla="*/ 6 w 9"/>
                <a:gd name="T75" fmla="*/ 8 h 46"/>
                <a:gd name="T76" fmla="*/ 6 w 9"/>
                <a:gd name="T77" fmla="*/ 4 h 46"/>
                <a:gd name="T78" fmla="*/ 7 w 9"/>
                <a:gd name="T79" fmla="*/ 3 h 46"/>
                <a:gd name="T80" fmla="*/ 7 w 9"/>
                <a:gd name="T81" fmla="*/ 1 h 46"/>
                <a:gd name="T82" fmla="*/ 7 w 9"/>
                <a:gd name="T83" fmla="*/ 0 h 46"/>
                <a:gd name="T84" fmla="*/ 7 w 9"/>
                <a:gd name="T85" fmla="*/ 0 h 46"/>
                <a:gd name="T86" fmla="*/ 7 w 9"/>
                <a:gd name="T87" fmla="*/ 0 h 46"/>
                <a:gd name="T88" fmla="*/ 8 w 9"/>
                <a:gd name="T89" fmla="*/ 1 h 46"/>
                <a:gd name="T90" fmla="*/ 8 w 9"/>
                <a:gd name="T91" fmla="*/ 2 h 46"/>
                <a:gd name="T92" fmla="*/ 8 w 9"/>
                <a:gd name="T93" fmla="*/ 6 h 46"/>
                <a:gd name="T94" fmla="*/ 8 w 9"/>
                <a:gd name="T95" fmla="*/ 9 h 46"/>
                <a:gd name="T96" fmla="*/ 8 w 9"/>
                <a:gd name="T97" fmla="*/ 10 h 46"/>
                <a:gd name="T98" fmla="*/ 8 w 9"/>
                <a:gd name="T99" fmla="*/ 11 h 46"/>
                <a:gd name="T100" fmla="*/ 8 w 9"/>
                <a:gd name="T101" fmla="*/ 15 h 46"/>
                <a:gd name="T102" fmla="*/ 9 w 9"/>
                <a:gd name="T103" fmla="*/ 2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6">
                  <a:moveTo>
                    <a:pt x="0" y="43"/>
                  </a:moveTo>
                  <a:lnTo>
                    <a:pt x="0" y="41"/>
                  </a:lnTo>
                  <a:lnTo>
                    <a:pt x="0" y="39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1" y="43"/>
                  </a:lnTo>
                  <a:lnTo>
                    <a:pt x="1" y="45"/>
                  </a:lnTo>
                  <a:lnTo>
                    <a:pt x="1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2" y="45"/>
                  </a:lnTo>
                  <a:lnTo>
                    <a:pt x="2" y="45"/>
                  </a:lnTo>
                  <a:lnTo>
                    <a:pt x="2" y="43"/>
                  </a:lnTo>
                  <a:lnTo>
                    <a:pt x="3" y="41"/>
                  </a:lnTo>
                  <a:lnTo>
                    <a:pt x="3" y="37"/>
                  </a:lnTo>
                  <a:lnTo>
                    <a:pt x="3" y="35"/>
                  </a:lnTo>
                  <a:lnTo>
                    <a:pt x="3" y="33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3" y="28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4" y="28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5" y="30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5" y="30"/>
                  </a:lnTo>
                  <a:lnTo>
                    <a:pt x="5" y="28"/>
                  </a:lnTo>
                  <a:lnTo>
                    <a:pt x="6" y="25"/>
                  </a:lnTo>
                  <a:lnTo>
                    <a:pt x="6" y="22"/>
                  </a:lnTo>
                  <a:lnTo>
                    <a:pt x="6" y="18"/>
                  </a:lnTo>
                  <a:lnTo>
                    <a:pt x="6" y="14"/>
                  </a:lnTo>
                  <a:lnTo>
                    <a:pt x="6" y="11"/>
                  </a:lnTo>
                  <a:lnTo>
                    <a:pt x="6" y="8"/>
                  </a:lnTo>
                  <a:lnTo>
                    <a:pt x="6" y="4"/>
                  </a:lnTo>
                  <a:lnTo>
                    <a:pt x="7" y="3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1"/>
                  </a:lnTo>
                  <a:lnTo>
                    <a:pt x="8" y="2"/>
                  </a:lnTo>
                  <a:lnTo>
                    <a:pt x="8" y="6"/>
                  </a:lnTo>
                  <a:lnTo>
                    <a:pt x="8" y="9"/>
                  </a:lnTo>
                  <a:lnTo>
                    <a:pt x="8" y="10"/>
                  </a:lnTo>
                  <a:lnTo>
                    <a:pt x="8" y="11"/>
                  </a:lnTo>
                  <a:lnTo>
                    <a:pt x="8" y="15"/>
                  </a:lnTo>
                  <a:lnTo>
                    <a:pt x="9" y="2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53" name="Freeform 597"/>
            <p:cNvSpPr/>
            <p:nvPr/>
          </p:nvSpPr>
          <p:spPr bwMode="auto">
            <a:xfrm>
              <a:off x="1639888" y="1979614"/>
              <a:ext cx="14288" cy="174625"/>
            </a:xfrm>
            <a:custGeom>
              <a:avLst/>
              <a:gdLst>
                <a:gd name="T0" fmla="*/ 0 w 9"/>
                <a:gd name="T1" fmla="*/ 0 h 110"/>
                <a:gd name="T2" fmla="*/ 1 w 9"/>
                <a:gd name="T3" fmla="*/ 5 h 110"/>
                <a:gd name="T4" fmla="*/ 1 w 9"/>
                <a:gd name="T5" fmla="*/ 9 h 110"/>
                <a:gd name="T6" fmla="*/ 1 w 9"/>
                <a:gd name="T7" fmla="*/ 12 h 110"/>
                <a:gd name="T8" fmla="*/ 1 w 9"/>
                <a:gd name="T9" fmla="*/ 16 h 110"/>
                <a:gd name="T10" fmla="*/ 2 w 9"/>
                <a:gd name="T11" fmla="*/ 20 h 110"/>
                <a:gd name="T12" fmla="*/ 2 w 9"/>
                <a:gd name="T13" fmla="*/ 22 h 110"/>
                <a:gd name="T14" fmla="*/ 2 w 9"/>
                <a:gd name="T15" fmla="*/ 24 h 110"/>
                <a:gd name="T16" fmla="*/ 2 w 9"/>
                <a:gd name="T17" fmla="*/ 26 h 110"/>
                <a:gd name="T18" fmla="*/ 2 w 9"/>
                <a:gd name="T19" fmla="*/ 28 h 110"/>
                <a:gd name="T20" fmla="*/ 2 w 9"/>
                <a:gd name="T21" fmla="*/ 26 h 110"/>
                <a:gd name="T22" fmla="*/ 2 w 9"/>
                <a:gd name="T23" fmla="*/ 26 h 110"/>
                <a:gd name="T24" fmla="*/ 3 w 9"/>
                <a:gd name="T25" fmla="*/ 27 h 110"/>
                <a:gd name="T26" fmla="*/ 3 w 9"/>
                <a:gd name="T27" fmla="*/ 26 h 110"/>
                <a:gd name="T28" fmla="*/ 3 w 9"/>
                <a:gd name="T29" fmla="*/ 24 h 110"/>
                <a:gd name="T30" fmla="*/ 3 w 9"/>
                <a:gd name="T31" fmla="*/ 25 h 110"/>
                <a:gd name="T32" fmla="*/ 3 w 9"/>
                <a:gd name="T33" fmla="*/ 28 h 110"/>
                <a:gd name="T34" fmla="*/ 3 w 9"/>
                <a:gd name="T35" fmla="*/ 30 h 110"/>
                <a:gd name="T36" fmla="*/ 3 w 9"/>
                <a:gd name="T37" fmla="*/ 31 h 110"/>
                <a:gd name="T38" fmla="*/ 4 w 9"/>
                <a:gd name="T39" fmla="*/ 34 h 110"/>
                <a:gd name="T40" fmla="*/ 4 w 9"/>
                <a:gd name="T41" fmla="*/ 38 h 110"/>
                <a:gd name="T42" fmla="*/ 4 w 9"/>
                <a:gd name="T43" fmla="*/ 40 h 110"/>
                <a:gd name="T44" fmla="*/ 4 w 9"/>
                <a:gd name="T45" fmla="*/ 39 h 110"/>
                <a:gd name="T46" fmla="*/ 4 w 9"/>
                <a:gd name="T47" fmla="*/ 40 h 110"/>
                <a:gd name="T48" fmla="*/ 5 w 9"/>
                <a:gd name="T49" fmla="*/ 40 h 110"/>
                <a:gd name="T50" fmla="*/ 5 w 9"/>
                <a:gd name="T51" fmla="*/ 37 h 110"/>
                <a:gd name="T52" fmla="*/ 5 w 9"/>
                <a:gd name="T53" fmla="*/ 34 h 110"/>
                <a:gd name="T54" fmla="*/ 5 w 9"/>
                <a:gd name="T55" fmla="*/ 35 h 110"/>
                <a:gd name="T56" fmla="*/ 5 w 9"/>
                <a:gd name="T57" fmla="*/ 35 h 110"/>
                <a:gd name="T58" fmla="*/ 5 w 9"/>
                <a:gd name="T59" fmla="*/ 32 h 110"/>
                <a:gd name="T60" fmla="*/ 5 w 9"/>
                <a:gd name="T61" fmla="*/ 32 h 110"/>
                <a:gd name="T62" fmla="*/ 6 w 9"/>
                <a:gd name="T63" fmla="*/ 36 h 110"/>
                <a:gd name="T64" fmla="*/ 6 w 9"/>
                <a:gd name="T65" fmla="*/ 40 h 110"/>
                <a:gd name="T66" fmla="*/ 6 w 9"/>
                <a:gd name="T67" fmla="*/ 43 h 110"/>
                <a:gd name="T68" fmla="*/ 6 w 9"/>
                <a:gd name="T69" fmla="*/ 49 h 110"/>
                <a:gd name="T70" fmla="*/ 7 w 9"/>
                <a:gd name="T71" fmla="*/ 57 h 110"/>
                <a:gd name="T72" fmla="*/ 7 w 9"/>
                <a:gd name="T73" fmla="*/ 63 h 110"/>
                <a:gd name="T74" fmla="*/ 7 w 9"/>
                <a:gd name="T75" fmla="*/ 68 h 110"/>
                <a:gd name="T76" fmla="*/ 7 w 9"/>
                <a:gd name="T77" fmla="*/ 73 h 110"/>
                <a:gd name="T78" fmla="*/ 7 w 9"/>
                <a:gd name="T79" fmla="*/ 78 h 110"/>
                <a:gd name="T80" fmla="*/ 7 w 9"/>
                <a:gd name="T81" fmla="*/ 80 h 110"/>
                <a:gd name="T82" fmla="*/ 7 w 9"/>
                <a:gd name="T83" fmla="*/ 83 h 110"/>
                <a:gd name="T84" fmla="*/ 8 w 9"/>
                <a:gd name="T85" fmla="*/ 86 h 110"/>
                <a:gd name="T86" fmla="*/ 8 w 9"/>
                <a:gd name="T87" fmla="*/ 89 h 110"/>
                <a:gd name="T88" fmla="*/ 8 w 9"/>
                <a:gd name="T89" fmla="*/ 90 h 110"/>
                <a:gd name="T90" fmla="*/ 8 w 9"/>
                <a:gd name="T91" fmla="*/ 92 h 110"/>
                <a:gd name="T92" fmla="*/ 8 w 9"/>
                <a:gd name="T93" fmla="*/ 94 h 110"/>
                <a:gd name="T94" fmla="*/ 8 w 9"/>
                <a:gd name="T95" fmla="*/ 95 h 110"/>
                <a:gd name="T96" fmla="*/ 8 w 9"/>
                <a:gd name="T97" fmla="*/ 98 h 110"/>
                <a:gd name="T98" fmla="*/ 9 w 9"/>
                <a:gd name="T99" fmla="*/ 105 h 110"/>
                <a:gd name="T100" fmla="*/ 9 w 9"/>
                <a:gd name="T101" fmla="*/ 110 h 110"/>
                <a:gd name="T102" fmla="*/ 9 w 9"/>
                <a:gd name="T103" fmla="*/ 10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10">
                  <a:moveTo>
                    <a:pt x="0" y="0"/>
                  </a:moveTo>
                  <a:lnTo>
                    <a:pt x="1" y="5"/>
                  </a:lnTo>
                  <a:lnTo>
                    <a:pt x="1" y="9"/>
                  </a:lnTo>
                  <a:lnTo>
                    <a:pt x="1" y="12"/>
                  </a:lnTo>
                  <a:lnTo>
                    <a:pt x="1" y="16"/>
                  </a:lnTo>
                  <a:lnTo>
                    <a:pt x="2" y="20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3" y="24"/>
                  </a:lnTo>
                  <a:lnTo>
                    <a:pt x="3" y="25"/>
                  </a:lnTo>
                  <a:lnTo>
                    <a:pt x="3" y="28"/>
                  </a:lnTo>
                  <a:lnTo>
                    <a:pt x="3" y="30"/>
                  </a:lnTo>
                  <a:lnTo>
                    <a:pt x="3" y="31"/>
                  </a:lnTo>
                  <a:lnTo>
                    <a:pt x="4" y="34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39"/>
                  </a:lnTo>
                  <a:lnTo>
                    <a:pt x="4" y="40"/>
                  </a:lnTo>
                  <a:lnTo>
                    <a:pt x="5" y="40"/>
                  </a:lnTo>
                  <a:lnTo>
                    <a:pt x="5" y="37"/>
                  </a:lnTo>
                  <a:lnTo>
                    <a:pt x="5" y="34"/>
                  </a:lnTo>
                  <a:lnTo>
                    <a:pt x="5" y="35"/>
                  </a:lnTo>
                  <a:lnTo>
                    <a:pt x="5" y="35"/>
                  </a:lnTo>
                  <a:lnTo>
                    <a:pt x="5" y="32"/>
                  </a:lnTo>
                  <a:lnTo>
                    <a:pt x="5" y="32"/>
                  </a:lnTo>
                  <a:lnTo>
                    <a:pt x="6" y="36"/>
                  </a:lnTo>
                  <a:lnTo>
                    <a:pt x="6" y="40"/>
                  </a:lnTo>
                  <a:lnTo>
                    <a:pt x="6" y="43"/>
                  </a:lnTo>
                  <a:lnTo>
                    <a:pt x="6" y="49"/>
                  </a:lnTo>
                  <a:lnTo>
                    <a:pt x="7" y="57"/>
                  </a:lnTo>
                  <a:lnTo>
                    <a:pt x="7" y="63"/>
                  </a:lnTo>
                  <a:lnTo>
                    <a:pt x="7" y="68"/>
                  </a:lnTo>
                  <a:lnTo>
                    <a:pt x="7" y="73"/>
                  </a:lnTo>
                  <a:lnTo>
                    <a:pt x="7" y="78"/>
                  </a:lnTo>
                  <a:lnTo>
                    <a:pt x="7" y="80"/>
                  </a:lnTo>
                  <a:lnTo>
                    <a:pt x="7" y="83"/>
                  </a:lnTo>
                  <a:lnTo>
                    <a:pt x="8" y="86"/>
                  </a:lnTo>
                  <a:lnTo>
                    <a:pt x="8" y="89"/>
                  </a:lnTo>
                  <a:lnTo>
                    <a:pt x="8" y="90"/>
                  </a:lnTo>
                  <a:lnTo>
                    <a:pt x="8" y="92"/>
                  </a:lnTo>
                  <a:lnTo>
                    <a:pt x="8" y="94"/>
                  </a:lnTo>
                  <a:lnTo>
                    <a:pt x="8" y="95"/>
                  </a:lnTo>
                  <a:lnTo>
                    <a:pt x="8" y="98"/>
                  </a:lnTo>
                  <a:lnTo>
                    <a:pt x="9" y="105"/>
                  </a:lnTo>
                  <a:lnTo>
                    <a:pt x="9" y="110"/>
                  </a:lnTo>
                  <a:lnTo>
                    <a:pt x="9" y="10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54" name="Freeform 598"/>
            <p:cNvSpPr/>
            <p:nvPr/>
          </p:nvSpPr>
          <p:spPr bwMode="auto">
            <a:xfrm>
              <a:off x="1654175" y="1939926"/>
              <a:ext cx="12700" cy="236538"/>
            </a:xfrm>
            <a:custGeom>
              <a:avLst/>
              <a:gdLst>
                <a:gd name="T0" fmla="*/ 0 w 8"/>
                <a:gd name="T1" fmla="*/ 135 h 149"/>
                <a:gd name="T2" fmla="*/ 0 w 8"/>
                <a:gd name="T3" fmla="*/ 134 h 149"/>
                <a:gd name="T4" fmla="*/ 0 w 8"/>
                <a:gd name="T5" fmla="*/ 132 h 149"/>
                <a:gd name="T6" fmla="*/ 0 w 8"/>
                <a:gd name="T7" fmla="*/ 132 h 149"/>
                <a:gd name="T8" fmla="*/ 1 w 8"/>
                <a:gd name="T9" fmla="*/ 132 h 149"/>
                <a:gd name="T10" fmla="*/ 1 w 8"/>
                <a:gd name="T11" fmla="*/ 132 h 149"/>
                <a:gd name="T12" fmla="*/ 1 w 8"/>
                <a:gd name="T13" fmla="*/ 134 h 149"/>
                <a:gd name="T14" fmla="*/ 1 w 8"/>
                <a:gd name="T15" fmla="*/ 136 h 149"/>
                <a:gd name="T16" fmla="*/ 1 w 8"/>
                <a:gd name="T17" fmla="*/ 134 h 149"/>
                <a:gd name="T18" fmla="*/ 1 w 8"/>
                <a:gd name="T19" fmla="*/ 133 h 149"/>
                <a:gd name="T20" fmla="*/ 2 w 8"/>
                <a:gd name="T21" fmla="*/ 139 h 149"/>
                <a:gd name="T22" fmla="*/ 2 w 8"/>
                <a:gd name="T23" fmla="*/ 146 h 149"/>
                <a:gd name="T24" fmla="*/ 2 w 8"/>
                <a:gd name="T25" fmla="*/ 149 h 149"/>
                <a:gd name="T26" fmla="*/ 2 w 8"/>
                <a:gd name="T27" fmla="*/ 148 h 149"/>
                <a:gd name="T28" fmla="*/ 2 w 8"/>
                <a:gd name="T29" fmla="*/ 148 h 149"/>
                <a:gd name="T30" fmla="*/ 3 w 8"/>
                <a:gd name="T31" fmla="*/ 148 h 149"/>
                <a:gd name="T32" fmla="*/ 3 w 8"/>
                <a:gd name="T33" fmla="*/ 146 h 149"/>
                <a:gd name="T34" fmla="*/ 3 w 8"/>
                <a:gd name="T35" fmla="*/ 144 h 149"/>
                <a:gd name="T36" fmla="*/ 3 w 8"/>
                <a:gd name="T37" fmla="*/ 145 h 149"/>
                <a:gd name="T38" fmla="*/ 3 w 8"/>
                <a:gd name="T39" fmla="*/ 142 h 149"/>
                <a:gd name="T40" fmla="*/ 3 w 8"/>
                <a:gd name="T41" fmla="*/ 133 h 149"/>
                <a:gd name="T42" fmla="*/ 3 w 8"/>
                <a:gd name="T43" fmla="*/ 125 h 149"/>
                <a:gd name="T44" fmla="*/ 4 w 8"/>
                <a:gd name="T45" fmla="*/ 123 h 149"/>
                <a:gd name="T46" fmla="*/ 4 w 8"/>
                <a:gd name="T47" fmla="*/ 119 h 149"/>
                <a:gd name="T48" fmla="*/ 4 w 8"/>
                <a:gd name="T49" fmla="*/ 112 h 149"/>
                <a:gd name="T50" fmla="*/ 4 w 8"/>
                <a:gd name="T51" fmla="*/ 110 h 149"/>
                <a:gd name="T52" fmla="*/ 4 w 8"/>
                <a:gd name="T53" fmla="*/ 108 h 149"/>
                <a:gd name="T54" fmla="*/ 4 w 8"/>
                <a:gd name="T55" fmla="*/ 100 h 149"/>
                <a:gd name="T56" fmla="*/ 4 w 8"/>
                <a:gd name="T57" fmla="*/ 92 h 149"/>
                <a:gd name="T58" fmla="*/ 5 w 8"/>
                <a:gd name="T59" fmla="*/ 91 h 149"/>
                <a:gd name="T60" fmla="*/ 5 w 8"/>
                <a:gd name="T61" fmla="*/ 92 h 149"/>
                <a:gd name="T62" fmla="*/ 5 w 8"/>
                <a:gd name="T63" fmla="*/ 91 h 149"/>
                <a:gd name="T64" fmla="*/ 5 w 8"/>
                <a:gd name="T65" fmla="*/ 87 h 149"/>
                <a:gd name="T66" fmla="*/ 6 w 8"/>
                <a:gd name="T67" fmla="*/ 83 h 149"/>
                <a:gd name="T68" fmla="*/ 6 w 8"/>
                <a:gd name="T69" fmla="*/ 79 h 149"/>
                <a:gd name="T70" fmla="*/ 6 w 8"/>
                <a:gd name="T71" fmla="*/ 75 h 149"/>
                <a:gd name="T72" fmla="*/ 6 w 8"/>
                <a:gd name="T73" fmla="*/ 70 h 149"/>
                <a:gd name="T74" fmla="*/ 6 w 8"/>
                <a:gd name="T75" fmla="*/ 66 h 149"/>
                <a:gd name="T76" fmla="*/ 6 w 8"/>
                <a:gd name="T77" fmla="*/ 62 h 149"/>
                <a:gd name="T78" fmla="*/ 6 w 8"/>
                <a:gd name="T79" fmla="*/ 55 h 149"/>
                <a:gd name="T80" fmla="*/ 7 w 8"/>
                <a:gd name="T81" fmla="*/ 46 h 149"/>
                <a:gd name="T82" fmla="*/ 7 w 8"/>
                <a:gd name="T83" fmla="*/ 41 h 149"/>
                <a:gd name="T84" fmla="*/ 7 w 8"/>
                <a:gd name="T85" fmla="*/ 38 h 149"/>
                <a:gd name="T86" fmla="*/ 7 w 8"/>
                <a:gd name="T87" fmla="*/ 33 h 149"/>
                <a:gd name="T88" fmla="*/ 7 w 8"/>
                <a:gd name="T89" fmla="*/ 28 h 149"/>
                <a:gd name="T90" fmla="*/ 8 w 8"/>
                <a:gd name="T91" fmla="*/ 24 h 149"/>
                <a:gd name="T92" fmla="*/ 8 w 8"/>
                <a:gd name="T93" fmla="*/ 17 h 149"/>
                <a:gd name="T94" fmla="*/ 8 w 8"/>
                <a:gd name="T95" fmla="*/ 10 h 149"/>
                <a:gd name="T96" fmla="*/ 8 w 8"/>
                <a:gd name="T97" fmla="*/ 7 h 149"/>
                <a:gd name="T98" fmla="*/ 8 w 8"/>
                <a:gd name="T99" fmla="*/ 5 h 149"/>
                <a:gd name="T100" fmla="*/ 8 w 8"/>
                <a:gd name="T101" fmla="*/ 3 h 149"/>
                <a:gd name="T102" fmla="*/ 8 w 8"/>
                <a:gd name="T103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49">
                  <a:moveTo>
                    <a:pt x="0" y="135"/>
                  </a:moveTo>
                  <a:lnTo>
                    <a:pt x="0" y="134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1" y="134"/>
                  </a:lnTo>
                  <a:lnTo>
                    <a:pt x="1" y="136"/>
                  </a:lnTo>
                  <a:lnTo>
                    <a:pt x="1" y="134"/>
                  </a:lnTo>
                  <a:lnTo>
                    <a:pt x="1" y="133"/>
                  </a:lnTo>
                  <a:lnTo>
                    <a:pt x="2" y="139"/>
                  </a:lnTo>
                  <a:lnTo>
                    <a:pt x="2" y="146"/>
                  </a:lnTo>
                  <a:lnTo>
                    <a:pt x="2" y="149"/>
                  </a:lnTo>
                  <a:lnTo>
                    <a:pt x="2" y="148"/>
                  </a:lnTo>
                  <a:lnTo>
                    <a:pt x="2" y="148"/>
                  </a:lnTo>
                  <a:lnTo>
                    <a:pt x="3" y="148"/>
                  </a:lnTo>
                  <a:lnTo>
                    <a:pt x="3" y="146"/>
                  </a:lnTo>
                  <a:lnTo>
                    <a:pt x="3" y="144"/>
                  </a:lnTo>
                  <a:lnTo>
                    <a:pt x="3" y="145"/>
                  </a:lnTo>
                  <a:lnTo>
                    <a:pt x="3" y="142"/>
                  </a:lnTo>
                  <a:lnTo>
                    <a:pt x="3" y="133"/>
                  </a:lnTo>
                  <a:lnTo>
                    <a:pt x="3" y="125"/>
                  </a:lnTo>
                  <a:lnTo>
                    <a:pt x="4" y="123"/>
                  </a:lnTo>
                  <a:lnTo>
                    <a:pt x="4" y="119"/>
                  </a:lnTo>
                  <a:lnTo>
                    <a:pt x="4" y="112"/>
                  </a:lnTo>
                  <a:lnTo>
                    <a:pt x="4" y="110"/>
                  </a:lnTo>
                  <a:lnTo>
                    <a:pt x="4" y="108"/>
                  </a:lnTo>
                  <a:lnTo>
                    <a:pt x="4" y="100"/>
                  </a:lnTo>
                  <a:lnTo>
                    <a:pt x="4" y="92"/>
                  </a:lnTo>
                  <a:lnTo>
                    <a:pt x="5" y="91"/>
                  </a:lnTo>
                  <a:lnTo>
                    <a:pt x="5" y="92"/>
                  </a:lnTo>
                  <a:lnTo>
                    <a:pt x="5" y="91"/>
                  </a:lnTo>
                  <a:lnTo>
                    <a:pt x="5" y="87"/>
                  </a:lnTo>
                  <a:lnTo>
                    <a:pt x="6" y="83"/>
                  </a:lnTo>
                  <a:lnTo>
                    <a:pt x="6" y="79"/>
                  </a:lnTo>
                  <a:lnTo>
                    <a:pt x="6" y="75"/>
                  </a:lnTo>
                  <a:lnTo>
                    <a:pt x="6" y="70"/>
                  </a:lnTo>
                  <a:lnTo>
                    <a:pt x="6" y="66"/>
                  </a:lnTo>
                  <a:lnTo>
                    <a:pt x="6" y="62"/>
                  </a:lnTo>
                  <a:lnTo>
                    <a:pt x="6" y="55"/>
                  </a:lnTo>
                  <a:lnTo>
                    <a:pt x="7" y="46"/>
                  </a:lnTo>
                  <a:lnTo>
                    <a:pt x="7" y="41"/>
                  </a:lnTo>
                  <a:lnTo>
                    <a:pt x="7" y="38"/>
                  </a:lnTo>
                  <a:lnTo>
                    <a:pt x="7" y="33"/>
                  </a:lnTo>
                  <a:lnTo>
                    <a:pt x="7" y="28"/>
                  </a:lnTo>
                  <a:lnTo>
                    <a:pt x="8" y="24"/>
                  </a:lnTo>
                  <a:lnTo>
                    <a:pt x="8" y="17"/>
                  </a:lnTo>
                  <a:lnTo>
                    <a:pt x="8" y="10"/>
                  </a:lnTo>
                  <a:lnTo>
                    <a:pt x="8" y="7"/>
                  </a:lnTo>
                  <a:lnTo>
                    <a:pt x="8" y="5"/>
                  </a:lnTo>
                  <a:lnTo>
                    <a:pt x="8" y="3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55" name="Freeform 599"/>
            <p:cNvSpPr/>
            <p:nvPr/>
          </p:nvSpPr>
          <p:spPr bwMode="auto">
            <a:xfrm>
              <a:off x="1666875" y="1855789"/>
              <a:ext cx="14288" cy="104775"/>
            </a:xfrm>
            <a:custGeom>
              <a:avLst/>
              <a:gdLst>
                <a:gd name="T0" fmla="*/ 0 w 9"/>
                <a:gd name="T1" fmla="*/ 56 h 66"/>
                <a:gd name="T2" fmla="*/ 0 w 9"/>
                <a:gd name="T3" fmla="*/ 53 h 66"/>
                <a:gd name="T4" fmla="*/ 1 w 9"/>
                <a:gd name="T5" fmla="*/ 50 h 66"/>
                <a:gd name="T6" fmla="*/ 1 w 9"/>
                <a:gd name="T7" fmla="*/ 49 h 66"/>
                <a:gd name="T8" fmla="*/ 1 w 9"/>
                <a:gd name="T9" fmla="*/ 49 h 66"/>
                <a:gd name="T10" fmla="*/ 1 w 9"/>
                <a:gd name="T11" fmla="*/ 52 h 66"/>
                <a:gd name="T12" fmla="*/ 1 w 9"/>
                <a:gd name="T13" fmla="*/ 55 h 66"/>
                <a:gd name="T14" fmla="*/ 1 w 9"/>
                <a:gd name="T15" fmla="*/ 59 h 66"/>
                <a:gd name="T16" fmla="*/ 1 w 9"/>
                <a:gd name="T17" fmla="*/ 62 h 66"/>
                <a:gd name="T18" fmla="*/ 2 w 9"/>
                <a:gd name="T19" fmla="*/ 63 h 66"/>
                <a:gd name="T20" fmla="*/ 2 w 9"/>
                <a:gd name="T21" fmla="*/ 64 h 66"/>
                <a:gd name="T22" fmla="*/ 2 w 9"/>
                <a:gd name="T23" fmla="*/ 66 h 66"/>
                <a:gd name="T24" fmla="*/ 2 w 9"/>
                <a:gd name="T25" fmla="*/ 66 h 66"/>
                <a:gd name="T26" fmla="*/ 3 w 9"/>
                <a:gd name="T27" fmla="*/ 63 h 66"/>
                <a:gd name="T28" fmla="*/ 3 w 9"/>
                <a:gd name="T29" fmla="*/ 60 h 66"/>
                <a:gd name="T30" fmla="*/ 3 w 9"/>
                <a:gd name="T31" fmla="*/ 55 h 66"/>
                <a:gd name="T32" fmla="*/ 3 w 9"/>
                <a:gd name="T33" fmla="*/ 50 h 66"/>
                <a:gd name="T34" fmla="*/ 3 w 9"/>
                <a:gd name="T35" fmla="*/ 44 h 66"/>
                <a:gd name="T36" fmla="*/ 3 w 9"/>
                <a:gd name="T37" fmla="*/ 37 h 66"/>
                <a:gd name="T38" fmla="*/ 3 w 9"/>
                <a:gd name="T39" fmla="*/ 31 h 66"/>
                <a:gd name="T40" fmla="*/ 4 w 9"/>
                <a:gd name="T41" fmla="*/ 27 h 66"/>
                <a:gd name="T42" fmla="*/ 4 w 9"/>
                <a:gd name="T43" fmla="*/ 26 h 66"/>
                <a:gd name="T44" fmla="*/ 4 w 9"/>
                <a:gd name="T45" fmla="*/ 25 h 66"/>
                <a:gd name="T46" fmla="*/ 4 w 9"/>
                <a:gd name="T47" fmla="*/ 24 h 66"/>
                <a:gd name="T48" fmla="*/ 4 w 9"/>
                <a:gd name="T49" fmla="*/ 22 h 66"/>
                <a:gd name="T50" fmla="*/ 5 w 9"/>
                <a:gd name="T51" fmla="*/ 19 h 66"/>
                <a:gd name="T52" fmla="*/ 5 w 9"/>
                <a:gd name="T53" fmla="*/ 17 h 66"/>
                <a:gd name="T54" fmla="*/ 5 w 9"/>
                <a:gd name="T55" fmla="*/ 15 h 66"/>
                <a:gd name="T56" fmla="*/ 5 w 9"/>
                <a:gd name="T57" fmla="*/ 14 h 66"/>
                <a:gd name="T58" fmla="*/ 5 w 9"/>
                <a:gd name="T59" fmla="*/ 10 h 66"/>
                <a:gd name="T60" fmla="*/ 5 w 9"/>
                <a:gd name="T61" fmla="*/ 6 h 66"/>
                <a:gd name="T62" fmla="*/ 5 w 9"/>
                <a:gd name="T63" fmla="*/ 3 h 66"/>
                <a:gd name="T64" fmla="*/ 6 w 9"/>
                <a:gd name="T65" fmla="*/ 1 h 66"/>
                <a:gd name="T66" fmla="*/ 6 w 9"/>
                <a:gd name="T67" fmla="*/ 0 h 66"/>
                <a:gd name="T68" fmla="*/ 6 w 9"/>
                <a:gd name="T69" fmla="*/ 0 h 66"/>
                <a:gd name="T70" fmla="*/ 6 w 9"/>
                <a:gd name="T71" fmla="*/ 3 h 66"/>
                <a:gd name="T72" fmla="*/ 6 w 9"/>
                <a:gd name="T73" fmla="*/ 6 h 66"/>
                <a:gd name="T74" fmla="*/ 6 w 9"/>
                <a:gd name="T75" fmla="*/ 8 h 66"/>
                <a:gd name="T76" fmla="*/ 7 w 9"/>
                <a:gd name="T77" fmla="*/ 11 h 66"/>
                <a:gd name="T78" fmla="*/ 7 w 9"/>
                <a:gd name="T79" fmla="*/ 17 h 66"/>
                <a:gd name="T80" fmla="*/ 7 w 9"/>
                <a:gd name="T81" fmla="*/ 25 h 66"/>
                <a:gd name="T82" fmla="*/ 7 w 9"/>
                <a:gd name="T83" fmla="*/ 32 h 66"/>
                <a:gd name="T84" fmla="*/ 7 w 9"/>
                <a:gd name="T85" fmla="*/ 35 h 66"/>
                <a:gd name="T86" fmla="*/ 8 w 9"/>
                <a:gd name="T87" fmla="*/ 39 h 66"/>
                <a:gd name="T88" fmla="*/ 8 w 9"/>
                <a:gd name="T89" fmla="*/ 41 h 66"/>
                <a:gd name="T90" fmla="*/ 8 w 9"/>
                <a:gd name="T91" fmla="*/ 42 h 66"/>
                <a:gd name="T92" fmla="*/ 8 w 9"/>
                <a:gd name="T93" fmla="*/ 43 h 66"/>
                <a:gd name="T94" fmla="*/ 8 w 9"/>
                <a:gd name="T95" fmla="*/ 47 h 66"/>
                <a:gd name="T96" fmla="*/ 8 w 9"/>
                <a:gd name="T97" fmla="*/ 50 h 66"/>
                <a:gd name="T98" fmla="*/ 8 w 9"/>
                <a:gd name="T99" fmla="*/ 49 h 66"/>
                <a:gd name="T100" fmla="*/ 9 w 9"/>
                <a:gd name="T101" fmla="*/ 49 h 66"/>
                <a:gd name="T102" fmla="*/ 9 w 9"/>
                <a:gd name="T103" fmla="*/ 5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6">
                  <a:moveTo>
                    <a:pt x="0" y="56"/>
                  </a:moveTo>
                  <a:lnTo>
                    <a:pt x="0" y="53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9"/>
                  </a:lnTo>
                  <a:lnTo>
                    <a:pt x="1" y="52"/>
                  </a:lnTo>
                  <a:lnTo>
                    <a:pt x="1" y="55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2" y="63"/>
                  </a:lnTo>
                  <a:lnTo>
                    <a:pt x="2" y="64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3" y="63"/>
                  </a:lnTo>
                  <a:lnTo>
                    <a:pt x="3" y="60"/>
                  </a:lnTo>
                  <a:lnTo>
                    <a:pt x="3" y="55"/>
                  </a:lnTo>
                  <a:lnTo>
                    <a:pt x="3" y="50"/>
                  </a:lnTo>
                  <a:lnTo>
                    <a:pt x="3" y="44"/>
                  </a:lnTo>
                  <a:lnTo>
                    <a:pt x="3" y="37"/>
                  </a:lnTo>
                  <a:lnTo>
                    <a:pt x="3" y="31"/>
                  </a:lnTo>
                  <a:lnTo>
                    <a:pt x="4" y="27"/>
                  </a:lnTo>
                  <a:lnTo>
                    <a:pt x="4" y="26"/>
                  </a:lnTo>
                  <a:lnTo>
                    <a:pt x="4" y="25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5" y="19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5" y="10"/>
                  </a:lnTo>
                  <a:lnTo>
                    <a:pt x="5" y="6"/>
                  </a:lnTo>
                  <a:lnTo>
                    <a:pt x="5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6" y="6"/>
                  </a:lnTo>
                  <a:lnTo>
                    <a:pt x="6" y="8"/>
                  </a:lnTo>
                  <a:lnTo>
                    <a:pt x="7" y="11"/>
                  </a:lnTo>
                  <a:lnTo>
                    <a:pt x="7" y="17"/>
                  </a:lnTo>
                  <a:lnTo>
                    <a:pt x="7" y="25"/>
                  </a:lnTo>
                  <a:lnTo>
                    <a:pt x="7" y="32"/>
                  </a:lnTo>
                  <a:lnTo>
                    <a:pt x="7" y="35"/>
                  </a:lnTo>
                  <a:lnTo>
                    <a:pt x="8" y="39"/>
                  </a:lnTo>
                  <a:lnTo>
                    <a:pt x="8" y="41"/>
                  </a:lnTo>
                  <a:lnTo>
                    <a:pt x="8" y="42"/>
                  </a:lnTo>
                  <a:lnTo>
                    <a:pt x="8" y="43"/>
                  </a:lnTo>
                  <a:lnTo>
                    <a:pt x="8" y="47"/>
                  </a:lnTo>
                  <a:lnTo>
                    <a:pt x="8" y="50"/>
                  </a:lnTo>
                  <a:lnTo>
                    <a:pt x="8" y="49"/>
                  </a:lnTo>
                  <a:lnTo>
                    <a:pt x="9" y="49"/>
                  </a:lnTo>
                  <a:lnTo>
                    <a:pt x="9" y="5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56" name="Freeform 600"/>
            <p:cNvSpPr/>
            <p:nvPr/>
          </p:nvSpPr>
          <p:spPr bwMode="auto">
            <a:xfrm>
              <a:off x="1681163" y="1933576"/>
              <a:ext cx="12700" cy="74613"/>
            </a:xfrm>
            <a:custGeom>
              <a:avLst/>
              <a:gdLst>
                <a:gd name="T0" fmla="*/ 0 w 8"/>
                <a:gd name="T1" fmla="*/ 0 h 47"/>
                <a:gd name="T2" fmla="*/ 0 w 8"/>
                <a:gd name="T3" fmla="*/ 4 h 47"/>
                <a:gd name="T4" fmla="*/ 0 w 8"/>
                <a:gd name="T5" fmla="*/ 9 h 47"/>
                <a:gd name="T6" fmla="*/ 0 w 8"/>
                <a:gd name="T7" fmla="*/ 13 h 47"/>
                <a:gd name="T8" fmla="*/ 0 w 8"/>
                <a:gd name="T9" fmla="*/ 15 h 47"/>
                <a:gd name="T10" fmla="*/ 1 w 8"/>
                <a:gd name="T11" fmla="*/ 18 h 47"/>
                <a:gd name="T12" fmla="*/ 1 w 8"/>
                <a:gd name="T13" fmla="*/ 19 h 47"/>
                <a:gd name="T14" fmla="*/ 1 w 8"/>
                <a:gd name="T15" fmla="*/ 18 h 47"/>
                <a:gd name="T16" fmla="*/ 1 w 8"/>
                <a:gd name="T17" fmla="*/ 18 h 47"/>
                <a:gd name="T18" fmla="*/ 1 w 8"/>
                <a:gd name="T19" fmla="*/ 20 h 47"/>
                <a:gd name="T20" fmla="*/ 1 w 8"/>
                <a:gd name="T21" fmla="*/ 21 h 47"/>
                <a:gd name="T22" fmla="*/ 2 w 8"/>
                <a:gd name="T23" fmla="*/ 21 h 47"/>
                <a:gd name="T24" fmla="*/ 2 w 8"/>
                <a:gd name="T25" fmla="*/ 22 h 47"/>
                <a:gd name="T26" fmla="*/ 2 w 8"/>
                <a:gd name="T27" fmla="*/ 23 h 47"/>
                <a:gd name="T28" fmla="*/ 2 w 8"/>
                <a:gd name="T29" fmla="*/ 23 h 47"/>
                <a:gd name="T30" fmla="*/ 2 w 8"/>
                <a:gd name="T31" fmla="*/ 22 h 47"/>
                <a:gd name="T32" fmla="*/ 2 w 8"/>
                <a:gd name="T33" fmla="*/ 23 h 47"/>
                <a:gd name="T34" fmla="*/ 2 w 8"/>
                <a:gd name="T35" fmla="*/ 25 h 47"/>
                <a:gd name="T36" fmla="*/ 3 w 8"/>
                <a:gd name="T37" fmla="*/ 25 h 47"/>
                <a:gd name="T38" fmla="*/ 3 w 8"/>
                <a:gd name="T39" fmla="*/ 24 h 47"/>
                <a:gd name="T40" fmla="*/ 3 w 8"/>
                <a:gd name="T41" fmla="*/ 23 h 47"/>
                <a:gd name="T42" fmla="*/ 3 w 8"/>
                <a:gd name="T43" fmla="*/ 23 h 47"/>
                <a:gd name="T44" fmla="*/ 3 w 8"/>
                <a:gd name="T45" fmla="*/ 23 h 47"/>
                <a:gd name="T46" fmla="*/ 4 w 8"/>
                <a:gd name="T47" fmla="*/ 23 h 47"/>
                <a:gd name="T48" fmla="*/ 4 w 8"/>
                <a:gd name="T49" fmla="*/ 22 h 47"/>
                <a:gd name="T50" fmla="*/ 4 w 8"/>
                <a:gd name="T51" fmla="*/ 22 h 47"/>
                <a:gd name="T52" fmla="*/ 4 w 8"/>
                <a:gd name="T53" fmla="*/ 23 h 47"/>
                <a:gd name="T54" fmla="*/ 4 w 8"/>
                <a:gd name="T55" fmla="*/ 22 h 47"/>
                <a:gd name="T56" fmla="*/ 4 w 8"/>
                <a:gd name="T57" fmla="*/ 22 h 47"/>
                <a:gd name="T58" fmla="*/ 4 w 8"/>
                <a:gd name="T59" fmla="*/ 22 h 47"/>
                <a:gd name="T60" fmla="*/ 5 w 8"/>
                <a:gd name="T61" fmla="*/ 23 h 47"/>
                <a:gd name="T62" fmla="*/ 5 w 8"/>
                <a:gd name="T63" fmla="*/ 25 h 47"/>
                <a:gd name="T64" fmla="*/ 5 w 8"/>
                <a:gd name="T65" fmla="*/ 28 h 47"/>
                <a:gd name="T66" fmla="*/ 5 w 8"/>
                <a:gd name="T67" fmla="*/ 30 h 47"/>
                <a:gd name="T68" fmla="*/ 6 w 8"/>
                <a:gd name="T69" fmla="*/ 32 h 47"/>
                <a:gd name="T70" fmla="*/ 6 w 8"/>
                <a:gd name="T71" fmla="*/ 37 h 47"/>
                <a:gd name="T72" fmla="*/ 6 w 8"/>
                <a:gd name="T73" fmla="*/ 40 h 47"/>
                <a:gd name="T74" fmla="*/ 6 w 8"/>
                <a:gd name="T75" fmla="*/ 41 h 47"/>
                <a:gd name="T76" fmla="*/ 6 w 8"/>
                <a:gd name="T77" fmla="*/ 44 h 47"/>
                <a:gd name="T78" fmla="*/ 6 w 8"/>
                <a:gd name="T79" fmla="*/ 46 h 47"/>
                <a:gd name="T80" fmla="*/ 6 w 8"/>
                <a:gd name="T81" fmla="*/ 46 h 47"/>
                <a:gd name="T82" fmla="*/ 7 w 8"/>
                <a:gd name="T83" fmla="*/ 46 h 47"/>
                <a:gd name="T84" fmla="*/ 7 w 8"/>
                <a:gd name="T85" fmla="*/ 47 h 47"/>
                <a:gd name="T86" fmla="*/ 7 w 8"/>
                <a:gd name="T87" fmla="*/ 45 h 47"/>
                <a:gd name="T88" fmla="*/ 7 w 8"/>
                <a:gd name="T89" fmla="*/ 43 h 47"/>
                <a:gd name="T90" fmla="*/ 7 w 8"/>
                <a:gd name="T91" fmla="*/ 42 h 47"/>
                <a:gd name="T92" fmla="*/ 7 w 8"/>
                <a:gd name="T93" fmla="*/ 41 h 47"/>
                <a:gd name="T94" fmla="*/ 7 w 8"/>
                <a:gd name="T95" fmla="*/ 39 h 47"/>
                <a:gd name="T96" fmla="*/ 8 w 8"/>
                <a:gd name="T97" fmla="*/ 37 h 47"/>
                <a:gd name="T98" fmla="*/ 8 w 8"/>
                <a:gd name="T99" fmla="*/ 34 h 47"/>
                <a:gd name="T100" fmla="*/ 8 w 8"/>
                <a:gd name="T101" fmla="*/ 31 h 47"/>
                <a:gd name="T102" fmla="*/ 8 w 8"/>
                <a:gd name="T103" fmla="*/ 2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7">
                  <a:moveTo>
                    <a:pt x="0" y="0"/>
                  </a:moveTo>
                  <a:lnTo>
                    <a:pt x="0" y="4"/>
                  </a:lnTo>
                  <a:lnTo>
                    <a:pt x="0" y="9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3"/>
                  </a:lnTo>
                  <a:lnTo>
                    <a:pt x="3" y="23"/>
                  </a:lnTo>
                  <a:lnTo>
                    <a:pt x="3" y="23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5" y="23"/>
                  </a:lnTo>
                  <a:lnTo>
                    <a:pt x="5" y="25"/>
                  </a:lnTo>
                  <a:lnTo>
                    <a:pt x="5" y="28"/>
                  </a:lnTo>
                  <a:lnTo>
                    <a:pt x="5" y="30"/>
                  </a:lnTo>
                  <a:lnTo>
                    <a:pt x="6" y="32"/>
                  </a:lnTo>
                  <a:lnTo>
                    <a:pt x="6" y="37"/>
                  </a:lnTo>
                  <a:lnTo>
                    <a:pt x="6" y="40"/>
                  </a:lnTo>
                  <a:lnTo>
                    <a:pt x="6" y="41"/>
                  </a:lnTo>
                  <a:lnTo>
                    <a:pt x="6" y="44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7" y="46"/>
                  </a:lnTo>
                  <a:lnTo>
                    <a:pt x="7" y="47"/>
                  </a:lnTo>
                  <a:lnTo>
                    <a:pt x="7" y="45"/>
                  </a:lnTo>
                  <a:lnTo>
                    <a:pt x="7" y="43"/>
                  </a:lnTo>
                  <a:lnTo>
                    <a:pt x="7" y="42"/>
                  </a:lnTo>
                  <a:lnTo>
                    <a:pt x="7" y="41"/>
                  </a:lnTo>
                  <a:lnTo>
                    <a:pt x="7" y="39"/>
                  </a:lnTo>
                  <a:lnTo>
                    <a:pt x="8" y="37"/>
                  </a:lnTo>
                  <a:lnTo>
                    <a:pt x="8" y="34"/>
                  </a:lnTo>
                  <a:lnTo>
                    <a:pt x="8" y="31"/>
                  </a:lnTo>
                  <a:lnTo>
                    <a:pt x="8" y="2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57" name="Freeform 601"/>
            <p:cNvSpPr/>
            <p:nvPr/>
          </p:nvSpPr>
          <p:spPr bwMode="auto">
            <a:xfrm>
              <a:off x="1693863" y="1965326"/>
              <a:ext cx="14288" cy="104775"/>
            </a:xfrm>
            <a:custGeom>
              <a:avLst/>
              <a:gdLst>
                <a:gd name="T0" fmla="*/ 0 w 9"/>
                <a:gd name="T1" fmla="*/ 11 h 66"/>
                <a:gd name="T2" fmla="*/ 0 w 9"/>
                <a:gd name="T3" fmla="*/ 9 h 66"/>
                <a:gd name="T4" fmla="*/ 0 w 9"/>
                <a:gd name="T5" fmla="*/ 7 h 66"/>
                <a:gd name="T6" fmla="*/ 1 w 9"/>
                <a:gd name="T7" fmla="*/ 5 h 66"/>
                <a:gd name="T8" fmla="*/ 1 w 9"/>
                <a:gd name="T9" fmla="*/ 3 h 66"/>
                <a:gd name="T10" fmla="*/ 1 w 9"/>
                <a:gd name="T11" fmla="*/ 2 h 66"/>
                <a:gd name="T12" fmla="*/ 1 w 9"/>
                <a:gd name="T13" fmla="*/ 1 h 66"/>
                <a:gd name="T14" fmla="*/ 1 w 9"/>
                <a:gd name="T15" fmla="*/ 0 h 66"/>
                <a:gd name="T16" fmla="*/ 1 w 9"/>
                <a:gd name="T17" fmla="*/ 2 h 66"/>
                <a:gd name="T18" fmla="*/ 1 w 9"/>
                <a:gd name="T19" fmla="*/ 6 h 66"/>
                <a:gd name="T20" fmla="*/ 2 w 9"/>
                <a:gd name="T21" fmla="*/ 8 h 66"/>
                <a:gd name="T22" fmla="*/ 2 w 9"/>
                <a:gd name="T23" fmla="*/ 10 h 66"/>
                <a:gd name="T24" fmla="*/ 2 w 9"/>
                <a:gd name="T25" fmla="*/ 15 h 66"/>
                <a:gd name="T26" fmla="*/ 2 w 9"/>
                <a:gd name="T27" fmla="*/ 19 h 66"/>
                <a:gd name="T28" fmla="*/ 3 w 9"/>
                <a:gd name="T29" fmla="*/ 23 h 66"/>
                <a:gd name="T30" fmla="*/ 3 w 9"/>
                <a:gd name="T31" fmla="*/ 27 h 66"/>
                <a:gd name="T32" fmla="*/ 3 w 9"/>
                <a:gd name="T33" fmla="*/ 28 h 66"/>
                <a:gd name="T34" fmla="*/ 3 w 9"/>
                <a:gd name="T35" fmla="*/ 28 h 66"/>
                <a:gd name="T36" fmla="*/ 3 w 9"/>
                <a:gd name="T37" fmla="*/ 27 h 66"/>
                <a:gd name="T38" fmla="*/ 3 w 9"/>
                <a:gd name="T39" fmla="*/ 27 h 66"/>
                <a:gd name="T40" fmla="*/ 3 w 9"/>
                <a:gd name="T41" fmla="*/ 26 h 66"/>
                <a:gd name="T42" fmla="*/ 4 w 9"/>
                <a:gd name="T43" fmla="*/ 25 h 66"/>
                <a:gd name="T44" fmla="*/ 4 w 9"/>
                <a:gd name="T45" fmla="*/ 23 h 66"/>
                <a:gd name="T46" fmla="*/ 4 w 9"/>
                <a:gd name="T47" fmla="*/ 22 h 66"/>
                <a:gd name="T48" fmla="*/ 4 w 9"/>
                <a:gd name="T49" fmla="*/ 25 h 66"/>
                <a:gd name="T50" fmla="*/ 4 w 9"/>
                <a:gd name="T51" fmla="*/ 29 h 66"/>
                <a:gd name="T52" fmla="*/ 4 w 9"/>
                <a:gd name="T53" fmla="*/ 30 h 66"/>
                <a:gd name="T54" fmla="*/ 4 w 9"/>
                <a:gd name="T55" fmla="*/ 32 h 66"/>
                <a:gd name="T56" fmla="*/ 5 w 9"/>
                <a:gd name="T57" fmla="*/ 37 h 66"/>
                <a:gd name="T58" fmla="*/ 5 w 9"/>
                <a:gd name="T59" fmla="*/ 40 h 66"/>
                <a:gd name="T60" fmla="*/ 5 w 9"/>
                <a:gd name="T61" fmla="*/ 39 h 66"/>
                <a:gd name="T62" fmla="*/ 5 w 9"/>
                <a:gd name="T63" fmla="*/ 40 h 66"/>
                <a:gd name="T64" fmla="*/ 5 w 9"/>
                <a:gd name="T65" fmla="*/ 41 h 66"/>
                <a:gd name="T66" fmla="*/ 6 w 9"/>
                <a:gd name="T67" fmla="*/ 40 h 66"/>
                <a:gd name="T68" fmla="*/ 6 w 9"/>
                <a:gd name="T69" fmla="*/ 38 h 66"/>
                <a:gd name="T70" fmla="*/ 6 w 9"/>
                <a:gd name="T71" fmla="*/ 37 h 66"/>
                <a:gd name="T72" fmla="*/ 6 w 9"/>
                <a:gd name="T73" fmla="*/ 36 h 66"/>
                <a:gd name="T74" fmla="*/ 6 w 9"/>
                <a:gd name="T75" fmla="*/ 34 h 66"/>
                <a:gd name="T76" fmla="*/ 6 w 9"/>
                <a:gd name="T77" fmla="*/ 33 h 66"/>
                <a:gd name="T78" fmla="*/ 7 w 9"/>
                <a:gd name="T79" fmla="*/ 35 h 66"/>
                <a:gd name="T80" fmla="*/ 7 w 9"/>
                <a:gd name="T81" fmla="*/ 38 h 66"/>
                <a:gd name="T82" fmla="*/ 7 w 9"/>
                <a:gd name="T83" fmla="*/ 39 h 66"/>
                <a:gd name="T84" fmla="*/ 7 w 9"/>
                <a:gd name="T85" fmla="*/ 41 h 66"/>
                <a:gd name="T86" fmla="*/ 7 w 9"/>
                <a:gd name="T87" fmla="*/ 46 h 66"/>
                <a:gd name="T88" fmla="*/ 8 w 9"/>
                <a:gd name="T89" fmla="*/ 53 h 66"/>
                <a:gd name="T90" fmla="*/ 8 w 9"/>
                <a:gd name="T91" fmla="*/ 56 h 66"/>
                <a:gd name="T92" fmla="*/ 8 w 9"/>
                <a:gd name="T93" fmla="*/ 58 h 66"/>
                <a:gd name="T94" fmla="*/ 8 w 9"/>
                <a:gd name="T95" fmla="*/ 61 h 66"/>
                <a:gd name="T96" fmla="*/ 8 w 9"/>
                <a:gd name="T97" fmla="*/ 64 h 66"/>
                <a:gd name="T98" fmla="*/ 8 w 9"/>
                <a:gd name="T99" fmla="*/ 66 h 66"/>
                <a:gd name="T100" fmla="*/ 8 w 9"/>
                <a:gd name="T101" fmla="*/ 65 h 66"/>
                <a:gd name="T102" fmla="*/ 9 w 9"/>
                <a:gd name="T10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6">
                  <a:moveTo>
                    <a:pt x="0" y="11"/>
                  </a:moveTo>
                  <a:lnTo>
                    <a:pt x="0" y="9"/>
                  </a:lnTo>
                  <a:lnTo>
                    <a:pt x="0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2" y="15"/>
                  </a:lnTo>
                  <a:lnTo>
                    <a:pt x="2" y="19"/>
                  </a:lnTo>
                  <a:lnTo>
                    <a:pt x="3" y="23"/>
                  </a:lnTo>
                  <a:lnTo>
                    <a:pt x="3" y="27"/>
                  </a:lnTo>
                  <a:lnTo>
                    <a:pt x="3" y="28"/>
                  </a:lnTo>
                  <a:lnTo>
                    <a:pt x="3" y="28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4" y="25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4" y="25"/>
                  </a:lnTo>
                  <a:lnTo>
                    <a:pt x="4" y="29"/>
                  </a:lnTo>
                  <a:lnTo>
                    <a:pt x="4" y="30"/>
                  </a:lnTo>
                  <a:lnTo>
                    <a:pt x="4" y="32"/>
                  </a:lnTo>
                  <a:lnTo>
                    <a:pt x="5" y="37"/>
                  </a:lnTo>
                  <a:lnTo>
                    <a:pt x="5" y="40"/>
                  </a:lnTo>
                  <a:lnTo>
                    <a:pt x="5" y="39"/>
                  </a:lnTo>
                  <a:lnTo>
                    <a:pt x="5" y="40"/>
                  </a:lnTo>
                  <a:lnTo>
                    <a:pt x="5" y="41"/>
                  </a:lnTo>
                  <a:lnTo>
                    <a:pt x="6" y="40"/>
                  </a:lnTo>
                  <a:lnTo>
                    <a:pt x="6" y="38"/>
                  </a:lnTo>
                  <a:lnTo>
                    <a:pt x="6" y="37"/>
                  </a:lnTo>
                  <a:lnTo>
                    <a:pt x="6" y="36"/>
                  </a:lnTo>
                  <a:lnTo>
                    <a:pt x="6" y="34"/>
                  </a:lnTo>
                  <a:lnTo>
                    <a:pt x="6" y="33"/>
                  </a:lnTo>
                  <a:lnTo>
                    <a:pt x="7" y="35"/>
                  </a:lnTo>
                  <a:lnTo>
                    <a:pt x="7" y="38"/>
                  </a:lnTo>
                  <a:lnTo>
                    <a:pt x="7" y="39"/>
                  </a:lnTo>
                  <a:lnTo>
                    <a:pt x="7" y="41"/>
                  </a:lnTo>
                  <a:lnTo>
                    <a:pt x="7" y="46"/>
                  </a:lnTo>
                  <a:lnTo>
                    <a:pt x="8" y="53"/>
                  </a:lnTo>
                  <a:lnTo>
                    <a:pt x="8" y="56"/>
                  </a:lnTo>
                  <a:lnTo>
                    <a:pt x="8" y="58"/>
                  </a:lnTo>
                  <a:lnTo>
                    <a:pt x="8" y="61"/>
                  </a:lnTo>
                  <a:lnTo>
                    <a:pt x="8" y="64"/>
                  </a:lnTo>
                  <a:lnTo>
                    <a:pt x="8" y="66"/>
                  </a:lnTo>
                  <a:lnTo>
                    <a:pt x="8" y="65"/>
                  </a:lnTo>
                  <a:lnTo>
                    <a:pt x="9" y="6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58" name="Freeform 602"/>
            <p:cNvSpPr/>
            <p:nvPr/>
          </p:nvSpPr>
          <p:spPr bwMode="auto">
            <a:xfrm>
              <a:off x="1706563" y="2028826"/>
              <a:ext cx="14288" cy="117475"/>
            </a:xfrm>
            <a:custGeom>
              <a:avLst/>
              <a:gdLst>
                <a:gd name="T0" fmla="*/ 0 w 9"/>
                <a:gd name="T1" fmla="*/ 25 h 74"/>
                <a:gd name="T2" fmla="*/ 1 w 9"/>
                <a:gd name="T3" fmla="*/ 26 h 74"/>
                <a:gd name="T4" fmla="*/ 1 w 9"/>
                <a:gd name="T5" fmla="*/ 28 h 74"/>
                <a:gd name="T6" fmla="*/ 1 w 9"/>
                <a:gd name="T7" fmla="*/ 30 h 74"/>
                <a:gd name="T8" fmla="*/ 1 w 9"/>
                <a:gd name="T9" fmla="*/ 31 h 74"/>
                <a:gd name="T10" fmla="*/ 2 w 9"/>
                <a:gd name="T11" fmla="*/ 35 h 74"/>
                <a:gd name="T12" fmla="*/ 2 w 9"/>
                <a:gd name="T13" fmla="*/ 40 h 74"/>
                <a:gd name="T14" fmla="*/ 2 w 9"/>
                <a:gd name="T15" fmla="*/ 44 h 74"/>
                <a:gd name="T16" fmla="*/ 2 w 9"/>
                <a:gd name="T17" fmla="*/ 45 h 74"/>
                <a:gd name="T18" fmla="*/ 2 w 9"/>
                <a:gd name="T19" fmla="*/ 47 h 74"/>
                <a:gd name="T20" fmla="*/ 2 w 9"/>
                <a:gd name="T21" fmla="*/ 48 h 74"/>
                <a:gd name="T22" fmla="*/ 2 w 9"/>
                <a:gd name="T23" fmla="*/ 50 h 74"/>
                <a:gd name="T24" fmla="*/ 3 w 9"/>
                <a:gd name="T25" fmla="*/ 51 h 74"/>
                <a:gd name="T26" fmla="*/ 3 w 9"/>
                <a:gd name="T27" fmla="*/ 51 h 74"/>
                <a:gd name="T28" fmla="*/ 3 w 9"/>
                <a:gd name="T29" fmla="*/ 49 h 74"/>
                <a:gd name="T30" fmla="*/ 3 w 9"/>
                <a:gd name="T31" fmla="*/ 47 h 74"/>
                <a:gd name="T32" fmla="*/ 3 w 9"/>
                <a:gd name="T33" fmla="*/ 46 h 74"/>
                <a:gd name="T34" fmla="*/ 3 w 9"/>
                <a:gd name="T35" fmla="*/ 47 h 74"/>
                <a:gd name="T36" fmla="*/ 3 w 9"/>
                <a:gd name="T37" fmla="*/ 55 h 74"/>
                <a:gd name="T38" fmla="*/ 4 w 9"/>
                <a:gd name="T39" fmla="*/ 59 h 74"/>
                <a:gd name="T40" fmla="*/ 4 w 9"/>
                <a:gd name="T41" fmla="*/ 58 h 74"/>
                <a:gd name="T42" fmla="*/ 4 w 9"/>
                <a:gd name="T43" fmla="*/ 60 h 74"/>
                <a:gd name="T44" fmla="*/ 4 w 9"/>
                <a:gd name="T45" fmla="*/ 65 h 74"/>
                <a:gd name="T46" fmla="*/ 4 w 9"/>
                <a:gd name="T47" fmla="*/ 68 h 74"/>
                <a:gd name="T48" fmla="*/ 5 w 9"/>
                <a:gd name="T49" fmla="*/ 68 h 74"/>
                <a:gd name="T50" fmla="*/ 5 w 9"/>
                <a:gd name="T51" fmla="*/ 71 h 74"/>
                <a:gd name="T52" fmla="*/ 5 w 9"/>
                <a:gd name="T53" fmla="*/ 74 h 74"/>
                <a:gd name="T54" fmla="*/ 5 w 9"/>
                <a:gd name="T55" fmla="*/ 69 h 74"/>
                <a:gd name="T56" fmla="*/ 5 w 9"/>
                <a:gd name="T57" fmla="*/ 65 h 74"/>
                <a:gd name="T58" fmla="*/ 5 w 9"/>
                <a:gd name="T59" fmla="*/ 65 h 74"/>
                <a:gd name="T60" fmla="*/ 5 w 9"/>
                <a:gd name="T61" fmla="*/ 66 h 74"/>
                <a:gd name="T62" fmla="*/ 6 w 9"/>
                <a:gd name="T63" fmla="*/ 63 h 74"/>
                <a:gd name="T64" fmla="*/ 6 w 9"/>
                <a:gd name="T65" fmla="*/ 59 h 74"/>
                <a:gd name="T66" fmla="*/ 6 w 9"/>
                <a:gd name="T67" fmla="*/ 55 h 74"/>
                <a:gd name="T68" fmla="*/ 6 w 9"/>
                <a:gd name="T69" fmla="*/ 49 h 74"/>
                <a:gd name="T70" fmla="*/ 7 w 9"/>
                <a:gd name="T71" fmla="*/ 41 h 74"/>
                <a:gd name="T72" fmla="*/ 7 w 9"/>
                <a:gd name="T73" fmla="*/ 35 h 74"/>
                <a:gd name="T74" fmla="*/ 7 w 9"/>
                <a:gd name="T75" fmla="*/ 34 h 74"/>
                <a:gd name="T76" fmla="*/ 7 w 9"/>
                <a:gd name="T77" fmla="*/ 32 h 74"/>
                <a:gd name="T78" fmla="*/ 7 w 9"/>
                <a:gd name="T79" fmla="*/ 27 h 74"/>
                <a:gd name="T80" fmla="*/ 7 w 9"/>
                <a:gd name="T81" fmla="*/ 24 h 74"/>
                <a:gd name="T82" fmla="*/ 7 w 9"/>
                <a:gd name="T83" fmla="*/ 25 h 74"/>
                <a:gd name="T84" fmla="*/ 8 w 9"/>
                <a:gd name="T85" fmla="*/ 23 h 74"/>
                <a:gd name="T86" fmla="*/ 8 w 9"/>
                <a:gd name="T87" fmla="*/ 20 h 74"/>
                <a:gd name="T88" fmla="*/ 8 w 9"/>
                <a:gd name="T89" fmla="*/ 22 h 74"/>
                <a:gd name="T90" fmla="*/ 8 w 9"/>
                <a:gd name="T91" fmla="*/ 24 h 74"/>
                <a:gd name="T92" fmla="*/ 8 w 9"/>
                <a:gd name="T93" fmla="*/ 17 h 74"/>
                <a:gd name="T94" fmla="*/ 8 w 9"/>
                <a:gd name="T95" fmla="*/ 8 h 74"/>
                <a:gd name="T96" fmla="*/ 8 w 9"/>
                <a:gd name="T97" fmla="*/ 7 h 74"/>
                <a:gd name="T98" fmla="*/ 9 w 9"/>
                <a:gd name="T99" fmla="*/ 6 h 74"/>
                <a:gd name="T100" fmla="*/ 9 w 9"/>
                <a:gd name="T101" fmla="*/ 2 h 74"/>
                <a:gd name="T102" fmla="*/ 9 w 9"/>
                <a:gd name="T103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74">
                  <a:moveTo>
                    <a:pt x="0" y="25"/>
                  </a:moveTo>
                  <a:lnTo>
                    <a:pt x="1" y="26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1" y="31"/>
                  </a:lnTo>
                  <a:lnTo>
                    <a:pt x="2" y="35"/>
                  </a:lnTo>
                  <a:lnTo>
                    <a:pt x="2" y="40"/>
                  </a:lnTo>
                  <a:lnTo>
                    <a:pt x="2" y="44"/>
                  </a:lnTo>
                  <a:lnTo>
                    <a:pt x="2" y="45"/>
                  </a:lnTo>
                  <a:lnTo>
                    <a:pt x="2" y="47"/>
                  </a:lnTo>
                  <a:lnTo>
                    <a:pt x="2" y="48"/>
                  </a:lnTo>
                  <a:lnTo>
                    <a:pt x="2" y="50"/>
                  </a:lnTo>
                  <a:lnTo>
                    <a:pt x="3" y="51"/>
                  </a:lnTo>
                  <a:lnTo>
                    <a:pt x="3" y="51"/>
                  </a:lnTo>
                  <a:lnTo>
                    <a:pt x="3" y="49"/>
                  </a:lnTo>
                  <a:lnTo>
                    <a:pt x="3" y="47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55"/>
                  </a:lnTo>
                  <a:lnTo>
                    <a:pt x="4" y="59"/>
                  </a:lnTo>
                  <a:lnTo>
                    <a:pt x="4" y="58"/>
                  </a:lnTo>
                  <a:lnTo>
                    <a:pt x="4" y="60"/>
                  </a:lnTo>
                  <a:lnTo>
                    <a:pt x="4" y="65"/>
                  </a:lnTo>
                  <a:lnTo>
                    <a:pt x="4" y="68"/>
                  </a:lnTo>
                  <a:lnTo>
                    <a:pt x="5" y="68"/>
                  </a:lnTo>
                  <a:lnTo>
                    <a:pt x="5" y="71"/>
                  </a:lnTo>
                  <a:lnTo>
                    <a:pt x="5" y="74"/>
                  </a:lnTo>
                  <a:lnTo>
                    <a:pt x="5" y="69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5" y="66"/>
                  </a:lnTo>
                  <a:lnTo>
                    <a:pt x="6" y="63"/>
                  </a:lnTo>
                  <a:lnTo>
                    <a:pt x="6" y="59"/>
                  </a:lnTo>
                  <a:lnTo>
                    <a:pt x="6" y="55"/>
                  </a:lnTo>
                  <a:lnTo>
                    <a:pt x="6" y="49"/>
                  </a:lnTo>
                  <a:lnTo>
                    <a:pt x="7" y="41"/>
                  </a:lnTo>
                  <a:lnTo>
                    <a:pt x="7" y="35"/>
                  </a:lnTo>
                  <a:lnTo>
                    <a:pt x="7" y="34"/>
                  </a:lnTo>
                  <a:lnTo>
                    <a:pt x="7" y="32"/>
                  </a:lnTo>
                  <a:lnTo>
                    <a:pt x="7" y="27"/>
                  </a:lnTo>
                  <a:lnTo>
                    <a:pt x="7" y="24"/>
                  </a:lnTo>
                  <a:lnTo>
                    <a:pt x="7" y="25"/>
                  </a:lnTo>
                  <a:lnTo>
                    <a:pt x="8" y="23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8" y="24"/>
                  </a:lnTo>
                  <a:lnTo>
                    <a:pt x="8" y="17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2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59" name="Freeform 603"/>
            <p:cNvSpPr/>
            <p:nvPr/>
          </p:nvSpPr>
          <p:spPr bwMode="auto">
            <a:xfrm>
              <a:off x="1720850" y="1947864"/>
              <a:ext cx="12700" cy="84138"/>
            </a:xfrm>
            <a:custGeom>
              <a:avLst/>
              <a:gdLst>
                <a:gd name="T0" fmla="*/ 0 w 8"/>
                <a:gd name="T1" fmla="*/ 53 h 53"/>
                <a:gd name="T2" fmla="*/ 0 w 8"/>
                <a:gd name="T3" fmla="*/ 51 h 53"/>
                <a:gd name="T4" fmla="*/ 0 w 8"/>
                <a:gd name="T5" fmla="*/ 50 h 53"/>
                <a:gd name="T6" fmla="*/ 0 w 8"/>
                <a:gd name="T7" fmla="*/ 46 h 53"/>
                <a:gd name="T8" fmla="*/ 1 w 8"/>
                <a:gd name="T9" fmla="*/ 40 h 53"/>
                <a:gd name="T10" fmla="*/ 1 w 8"/>
                <a:gd name="T11" fmla="*/ 37 h 53"/>
                <a:gd name="T12" fmla="*/ 1 w 8"/>
                <a:gd name="T13" fmla="*/ 38 h 53"/>
                <a:gd name="T14" fmla="*/ 1 w 8"/>
                <a:gd name="T15" fmla="*/ 36 h 53"/>
                <a:gd name="T16" fmla="*/ 1 w 8"/>
                <a:gd name="T17" fmla="*/ 31 h 53"/>
                <a:gd name="T18" fmla="*/ 1 w 8"/>
                <a:gd name="T19" fmla="*/ 28 h 53"/>
                <a:gd name="T20" fmla="*/ 1 w 8"/>
                <a:gd name="T21" fmla="*/ 28 h 53"/>
                <a:gd name="T22" fmla="*/ 2 w 8"/>
                <a:gd name="T23" fmla="*/ 26 h 53"/>
                <a:gd name="T24" fmla="*/ 2 w 8"/>
                <a:gd name="T25" fmla="*/ 25 h 53"/>
                <a:gd name="T26" fmla="*/ 2 w 8"/>
                <a:gd name="T27" fmla="*/ 28 h 53"/>
                <a:gd name="T28" fmla="*/ 2 w 8"/>
                <a:gd name="T29" fmla="*/ 33 h 53"/>
                <a:gd name="T30" fmla="*/ 3 w 8"/>
                <a:gd name="T31" fmla="*/ 34 h 53"/>
                <a:gd name="T32" fmla="*/ 3 w 8"/>
                <a:gd name="T33" fmla="*/ 35 h 53"/>
                <a:gd name="T34" fmla="*/ 3 w 8"/>
                <a:gd name="T35" fmla="*/ 40 h 53"/>
                <a:gd name="T36" fmla="*/ 3 w 8"/>
                <a:gd name="T37" fmla="*/ 43 h 53"/>
                <a:gd name="T38" fmla="*/ 3 w 8"/>
                <a:gd name="T39" fmla="*/ 41 h 53"/>
                <a:gd name="T40" fmla="*/ 3 w 8"/>
                <a:gd name="T41" fmla="*/ 43 h 53"/>
                <a:gd name="T42" fmla="*/ 3 w 8"/>
                <a:gd name="T43" fmla="*/ 46 h 53"/>
                <a:gd name="T44" fmla="*/ 4 w 8"/>
                <a:gd name="T45" fmla="*/ 46 h 53"/>
                <a:gd name="T46" fmla="*/ 4 w 8"/>
                <a:gd name="T47" fmla="*/ 43 h 53"/>
                <a:gd name="T48" fmla="*/ 4 w 8"/>
                <a:gd name="T49" fmla="*/ 42 h 53"/>
                <a:gd name="T50" fmla="*/ 4 w 8"/>
                <a:gd name="T51" fmla="*/ 41 h 53"/>
                <a:gd name="T52" fmla="*/ 4 w 8"/>
                <a:gd name="T53" fmla="*/ 37 h 53"/>
                <a:gd name="T54" fmla="*/ 4 w 8"/>
                <a:gd name="T55" fmla="*/ 35 h 53"/>
                <a:gd name="T56" fmla="*/ 4 w 8"/>
                <a:gd name="T57" fmla="*/ 36 h 53"/>
                <a:gd name="T58" fmla="*/ 5 w 8"/>
                <a:gd name="T59" fmla="*/ 36 h 53"/>
                <a:gd name="T60" fmla="*/ 5 w 8"/>
                <a:gd name="T61" fmla="*/ 33 h 53"/>
                <a:gd name="T62" fmla="*/ 5 w 8"/>
                <a:gd name="T63" fmla="*/ 31 h 53"/>
                <a:gd name="T64" fmla="*/ 5 w 8"/>
                <a:gd name="T65" fmla="*/ 33 h 53"/>
                <a:gd name="T66" fmla="*/ 6 w 8"/>
                <a:gd name="T67" fmla="*/ 33 h 53"/>
                <a:gd name="T68" fmla="*/ 6 w 8"/>
                <a:gd name="T69" fmla="*/ 31 h 53"/>
                <a:gd name="T70" fmla="*/ 6 w 8"/>
                <a:gd name="T71" fmla="*/ 30 h 53"/>
                <a:gd name="T72" fmla="*/ 6 w 8"/>
                <a:gd name="T73" fmla="*/ 29 h 53"/>
                <a:gd name="T74" fmla="*/ 6 w 8"/>
                <a:gd name="T75" fmla="*/ 23 h 53"/>
                <a:gd name="T76" fmla="*/ 6 w 8"/>
                <a:gd name="T77" fmla="*/ 16 h 53"/>
                <a:gd name="T78" fmla="*/ 6 w 8"/>
                <a:gd name="T79" fmla="*/ 14 h 53"/>
                <a:gd name="T80" fmla="*/ 7 w 8"/>
                <a:gd name="T81" fmla="*/ 13 h 53"/>
                <a:gd name="T82" fmla="*/ 7 w 8"/>
                <a:gd name="T83" fmla="*/ 7 h 53"/>
                <a:gd name="T84" fmla="*/ 7 w 8"/>
                <a:gd name="T85" fmla="*/ 1 h 53"/>
                <a:gd name="T86" fmla="*/ 7 w 8"/>
                <a:gd name="T87" fmla="*/ 0 h 53"/>
                <a:gd name="T88" fmla="*/ 7 w 8"/>
                <a:gd name="T89" fmla="*/ 1 h 53"/>
                <a:gd name="T90" fmla="*/ 8 w 8"/>
                <a:gd name="T91" fmla="*/ 0 h 53"/>
                <a:gd name="T92" fmla="*/ 8 w 8"/>
                <a:gd name="T93" fmla="*/ 2 h 53"/>
                <a:gd name="T94" fmla="*/ 8 w 8"/>
                <a:gd name="T95" fmla="*/ 8 h 53"/>
                <a:gd name="T96" fmla="*/ 8 w 8"/>
                <a:gd name="T97" fmla="*/ 13 h 53"/>
                <a:gd name="T98" fmla="*/ 8 w 8"/>
                <a:gd name="T99" fmla="*/ 13 h 53"/>
                <a:gd name="T100" fmla="*/ 8 w 8"/>
                <a:gd name="T101" fmla="*/ 13 h 53"/>
                <a:gd name="T102" fmla="*/ 8 w 8"/>
                <a:gd name="T103" fmla="*/ 1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53">
                  <a:moveTo>
                    <a:pt x="0" y="53"/>
                  </a:moveTo>
                  <a:lnTo>
                    <a:pt x="0" y="51"/>
                  </a:lnTo>
                  <a:lnTo>
                    <a:pt x="0" y="50"/>
                  </a:lnTo>
                  <a:lnTo>
                    <a:pt x="0" y="46"/>
                  </a:lnTo>
                  <a:lnTo>
                    <a:pt x="1" y="40"/>
                  </a:lnTo>
                  <a:lnTo>
                    <a:pt x="1" y="37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1"/>
                  </a:lnTo>
                  <a:lnTo>
                    <a:pt x="1" y="28"/>
                  </a:lnTo>
                  <a:lnTo>
                    <a:pt x="1" y="28"/>
                  </a:lnTo>
                  <a:lnTo>
                    <a:pt x="2" y="26"/>
                  </a:lnTo>
                  <a:lnTo>
                    <a:pt x="2" y="25"/>
                  </a:lnTo>
                  <a:lnTo>
                    <a:pt x="2" y="28"/>
                  </a:lnTo>
                  <a:lnTo>
                    <a:pt x="2" y="33"/>
                  </a:lnTo>
                  <a:lnTo>
                    <a:pt x="3" y="34"/>
                  </a:lnTo>
                  <a:lnTo>
                    <a:pt x="3" y="35"/>
                  </a:lnTo>
                  <a:lnTo>
                    <a:pt x="3" y="40"/>
                  </a:lnTo>
                  <a:lnTo>
                    <a:pt x="3" y="43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3" y="46"/>
                  </a:lnTo>
                  <a:lnTo>
                    <a:pt x="4" y="46"/>
                  </a:lnTo>
                  <a:lnTo>
                    <a:pt x="4" y="43"/>
                  </a:lnTo>
                  <a:lnTo>
                    <a:pt x="4" y="42"/>
                  </a:lnTo>
                  <a:lnTo>
                    <a:pt x="4" y="41"/>
                  </a:lnTo>
                  <a:lnTo>
                    <a:pt x="4" y="37"/>
                  </a:lnTo>
                  <a:lnTo>
                    <a:pt x="4" y="35"/>
                  </a:lnTo>
                  <a:lnTo>
                    <a:pt x="4" y="36"/>
                  </a:lnTo>
                  <a:lnTo>
                    <a:pt x="5" y="36"/>
                  </a:lnTo>
                  <a:lnTo>
                    <a:pt x="5" y="33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30"/>
                  </a:lnTo>
                  <a:lnTo>
                    <a:pt x="6" y="29"/>
                  </a:lnTo>
                  <a:lnTo>
                    <a:pt x="6" y="23"/>
                  </a:lnTo>
                  <a:lnTo>
                    <a:pt x="6" y="16"/>
                  </a:lnTo>
                  <a:lnTo>
                    <a:pt x="6" y="14"/>
                  </a:lnTo>
                  <a:lnTo>
                    <a:pt x="7" y="13"/>
                  </a:lnTo>
                  <a:lnTo>
                    <a:pt x="7" y="7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1"/>
                  </a:lnTo>
                  <a:lnTo>
                    <a:pt x="8" y="0"/>
                  </a:lnTo>
                  <a:lnTo>
                    <a:pt x="8" y="2"/>
                  </a:lnTo>
                  <a:lnTo>
                    <a:pt x="8" y="8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8" y="1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60" name="Freeform 604"/>
            <p:cNvSpPr/>
            <p:nvPr/>
          </p:nvSpPr>
          <p:spPr bwMode="auto">
            <a:xfrm>
              <a:off x="1733550" y="1955801"/>
              <a:ext cx="14288" cy="47625"/>
            </a:xfrm>
            <a:custGeom>
              <a:avLst/>
              <a:gdLst>
                <a:gd name="T0" fmla="*/ 0 w 9"/>
                <a:gd name="T1" fmla="*/ 8 h 30"/>
                <a:gd name="T2" fmla="*/ 0 w 9"/>
                <a:gd name="T3" fmla="*/ 10 h 30"/>
                <a:gd name="T4" fmla="*/ 1 w 9"/>
                <a:gd name="T5" fmla="*/ 9 h 30"/>
                <a:gd name="T6" fmla="*/ 1 w 9"/>
                <a:gd name="T7" fmla="*/ 8 h 30"/>
                <a:gd name="T8" fmla="*/ 1 w 9"/>
                <a:gd name="T9" fmla="*/ 9 h 30"/>
                <a:gd name="T10" fmla="*/ 1 w 9"/>
                <a:gd name="T11" fmla="*/ 11 h 30"/>
                <a:gd name="T12" fmla="*/ 1 w 9"/>
                <a:gd name="T13" fmla="*/ 11 h 30"/>
                <a:gd name="T14" fmla="*/ 1 w 9"/>
                <a:gd name="T15" fmla="*/ 6 h 30"/>
                <a:gd name="T16" fmla="*/ 1 w 9"/>
                <a:gd name="T17" fmla="*/ 6 h 30"/>
                <a:gd name="T18" fmla="*/ 2 w 9"/>
                <a:gd name="T19" fmla="*/ 10 h 30"/>
                <a:gd name="T20" fmla="*/ 2 w 9"/>
                <a:gd name="T21" fmla="*/ 13 h 30"/>
                <a:gd name="T22" fmla="*/ 2 w 9"/>
                <a:gd name="T23" fmla="*/ 13 h 30"/>
                <a:gd name="T24" fmla="*/ 2 w 9"/>
                <a:gd name="T25" fmla="*/ 15 h 30"/>
                <a:gd name="T26" fmla="*/ 3 w 9"/>
                <a:gd name="T27" fmla="*/ 17 h 30"/>
                <a:gd name="T28" fmla="*/ 3 w 9"/>
                <a:gd name="T29" fmla="*/ 14 h 30"/>
                <a:gd name="T30" fmla="*/ 3 w 9"/>
                <a:gd name="T31" fmla="*/ 12 h 30"/>
                <a:gd name="T32" fmla="*/ 3 w 9"/>
                <a:gd name="T33" fmla="*/ 14 h 30"/>
                <a:gd name="T34" fmla="*/ 3 w 9"/>
                <a:gd name="T35" fmla="*/ 15 h 30"/>
                <a:gd name="T36" fmla="*/ 3 w 9"/>
                <a:gd name="T37" fmla="*/ 13 h 30"/>
                <a:gd name="T38" fmla="*/ 3 w 9"/>
                <a:gd name="T39" fmla="*/ 11 h 30"/>
                <a:gd name="T40" fmla="*/ 4 w 9"/>
                <a:gd name="T41" fmla="*/ 13 h 30"/>
                <a:gd name="T42" fmla="*/ 4 w 9"/>
                <a:gd name="T43" fmla="*/ 15 h 30"/>
                <a:gd name="T44" fmla="*/ 4 w 9"/>
                <a:gd name="T45" fmla="*/ 15 h 30"/>
                <a:gd name="T46" fmla="*/ 4 w 9"/>
                <a:gd name="T47" fmla="*/ 18 h 30"/>
                <a:gd name="T48" fmla="*/ 4 w 9"/>
                <a:gd name="T49" fmla="*/ 22 h 30"/>
                <a:gd name="T50" fmla="*/ 5 w 9"/>
                <a:gd name="T51" fmla="*/ 25 h 30"/>
                <a:gd name="T52" fmla="*/ 5 w 9"/>
                <a:gd name="T53" fmla="*/ 25 h 30"/>
                <a:gd name="T54" fmla="*/ 5 w 9"/>
                <a:gd name="T55" fmla="*/ 26 h 30"/>
                <a:gd name="T56" fmla="*/ 5 w 9"/>
                <a:gd name="T57" fmla="*/ 28 h 30"/>
                <a:gd name="T58" fmla="*/ 5 w 9"/>
                <a:gd name="T59" fmla="*/ 30 h 30"/>
                <a:gd name="T60" fmla="*/ 5 w 9"/>
                <a:gd name="T61" fmla="*/ 29 h 30"/>
                <a:gd name="T62" fmla="*/ 5 w 9"/>
                <a:gd name="T63" fmla="*/ 29 h 30"/>
                <a:gd name="T64" fmla="*/ 6 w 9"/>
                <a:gd name="T65" fmla="*/ 29 h 30"/>
                <a:gd name="T66" fmla="*/ 6 w 9"/>
                <a:gd name="T67" fmla="*/ 25 h 30"/>
                <a:gd name="T68" fmla="*/ 6 w 9"/>
                <a:gd name="T69" fmla="*/ 18 h 30"/>
                <a:gd name="T70" fmla="*/ 6 w 9"/>
                <a:gd name="T71" fmla="*/ 16 h 30"/>
                <a:gd name="T72" fmla="*/ 6 w 9"/>
                <a:gd name="T73" fmla="*/ 16 h 30"/>
                <a:gd name="T74" fmla="*/ 6 w 9"/>
                <a:gd name="T75" fmla="*/ 11 h 30"/>
                <a:gd name="T76" fmla="*/ 6 w 9"/>
                <a:gd name="T77" fmla="*/ 4 h 30"/>
                <a:gd name="T78" fmla="*/ 7 w 9"/>
                <a:gd name="T79" fmla="*/ 4 h 30"/>
                <a:gd name="T80" fmla="*/ 7 w 9"/>
                <a:gd name="T81" fmla="*/ 4 h 30"/>
                <a:gd name="T82" fmla="*/ 7 w 9"/>
                <a:gd name="T83" fmla="*/ 0 h 30"/>
                <a:gd name="T84" fmla="*/ 7 w 9"/>
                <a:gd name="T85" fmla="*/ 0 h 30"/>
                <a:gd name="T86" fmla="*/ 8 w 9"/>
                <a:gd name="T87" fmla="*/ 5 h 30"/>
                <a:gd name="T88" fmla="*/ 8 w 9"/>
                <a:gd name="T89" fmla="*/ 7 h 30"/>
                <a:gd name="T90" fmla="*/ 8 w 9"/>
                <a:gd name="T91" fmla="*/ 6 h 30"/>
                <a:gd name="T92" fmla="*/ 8 w 9"/>
                <a:gd name="T93" fmla="*/ 7 h 30"/>
                <a:gd name="T94" fmla="*/ 8 w 9"/>
                <a:gd name="T95" fmla="*/ 8 h 30"/>
                <a:gd name="T96" fmla="*/ 8 w 9"/>
                <a:gd name="T97" fmla="*/ 6 h 30"/>
                <a:gd name="T98" fmla="*/ 8 w 9"/>
                <a:gd name="T99" fmla="*/ 4 h 30"/>
                <a:gd name="T100" fmla="*/ 9 w 9"/>
                <a:gd name="T101" fmla="*/ 3 h 30"/>
                <a:gd name="T102" fmla="*/ 9 w 9"/>
                <a:gd name="T103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30">
                  <a:moveTo>
                    <a:pt x="0" y="8"/>
                  </a:moveTo>
                  <a:lnTo>
                    <a:pt x="0" y="10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1" y="6"/>
                  </a:lnTo>
                  <a:lnTo>
                    <a:pt x="1" y="6"/>
                  </a:lnTo>
                  <a:lnTo>
                    <a:pt x="2" y="10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3" y="17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8"/>
                  </a:lnTo>
                  <a:lnTo>
                    <a:pt x="4" y="22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5" y="26"/>
                  </a:lnTo>
                  <a:lnTo>
                    <a:pt x="5" y="28"/>
                  </a:lnTo>
                  <a:lnTo>
                    <a:pt x="5" y="30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6" y="29"/>
                  </a:lnTo>
                  <a:lnTo>
                    <a:pt x="6" y="25"/>
                  </a:lnTo>
                  <a:lnTo>
                    <a:pt x="6" y="18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6" y="11"/>
                  </a:lnTo>
                  <a:lnTo>
                    <a:pt x="6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5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7"/>
                  </a:lnTo>
                  <a:lnTo>
                    <a:pt x="8" y="8"/>
                  </a:lnTo>
                  <a:lnTo>
                    <a:pt x="8" y="6"/>
                  </a:lnTo>
                  <a:lnTo>
                    <a:pt x="8" y="4"/>
                  </a:lnTo>
                  <a:lnTo>
                    <a:pt x="9" y="3"/>
                  </a:lnTo>
                  <a:lnTo>
                    <a:pt x="9" y="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61" name="Freeform 605"/>
            <p:cNvSpPr/>
            <p:nvPr/>
          </p:nvSpPr>
          <p:spPr bwMode="auto">
            <a:xfrm>
              <a:off x="1747838" y="1914526"/>
              <a:ext cx="12700" cy="120650"/>
            </a:xfrm>
            <a:custGeom>
              <a:avLst/>
              <a:gdLst>
                <a:gd name="T0" fmla="*/ 0 w 8"/>
                <a:gd name="T1" fmla="*/ 29 h 76"/>
                <a:gd name="T2" fmla="*/ 0 w 8"/>
                <a:gd name="T3" fmla="*/ 29 h 76"/>
                <a:gd name="T4" fmla="*/ 0 w 8"/>
                <a:gd name="T5" fmla="*/ 25 h 76"/>
                <a:gd name="T6" fmla="*/ 0 w 8"/>
                <a:gd name="T7" fmla="*/ 20 h 76"/>
                <a:gd name="T8" fmla="*/ 0 w 8"/>
                <a:gd name="T9" fmla="*/ 19 h 76"/>
                <a:gd name="T10" fmla="*/ 1 w 8"/>
                <a:gd name="T11" fmla="*/ 19 h 76"/>
                <a:gd name="T12" fmla="*/ 1 w 8"/>
                <a:gd name="T13" fmla="*/ 16 h 76"/>
                <a:gd name="T14" fmla="*/ 1 w 8"/>
                <a:gd name="T15" fmla="*/ 13 h 76"/>
                <a:gd name="T16" fmla="*/ 1 w 8"/>
                <a:gd name="T17" fmla="*/ 13 h 76"/>
                <a:gd name="T18" fmla="*/ 1 w 8"/>
                <a:gd name="T19" fmla="*/ 11 h 76"/>
                <a:gd name="T20" fmla="*/ 1 w 8"/>
                <a:gd name="T21" fmla="*/ 6 h 76"/>
                <a:gd name="T22" fmla="*/ 2 w 8"/>
                <a:gd name="T23" fmla="*/ 3 h 76"/>
                <a:gd name="T24" fmla="*/ 2 w 8"/>
                <a:gd name="T25" fmla="*/ 3 h 76"/>
                <a:gd name="T26" fmla="*/ 2 w 8"/>
                <a:gd name="T27" fmla="*/ 3 h 76"/>
                <a:gd name="T28" fmla="*/ 2 w 8"/>
                <a:gd name="T29" fmla="*/ 0 h 76"/>
                <a:gd name="T30" fmla="*/ 2 w 8"/>
                <a:gd name="T31" fmla="*/ 2 h 76"/>
                <a:gd name="T32" fmla="*/ 2 w 8"/>
                <a:gd name="T33" fmla="*/ 6 h 76"/>
                <a:gd name="T34" fmla="*/ 2 w 8"/>
                <a:gd name="T35" fmla="*/ 7 h 76"/>
                <a:gd name="T36" fmla="*/ 3 w 8"/>
                <a:gd name="T37" fmla="*/ 11 h 76"/>
                <a:gd name="T38" fmla="*/ 3 w 8"/>
                <a:gd name="T39" fmla="*/ 19 h 76"/>
                <a:gd name="T40" fmla="*/ 3 w 8"/>
                <a:gd name="T41" fmla="*/ 28 h 76"/>
                <a:gd name="T42" fmla="*/ 3 w 8"/>
                <a:gd name="T43" fmla="*/ 35 h 76"/>
                <a:gd name="T44" fmla="*/ 3 w 8"/>
                <a:gd name="T45" fmla="*/ 42 h 76"/>
                <a:gd name="T46" fmla="*/ 4 w 8"/>
                <a:gd name="T47" fmla="*/ 50 h 76"/>
                <a:gd name="T48" fmla="*/ 4 w 8"/>
                <a:gd name="T49" fmla="*/ 55 h 76"/>
                <a:gd name="T50" fmla="*/ 4 w 8"/>
                <a:gd name="T51" fmla="*/ 59 h 76"/>
                <a:gd name="T52" fmla="*/ 4 w 8"/>
                <a:gd name="T53" fmla="*/ 63 h 76"/>
                <a:gd name="T54" fmla="*/ 4 w 8"/>
                <a:gd name="T55" fmla="*/ 67 h 76"/>
                <a:gd name="T56" fmla="*/ 4 w 8"/>
                <a:gd name="T57" fmla="*/ 67 h 76"/>
                <a:gd name="T58" fmla="*/ 4 w 8"/>
                <a:gd name="T59" fmla="*/ 65 h 76"/>
                <a:gd name="T60" fmla="*/ 5 w 8"/>
                <a:gd name="T61" fmla="*/ 65 h 76"/>
                <a:gd name="T62" fmla="*/ 5 w 8"/>
                <a:gd name="T63" fmla="*/ 66 h 76"/>
                <a:gd name="T64" fmla="*/ 5 w 8"/>
                <a:gd name="T65" fmla="*/ 65 h 76"/>
                <a:gd name="T66" fmla="*/ 5 w 8"/>
                <a:gd name="T67" fmla="*/ 65 h 76"/>
                <a:gd name="T68" fmla="*/ 6 w 8"/>
                <a:gd name="T69" fmla="*/ 67 h 76"/>
                <a:gd name="T70" fmla="*/ 6 w 8"/>
                <a:gd name="T71" fmla="*/ 69 h 76"/>
                <a:gd name="T72" fmla="*/ 6 w 8"/>
                <a:gd name="T73" fmla="*/ 69 h 76"/>
                <a:gd name="T74" fmla="*/ 6 w 8"/>
                <a:gd name="T75" fmla="*/ 69 h 76"/>
                <a:gd name="T76" fmla="*/ 6 w 8"/>
                <a:gd name="T77" fmla="*/ 71 h 76"/>
                <a:gd name="T78" fmla="*/ 6 w 8"/>
                <a:gd name="T79" fmla="*/ 73 h 76"/>
                <a:gd name="T80" fmla="*/ 6 w 8"/>
                <a:gd name="T81" fmla="*/ 76 h 76"/>
                <a:gd name="T82" fmla="*/ 7 w 8"/>
                <a:gd name="T83" fmla="*/ 76 h 76"/>
                <a:gd name="T84" fmla="*/ 7 w 8"/>
                <a:gd name="T85" fmla="*/ 72 h 76"/>
                <a:gd name="T86" fmla="*/ 7 w 8"/>
                <a:gd name="T87" fmla="*/ 69 h 76"/>
                <a:gd name="T88" fmla="*/ 7 w 8"/>
                <a:gd name="T89" fmla="*/ 69 h 76"/>
                <a:gd name="T90" fmla="*/ 7 w 8"/>
                <a:gd name="T91" fmla="*/ 67 h 76"/>
                <a:gd name="T92" fmla="*/ 7 w 8"/>
                <a:gd name="T93" fmla="*/ 66 h 76"/>
                <a:gd name="T94" fmla="*/ 7 w 8"/>
                <a:gd name="T95" fmla="*/ 68 h 76"/>
                <a:gd name="T96" fmla="*/ 8 w 8"/>
                <a:gd name="T97" fmla="*/ 69 h 76"/>
                <a:gd name="T98" fmla="*/ 8 w 8"/>
                <a:gd name="T99" fmla="*/ 69 h 76"/>
                <a:gd name="T100" fmla="*/ 8 w 8"/>
                <a:gd name="T101" fmla="*/ 69 h 76"/>
                <a:gd name="T102" fmla="*/ 8 w 8"/>
                <a:gd name="T103" fmla="*/ 71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76">
                  <a:moveTo>
                    <a:pt x="0" y="29"/>
                  </a:moveTo>
                  <a:lnTo>
                    <a:pt x="0" y="29"/>
                  </a:lnTo>
                  <a:lnTo>
                    <a:pt x="0" y="25"/>
                  </a:lnTo>
                  <a:lnTo>
                    <a:pt x="0" y="20"/>
                  </a:lnTo>
                  <a:lnTo>
                    <a:pt x="0" y="19"/>
                  </a:lnTo>
                  <a:lnTo>
                    <a:pt x="1" y="19"/>
                  </a:lnTo>
                  <a:lnTo>
                    <a:pt x="1" y="16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6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6"/>
                  </a:lnTo>
                  <a:lnTo>
                    <a:pt x="2" y="7"/>
                  </a:lnTo>
                  <a:lnTo>
                    <a:pt x="3" y="11"/>
                  </a:lnTo>
                  <a:lnTo>
                    <a:pt x="3" y="19"/>
                  </a:lnTo>
                  <a:lnTo>
                    <a:pt x="3" y="28"/>
                  </a:lnTo>
                  <a:lnTo>
                    <a:pt x="3" y="35"/>
                  </a:lnTo>
                  <a:lnTo>
                    <a:pt x="3" y="42"/>
                  </a:lnTo>
                  <a:lnTo>
                    <a:pt x="4" y="50"/>
                  </a:lnTo>
                  <a:lnTo>
                    <a:pt x="4" y="55"/>
                  </a:lnTo>
                  <a:lnTo>
                    <a:pt x="4" y="59"/>
                  </a:lnTo>
                  <a:lnTo>
                    <a:pt x="4" y="63"/>
                  </a:lnTo>
                  <a:lnTo>
                    <a:pt x="4" y="67"/>
                  </a:lnTo>
                  <a:lnTo>
                    <a:pt x="4" y="67"/>
                  </a:lnTo>
                  <a:lnTo>
                    <a:pt x="4" y="65"/>
                  </a:lnTo>
                  <a:lnTo>
                    <a:pt x="5" y="65"/>
                  </a:lnTo>
                  <a:lnTo>
                    <a:pt x="5" y="66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6" y="67"/>
                  </a:lnTo>
                  <a:lnTo>
                    <a:pt x="6" y="69"/>
                  </a:lnTo>
                  <a:lnTo>
                    <a:pt x="6" y="69"/>
                  </a:lnTo>
                  <a:lnTo>
                    <a:pt x="6" y="69"/>
                  </a:lnTo>
                  <a:lnTo>
                    <a:pt x="6" y="71"/>
                  </a:lnTo>
                  <a:lnTo>
                    <a:pt x="6" y="73"/>
                  </a:lnTo>
                  <a:lnTo>
                    <a:pt x="6" y="76"/>
                  </a:lnTo>
                  <a:lnTo>
                    <a:pt x="7" y="76"/>
                  </a:lnTo>
                  <a:lnTo>
                    <a:pt x="7" y="72"/>
                  </a:lnTo>
                  <a:lnTo>
                    <a:pt x="7" y="69"/>
                  </a:lnTo>
                  <a:lnTo>
                    <a:pt x="7" y="69"/>
                  </a:lnTo>
                  <a:lnTo>
                    <a:pt x="7" y="67"/>
                  </a:lnTo>
                  <a:lnTo>
                    <a:pt x="7" y="66"/>
                  </a:lnTo>
                  <a:lnTo>
                    <a:pt x="7" y="68"/>
                  </a:lnTo>
                  <a:lnTo>
                    <a:pt x="8" y="69"/>
                  </a:lnTo>
                  <a:lnTo>
                    <a:pt x="8" y="69"/>
                  </a:lnTo>
                  <a:lnTo>
                    <a:pt x="8" y="69"/>
                  </a:lnTo>
                  <a:lnTo>
                    <a:pt x="8" y="7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62" name="Freeform 606"/>
            <p:cNvSpPr/>
            <p:nvPr/>
          </p:nvSpPr>
          <p:spPr bwMode="auto">
            <a:xfrm>
              <a:off x="1760538" y="2024064"/>
              <a:ext cx="14288" cy="125413"/>
            </a:xfrm>
            <a:custGeom>
              <a:avLst/>
              <a:gdLst>
                <a:gd name="T0" fmla="*/ 0 w 9"/>
                <a:gd name="T1" fmla="*/ 0 h 79"/>
                <a:gd name="T2" fmla="*/ 0 w 9"/>
                <a:gd name="T3" fmla="*/ 2 h 79"/>
                <a:gd name="T4" fmla="*/ 0 w 9"/>
                <a:gd name="T5" fmla="*/ 6 h 79"/>
                <a:gd name="T6" fmla="*/ 1 w 9"/>
                <a:gd name="T7" fmla="*/ 10 h 79"/>
                <a:gd name="T8" fmla="*/ 1 w 9"/>
                <a:gd name="T9" fmla="*/ 14 h 79"/>
                <a:gd name="T10" fmla="*/ 1 w 9"/>
                <a:gd name="T11" fmla="*/ 16 h 79"/>
                <a:gd name="T12" fmla="*/ 1 w 9"/>
                <a:gd name="T13" fmla="*/ 19 h 79"/>
                <a:gd name="T14" fmla="*/ 1 w 9"/>
                <a:gd name="T15" fmla="*/ 22 h 79"/>
                <a:gd name="T16" fmla="*/ 1 w 9"/>
                <a:gd name="T17" fmla="*/ 26 h 79"/>
                <a:gd name="T18" fmla="*/ 1 w 9"/>
                <a:gd name="T19" fmla="*/ 30 h 79"/>
                <a:gd name="T20" fmla="*/ 2 w 9"/>
                <a:gd name="T21" fmla="*/ 35 h 79"/>
                <a:gd name="T22" fmla="*/ 2 w 9"/>
                <a:gd name="T23" fmla="*/ 37 h 79"/>
                <a:gd name="T24" fmla="*/ 2 w 9"/>
                <a:gd name="T25" fmla="*/ 41 h 79"/>
                <a:gd name="T26" fmla="*/ 2 w 9"/>
                <a:gd name="T27" fmla="*/ 46 h 79"/>
                <a:gd name="T28" fmla="*/ 3 w 9"/>
                <a:gd name="T29" fmla="*/ 48 h 79"/>
                <a:gd name="T30" fmla="*/ 3 w 9"/>
                <a:gd name="T31" fmla="*/ 48 h 79"/>
                <a:gd name="T32" fmla="*/ 3 w 9"/>
                <a:gd name="T33" fmla="*/ 52 h 79"/>
                <a:gd name="T34" fmla="*/ 3 w 9"/>
                <a:gd name="T35" fmla="*/ 57 h 79"/>
                <a:gd name="T36" fmla="*/ 3 w 9"/>
                <a:gd name="T37" fmla="*/ 57 h 79"/>
                <a:gd name="T38" fmla="*/ 3 w 9"/>
                <a:gd name="T39" fmla="*/ 54 h 79"/>
                <a:gd name="T40" fmla="*/ 3 w 9"/>
                <a:gd name="T41" fmla="*/ 52 h 79"/>
                <a:gd name="T42" fmla="*/ 4 w 9"/>
                <a:gd name="T43" fmla="*/ 52 h 79"/>
                <a:gd name="T44" fmla="*/ 4 w 9"/>
                <a:gd name="T45" fmla="*/ 51 h 79"/>
                <a:gd name="T46" fmla="*/ 4 w 9"/>
                <a:gd name="T47" fmla="*/ 52 h 79"/>
                <a:gd name="T48" fmla="*/ 4 w 9"/>
                <a:gd name="T49" fmla="*/ 52 h 79"/>
                <a:gd name="T50" fmla="*/ 4 w 9"/>
                <a:gd name="T51" fmla="*/ 50 h 79"/>
                <a:gd name="T52" fmla="*/ 4 w 9"/>
                <a:gd name="T53" fmla="*/ 49 h 79"/>
                <a:gd name="T54" fmla="*/ 4 w 9"/>
                <a:gd name="T55" fmla="*/ 50 h 79"/>
                <a:gd name="T56" fmla="*/ 5 w 9"/>
                <a:gd name="T57" fmla="*/ 53 h 79"/>
                <a:gd name="T58" fmla="*/ 5 w 9"/>
                <a:gd name="T59" fmla="*/ 54 h 79"/>
                <a:gd name="T60" fmla="*/ 5 w 9"/>
                <a:gd name="T61" fmla="*/ 57 h 79"/>
                <a:gd name="T62" fmla="*/ 5 w 9"/>
                <a:gd name="T63" fmla="*/ 62 h 79"/>
                <a:gd name="T64" fmla="*/ 5 w 9"/>
                <a:gd name="T65" fmla="*/ 65 h 79"/>
                <a:gd name="T66" fmla="*/ 6 w 9"/>
                <a:gd name="T67" fmla="*/ 63 h 79"/>
                <a:gd name="T68" fmla="*/ 6 w 9"/>
                <a:gd name="T69" fmla="*/ 64 h 79"/>
                <a:gd name="T70" fmla="*/ 6 w 9"/>
                <a:gd name="T71" fmla="*/ 70 h 79"/>
                <a:gd name="T72" fmla="*/ 6 w 9"/>
                <a:gd name="T73" fmla="*/ 77 h 79"/>
                <a:gd name="T74" fmla="*/ 6 w 9"/>
                <a:gd name="T75" fmla="*/ 79 h 79"/>
                <a:gd name="T76" fmla="*/ 6 w 9"/>
                <a:gd name="T77" fmla="*/ 74 h 79"/>
                <a:gd name="T78" fmla="*/ 7 w 9"/>
                <a:gd name="T79" fmla="*/ 71 h 79"/>
                <a:gd name="T80" fmla="*/ 7 w 9"/>
                <a:gd name="T81" fmla="*/ 69 h 79"/>
                <a:gd name="T82" fmla="*/ 7 w 9"/>
                <a:gd name="T83" fmla="*/ 68 h 79"/>
                <a:gd name="T84" fmla="*/ 7 w 9"/>
                <a:gd name="T85" fmla="*/ 67 h 79"/>
                <a:gd name="T86" fmla="*/ 7 w 9"/>
                <a:gd name="T87" fmla="*/ 66 h 79"/>
                <a:gd name="T88" fmla="*/ 8 w 9"/>
                <a:gd name="T89" fmla="*/ 62 h 79"/>
                <a:gd name="T90" fmla="*/ 8 w 9"/>
                <a:gd name="T91" fmla="*/ 57 h 79"/>
                <a:gd name="T92" fmla="*/ 8 w 9"/>
                <a:gd name="T93" fmla="*/ 54 h 79"/>
                <a:gd name="T94" fmla="*/ 8 w 9"/>
                <a:gd name="T95" fmla="*/ 56 h 79"/>
                <a:gd name="T96" fmla="*/ 8 w 9"/>
                <a:gd name="T97" fmla="*/ 56 h 79"/>
                <a:gd name="T98" fmla="*/ 8 w 9"/>
                <a:gd name="T99" fmla="*/ 56 h 79"/>
                <a:gd name="T100" fmla="*/ 8 w 9"/>
                <a:gd name="T101" fmla="*/ 56 h 79"/>
                <a:gd name="T102" fmla="*/ 9 w 9"/>
                <a:gd name="T103" fmla="*/ 5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79">
                  <a:moveTo>
                    <a:pt x="0" y="0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1" y="10"/>
                  </a:lnTo>
                  <a:lnTo>
                    <a:pt x="1" y="14"/>
                  </a:lnTo>
                  <a:lnTo>
                    <a:pt x="1" y="16"/>
                  </a:lnTo>
                  <a:lnTo>
                    <a:pt x="1" y="19"/>
                  </a:lnTo>
                  <a:lnTo>
                    <a:pt x="1" y="22"/>
                  </a:lnTo>
                  <a:lnTo>
                    <a:pt x="1" y="26"/>
                  </a:lnTo>
                  <a:lnTo>
                    <a:pt x="1" y="30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41"/>
                  </a:lnTo>
                  <a:lnTo>
                    <a:pt x="2" y="46"/>
                  </a:lnTo>
                  <a:lnTo>
                    <a:pt x="3" y="48"/>
                  </a:lnTo>
                  <a:lnTo>
                    <a:pt x="3" y="48"/>
                  </a:lnTo>
                  <a:lnTo>
                    <a:pt x="3" y="52"/>
                  </a:lnTo>
                  <a:lnTo>
                    <a:pt x="3" y="57"/>
                  </a:lnTo>
                  <a:lnTo>
                    <a:pt x="3" y="57"/>
                  </a:lnTo>
                  <a:lnTo>
                    <a:pt x="3" y="54"/>
                  </a:lnTo>
                  <a:lnTo>
                    <a:pt x="3" y="52"/>
                  </a:lnTo>
                  <a:lnTo>
                    <a:pt x="4" y="52"/>
                  </a:lnTo>
                  <a:lnTo>
                    <a:pt x="4" y="51"/>
                  </a:lnTo>
                  <a:lnTo>
                    <a:pt x="4" y="52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9"/>
                  </a:lnTo>
                  <a:lnTo>
                    <a:pt x="4" y="50"/>
                  </a:lnTo>
                  <a:lnTo>
                    <a:pt x="5" y="53"/>
                  </a:lnTo>
                  <a:lnTo>
                    <a:pt x="5" y="54"/>
                  </a:lnTo>
                  <a:lnTo>
                    <a:pt x="5" y="57"/>
                  </a:lnTo>
                  <a:lnTo>
                    <a:pt x="5" y="62"/>
                  </a:lnTo>
                  <a:lnTo>
                    <a:pt x="5" y="65"/>
                  </a:lnTo>
                  <a:lnTo>
                    <a:pt x="6" y="63"/>
                  </a:lnTo>
                  <a:lnTo>
                    <a:pt x="6" y="64"/>
                  </a:lnTo>
                  <a:lnTo>
                    <a:pt x="6" y="70"/>
                  </a:lnTo>
                  <a:lnTo>
                    <a:pt x="6" y="77"/>
                  </a:lnTo>
                  <a:lnTo>
                    <a:pt x="6" y="79"/>
                  </a:lnTo>
                  <a:lnTo>
                    <a:pt x="6" y="74"/>
                  </a:lnTo>
                  <a:lnTo>
                    <a:pt x="7" y="71"/>
                  </a:lnTo>
                  <a:lnTo>
                    <a:pt x="7" y="69"/>
                  </a:lnTo>
                  <a:lnTo>
                    <a:pt x="7" y="68"/>
                  </a:lnTo>
                  <a:lnTo>
                    <a:pt x="7" y="67"/>
                  </a:lnTo>
                  <a:lnTo>
                    <a:pt x="7" y="66"/>
                  </a:lnTo>
                  <a:lnTo>
                    <a:pt x="8" y="62"/>
                  </a:lnTo>
                  <a:lnTo>
                    <a:pt x="8" y="57"/>
                  </a:lnTo>
                  <a:lnTo>
                    <a:pt x="8" y="54"/>
                  </a:lnTo>
                  <a:lnTo>
                    <a:pt x="8" y="56"/>
                  </a:lnTo>
                  <a:lnTo>
                    <a:pt x="8" y="56"/>
                  </a:lnTo>
                  <a:lnTo>
                    <a:pt x="8" y="56"/>
                  </a:lnTo>
                  <a:lnTo>
                    <a:pt x="8" y="56"/>
                  </a:lnTo>
                  <a:lnTo>
                    <a:pt x="9" y="5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63" name="Freeform 607"/>
            <p:cNvSpPr/>
            <p:nvPr/>
          </p:nvSpPr>
          <p:spPr bwMode="auto">
            <a:xfrm>
              <a:off x="1773238" y="1928814"/>
              <a:ext cx="14288" cy="184150"/>
            </a:xfrm>
            <a:custGeom>
              <a:avLst/>
              <a:gdLst>
                <a:gd name="T0" fmla="*/ 0 w 9"/>
                <a:gd name="T1" fmla="*/ 116 h 116"/>
                <a:gd name="T2" fmla="*/ 1 w 9"/>
                <a:gd name="T3" fmla="*/ 114 h 116"/>
                <a:gd name="T4" fmla="*/ 1 w 9"/>
                <a:gd name="T5" fmla="*/ 109 h 116"/>
                <a:gd name="T6" fmla="*/ 1 w 9"/>
                <a:gd name="T7" fmla="*/ 104 h 116"/>
                <a:gd name="T8" fmla="*/ 1 w 9"/>
                <a:gd name="T9" fmla="*/ 102 h 116"/>
                <a:gd name="T10" fmla="*/ 1 w 9"/>
                <a:gd name="T11" fmla="*/ 99 h 116"/>
                <a:gd name="T12" fmla="*/ 1 w 9"/>
                <a:gd name="T13" fmla="*/ 94 h 116"/>
                <a:gd name="T14" fmla="*/ 1 w 9"/>
                <a:gd name="T15" fmla="*/ 90 h 116"/>
                <a:gd name="T16" fmla="*/ 2 w 9"/>
                <a:gd name="T17" fmla="*/ 86 h 116"/>
                <a:gd name="T18" fmla="*/ 2 w 9"/>
                <a:gd name="T19" fmla="*/ 82 h 116"/>
                <a:gd name="T20" fmla="*/ 2 w 9"/>
                <a:gd name="T21" fmla="*/ 80 h 116"/>
                <a:gd name="T22" fmla="*/ 2 w 9"/>
                <a:gd name="T23" fmla="*/ 76 h 116"/>
                <a:gd name="T24" fmla="*/ 3 w 9"/>
                <a:gd name="T25" fmla="*/ 70 h 116"/>
                <a:gd name="T26" fmla="*/ 3 w 9"/>
                <a:gd name="T27" fmla="*/ 65 h 116"/>
                <a:gd name="T28" fmla="*/ 3 w 9"/>
                <a:gd name="T29" fmla="*/ 59 h 116"/>
                <a:gd name="T30" fmla="*/ 3 w 9"/>
                <a:gd name="T31" fmla="*/ 49 h 116"/>
                <a:gd name="T32" fmla="*/ 3 w 9"/>
                <a:gd name="T33" fmla="*/ 39 h 116"/>
                <a:gd name="T34" fmla="*/ 3 w 9"/>
                <a:gd name="T35" fmla="*/ 32 h 116"/>
                <a:gd name="T36" fmla="*/ 3 w 9"/>
                <a:gd name="T37" fmla="*/ 25 h 116"/>
                <a:gd name="T38" fmla="*/ 4 w 9"/>
                <a:gd name="T39" fmla="*/ 19 h 116"/>
                <a:gd name="T40" fmla="*/ 4 w 9"/>
                <a:gd name="T41" fmla="*/ 13 h 116"/>
                <a:gd name="T42" fmla="*/ 4 w 9"/>
                <a:gd name="T43" fmla="*/ 6 h 116"/>
                <a:gd name="T44" fmla="*/ 4 w 9"/>
                <a:gd name="T45" fmla="*/ 2 h 116"/>
                <a:gd name="T46" fmla="*/ 4 w 9"/>
                <a:gd name="T47" fmla="*/ 4 h 116"/>
                <a:gd name="T48" fmla="*/ 5 w 9"/>
                <a:gd name="T49" fmla="*/ 8 h 116"/>
                <a:gd name="T50" fmla="*/ 5 w 9"/>
                <a:gd name="T51" fmla="*/ 8 h 116"/>
                <a:gd name="T52" fmla="*/ 5 w 9"/>
                <a:gd name="T53" fmla="*/ 11 h 116"/>
                <a:gd name="T54" fmla="*/ 5 w 9"/>
                <a:gd name="T55" fmla="*/ 15 h 116"/>
                <a:gd name="T56" fmla="*/ 5 w 9"/>
                <a:gd name="T57" fmla="*/ 17 h 116"/>
                <a:gd name="T58" fmla="*/ 5 w 9"/>
                <a:gd name="T59" fmla="*/ 17 h 116"/>
                <a:gd name="T60" fmla="*/ 5 w 9"/>
                <a:gd name="T61" fmla="*/ 20 h 116"/>
                <a:gd name="T62" fmla="*/ 6 w 9"/>
                <a:gd name="T63" fmla="*/ 23 h 116"/>
                <a:gd name="T64" fmla="*/ 6 w 9"/>
                <a:gd name="T65" fmla="*/ 23 h 116"/>
                <a:gd name="T66" fmla="*/ 6 w 9"/>
                <a:gd name="T67" fmla="*/ 23 h 116"/>
                <a:gd name="T68" fmla="*/ 6 w 9"/>
                <a:gd name="T69" fmla="*/ 23 h 116"/>
                <a:gd name="T70" fmla="*/ 6 w 9"/>
                <a:gd name="T71" fmla="*/ 21 h 116"/>
                <a:gd name="T72" fmla="*/ 6 w 9"/>
                <a:gd name="T73" fmla="*/ 20 h 116"/>
                <a:gd name="T74" fmla="*/ 6 w 9"/>
                <a:gd name="T75" fmla="*/ 20 h 116"/>
                <a:gd name="T76" fmla="*/ 7 w 9"/>
                <a:gd name="T77" fmla="*/ 21 h 116"/>
                <a:gd name="T78" fmla="*/ 7 w 9"/>
                <a:gd name="T79" fmla="*/ 24 h 116"/>
                <a:gd name="T80" fmla="*/ 7 w 9"/>
                <a:gd name="T81" fmla="*/ 28 h 116"/>
                <a:gd name="T82" fmla="*/ 7 w 9"/>
                <a:gd name="T83" fmla="*/ 31 h 116"/>
                <a:gd name="T84" fmla="*/ 8 w 9"/>
                <a:gd name="T85" fmla="*/ 33 h 116"/>
                <a:gd name="T86" fmla="*/ 8 w 9"/>
                <a:gd name="T87" fmla="*/ 32 h 116"/>
                <a:gd name="T88" fmla="*/ 8 w 9"/>
                <a:gd name="T89" fmla="*/ 30 h 116"/>
                <a:gd name="T90" fmla="*/ 8 w 9"/>
                <a:gd name="T91" fmla="*/ 26 h 116"/>
                <a:gd name="T92" fmla="*/ 8 w 9"/>
                <a:gd name="T93" fmla="*/ 25 h 116"/>
                <a:gd name="T94" fmla="*/ 8 w 9"/>
                <a:gd name="T95" fmla="*/ 22 h 116"/>
                <a:gd name="T96" fmla="*/ 8 w 9"/>
                <a:gd name="T97" fmla="*/ 14 h 116"/>
                <a:gd name="T98" fmla="*/ 9 w 9"/>
                <a:gd name="T99" fmla="*/ 7 h 116"/>
                <a:gd name="T100" fmla="*/ 9 w 9"/>
                <a:gd name="T101" fmla="*/ 4 h 116"/>
                <a:gd name="T102" fmla="*/ 9 w 9"/>
                <a:gd name="T103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16">
                  <a:moveTo>
                    <a:pt x="0" y="116"/>
                  </a:moveTo>
                  <a:lnTo>
                    <a:pt x="1" y="114"/>
                  </a:lnTo>
                  <a:lnTo>
                    <a:pt x="1" y="109"/>
                  </a:lnTo>
                  <a:lnTo>
                    <a:pt x="1" y="104"/>
                  </a:lnTo>
                  <a:lnTo>
                    <a:pt x="1" y="102"/>
                  </a:lnTo>
                  <a:lnTo>
                    <a:pt x="1" y="99"/>
                  </a:lnTo>
                  <a:lnTo>
                    <a:pt x="1" y="94"/>
                  </a:lnTo>
                  <a:lnTo>
                    <a:pt x="1" y="90"/>
                  </a:lnTo>
                  <a:lnTo>
                    <a:pt x="2" y="86"/>
                  </a:lnTo>
                  <a:lnTo>
                    <a:pt x="2" y="82"/>
                  </a:lnTo>
                  <a:lnTo>
                    <a:pt x="2" y="80"/>
                  </a:lnTo>
                  <a:lnTo>
                    <a:pt x="2" y="76"/>
                  </a:lnTo>
                  <a:lnTo>
                    <a:pt x="3" y="70"/>
                  </a:lnTo>
                  <a:lnTo>
                    <a:pt x="3" y="65"/>
                  </a:lnTo>
                  <a:lnTo>
                    <a:pt x="3" y="59"/>
                  </a:lnTo>
                  <a:lnTo>
                    <a:pt x="3" y="49"/>
                  </a:lnTo>
                  <a:lnTo>
                    <a:pt x="3" y="39"/>
                  </a:lnTo>
                  <a:lnTo>
                    <a:pt x="3" y="32"/>
                  </a:lnTo>
                  <a:lnTo>
                    <a:pt x="3" y="25"/>
                  </a:lnTo>
                  <a:lnTo>
                    <a:pt x="4" y="19"/>
                  </a:lnTo>
                  <a:lnTo>
                    <a:pt x="4" y="13"/>
                  </a:lnTo>
                  <a:lnTo>
                    <a:pt x="4" y="6"/>
                  </a:lnTo>
                  <a:lnTo>
                    <a:pt x="4" y="2"/>
                  </a:lnTo>
                  <a:lnTo>
                    <a:pt x="4" y="4"/>
                  </a:lnTo>
                  <a:lnTo>
                    <a:pt x="5" y="8"/>
                  </a:lnTo>
                  <a:lnTo>
                    <a:pt x="5" y="8"/>
                  </a:lnTo>
                  <a:lnTo>
                    <a:pt x="5" y="11"/>
                  </a:lnTo>
                  <a:lnTo>
                    <a:pt x="5" y="15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20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6" y="21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7" y="21"/>
                  </a:lnTo>
                  <a:lnTo>
                    <a:pt x="7" y="24"/>
                  </a:lnTo>
                  <a:lnTo>
                    <a:pt x="7" y="28"/>
                  </a:lnTo>
                  <a:lnTo>
                    <a:pt x="7" y="31"/>
                  </a:lnTo>
                  <a:lnTo>
                    <a:pt x="8" y="33"/>
                  </a:lnTo>
                  <a:lnTo>
                    <a:pt x="8" y="32"/>
                  </a:lnTo>
                  <a:lnTo>
                    <a:pt x="8" y="30"/>
                  </a:lnTo>
                  <a:lnTo>
                    <a:pt x="8" y="26"/>
                  </a:lnTo>
                  <a:lnTo>
                    <a:pt x="8" y="25"/>
                  </a:lnTo>
                  <a:lnTo>
                    <a:pt x="8" y="22"/>
                  </a:lnTo>
                  <a:lnTo>
                    <a:pt x="8" y="14"/>
                  </a:lnTo>
                  <a:lnTo>
                    <a:pt x="9" y="7"/>
                  </a:lnTo>
                  <a:lnTo>
                    <a:pt x="9" y="4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64" name="Freeform 608"/>
            <p:cNvSpPr/>
            <p:nvPr/>
          </p:nvSpPr>
          <p:spPr bwMode="auto">
            <a:xfrm>
              <a:off x="1787525" y="1903414"/>
              <a:ext cx="12700" cy="88900"/>
            </a:xfrm>
            <a:custGeom>
              <a:avLst/>
              <a:gdLst>
                <a:gd name="T0" fmla="*/ 0 w 8"/>
                <a:gd name="T1" fmla="*/ 20 h 56"/>
                <a:gd name="T2" fmla="*/ 0 w 8"/>
                <a:gd name="T3" fmla="*/ 16 h 56"/>
                <a:gd name="T4" fmla="*/ 0 w 8"/>
                <a:gd name="T5" fmla="*/ 12 h 56"/>
                <a:gd name="T6" fmla="*/ 0 w 8"/>
                <a:gd name="T7" fmla="*/ 9 h 56"/>
                <a:gd name="T8" fmla="*/ 1 w 8"/>
                <a:gd name="T9" fmla="*/ 8 h 56"/>
                <a:gd name="T10" fmla="*/ 1 w 8"/>
                <a:gd name="T11" fmla="*/ 6 h 56"/>
                <a:gd name="T12" fmla="*/ 1 w 8"/>
                <a:gd name="T13" fmla="*/ 5 h 56"/>
                <a:gd name="T14" fmla="*/ 1 w 8"/>
                <a:gd name="T15" fmla="*/ 6 h 56"/>
                <a:gd name="T16" fmla="*/ 1 w 8"/>
                <a:gd name="T17" fmla="*/ 7 h 56"/>
                <a:gd name="T18" fmla="*/ 1 w 8"/>
                <a:gd name="T19" fmla="*/ 6 h 56"/>
                <a:gd name="T20" fmla="*/ 1 w 8"/>
                <a:gd name="T21" fmla="*/ 5 h 56"/>
                <a:gd name="T22" fmla="*/ 2 w 8"/>
                <a:gd name="T23" fmla="*/ 5 h 56"/>
                <a:gd name="T24" fmla="*/ 2 w 8"/>
                <a:gd name="T25" fmla="*/ 2 h 56"/>
                <a:gd name="T26" fmla="*/ 2 w 8"/>
                <a:gd name="T27" fmla="*/ 0 h 56"/>
                <a:gd name="T28" fmla="*/ 2 w 8"/>
                <a:gd name="T29" fmla="*/ 2 h 56"/>
                <a:gd name="T30" fmla="*/ 2 w 8"/>
                <a:gd name="T31" fmla="*/ 5 h 56"/>
                <a:gd name="T32" fmla="*/ 2 w 8"/>
                <a:gd name="T33" fmla="*/ 6 h 56"/>
                <a:gd name="T34" fmla="*/ 3 w 8"/>
                <a:gd name="T35" fmla="*/ 4 h 56"/>
                <a:gd name="T36" fmla="*/ 3 w 8"/>
                <a:gd name="T37" fmla="*/ 5 h 56"/>
                <a:gd name="T38" fmla="*/ 3 w 8"/>
                <a:gd name="T39" fmla="*/ 7 h 56"/>
                <a:gd name="T40" fmla="*/ 3 w 8"/>
                <a:gd name="T41" fmla="*/ 9 h 56"/>
                <a:gd name="T42" fmla="*/ 3 w 8"/>
                <a:gd name="T43" fmla="*/ 10 h 56"/>
                <a:gd name="T44" fmla="*/ 4 w 8"/>
                <a:gd name="T45" fmla="*/ 13 h 56"/>
                <a:gd name="T46" fmla="*/ 4 w 8"/>
                <a:gd name="T47" fmla="*/ 16 h 56"/>
                <a:gd name="T48" fmla="*/ 4 w 8"/>
                <a:gd name="T49" fmla="*/ 16 h 56"/>
                <a:gd name="T50" fmla="*/ 4 w 8"/>
                <a:gd name="T51" fmla="*/ 15 h 56"/>
                <a:gd name="T52" fmla="*/ 4 w 8"/>
                <a:gd name="T53" fmla="*/ 18 h 56"/>
                <a:gd name="T54" fmla="*/ 4 w 8"/>
                <a:gd name="T55" fmla="*/ 22 h 56"/>
                <a:gd name="T56" fmla="*/ 4 w 8"/>
                <a:gd name="T57" fmla="*/ 24 h 56"/>
                <a:gd name="T58" fmla="*/ 5 w 8"/>
                <a:gd name="T59" fmla="*/ 26 h 56"/>
                <a:gd name="T60" fmla="*/ 5 w 8"/>
                <a:gd name="T61" fmla="*/ 29 h 56"/>
                <a:gd name="T62" fmla="*/ 5 w 8"/>
                <a:gd name="T63" fmla="*/ 31 h 56"/>
                <a:gd name="T64" fmla="*/ 5 w 8"/>
                <a:gd name="T65" fmla="*/ 32 h 56"/>
                <a:gd name="T66" fmla="*/ 5 w 8"/>
                <a:gd name="T67" fmla="*/ 36 h 56"/>
                <a:gd name="T68" fmla="*/ 6 w 8"/>
                <a:gd name="T69" fmla="*/ 41 h 56"/>
                <a:gd name="T70" fmla="*/ 6 w 8"/>
                <a:gd name="T71" fmla="*/ 44 h 56"/>
                <a:gd name="T72" fmla="*/ 6 w 8"/>
                <a:gd name="T73" fmla="*/ 45 h 56"/>
                <a:gd name="T74" fmla="*/ 6 w 8"/>
                <a:gd name="T75" fmla="*/ 49 h 56"/>
                <a:gd name="T76" fmla="*/ 6 w 8"/>
                <a:gd name="T77" fmla="*/ 52 h 56"/>
                <a:gd name="T78" fmla="*/ 6 w 8"/>
                <a:gd name="T79" fmla="*/ 53 h 56"/>
                <a:gd name="T80" fmla="*/ 7 w 8"/>
                <a:gd name="T81" fmla="*/ 54 h 56"/>
                <a:gd name="T82" fmla="*/ 7 w 8"/>
                <a:gd name="T83" fmla="*/ 56 h 56"/>
                <a:gd name="T84" fmla="*/ 7 w 8"/>
                <a:gd name="T85" fmla="*/ 56 h 56"/>
                <a:gd name="T86" fmla="*/ 7 w 8"/>
                <a:gd name="T87" fmla="*/ 54 h 56"/>
                <a:gd name="T88" fmla="*/ 7 w 8"/>
                <a:gd name="T89" fmla="*/ 54 h 56"/>
                <a:gd name="T90" fmla="*/ 8 w 8"/>
                <a:gd name="T91" fmla="*/ 53 h 56"/>
                <a:gd name="T92" fmla="*/ 8 w 8"/>
                <a:gd name="T93" fmla="*/ 50 h 56"/>
                <a:gd name="T94" fmla="*/ 8 w 8"/>
                <a:gd name="T95" fmla="*/ 49 h 56"/>
                <a:gd name="T96" fmla="*/ 8 w 8"/>
                <a:gd name="T97" fmla="*/ 49 h 56"/>
                <a:gd name="T98" fmla="*/ 8 w 8"/>
                <a:gd name="T99" fmla="*/ 49 h 56"/>
                <a:gd name="T100" fmla="*/ 8 w 8"/>
                <a:gd name="T101" fmla="*/ 49 h 56"/>
                <a:gd name="T102" fmla="*/ 8 w 8"/>
                <a:gd name="T103" fmla="*/ 4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56">
                  <a:moveTo>
                    <a:pt x="0" y="20"/>
                  </a:moveTo>
                  <a:lnTo>
                    <a:pt x="0" y="16"/>
                  </a:lnTo>
                  <a:lnTo>
                    <a:pt x="0" y="12"/>
                  </a:lnTo>
                  <a:lnTo>
                    <a:pt x="0" y="9"/>
                  </a:lnTo>
                  <a:lnTo>
                    <a:pt x="1" y="8"/>
                  </a:lnTo>
                  <a:lnTo>
                    <a:pt x="1" y="6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5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5"/>
                  </a:lnTo>
                  <a:lnTo>
                    <a:pt x="2" y="6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0"/>
                  </a:lnTo>
                  <a:lnTo>
                    <a:pt x="4" y="13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5"/>
                  </a:lnTo>
                  <a:lnTo>
                    <a:pt x="4" y="18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5" y="26"/>
                  </a:lnTo>
                  <a:lnTo>
                    <a:pt x="5" y="29"/>
                  </a:lnTo>
                  <a:lnTo>
                    <a:pt x="5" y="31"/>
                  </a:lnTo>
                  <a:lnTo>
                    <a:pt x="5" y="32"/>
                  </a:lnTo>
                  <a:lnTo>
                    <a:pt x="5" y="36"/>
                  </a:lnTo>
                  <a:lnTo>
                    <a:pt x="6" y="41"/>
                  </a:lnTo>
                  <a:lnTo>
                    <a:pt x="6" y="44"/>
                  </a:lnTo>
                  <a:lnTo>
                    <a:pt x="6" y="45"/>
                  </a:lnTo>
                  <a:lnTo>
                    <a:pt x="6" y="49"/>
                  </a:lnTo>
                  <a:lnTo>
                    <a:pt x="6" y="52"/>
                  </a:lnTo>
                  <a:lnTo>
                    <a:pt x="6" y="53"/>
                  </a:lnTo>
                  <a:lnTo>
                    <a:pt x="7" y="54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8" y="53"/>
                  </a:lnTo>
                  <a:lnTo>
                    <a:pt x="8" y="50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8" y="4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65" name="Freeform 609"/>
            <p:cNvSpPr/>
            <p:nvPr/>
          </p:nvSpPr>
          <p:spPr bwMode="auto">
            <a:xfrm>
              <a:off x="1800225" y="1944689"/>
              <a:ext cx="14288" cy="76200"/>
            </a:xfrm>
            <a:custGeom>
              <a:avLst/>
              <a:gdLst>
                <a:gd name="T0" fmla="*/ 0 w 9"/>
                <a:gd name="T1" fmla="*/ 23 h 48"/>
                <a:gd name="T2" fmla="*/ 0 w 9"/>
                <a:gd name="T3" fmla="*/ 23 h 48"/>
                <a:gd name="T4" fmla="*/ 1 w 9"/>
                <a:gd name="T5" fmla="*/ 24 h 48"/>
                <a:gd name="T6" fmla="*/ 1 w 9"/>
                <a:gd name="T7" fmla="*/ 24 h 48"/>
                <a:gd name="T8" fmla="*/ 1 w 9"/>
                <a:gd name="T9" fmla="*/ 26 h 48"/>
                <a:gd name="T10" fmla="*/ 1 w 9"/>
                <a:gd name="T11" fmla="*/ 29 h 48"/>
                <a:gd name="T12" fmla="*/ 1 w 9"/>
                <a:gd name="T13" fmla="*/ 31 h 48"/>
                <a:gd name="T14" fmla="*/ 1 w 9"/>
                <a:gd name="T15" fmla="*/ 32 h 48"/>
                <a:gd name="T16" fmla="*/ 1 w 9"/>
                <a:gd name="T17" fmla="*/ 32 h 48"/>
                <a:gd name="T18" fmla="*/ 2 w 9"/>
                <a:gd name="T19" fmla="*/ 34 h 48"/>
                <a:gd name="T20" fmla="*/ 2 w 9"/>
                <a:gd name="T21" fmla="*/ 36 h 48"/>
                <a:gd name="T22" fmla="*/ 2 w 9"/>
                <a:gd name="T23" fmla="*/ 38 h 48"/>
                <a:gd name="T24" fmla="*/ 2 w 9"/>
                <a:gd name="T25" fmla="*/ 38 h 48"/>
                <a:gd name="T26" fmla="*/ 3 w 9"/>
                <a:gd name="T27" fmla="*/ 39 h 48"/>
                <a:gd name="T28" fmla="*/ 3 w 9"/>
                <a:gd name="T29" fmla="*/ 40 h 48"/>
                <a:gd name="T30" fmla="*/ 3 w 9"/>
                <a:gd name="T31" fmla="*/ 38 h 48"/>
                <a:gd name="T32" fmla="*/ 3 w 9"/>
                <a:gd name="T33" fmla="*/ 36 h 48"/>
                <a:gd name="T34" fmla="*/ 3 w 9"/>
                <a:gd name="T35" fmla="*/ 34 h 48"/>
                <a:gd name="T36" fmla="*/ 3 w 9"/>
                <a:gd name="T37" fmla="*/ 30 h 48"/>
                <a:gd name="T38" fmla="*/ 3 w 9"/>
                <a:gd name="T39" fmla="*/ 25 h 48"/>
                <a:gd name="T40" fmla="*/ 4 w 9"/>
                <a:gd name="T41" fmla="*/ 18 h 48"/>
                <a:gd name="T42" fmla="*/ 4 w 9"/>
                <a:gd name="T43" fmla="*/ 13 h 48"/>
                <a:gd name="T44" fmla="*/ 4 w 9"/>
                <a:gd name="T45" fmla="*/ 7 h 48"/>
                <a:gd name="T46" fmla="*/ 4 w 9"/>
                <a:gd name="T47" fmla="*/ 1 h 48"/>
                <a:gd name="T48" fmla="*/ 4 w 9"/>
                <a:gd name="T49" fmla="*/ 0 h 48"/>
                <a:gd name="T50" fmla="*/ 5 w 9"/>
                <a:gd name="T51" fmla="*/ 0 h 48"/>
                <a:gd name="T52" fmla="*/ 5 w 9"/>
                <a:gd name="T53" fmla="*/ 1 h 48"/>
                <a:gd name="T54" fmla="*/ 5 w 9"/>
                <a:gd name="T55" fmla="*/ 3 h 48"/>
                <a:gd name="T56" fmla="*/ 5 w 9"/>
                <a:gd name="T57" fmla="*/ 6 h 48"/>
                <a:gd name="T58" fmla="*/ 5 w 9"/>
                <a:gd name="T59" fmla="*/ 10 h 48"/>
                <a:gd name="T60" fmla="*/ 5 w 9"/>
                <a:gd name="T61" fmla="*/ 14 h 48"/>
                <a:gd name="T62" fmla="*/ 5 w 9"/>
                <a:gd name="T63" fmla="*/ 20 h 48"/>
                <a:gd name="T64" fmla="*/ 6 w 9"/>
                <a:gd name="T65" fmla="*/ 25 h 48"/>
                <a:gd name="T66" fmla="*/ 6 w 9"/>
                <a:gd name="T67" fmla="*/ 27 h 48"/>
                <a:gd name="T68" fmla="*/ 6 w 9"/>
                <a:gd name="T69" fmla="*/ 29 h 48"/>
                <a:gd name="T70" fmla="*/ 6 w 9"/>
                <a:gd name="T71" fmla="*/ 30 h 48"/>
                <a:gd name="T72" fmla="*/ 6 w 9"/>
                <a:gd name="T73" fmla="*/ 29 h 48"/>
                <a:gd name="T74" fmla="*/ 6 w 9"/>
                <a:gd name="T75" fmla="*/ 28 h 48"/>
                <a:gd name="T76" fmla="*/ 6 w 9"/>
                <a:gd name="T77" fmla="*/ 28 h 48"/>
                <a:gd name="T78" fmla="*/ 7 w 9"/>
                <a:gd name="T79" fmla="*/ 27 h 48"/>
                <a:gd name="T80" fmla="*/ 7 w 9"/>
                <a:gd name="T81" fmla="*/ 25 h 48"/>
                <a:gd name="T82" fmla="*/ 7 w 9"/>
                <a:gd name="T83" fmla="*/ 26 h 48"/>
                <a:gd name="T84" fmla="*/ 7 w 9"/>
                <a:gd name="T85" fmla="*/ 30 h 48"/>
                <a:gd name="T86" fmla="*/ 8 w 9"/>
                <a:gd name="T87" fmla="*/ 33 h 48"/>
                <a:gd name="T88" fmla="*/ 8 w 9"/>
                <a:gd name="T89" fmla="*/ 36 h 48"/>
                <a:gd name="T90" fmla="*/ 8 w 9"/>
                <a:gd name="T91" fmla="*/ 39 h 48"/>
                <a:gd name="T92" fmla="*/ 8 w 9"/>
                <a:gd name="T93" fmla="*/ 43 h 48"/>
                <a:gd name="T94" fmla="*/ 8 w 9"/>
                <a:gd name="T95" fmla="*/ 45 h 48"/>
                <a:gd name="T96" fmla="*/ 8 w 9"/>
                <a:gd name="T97" fmla="*/ 46 h 48"/>
                <a:gd name="T98" fmla="*/ 8 w 9"/>
                <a:gd name="T99" fmla="*/ 48 h 48"/>
                <a:gd name="T100" fmla="*/ 9 w 9"/>
                <a:gd name="T101" fmla="*/ 48 h 48"/>
                <a:gd name="T102" fmla="*/ 9 w 9"/>
                <a:gd name="T103" fmla="*/ 4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8">
                  <a:moveTo>
                    <a:pt x="0" y="23"/>
                  </a:moveTo>
                  <a:lnTo>
                    <a:pt x="0" y="23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3" y="39"/>
                  </a:lnTo>
                  <a:lnTo>
                    <a:pt x="3" y="40"/>
                  </a:lnTo>
                  <a:lnTo>
                    <a:pt x="3" y="38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3" y="30"/>
                  </a:lnTo>
                  <a:lnTo>
                    <a:pt x="3" y="25"/>
                  </a:lnTo>
                  <a:lnTo>
                    <a:pt x="4" y="18"/>
                  </a:lnTo>
                  <a:lnTo>
                    <a:pt x="4" y="13"/>
                  </a:lnTo>
                  <a:lnTo>
                    <a:pt x="4" y="7"/>
                  </a:lnTo>
                  <a:lnTo>
                    <a:pt x="4" y="1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5" y="6"/>
                  </a:lnTo>
                  <a:lnTo>
                    <a:pt x="5" y="10"/>
                  </a:lnTo>
                  <a:lnTo>
                    <a:pt x="5" y="14"/>
                  </a:lnTo>
                  <a:lnTo>
                    <a:pt x="5" y="20"/>
                  </a:lnTo>
                  <a:lnTo>
                    <a:pt x="6" y="25"/>
                  </a:lnTo>
                  <a:lnTo>
                    <a:pt x="6" y="27"/>
                  </a:lnTo>
                  <a:lnTo>
                    <a:pt x="6" y="29"/>
                  </a:lnTo>
                  <a:lnTo>
                    <a:pt x="6" y="30"/>
                  </a:lnTo>
                  <a:lnTo>
                    <a:pt x="6" y="29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6"/>
                  </a:lnTo>
                  <a:lnTo>
                    <a:pt x="7" y="30"/>
                  </a:lnTo>
                  <a:lnTo>
                    <a:pt x="8" y="33"/>
                  </a:lnTo>
                  <a:lnTo>
                    <a:pt x="8" y="36"/>
                  </a:lnTo>
                  <a:lnTo>
                    <a:pt x="8" y="39"/>
                  </a:lnTo>
                  <a:lnTo>
                    <a:pt x="8" y="43"/>
                  </a:lnTo>
                  <a:lnTo>
                    <a:pt x="8" y="45"/>
                  </a:lnTo>
                  <a:lnTo>
                    <a:pt x="8" y="46"/>
                  </a:lnTo>
                  <a:lnTo>
                    <a:pt x="8" y="48"/>
                  </a:lnTo>
                  <a:lnTo>
                    <a:pt x="9" y="48"/>
                  </a:lnTo>
                  <a:lnTo>
                    <a:pt x="9" y="4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66" name="Freeform 610"/>
            <p:cNvSpPr/>
            <p:nvPr/>
          </p:nvSpPr>
          <p:spPr bwMode="auto">
            <a:xfrm>
              <a:off x="1814513" y="2006601"/>
              <a:ext cx="12700" cy="128588"/>
            </a:xfrm>
            <a:custGeom>
              <a:avLst/>
              <a:gdLst>
                <a:gd name="T0" fmla="*/ 0 w 8"/>
                <a:gd name="T1" fmla="*/ 9 h 81"/>
                <a:gd name="T2" fmla="*/ 0 w 8"/>
                <a:gd name="T3" fmla="*/ 7 h 81"/>
                <a:gd name="T4" fmla="*/ 0 w 8"/>
                <a:gd name="T5" fmla="*/ 5 h 81"/>
                <a:gd name="T6" fmla="*/ 0 w 8"/>
                <a:gd name="T7" fmla="*/ 4 h 81"/>
                <a:gd name="T8" fmla="*/ 0 w 8"/>
                <a:gd name="T9" fmla="*/ 3 h 81"/>
                <a:gd name="T10" fmla="*/ 1 w 8"/>
                <a:gd name="T11" fmla="*/ 0 h 81"/>
                <a:gd name="T12" fmla="*/ 1 w 8"/>
                <a:gd name="T13" fmla="*/ 1 h 81"/>
                <a:gd name="T14" fmla="*/ 1 w 8"/>
                <a:gd name="T15" fmla="*/ 4 h 81"/>
                <a:gd name="T16" fmla="*/ 1 w 8"/>
                <a:gd name="T17" fmla="*/ 6 h 81"/>
                <a:gd name="T18" fmla="*/ 1 w 8"/>
                <a:gd name="T19" fmla="*/ 6 h 81"/>
                <a:gd name="T20" fmla="*/ 1 w 8"/>
                <a:gd name="T21" fmla="*/ 8 h 81"/>
                <a:gd name="T22" fmla="*/ 1 w 8"/>
                <a:gd name="T23" fmla="*/ 11 h 81"/>
                <a:gd name="T24" fmla="*/ 2 w 8"/>
                <a:gd name="T25" fmla="*/ 13 h 81"/>
                <a:gd name="T26" fmla="*/ 2 w 8"/>
                <a:gd name="T27" fmla="*/ 14 h 81"/>
                <a:gd name="T28" fmla="*/ 2 w 8"/>
                <a:gd name="T29" fmla="*/ 17 h 81"/>
                <a:gd name="T30" fmla="*/ 2 w 8"/>
                <a:gd name="T31" fmla="*/ 21 h 81"/>
                <a:gd name="T32" fmla="*/ 2 w 8"/>
                <a:gd name="T33" fmla="*/ 23 h 81"/>
                <a:gd name="T34" fmla="*/ 2 w 8"/>
                <a:gd name="T35" fmla="*/ 21 h 81"/>
                <a:gd name="T36" fmla="*/ 3 w 8"/>
                <a:gd name="T37" fmla="*/ 24 h 81"/>
                <a:gd name="T38" fmla="*/ 3 w 8"/>
                <a:gd name="T39" fmla="*/ 28 h 81"/>
                <a:gd name="T40" fmla="*/ 3 w 8"/>
                <a:gd name="T41" fmla="*/ 31 h 81"/>
                <a:gd name="T42" fmla="*/ 3 w 8"/>
                <a:gd name="T43" fmla="*/ 35 h 81"/>
                <a:gd name="T44" fmla="*/ 3 w 8"/>
                <a:gd name="T45" fmla="*/ 39 h 81"/>
                <a:gd name="T46" fmla="*/ 4 w 8"/>
                <a:gd name="T47" fmla="*/ 42 h 81"/>
                <a:gd name="T48" fmla="*/ 4 w 8"/>
                <a:gd name="T49" fmla="*/ 44 h 81"/>
                <a:gd name="T50" fmla="*/ 4 w 8"/>
                <a:gd name="T51" fmla="*/ 48 h 81"/>
                <a:gd name="T52" fmla="*/ 4 w 8"/>
                <a:gd name="T53" fmla="*/ 53 h 81"/>
                <a:gd name="T54" fmla="*/ 4 w 8"/>
                <a:gd name="T55" fmla="*/ 54 h 81"/>
                <a:gd name="T56" fmla="*/ 4 w 8"/>
                <a:gd name="T57" fmla="*/ 54 h 81"/>
                <a:gd name="T58" fmla="*/ 4 w 8"/>
                <a:gd name="T59" fmla="*/ 56 h 81"/>
                <a:gd name="T60" fmla="*/ 5 w 8"/>
                <a:gd name="T61" fmla="*/ 57 h 81"/>
                <a:gd name="T62" fmla="*/ 5 w 8"/>
                <a:gd name="T63" fmla="*/ 55 h 81"/>
                <a:gd name="T64" fmla="*/ 5 w 8"/>
                <a:gd name="T65" fmla="*/ 54 h 81"/>
                <a:gd name="T66" fmla="*/ 5 w 8"/>
                <a:gd name="T67" fmla="*/ 55 h 81"/>
                <a:gd name="T68" fmla="*/ 6 w 8"/>
                <a:gd name="T69" fmla="*/ 55 h 81"/>
                <a:gd name="T70" fmla="*/ 6 w 8"/>
                <a:gd name="T71" fmla="*/ 53 h 81"/>
                <a:gd name="T72" fmla="*/ 6 w 8"/>
                <a:gd name="T73" fmla="*/ 53 h 81"/>
                <a:gd name="T74" fmla="*/ 6 w 8"/>
                <a:gd name="T75" fmla="*/ 55 h 81"/>
                <a:gd name="T76" fmla="*/ 6 w 8"/>
                <a:gd name="T77" fmla="*/ 56 h 81"/>
                <a:gd name="T78" fmla="*/ 6 w 8"/>
                <a:gd name="T79" fmla="*/ 58 h 81"/>
                <a:gd name="T80" fmla="*/ 6 w 8"/>
                <a:gd name="T81" fmla="*/ 64 h 81"/>
                <a:gd name="T82" fmla="*/ 7 w 8"/>
                <a:gd name="T83" fmla="*/ 68 h 81"/>
                <a:gd name="T84" fmla="*/ 7 w 8"/>
                <a:gd name="T85" fmla="*/ 70 h 81"/>
                <a:gd name="T86" fmla="*/ 7 w 8"/>
                <a:gd name="T87" fmla="*/ 73 h 81"/>
                <a:gd name="T88" fmla="*/ 7 w 8"/>
                <a:gd name="T89" fmla="*/ 77 h 81"/>
                <a:gd name="T90" fmla="*/ 7 w 8"/>
                <a:gd name="T91" fmla="*/ 79 h 81"/>
                <a:gd name="T92" fmla="*/ 7 w 8"/>
                <a:gd name="T93" fmla="*/ 80 h 81"/>
                <a:gd name="T94" fmla="*/ 7 w 8"/>
                <a:gd name="T95" fmla="*/ 81 h 81"/>
                <a:gd name="T96" fmla="*/ 8 w 8"/>
                <a:gd name="T97" fmla="*/ 81 h 81"/>
                <a:gd name="T98" fmla="*/ 8 w 8"/>
                <a:gd name="T99" fmla="*/ 78 h 81"/>
                <a:gd name="T100" fmla="*/ 8 w 8"/>
                <a:gd name="T101" fmla="*/ 74 h 81"/>
                <a:gd name="T102" fmla="*/ 8 w 8"/>
                <a:gd name="T103" fmla="*/ 7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1">
                  <a:moveTo>
                    <a:pt x="0" y="9"/>
                  </a:moveTo>
                  <a:lnTo>
                    <a:pt x="0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4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8"/>
                  </a:lnTo>
                  <a:lnTo>
                    <a:pt x="1" y="11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1"/>
                  </a:lnTo>
                  <a:lnTo>
                    <a:pt x="3" y="24"/>
                  </a:lnTo>
                  <a:lnTo>
                    <a:pt x="3" y="28"/>
                  </a:lnTo>
                  <a:lnTo>
                    <a:pt x="3" y="31"/>
                  </a:lnTo>
                  <a:lnTo>
                    <a:pt x="3" y="35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4" y="44"/>
                  </a:lnTo>
                  <a:lnTo>
                    <a:pt x="4" y="48"/>
                  </a:lnTo>
                  <a:lnTo>
                    <a:pt x="4" y="53"/>
                  </a:lnTo>
                  <a:lnTo>
                    <a:pt x="4" y="54"/>
                  </a:lnTo>
                  <a:lnTo>
                    <a:pt x="4" y="54"/>
                  </a:lnTo>
                  <a:lnTo>
                    <a:pt x="4" y="56"/>
                  </a:lnTo>
                  <a:lnTo>
                    <a:pt x="5" y="57"/>
                  </a:lnTo>
                  <a:lnTo>
                    <a:pt x="5" y="55"/>
                  </a:lnTo>
                  <a:lnTo>
                    <a:pt x="5" y="54"/>
                  </a:lnTo>
                  <a:lnTo>
                    <a:pt x="5" y="55"/>
                  </a:lnTo>
                  <a:lnTo>
                    <a:pt x="6" y="55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6" y="55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6" y="64"/>
                  </a:lnTo>
                  <a:lnTo>
                    <a:pt x="7" y="68"/>
                  </a:lnTo>
                  <a:lnTo>
                    <a:pt x="7" y="70"/>
                  </a:lnTo>
                  <a:lnTo>
                    <a:pt x="7" y="73"/>
                  </a:lnTo>
                  <a:lnTo>
                    <a:pt x="7" y="77"/>
                  </a:lnTo>
                  <a:lnTo>
                    <a:pt x="7" y="79"/>
                  </a:lnTo>
                  <a:lnTo>
                    <a:pt x="7" y="80"/>
                  </a:lnTo>
                  <a:lnTo>
                    <a:pt x="7" y="81"/>
                  </a:lnTo>
                  <a:lnTo>
                    <a:pt x="8" y="81"/>
                  </a:lnTo>
                  <a:lnTo>
                    <a:pt x="8" y="78"/>
                  </a:lnTo>
                  <a:lnTo>
                    <a:pt x="8" y="74"/>
                  </a:lnTo>
                  <a:lnTo>
                    <a:pt x="8" y="7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67" name="Freeform 611"/>
            <p:cNvSpPr/>
            <p:nvPr/>
          </p:nvSpPr>
          <p:spPr bwMode="auto">
            <a:xfrm>
              <a:off x="1827213" y="1989139"/>
              <a:ext cx="14288" cy="146050"/>
            </a:xfrm>
            <a:custGeom>
              <a:avLst/>
              <a:gdLst>
                <a:gd name="T0" fmla="*/ 0 w 9"/>
                <a:gd name="T1" fmla="*/ 85 h 92"/>
                <a:gd name="T2" fmla="*/ 0 w 9"/>
                <a:gd name="T3" fmla="*/ 82 h 92"/>
                <a:gd name="T4" fmla="*/ 0 w 9"/>
                <a:gd name="T5" fmla="*/ 83 h 92"/>
                <a:gd name="T6" fmla="*/ 1 w 9"/>
                <a:gd name="T7" fmla="*/ 87 h 92"/>
                <a:gd name="T8" fmla="*/ 1 w 9"/>
                <a:gd name="T9" fmla="*/ 89 h 92"/>
                <a:gd name="T10" fmla="*/ 1 w 9"/>
                <a:gd name="T11" fmla="*/ 84 h 92"/>
                <a:gd name="T12" fmla="*/ 1 w 9"/>
                <a:gd name="T13" fmla="*/ 79 h 92"/>
                <a:gd name="T14" fmla="*/ 1 w 9"/>
                <a:gd name="T15" fmla="*/ 82 h 92"/>
                <a:gd name="T16" fmla="*/ 1 w 9"/>
                <a:gd name="T17" fmla="*/ 85 h 92"/>
                <a:gd name="T18" fmla="*/ 1 w 9"/>
                <a:gd name="T19" fmla="*/ 85 h 92"/>
                <a:gd name="T20" fmla="*/ 2 w 9"/>
                <a:gd name="T21" fmla="*/ 84 h 92"/>
                <a:gd name="T22" fmla="*/ 2 w 9"/>
                <a:gd name="T23" fmla="*/ 86 h 92"/>
                <a:gd name="T24" fmla="*/ 2 w 9"/>
                <a:gd name="T25" fmla="*/ 86 h 92"/>
                <a:gd name="T26" fmla="*/ 2 w 9"/>
                <a:gd name="T27" fmla="*/ 83 h 92"/>
                <a:gd name="T28" fmla="*/ 3 w 9"/>
                <a:gd name="T29" fmla="*/ 83 h 92"/>
                <a:gd name="T30" fmla="*/ 3 w 9"/>
                <a:gd name="T31" fmla="*/ 88 h 92"/>
                <a:gd name="T32" fmla="*/ 3 w 9"/>
                <a:gd name="T33" fmla="*/ 92 h 92"/>
                <a:gd name="T34" fmla="*/ 3 w 9"/>
                <a:gd name="T35" fmla="*/ 89 h 92"/>
                <a:gd name="T36" fmla="*/ 3 w 9"/>
                <a:gd name="T37" fmla="*/ 85 h 92"/>
                <a:gd name="T38" fmla="*/ 3 w 9"/>
                <a:gd name="T39" fmla="*/ 87 h 92"/>
                <a:gd name="T40" fmla="*/ 3 w 9"/>
                <a:gd name="T41" fmla="*/ 84 h 92"/>
                <a:gd name="T42" fmla="*/ 4 w 9"/>
                <a:gd name="T43" fmla="*/ 75 h 92"/>
                <a:gd name="T44" fmla="*/ 4 w 9"/>
                <a:gd name="T45" fmla="*/ 71 h 92"/>
                <a:gd name="T46" fmla="*/ 4 w 9"/>
                <a:gd name="T47" fmla="*/ 71 h 92"/>
                <a:gd name="T48" fmla="*/ 4 w 9"/>
                <a:gd name="T49" fmla="*/ 64 h 92"/>
                <a:gd name="T50" fmla="*/ 4 w 9"/>
                <a:gd name="T51" fmla="*/ 51 h 92"/>
                <a:gd name="T52" fmla="*/ 4 w 9"/>
                <a:gd name="T53" fmla="*/ 47 h 92"/>
                <a:gd name="T54" fmla="*/ 4 w 9"/>
                <a:gd name="T55" fmla="*/ 47 h 92"/>
                <a:gd name="T56" fmla="*/ 5 w 9"/>
                <a:gd name="T57" fmla="*/ 38 h 92"/>
                <a:gd name="T58" fmla="*/ 5 w 9"/>
                <a:gd name="T59" fmla="*/ 28 h 92"/>
                <a:gd name="T60" fmla="*/ 5 w 9"/>
                <a:gd name="T61" fmla="*/ 27 h 92"/>
                <a:gd name="T62" fmla="*/ 5 w 9"/>
                <a:gd name="T63" fmla="*/ 26 h 92"/>
                <a:gd name="T64" fmla="*/ 5 w 9"/>
                <a:gd name="T65" fmla="*/ 19 h 92"/>
                <a:gd name="T66" fmla="*/ 6 w 9"/>
                <a:gd name="T67" fmla="*/ 17 h 92"/>
                <a:gd name="T68" fmla="*/ 6 w 9"/>
                <a:gd name="T69" fmla="*/ 20 h 92"/>
                <a:gd name="T70" fmla="*/ 6 w 9"/>
                <a:gd name="T71" fmla="*/ 21 h 92"/>
                <a:gd name="T72" fmla="*/ 6 w 9"/>
                <a:gd name="T73" fmla="*/ 18 h 92"/>
                <a:gd name="T74" fmla="*/ 6 w 9"/>
                <a:gd name="T75" fmla="*/ 17 h 92"/>
                <a:gd name="T76" fmla="*/ 6 w 9"/>
                <a:gd name="T77" fmla="*/ 18 h 92"/>
                <a:gd name="T78" fmla="*/ 6 w 9"/>
                <a:gd name="T79" fmla="*/ 13 h 92"/>
                <a:gd name="T80" fmla="*/ 7 w 9"/>
                <a:gd name="T81" fmla="*/ 7 h 92"/>
                <a:gd name="T82" fmla="*/ 7 w 9"/>
                <a:gd name="T83" fmla="*/ 7 h 92"/>
                <a:gd name="T84" fmla="*/ 7 w 9"/>
                <a:gd name="T85" fmla="*/ 7 h 92"/>
                <a:gd name="T86" fmla="*/ 7 w 9"/>
                <a:gd name="T87" fmla="*/ 2 h 92"/>
                <a:gd name="T88" fmla="*/ 8 w 9"/>
                <a:gd name="T89" fmla="*/ 0 h 92"/>
                <a:gd name="T90" fmla="*/ 8 w 9"/>
                <a:gd name="T91" fmla="*/ 5 h 92"/>
                <a:gd name="T92" fmla="*/ 8 w 9"/>
                <a:gd name="T93" fmla="*/ 7 h 92"/>
                <a:gd name="T94" fmla="*/ 8 w 9"/>
                <a:gd name="T95" fmla="*/ 4 h 92"/>
                <a:gd name="T96" fmla="*/ 8 w 9"/>
                <a:gd name="T97" fmla="*/ 7 h 92"/>
                <a:gd name="T98" fmla="*/ 8 w 9"/>
                <a:gd name="T99" fmla="*/ 14 h 92"/>
                <a:gd name="T100" fmla="*/ 8 w 9"/>
                <a:gd name="T101" fmla="*/ 14 h 92"/>
                <a:gd name="T102" fmla="*/ 9 w 9"/>
                <a:gd name="T103" fmla="*/ 1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92">
                  <a:moveTo>
                    <a:pt x="0" y="85"/>
                  </a:moveTo>
                  <a:lnTo>
                    <a:pt x="0" y="82"/>
                  </a:lnTo>
                  <a:lnTo>
                    <a:pt x="0" y="83"/>
                  </a:lnTo>
                  <a:lnTo>
                    <a:pt x="1" y="87"/>
                  </a:lnTo>
                  <a:lnTo>
                    <a:pt x="1" y="89"/>
                  </a:lnTo>
                  <a:lnTo>
                    <a:pt x="1" y="84"/>
                  </a:lnTo>
                  <a:lnTo>
                    <a:pt x="1" y="79"/>
                  </a:lnTo>
                  <a:lnTo>
                    <a:pt x="1" y="82"/>
                  </a:lnTo>
                  <a:lnTo>
                    <a:pt x="1" y="85"/>
                  </a:lnTo>
                  <a:lnTo>
                    <a:pt x="1" y="85"/>
                  </a:lnTo>
                  <a:lnTo>
                    <a:pt x="2" y="84"/>
                  </a:lnTo>
                  <a:lnTo>
                    <a:pt x="2" y="86"/>
                  </a:lnTo>
                  <a:lnTo>
                    <a:pt x="2" y="86"/>
                  </a:lnTo>
                  <a:lnTo>
                    <a:pt x="2" y="83"/>
                  </a:lnTo>
                  <a:lnTo>
                    <a:pt x="3" y="83"/>
                  </a:lnTo>
                  <a:lnTo>
                    <a:pt x="3" y="88"/>
                  </a:lnTo>
                  <a:lnTo>
                    <a:pt x="3" y="92"/>
                  </a:lnTo>
                  <a:lnTo>
                    <a:pt x="3" y="89"/>
                  </a:lnTo>
                  <a:lnTo>
                    <a:pt x="3" y="85"/>
                  </a:lnTo>
                  <a:lnTo>
                    <a:pt x="3" y="87"/>
                  </a:lnTo>
                  <a:lnTo>
                    <a:pt x="3" y="84"/>
                  </a:lnTo>
                  <a:lnTo>
                    <a:pt x="4" y="75"/>
                  </a:lnTo>
                  <a:lnTo>
                    <a:pt x="4" y="71"/>
                  </a:lnTo>
                  <a:lnTo>
                    <a:pt x="4" y="71"/>
                  </a:lnTo>
                  <a:lnTo>
                    <a:pt x="4" y="64"/>
                  </a:lnTo>
                  <a:lnTo>
                    <a:pt x="4" y="51"/>
                  </a:lnTo>
                  <a:lnTo>
                    <a:pt x="4" y="47"/>
                  </a:lnTo>
                  <a:lnTo>
                    <a:pt x="4" y="47"/>
                  </a:lnTo>
                  <a:lnTo>
                    <a:pt x="5" y="38"/>
                  </a:lnTo>
                  <a:lnTo>
                    <a:pt x="5" y="28"/>
                  </a:lnTo>
                  <a:lnTo>
                    <a:pt x="5" y="27"/>
                  </a:lnTo>
                  <a:lnTo>
                    <a:pt x="5" y="26"/>
                  </a:lnTo>
                  <a:lnTo>
                    <a:pt x="5" y="19"/>
                  </a:lnTo>
                  <a:lnTo>
                    <a:pt x="6" y="17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6" y="18"/>
                  </a:lnTo>
                  <a:lnTo>
                    <a:pt x="6" y="17"/>
                  </a:lnTo>
                  <a:lnTo>
                    <a:pt x="6" y="18"/>
                  </a:lnTo>
                  <a:lnTo>
                    <a:pt x="6" y="13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2"/>
                  </a:lnTo>
                  <a:lnTo>
                    <a:pt x="8" y="0"/>
                  </a:lnTo>
                  <a:lnTo>
                    <a:pt x="8" y="5"/>
                  </a:lnTo>
                  <a:lnTo>
                    <a:pt x="8" y="7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9" y="1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68" name="Freeform 612"/>
            <p:cNvSpPr/>
            <p:nvPr/>
          </p:nvSpPr>
          <p:spPr bwMode="auto">
            <a:xfrm>
              <a:off x="1839913" y="1938339"/>
              <a:ext cx="14288" cy="73025"/>
            </a:xfrm>
            <a:custGeom>
              <a:avLst/>
              <a:gdLst>
                <a:gd name="T0" fmla="*/ 0 w 9"/>
                <a:gd name="T1" fmla="*/ 46 h 46"/>
                <a:gd name="T2" fmla="*/ 1 w 9"/>
                <a:gd name="T3" fmla="*/ 42 h 46"/>
                <a:gd name="T4" fmla="*/ 1 w 9"/>
                <a:gd name="T5" fmla="*/ 42 h 46"/>
                <a:gd name="T6" fmla="*/ 1 w 9"/>
                <a:gd name="T7" fmla="*/ 42 h 46"/>
                <a:gd name="T8" fmla="*/ 1 w 9"/>
                <a:gd name="T9" fmla="*/ 35 h 46"/>
                <a:gd name="T10" fmla="*/ 1 w 9"/>
                <a:gd name="T11" fmla="*/ 29 h 46"/>
                <a:gd name="T12" fmla="*/ 1 w 9"/>
                <a:gd name="T13" fmla="*/ 30 h 46"/>
                <a:gd name="T14" fmla="*/ 1 w 9"/>
                <a:gd name="T15" fmla="*/ 29 h 46"/>
                <a:gd name="T16" fmla="*/ 2 w 9"/>
                <a:gd name="T17" fmla="*/ 22 h 46"/>
                <a:gd name="T18" fmla="*/ 2 w 9"/>
                <a:gd name="T19" fmla="*/ 18 h 46"/>
                <a:gd name="T20" fmla="*/ 2 w 9"/>
                <a:gd name="T21" fmla="*/ 19 h 46"/>
                <a:gd name="T22" fmla="*/ 2 w 9"/>
                <a:gd name="T23" fmla="*/ 15 h 46"/>
                <a:gd name="T24" fmla="*/ 3 w 9"/>
                <a:gd name="T25" fmla="*/ 10 h 46"/>
                <a:gd name="T26" fmla="*/ 3 w 9"/>
                <a:gd name="T27" fmla="*/ 10 h 46"/>
                <a:gd name="T28" fmla="*/ 3 w 9"/>
                <a:gd name="T29" fmla="*/ 14 h 46"/>
                <a:gd name="T30" fmla="*/ 3 w 9"/>
                <a:gd name="T31" fmla="*/ 10 h 46"/>
                <a:gd name="T32" fmla="*/ 3 w 9"/>
                <a:gd name="T33" fmla="*/ 4 h 46"/>
                <a:gd name="T34" fmla="*/ 3 w 9"/>
                <a:gd name="T35" fmla="*/ 4 h 46"/>
                <a:gd name="T36" fmla="*/ 3 w 9"/>
                <a:gd name="T37" fmla="*/ 8 h 46"/>
                <a:gd name="T38" fmla="*/ 4 w 9"/>
                <a:gd name="T39" fmla="*/ 6 h 46"/>
                <a:gd name="T40" fmla="*/ 4 w 9"/>
                <a:gd name="T41" fmla="*/ 3 h 46"/>
                <a:gd name="T42" fmla="*/ 4 w 9"/>
                <a:gd name="T43" fmla="*/ 4 h 46"/>
                <a:gd name="T44" fmla="*/ 4 w 9"/>
                <a:gd name="T45" fmla="*/ 4 h 46"/>
                <a:gd name="T46" fmla="*/ 4 w 9"/>
                <a:gd name="T47" fmla="*/ 0 h 46"/>
                <a:gd name="T48" fmla="*/ 5 w 9"/>
                <a:gd name="T49" fmla="*/ 1 h 46"/>
                <a:gd name="T50" fmla="*/ 5 w 9"/>
                <a:gd name="T51" fmla="*/ 7 h 46"/>
                <a:gd name="T52" fmla="*/ 5 w 9"/>
                <a:gd name="T53" fmla="*/ 8 h 46"/>
                <a:gd name="T54" fmla="*/ 5 w 9"/>
                <a:gd name="T55" fmla="*/ 4 h 46"/>
                <a:gd name="T56" fmla="*/ 5 w 9"/>
                <a:gd name="T57" fmla="*/ 5 h 46"/>
                <a:gd name="T58" fmla="*/ 5 w 9"/>
                <a:gd name="T59" fmla="*/ 8 h 46"/>
                <a:gd name="T60" fmla="*/ 5 w 9"/>
                <a:gd name="T61" fmla="*/ 7 h 46"/>
                <a:gd name="T62" fmla="*/ 6 w 9"/>
                <a:gd name="T63" fmla="*/ 6 h 46"/>
                <a:gd name="T64" fmla="*/ 6 w 9"/>
                <a:gd name="T65" fmla="*/ 9 h 46"/>
                <a:gd name="T66" fmla="*/ 6 w 9"/>
                <a:gd name="T67" fmla="*/ 10 h 46"/>
                <a:gd name="T68" fmla="*/ 6 w 9"/>
                <a:gd name="T69" fmla="*/ 5 h 46"/>
                <a:gd name="T70" fmla="*/ 6 w 9"/>
                <a:gd name="T71" fmla="*/ 1 h 46"/>
                <a:gd name="T72" fmla="*/ 6 w 9"/>
                <a:gd name="T73" fmla="*/ 3 h 46"/>
                <a:gd name="T74" fmla="*/ 6 w 9"/>
                <a:gd name="T75" fmla="*/ 4 h 46"/>
                <a:gd name="T76" fmla="*/ 7 w 9"/>
                <a:gd name="T77" fmla="*/ 1 h 46"/>
                <a:gd name="T78" fmla="*/ 7 w 9"/>
                <a:gd name="T79" fmla="*/ 0 h 46"/>
                <a:gd name="T80" fmla="*/ 7 w 9"/>
                <a:gd name="T81" fmla="*/ 2 h 46"/>
                <a:gd name="T82" fmla="*/ 7 w 9"/>
                <a:gd name="T83" fmla="*/ 4 h 46"/>
                <a:gd name="T84" fmla="*/ 8 w 9"/>
                <a:gd name="T85" fmla="*/ 4 h 46"/>
                <a:gd name="T86" fmla="*/ 8 w 9"/>
                <a:gd name="T87" fmla="*/ 5 h 46"/>
                <a:gd name="T88" fmla="*/ 8 w 9"/>
                <a:gd name="T89" fmla="*/ 10 h 46"/>
                <a:gd name="T90" fmla="*/ 8 w 9"/>
                <a:gd name="T91" fmla="*/ 13 h 46"/>
                <a:gd name="T92" fmla="*/ 8 w 9"/>
                <a:gd name="T93" fmla="*/ 15 h 46"/>
                <a:gd name="T94" fmla="*/ 8 w 9"/>
                <a:gd name="T95" fmla="*/ 17 h 46"/>
                <a:gd name="T96" fmla="*/ 8 w 9"/>
                <a:gd name="T97" fmla="*/ 21 h 46"/>
                <a:gd name="T98" fmla="*/ 9 w 9"/>
                <a:gd name="T99" fmla="*/ 21 h 46"/>
                <a:gd name="T100" fmla="*/ 9 w 9"/>
                <a:gd name="T101" fmla="*/ 19 h 46"/>
                <a:gd name="T102" fmla="*/ 9 w 9"/>
                <a:gd name="T103" fmla="*/ 1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6">
                  <a:moveTo>
                    <a:pt x="0" y="46"/>
                  </a:moveTo>
                  <a:lnTo>
                    <a:pt x="1" y="42"/>
                  </a:lnTo>
                  <a:lnTo>
                    <a:pt x="1" y="42"/>
                  </a:lnTo>
                  <a:lnTo>
                    <a:pt x="1" y="42"/>
                  </a:lnTo>
                  <a:lnTo>
                    <a:pt x="1" y="35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2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2" y="15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4"/>
                  </a:lnTo>
                  <a:lnTo>
                    <a:pt x="3" y="10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8"/>
                  </a:lnTo>
                  <a:lnTo>
                    <a:pt x="4" y="6"/>
                  </a:lnTo>
                  <a:lnTo>
                    <a:pt x="4" y="3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5" y="1"/>
                  </a:lnTo>
                  <a:lnTo>
                    <a:pt x="5" y="7"/>
                  </a:lnTo>
                  <a:lnTo>
                    <a:pt x="5" y="8"/>
                  </a:lnTo>
                  <a:lnTo>
                    <a:pt x="5" y="4"/>
                  </a:lnTo>
                  <a:lnTo>
                    <a:pt x="5" y="5"/>
                  </a:lnTo>
                  <a:lnTo>
                    <a:pt x="5" y="8"/>
                  </a:lnTo>
                  <a:lnTo>
                    <a:pt x="5" y="7"/>
                  </a:lnTo>
                  <a:lnTo>
                    <a:pt x="6" y="6"/>
                  </a:lnTo>
                  <a:lnTo>
                    <a:pt x="6" y="9"/>
                  </a:lnTo>
                  <a:lnTo>
                    <a:pt x="6" y="10"/>
                  </a:lnTo>
                  <a:lnTo>
                    <a:pt x="6" y="5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2"/>
                  </a:lnTo>
                  <a:lnTo>
                    <a:pt x="7" y="4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3"/>
                  </a:lnTo>
                  <a:lnTo>
                    <a:pt x="8" y="15"/>
                  </a:lnTo>
                  <a:lnTo>
                    <a:pt x="8" y="17"/>
                  </a:lnTo>
                  <a:lnTo>
                    <a:pt x="8" y="21"/>
                  </a:lnTo>
                  <a:lnTo>
                    <a:pt x="9" y="21"/>
                  </a:lnTo>
                  <a:lnTo>
                    <a:pt x="9" y="19"/>
                  </a:lnTo>
                  <a:lnTo>
                    <a:pt x="9" y="1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69" name="Freeform 613"/>
            <p:cNvSpPr/>
            <p:nvPr/>
          </p:nvSpPr>
          <p:spPr bwMode="auto">
            <a:xfrm>
              <a:off x="1854200" y="1879601"/>
              <a:ext cx="12700" cy="106363"/>
            </a:xfrm>
            <a:custGeom>
              <a:avLst/>
              <a:gdLst>
                <a:gd name="T0" fmla="*/ 0 w 8"/>
                <a:gd name="T1" fmla="*/ 56 h 67"/>
                <a:gd name="T2" fmla="*/ 0 w 8"/>
                <a:gd name="T3" fmla="*/ 56 h 67"/>
                <a:gd name="T4" fmla="*/ 0 w 8"/>
                <a:gd name="T5" fmla="*/ 58 h 67"/>
                <a:gd name="T6" fmla="*/ 0 w 8"/>
                <a:gd name="T7" fmla="*/ 56 h 67"/>
                <a:gd name="T8" fmla="*/ 1 w 8"/>
                <a:gd name="T9" fmla="*/ 51 h 67"/>
                <a:gd name="T10" fmla="*/ 1 w 8"/>
                <a:gd name="T11" fmla="*/ 49 h 67"/>
                <a:gd name="T12" fmla="*/ 1 w 8"/>
                <a:gd name="T13" fmla="*/ 50 h 67"/>
                <a:gd name="T14" fmla="*/ 1 w 8"/>
                <a:gd name="T15" fmla="*/ 48 h 67"/>
                <a:gd name="T16" fmla="*/ 1 w 8"/>
                <a:gd name="T17" fmla="*/ 45 h 67"/>
                <a:gd name="T18" fmla="*/ 1 w 8"/>
                <a:gd name="T19" fmla="*/ 46 h 67"/>
                <a:gd name="T20" fmla="*/ 1 w 8"/>
                <a:gd name="T21" fmla="*/ 47 h 67"/>
                <a:gd name="T22" fmla="*/ 2 w 8"/>
                <a:gd name="T23" fmla="*/ 44 h 67"/>
                <a:gd name="T24" fmla="*/ 2 w 8"/>
                <a:gd name="T25" fmla="*/ 42 h 67"/>
                <a:gd name="T26" fmla="*/ 2 w 8"/>
                <a:gd name="T27" fmla="*/ 42 h 67"/>
                <a:gd name="T28" fmla="*/ 2 w 8"/>
                <a:gd name="T29" fmla="*/ 42 h 67"/>
                <a:gd name="T30" fmla="*/ 2 w 8"/>
                <a:gd name="T31" fmla="*/ 41 h 67"/>
                <a:gd name="T32" fmla="*/ 2 w 8"/>
                <a:gd name="T33" fmla="*/ 40 h 67"/>
                <a:gd name="T34" fmla="*/ 2 w 8"/>
                <a:gd name="T35" fmla="*/ 42 h 67"/>
                <a:gd name="T36" fmla="*/ 3 w 8"/>
                <a:gd name="T37" fmla="*/ 43 h 67"/>
                <a:gd name="T38" fmla="*/ 3 w 8"/>
                <a:gd name="T39" fmla="*/ 42 h 67"/>
                <a:gd name="T40" fmla="*/ 3 w 8"/>
                <a:gd name="T41" fmla="*/ 43 h 67"/>
                <a:gd name="T42" fmla="*/ 3 w 8"/>
                <a:gd name="T43" fmla="*/ 46 h 67"/>
                <a:gd name="T44" fmla="*/ 4 w 8"/>
                <a:gd name="T45" fmla="*/ 47 h 67"/>
                <a:gd name="T46" fmla="*/ 4 w 8"/>
                <a:gd name="T47" fmla="*/ 46 h 67"/>
                <a:gd name="T48" fmla="*/ 4 w 8"/>
                <a:gd name="T49" fmla="*/ 44 h 67"/>
                <a:gd name="T50" fmla="*/ 4 w 8"/>
                <a:gd name="T51" fmla="*/ 42 h 67"/>
                <a:gd name="T52" fmla="*/ 4 w 8"/>
                <a:gd name="T53" fmla="*/ 39 h 67"/>
                <a:gd name="T54" fmla="*/ 4 w 8"/>
                <a:gd name="T55" fmla="*/ 34 h 67"/>
                <a:gd name="T56" fmla="*/ 4 w 8"/>
                <a:gd name="T57" fmla="*/ 29 h 67"/>
                <a:gd name="T58" fmla="*/ 5 w 8"/>
                <a:gd name="T59" fmla="*/ 26 h 67"/>
                <a:gd name="T60" fmla="*/ 5 w 8"/>
                <a:gd name="T61" fmla="*/ 19 h 67"/>
                <a:gd name="T62" fmla="*/ 5 w 8"/>
                <a:gd name="T63" fmla="*/ 10 h 67"/>
                <a:gd name="T64" fmla="*/ 5 w 8"/>
                <a:gd name="T65" fmla="*/ 4 h 67"/>
                <a:gd name="T66" fmla="*/ 5 w 8"/>
                <a:gd name="T67" fmla="*/ 2 h 67"/>
                <a:gd name="T68" fmla="*/ 6 w 8"/>
                <a:gd name="T69" fmla="*/ 0 h 67"/>
                <a:gd name="T70" fmla="*/ 6 w 8"/>
                <a:gd name="T71" fmla="*/ 1 h 67"/>
                <a:gd name="T72" fmla="*/ 6 w 8"/>
                <a:gd name="T73" fmla="*/ 6 h 67"/>
                <a:gd name="T74" fmla="*/ 6 w 8"/>
                <a:gd name="T75" fmla="*/ 10 h 67"/>
                <a:gd name="T76" fmla="*/ 6 w 8"/>
                <a:gd name="T77" fmla="*/ 14 h 67"/>
                <a:gd name="T78" fmla="*/ 6 w 8"/>
                <a:gd name="T79" fmla="*/ 20 h 67"/>
                <a:gd name="T80" fmla="*/ 7 w 8"/>
                <a:gd name="T81" fmla="*/ 28 h 67"/>
                <a:gd name="T82" fmla="*/ 7 w 8"/>
                <a:gd name="T83" fmla="*/ 34 h 67"/>
                <a:gd name="T84" fmla="*/ 7 w 8"/>
                <a:gd name="T85" fmla="*/ 38 h 67"/>
                <a:gd name="T86" fmla="*/ 7 w 8"/>
                <a:gd name="T87" fmla="*/ 44 h 67"/>
                <a:gd name="T88" fmla="*/ 7 w 8"/>
                <a:gd name="T89" fmla="*/ 46 h 67"/>
                <a:gd name="T90" fmla="*/ 7 w 8"/>
                <a:gd name="T91" fmla="*/ 46 h 67"/>
                <a:gd name="T92" fmla="*/ 7 w 8"/>
                <a:gd name="T93" fmla="*/ 48 h 67"/>
                <a:gd name="T94" fmla="*/ 8 w 8"/>
                <a:gd name="T95" fmla="*/ 53 h 67"/>
                <a:gd name="T96" fmla="*/ 8 w 8"/>
                <a:gd name="T97" fmla="*/ 56 h 67"/>
                <a:gd name="T98" fmla="*/ 8 w 8"/>
                <a:gd name="T99" fmla="*/ 59 h 67"/>
                <a:gd name="T100" fmla="*/ 8 w 8"/>
                <a:gd name="T101" fmla="*/ 62 h 67"/>
                <a:gd name="T102" fmla="*/ 8 w 8"/>
                <a:gd name="T103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7">
                  <a:moveTo>
                    <a:pt x="0" y="56"/>
                  </a:moveTo>
                  <a:lnTo>
                    <a:pt x="0" y="56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50"/>
                  </a:lnTo>
                  <a:lnTo>
                    <a:pt x="1" y="48"/>
                  </a:lnTo>
                  <a:lnTo>
                    <a:pt x="1" y="45"/>
                  </a:lnTo>
                  <a:lnTo>
                    <a:pt x="1" y="46"/>
                  </a:lnTo>
                  <a:lnTo>
                    <a:pt x="1" y="47"/>
                  </a:lnTo>
                  <a:lnTo>
                    <a:pt x="2" y="44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2" y="41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3" y="43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3" y="46"/>
                  </a:lnTo>
                  <a:lnTo>
                    <a:pt x="4" y="47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4" y="42"/>
                  </a:lnTo>
                  <a:lnTo>
                    <a:pt x="4" y="39"/>
                  </a:lnTo>
                  <a:lnTo>
                    <a:pt x="4" y="34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5" y="19"/>
                  </a:lnTo>
                  <a:lnTo>
                    <a:pt x="5" y="10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6"/>
                  </a:lnTo>
                  <a:lnTo>
                    <a:pt x="6" y="10"/>
                  </a:lnTo>
                  <a:lnTo>
                    <a:pt x="6" y="14"/>
                  </a:lnTo>
                  <a:lnTo>
                    <a:pt x="6" y="20"/>
                  </a:lnTo>
                  <a:lnTo>
                    <a:pt x="7" y="28"/>
                  </a:lnTo>
                  <a:lnTo>
                    <a:pt x="7" y="34"/>
                  </a:lnTo>
                  <a:lnTo>
                    <a:pt x="7" y="38"/>
                  </a:lnTo>
                  <a:lnTo>
                    <a:pt x="7" y="44"/>
                  </a:lnTo>
                  <a:lnTo>
                    <a:pt x="7" y="46"/>
                  </a:lnTo>
                  <a:lnTo>
                    <a:pt x="7" y="46"/>
                  </a:lnTo>
                  <a:lnTo>
                    <a:pt x="7" y="48"/>
                  </a:lnTo>
                  <a:lnTo>
                    <a:pt x="8" y="53"/>
                  </a:lnTo>
                  <a:lnTo>
                    <a:pt x="8" y="56"/>
                  </a:lnTo>
                  <a:lnTo>
                    <a:pt x="8" y="59"/>
                  </a:lnTo>
                  <a:lnTo>
                    <a:pt x="8" y="62"/>
                  </a:lnTo>
                  <a:lnTo>
                    <a:pt x="8" y="6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70" name="Freeform 614"/>
            <p:cNvSpPr/>
            <p:nvPr/>
          </p:nvSpPr>
          <p:spPr bwMode="auto">
            <a:xfrm>
              <a:off x="1866900" y="1978026"/>
              <a:ext cx="14288" cy="177800"/>
            </a:xfrm>
            <a:custGeom>
              <a:avLst/>
              <a:gdLst>
                <a:gd name="T0" fmla="*/ 0 w 9"/>
                <a:gd name="T1" fmla="*/ 0 h 112"/>
                <a:gd name="T2" fmla="*/ 0 w 9"/>
                <a:gd name="T3" fmla="*/ 5 h 112"/>
                <a:gd name="T4" fmla="*/ 1 w 9"/>
                <a:gd name="T5" fmla="*/ 9 h 112"/>
                <a:gd name="T6" fmla="*/ 1 w 9"/>
                <a:gd name="T7" fmla="*/ 12 h 112"/>
                <a:gd name="T8" fmla="*/ 1 w 9"/>
                <a:gd name="T9" fmla="*/ 17 h 112"/>
                <a:gd name="T10" fmla="*/ 1 w 9"/>
                <a:gd name="T11" fmla="*/ 22 h 112"/>
                <a:gd name="T12" fmla="*/ 1 w 9"/>
                <a:gd name="T13" fmla="*/ 25 h 112"/>
                <a:gd name="T14" fmla="*/ 1 w 9"/>
                <a:gd name="T15" fmla="*/ 26 h 112"/>
                <a:gd name="T16" fmla="*/ 1 w 9"/>
                <a:gd name="T17" fmla="*/ 27 h 112"/>
                <a:gd name="T18" fmla="*/ 2 w 9"/>
                <a:gd name="T19" fmla="*/ 30 h 112"/>
                <a:gd name="T20" fmla="*/ 2 w 9"/>
                <a:gd name="T21" fmla="*/ 30 h 112"/>
                <a:gd name="T22" fmla="*/ 2 w 9"/>
                <a:gd name="T23" fmla="*/ 30 h 112"/>
                <a:gd name="T24" fmla="*/ 2 w 9"/>
                <a:gd name="T25" fmla="*/ 32 h 112"/>
                <a:gd name="T26" fmla="*/ 3 w 9"/>
                <a:gd name="T27" fmla="*/ 32 h 112"/>
                <a:gd name="T28" fmla="*/ 3 w 9"/>
                <a:gd name="T29" fmla="*/ 31 h 112"/>
                <a:gd name="T30" fmla="*/ 3 w 9"/>
                <a:gd name="T31" fmla="*/ 33 h 112"/>
                <a:gd name="T32" fmla="*/ 3 w 9"/>
                <a:gd name="T33" fmla="*/ 36 h 112"/>
                <a:gd name="T34" fmla="*/ 3 w 9"/>
                <a:gd name="T35" fmla="*/ 37 h 112"/>
                <a:gd name="T36" fmla="*/ 3 w 9"/>
                <a:gd name="T37" fmla="*/ 38 h 112"/>
                <a:gd name="T38" fmla="*/ 3 w 9"/>
                <a:gd name="T39" fmla="*/ 40 h 112"/>
                <a:gd name="T40" fmla="*/ 4 w 9"/>
                <a:gd name="T41" fmla="*/ 42 h 112"/>
                <a:gd name="T42" fmla="*/ 4 w 9"/>
                <a:gd name="T43" fmla="*/ 42 h 112"/>
                <a:gd name="T44" fmla="*/ 4 w 9"/>
                <a:gd name="T45" fmla="*/ 41 h 112"/>
                <a:gd name="T46" fmla="*/ 4 w 9"/>
                <a:gd name="T47" fmla="*/ 41 h 112"/>
                <a:gd name="T48" fmla="*/ 4 w 9"/>
                <a:gd name="T49" fmla="*/ 42 h 112"/>
                <a:gd name="T50" fmla="*/ 4 w 9"/>
                <a:gd name="T51" fmla="*/ 44 h 112"/>
                <a:gd name="T52" fmla="*/ 4 w 9"/>
                <a:gd name="T53" fmla="*/ 46 h 112"/>
                <a:gd name="T54" fmla="*/ 5 w 9"/>
                <a:gd name="T55" fmla="*/ 47 h 112"/>
                <a:gd name="T56" fmla="*/ 5 w 9"/>
                <a:gd name="T57" fmla="*/ 50 h 112"/>
                <a:gd name="T58" fmla="*/ 5 w 9"/>
                <a:gd name="T59" fmla="*/ 54 h 112"/>
                <a:gd name="T60" fmla="*/ 5 w 9"/>
                <a:gd name="T61" fmla="*/ 58 h 112"/>
                <a:gd name="T62" fmla="*/ 5 w 9"/>
                <a:gd name="T63" fmla="*/ 63 h 112"/>
                <a:gd name="T64" fmla="*/ 6 w 9"/>
                <a:gd name="T65" fmla="*/ 68 h 112"/>
                <a:gd name="T66" fmla="*/ 6 w 9"/>
                <a:gd name="T67" fmla="*/ 71 h 112"/>
                <a:gd name="T68" fmla="*/ 6 w 9"/>
                <a:gd name="T69" fmla="*/ 74 h 112"/>
                <a:gd name="T70" fmla="*/ 6 w 9"/>
                <a:gd name="T71" fmla="*/ 77 h 112"/>
                <a:gd name="T72" fmla="*/ 6 w 9"/>
                <a:gd name="T73" fmla="*/ 80 h 112"/>
                <a:gd name="T74" fmla="*/ 6 w 9"/>
                <a:gd name="T75" fmla="*/ 83 h 112"/>
                <a:gd name="T76" fmla="*/ 6 w 9"/>
                <a:gd name="T77" fmla="*/ 85 h 112"/>
                <a:gd name="T78" fmla="*/ 7 w 9"/>
                <a:gd name="T79" fmla="*/ 87 h 112"/>
                <a:gd name="T80" fmla="*/ 7 w 9"/>
                <a:gd name="T81" fmla="*/ 89 h 112"/>
                <a:gd name="T82" fmla="*/ 7 w 9"/>
                <a:gd name="T83" fmla="*/ 89 h 112"/>
                <a:gd name="T84" fmla="*/ 7 w 9"/>
                <a:gd name="T85" fmla="*/ 89 h 112"/>
                <a:gd name="T86" fmla="*/ 8 w 9"/>
                <a:gd name="T87" fmla="*/ 91 h 112"/>
                <a:gd name="T88" fmla="*/ 8 w 9"/>
                <a:gd name="T89" fmla="*/ 95 h 112"/>
                <a:gd name="T90" fmla="*/ 8 w 9"/>
                <a:gd name="T91" fmla="*/ 96 h 112"/>
                <a:gd name="T92" fmla="*/ 8 w 9"/>
                <a:gd name="T93" fmla="*/ 96 h 112"/>
                <a:gd name="T94" fmla="*/ 8 w 9"/>
                <a:gd name="T95" fmla="*/ 100 h 112"/>
                <a:gd name="T96" fmla="*/ 8 w 9"/>
                <a:gd name="T97" fmla="*/ 105 h 112"/>
                <a:gd name="T98" fmla="*/ 8 w 9"/>
                <a:gd name="T99" fmla="*/ 106 h 112"/>
                <a:gd name="T100" fmla="*/ 9 w 9"/>
                <a:gd name="T101" fmla="*/ 107 h 112"/>
                <a:gd name="T102" fmla="*/ 9 w 9"/>
                <a:gd name="T10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12">
                  <a:moveTo>
                    <a:pt x="0" y="0"/>
                  </a:moveTo>
                  <a:lnTo>
                    <a:pt x="0" y="5"/>
                  </a:lnTo>
                  <a:lnTo>
                    <a:pt x="1" y="9"/>
                  </a:lnTo>
                  <a:lnTo>
                    <a:pt x="1" y="12"/>
                  </a:lnTo>
                  <a:lnTo>
                    <a:pt x="1" y="17"/>
                  </a:lnTo>
                  <a:lnTo>
                    <a:pt x="1" y="22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3" y="32"/>
                  </a:lnTo>
                  <a:lnTo>
                    <a:pt x="3" y="31"/>
                  </a:lnTo>
                  <a:lnTo>
                    <a:pt x="3" y="33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42"/>
                  </a:lnTo>
                  <a:lnTo>
                    <a:pt x="4" y="44"/>
                  </a:lnTo>
                  <a:lnTo>
                    <a:pt x="4" y="46"/>
                  </a:lnTo>
                  <a:lnTo>
                    <a:pt x="5" y="47"/>
                  </a:lnTo>
                  <a:lnTo>
                    <a:pt x="5" y="50"/>
                  </a:lnTo>
                  <a:lnTo>
                    <a:pt x="5" y="54"/>
                  </a:lnTo>
                  <a:lnTo>
                    <a:pt x="5" y="58"/>
                  </a:lnTo>
                  <a:lnTo>
                    <a:pt x="5" y="63"/>
                  </a:lnTo>
                  <a:lnTo>
                    <a:pt x="6" y="68"/>
                  </a:lnTo>
                  <a:lnTo>
                    <a:pt x="6" y="71"/>
                  </a:lnTo>
                  <a:lnTo>
                    <a:pt x="6" y="74"/>
                  </a:lnTo>
                  <a:lnTo>
                    <a:pt x="6" y="77"/>
                  </a:lnTo>
                  <a:lnTo>
                    <a:pt x="6" y="80"/>
                  </a:lnTo>
                  <a:lnTo>
                    <a:pt x="6" y="83"/>
                  </a:lnTo>
                  <a:lnTo>
                    <a:pt x="6" y="85"/>
                  </a:lnTo>
                  <a:lnTo>
                    <a:pt x="7" y="87"/>
                  </a:lnTo>
                  <a:lnTo>
                    <a:pt x="7" y="89"/>
                  </a:lnTo>
                  <a:lnTo>
                    <a:pt x="7" y="89"/>
                  </a:lnTo>
                  <a:lnTo>
                    <a:pt x="7" y="89"/>
                  </a:lnTo>
                  <a:lnTo>
                    <a:pt x="8" y="91"/>
                  </a:lnTo>
                  <a:lnTo>
                    <a:pt x="8" y="95"/>
                  </a:lnTo>
                  <a:lnTo>
                    <a:pt x="8" y="96"/>
                  </a:lnTo>
                  <a:lnTo>
                    <a:pt x="8" y="96"/>
                  </a:lnTo>
                  <a:lnTo>
                    <a:pt x="8" y="100"/>
                  </a:lnTo>
                  <a:lnTo>
                    <a:pt x="8" y="105"/>
                  </a:lnTo>
                  <a:lnTo>
                    <a:pt x="8" y="106"/>
                  </a:lnTo>
                  <a:lnTo>
                    <a:pt x="9" y="107"/>
                  </a:lnTo>
                  <a:lnTo>
                    <a:pt x="9" y="11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71" name="Freeform 615"/>
            <p:cNvSpPr/>
            <p:nvPr/>
          </p:nvSpPr>
          <p:spPr bwMode="auto">
            <a:xfrm>
              <a:off x="1881188" y="1978026"/>
              <a:ext cx="12700" cy="195263"/>
            </a:xfrm>
            <a:custGeom>
              <a:avLst/>
              <a:gdLst>
                <a:gd name="T0" fmla="*/ 0 w 8"/>
                <a:gd name="T1" fmla="*/ 107 h 123"/>
                <a:gd name="T2" fmla="*/ 0 w 8"/>
                <a:gd name="T3" fmla="*/ 112 h 123"/>
                <a:gd name="T4" fmla="*/ 0 w 8"/>
                <a:gd name="T5" fmla="*/ 115 h 123"/>
                <a:gd name="T6" fmla="*/ 0 w 8"/>
                <a:gd name="T7" fmla="*/ 115 h 123"/>
                <a:gd name="T8" fmla="*/ 0 w 8"/>
                <a:gd name="T9" fmla="*/ 115 h 123"/>
                <a:gd name="T10" fmla="*/ 0 w 8"/>
                <a:gd name="T11" fmla="*/ 118 h 123"/>
                <a:gd name="T12" fmla="*/ 0 w 8"/>
                <a:gd name="T13" fmla="*/ 118 h 123"/>
                <a:gd name="T14" fmla="*/ 1 w 8"/>
                <a:gd name="T15" fmla="*/ 116 h 123"/>
                <a:gd name="T16" fmla="*/ 1 w 8"/>
                <a:gd name="T17" fmla="*/ 118 h 123"/>
                <a:gd name="T18" fmla="*/ 1 w 8"/>
                <a:gd name="T19" fmla="*/ 122 h 123"/>
                <a:gd name="T20" fmla="*/ 1 w 8"/>
                <a:gd name="T21" fmla="*/ 121 h 123"/>
                <a:gd name="T22" fmla="*/ 1 w 8"/>
                <a:gd name="T23" fmla="*/ 120 h 123"/>
                <a:gd name="T24" fmla="*/ 2 w 8"/>
                <a:gd name="T25" fmla="*/ 122 h 123"/>
                <a:gd name="T26" fmla="*/ 2 w 8"/>
                <a:gd name="T27" fmla="*/ 123 h 123"/>
                <a:gd name="T28" fmla="*/ 2 w 8"/>
                <a:gd name="T29" fmla="*/ 120 h 123"/>
                <a:gd name="T30" fmla="*/ 2 w 8"/>
                <a:gd name="T31" fmla="*/ 117 h 123"/>
                <a:gd name="T32" fmla="*/ 2 w 8"/>
                <a:gd name="T33" fmla="*/ 115 h 123"/>
                <a:gd name="T34" fmla="*/ 2 w 8"/>
                <a:gd name="T35" fmla="*/ 111 h 123"/>
                <a:gd name="T36" fmla="*/ 3 w 8"/>
                <a:gd name="T37" fmla="*/ 106 h 123"/>
                <a:gd name="T38" fmla="*/ 3 w 8"/>
                <a:gd name="T39" fmla="*/ 108 h 123"/>
                <a:gd name="T40" fmla="*/ 3 w 8"/>
                <a:gd name="T41" fmla="*/ 110 h 123"/>
                <a:gd name="T42" fmla="*/ 3 w 8"/>
                <a:gd name="T43" fmla="*/ 104 h 123"/>
                <a:gd name="T44" fmla="*/ 3 w 8"/>
                <a:gd name="T45" fmla="*/ 99 h 123"/>
                <a:gd name="T46" fmla="*/ 4 w 8"/>
                <a:gd name="T47" fmla="*/ 102 h 123"/>
                <a:gd name="T48" fmla="*/ 4 w 8"/>
                <a:gd name="T49" fmla="*/ 105 h 123"/>
                <a:gd name="T50" fmla="*/ 4 w 8"/>
                <a:gd name="T51" fmla="*/ 103 h 123"/>
                <a:gd name="T52" fmla="*/ 4 w 8"/>
                <a:gd name="T53" fmla="*/ 105 h 123"/>
                <a:gd name="T54" fmla="*/ 4 w 8"/>
                <a:gd name="T55" fmla="*/ 108 h 123"/>
                <a:gd name="T56" fmla="*/ 4 w 8"/>
                <a:gd name="T57" fmla="*/ 106 h 123"/>
                <a:gd name="T58" fmla="*/ 4 w 8"/>
                <a:gd name="T59" fmla="*/ 100 h 123"/>
                <a:gd name="T60" fmla="*/ 5 w 8"/>
                <a:gd name="T61" fmla="*/ 100 h 123"/>
                <a:gd name="T62" fmla="*/ 5 w 8"/>
                <a:gd name="T63" fmla="*/ 101 h 123"/>
                <a:gd name="T64" fmla="*/ 5 w 8"/>
                <a:gd name="T65" fmla="*/ 95 h 123"/>
                <a:gd name="T66" fmla="*/ 5 w 8"/>
                <a:gd name="T67" fmla="*/ 84 h 123"/>
                <a:gd name="T68" fmla="*/ 5 w 8"/>
                <a:gd name="T69" fmla="*/ 76 h 123"/>
                <a:gd name="T70" fmla="*/ 5 w 8"/>
                <a:gd name="T71" fmla="*/ 67 h 123"/>
                <a:gd name="T72" fmla="*/ 5 w 8"/>
                <a:gd name="T73" fmla="*/ 55 h 123"/>
                <a:gd name="T74" fmla="*/ 6 w 8"/>
                <a:gd name="T75" fmla="*/ 45 h 123"/>
                <a:gd name="T76" fmla="*/ 6 w 8"/>
                <a:gd name="T77" fmla="*/ 41 h 123"/>
                <a:gd name="T78" fmla="*/ 6 w 8"/>
                <a:gd name="T79" fmla="*/ 38 h 123"/>
                <a:gd name="T80" fmla="*/ 6 w 8"/>
                <a:gd name="T81" fmla="*/ 30 h 123"/>
                <a:gd name="T82" fmla="*/ 7 w 8"/>
                <a:gd name="T83" fmla="*/ 24 h 123"/>
                <a:gd name="T84" fmla="*/ 7 w 8"/>
                <a:gd name="T85" fmla="*/ 26 h 123"/>
                <a:gd name="T86" fmla="*/ 7 w 8"/>
                <a:gd name="T87" fmla="*/ 27 h 123"/>
                <a:gd name="T88" fmla="*/ 7 w 8"/>
                <a:gd name="T89" fmla="*/ 23 h 123"/>
                <a:gd name="T90" fmla="*/ 7 w 8"/>
                <a:gd name="T91" fmla="*/ 21 h 123"/>
                <a:gd name="T92" fmla="*/ 7 w 8"/>
                <a:gd name="T93" fmla="*/ 22 h 123"/>
                <a:gd name="T94" fmla="*/ 7 w 8"/>
                <a:gd name="T95" fmla="*/ 16 h 123"/>
                <a:gd name="T96" fmla="*/ 8 w 8"/>
                <a:gd name="T97" fmla="*/ 8 h 123"/>
                <a:gd name="T98" fmla="*/ 8 w 8"/>
                <a:gd name="T99" fmla="*/ 9 h 123"/>
                <a:gd name="T100" fmla="*/ 8 w 8"/>
                <a:gd name="T101" fmla="*/ 9 h 123"/>
                <a:gd name="T102" fmla="*/ 8 w 8"/>
                <a:gd name="T103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23">
                  <a:moveTo>
                    <a:pt x="0" y="107"/>
                  </a:moveTo>
                  <a:lnTo>
                    <a:pt x="0" y="112"/>
                  </a:lnTo>
                  <a:lnTo>
                    <a:pt x="0" y="115"/>
                  </a:lnTo>
                  <a:lnTo>
                    <a:pt x="0" y="115"/>
                  </a:lnTo>
                  <a:lnTo>
                    <a:pt x="0" y="115"/>
                  </a:lnTo>
                  <a:lnTo>
                    <a:pt x="0" y="118"/>
                  </a:lnTo>
                  <a:lnTo>
                    <a:pt x="0" y="118"/>
                  </a:lnTo>
                  <a:lnTo>
                    <a:pt x="1" y="116"/>
                  </a:lnTo>
                  <a:lnTo>
                    <a:pt x="1" y="118"/>
                  </a:lnTo>
                  <a:lnTo>
                    <a:pt x="1" y="122"/>
                  </a:lnTo>
                  <a:lnTo>
                    <a:pt x="1" y="121"/>
                  </a:lnTo>
                  <a:lnTo>
                    <a:pt x="1" y="120"/>
                  </a:lnTo>
                  <a:lnTo>
                    <a:pt x="2" y="122"/>
                  </a:lnTo>
                  <a:lnTo>
                    <a:pt x="2" y="123"/>
                  </a:lnTo>
                  <a:lnTo>
                    <a:pt x="2" y="120"/>
                  </a:lnTo>
                  <a:lnTo>
                    <a:pt x="2" y="117"/>
                  </a:lnTo>
                  <a:lnTo>
                    <a:pt x="2" y="115"/>
                  </a:lnTo>
                  <a:lnTo>
                    <a:pt x="2" y="111"/>
                  </a:lnTo>
                  <a:lnTo>
                    <a:pt x="3" y="106"/>
                  </a:lnTo>
                  <a:lnTo>
                    <a:pt x="3" y="108"/>
                  </a:lnTo>
                  <a:lnTo>
                    <a:pt x="3" y="110"/>
                  </a:lnTo>
                  <a:lnTo>
                    <a:pt x="3" y="104"/>
                  </a:lnTo>
                  <a:lnTo>
                    <a:pt x="3" y="99"/>
                  </a:lnTo>
                  <a:lnTo>
                    <a:pt x="4" y="102"/>
                  </a:lnTo>
                  <a:lnTo>
                    <a:pt x="4" y="105"/>
                  </a:lnTo>
                  <a:lnTo>
                    <a:pt x="4" y="103"/>
                  </a:lnTo>
                  <a:lnTo>
                    <a:pt x="4" y="105"/>
                  </a:lnTo>
                  <a:lnTo>
                    <a:pt x="4" y="108"/>
                  </a:lnTo>
                  <a:lnTo>
                    <a:pt x="4" y="106"/>
                  </a:lnTo>
                  <a:lnTo>
                    <a:pt x="4" y="100"/>
                  </a:lnTo>
                  <a:lnTo>
                    <a:pt x="5" y="100"/>
                  </a:lnTo>
                  <a:lnTo>
                    <a:pt x="5" y="101"/>
                  </a:lnTo>
                  <a:lnTo>
                    <a:pt x="5" y="95"/>
                  </a:lnTo>
                  <a:lnTo>
                    <a:pt x="5" y="84"/>
                  </a:lnTo>
                  <a:lnTo>
                    <a:pt x="5" y="76"/>
                  </a:lnTo>
                  <a:lnTo>
                    <a:pt x="5" y="67"/>
                  </a:lnTo>
                  <a:lnTo>
                    <a:pt x="5" y="55"/>
                  </a:lnTo>
                  <a:lnTo>
                    <a:pt x="6" y="45"/>
                  </a:lnTo>
                  <a:lnTo>
                    <a:pt x="6" y="41"/>
                  </a:lnTo>
                  <a:lnTo>
                    <a:pt x="6" y="38"/>
                  </a:lnTo>
                  <a:lnTo>
                    <a:pt x="6" y="30"/>
                  </a:lnTo>
                  <a:lnTo>
                    <a:pt x="7" y="24"/>
                  </a:lnTo>
                  <a:lnTo>
                    <a:pt x="7" y="26"/>
                  </a:lnTo>
                  <a:lnTo>
                    <a:pt x="7" y="27"/>
                  </a:lnTo>
                  <a:lnTo>
                    <a:pt x="7" y="23"/>
                  </a:lnTo>
                  <a:lnTo>
                    <a:pt x="7" y="21"/>
                  </a:lnTo>
                  <a:lnTo>
                    <a:pt x="7" y="22"/>
                  </a:lnTo>
                  <a:lnTo>
                    <a:pt x="7" y="16"/>
                  </a:lnTo>
                  <a:lnTo>
                    <a:pt x="8" y="8"/>
                  </a:lnTo>
                  <a:lnTo>
                    <a:pt x="8" y="9"/>
                  </a:lnTo>
                  <a:lnTo>
                    <a:pt x="8" y="9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72" name="Freeform 616"/>
            <p:cNvSpPr/>
            <p:nvPr/>
          </p:nvSpPr>
          <p:spPr bwMode="auto">
            <a:xfrm>
              <a:off x="1893888" y="1935164"/>
              <a:ext cx="14288" cy="57150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27 h 36"/>
                <a:gd name="T4" fmla="*/ 0 w 9"/>
                <a:gd name="T5" fmla="*/ 22 h 36"/>
                <a:gd name="T6" fmla="*/ 1 w 9"/>
                <a:gd name="T7" fmla="*/ 25 h 36"/>
                <a:gd name="T8" fmla="*/ 1 w 9"/>
                <a:gd name="T9" fmla="*/ 25 h 36"/>
                <a:gd name="T10" fmla="*/ 1 w 9"/>
                <a:gd name="T11" fmla="*/ 22 h 36"/>
                <a:gd name="T12" fmla="*/ 1 w 9"/>
                <a:gd name="T13" fmla="*/ 24 h 36"/>
                <a:gd name="T14" fmla="*/ 1 w 9"/>
                <a:gd name="T15" fmla="*/ 29 h 36"/>
                <a:gd name="T16" fmla="*/ 1 w 9"/>
                <a:gd name="T17" fmla="*/ 29 h 36"/>
                <a:gd name="T18" fmla="*/ 1 w 9"/>
                <a:gd name="T19" fmla="*/ 29 h 36"/>
                <a:gd name="T20" fmla="*/ 2 w 9"/>
                <a:gd name="T21" fmla="*/ 32 h 36"/>
                <a:gd name="T22" fmla="*/ 2 w 9"/>
                <a:gd name="T23" fmla="*/ 34 h 36"/>
                <a:gd name="T24" fmla="*/ 2 w 9"/>
                <a:gd name="T25" fmla="*/ 32 h 36"/>
                <a:gd name="T26" fmla="*/ 2 w 9"/>
                <a:gd name="T27" fmla="*/ 31 h 36"/>
                <a:gd name="T28" fmla="*/ 3 w 9"/>
                <a:gd name="T29" fmla="*/ 33 h 36"/>
                <a:gd name="T30" fmla="*/ 3 w 9"/>
                <a:gd name="T31" fmla="*/ 34 h 36"/>
                <a:gd name="T32" fmla="*/ 3 w 9"/>
                <a:gd name="T33" fmla="*/ 31 h 36"/>
                <a:gd name="T34" fmla="*/ 3 w 9"/>
                <a:gd name="T35" fmla="*/ 27 h 36"/>
                <a:gd name="T36" fmla="*/ 3 w 9"/>
                <a:gd name="T37" fmla="*/ 26 h 36"/>
                <a:gd name="T38" fmla="*/ 3 w 9"/>
                <a:gd name="T39" fmla="*/ 26 h 36"/>
                <a:gd name="T40" fmla="*/ 3 w 9"/>
                <a:gd name="T41" fmla="*/ 22 h 36"/>
                <a:gd name="T42" fmla="*/ 4 w 9"/>
                <a:gd name="T43" fmla="*/ 19 h 36"/>
                <a:gd name="T44" fmla="*/ 4 w 9"/>
                <a:gd name="T45" fmla="*/ 19 h 36"/>
                <a:gd name="T46" fmla="*/ 4 w 9"/>
                <a:gd name="T47" fmla="*/ 18 h 36"/>
                <a:gd name="T48" fmla="*/ 4 w 9"/>
                <a:gd name="T49" fmla="*/ 13 h 36"/>
                <a:gd name="T50" fmla="*/ 4 w 9"/>
                <a:gd name="T51" fmla="*/ 10 h 36"/>
                <a:gd name="T52" fmla="*/ 4 w 9"/>
                <a:gd name="T53" fmla="*/ 10 h 36"/>
                <a:gd name="T54" fmla="*/ 4 w 9"/>
                <a:gd name="T55" fmla="*/ 8 h 36"/>
                <a:gd name="T56" fmla="*/ 5 w 9"/>
                <a:gd name="T57" fmla="*/ 6 h 36"/>
                <a:gd name="T58" fmla="*/ 5 w 9"/>
                <a:gd name="T59" fmla="*/ 6 h 36"/>
                <a:gd name="T60" fmla="*/ 5 w 9"/>
                <a:gd name="T61" fmla="*/ 6 h 36"/>
                <a:gd name="T62" fmla="*/ 5 w 9"/>
                <a:gd name="T63" fmla="*/ 5 h 36"/>
                <a:gd name="T64" fmla="*/ 5 w 9"/>
                <a:gd name="T65" fmla="*/ 6 h 36"/>
                <a:gd name="T66" fmla="*/ 6 w 9"/>
                <a:gd name="T67" fmla="*/ 8 h 36"/>
                <a:gd name="T68" fmla="*/ 6 w 9"/>
                <a:gd name="T69" fmla="*/ 8 h 36"/>
                <a:gd name="T70" fmla="*/ 6 w 9"/>
                <a:gd name="T71" fmla="*/ 10 h 36"/>
                <a:gd name="T72" fmla="*/ 6 w 9"/>
                <a:gd name="T73" fmla="*/ 12 h 36"/>
                <a:gd name="T74" fmla="*/ 6 w 9"/>
                <a:gd name="T75" fmla="*/ 13 h 36"/>
                <a:gd name="T76" fmla="*/ 6 w 9"/>
                <a:gd name="T77" fmla="*/ 13 h 36"/>
                <a:gd name="T78" fmla="*/ 6 w 9"/>
                <a:gd name="T79" fmla="*/ 15 h 36"/>
                <a:gd name="T80" fmla="*/ 7 w 9"/>
                <a:gd name="T81" fmla="*/ 16 h 36"/>
                <a:gd name="T82" fmla="*/ 7 w 9"/>
                <a:gd name="T83" fmla="*/ 16 h 36"/>
                <a:gd name="T84" fmla="*/ 7 w 9"/>
                <a:gd name="T85" fmla="*/ 14 h 36"/>
                <a:gd name="T86" fmla="*/ 7 w 9"/>
                <a:gd name="T87" fmla="*/ 12 h 36"/>
                <a:gd name="T88" fmla="*/ 8 w 9"/>
                <a:gd name="T89" fmla="*/ 11 h 36"/>
                <a:gd name="T90" fmla="*/ 8 w 9"/>
                <a:gd name="T91" fmla="*/ 11 h 36"/>
                <a:gd name="T92" fmla="*/ 8 w 9"/>
                <a:gd name="T93" fmla="*/ 8 h 36"/>
                <a:gd name="T94" fmla="*/ 8 w 9"/>
                <a:gd name="T95" fmla="*/ 7 h 36"/>
                <a:gd name="T96" fmla="*/ 8 w 9"/>
                <a:gd name="T97" fmla="*/ 6 h 36"/>
                <a:gd name="T98" fmla="*/ 8 w 9"/>
                <a:gd name="T99" fmla="*/ 4 h 36"/>
                <a:gd name="T100" fmla="*/ 8 w 9"/>
                <a:gd name="T101" fmla="*/ 0 h 36"/>
                <a:gd name="T102" fmla="*/ 9 w 9"/>
                <a:gd name="T103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36">
                  <a:moveTo>
                    <a:pt x="0" y="36"/>
                  </a:moveTo>
                  <a:lnTo>
                    <a:pt x="0" y="27"/>
                  </a:lnTo>
                  <a:lnTo>
                    <a:pt x="0" y="22"/>
                  </a:lnTo>
                  <a:lnTo>
                    <a:pt x="1" y="25"/>
                  </a:lnTo>
                  <a:lnTo>
                    <a:pt x="1" y="25"/>
                  </a:lnTo>
                  <a:lnTo>
                    <a:pt x="1" y="22"/>
                  </a:lnTo>
                  <a:lnTo>
                    <a:pt x="1" y="24"/>
                  </a:lnTo>
                  <a:lnTo>
                    <a:pt x="1" y="29"/>
                  </a:lnTo>
                  <a:lnTo>
                    <a:pt x="1" y="29"/>
                  </a:lnTo>
                  <a:lnTo>
                    <a:pt x="1" y="29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3" y="33"/>
                  </a:lnTo>
                  <a:lnTo>
                    <a:pt x="3" y="34"/>
                  </a:lnTo>
                  <a:lnTo>
                    <a:pt x="3" y="31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22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8"/>
                  </a:lnTo>
                  <a:lnTo>
                    <a:pt x="4" y="13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8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5"/>
                  </a:lnTo>
                  <a:lnTo>
                    <a:pt x="5" y="6"/>
                  </a:lnTo>
                  <a:lnTo>
                    <a:pt x="6" y="8"/>
                  </a:lnTo>
                  <a:lnTo>
                    <a:pt x="6" y="8"/>
                  </a:lnTo>
                  <a:lnTo>
                    <a:pt x="6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6" y="15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4"/>
                  </a:lnTo>
                  <a:lnTo>
                    <a:pt x="7" y="12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4"/>
                  </a:lnTo>
                  <a:lnTo>
                    <a:pt x="8" y="0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73" name="Freeform 617"/>
            <p:cNvSpPr/>
            <p:nvPr/>
          </p:nvSpPr>
          <p:spPr bwMode="auto">
            <a:xfrm>
              <a:off x="1906588" y="1901826"/>
              <a:ext cx="14288" cy="119063"/>
            </a:xfrm>
            <a:custGeom>
              <a:avLst/>
              <a:gdLst>
                <a:gd name="T0" fmla="*/ 0 w 9"/>
                <a:gd name="T1" fmla="*/ 21 h 75"/>
                <a:gd name="T2" fmla="*/ 1 w 9"/>
                <a:gd name="T3" fmla="*/ 21 h 75"/>
                <a:gd name="T4" fmla="*/ 1 w 9"/>
                <a:gd name="T5" fmla="*/ 23 h 75"/>
                <a:gd name="T6" fmla="*/ 1 w 9"/>
                <a:gd name="T7" fmla="*/ 26 h 75"/>
                <a:gd name="T8" fmla="*/ 1 w 9"/>
                <a:gd name="T9" fmla="*/ 28 h 75"/>
                <a:gd name="T10" fmla="*/ 1 w 9"/>
                <a:gd name="T11" fmla="*/ 31 h 75"/>
                <a:gd name="T12" fmla="*/ 1 w 9"/>
                <a:gd name="T13" fmla="*/ 33 h 75"/>
                <a:gd name="T14" fmla="*/ 1 w 9"/>
                <a:gd name="T15" fmla="*/ 34 h 75"/>
                <a:gd name="T16" fmla="*/ 2 w 9"/>
                <a:gd name="T17" fmla="*/ 38 h 75"/>
                <a:gd name="T18" fmla="*/ 2 w 9"/>
                <a:gd name="T19" fmla="*/ 42 h 75"/>
                <a:gd name="T20" fmla="*/ 2 w 9"/>
                <a:gd name="T21" fmla="*/ 45 h 75"/>
                <a:gd name="T22" fmla="*/ 2 w 9"/>
                <a:gd name="T23" fmla="*/ 47 h 75"/>
                <a:gd name="T24" fmla="*/ 2 w 9"/>
                <a:gd name="T25" fmla="*/ 49 h 75"/>
                <a:gd name="T26" fmla="*/ 3 w 9"/>
                <a:gd name="T27" fmla="*/ 52 h 75"/>
                <a:gd name="T28" fmla="*/ 3 w 9"/>
                <a:gd name="T29" fmla="*/ 57 h 75"/>
                <a:gd name="T30" fmla="*/ 3 w 9"/>
                <a:gd name="T31" fmla="*/ 60 h 75"/>
                <a:gd name="T32" fmla="*/ 3 w 9"/>
                <a:gd name="T33" fmla="*/ 61 h 75"/>
                <a:gd name="T34" fmla="*/ 3 w 9"/>
                <a:gd name="T35" fmla="*/ 62 h 75"/>
                <a:gd name="T36" fmla="*/ 3 w 9"/>
                <a:gd name="T37" fmla="*/ 62 h 75"/>
                <a:gd name="T38" fmla="*/ 4 w 9"/>
                <a:gd name="T39" fmla="*/ 60 h 75"/>
                <a:gd name="T40" fmla="*/ 4 w 9"/>
                <a:gd name="T41" fmla="*/ 59 h 75"/>
                <a:gd name="T42" fmla="*/ 4 w 9"/>
                <a:gd name="T43" fmla="*/ 59 h 75"/>
                <a:gd name="T44" fmla="*/ 4 w 9"/>
                <a:gd name="T45" fmla="*/ 57 h 75"/>
                <a:gd name="T46" fmla="*/ 4 w 9"/>
                <a:gd name="T47" fmla="*/ 54 h 75"/>
                <a:gd name="T48" fmla="*/ 5 w 9"/>
                <a:gd name="T49" fmla="*/ 53 h 75"/>
                <a:gd name="T50" fmla="*/ 5 w 9"/>
                <a:gd name="T51" fmla="*/ 55 h 75"/>
                <a:gd name="T52" fmla="*/ 5 w 9"/>
                <a:gd name="T53" fmla="*/ 54 h 75"/>
                <a:gd name="T54" fmla="*/ 5 w 9"/>
                <a:gd name="T55" fmla="*/ 55 h 75"/>
                <a:gd name="T56" fmla="*/ 5 w 9"/>
                <a:gd name="T57" fmla="*/ 60 h 75"/>
                <a:gd name="T58" fmla="*/ 5 w 9"/>
                <a:gd name="T59" fmla="*/ 65 h 75"/>
                <a:gd name="T60" fmla="*/ 5 w 9"/>
                <a:gd name="T61" fmla="*/ 68 h 75"/>
                <a:gd name="T62" fmla="*/ 6 w 9"/>
                <a:gd name="T63" fmla="*/ 70 h 75"/>
                <a:gd name="T64" fmla="*/ 6 w 9"/>
                <a:gd name="T65" fmla="*/ 74 h 75"/>
                <a:gd name="T66" fmla="*/ 6 w 9"/>
                <a:gd name="T67" fmla="*/ 75 h 75"/>
                <a:gd name="T68" fmla="*/ 6 w 9"/>
                <a:gd name="T69" fmla="*/ 74 h 75"/>
                <a:gd name="T70" fmla="*/ 6 w 9"/>
                <a:gd name="T71" fmla="*/ 71 h 75"/>
                <a:gd name="T72" fmla="*/ 6 w 9"/>
                <a:gd name="T73" fmla="*/ 67 h 75"/>
                <a:gd name="T74" fmla="*/ 6 w 9"/>
                <a:gd name="T75" fmla="*/ 60 h 75"/>
                <a:gd name="T76" fmla="*/ 7 w 9"/>
                <a:gd name="T77" fmla="*/ 50 h 75"/>
                <a:gd name="T78" fmla="*/ 7 w 9"/>
                <a:gd name="T79" fmla="*/ 40 h 75"/>
                <a:gd name="T80" fmla="*/ 7 w 9"/>
                <a:gd name="T81" fmla="*/ 32 h 75"/>
                <a:gd name="T82" fmla="*/ 7 w 9"/>
                <a:gd name="T83" fmla="*/ 23 h 75"/>
                <a:gd name="T84" fmla="*/ 8 w 9"/>
                <a:gd name="T85" fmla="*/ 14 h 75"/>
                <a:gd name="T86" fmla="*/ 8 w 9"/>
                <a:gd name="T87" fmla="*/ 8 h 75"/>
                <a:gd name="T88" fmla="*/ 8 w 9"/>
                <a:gd name="T89" fmla="*/ 6 h 75"/>
                <a:gd name="T90" fmla="*/ 8 w 9"/>
                <a:gd name="T91" fmla="*/ 5 h 75"/>
                <a:gd name="T92" fmla="*/ 8 w 9"/>
                <a:gd name="T93" fmla="*/ 1 h 75"/>
                <a:gd name="T94" fmla="*/ 8 w 9"/>
                <a:gd name="T95" fmla="*/ 1 h 75"/>
                <a:gd name="T96" fmla="*/ 8 w 9"/>
                <a:gd name="T97" fmla="*/ 2 h 75"/>
                <a:gd name="T98" fmla="*/ 9 w 9"/>
                <a:gd name="T99" fmla="*/ 2 h 75"/>
                <a:gd name="T100" fmla="*/ 9 w 9"/>
                <a:gd name="T101" fmla="*/ 1 h 75"/>
                <a:gd name="T102" fmla="*/ 9 w 9"/>
                <a:gd name="T103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75">
                  <a:moveTo>
                    <a:pt x="0" y="21"/>
                  </a:moveTo>
                  <a:lnTo>
                    <a:pt x="1" y="21"/>
                  </a:lnTo>
                  <a:lnTo>
                    <a:pt x="1" y="23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2" y="38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2" y="47"/>
                  </a:lnTo>
                  <a:lnTo>
                    <a:pt x="2" y="49"/>
                  </a:lnTo>
                  <a:lnTo>
                    <a:pt x="3" y="52"/>
                  </a:lnTo>
                  <a:lnTo>
                    <a:pt x="3" y="57"/>
                  </a:lnTo>
                  <a:lnTo>
                    <a:pt x="3" y="60"/>
                  </a:lnTo>
                  <a:lnTo>
                    <a:pt x="3" y="61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4" y="60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4" y="57"/>
                  </a:lnTo>
                  <a:lnTo>
                    <a:pt x="4" y="54"/>
                  </a:lnTo>
                  <a:lnTo>
                    <a:pt x="5" y="53"/>
                  </a:lnTo>
                  <a:lnTo>
                    <a:pt x="5" y="55"/>
                  </a:lnTo>
                  <a:lnTo>
                    <a:pt x="5" y="54"/>
                  </a:lnTo>
                  <a:lnTo>
                    <a:pt x="5" y="55"/>
                  </a:lnTo>
                  <a:lnTo>
                    <a:pt x="5" y="60"/>
                  </a:lnTo>
                  <a:lnTo>
                    <a:pt x="5" y="65"/>
                  </a:lnTo>
                  <a:lnTo>
                    <a:pt x="5" y="68"/>
                  </a:lnTo>
                  <a:lnTo>
                    <a:pt x="6" y="70"/>
                  </a:lnTo>
                  <a:lnTo>
                    <a:pt x="6" y="74"/>
                  </a:lnTo>
                  <a:lnTo>
                    <a:pt x="6" y="75"/>
                  </a:lnTo>
                  <a:lnTo>
                    <a:pt x="6" y="74"/>
                  </a:lnTo>
                  <a:lnTo>
                    <a:pt x="6" y="71"/>
                  </a:lnTo>
                  <a:lnTo>
                    <a:pt x="6" y="67"/>
                  </a:lnTo>
                  <a:lnTo>
                    <a:pt x="6" y="60"/>
                  </a:lnTo>
                  <a:lnTo>
                    <a:pt x="7" y="50"/>
                  </a:lnTo>
                  <a:lnTo>
                    <a:pt x="7" y="40"/>
                  </a:lnTo>
                  <a:lnTo>
                    <a:pt x="7" y="32"/>
                  </a:lnTo>
                  <a:lnTo>
                    <a:pt x="7" y="23"/>
                  </a:lnTo>
                  <a:lnTo>
                    <a:pt x="8" y="14"/>
                  </a:lnTo>
                  <a:lnTo>
                    <a:pt x="8" y="8"/>
                  </a:lnTo>
                  <a:lnTo>
                    <a:pt x="8" y="6"/>
                  </a:lnTo>
                  <a:lnTo>
                    <a:pt x="8" y="5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9" y="1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74" name="Freeform 618"/>
            <p:cNvSpPr/>
            <p:nvPr/>
          </p:nvSpPr>
          <p:spPr bwMode="auto">
            <a:xfrm>
              <a:off x="1920875" y="1897064"/>
              <a:ext cx="12700" cy="127000"/>
            </a:xfrm>
            <a:custGeom>
              <a:avLst/>
              <a:gdLst>
                <a:gd name="T0" fmla="*/ 0 w 8"/>
                <a:gd name="T1" fmla="*/ 4 h 80"/>
                <a:gd name="T2" fmla="*/ 0 w 8"/>
                <a:gd name="T3" fmla="*/ 3 h 80"/>
                <a:gd name="T4" fmla="*/ 0 w 8"/>
                <a:gd name="T5" fmla="*/ 3 h 80"/>
                <a:gd name="T6" fmla="*/ 0 w 8"/>
                <a:gd name="T7" fmla="*/ 1 h 80"/>
                <a:gd name="T8" fmla="*/ 1 w 8"/>
                <a:gd name="T9" fmla="*/ 0 h 80"/>
                <a:gd name="T10" fmla="*/ 1 w 8"/>
                <a:gd name="T11" fmla="*/ 2 h 80"/>
                <a:gd name="T12" fmla="*/ 1 w 8"/>
                <a:gd name="T13" fmla="*/ 3 h 80"/>
                <a:gd name="T14" fmla="*/ 1 w 8"/>
                <a:gd name="T15" fmla="*/ 3 h 80"/>
                <a:gd name="T16" fmla="*/ 1 w 8"/>
                <a:gd name="T17" fmla="*/ 6 h 80"/>
                <a:gd name="T18" fmla="*/ 1 w 8"/>
                <a:gd name="T19" fmla="*/ 10 h 80"/>
                <a:gd name="T20" fmla="*/ 1 w 8"/>
                <a:gd name="T21" fmla="*/ 13 h 80"/>
                <a:gd name="T22" fmla="*/ 2 w 8"/>
                <a:gd name="T23" fmla="*/ 17 h 80"/>
                <a:gd name="T24" fmla="*/ 2 w 8"/>
                <a:gd name="T25" fmla="*/ 23 h 80"/>
                <a:gd name="T26" fmla="*/ 2 w 8"/>
                <a:gd name="T27" fmla="*/ 28 h 80"/>
                <a:gd name="T28" fmla="*/ 2 w 8"/>
                <a:gd name="T29" fmla="*/ 30 h 80"/>
                <a:gd name="T30" fmla="*/ 2 w 8"/>
                <a:gd name="T31" fmla="*/ 31 h 80"/>
                <a:gd name="T32" fmla="*/ 2 w 8"/>
                <a:gd name="T33" fmla="*/ 33 h 80"/>
                <a:gd name="T34" fmla="*/ 2 w 8"/>
                <a:gd name="T35" fmla="*/ 35 h 80"/>
                <a:gd name="T36" fmla="*/ 3 w 8"/>
                <a:gd name="T37" fmla="*/ 36 h 80"/>
                <a:gd name="T38" fmla="*/ 3 w 8"/>
                <a:gd name="T39" fmla="*/ 36 h 80"/>
                <a:gd name="T40" fmla="*/ 3 w 8"/>
                <a:gd name="T41" fmla="*/ 37 h 80"/>
                <a:gd name="T42" fmla="*/ 3 w 8"/>
                <a:gd name="T43" fmla="*/ 38 h 80"/>
                <a:gd name="T44" fmla="*/ 4 w 8"/>
                <a:gd name="T45" fmla="*/ 38 h 80"/>
                <a:gd name="T46" fmla="*/ 4 w 8"/>
                <a:gd name="T47" fmla="*/ 40 h 80"/>
                <a:gd name="T48" fmla="*/ 4 w 8"/>
                <a:gd name="T49" fmla="*/ 42 h 80"/>
                <a:gd name="T50" fmla="*/ 4 w 8"/>
                <a:gd name="T51" fmla="*/ 43 h 80"/>
                <a:gd name="T52" fmla="*/ 4 w 8"/>
                <a:gd name="T53" fmla="*/ 44 h 80"/>
                <a:gd name="T54" fmla="*/ 4 w 8"/>
                <a:gd name="T55" fmla="*/ 46 h 80"/>
                <a:gd name="T56" fmla="*/ 4 w 8"/>
                <a:gd name="T57" fmla="*/ 47 h 80"/>
                <a:gd name="T58" fmla="*/ 5 w 8"/>
                <a:gd name="T59" fmla="*/ 48 h 80"/>
                <a:gd name="T60" fmla="*/ 5 w 8"/>
                <a:gd name="T61" fmla="*/ 49 h 80"/>
                <a:gd name="T62" fmla="*/ 5 w 8"/>
                <a:gd name="T63" fmla="*/ 50 h 80"/>
                <a:gd name="T64" fmla="*/ 5 w 8"/>
                <a:gd name="T65" fmla="*/ 49 h 80"/>
                <a:gd name="T66" fmla="*/ 5 w 8"/>
                <a:gd name="T67" fmla="*/ 47 h 80"/>
                <a:gd name="T68" fmla="*/ 6 w 8"/>
                <a:gd name="T69" fmla="*/ 47 h 80"/>
                <a:gd name="T70" fmla="*/ 6 w 8"/>
                <a:gd name="T71" fmla="*/ 48 h 80"/>
                <a:gd name="T72" fmla="*/ 6 w 8"/>
                <a:gd name="T73" fmla="*/ 48 h 80"/>
                <a:gd name="T74" fmla="*/ 6 w 8"/>
                <a:gd name="T75" fmla="*/ 49 h 80"/>
                <a:gd name="T76" fmla="*/ 6 w 8"/>
                <a:gd name="T77" fmla="*/ 50 h 80"/>
                <a:gd name="T78" fmla="*/ 6 w 8"/>
                <a:gd name="T79" fmla="*/ 48 h 80"/>
                <a:gd name="T80" fmla="*/ 6 w 8"/>
                <a:gd name="T81" fmla="*/ 47 h 80"/>
                <a:gd name="T82" fmla="*/ 7 w 8"/>
                <a:gd name="T83" fmla="*/ 52 h 80"/>
                <a:gd name="T84" fmla="*/ 7 w 8"/>
                <a:gd name="T85" fmla="*/ 56 h 80"/>
                <a:gd name="T86" fmla="*/ 7 w 8"/>
                <a:gd name="T87" fmla="*/ 55 h 80"/>
                <a:gd name="T88" fmla="*/ 7 w 8"/>
                <a:gd name="T89" fmla="*/ 56 h 80"/>
                <a:gd name="T90" fmla="*/ 7 w 8"/>
                <a:gd name="T91" fmla="*/ 63 h 80"/>
                <a:gd name="T92" fmla="*/ 7 w 8"/>
                <a:gd name="T93" fmla="*/ 69 h 80"/>
                <a:gd name="T94" fmla="*/ 8 w 8"/>
                <a:gd name="T95" fmla="*/ 70 h 80"/>
                <a:gd name="T96" fmla="*/ 8 w 8"/>
                <a:gd name="T97" fmla="*/ 73 h 80"/>
                <a:gd name="T98" fmla="*/ 8 w 8"/>
                <a:gd name="T99" fmla="*/ 78 h 80"/>
                <a:gd name="T100" fmla="*/ 8 w 8"/>
                <a:gd name="T101" fmla="*/ 80 h 80"/>
                <a:gd name="T102" fmla="*/ 8 w 8"/>
                <a:gd name="T103" fmla="*/ 7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0">
                  <a:moveTo>
                    <a:pt x="0" y="4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6"/>
                  </a:lnTo>
                  <a:lnTo>
                    <a:pt x="1" y="10"/>
                  </a:lnTo>
                  <a:lnTo>
                    <a:pt x="1" y="13"/>
                  </a:lnTo>
                  <a:lnTo>
                    <a:pt x="2" y="17"/>
                  </a:lnTo>
                  <a:lnTo>
                    <a:pt x="2" y="23"/>
                  </a:lnTo>
                  <a:lnTo>
                    <a:pt x="2" y="28"/>
                  </a:lnTo>
                  <a:lnTo>
                    <a:pt x="2" y="30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5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3" y="38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42"/>
                  </a:lnTo>
                  <a:lnTo>
                    <a:pt x="4" y="43"/>
                  </a:lnTo>
                  <a:lnTo>
                    <a:pt x="4" y="44"/>
                  </a:lnTo>
                  <a:lnTo>
                    <a:pt x="4" y="46"/>
                  </a:lnTo>
                  <a:lnTo>
                    <a:pt x="4" y="47"/>
                  </a:lnTo>
                  <a:lnTo>
                    <a:pt x="5" y="48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5" y="49"/>
                  </a:lnTo>
                  <a:lnTo>
                    <a:pt x="5" y="47"/>
                  </a:lnTo>
                  <a:lnTo>
                    <a:pt x="6" y="47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49"/>
                  </a:lnTo>
                  <a:lnTo>
                    <a:pt x="6" y="50"/>
                  </a:lnTo>
                  <a:lnTo>
                    <a:pt x="6" y="48"/>
                  </a:lnTo>
                  <a:lnTo>
                    <a:pt x="6" y="47"/>
                  </a:lnTo>
                  <a:lnTo>
                    <a:pt x="7" y="52"/>
                  </a:lnTo>
                  <a:lnTo>
                    <a:pt x="7" y="56"/>
                  </a:lnTo>
                  <a:lnTo>
                    <a:pt x="7" y="55"/>
                  </a:lnTo>
                  <a:lnTo>
                    <a:pt x="7" y="56"/>
                  </a:lnTo>
                  <a:lnTo>
                    <a:pt x="7" y="63"/>
                  </a:lnTo>
                  <a:lnTo>
                    <a:pt x="7" y="69"/>
                  </a:lnTo>
                  <a:lnTo>
                    <a:pt x="8" y="70"/>
                  </a:lnTo>
                  <a:lnTo>
                    <a:pt x="8" y="73"/>
                  </a:lnTo>
                  <a:lnTo>
                    <a:pt x="8" y="78"/>
                  </a:lnTo>
                  <a:lnTo>
                    <a:pt x="8" y="80"/>
                  </a:lnTo>
                  <a:lnTo>
                    <a:pt x="8" y="7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75" name="Freeform 619"/>
            <p:cNvSpPr/>
            <p:nvPr/>
          </p:nvSpPr>
          <p:spPr bwMode="auto">
            <a:xfrm>
              <a:off x="1933575" y="2020889"/>
              <a:ext cx="14288" cy="180975"/>
            </a:xfrm>
            <a:custGeom>
              <a:avLst/>
              <a:gdLst>
                <a:gd name="T0" fmla="*/ 0 w 9"/>
                <a:gd name="T1" fmla="*/ 2 h 114"/>
                <a:gd name="T2" fmla="*/ 0 w 9"/>
                <a:gd name="T3" fmla="*/ 0 h 114"/>
                <a:gd name="T4" fmla="*/ 1 w 9"/>
                <a:gd name="T5" fmla="*/ 2 h 114"/>
                <a:gd name="T6" fmla="*/ 1 w 9"/>
                <a:gd name="T7" fmla="*/ 7 h 114"/>
                <a:gd name="T8" fmla="*/ 1 w 9"/>
                <a:gd name="T9" fmla="*/ 10 h 114"/>
                <a:gd name="T10" fmla="*/ 1 w 9"/>
                <a:gd name="T11" fmla="*/ 13 h 114"/>
                <a:gd name="T12" fmla="*/ 1 w 9"/>
                <a:gd name="T13" fmla="*/ 16 h 114"/>
                <a:gd name="T14" fmla="*/ 1 w 9"/>
                <a:gd name="T15" fmla="*/ 18 h 114"/>
                <a:gd name="T16" fmla="*/ 1 w 9"/>
                <a:gd name="T17" fmla="*/ 19 h 114"/>
                <a:gd name="T18" fmla="*/ 2 w 9"/>
                <a:gd name="T19" fmla="*/ 24 h 114"/>
                <a:gd name="T20" fmla="*/ 2 w 9"/>
                <a:gd name="T21" fmla="*/ 31 h 114"/>
                <a:gd name="T22" fmla="*/ 2 w 9"/>
                <a:gd name="T23" fmla="*/ 34 h 114"/>
                <a:gd name="T24" fmla="*/ 2 w 9"/>
                <a:gd name="T25" fmla="*/ 32 h 114"/>
                <a:gd name="T26" fmla="*/ 3 w 9"/>
                <a:gd name="T27" fmla="*/ 32 h 114"/>
                <a:gd name="T28" fmla="*/ 3 w 9"/>
                <a:gd name="T29" fmla="*/ 39 h 114"/>
                <a:gd name="T30" fmla="*/ 3 w 9"/>
                <a:gd name="T31" fmla="*/ 46 h 114"/>
                <a:gd name="T32" fmla="*/ 3 w 9"/>
                <a:gd name="T33" fmla="*/ 46 h 114"/>
                <a:gd name="T34" fmla="*/ 3 w 9"/>
                <a:gd name="T35" fmla="*/ 47 h 114"/>
                <a:gd name="T36" fmla="*/ 3 w 9"/>
                <a:gd name="T37" fmla="*/ 52 h 114"/>
                <a:gd name="T38" fmla="*/ 3 w 9"/>
                <a:gd name="T39" fmla="*/ 56 h 114"/>
                <a:gd name="T40" fmla="*/ 4 w 9"/>
                <a:gd name="T41" fmla="*/ 57 h 114"/>
                <a:gd name="T42" fmla="*/ 4 w 9"/>
                <a:gd name="T43" fmla="*/ 60 h 114"/>
                <a:gd name="T44" fmla="*/ 4 w 9"/>
                <a:gd name="T45" fmla="*/ 64 h 114"/>
                <a:gd name="T46" fmla="*/ 4 w 9"/>
                <a:gd name="T47" fmla="*/ 64 h 114"/>
                <a:gd name="T48" fmla="*/ 4 w 9"/>
                <a:gd name="T49" fmla="*/ 61 h 114"/>
                <a:gd name="T50" fmla="*/ 4 w 9"/>
                <a:gd name="T51" fmla="*/ 62 h 114"/>
                <a:gd name="T52" fmla="*/ 4 w 9"/>
                <a:gd name="T53" fmla="*/ 62 h 114"/>
                <a:gd name="T54" fmla="*/ 5 w 9"/>
                <a:gd name="T55" fmla="*/ 61 h 114"/>
                <a:gd name="T56" fmla="*/ 5 w 9"/>
                <a:gd name="T57" fmla="*/ 63 h 114"/>
                <a:gd name="T58" fmla="*/ 5 w 9"/>
                <a:gd name="T59" fmla="*/ 66 h 114"/>
                <a:gd name="T60" fmla="*/ 5 w 9"/>
                <a:gd name="T61" fmla="*/ 66 h 114"/>
                <a:gd name="T62" fmla="*/ 5 w 9"/>
                <a:gd name="T63" fmla="*/ 67 h 114"/>
                <a:gd name="T64" fmla="*/ 6 w 9"/>
                <a:gd name="T65" fmla="*/ 72 h 114"/>
                <a:gd name="T66" fmla="*/ 6 w 9"/>
                <a:gd name="T67" fmla="*/ 79 h 114"/>
                <a:gd name="T68" fmla="*/ 6 w 9"/>
                <a:gd name="T69" fmla="*/ 88 h 114"/>
                <a:gd name="T70" fmla="*/ 6 w 9"/>
                <a:gd name="T71" fmla="*/ 98 h 114"/>
                <a:gd name="T72" fmla="*/ 6 w 9"/>
                <a:gd name="T73" fmla="*/ 104 h 114"/>
                <a:gd name="T74" fmla="*/ 6 w 9"/>
                <a:gd name="T75" fmla="*/ 107 h 114"/>
                <a:gd name="T76" fmla="*/ 6 w 9"/>
                <a:gd name="T77" fmla="*/ 111 h 114"/>
                <a:gd name="T78" fmla="*/ 7 w 9"/>
                <a:gd name="T79" fmla="*/ 114 h 114"/>
                <a:gd name="T80" fmla="*/ 7 w 9"/>
                <a:gd name="T81" fmla="*/ 111 h 114"/>
                <a:gd name="T82" fmla="*/ 7 w 9"/>
                <a:gd name="T83" fmla="*/ 109 h 114"/>
                <a:gd name="T84" fmla="*/ 7 w 9"/>
                <a:gd name="T85" fmla="*/ 108 h 114"/>
                <a:gd name="T86" fmla="*/ 8 w 9"/>
                <a:gd name="T87" fmla="*/ 103 h 114"/>
                <a:gd name="T88" fmla="*/ 8 w 9"/>
                <a:gd name="T89" fmla="*/ 94 h 114"/>
                <a:gd name="T90" fmla="*/ 8 w 9"/>
                <a:gd name="T91" fmla="*/ 89 h 114"/>
                <a:gd name="T92" fmla="*/ 8 w 9"/>
                <a:gd name="T93" fmla="*/ 88 h 114"/>
                <a:gd name="T94" fmla="*/ 8 w 9"/>
                <a:gd name="T95" fmla="*/ 89 h 114"/>
                <a:gd name="T96" fmla="*/ 8 w 9"/>
                <a:gd name="T97" fmla="*/ 88 h 114"/>
                <a:gd name="T98" fmla="*/ 8 w 9"/>
                <a:gd name="T99" fmla="*/ 85 h 114"/>
                <a:gd name="T100" fmla="*/ 9 w 9"/>
                <a:gd name="T101" fmla="*/ 81 h 114"/>
                <a:gd name="T102" fmla="*/ 9 w 9"/>
                <a:gd name="T103" fmla="*/ 7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14">
                  <a:moveTo>
                    <a:pt x="0" y="2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1" y="7"/>
                  </a:lnTo>
                  <a:lnTo>
                    <a:pt x="1" y="10"/>
                  </a:lnTo>
                  <a:lnTo>
                    <a:pt x="1" y="13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2" y="24"/>
                  </a:lnTo>
                  <a:lnTo>
                    <a:pt x="2" y="31"/>
                  </a:lnTo>
                  <a:lnTo>
                    <a:pt x="2" y="34"/>
                  </a:lnTo>
                  <a:lnTo>
                    <a:pt x="2" y="32"/>
                  </a:lnTo>
                  <a:lnTo>
                    <a:pt x="3" y="32"/>
                  </a:lnTo>
                  <a:lnTo>
                    <a:pt x="3" y="39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52"/>
                  </a:lnTo>
                  <a:lnTo>
                    <a:pt x="3" y="56"/>
                  </a:lnTo>
                  <a:lnTo>
                    <a:pt x="4" y="57"/>
                  </a:lnTo>
                  <a:lnTo>
                    <a:pt x="4" y="60"/>
                  </a:lnTo>
                  <a:lnTo>
                    <a:pt x="4" y="64"/>
                  </a:lnTo>
                  <a:lnTo>
                    <a:pt x="4" y="64"/>
                  </a:lnTo>
                  <a:lnTo>
                    <a:pt x="4" y="61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5" y="61"/>
                  </a:lnTo>
                  <a:lnTo>
                    <a:pt x="5" y="63"/>
                  </a:lnTo>
                  <a:lnTo>
                    <a:pt x="5" y="66"/>
                  </a:lnTo>
                  <a:lnTo>
                    <a:pt x="5" y="66"/>
                  </a:lnTo>
                  <a:lnTo>
                    <a:pt x="5" y="67"/>
                  </a:lnTo>
                  <a:lnTo>
                    <a:pt x="6" y="72"/>
                  </a:lnTo>
                  <a:lnTo>
                    <a:pt x="6" y="79"/>
                  </a:lnTo>
                  <a:lnTo>
                    <a:pt x="6" y="88"/>
                  </a:lnTo>
                  <a:lnTo>
                    <a:pt x="6" y="98"/>
                  </a:lnTo>
                  <a:lnTo>
                    <a:pt x="6" y="104"/>
                  </a:lnTo>
                  <a:lnTo>
                    <a:pt x="6" y="107"/>
                  </a:lnTo>
                  <a:lnTo>
                    <a:pt x="6" y="111"/>
                  </a:lnTo>
                  <a:lnTo>
                    <a:pt x="7" y="114"/>
                  </a:lnTo>
                  <a:lnTo>
                    <a:pt x="7" y="111"/>
                  </a:lnTo>
                  <a:lnTo>
                    <a:pt x="7" y="109"/>
                  </a:lnTo>
                  <a:lnTo>
                    <a:pt x="7" y="108"/>
                  </a:lnTo>
                  <a:lnTo>
                    <a:pt x="8" y="103"/>
                  </a:lnTo>
                  <a:lnTo>
                    <a:pt x="8" y="94"/>
                  </a:lnTo>
                  <a:lnTo>
                    <a:pt x="8" y="89"/>
                  </a:lnTo>
                  <a:lnTo>
                    <a:pt x="8" y="88"/>
                  </a:lnTo>
                  <a:lnTo>
                    <a:pt x="8" y="89"/>
                  </a:lnTo>
                  <a:lnTo>
                    <a:pt x="8" y="88"/>
                  </a:lnTo>
                  <a:lnTo>
                    <a:pt x="8" y="85"/>
                  </a:lnTo>
                  <a:lnTo>
                    <a:pt x="9" y="81"/>
                  </a:lnTo>
                  <a:lnTo>
                    <a:pt x="9" y="7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76" name="Freeform 620"/>
            <p:cNvSpPr/>
            <p:nvPr/>
          </p:nvSpPr>
          <p:spPr bwMode="auto">
            <a:xfrm>
              <a:off x="1947863" y="1939926"/>
              <a:ext cx="12700" cy="209550"/>
            </a:xfrm>
            <a:custGeom>
              <a:avLst/>
              <a:gdLst>
                <a:gd name="T0" fmla="*/ 0 w 8"/>
                <a:gd name="T1" fmla="*/ 132 h 132"/>
                <a:gd name="T2" fmla="*/ 0 w 8"/>
                <a:gd name="T3" fmla="*/ 127 h 132"/>
                <a:gd name="T4" fmla="*/ 0 w 8"/>
                <a:gd name="T5" fmla="*/ 123 h 132"/>
                <a:gd name="T6" fmla="*/ 0 w 8"/>
                <a:gd name="T7" fmla="*/ 120 h 132"/>
                <a:gd name="T8" fmla="*/ 0 w 8"/>
                <a:gd name="T9" fmla="*/ 120 h 132"/>
                <a:gd name="T10" fmla="*/ 0 w 8"/>
                <a:gd name="T11" fmla="*/ 115 h 132"/>
                <a:gd name="T12" fmla="*/ 0 w 8"/>
                <a:gd name="T13" fmla="*/ 103 h 132"/>
                <a:gd name="T14" fmla="*/ 1 w 8"/>
                <a:gd name="T15" fmla="*/ 94 h 132"/>
                <a:gd name="T16" fmla="*/ 1 w 8"/>
                <a:gd name="T17" fmla="*/ 91 h 132"/>
                <a:gd name="T18" fmla="*/ 1 w 8"/>
                <a:gd name="T19" fmla="*/ 88 h 132"/>
                <a:gd name="T20" fmla="*/ 1 w 8"/>
                <a:gd name="T21" fmla="*/ 82 h 132"/>
                <a:gd name="T22" fmla="*/ 1 w 8"/>
                <a:gd name="T23" fmla="*/ 78 h 132"/>
                <a:gd name="T24" fmla="*/ 2 w 8"/>
                <a:gd name="T25" fmla="*/ 72 h 132"/>
                <a:gd name="T26" fmla="*/ 2 w 8"/>
                <a:gd name="T27" fmla="*/ 65 h 132"/>
                <a:gd name="T28" fmla="*/ 2 w 8"/>
                <a:gd name="T29" fmla="*/ 62 h 132"/>
                <a:gd name="T30" fmla="*/ 2 w 8"/>
                <a:gd name="T31" fmla="*/ 65 h 132"/>
                <a:gd name="T32" fmla="*/ 2 w 8"/>
                <a:gd name="T33" fmla="*/ 65 h 132"/>
                <a:gd name="T34" fmla="*/ 2 w 8"/>
                <a:gd name="T35" fmla="*/ 60 h 132"/>
                <a:gd name="T36" fmla="*/ 2 w 8"/>
                <a:gd name="T37" fmla="*/ 55 h 132"/>
                <a:gd name="T38" fmla="*/ 3 w 8"/>
                <a:gd name="T39" fmla="*/ 55 h 132"/>
                <a:gd name="T40" fmla="*/ 3 w 8"/>
                <a:gd name="T41" fmla="*/ 54 h 132"/>
                <a:gd name="T42" fmla="*/ 3 w 8"/>
                <a:gd name="T43" fmla="*/ 51 h 132"/>
                <a:gd name="T44" fmla="*/ 3 w 8"/>
                <a:gd name="T45" fmla="*/ 48 h 132"/>
                <a:gd name="T46" fmla="*/ 4 w 8"/>
                <a:gd name="T47" fmla="*/ 45 h 132"/>
                <a:gd name="T48" fmla="*/ 4 w 8"/>
                <a:gd name="T49" fmla="*/ 41 h 132"/>
                <a:gd name="T50" fmla="*/ 4 w 8"/>
                <a:gd name="T51" fmla="*/ 40 h 132"/>
                <a:gd name="T52" fmla="*/ 4 w 8"/>
                <a:gd name="T53" fmla="*/ 39 h 132"/>
                <a:gd name="T54" fmla="*/ 4 w 8"/>
                <a:gd name="T55" fmla="*/ 37 h 132"/>
                <a:gd name="T56" fmla="*/ 4 w 8"/>
                <a:gd name="T57" fmla="*/ 34 h 132"/>
                <a:gd name="T58" fmla="*/ 4 w 8"/>
                <a:gd name="T59" fmla="*/ 31 h 132"/>
                <a:gd name="T60" fmla="*/ 5 w 8"/>
                <a:gd name="T61" fmla="*/ 30 h 132"/>
                <a:gd name="T62" fmla="*/ 5 w 8"/>
                <a:gd name="T63" fmla="*/ 31 h 132"/>
                <a:gd name="T64" fmla="*/ 5 w 8"/>
                <a:gd name="T65" fmla="*/ 29 h 132"/>
                <a:gd name="T66" fmla="*/ 5 w 8"/>
                <a:gd name="T67" fmla="*/ 24 h 132"/>
                <a:gd name="T68" fmla="*/ 5 w 8"/>
                <a:gd name="T69" fmla="*/ 20 h 132"/>
                <a:gd name="T70" fmla="*/ 5 w 8"/>
                <a:gd name="T71" fmla="*/ 16 h 132"/>
                <a:gd name="T72" fmla="*/ 5 w 8"/>
                <a:gd name="T73" fmla="*/ 13 h 132"/>
                <a:gd name="T74" fmla="*/ 6 w 8"/>
                <a:gd name="T75" fmla="*/ 12 h 132"/>
                <a:gd name="T76" fmla="*/ 6 w 8"/>
                <a:gd name="T77" fmla="*/ 10 h 132"/>
                <a:gd name="T78" fmla="*/ 6 w 8"/>
                <a:gd name="T79" fmla="*/ 7 h 132"/>
                <a:gd name="T80" fmla="*/ 6 w 8"/>
                <a:gd name="T81" fmla="*/ 4 h 132"/>
                <a:gd name="T82" fmla="*/ 7 w 8"/>
                <a:gd name="T83" fmla="*/ 3 h 132"/>
                <a:gd name="T84" fmla="*/ 7 w 8"/>
                <a:gd name="T85" fmla="*/ 1 h 132"/>
                <a:gd name="T86" fmla="*/ 7 w 8"/>
                <a:gd name="T87" fmla="*/ 0 h 132"/>
                <a:gd name="T88" fmla="*/ 7 w 8"/>
                <a:gd name="T89" fmla="*/ 2 h 132"/>
                <a:gd name="T90" fmla="*/ 7 w 8"/>
                <a:gd name="T91" fmla="*/ 3 h 132"/>
                <a:gd name="T92" fmla="*/ 7 w 8"/>
                <a:gd name="T93" fmla="*/ 1 h 132"/>
                <a:gd name="T94" fmla="*/ 7 w 8"/>
                <a:gd name="T95" fmla="*/ 3 h 132"/>
                <a:gd name="T96" fmla="*/ 8 w 8"/>
                <a:gd name="T97" fmla="*/ 7 h 132"/>
                <a:gd name="T98" fmla="*/ 8 w 8"/>
                <a:gd name="T99" fmla="*/ 8 h 132"/>
                <a:gd name="T100" fmla="*/ 8 w 8"/>
                <a:gd name="T101" fmla="*/ 7 h 132"/>
                <a:gd name="T102" fmla="*/ 8 w 8"/>
                <a:gd name="T103" fmla="*/ 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32">
                  <a:moveTo>
                    <a:pt x="0" y="132"/>
                  </a:moveTo>
                  <a:lnTo>
                    <a:pt x="0" y="127"/>
                  </a:lnTo>
                  <a:lnTo>
                    <a:pt x="0" y="123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15"/>
                  </a:lnTo>
                  <a:lnTo>
                    <a:pt x="0" y="103"/>
                  </a:lnTo>
                  <a:lnTo>
                    <a:pt x="1" y="94"/>
                  </a:lnTo>
                  <a:lnTo>
                    <a:pt x="1" y="91"/>
                  </a:lnTo>
                  <a:lnTo>
                    <a:pt x="1" y="88"/>
                  </a:lnTo>
                  <a:lnTo>
                    <a:pt x="1" y="82"/>
                  </a:lnTo>
                  <a:lnTo>
                    <a:pt x="1" y="78"/>
                  </a:lnTo>
                  <a:lnTo>
                    <a:pt x="2" y="72"/>
                  </a:lnTo>
                  <a:lnTo>
                    <a:pt x="2" y="65"/>
                  </a:lnTo>
                  <a:lnTo>
                    <a:pt x="2" y="62"/>
                  </a:lnTo>
                  <a:lnTo>
                    <a:pt x="2" y="65"/>
                  </a:lnTo>
                  <a:lnTo>
                    <a:pt x="2" y="65"/>
                  </a:lnTo>
                  <a:lnTo>
                    <a:pt x="2" y="60"/>
                  </a:lnTo>
                  <a:lnTo>
                    <a:pt x="2" y="55"/>
                  </a:lnTo>
                  <a:lnTo>
                    <a:pt x="3" y="55"/>
                  </a:lnTo>
                  <a:lnTo>
                    <a:pt x="3" y="54"/>
                  </a:lnTo>
                  <a:lnTo>
                    <a:pt x="3" y="51"/>
                  </a:lnTo>
                  <a:lnTo>
                    <a:pt x="3" y="48"/>
                  </a:lnTo>
                  <a:lnTo>
                    <a:pt x="4" y="45"/>
                  </a:lnTo>
                  <a:lnTo>
                    <a:pt x="4" y="41"/>
                  </a:lnTo>
                  <a:lnTo>
                    <a:pt x="4" y="40"/>
                  </a:lnTo>
                  <a:lnTo>
                    <a:pt x="4" y="39"/>
                  </a:lnTo>
                  <a:lnTo>
                    <a:pt x="4" y="37"/>
                  </a:lnTo>
                  <a:lnTo>
                    <a:pt x="4" y="34"/>
                  </a:lnTo>
                  <a:lnTo>
                    <a:pt x="4" y="31"/>
                  </a:lnTo>
                  <a:lnTo>
                    <a:pt x="5" y="30"/>
                  </a:lnTo>
                  <a:lnTo>
                    <a:pt x="5" y="31"/>
                  </a:lnTo>
                  <a:lnTo>
                    <a:pt x="5" y="29"/>
                  </a:lnTo>
                  <a:lnTo>
                    <a:pt x="5" y="24"/>
                  </a:lnTo>
                  <a:lnTo>
                    <a:pt x="5" y="20"/>
                  </a:lnTo>
                  <a:lnTo>
                    <a:pt x="5" y="16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6" y="7"/>
                  </a:lnTo>
                  <a:lnTo>
                    <a:pt x="6" y="4"/>
                  </a:lnTo>
                  <a:lnTo>
                    <a:pt x="7" y="3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2"/>
                  </a:lnTo>
                  <a:lnTo>
                    <a:pt x="7" y="3"/>
                  </a:lnTo>
                  <a:lnTo>
                    <a:pt x="7" y="1"/>
                  </a:lnTo>
                  <a:lnTo>
                    <a:pt x="7" y="3"/>
                  </a:lnTo>
                  <a:lnTo>
                    <a:pt x="8" y="7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77" name="Freeform 621"/>
            <p:cNvSpPr/>
            <p:nvPr/>
          </p:nvSpPr>
          <p:spPr bwMode="auto">
            <a:xfrm>
              <a:off x="1960563" y="1911351"/>
              <a:ext cx="14288" cy="88900"/>
            </a:xfrm>
            <a:custGeom>
              <a:avLst/>
              <a:gdLst>
                <a:gd name="T0" fmla="*/ 0 w 9"/>
                <a:gd name="T1" fmla="*/ 25 h 56"/>
                <a:gd name="T2" fmla="*/ 0 w 9"/>
                <a:gd name="T3" fmla="*/ 26 h 56"/>
                <a:gd name="T4" fmla="*/ 0 w 9"/>
                <a:gd name="T5" fmla="*/ 25 h 56"/>
                <a:gd name="T6" fmla="*/ 1 w 9"/>
                <a:gd name="T7" fmla="*/ 20 h 56"/>
                <a:gd name="T8" fmla="*/ 1 w 9"/>
                <a:gd name="T9" fmla="*/ 16 h 56"/>
                <a:gd name="T10" fmla="*/ 1 w 9"/>
                <a:gd name="T11" fmla="*/ 15 h 56"/>
                <a:gd name="T12" fmla="*/ 1 w 9"/>
                <a:gd name="T13" fmla="*/ 13 h 56"/>
                <a:gd name="T14" fmla="*/ 1 w 9"/>
                <a:gd name="T15" fmla="*/ 10 h 56"/>
                <a:gd name="T16" fmla="*/ 1 w 9"/>
                <a:gd name="T17" fmla="*/ 7 h 56"/>
                <a:gd name="T18" fmla="*/ 1 w 9"/>
                <a:gd name="T19" fmla="*/ 6 h 56"/>
                <a:gd name="T20" fmla="*/ 2 w 9"/>
                <a:gd name="T21" fmla="*/ 4 h 56"/>
                <a:gd name="T22" fmla="*/ 2 w 9"/>
                <a:gd name="T23" fmla="*/ 1 h 56"/>
                <a:gd name="T24" fmla="*/ 2 w 9"/>
                <a:gd name="T25" fmla="*/ 0 h 56"/>
                <a:gd name="T26" fmla="*/ 2 w 9"/>
                <a:gd name="T27" fmla="*/ 4 h 56"/>
                <a:gd name="T28" fmla="*/ 2 w 9"/>
                <a:gd name="T29" fmla="*/ 7 h 56"/>
                <a:gd name="T30" fmla="*/ 2 w 9"/>
                <a:gd name="T31" fmla="*/ 6 h 56"/>
                <a:gd name="T32" fmla="*/ 2 w 9"/>
                <a:gd name="T33" fmla="*/ 5 h 56"/>
                <a:gd name="T34" fmla="*/ 3 w 9"/>
                <a:gd name="T35" fmla="*/ 7 h 56"/>
                <a:gd name="T36" fmla="*/ 3 w 9"/>
                <a:gd name="T37" fmla="*/ 9 h 56"/>
                <a:gd name="T38" fmla="*/ 3 w 9"/>
                <a:gd name="T39" fmla="*/ 12 h 56"/>
                <a:gd name="T40" fmla="*/ 3 w 9"/>
                <a:gd name="T41" fmla="*/ 18 h 56"/>
                <a:gd name="T42" fmla="*/ 4 w 9"/>
                <a:gd name="T43" fmla="*/ 22 h 56"/>
                <a:gd name="T44" fmla="*/ 4 w 9"/>
                <a:gd name="T45" fmla="*/ 22 h 56"/>
                <a:gd name="T46" fmla="*/ 4 w 9"/>
                <a:gd name="T47" fmla="*/ 25 h 56"/>
                <a:gd name="T48" fmla="*/ 4 w 9"/>
                <a:gd name="T49" fmla="*/ 31 h 56"/>
                <a:gd name="T50" fmla="*/ 4 w 9"/>
                <a:gd name="T51" fmla="*/ 34 h 56"/>
                <a:gd name="T52" fmla="*/ 4 w 9"/>
                <a:gd name="T53" fmla="*/ 34 h 56"/>
                <a:gd name="T54" fmla="*/ 4 w 9"/>
                <a:gd name="T55" fmla="*/ 34 h 56"/>
                <a:gd name="T56" fmla="*/ 5 w 9"/>
                <a:gd name="T57" fmla="*/ 35 h 56"/>
                <a:gd name="T58" fmla="*/ 5 w 9"/>
                <a:gd name="T59" fmla="*/ 32 h 56"/>
                <a:gd name="T60" fmla="*/ 5 w 9"/>
                <a:gd name="T61" fmla="*/ 30 h 56"/>
                <a:gd name="T62" fmla="*/ 5 w 9"/>
                <a:gd name="T63" fmla="*/ 29 h 56"/>
                <a:gd name="T64" fmla="*/ 5 w 9"/>
                <a:gd name="T65" fmla="*/ 28 h 56"/>
                <a:gd name="T66" fmla="*/ 6 w 9"/>
                <a:gd name="T67" fmla="*/ 25 h 56"/>
                <a:gd name="T68" fmla="*/ 6 w 9"/>
                <a:gd name="T69" fmla="*/ 23 h 56"/>
                <a:gd name="T70" fmla="*/ 6 w 9"/>
                <a:gd name="T71" fmla="*/ 24 h 56"/>
                <a:gd name="T72" fmla="*/ 6 w 9"/>
                <a:gd name="T73" fmla="*/ 26 h 56"/>
                <a:gd name="T74" fmla="*/ 6 w 9"/>
                <a:gd name="T75" fmla="*/ 29 h 56"/>
                <a:gd name="T76" fmla="*/ 6 w 9"/>
                <a:gd name="T77" fmla="*/ 34 h 56"/>
                <a:gd name="T78" fmla="*/ 6 w 9"/>
                <a:gd name="T79" fmla="*/ 40 h 56"/>
                <a:gd name="T80" fmla="*/ 7 w 9"/>
                <a:gd name="T81" fmla="*/ 46 h 56"/>
                <a:gd name="T82" fmla="*/ 7 w 9"/>
                <a:gd name="T83" fmla="*/ 49 h 56"/>
                <a:gd name="T84" fmla="*/ 7 w 9"/>
                <a:gd name="T85" fmla="*/ 51 h 56"/>
                <a:gd name="T86" fmla="*/ 7 w 9"/>
                <a:gd name="T87" fmla="*/ 54 h 56"/>
                <a:gd name="T88" fmla="*/ 7 w 9"/>
                <a:gd name="T89" fmla="*/ 56 h 56"/>
                <a:gd name="T90" fmla="*/ 7 w 9"/>
                <a:gd name="T91" fmla="*/ 56 h 56"/>
                <a:gd name="T92" fmla="*/ 7 w 9"/>
                <a:gd name="T93" fmla="*/ 54 h 56"/>
                <a:gd name="T94" fmla="*/ 8 w 9"/>
                <a:gd name="T95" fmla="*/ 54 h 56"/>
                <a:gd name="T96" fmla="*/ 8 w 9"/>
                <a:gd name="T97" fmla="*/ 51 h 56"/>
                <a:gd name="T98" fmla="*/ 8 w 9"/>
                <a:gd name="T99" fmla="*/ 48 h 56"/>
                <a:gd name="T100" fmla="*/ 8 w 9"/>
                <a:gd name="T101" fmla="*/ 45 h 56"/>
                <a:gd name="T102" fmla="*/ 9 w 9"/>
                <a:gd name="T103" fmla="*/ 43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6">
                  <a:moveTo>
                    <a:pt x="0" y="25"/>
                  </a:moveTo>
                  <a:lnTo>
                    <a:pt x="0" y="26"/>
                  </a:lnTo>
                  <a:lnTo>
                    <a:pt x="0" y="25"/>
                  </a:lnTo>
                  <a:lnTo>
                    <a:pt x="1" y="20"/>
                  </a:lnTo>
                  <a:lnTo>
                    <a:pt x="1" y="16"/>
                  </a:lnTo>
                  <a:lnTo>
                    <a:pt x="1" y="15"/>
                  </a:lnTo>
                  <a:lnTo>
                    <a:pt x="1" y="13"/>
                  </a:lnTo>
                  <a:lnTo>
                    <a:pt x="1" y="10"/>
                  </a:lnTo>
                  <a:lnTo>
                    <a:pt x="1" y="7"/>
                  </a:lnTo>
                  <a:lnTo>
                    <a:pt x="1" y="6"/>
                  </a:lnTo>
                  <a:lnTo>
                    <a:pt x="2" y="4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4"/>
                  </a:lnTo>
                  <a:lnTo>
                    <a:pt x="2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2"/>
                  </a:lnTo>
                  <a:lnTo>
                    <a:pt x="3" y="18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5"/>
                  </a:lnTo>
                  <a:lnTo>
                    <a:pt x="4" y="31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5" y="35"/>
                  </a:lnTo>
                  <a:lnTo>
                    <a:pt x="5" y="32"/>
                  </a:lnTo>
                  <a:lnTo>
                    <a:pt x="5" y="30"/>
                  </a:lnTo>
                  <a:lnTo>
                    <a:pt x="5" y="29"/>
                  </a:lnTo>
                  <a:lnTo>
                    <a:pt x="5" y="28"/>
                  </a:lnTo>
                  <a:lnTo>
                    <a:pt x="6" y="25"/>
                  </a:lnTo>
                  <a:lnTo>
                    <a:pt x="6" y="23"/>
                  </a:lnTo>
                  <a:lnTo>
                    <a:pt x="6" y="24"/>
                  </a:lnTo>
                  <a:lnTo>
                    <a:pt x="6" y="26"/>
                  </a:lnTo>
                  <a:lnTo>
                    <a:pt x="6" y="29"/>
                  </a:lnTo>
                  <a:lnTo>
                    <a:pt x="6" y="34"/>
                  </a:lnTo>
                  <a:lnTo>
                    <a:pt x="6" y="40"/>
                  </a:lnTo>
                  <a:lnTo>
                    <a:pt x="7" y="46"/>
                  </a:lnTo>
                  <a:lnTo>
                    <a:pt x="7" y="49"/>
                  </a:lnTo>
                  <a:lnTo>
                    <a:pt x="7" y="51"/>
                  </a:lnTo>
                  <a:lnTo>
                    <a:pt x="7" y="54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7" y="54"/>
                  </a:lnTo>
                  <a:lnTo>
                    <a:pt x="8" y="54"/>
                  </a:lnTo>
                  <a:lnTo>
                    <a:pt x="8" y="51"/>
                  </a:lnTo>
                  <a:lnTo>
                    <a:pt x="8" y="48"/>
                  </a:lnTo>
                  <a:lnTo>
                    <a:pt x="8" y="45"/>
                  </a:lnTo>
                  <a:lnTo>
                    <a:pt x="9" y="4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78" name="Freeform 622"/>
            <p:cNvSpPr/>
            <p:nvPr/>
          </p:nvSpPr>
          <p:spPr bwMode="auto">
            <a:xfrm>
              <a:off x="1973263" y="1970089"/>
              <a:ext cx="14288" cy="26988"/>
            </a:xfrm>
            <a:custGeom>
              <a:avLst/>
              <a:gdLst>
                <a:gd name="T0" fmla="*/ 0 w 9"/>
                <a:gd name="T1" fmla="*/ 8 h 17"/>
                <a:gd name="T2" fmla="*/ 1 w 9"/>
                <a:gd name="T3" fmla="*/ 6 h 17"/>
                <a:gd name="T4" fmla="*/ 1 w 9"/>
                <a:gd name="T5" fmla="*/ 4 h 17"/>
                <a:gd name="T6" fmla="*/ 1 w 9"/>
                <a:gd name="T7" fmla="*/ 4 h 17"/>
                <a:gd name="T8" fmla="*/ 1 w 9"/>
                <a:gd name="T9" fmla="*/ 5 h 17"/>
                <a:gd name="T10" fmla="*/ 1 w 9"/>
                <a:gd name="T11" fmla="*/ 6 h 17"/>
                <a:gd name="T12" fmla="*/ 1 w 9"/>
                <a:gd name="T13" fmla="*/ 6 h 17"/>
                <a:gd name="T14" fmla="*/ 1 w 9"/>
                <a:gd name="T15" fmla="*/ 5 h 17"/>
                <a:gd name="T16" fmla="*/ 2 w 9"/>
                <a:gd name="T17" fmla="*/ 5 h 17"/>
                <a:gd name="T18" fmla="*/ 2 w 9"/>
                <a:gd name="T19" fmla="*/ 6 h 17"/>
                <a:gd name="T20" fmla="*/ 2 w 9"/>
                <a:gd name="T21" fmla="*/ 6 h 17"/>
                <a:gd name="T22" fmla="*/ 2 w 9"/>
                <a:gd name="T23" fmla="*/ 4 h 17"/>
                <a:gd name="T24" fmla="*/ 2 w 9"/>
                <a:gd name="T25" fmla="*/ 2 h 17"/>
                <a:gd name="T26" fmla="*/ 3 w 9"/>
                <a:gd name="T27" fmla="*/ 0 h 17"/>
                <a:gd name="T28" fmla="*/ 3 w 9"/>
                <a:gd name="T29" fmla="*/ 1 h 17"/>
                <a:gd name="T30" fmla="*/ 3 w 9"/>
                <a:gd name="T31" fmla="*/ 1 h 17"/>
                <a:gd name="T32" fmla="*/ 3 w 9"/>
                <a:gd name="T33" fmla="*/ 3 h 17"/>
                <a:gd name="T34" fmla="*/ 3 w 9"/>
                <a:gd name="T35" fmla="*/ 5 h 17"/>
                <a:gd name="T36" fmla="*/ 3 w 9"/>
                <a:gd name="T37" fmla="*/ 6 h 17"/>
                <a:gd name="T38" fmla="*/ 4 w 9"/>
                <a:gd name="T39" fmla="*/ 8 h 17"/>
                <a:gd name="T40" fmla="*/ 4 w 9"/>
                <a:gd name="T41" fmla="*/ 10 h 17"/>
                <a:gd name="T42" fmla="*/ 4 w 9"/>
                <a:gd name="T43" fmla="*/ 13 h 17"/>
                <a:gd name="T44" fmla="*/ 4 w 9"/>
                <a:gd name="T45" fmla="*/ 15 h 17"/>
                <a:gd name="T46" fmla="*/ 4 w 9"/>
                <a:gd name="T47" fmla="*/ 16 h 17"/>
                <a:gd name="T48" fmla="*/ 4 w 9"/>
                <a:gd name="T49" fmla="*/ 17 h 17"/>
                <a:gd name="T50" fmla="*/ 4 w 9"/>
                <a:gd name="T51" fmla="*/ 16 h 17"/>
                <a:gd name="T52" fmla="*/ 5 w 9"/>
                <a:gd name="T53" fmla="*/ 15 h 17"/>
                <a:gd name="T54" fmla="*/ 5 w 9"/>
                <a:gd name="T55" fmla="*/ 15 h 17"/>
                <a:gd name="T56" fmla="*/ 5 w 9"/>
                <a:gd name="T57" fmla="*/ 15 h 17"/>
                <a:gd name="T58" fmla="*/ 5 w 9"/>
                <a:gd name="T59" fmla="*/ 16 h 17"/>
                <a:gd name="T60" fmla="*/ 5 w 9"/>
                <a:gd name="T61" fmla="*/ 17 h 17"/>
                <a:gd name="T62" fmla="*/ 6 w 9"/>
                <a:gd name="T63" fmla="*/ 16 h 17"/>
                <a:gd name="T64" fmla="*/ 6 w 9"/>
                <a:gd name="T65" fmla="*/ 15 h 17"/>
                <a:gd name="T66" fmla="*/ 6 w 9"/>
                <a:gd name="T67" fmla="*/ 15 h 17"/>
                <a:gd name="T68" fmla="*/ 6 w 9"/>
                <a:gd name="T69" fmla="*/ 15 h 17"/>
                <a:gd name="T70" fmla="*/ 6 w 9"/>
                <a:gd name="T71" fmla="*/ 16 h 17"/>
                <a:gd name="T72" fmla="*/ 6 w 9"/>
                <a:gd name="T73" fmla="*/ 17 h 17"/>
                <a:gd name="T74" fmla="*/ 6 w 9"/>
                <a:gd name="T75" fmla="*/ 16 h 17"/>
                <a:gd name="T76" fmla="*/ 7 w 9"/>
                <a:gd name="T77" fmla="*/ 14 h 17"/>
                <a:gd name="T78" fmla="*/ 7 w 9"/>
                <a:gd name="T79" fmla="*/ 13 h 17"/>
                <a:gd name="T80" fmla="*/ 7 w 9"/>
                <a:gd name="T81" fmla="*/ 14 h 17"/>
                <a:gd name="T82" fmla="*/ 7 w 9"/>
                <a:gd name="T83" fmla="*/ 14 h 17"/>
                <a:gd name="T84" fmla="*/ 8 w 9"/>
                <a:gd name="T85" fmla="*/ 14 h 17"/>
                <a:gd name="T86" fmla="*/ 8 w 9"/>
                <a:gd name="T87" fmla="*/ 12 h 17"/>
                <a:gd name="T88" fmla="*/ 8 w 9"/>
                <a:gd name="T89" fmla="*/ 11 h 17"/>
                <a:gd name="T90" fmla="*/ 8 w 9"/>
                <a:gd name="T91" fmla="*/ 10 h 17"/>
                <a:gd name="T92" fmla="*/ 8 w 9"/>
                <a:gd name="T93" fmla="*/ 10 h 17"/>
                <a:gd name="T94" fmla="*/ 8 w 9"/>
                <a:gd name="T95" fmla="*/ 10 h 17"/>
                <a:gd name="T96" fmla="*/ 8 w 9"/>
                <a:gd name="T97" fmla="*/ 11 h 17"/>
                <a:gd name="T98" fmla="*/ 9 w 9"/>
                <a:gd name="T99" fmla="*/ 14 h 17"/>
                <a:gd name="T100" fmla="*/ 9 w 9"/>
                <a:gd name="T101" fmla="*/ 15 h 17"/>
                <a:gd name="T102" fmla="*/ 9 w 9"/>
                <a:gd name="T103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7">
                  <a:moveTo>
                    <a:pt x="0" y="8"/>
                  </a:moveTo>
                  <a:lnTo>
                    <a:pt x="1" y="6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5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4"/>
                  </a:lnTo>
                  <a:lnTo>
                    <a:pt x="2" y="2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6"/>
                  </a:lnTo>
                  <a:lnTo>
                    <a:pt x="4" y="8"/>
                  </a:lnTo>
                  <a:lnTo>
                    <a:pt x="4" y="10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6" y="16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6" y="16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7" y="14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8" y="14"/>
                  </a:lnTo>
                  <a:lnTo>
                    <a:pt x="8" y="12"/>
                  </a:lnTo>
                  <a:lnTo>
                    <a:pt x="8" y="11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1"/>
                  </a:lnTo>
                  <a:lnTo>
                    <a:pt x="9" y="14"/>
                  </a:lnTo>
                  <a:lnTo>
                    <a:pt x="9" y="15"/>
                  </a:lnTo>
                  <a:lnTo>
                    <a:pt x="9" y="1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79" name="Freeform 623"/>
            <p:cNvSpPr/>
            <p:nvPr/>
          </p:nvSpPr>
          <p:spPr bwMode="auto">
            <a:xfrm>
              <a:off x="1987550" y="1993901"/>
              <a:ext cx="12700" cy="127000"/>
            </a:xfrm>
            <a:custGeom>
              <a:avLst/>
              <a:gdLst>
                <a:gd name="T0" fmla="*/ 0 w 8"/>
                <a:gd name="T1" fmla="*/ 0 h 80"/>
                <a:gd name="T2" fmla="*/ 0 w 8"/>
                <a:gd name="T3" fmla="*/ 0 h 80"/>
                <a:gd name="T4" fmla="*/ 0 w 8"/>
                <a:gd name="T5" fmla="*/ 1 h 80"/>
                <a:gd name="T6" fmla="*/ 0 w 8"/>
                <a:gd name="T7" fmla="*/ 3 h 80"/>
                <a:gd name="T8" fmla="*/ 0 w 8"/>
                <a:gd name="T9" fmla="*/ 4 h 80"/>
                <a:gd name="T10" fmla="*/ 0 w 8"/>
                <a:gd name="T11" fmla="*/ 4 h 80"/>
                <a:gd name="T12" fmla="*/ 1 w 8"/>
                <a:gd name="T13" fmla="*/ 3 h 80"/>
                <a:gd name="T14" fmla="*/ 1 w 8"/>
                <a:gd name="T15" fmla="*/ 3 h 80"/>
                <a:gd name="T16" fmla="*/ 1 w 8"/>
                <a:gd name="T17" fmla="*/ 2 h 80"/>
                <a:gd name="T18" fmla="*/ 1 w 8"/>
                <a:gd name="T19" fmla="*/ 3 h 80"/>
                <a:gd name="T20" fmla="*/ 1 w 8"/>
                <a:gd name="T21" fmla="*/ 4 h 80"/>
                <a:gd name="T22" fmla="*/ 2 w 8"/>
                <a:gd name="T23" fmla="*/ 6 h 80"/>
                <a:gd name="T24" fmla="*/ 2 w 8"/>
                <a:gd name="T25" fmla="*/ 9 h 80"/>
                <a:gd name="T26" fmla="*/ 2 w 8"/>
                <a:gd name="T27" fmla="*/ 12 h 80"/>
                <a:gd name="T28" fmla="*/ 2 w 8"/>
                <a:gd name="T29" fmla="*/ 14 h 80"/>
                <a:gd name="T30" fmla="*/ 2 w 8"/>
                <a:gd name="T31" fmla="*/ 16 h 80"/>
                <a:gd name="T32" fmla="*/ 2 w 8"/>
                <a:gd name="T33" fmla="*/ 19 h 80"/>
                <a:gd name="T34" fmla="*/ 2 w 8"/>
                <a:gd name="T35" fmla="*/ 22 h 80"/>
                <a:gd name="T36" fmla="*/ 3 w 8"/>
                <a:gd name="T37" fmla="*/ 24 h 80"/>
                <a:gd name="T38" fmla="*/ 3 w 8"/>
                <a:gd name="T39" fmla="*/ 25 h 80"/>
                <a:gd name="T40" fmla="*/ 3 w 8"/>
                <a:gd name="T41" fmla="*/ 25 h 80"/>
                <a:gd name="T42" fmla="*/ 3 w 8"/>
                <a:gd name="T43" fmla="*/ 27 h 80"/>
                <a:gd name="T44" fmla="*/ 4 w 8"/>
                <a:gd name="T45" fmla="*/ 31 h 80"/>
                <a:gd name="T46" fmla="*/ 4 w 8"/>
                <a:gd name="T47" fmla="*/ 33 h 80"/>
                <a:gd name="T48" fmla="*/ 4 w 8"/>
                <a:gd name="T49" fmla="*/ 34 h 80"/>
                <a:gd name="T50" fmla="*/ 4 w 8"/>
                <a:gd name="T51" fmla="*/ 39 h 80"/>
                <a:gd name="T52" fmla="*/ 4 w 8"/>
                <a:gd name="T53" fmla="*/ 44 h 80"/>
                <a:gd name="T54" fmla="*/ 4 w 8"/>
                <a:gd name="T55" fmla="*/ 47 h 80"/>
                <a:gd name="T56" fmla="*/ 4 w 8"/>
                <a:gd name="T57" fmla="*/ 50 h 80"/>
                <a:gd name="T58" fmla="*/ 5 w 8"/>
                <a:gd name="T59" fmla="*/ 53 h 80"/>
                <a:gd name="T60" fmla="*/ 5 w 8"/>
                <a:gd name="T61" fmla="*/ 56 h 80"/>
                <a:gd name="T62" fmla="*/ 5 w 8"/>
                <a:gd name="T63" fmla="*/ 58 h 80"/>
                <a:gd name="T64" fmla="*/ 5 w 8"/>
                <a:gd name="T65" fmla="*/ 60 h 80"/>
                <a:gd name="T66" fmla="*/ 5 w 8"/>
                <a:gd name="T67" fmla="*/ 59 h 80"/>
                <a:gd name="T68" fmla="*/ 6 w 8"/>
                <a:gd name="T69" fmla="*/ 56 h 80"/>
                <a:gd name="T70" fmla="*/ 6 w 8"/>
                <a:gd name="T71" fmla="*/ 54 h 80"/>
                <a:gd name="T72" fmla="*/ 6 w 8"/>
                <a:gd name="T73" fmla="*/ 55 h 80"/>
                <a:gd name="T74" fmla="*/ 6 w 8"/>
                <a:gd name="T75" fmla="*/ 54 h 80"/>
                <a:gd name="T76" fmla="*/ 6 w 8"/>
                <a:gd name="T77" fmla="*/ 52 h 80"/>
                <a:gd name="T78" fmla="*/ 6 w 8"/>
                <a:gd name="T79" fmla="*/ 53 h 80"/>
                <a:gd name="T80" fmla="*/ 6 w 8"/>
                <a:gd name="T81" fmla="*/ 56 h 80"/>
                <a:gd name="T82" fmla="*/ 7 w 8"/>
                <a:gd name="T83" fmla="*/ 59 h 80"/>
                <a:gd name="T84" fmla="*/ 7 w 8"/>
                <a:gd name="T85" fmla="*/ 62 h 80"/>
                <a:gd name="T86" fmla="*/ 7 w 8"/>
                <a:gd name="T87" fmla="*/ 65 h 80"/>
                <a:gd name="T88" fmla="*/ 7 w 8"/>
                <a:gd name="T89" fmla="*/ 71 h 80"/>
                <a:gd name="T90" fmla="*/ 7 w 8"/>
                <a:gd name="T91" fmla="*/ 78 h 80"/>
                <a:gd name="T92" fmla="*/ 7 w 8"/>
                <a:gd name="T93" fmla="*/ 80 h 80"/>
                <a:gd name="T94" fmla="*/ 7 w 8"/>
                <a:gd name="T95" fmla="*/ 80 h 80"/>
                <a:gd name="T96" fmla="*/ 8 w 8"/>
                <a:gd name="T97" fmla="*/ 80 h 80"/>
                <a:gd name="T98" fmla="*/ 8 w 8"/>
                <a:gd name="T99" fmla="*/ 80 h 80"/>
                <a:gd name="T100" fmla="*/ 8 w 8"/>
                <a:gd name="T101" fmla="*/ 80 h 80"/>
                <a:gd name="T102" fmla="*/ 8 w 8"/>
                <a:gd name="T10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0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2" y="6"/>
                  </a:lnTo>
                  <a:lnTo>
                    <a:pt x="2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3" y="25"/>
                  </a:lnTo>
                  <a:lnTo>
                    <a:pt x="3" y="25"/>
                  </a:lnTo>
                  <a:lnTo>
                    <a:pt x="3" y="27"/>
                  </a:lnTo>
                  <a:lnTo>
                    <a:pt x="4" y="31"/>
                  </a:lnTo>
                  <a:lnTo>
                    <a:pt x="4" y="33"/>
                  </a:lnTo>
                  <a:lnTo>
                    <a:pt x="4" y="34"/>
                  </a:lnTo>
                  <a:lnTo>
                    <a:pt x="4" y="39"/>
                  </a:lnTo>
                  <a:lnTo>
                    <a:pt x="4" y="44"/>
                  </a:lnTo>
                  <a:lnTo>
                    <a:pt x="4" y="47"/>
                  </a:lnTo>
                  <a:lnTo>
                    <a:pt x="4" y="50"/>
                  </a:lnTo>
                  <a:lnTo>
                    <a:pt x="5" y="53"/>
                  </a:lnTo>
                  <a:lnTo>
                    <a:pt x="5" y="56"/>
                  </a:lnTo>
                  <a:lnTo>
                    <a:pt x="5" y="58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6" y="56"/>
                  </a:lnTo>
                  <a:lnTo>
                    <a:pt x="6" y="54"/>
                  </a:lnTo>
                  <a:lnTo>
                    <a:pt x="6" y="55"/>
                  </a:lnTo>
                  <a:lnTo>
                    <a:pt x="6" y="54"/>
                  </a:lnTo>
                  <a:lnTo>
                    <a:pt x="6" y="52"/>
                  </a:lnTo>
                  <a:lnTo>
                    <a:pt x="6" y="53"/>
                  </a:lnTo>
                  <a:lnTo>
                    <a:pt x="6" y="56"/>
                  </a:lnTo>
                  <a:lnTo>
                    <a:pt x="7" y="59"/>
                  </a:lnTo>
                  <a:lnTo>
                    <a:pt x="7" y="62"/>
                  </a:lnTo>
                  <a:lnTo>
                    <a:pt x="7" y="65"/>
                  </a:lnTo>
                  <a:lnTo>
                    <a:pt x="7" y="71"/>
                  </a:lnTo>
                  <a:lnTo>
                    <a:pt x="7" y="78"/>
                  </a:lnTo>
                  <a:lnTo>
                    <a:pt x="7" y="80"/>
                  </a:lnTo>
                  <a:lnTo>
                    <a:pt x="7" y="80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8" y="8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80" name="Freeform 624"/>
            <p:cNvSpPr/>
            <p:nvPr/>
          </p:nvSpPr>
          <p:spPr bwMode="auto">
            <a:xfrm>
              <a:off x="2000250" y="1985964"/>
              <a:ext cx="14288" cy="134938"/>
            </a:xfrm>
            <a:custGeom>
              <a:avLst/>
              <a:gdLst>
                <a:gd name="T0" fmla="*/ 0 w 9"/>
                <a:gd name="T1" fmla="*/ 85 h 85"/>
                <a:gd name="T2" fmla="*/ 0 w 9"/>
                <a:gd name="T3" fmla="*/ 85 h 85"/>
                <a:gd name="T4" fmla="*/ 1 w 9"/>
                <a:gd name="T5" fmla="*/ 80 h 85"/>
                <a:gd name="T6" fmla="*/ 1 w 9"/>
                <a:gd name="T7" fmla="*/ 71 h 85"/>
                <a:gd name="T8" fmla="*/ 1 w 9"/>
                <a:gd name="T9" fmla="*/ 66 h 85"/>
                <a:gd name="T10" fmla="*/ 1 w 9"/>
                <a:gd name="T11" fmla="*/ 68 h 85"/>
                <a:gd name="T12" fmla="*/ 1 w 9"/>
                <a:gd name="T13" fmla="*/ 67 h 85"/>
                <a:gd name="T14" fmla="*/ 1 w 9"/>
                <a:gd name="T15" fmla="*/ 61 h 85"/>
                <a:gd name="T16" fmla="*/ 1 w 9"/>
                <a:gd name="T17" fmla="*/ 62 h 85"/>
                <a:gd name="T18" fmla="*/ 2 w 9"/>
                <a:gd name="T19" fmla="*/ 65 h 85"/>
                <a:gd name="T20" fmla="*/ 2 w 9"/>
                <a:gd name="T21" fmla="*/ 63 h 85"/>
                <a:gd name="T22" fmla="*/ 2 w 9"/>
                <a:gd name="T23" fmla="*/ 60 h 85"/>
                <a:gd name="T24" fmla="*/ 2 w 9"/>
                <a:gd name="T25" fmla="*/ 64 h 85"/>
                <a:gd name="T26" fmla="*/ 2 w 9"/>
                <a:gd name="T27" fmla="*/ 68 h 85"/>
                <a:gd name="T28" fmla="*/ 3 w 9"/>
                <a:gd name="T29" fmla="*/ 67 h 85"/>
                <a:gd name="T30" fmla="*/ 3 w 9"/>
                <a:gd name="T31" fmla="*/ 62 h 85"/>
                <a:gd name="T32" fmla="*/ 3 w 9"/>
                <a:gd name="T33" fmla="*/ 59 h 85"/>
                <a:gd name="T34" fmla="*/ 3 w 9"/>
                <a:gd name="T35" fmla="*/ 58 h 85"/>
                <a:gd name="T36" fmla="*/ 3 w 9"/>
                <a:gd name="T37" fmla="*/ 57 h 85"/>
                <a:gd name="T38" fmla="*/ 3 w 9"/>
                <a:gd name="T39" fmla="*/ 57 h 85"/>
                <a:gd name="T40" fmla="*/ 4 w 9"/>
                <a:gd name="T41" fmla="*/ 56 h 85"/>
                <a:gd name="T42" fmla="*/ 4 w 9"/>
                <a:gd name="T43" fmla="*/ 53 h 85"/>
                <a:gd name="T44" fmla="*/ 4 w 9"/>
                <a:gd name="T45" fmla="*/ 49 h 85"/>
                <a:gd name="T46" fmla="*/ 4 w 9"/>
                <a:gd name="T47" fmla="*/ 50 h 85"/>
                <a:gd name="T48" fmla="*/ 4 w 9"/>
                <a:gd name="T49" fmla="*/ 55 h 85"/>
                <a:gd name="T50" fmla="*/ 4 w 9"/>
                <a:gd name="T51" fmla="*/ 56 h 85"/>
                <a:gd name="T52" fmla="*/ 4 w 9"/>
                <a:gd name="T53" fmla="*/ 51 h 85"/>
                <a:gd name="T54" fmla="*/ 5 w 9"/>
                <a:gd name="T55" fmla="*/ 50 h 85"/>
                <a:gd name="T56" fmla="*/ 5 w 9"/>
                <a:gd name="T57" fmla="*/ 52 h 85"/>
                <a:gd name="T58" fmla="*/ 5 w 9"/>
                <a:gd name="T59" fmla="*/ 50 h 85"/>
                <a:gd name="T60" fmla="*/ 5 w 9"/>
                <a:gd name="T61" fmla="*/ 46 h 85"/>
                <a:gd name="T62" fmla="*/ 5 w 9"/>
                <a:gd name="T63" fmla="*/ 46 h 85"/>
                <a:gd name="T64" fmla="*/ 6 w 9"/>
                <a:gd name="T65" fmla="*/ 46 h 85"/>
                <a:gd name="T66" fmla="*/ 6 w 9"/>
                <a:gd name="T67" fmla="*/ 43 h 85"/>
                <a:gd name="T68" fmla="*/ 6 w 9"/>
                <a:gd name="T69" fmla="*/ 41 h 85"/>
                <a:gd name="T70" fmla="*/ 6 w 9"/>
                <a:gd name="T71" fmla="*/ 43 h 85"/>
                <a:gd name="T72" fmla="*/ 6 w 9"/>
                <a:gd name="T73" fmla="*/ 41 h 85"/>
                <a:gd name="T74" fmla="*/ 6 w 9"/>
                <a:gd name="T75" fmla="*/ 36 h 85"/>
                <a:gd name="T76" fmla="*/ 6 w 9"/>
                <a:gd name="T77" fmla="*/ 35 h 85"/>
                <a:gd name="T78" fmla="*/ 7 w 9"/>
                <a:gd name="T79" fmla="*/ 34 h 85"/>
                <a:gd name="T80" fmla="*/ 7 w 9"/>
                <a:gd name="T81" fmla="*/ 30 h 85"/>
                <a:gd name="T82" fmla="*/ 7 w 9"/>
                <a:gd name="T83" fmla="*/ 27 h 85"/>
                <a:gd name="T84" fmla="*/ 7 w 9"/>
                <a:gd name="T85" fmla="*/ 26 h 85"/>
                <a:gd name="T86" fmla="*/ 8 w 9"/>
                <a:gd name="T87" fmla="*/ 22 h 85"/>
                <a:gd name="T88" fmla="*/ 8 w 9"/>
                <a:gd name="T89" fmla="*/ 16 h 85"/>
                <a:gd name="T90" fmla="*/ 8 w 9"/>
                <a:gd name="T91" fmla="*/ 14 h 85"/>
                <a:gd name="T92" fmla="*/ 8 w 9"/>
                <a:gd name="T93" fmla="*/ 14 h 85"/>
                <a:gd name="T94" fmla="*/ 8 w 9"/>
                <a:gd name="T95" fmla="*/ 11 h 85"/>
                <a:gd name="T96" fmla="*/ 8 w 9"/>
                <a:gd name="T97" fmla="*/ 4 h 85"/>
                <a:gd name="T98" fmla="*/ 8 w 9"/>
                <a:gd name="T99" fmla="*/ 0 h 85"/>
                <a:gd name="T100" fmla="*/ 9 w 9"/>
                <a:gd name="T101" fmla="*/ 2 h 85"/>
                <a:gd name="T102" fmla="*/ 9 w 9"/>
                <a:gd name="T103" fmla="*/ 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85">
                  <a:moveTo>
                    <a:pt x="0" y="85"/>
                  </a:moveTo>
                  <a:lnTo>
                    <a:pt x="0" y="85"/>
                  </a:lnTo>
                  <a:lnTo>
                    <a:pt x="1" y="80"/>
                  </a:lnTo>
                  <a:lnTo>
                    <a:pt x="1" y="71"/>
                  </a:lnTo>
                  <a:lnTo>
                    <a:pt x="1" y="66"/>
                  </a:lnTo>
                  <a:lnTo>
                    <a:pt x="1" y="68"/>
                  </a:lnTo>
                  <a:lnTo>
                    <a:pt x="1" y="67"/>
                  </a:lnTo>
                  <a:lnTo>
                    <a:pt x="1" y="61"/>
                  </a:lnTo>
                  <a:lnTo>
                    <a:pt x="1" y="62"/>
                  </a:lnTo>
                  <a:lnTo>
                    <a:pt x="2" y="65"/>
                  </a:lnTo>
                  <a:lnTo>
                    <a:pt x="2" y="63"/>
                  </a:lnTo>
                  <a:lnTo>
                    <a:pt x="2" y="60"/>
                  </a:lnTo>
                  <a:lnTo>
                    <a:pt x="2" y="64"/>
                  </a:lnTo>
                  <a:lnTo>
                    <a:pt x="2" y="68"/>
                  </a:lnTo>
                  <a:lnTo>
                    <a:pt x="3" y="67"/>
                  </a:lnTo>
                  <a:lnTo>
                    <a:pt x="3" y="62"/>
                  </a:lnTo>
                  <a:lnTo>
                    <a:pt x="3" y="59"/>
                  </a:lnTo>
                  <a:lnTo>
                    <a:pt x="3" y="58"/>
                  </a:lnTo>
                  <a:lnTo>
                    <a:pt x="3" y="57"/>
                  </a:lnTo>
                  <a:lnTo>
                    <a:pt x="3" y="57"/>
                  </a:lnTo>
                  <a:lnTo>
                    <a:pt x="4" y="56"/>
                  </a:lnTo>
                  <a:lnTo>
                    <a:pt x="4" y="53"/>
                  </a:lnTo>
                  <a:lnTo>
                    <a:pt x="4" y="49"/>
                  </a:lnTo>
                  <a:lnTo>
                    <a:pt x="4" y="50"/>
                  </a:lnTo>
                  <a:lnTo>
                    <a:pt x="4" y="55"/>
                  </a:lnTo>
                  <a:lnTo>
                    <a:pt x="4" y="56"/>
                  </a:lnTo>
                  <a:lnTo>
                    <a:pt x="4" y="51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5" y="50"/>
                  </a:lnTo>
                  <a:lnTo>
                    <a:pt x="5" y="46"/>
                  </a:lnTo>
                  <a:lnTo>
                    <a:pt x="5" y="46"/>
                  </a:lnTo>
                  <a:lnTo>
                    <a:pt x="6" y="46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7" y="34"/>
                  </a:lnTo>
                  <a:lnTo>
                    <a:pt x="7" y="30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8" y="22"/>
                  </a:lnTo>
                  <a:lnTo>
                    <a:pt x="8" y="16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11"/>
                  </a:lnTo>
                  <a:lnTo>
                    <a:pt x="8" y="4"/>
                  </a:lnTo>
                  <a:lnTo>
                    <a:pt x="8" y="0"/>
                  </a:lnTo>
                  <a:lnTo>
                    <a:pt x="9" y="2"/>
                  </a:lnTo>
                  <a:lnTo>
                    <a:pt x="9" y="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81" name="Freeform 625"/>
            <p:cNvSpPr/>
            <p:nvPr/>
          </p:nvSpPr>
          <p:spPr bwMode="auto">
            <a:xfrm>
              <a:off x="2014538" y="1931989"/>
              <a:ext cx="12700" cy="61913"/>
            </a:xfrm>
            <a:custGeom>
              <a:avLst/>
              <a:gdLst>
                <a:gd name="T0" fmla="*/ 0 w 8"/>
                <a:gd name="T1" fmla="*/ 36 h 39"/>
                <a:gd name="T2" fmla="*/ 0 w 8"/>
                <a:gd name="T3" fmla="*/ 36 h 39"/>
                <a:gd name="T4" fmla="*/ 0 w 8"/>
                <a:gd name="T5" fmla="*/ 34 h 39"/>
                <a:gd name="T6" fmla="*/ 0 w 8"/>
                <a:gd name="T7" fmla="*/ 32 h 39"/>
                <a:gd name="T8" fmla="*/ 0 w 8"/>
                <a:gd name="T9" fmla="*/ 33 h 39"/>
                <a:gd name="T10" fmla="*/ 0 w 8"/>
                <a:gd name="T11" fmla="*/ 34 h 39"/>
                <a:gd name="T12" fmla="*/ 0 w 8"/>
                <a:gd name="T13" fmla="*/ 34 h 39"/>
                <a:gd name="T14" fmla="*/ 1 w 8"/>
                <a:gd name="T15" fmla="*/ 37 h 39"/>
                <a:gd name="T16" fmla="*/ 1 w 8"/>
                <a:gd name="T17" fmla="*/ 39 h 39"/>
                <a:gd name="T18" fmla="*/ 1 w 8"/>
                <a:gd name="T19" fmla="*/ 36 h 39"/>
                <a:gd name="T20" fmla="*/ 1 w 8"/>
                <a:gd name="T21" fmla="*/ 33 h 39"/>
                <a:gd name="T22" fmla="*/ 1 w 8"/>
                <a:gd name="T23" fmla="*/ 34 h 39"/>
                <a:gd name="T24" fmla="*/ 2 w 8"/>
                <a:gd name="T25" fmla="*/ 34 h 39"/>
                <a:gd name="T26" fmla="*/ 2 w 8"/>
                <a:gd name="T27" fmla="*/ 31 h 39"/>
                <a:gd name="T28" fmla="*/ 2 w 8"/>
                <a:gd name="T29" fmla="*/ 29 h 39"/>
                <a:gd name="T30" fmla="*/ 2 w 8"/>
                <a:gd name="T31" fmla="*/ 29 h 39"/>
                <a:gd name="T32" fmla="*/ 2 w 8"/>
                <a:gd name="T33" fmla="*/ 28 h 39"/>
                <a:gd name="T34" fmla="*/ 2 w 8"/>
                <a:gd name="T35" fmla="*/ 26 h 39"/>
                <a:gd name="T36" fmla="*/ 2 w 8"/>
                <a:gd name="T37" fmla="*/ 26 h 39"/>
                <a:gd name="T38" fmla="*/ 3 w 8"/>
                <a:gd name="T39" fmla="*/ 23 h 39"/>
                <a:gd name="T40" fmla="*/ 3 w 8"/>
                <a:gd name="T41" fmla="*/ 18 h 39"/>
                <a:gd name="T42" fmla="*/ 3 w 8"/>
                <a:gd name="T43" fmla="*/ 15 h 39"/>
                <a:gd name="T44" fmla="*/ 3 w 8"/>
                <a:gd name="T45" fmla="*/ 14 h 39"/>
                <a:gd name="T46" fmla="*/ 4 w 8"/>
                <a:gd name="T47" fmla="*/ 11 h 39"/>
                <a:gd name="T48" fmla="*/ 4 w 8"/>
                <a:gd name="T49" fmla="*/ 8 h 39"/>
                <a:gd name="T50" fmla="*/ 4 w 8"/>
                <a:gd name="T51" fmla="*/ 5 h 39"/>
                <a:gd name="T52" fmla="*/ 4 w 8"/>
                <a:gd name="T53" fmla="*/ 3 h 39"/>
                <a:gd name="T54" fmla="*/ 4 w 8"/>
                <a:gd name="T55" fmla="*/ 3 h 39"/>
                <a:gd name="T56" fmla="*/ 4 w 8"/>
                <a:gd name="T57" fmla="*/ 4 h 39"/>
                <a:gd name="T58" fmla="*/ 4 w 8"/>
                <a:gd name="T59" fmla="*/ 6 h 39"/>
                <a:gd name="T60" fmla="*/ 5 w 8"/>
                <a:gd name="T61" fmla="*/ 8 h 39"/>
                <a:gd name="T62" fmla="*/ 5 w 8"/>
                <a:gd name="T63" fmla="*/ 9 h 39"/>
                <a:gd name="T64" fmla="*/ 5 w 8"/>
                <a:gd name="T65" fmla="*/ 10 h 39"/>
                <a:gd name="T66" fmla="*/ 5 w 8"/>
                <a:gd name="T67" fmla="*/ 14 h 39"/>
                <a:gd name="T68" fmla="*/ 5 w 8"/>
                <a:gd name="T69" fmla="*/ 18 h 39"/>
                <a:gd name="T70" fmla="*/ 5 w 8"/>
                <a:gd name="T71" fmla="*/ 20 h 39"/>
                <a:gd name="T72" fmla="*/ 5 w 8"/>
                <a:gd name="T73" fmla="*/ 19 h 39"/>
                <a:gd name="T74" fmla="*/ 6 w 8"/>
                <a:gd name="T75" fmla="*/ 17 h 39"/>
                <a:gd name="T76" fmla="*/ 6 w 8"/>
                <a:gd name="T77" fmla="*/ 15 h 39"/>
                <a:gd name="T78" fmla="*/ 6 w 8"/>
                <a:gd name="T79" fmla="*/ 11 h 39"/>
                <a:gd name="T80" fmla="*/ 6 w 8"/>
                <a:gd name="T81" fmla="*/ 9 h 39"/>
                <a:gd name="T82" fmla="*/ 6 w 8"/>
                <a:gd name="T83" fmla="*/ 7 h 39"/>
                <a:gd name="T84" fmla="*/ 7 w 8"/>
                <a:gd name="T85" fmla="*/ 3 h 39"/>
                <a:gd name="T86" fmla="*/ 7 w 8"/>
                <a:gd name="T87" fmla="*/ 0 h 39"/>
                <a:gd name="T88" fmla="*/ 7 w 8"/>
                <a:gd name="T89" fmla="*/ 1 h 39"/>
                <a:gd name="T90" fmla="*/ 7 w 8"/>
                <a:gd name="T91" fmla="*/ 5 h 39"/>
                <a:gd name="T92" fmla="*/ 7 w 8"/>
                <a:gd name="T93" fmla="*/ 8 h 39"/>
                <a:gd name="T94" fmla="*/ 7 w 8"/>
                <a:gd name="T95" fmla="*/ 12 h 39"/>
                <a:gd name="T96" fmla="*/ 8 w 8"/>
                <a:gd name="T97" fmla="*/ 18 h 39"/>
                <a:gd name="T98" fmla="*/ 8 w 8"/>
                <a:gd name="T99" fmla="*/ 24 h 39"/>
                <a:gd name="T100" fmla="*/ 8 w 8"/>
                <a:gd name="T101" fmla="*/ 28 h 39"/>
                <a:gd name="T102" fmla="*/ 8 w 8"/>
                <a:gd name="T103" fmla="*/ 3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39">
                  <a:moveTo>
                    <a:pt x="0" y="36"/>
                  </a:moveTo>
                  <a:lnTo>
                    <a:pt x="0" y="36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36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2" y="34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8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3" y="23"/>
                  </a:lnTo>
                  <a:lnTo>
                    <a:pt x="3" y="18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4" y="11"/>
                  </a:lnTo>
                  <a:lnTo>
                    <a:pt x="4" y="8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4"/>
                  </a:lnTo>
                  <a:lnTo>
                    <a:pt x="4" y="6"/>
                  </a:lnTo>
                  <a:lnTo>
                    <a:pt x="5" y="8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4"/>
                  </a:lnTo>
                  <a:lnTo>
                    <a:pt x="5" y="18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6" y="17"/>
                  </a:lnTo>
                  <a:lnTo>
                    <a:pt x="6" y="15"/>
                  </a:lnTo>
                  <a:lnTo>
                    <a:pt x="6" y="11"/>
                  </a:lnTo>
                  <a:lnTo>
                    <a:pt x="6" y="9"/>
                  </a:lnTo>
                  <a:lnTo>
                    <a:pt x="6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5"/>
                  </a:lnTo>
                  <a:lnTo>
                    <a:pt x="7" y="8"/>
                  </a:lnTo>
                  <a:lnTo>
                    <a:pt x="7" y="12"/>
                  </a:lnTo>
                  <a:lnTo>
                    <a:pt x="8" y="18"/>
                  </a:lnTo>
                  <a:lnTo>
                    <a:pt x="8" y="24"/>
                  </a:lnTo>
                  <a:lnTo>
                    <a:pt x="8" y="28"/>
                  </a:lnTo>
                  <a:lnTo>
                    <a:pt x="8" y="3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82" name="Freeform 626"/>
            <p:cNvSpPr/>
            <p:nvPr/>
          </p:nvSpPr>
          <p:spPr bwMode="auto">
            <a:xfrm>
              <a:off x="2027238" y="1911351"/>
              <a:ext cx="14288" cy="88900"/>
            </a:xfrm>
            <a:custGeom>
              <a:avLst/>
              <a:gdLst>
                <a:gd name="T0" fmla="*/ 0 w 9"/>
                <a:gd name="T1" fmla="*/ 41 h 56"/>
                <a:gd name="T2" fmla="*/ 0 w 9"/>
                <a:gd name="T3" fmla="*/ 44 h 56"/>
                <a:gd name="T4" fmla="*/ 0 w 9"/>
                <a:gd name="T5" fmla="*/ 47 h 56"/>
                <a:gd name="T6" fmla="*/ 1 w 9"/>
                <a:gd name="T7" fmla="*/ 48 h 56"/>
                <a:gd name="T8" fmla="*/ 1 w 9"/>
                <a:gd name="T9" fmla="*/ 47 h 56"/>
                <a:gd name="T10" fmla="*/ 1 w 9"/>
                <a:gd name="T11" fmla="*/ 46 h 56"/>
                <a:gd name="T12" fmla="*/ 1 w 9"/>
                <a:gd name="T13" fmla="*/ 44 h 56"/>
                <a:gd name="T14" fmla="*/ 1 w 9"/>
                <a:gd name="T15" fmla="*/ 41 h 56"/>
                <a:gd name="T16" fmla="*/ 1 w 9"/>
                <a:gd name="T17" fmla="*/ 37 h 56"/>
                <a:gd name="T18" fmla="*/ 1 w 9"/>
                <a:gd name="T19" fmla="*/ 35 h 56"/>
                <a:gd name="T20" fmla="*/ 2 w 9"/>
                <a:gd name="T21" fmla="*/ 34 h 56"/>
                <a:gd name="T22" fmla="*/ 2 w 9"/>
                <a:gd name="T23" fmla="*/ 32 h 56"/>
                <a:gd name="T24" fmla="*/ 2 w 9"/>
                <a:gd name="T25" fmla="*/ 29 h 56"/>
                <a:gd name="T26" fmla="*/ 2 w 9"/>
                <a:gd name="T27" fmla="*/ 27 h 56"/>
                <a:gd name="T28" fmla="*/ 2 w 9"/>
                <a:gd name="T29" fmla="*/ 26 h 56"/>
                <a:gd name="T30" fmla="*/ 2 w 9"/>
                <a:gd name="T31" fmla="*/ 25 h 56"/>
                <a:gd name="T32" fmla="*/ 2 w 9"/>
                <a:gd name="T33" fmla="*/ 23 h 56"/>
                <a:gd name="T34" fmla="*/ 3 w 9"/>
                <a:gd name="T35" fmla="*/ 22 h 56"/>
                <a:gd name="T36" fmla="*/ 3 w 9"/>
                <a:gd name="T37" fmla="*/ 19 h 56"/>
                <a:gd name="T38" fmla="*/ 3 w 9"/>
                <a:gd name="T39" fmla="*/ 15 h 56"/>
                <a:gd name="T40" fmla="*/ 3 w 9"/>
                <a:gd name="T41" fmla="*/ 10 h 56"/>
                <a:gd name="T42" fmla="*/ 4 w 9"/>
                <a:gd name="T43" fmla="*/ 7 h 56"/>
                <a:gd name="T44" fmla="*/ 4 w 9"/>
                <a:gd name="T45" fmla="*/ 4 h 56"/>
                <a:gd name="T46" fmla="*/ 4 w 9"/>
                <a:gd name="T47" fmla="*/ 2 h 56"/>
                <a:gd name="T48" fmla="*/ 4 w 9"/>
                <a:gd name="T49" fmla="*/ 0 h 56"/>
                <a:gd name="T50" fmla="*/ 4 w 9"/>
                <a:gd name="T51" fmla="*/ 0 h 56"/>
                <a:gd name="T52" fmla="*/ 4 w 9"/>
                <a:gd name="T53" fmla="*/ 0 h 56"/>
                <a:gd name="T54" fmla="*/ 4 w 9"/>
                <a:gd name="T55" fmla="*/ 0 h 56"/>
                <a:gd name="T56" fmla="*/ 5 w 9"/>
                <a:gd name="T57" fmla="*/ 4 h 56"/>
                <a:gd name="T58" fmla="*/ 5 w 9"/>
                <a:gd name="T59" fmla="*/ 7 h 56"/>
                <a:gd name="T60" fmla="*/ 5 w 9"/>
                <a:gd name="T61" fmla="*/ 9 h 56"/>
                <a:gd name="T62" fmla="*/ 5 w 9"/>
                <a:gd name="T63" fmla="*/ 10 h 56"/>
                <a:gd name="T64" fmla="*/ 5 w 9"/>
                <a:gd name="T65" fmla="*/ 15 h 56"/>
                <a:gd name="T66" fmla="*/ 6 w 9"/>
                <a:gd name="T67" fmla="*/ 20 h 56"/>
                <a:gd name="T68" fmla="*/ 6 w 9"/>
                <a:gd name="T69" fmla="*/ 22 h 56"/>
                <a:gd name="T70" fmla="*/ 6 w 9"/>
                <a:gd name="T71" fmla="*/ 25 h 56"/>
                <a:gd name="T72" fmla="*/ 6 w 9"/>
                <a:gd name="T73" fmla="*/ 28 h 56"/>
                <a:gd name="T74" fmla="*/ 6 w 9"/>
                <a:gd name="T75" fmla="*/ 31 h 56"/>
                <a:gd name="T76" fmla="*/ 6 w 9"/>
                <a:gd name="T77" fmla="*/ 34 h 56"/>
                <a:gd name="T78" fmla="*/ 6 w 9"/>
                <a:gd name="T79" fmla="*/ 37 h 56"/>
                <a:gd name="T80" fmla="*/ 7 w 9"/>
                <a:gd name="T81" fmla="*/ 39 h 56"/>
                <a:gd name="T82" fmla="*/ 7 w 9"/>
                <a:gd name="T83" fmla="*/ 40 h 56"/>
                <a:gd name="T84" fmla="*/ 7 w 9"/>
                <a:gd name="T85" fmla="*/ 42 h 56"/>
                <a:gd name="T86" fmla="*/ 7 w 9"/>
                <a:gd name="T87" fmla="*/ 46 h 56"/>
                <a:gd name="T88" fmla="*/ 7 w 9"/>
                <a:gd name="T89" fmla="*/ 49 h 56"/>
                <a:gd name="T90" fmla="*/ 7 w 9"/>
                <a:gd name="T91" fmla="*/ 52 h 56"/>
                <a:gd name="T92" fmla="*/ 7 w 9"/>
                <a:gd name="T93" fmla="*/ 52 h 56"/>
                <a:gd name="T94" fmla="*/ 8 w 9"/>
                <a:gd name="T95" fmla="*/ 53 h 56"/>
                <a:gd name="T96" fmla="*/ 8 w 9"/>
                <a:gd name="T97" fmla="*/ 54 h 56"/>
                <a:gd name="T98" fmla="*/ 8 w 9"/>
                <a:gd name="T99" fmla="*/ 55 h 56"/>
                <a:gd name="T100" fmla="*/ 8 w 9"/>
                <a:gd name="T101" fmla="*/ 55 h 56"/>
                <a:gd name="T102" fmla="*/ 9 w 9"/>
                <a:gd name="T10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6">
                  <a:moveTo>
                    <a:pt x="0" y="41"/>
                  </a:moveTo>
                  <a:lnTo>
                    <a:pt x="0" y="44"/>
                  </a:lnTo>
                  <a:lnTo>
                    <a:pt x="0" y="47"/>
                  </a:lnTo>
                  <a:lnTo>
                    <a:pt x="1" y="48"/>
                  </a:lnTo>
                  <a:lnTo>
                    <a:pt x="1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1" y="41"/>
                  </a:lnTo>
                  <a:lnTo>
                    <a:pt x="1" y="37"/>
                  </a:lnTo>
                  <a:lnTo>
                    <a:pt x="1" y="35"/>
                  </a:lnTo>
                  <a:lnTo>
                    <a:pt x="2" y="34"/>
                  </a:lnTo>
                  <a:lnTo>
                    <a:pt x="2" y="32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2" y="26"/>
                  </a:lnTo>
                  <a:lnTo>
                    <a:pt x="2" y="25"/>
                  </a:lnTo>
                  <a:lnTo>
                    <a:pt x="2" y="23"/>
                  </a:lnTo>
                  <a:lnTo>
                    <a:pt x="3" y="22"/>
                  </a:lnTo>
                  <a:lnTo>
                    <a:pt x="3" y="19"/>
                  </a:lnTo>
                  <a:lnTo>
                    <a:pt x="3" y="15"/>
                  </a:lnTo>
                  <a:lnTo>
                    <a:pt x="3" y="10"/>
                  </a:lnTo>
                  <a:lnTo>
                    <a:pt x="4" y="7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4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5"/>
                  </a:lnTo>
                  <a:lnTo>
                    <a:pt x="6" y="20"/>
                  </a:lnTo>
                  <a:lnTo>
                    <a:pt x="6" y="22"/>
                  </a:lnTo>
                  <a:lnTo>
                    <a:pt x="6" y="25"/>
                  </a:lnTo>
                  <a:lnTo>
                    <a:pt x="6" y="28"/>
                  </a:lnTo>
                  <a:lnTo>
                    <a:pt x="6" y="31"/>
                  </a:lnTo>
                  <a:lnTo>
                    <a:pt x="6" y="34"/>
                  </a:lnTo>
                  <a:lnTo>
                    <a:pt x="6" y="37"/>
                  </a:lnTo>
                  <a:lnTo>
                    <a:pt x="7" y="39"/>
                  </a:lnTo>
                  <a:lnTo>
                    <a:pt x="7" y="40"/>
                  </a:lnTo>
                  <a:lnTo>
                    <a:pt x="7" y="42"/>
                  </a:lnTo>
                  <a:lnTo>
                    <a:pt x="7" y="46"/>
                  </a:lnTo>
                  <a:lnTo>
                    <a:pt x="7" y="49"/>
                  </a:lnTo>
                  <a:lnTo>
                    <a:pt x="7" y="52"/>
                  </a:lnTo>
                  <a:lnTo>
                    <a:pt x="7" y="52"/>
                  </a:lnTo>
                  <a:lnTo>
                    <a:pt x="8" y="53"/>
                  </a:lnTo>
                  <a:lnTo>
                    <a:pt x="8" y="54"/>
                  </a:lnTo>
                  <a:lnTo>
                    <a:pt x="8" y="55"/>
                  </a:lnTo>
                  <a:lnTo>
                    <a:pt x="8" y="55"/>
                  </a:lnTo>
                  <a:lnTo>
                    <a:pt x="9" y="5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83" name="Freeform 627"/>
            <p:cNvSpPr/>
            <p:nvPr/>
          </p:nvSpPr>
          <p:spPr bwMode="auto">
            <a:xfrm>
              <a:off x="2039938" y="1995489"/>
              <a:ext cx="14288" cy="103188"/>
            </a:xfrm>
            <a:custGeom>
              <a:avLst/>
              <a:gdLst>
                <a:gd name="T0" fmla="*/ 0 w 9"/>
                <a:gd name="T1" fmla="*/ 2 h 65"/>
                <a:gd name="T2" fmla="*/ 1 w 9"/>
                <a:gd name="T3" fmla="*/ 3 h 65"/>
                <a:gd name="T4" fmla="*/ 1 w 9"/>
                <a:gd name="T5" fmla="*/ 3 h 65"/>
                <a:gd name="T6" fmla="*/ 1 w 9"/>
                <a:gd name="T7" fmla="*/ 1 h 65"/>
                <a:gd name="T8" fmla="*/ 1 w 9"/>
                <a:gd name="T9" fmla="*/ 0 h 65"/>
                <a:gd name="T10" fmla="*/ 1 w 9"/>
                <a:gd name="T11" fmla="*/ 0 h 65"/>
                <a:gd name="T12" fmla="*/ 1 w 9"/>
                <a:gd name="T13" fmla="*/ 2 h 65"/>
                <a:gd name="T14" fmla="*/ 1 w 9"/>
                <a:gd name="T15" fmla="*/ 2 h 65"/>
                <a:gd name="T16" fmla="*/ 2 w 9"/>
                <a:gd name="T17" fmla="*/ 1 h 65"/>
                <a:gd name="T18" fmla="*/ 2 w 9"/>
                <a:gd name="T19" fmla="*/ 1 h 65"/>
                <a:gd name="T20" fmla="*/ 2 w 9"/>
                <a:gd name="T21" fmla="*/ 2 h 65"/>
                <a:gd name="T22" fmla="*/ 2 w 9"/>
                <a:gd name="T23" fmla="*/ 3 h 65"/>
                <a:gd name="T24" fmla="*/ 2 w 9"/>
                <a:gd name="T25" fmla="*/ 5 h 65"/>
                <a:gd name="T26" fmla="*/ 3 w 9"/>
                <a:gd name="T27" fmla="*/ 5 h 65"/>
                <a:gd name="T28" fmla="*/ 3 w 9"/>
                <a:gd name="T29" fmla="*/ 5 h 65"/>
                <a:gd name="T30" fmla="*/ 3 w 9"/>
                <a:gd name="T31" fmla="*/ 5 h 65"/>
                <a:gd name="T32" fmla="*/ 3 w 9"/>
                <a:gd name="T33" fmla="*/ 6 h 65"/>
                <a:gd name="T34" fmla="*/ 3 w 9"/>
                <a:gd name="T35" fmla="*/ 6 h 65"/>
                <a:gd name="T36" fmla="*/ 3 w 9"/>
                <a:gd name="T37" fmla="*/ 7 h 65"/>
                <a:gd name="T38" fmla="*/ 3 w 9"/>
                <a:gd name="T39" fmla="*/ 7 h 65"/>
                <a:gd name="T40" fmla="*/ 4 w 9"/>
                <a:gd name="T41" fmla="*/ 9 h 65"/>
                <a:gd name="T42" fmla="*/ 4 w 9"/>
                <a:gd name="T43" fmla="*/ 11 h 65"/>
                <a:gd name="T44" fmla="*/ 4 w 9"/>
                <a:gd name="T45" fmla="*/ 11 h 65"/>
                <a:gd name="T46" fmla="*/ 4 w 9"/>
                <a:gd name="T47" fmla="*/ 9 h 65"/>
                <a:gd name="T48" fmla="*/ 4 w 9"/>
                <a:gd name="T49" fmla="*/ 10 h 65"/>
                <a:gd name="T50" fmla="*/ 4 w 9"/>
                <a:gd name="T51" fmla="*/ 11 h 65"/>
                <a:gd name="T52" fmla="*/ 5 w 9"/>
                <a:gd name="T53" fmla="*/ 11 h 65"/>
                <a:gd name="T54" fmla="*/ 5 w 9"/>
                <a:gd name="T55" fmla="*/ 11 h 65"/>
                <a:gd name="T56" fmla="*/ 5 w 9"/>
                <a:gd name="T57" fmla="*/ 14 h 65"/>
                <a:gd name="T58" fmla="*/ 5 w 9"/>
                <a:gd name="T59" fmla="*/ 16 h 65"/>
                <a:gd name="T60" fmla="*/ 5 w 9"/>
                <a:gd name="T61" fmla="*/ 16 h 65"/>
                <a:gd name="T62" fmla="*/ 6 w 9"/>
                <a:gd name="T63" fmla="*/ 17 h 65"/>
                <a:gd name="T64" fmla="*/ 6 w 9"/>
                <a:gd name="T65" fmla="*/ 22 h 65"/>
                <a:gd name="T66" fmla="*/ 6 w 9"/>
                <a:gd name="T67" fmla="*/ 27 h 65"/>
                <a:gd name="T68" fmla="*/ 6 w 9"/>
                <a:gd name="T69" fmla="*/ 32 h 65"/>
                <a:gd name="T70" fmla="*/ 6 w 9"/>
                <a:gd name="T71" fmla="*/ 37 h 65"/>
                <a:gd name="T72" fmla="*/ 6 w 9"/>
                <a:gd name="T73" fmla="*/ 42 h 65"/>
                <a:gd name="T74" fmla="*/ 6 w 9"/>
                <a:gd name="T75" fmla="*/ 45 h 65"/>
                <a:gd name="T76" fmla="*/ 7 w 9"/>
                <a:gd name="T77" fmla="*/ 48 h 65"/>
                <a:gd name="T78" fmla="*/ 7 w 9"/>
                <a:gd name="T79" fmla="*/ 52 h 65"/>
                <a:gd name="T80" fmla="*/ 7 w 9"/>
                <a:gd name="T81" fmla="*/ 58 h 65"/>
                <a:gd name="T82" fmla="*/ 7 w 9"/>
                <a:gd name="T83" fmla="*/ 60 h 65"/>
                <a:gd name="T84" fmla="*/ 7 w 9"/>
                <a:gd name="T85" fmla="*/ 57 h 65"/>
                <a:gd name="T86" fmla="*/ 8 w 9"/>
                <a:gd name="T87" fmla="*/ 54 h 65"/>
                <a:gd name="T88" fmla="*/ 8 w 9"/>
                <a:gd name="T89" fmla="*/ 54 h 65"/>
                <a:gd name="T90" fmla="*/ 8 w 9"/>
                <a:gd name="T91" fmla="*/ 52 h 65"/>
                <a:gd name="T92" fmla="*/ 8 w 9"/>
                <a:gd name="T93" fmla="*/ 51 h 65"/>
                <a:gd name="T94" fmla="*/ 8 w 9"/>
                <a:gd name="T95" fmla="*/ 52 h 65"/>
                <a:gd name="T96" fmla="*/ 8 w 9"/>
                <a:gd name="T97" fmla="*/ 54 h 65"/>
                <a:gd name="T98" fmla="*/ 9 w 9"/>
                <a:gd name="T99" fmla="*/ 54 h 65"/>
                <a:gd name="T100" fmla="*/ 9 w 9"/>
                <a:gd name="T101" fmla="*/ 56 h 65"/>
                <a:gd name="T102" fmla="*/ 9 w 9"/>
                <a:gd name="T10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5">
                  <a:moveTo>
                    <a:pt x="0" y="2"/>
                  </a:moveTo>
                  <a:lnTo>
                    <a:pt x="1" y="3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7"/>
                  </a:lnTo>
                  <a:lnTo>
                    <a:pt x="4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4" y="9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6" y="17"/>
                  </a:lnTo>
                  <a:lnTo>
                    <a:pt x="6" y="22"/>
                  </a:lnTo>
                  <a:lnTo>
                    <a:pt x="6" y="27"/>
                  </a:lnTo>
                  <a:lnTo>
                    <a:pt x="6" y="32"/>
                  </a:lnTo>
                  <a:lnTo>
                    <a:pt x="6" y="37"/>
                  </a:lnTo>
                  <a:lnTo>
                    <a:pt x="6" y="42"/>
                  </a:lnTo>
                  <a:lnTo>
                    <a:pt x="6" y="45"/>
                  </a:lnTo>
                  <a:lnTo>
                    <a:pt x="7" y="48"/>
                  </a:lnTo>
                  <a:lnTo>
                    <a:pt x="7" y="52"/>
                  </a:lnTo>
                  <a:lnTo>
                    <a:pt x="7" y="58"/>
                  </a:lnTo>
                  <a:lnTo>
                    <a:pt x="7" y="60"/>
                  </a:lnTo>
                  <a:lnTo>
                    <a:pt x="7" y="57"/>
                  </a:lnTo>
                  <a:lnTo>
                    <a:pt x="8" y="54"/>
                  </a:lnTo>
                  <a:lnTo>
                    <a:pt x="8" y="54"/>
                  </a:lnTo>
                  <a:lnTo>
                    <a:pt x="8" y="52"/>
                  </a:lnTo>
                  <a:lnTo>
                    <a:pt x="8" y="51"/>
                  </a:lnTo>
                  <a:lnTo>
                    <a:pt x="8" y="52"/>
                  </a:lnTo>
                  <a:lnTo>
                    <a:pt x="8" y="54"/>
                  </a:lnTo>
                  <a:lnTo>
                    <a:pt x="9" y="54"/>
                  </a:lnTo>
                  <a:lnTo>
                    <a:pt x="9" y="56"/>
                  </a:lnTo>
                  <a:lnTo>
                    <a:pt x="9" y="6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84" name="Freeform 628"/>
            <p:cNvSpPr/>
            <p:nvPr/>
          </p:nvSpPr>
          <p:spPr bwMode="auto">
            <a:xfrm>
              <a:off x="2054225" y="2016126"/>
              <a:ext cx="12700" cy="131763"/>
            </a:xfrm>
            <a:custGeom>
              <a:avLst/>
              <a:gdLst>
                <a:gd name="T0" fmla="*/ 0 w 8"/>
                <a:gd name="T1" fmla="*/ 43 h 83"/>
                <a:gd name="T2" fmla="*/ 0 w 8"/>
                <a:gd name="T3" fmla="*/ 52 h 83"/>
                <a:gd name="T4" fmla="*/ 0 w 8"/>
                <a:gd name="T5" fmla="*/ 63 h 83"/>
                <a:gd name="T6" fmla="*/ 0 w 8"/>
                <a:gd name="T7" fmla="*/ 69 h 83"/>
                <a:gd name="T8" fmla="*/ 0 w 8"/>
                <a:gd name="T9" fmla="*/ 71 h 83"/>
                <a:gd name="T10" fmla="*/ 0 w 8"/>
                <a:gd name="T11" fmla="*/ 74 h 83"/>
                <a:gd name="T12" fmla="*/ 1 w 8"/>
                <a:gd name="T13" fmla="*/ 78 h 83"/>
                <a:gd name="T14" fmla="*/ 1 w 8"/>
                <a:gd name="T15" fmla="*/ 82 h 83"/>
                <a:gd name="T16" fmla="*/ 1 w 8"/>
                <a:gd name="T17" fmla="*/ 83 h 83"/>
                <a:gd name="T18" fmla="*/ 1 w 8"/>
                <a:gd name="T19" fmla="*/ 81 h 83"/>
                <a:gd name="T20" fmla="*/ 1 w 8"/>
                <a:gd name="T21" fmla="*/ 79 h 83"/>
                <a:gd name="T22" fmla="*/ 2 w 8"/>
                <a:gd name="T23" fmla="*/ 77 h 83"/>
                <a:gd name="T24" fmla="*/ 2 w 8"/>
                <a:gd name="T25" fmla="*/ 74 h 83"/>
                <a:gd name="T26" fmla="*/ 2 w 8"/>
                <a:gd name="T27" fmla="*/ 73 h 83"/>
                <a:gd name="T28" fmla="*/ 2 w 8"/>
                <a:gd name="T29" fmla="*/ 72 h 83"/>
                <a:gd name="T30" fmla="*/ 2 w 8"/>
                <a:gd name="T31" fmla="*/ 70 h 83"/>
                <a:gd name="T32" fmla="*/ 2 w 8"/>
                <a:gd name="T33" fmla="*/ 69 h 83"/>
                <a:gd name="T34" fmla="*/ 2 w 8"/>
                <a:gd name="T35" fmla="*/ 71 h 83"/>
                <a:gd name="T36" fmla="*/ 3 w 8"/>
                <a:gd name="T37" fmla="*/ 71 h 83"/>
                <a:gd name="T38" fmla="*/ 3 w 8"/>
                <a:gd name="T39" fmla="*/ 68 h 83"/>
                <a:gd name="T40" fmla="*/ 3 w 8"/>
                <a:gd name="T41" fmla="*/ 66 h 83"/>
                <a:gd name="T42" fmla="*/ 3 w 8"/>
                <a:gd name="T43" fmla="*/ 66 h 83"/>
                <a:gd name="T44" fmla="*/ 4 w 8"/>
                <a:gd name="T45" fmla="*/ 65 h 83"/>
                <a:gd name="T46" fmla="*/ 4 w 8"/>
                <a:gd name="T47" fmla="*/ 61 h 83"/>
                <a:gd name="T48" fmla="*/ 4 w 8"/>
                <a:gd name="T49" fmla="*/ 57 h 83"/>
                <a:gd name="T50" fmla="*/ 4 w 8"/>
                <a:gd name="T51" fmla="*/ 54 h 83"/>
                <a:gd name="T52" fmla="*/ 4 w 8"/>
                <a:gd name="T53" fmla="*/ 51 h 83"/>
                <a:gd name="T54" fmla="*/ 4 w 8"/>
                <a:gd name="T55" fmla="*/ 48 h 83"/>
                <a:gd name="T56" fmla="*/ 4 w 8"/>
                <a:gd name="T57" fmla="*/ 47 h 83"/>
                <a:gd name="T58" fmla="*/ 5 w 8"/>
                <a:gd name="T59" fmla="*/ 47 h 83"/>
                <a:gd name="T60" fmla="*/ 5 w 8"/>
                <a:gd name="T61" fmla="*/ 47 h 83"/>
                <a:gd name="T62" fmla="*/ 5 w 8"/>
                <a:gd name="T63" fmla="*/ 45 h 83"/>
                <a:gd name="T64" fmla="*/ 5 w 8"/>
                <a:gd name="T65" fmla="*/ 41 h 83"/>
                <a:gd name="T66" fmla="*/ 5 w 8"/>
                <a:gd name="T67" fmla="*/ 38 h 83"/>
                <a:gd name="T68" fmla="*/ 5 w 8"/>
                <a:gd name="T69" fmla="*/ 38 h 83"/>
                <a:gd name="T70" fmla="*/ 5 w 8"/>
                <a:gd name="T71" fmla="*/ 38 h 83"/>
                <a:gd name="T72" fmla="*/ 6 w 8"/>
                <a:gd name="T73" fmla="*/ 36 h 83"/>
                <a:gd name="T74" fmla="*/ 6 w 8"/>
                <a:gd name="T75" fmla="*/ 32 h 83"/>
                <a:gd name="T76" fmla="*/ 6 w 8"/>
                <a:gd name="T77" fmla="*/ 26 h 83"/>
                <a:gd name="T78" fmla="*/ 6 w 8"/>
                <a:gd name="T79" fmla="*/ 23 h 83"/>
                <a:gd name="T80" fmla="*/ 6 w 8"/>
                <a:gd name="T81" fmla="*/ 24 h 83"/>
                <a:gd name="T82" fmla="*/ 7 w 8"/>
                <a:gd name="T83" fmla="*/ 24 h 83"/>
                <a:gd name="T84" fmla="*/ 7 w 8"/>
                <a:gd name="T85" fmla="*/ 20 h 83"/>
                <a:gd name="T86" fmla="*/ 7 w 8"/>
                <a:gd name="T87" fmla="*/ 13 h 83"/>
                <a:gd name="T88" fmla="*/ 7 w 8"/>
                <a:gd name="T89" fmla="*/ 10 h 83"/>
                <a:gd name="T90" fmla="*/ 7 w 8"/>
                <a:gd name="T91" fmla="*/ 8 h 83"/>
                <a:gd name="T92" fmla="*/ 7 w 8"/>
                <a:gd name="T93" fmla="*/ 8 h 83"/>
                <a:gd name="T94" fmla="*/ 7 w 8"/>
                <a:gd name="T95" fmla="*/ 8 h 83"/>
                <a:gd name="T96" fmla="*/ 8 w 8"/>
                <a:gd name="T97" fmla="*/ 8 h 83"/>
                <a:gd name="T98" fmla="*/ 8 w 8"/>
                <a:gd name="T99" fmla="*/ 3 h 83"/>
                <a:gd name="T100" fmla="*/ 8 w 8"/>
                <a:gd name="T101" fmla="*/ 0 h 83"/>
                <a:gd name="T102" fmla="*/ 8 w 8"/>
                <a:gd name="T103" fmla="*/ 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3">
                  <a:moveTo>
                    <a:pt x="0" y="43"/>
                  </a:moveTo>
                  <a:lnTo>
                    <a:pt x="0" y="52"/>
                  </a:lnTo>
                  <a:lnTo>
                    <a:pt x="0" y="63"/>
                  </a:lnTo>
                  <a:lnTo>
                    <a:pt x="0" y="69"/>
                  </a:lnTo>
                  <a:lnTo>
                    <a:pt x="0" y="71"/>
                  </a:lnTo>
                  <a:lnTo>
                    <a:pt x="0" y="74"/>
                  </a:lnTo>
                  <a:lnTo>
                    <a:pt x="1" y="78"/>
                  </a:lnTo>
                  <a:lnTo>
                    <a:pt x="1" y="82"/>
                  </a:lnTo>
                  <a:lnTo>
                    <a:pt x="1" y="83"/>
                  </a:lnTo>
                  <a:lnTo>
                    <a:pt x="1" y="81"/>
                  </a:lnTo>
                  <a:lnTo>
                    <a:pt x="1" y="79"/>
                  </a:lnTo>
                  <a:lnTo>
                    <a:pt x="2" y="77"/>
                  </a:lnTo>
                  <a:lnTo>
                    <a:pt x="2" y="74"/>
                  </a:lnTo>
                  <a:lnTo>
                    <a:pt x="2" y="73"/>
                  </a:lnTo>
                  <a:lnTo>
                    <a:pt x="2" y="72"/>
                  </a:lnTo>
                  <a:lnTo>
                    <a:pt x="2" y="70"/>
                  </a:lnTo>
                  <a:lnTo>
                    <a:pt x="2" y="69"/>
                  </a:lnTo>
                  <a:lnTo>
                    <a:pt x="2" y="71"/>
                  </a:lnTo>
                  <a:lnTo>
                    <a:pt x="3" y="71"/>
                  </a:lnTo>
                  <a:lnTo>
                    <a:pt x="3" y="68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4" y="65"/>
                  </a:lnTo>
                  <a:lnTo>
                    <a:pt x="4" y="61"/>
                  </a:lnTo>
                  <a:lnTo>
                    <a:pt x="4" y="57"/>
                  </a:lnTo>
                  <a:lnTo>
                    <a:pt x="4" y="54"/>
                  </a:lnTo>
                  <a:lnTo>
                    <a:pt x="4" y="51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45"/>
                  </a:lnTo>
                  <a:lnTo>
                    <a:pt x="5" y="41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6" y="36"/>
                  </a:lnTo>
                  <a:lnTo>
                    <a:pt x="6" y="32"/>
                  </a:lnTo>
                  <a:lnTo>
                    <a:pt x="6" y="26"/>
                  </a:lnTo>
                  <a:lnTo>
                    <a:pt x="6" y="23"/>
                  </a:lnTo>
                  <a:lnTo>
                    <a:pt x="6" y="24"/>
                  </a:lnTo>
                  <a:lnTo>
                    <a:pt x="7" y="24"/>
                  </a:lnTo>
                  <a:lnTo>
                    <a:pt x="7" y="20"/>
                  </a:lnTo>
                  <a:lnTo>
                    <a:pt x="7" y="13"/>
                  </a:lnTo>
                  <a:lnTo>
                    <a:pt x="7" y="10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8" y="8"/>
                  </a:lnTo>
                  <a:lnTo>
                    <a:pt x="8" y="3"/>
                  </a:lnTo>
                  <a:lnTo>
                    <a:pt x="8" y="0"/>
                  </a:lnTo>
                  <a:lnTo>
                    <a:pt x="8" y="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85" name="Freeform 629"/>
            <p:cNvSpPr/>
            <p:nvPr/>
          </p:nvSpPr>
          <p:spPr bwMode="auto">
            <a:xfrm>
              <a:off x="2066925" y="1936751"/>
              <a:ext cx="14288" cy="84138"/>
            </a:xfrm>
            <a:custGeom>
              <a:avLst/>
              <a:gdLst>
                <a:gd name="T0" fmla="*/ 0 w 9"/>
                <a:gd name="T1" fmla="*/ 50 h 53"/>
                <a:gd name="T2" fmla="*/ 0 w 9"/>
                <a:gd name="T3" fmla="*/ 52 h 53"/>
                <a:gd name="T4" fmla="*/ 1 w 9"/>
                <a:gd name="T5" fmla="*/ 53 h 53"/>
                <a:gd name="T6" fmla="*/ 1 w 9"/>
                <a:gd name="T7" fmla="*/ 50 h 53"/>
                <a:gd name="T8" fmla="*/ 1 w 9"/>
                <a:gd name="T9" fmla="*/ 45 h 53"/>
                <a:gd name="T10" fmla="*/ 1 w 9"/>
                <a:gd name="T11" fmla="*/ 40 h 53"/>
                <a:gd name="T12" fmla="*/ 1 w 9"/>
                <a:gd name="T13" fmla="*/ 35 h 53"/>
                <a:gd name="T14" fmla="*/ 1 w 9"/>
                <a:gd name="T15" fmla="*/ 33 h 53"/>
                <a:gd name="T16" fmla="*/ 1 w 9"/>
                <a:gd name="T17" fmla="*/ 34 h 53"/>
                <a:gd name="T18" fmla="*/ 2 w 9"/>
                <a:gd name="T19" fmla="*/ 31 h 53"/>
                <a:gd name="T20" fmla="*/ 2 w 9"/>
                <a:gd name="T21" fmla="*/ 25 h 53"/>
                <a:gd name="T22" fmla="*/ 2 w 9"/>
                <a:gd name="T23" fmla="*/ 21 h 53"/>
                <a:gd name="T24" fmla="*/ 2 w 9"/>
                <a:gd name="T25" fmla="*/ 22 h 53"/>
                <a:gd name="T26" fmla="*/ 2 w 9"/>
                <a:gd name="T27" fmla="*/ 24 h 53"/>
                <a:gd name="T28" fmla="*/ 2 w 9"/>
                <a:gd name="T29" fmla="*/ 24 h 53"/>
                <a:gd name="T30" fmla="*/ 2 w 9"/>
                <a:gd name="T31" fmla="*/ 23 h 53"/>
                <a:gd name="T32" fmla="*/ 3 w 9"/>
                <a:gd name="T33" fmla="*/ 19 h 53"/>
                <a:gd name="T34" fmla="*/ 3 w 9"/>
                <a:gd name="T35" fmla="*/ 16 h 53"/>
                <a:gd name="T36" fmla="*/ 3 w 9"/>
                <a:gd name="T37" fmla="*/ 17 h 53"/>
                <a:gd name="T38" fmla="*/ 3 w 9"/>
                <a:gd name="T39" fmla="*/ 21 h 53"/>
                <a:gd name="T40" fmla="*/ 3 w 9"/>
                <a:gd name="T41" fmla="*/ 23 h 53"/>
                <a:gd name="T42" fmla="*/ 4 w 9"/>
                <a:gd name="T43" fmla="*/ 21 h 53"/>
                <a:gd name="T44" fmla="*/ 4 w 9"/>
                <a:gd name="T45" fmla="*/ 17 h 53"/>
                <a:gd name="T46" fmla="*/ 4 w 9"/>
                <a:gd name="T47" fmla="*/ 18 h 53"/>
                <a:gd name="T48" fmla="*/ 4 w 9"/>
                <a:gd name="T49" fmla="*/ 19 h 53"/>
                <a:gd name="T50" fmla="*/ 4 w 9"/>
                <a:gd name="T51" fmla="*/ 18 h 53"/>
                <a:gd name="T52" fmla="*/ 4 w 9"/>
                <a:gd name="T53" fmla="*/ 16 h 53"/>
                <a:gd name="T54" fmla="*/ 5 w 9"/>
                <a:gd name="T55" fmla="*/ 16 h 53"/>
                <a:gd name="T56" fmla="*/ 5 w 9"/>
                <a:gd name="T57" fmla="*/ 12 h 53"/>
                <a:gd name="T58" fmla="*/ 5 w 9"/>
                <a:gd name="T59" fmla="*/ 9 h 53"/>
                <a:gd name="T60" fmla="*/ 5 w 9"/>
                <a:gd name="T61" fmla="*/ 10 h 53"/>
                <a:gd name="T62" fmla="*/ 5 w 9"/>
                <a:gd name="T63" fmla="*/ 11 h 53"/>
                <a:gd name="T64" fmla="*/ 6 w 9"/>
                <a:gd name="T65" fmla="*/ 6 h 53"/>
                <a:gd name="T66" fmla="*/ 6 w 9"/>
                <a:gd name="T67" fmla="*/ 1 h 53"/>
                <a:gd name="T68" fmla="*/ 6 w 9"/>
                <a:gd name="T69" fmla="*/ 1 h 53"/>
                <a:gd name="T70" fmla="*/ 6 w 9"/>
                <a:gd name="T71" fmla="*/ 4 h 53"/>
                <a:gd name="T72" fmla="*/ 6 w 9"/>
                <a:gd name="T73" fmla="*/ 2 h 53"/>
                <a:gd name="T74" fmla="*/ 6 w 9"/>
                <a:gd name="T75" fmla="*/ 0 h 53"/>
                <a:gd name="T76" fmla="*/ 6 w 9"/>
                <a:gd name="T77" fmla="*/ 2 h 53"/>
                <a:gd name="T78" fmla="*/ 7 w 9"/>
                <a:gd name="T79" fmla="*/ 4 h 53"/>
                <a:gd name="T80" fmla="*/ 7 w 9"/>
                <a:gd name="T81" fmla="*/ 6 h 53"/>
                <a:gd name="T82" fmla="*/ 7 w 9"/>
                <a:gd name="T83" fmla="*/ 10 h 53"/>
                <a:gd name="T84" fmla="*/ 7 w 9"/>
                <a:gd name="T85" fmla="*/ 15 h 53"/>
                <a:gd name="T86" fmla="*/ 7 w 9"/>
                <a:gd name="T87" fmla="*/ 15 h 53"/>
                <a:gd name="T88" fmla="*/ 7 w 9"/>
                <a:gd name="T89" fmla="*/ 13 h 53"/>
                <a:gd name="T90" fmla="*/ 7 w 9"/>
                <a:gd name="T91" fmla="*/ 15 h 53"/>
                <a:gd name="T92" fmla="*/ 8 w 9"/>
                <a:gd name="T93" fmla="*/ 18 h 53"/>
                <a:gd name="T94" fmla="*/ 8 w 9"/>
                <a:gd name="T95" fmla="*/ 16 h 53"/>
                <a:gd name="T96" fmla="*/ 8 w 9"/>
                <a:gd name="T97" fmla="*/ 10 h 53"/>
                <a:gd name="T98" fmla="*/ 8 w 9"/>
                <a:gd name="T99" fmla="*/ 5 h 53"/>
                <a:gd name="T100" fmla="*/ 9 w 9"/>
                <a:gd name="T101" fmla="*/ 3 h 53"/>
                <a:gd name="T102" fmla="*/ 9 w 9"/>
                <a:gd name="T103" fmla="*/ 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3">
                  <a:moveTo>
                    <a:pt x="0" y="50"/>
                  </a:moveTo>
                  <a:lnTo>
                    <a:pt x="0" y="52"/>
                  </a:lnTo>
                  <a:lnTo>
                    <a:pt x="1" y="53"/>
                  </a:lnTo>
                  <a:lnTo>
                    <a:pt x="1" y="50"/>
                  </a:lnTo>
                  <a:lnTo>
                    <a:pt x="1" y="45"/>
                  </a:lnTo>
                  <a:lnTo>
                    <a:pt x="1" y="40"/>
                  </a:lnTo>
                  <a:lnTo>
                    <a:pt x="1" y="35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2" y="31"/>
                  </a:lnTo>
                  <a:lnTo>
                    <a:pt x="2" y="25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3"/>
                  </a:lnTo>
                  <a:lnTo>
                    <a:pt x="3" y="19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4" y="21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4" y="19"/>
                  </a:lnTo>
                  <a:lnTo>
                    <a:pt x="4" y="18"/>
                  </a:lnTo>
                  <a:lnTo>
                    <a:pt x="4" y="16"/>
                  </a:lnTo>
                  <a:lnTo>
                    <a:pt x="5" y="16"/>
                  </a:lnTo>
                  <a:lnTo>
                    <a:pt x="5" y="12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6" y="6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4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2"/>
                  </a:lnTo>
                  <a:lnTo>
                    <a:pt x="7" y="4"/>
                  </a:lnTo>
                  <a:lnTo>
                    <a:pt x="7" y="6"/>
                  </a:lnTo>
                  <a:lnTo>
                    <a:pt x="7" y="10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7" y="13"/>
                  </a:lnTo>
                  <a:lnTo>
                    <a:pt x="7" y="15"/>
                  </a:lnTo>
                  <a:lnTo>
                    <a:pt x="8" y="18"/>
                  </a:lnTo>
                  <a:lnTo>
                    <a:pt x="8" y="16"/>
                  </a:lnTo>
                  <a:lnTo>
                    <a:pt x="8" y="10"/>
                  </a:lnTo>
                  <a:lnTo>
                    <a:pt x="8" y="5"/>
                  </a:lnTo>
                  <a:lnTo>
                    <a:pt x="9" y="3"/>
                  </a:lnTo>
                  <a:lnTo>
                    <a:pt x="9" y="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86" name="Freeform 630"/>
            <p:cNvSpPr/>
            <p:nvPr/>
          </p:nvSpPr>
          <p:spPr bwMode="auto">
            <a:xfrm>
              <a:off x="2081213" y="1939926"/>
              <a:ext cx="12700" cy="73025"/>
            </a:xfrm>
            <a:custGeom>
              <a:avLst/>
              <a:gdLst>
                <a:gd name="T0" fmla="*/ 0 w 8"/>
                <a:gd name="T1" fmla="*/ 1 h 46"/>
                <a:gd name="T2" fmla="*/ 0 w 8"/>
                <a:gd name="T3" fmla="*/ 1 h 46"/>
                <a:gd name="T4" fmla="*/ 0 w 8"/>
                <a:gd name="T5" fmla="*/ 1 h 46"/>
                <a:gd name="T6" fmla="*/ 0 w 8"/>
                <a:gd name="T7" fmla="*/ 0 h 46"/>
                <a:gd name="T8" fmla="*/ 0 w 8"/>
                <a:gd name="T9" fmla="*/ 0 h 46"/>
                <a:gd name="T10" fmla="*/ 0 w 8"/>
                <a:gd name="T11" fmla="*/ 1 h 46"/>
                <a:gd name="T12" fmla="*/ 0 w 8"/>
                <a:gd name="T13" fmla="*/ 6 h 46"/>
                <a:gd name="T14" fmla="*/ 1 w 8"/>
                <a:gd name="T15" fmla="*/ 13 h 46"/>
                <a:gd name="T16" fmla="*/ 1 w 8"/>
                <a:gd name="T17" fmla="*/ 18 h 46"/>
                <a:gd name="T18" fmla="*/ 1 w 8"/>
                <a:gd name="T19" fmla="*/ 20 h 46"/>
                <a:gd name="T20" fmla="*/ 1 w 8"/>
                <a:gd name="T21" fmla="*/ 21 h 46"/>
                <a:gd name="T22" fmla="*/ 1 w 8"/>
                <a:gd name="T23" fmla="*/ 26 h 46"/>
                <a:gd name="T24" fmla="*/ 2 w 8"/>
                <a:gd name="T25" fmla="*/ 31 h 46"/>
                <a:gd name="T26" fmla="*/ 2 w 8"/>
                <a:gd name="T27" fmla="*/ 34 h 46"/>
                <a:gd name="T28" fmla="*/ 2 w 8"/>
                <a:gd name="T29" fmla="*/ 35 h 46"/>
                <a:gd name="T30" fmla="*/ 2 w 8"/>
                <a:gd name="T31" fmla="*/ 35 h 46"/>
                <a:gd name="T32" fmla="*/ 2 w 8"/>
                <a:gd name="T33" fmla="*/ 34 h 46"/>
                <a:gd name="T34" fmla="*/ 2 w 8"/>
                <a:gd name="T35" fmla="*/ 35 h 46"/>
                <a:gd name="T36" fmla="*/ 2 w 8"/>
                <a:gd name="T37" fmla="*/ 39 h 46"/>
                <a:gd name="T38" fmla="*/ 3 w 8"/>
                <a:gd name="T39" fmla="*/ 43 h 46"/>
                <a:gd name="T40" fmla="*/ 3 w 8"/>
                <a:gd name="T41" fmla="*/ 44 h 46"/>
                <a:gd name="T42" fmla="*/ 3 w 8"/>
                <a:gd name="T43" fmla="*/ 43 h 46"/>
                <a:gd name="T44" fmla="*/ 3 w 8"/>
                <a:gd name="T45" fmla="*/ 44 h 46"/>
                <a:gd name="T46" fmla="*/ 4 w 8"/>
                <a:gd name="T47" fmla="*/ 46 h 46"/>
                <a:gd name="T48" fmla="*/ 4 w 8"/>
                <a:gd name="T49" fmla="*/ 46 h 46"/>
                <a:gd name="T50" fmla="*/ 4 w 8"/>
                <a:gd name="T51" fmla="*/ 46 h 46"/>
                <a:gd name="T52" fmla="*/ 4 w 8"/>
                <a:gd name="T53" fmla="*/ 44 h 46"/>
                <a:gd name="T54" fmla="*/ 4 w 8"/>
                <a:gd name="T55" fmla="*/ 41 h 46"/>
                <a:gd name="T56" fmla="*/ 4 w 8"/>
                <a:gd name="T57" fmla="*/ 38 h 46"/>
                <a:gd name="T58" fmla="*/ 4 w 8"/>
                <a:gd name="T59" fmla="*/ 37 h 46"/>
                <a:gd name="T60" fmla="*/ 5 w 8"/>
                <a:gd name="T61" fmla="*/ 36 h 46"/>
                <a:gd name="T62" fmla="*/ 5 w 8"/>
                <a:gd name="T63" fmla="*/ 34 h 46"/>
                <a:gd name="T64" fmla="*/ 5 w 8"/>
                <a:gd name="T65" fmla="*/ 31 h 46"/>
                <a:gd name="T66" fmla="*/ 5 w 8"/>
                <a:gd name="T67" fmla="*/ 29 h 46"/>
                <a:gd name="T68" fmla="*/ 5 w 8"/>
                <a:gd name="T69" fmla="*/ 28 h 46"/>
                <a:gd name="T70" fmla="*/ 5 w 8"/>
                <a:gd name="T71" fmla="*/ 29 h 46"/>
                <a:gd name="T72" fmla="*/ 5 w 8"/>
                <a:gd name="T73" fmla="*/ 28 h 46"/>
                <a:gd name="T74" fmla="*/ 6 w 8"/>
                <a:gd name="T75" fmla="*/ 26 h 46"/>
                <a:gd name="T76" fmla="*/ 6 w 8"/>
                <a:gd name="T77" fmla="*/ 25 h 46"/>
                <a:gd name="T78" fmla="*/ 6 w 8"/>
                <a:gd name="T79" fmla="*/ 24 h 46"/>
                <a:gd name="T80" fmla="*/ 6 w 8"/>
                <a:gd name="T81" fmla="*/ 24 h 46"/>
                <a:gd name="T82" fmla="*/ 6 w 8"/>
                <a:gd name="T83" fmla="*/ 24 h 46"/>
                <a:gd name="T84" fmla="*/ 7 w 8"/>
                <a:gd name="T85" fmla="*/ 23 h 46"/>
                <a:gd name="T86" fmla="*/ 7 w 8"/>
                <a:gd name="T87" fmla="*/ 22 h 46"/>
                <a:gd name="T88" fmla="*/ 7 w 8"/>
                <a:gd name="T89" fmla="*/ 21 h 46"/>
                <a:gd name="T90" fmla="*/ 7 w 8"/>
                <a:gd name="T91" fmla="*/ 21 h 46"/>
                <a:gd name="T92" fmla="*/ 7 w 8"/>
                <a:gd name="T93" fmla="*/ 22 h 46"/>
                <a:gd name="T94" fmla="*/ 7 w 8"/>
                <a:gd name="T95" fmla="*/ 22 h 46"/>
                <a:gd name="T96" fmla="*/ 7 w 8"/>
                <a:gd name="T97" fmla="*/ 22 h 46"/>
                <a:gd name="T98" fmla="*/ 8 w 8"/>
                <a:gd name="T99" fmla="*/ 22 h 46"/>
                <a:gd name="T100" fmla="*/ 8 w 8"/>
                <a:gd name="T101" fmla="*/ 23 h 46"/>
                <a:gd name="T102" fmla="*/ 8 w 8"/>
                <a:gd name="T103" fmla="*/ 2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6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6"/>
                  </a:lnTo>
                  <a:lnTo>
                    <a:pt x="1" y="13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1" y="26"/>
                  </a:lnTo>
                  <a:lnTo>
                    <a:pt x="2" y="31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2" y="39"/>
                  </a:lnTo>
                  <a:lnTo>
                    <a:pt x="3" y="43"/>
                  </a:lnTo>
                  <a:lnTo>
                    <a:pt x="3" y="44"/>
                  </a:lnTo>
                  <a:lnTo>
                    <a:pt x="3" y="43"/>
                  </a:lnTo>
                  <a:lnTo>
                    <a:pt x="3" y="44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4" y="41"/>
                  </a:lnTo>
                  <a:lnTo>
                    <a:pt x="4" y="38"/>
                  </a:lnTo>
                  <a:lnTo>
                    <a:pt x="4" y="37"/>
                  </a:lnTo>
                  <a:lnTo>
                    <a:pt x="5" y="36"/>
                  </a:lnTo>
                  <a:lnTo>
                    <a:pt x="5" y="34"/>
                  </a:lnTo>
                  <a:lnTo>
                    <a:pt x="5" y="31"/>
                  </a:lnTo>
                  <a:lnTo>
                    <a:pt x="5" y="29"/>
                  </a:lnTo>
                  <a:lnTo>
                    <a:pt x="5" y="28"/>
                  </a:lnTo>
                  <a:lnTo>
                    <a:pt x="5" y="29"/>
                  </a:lnTo>
                  <a:lnTo>
                    <a:pt x="5" y="28"/>
                  </a:lnTo>
                  <a:lnTo>
                    <a:pt x="6" y="26"/>
                  </a:lnTo>
                  <a:lnTo>
                    <a:pt x="6" y="25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7" y="23"/>
                  </a:lnTo>
                  <a:lnTo>
                    <a:pt x="7" y="22"/>
                  </a:lnTo>
                  <a:lnTo>
                    <a:pt x="7" y="21"/>
                  </a:lnTo>
                  <a:lnTo>
                    <a:pt x="7" y="21"/>
                  </a:lnTo>
                  <a:lnTo>
                    <a:pt x="7" y="22"/>
                  </a:lnTo>
                  <a:lnTo>
                    <a:pt x="7" y="22"/>
                  </a:lnTo>
                  <a:lnTo>
                    <a:pt x="7" y="22"/>
                  </a:lnTo>
                  <a:lnTo>
                    <a:pt x="8" y="22"/>
                  </a:lnTo>
                  <a:lnTo>
                    <a:pt x="8" y="23"/>
                  </a:lnTo>
                  <a:lnTo>
                    <a:pt x="8" y="2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87" name="Freeform 631"/>
            <p:cNvSpPr/>
            <p:nvPr/>
          </p:nvSpPr>
          <p:spPr bwMode="auto">
            <a:xfrm>
              <a:off x="2093913" y="1968501"/>
              <a:ext cx="14288" cy="95250"/>
            </a:xfrm>
            <a:custGeom>
              <a:avLst/>
              <a:gdLst>
                <a:gd name="T0" fmla="*/ 0 w 9"/>
                <a:gd name="T1" fmla="*/ 5 h 60"/>
                <a:gd name="T2" fmla="*/ 0 w 9"/>
                <a:gd name="T3" fmla="*/ 7 h 60"/>
                <a:gd name="T4" fmla="*/ 0 w 9"/>
                <a:gd name="T5" fmla="*/ 9 h 60"/>
                <a:gd name="T6" fmla="*/ 1 w 9"/>
                <a:gd name="T7" fmla="*/ 11 h 60"/>
                <a:gd name="T8" fmla="*/ 1 w 9"/>
                <a:gd name="T9" fmla="*/ 11 h 60"/>
                <a:gd name="T10" fmla="*/ 1 w 9"/>
                <a:gd name="T11" fmla="*/ 10 h 60"/>
                <a:gd name="T12" fmla="*/ 1 w 9"/>
                <a:gd name="T13" fmla="*/ 10 h 60"/>
                <a:gd name="T14" fmla="*/ 1 w 9"/>
                <a:gd name="T15" fmla="*/ 8 h 60"/>
                <a:gd name="T16" fmla="*/ 1 w 9"/>
                <a:gd name="T17" fmla="*/ 6 h 60"/>
                <a:gd name="T18" fmla="*/ 1 w 9"/>
                <a:gd name="T19" fmla="*/ 4 h 60"/>
                <a:gd name="T20" fmla="*/ 2 w 9"/>
                <a:gd name="T21" fmla="*/ 3 h 60"/>
                <a:gd name="T22" fmla="*/ 2 w 9"/>
                <a:gd name="T23" fmla="*/ 1 h 60"/>
                <a:gd name="T24" fmla="*/ 2 w 9"/>
                <a:gd name="T25" fmla="*/ 0 h 60"/>
                <a:gd name="T26" fmla="*/ 2 w 9"/>
                <a:gd name="T27" fmla="*/ 0 h 60"/>
                <a:gd name="T28" fmla="*/ 2 w 9"/>
                <a:gd name="T29" fmla="*/ 0 h 60"/>
                <a:gd name="T30" fmla="*/ 2 w 9"/>
                <a:gd name="T31" fmla="*/ 0 h 60"/>
                <a:gd name="T32" fmla="*/ 2 w 9"/>
                <a:gd name="T33" fmla="*/ 0 h 60"/>
                <a:gd name="T34" fmla="*/ 3 w 9"/>
                <a:gd name="T35" fmla="*/ 3 h 60"/>
                <a:gd name="T36" fmla="*/ 3 w 9"/>
                <a:gd name="T37" fmla="*/ 6 h 60"/>
                <a:gd name="T38" fmla="*/ 3 w 9"/>
                <a:gd name="T39" fmla="*/ 8 h 60"/>
                <a:gd name="T40" fmla="*/ 3 w 9"/>
                <a:gd name="T41" fmla="*/ 8 h 60"/>
                <a:gd name="T42" fmla="*/ 4 w 9"/>
                <a:gd name="T43" fmla="*/ 10 h 60"/>
                <a:gd name="T44" fmla="*/ 4 w 9"/>
                <a:gd name="T45" fmla="*/ 12 h 60"/>
                <a:gd name="T46" fmla="*/ 4 w 9"/>
                <a:gd name="T47" fmla="*/ 13 h 60"/>
                <a:gd name="T48" fmla="*/ 4 w 9"/>
                <a:gd name="T49" fmla="*/ 14 h 60"/>
                <a:gd name="T50" fmla="*/ 4 w 9"/>
                <a:gd name="T51" fmla="*/ 15 h 60"/>
                <a:gd name="T52" fmla="*/ 4 w 9"/>
                <a:gd name="T53" fmla="*/ 16 h 60"/>
                <a:gd name="T54" fmla="*/ 4 w 9"/>
                <a:gd name="T55" fmla="*/ 16 h 60"/>
                <a:gd name="T56" fmla="*/ 5 w 9"/>
                <a:gd name="T57" fmla="*/ 16 h 60"/>
                <a:gd name="T58" fmla="*/ 5 w 9"/>
                <a:gd name="T59" fmla="*/ 17 h 60"/>
                <a:gd name="T60" fmla="*/ 5 w 9"/>
                <a:gd name="T61" fmla="*/ 17 h 60"/>
                <a:gd name="T62" fmla="*/ 5 w 9"/>
                <a:gd name="T63" fmla="*/ 17 h 60"/>
                <a:gd name="T64" fmla="*/ 5 w 9"/>
                <a:gd name="T65" fmla="*/ 19 h 60"/>
                <a:gd name="T66" fmla="*/ 6 w 9"/>
                <a:gd name="T67" fmla="*/ 20 h 60"/>
                <a:gd name="T68" fmla="*/ 6 w 9"/>
                <a:gd name="T69" fmla="*/ 20 h 60"/>
                <a:gd name="T70" fmla="*/ 6 w 9"/>
                <a:gd name="T71" fmla="*/ 19 h 60"/>
                <a:gd name="T72" fmla="*/ 6 w 9"/>
                <a:gd name="T73" fmla="*/ 19 h 60"/>
                <a:gd name="T74" fmla="*/ 6 w 9"/>
                <a:gd name="T75" fmla="*/ 18 h 60"/>
                <a:gd name="T76" fmla="*/ 6 w 9"/>
                <a:gd name="T77" fmla="*/ 18 h 60"/>
                <a:gd name="T78" fmla="*/ 6 w 9"/>
                <a:gd name="T79" fmla="*/ 19 h 60"/>
                <a:gd name="T80" fmla="*/ 7 w 9"/>
                <a:gd name="T81" fmla="*/ 21 h 60"/>
                <a:gd name="T82" fmla="*/ 7 w 9"/>
                <a:gd name="T83" fmla="*/ 22 h 60"/>
                <a:gd name="T84" fmla="*/ 7 w 9"/>
                <a:gd name="T85" fmla="*/ 25 h 60"/>
                <a:gd name="T86" fmla="*/ 7 w 9"/>
                <a:gd name="T87" fmla="*/ 31 h 60"/>
                <a:gd name="T88" fmla="*/ 7 w 9"/>
                <a:gd name="T89" fmla="*/ 35 h 60"/>
                <a:gd name="T90" fmla="*/ 7 w 9"/>
                <a:gd name="T91" fmla="*/ 38 h 60"/>
                <a:gd name="T92" fmla="*/ 7 w 9"/>
                <a:gd name="T93" fmla="*/ 44 h 60"/>
                <a:gd name="T94" fmla="*/ 8 w 9"/>
                <a:gd name="T95" fmla="*/ 52 h 60"/>
                <a:gd name="T96" fmla="*/ 8 w 9"/>
                <a:gd name="T97" fmla="*/ 55 h 60"/>
                <a:gd name="T98" fmla="*/ 8 w 9"/>
                <a:gd name="T99" fmla="*/ 55 h 60"/>
                <a:gd name="T100" fmla="*/ 8 w 9"/>
                <a:gd name="T101" fmla="*/ 58 h 60"/>
                <a:gd name="T102" fmla="*/ 9 w 9"/>
                <a:gd name="T10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0">
                  <a:moveTo>
                    <a:pt x="0" y="5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6"/>
                  </a:lnTo>
                  <a:lnTo>
                    <a:pt x="1" y="4"/>
                  </a:lnTo>
                  <a:lnTo>
                    <a:pt x="2" y="3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3"/>
                  </a:lnTo>
                  <a:lnTo>
                    <a:pt x="3" y="6"/>
                  </a:lnTo>
                  <a:lnTo>
                    <a:pt x="3" y="8"/>
                  </a:lnTo>
                  <a:lnTo>
                    <a:pt x="3" y="8"/>
                  </a:lnTo>
                  <a:lnTo>
                    <a:pt x="4" y="10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9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9"/>
                  </a:lnTo>
                  <a:lnTo>
                    <a:pt x="7" y="21"/>
                  </a:lnTo>
                  <a:lnTo>
                    <a:pt x="7" y="22"/>
                  </a:lnTo>
                  <a:lnTo>
                    <a:pt x="7" y="25"/>
                  </a:lnTo>
                  <a:lnTo>
                    <a:pt x="7" y="31"/>
                  </a:lnTo>
                  <a:lnTo>
                    <a:pt x="7" y="35"/>
                  </a:lnTo>
                  <a:lnTo>
                    <a:pt x="7" y="38"/>
                  </a:lnTo>
                  <a:lnTo>
                    <a:pt x="7" y="44"/>
                  </a:lnTo>
                  <a:lnTo>
                    <a:pt x="8" y="52"/>
                  </a:lnTo>
                  <a:lnTo>
                    <a:pt x="8" y="55"/>
                  </a:lnTo>
                  <a:lnTo>
                    <a:pt x="8" y="55"/>
                  </a:lnTo>
                  <a:lnTo>
                    <a:pt x="8" y="58"/>
                  </a:lnTo>
                  <a:lnTo>
                    <a:pt x="9" y="6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88" name="Freeform 632"/>
            <p:cNvSpPr/>
            <p:nvPr/>
          </p:nvSpPr>
          <p:spPr bwMode="auto">
            <a:xfrm>
              <a:off x="2106613" y="2052639"/>
              <a:ext cx="14288" cy="61913"/>
            </a:xfrm>
            <a:custGeom>
              <a:avLst/>
              <a:gdLst>
                <a:gd name="T0" fmla="*/ 0 w 9"/>
                <a:gd name="T1" fmla="*/ 5 h 39"/>
                <a:gd name="T2" fmla="*/ 1 w 9"/>
                <a:gd name="T3" fmla="*/ 7 h 39"/>
                <a:gd name="T4" fmla="*/ 1 w 9"/>
                <a:gd name="T5" fmla="*/ 5 h 39"/>
                <a:gd name="T6" fmla="*/ 1 w 9"/>
                <a:gd name="T7" fmla="*/ 2 h 39"/>
                <a:gd name="T8" fmla="*/ 1 w 9"/>
                <a:gd name="T9" fmla="*/ 1 h 39"/>
                <a:gd name="T10" fmla="*/ 1 w 9"/>
                <a:gd name="T11" fmla="*/ 1 h 39"/>
                <a:gd name="T12" fmla="*/ 1 w 9"/>
                <a:gd name="T13" fmla="*/ 0 h 39"/>
                <a:gd name="T14" fmla="*/ 1 w 9"/>
                <a:gd name="T15" fmla="*/ 0 h 39"/>
                <a:gd name="T16" fmla="*/ 2 w 9"/>
                <a:gd name="T17" fmla="*/ 1 h 39"/>
                <a:gd name="T18" fmla="*/ 2 w 9"/>
                <a:gd name="T19" fmla="*/ 4 h 39"/>
                <a:gd name="T20" fmla="*/ 2 w 9"/>
                <a:gd name="T21" fmla="*/ 9 h 39"/>
                <a:gd name="T22" fmla="*/ 2 w 9"/>
                <a:gd name="T23" fmla="*/ 13 h 39"/>
                <a:gd name="T24" fmla="*/ 2 w 9"/>
                <a:gd name="T25" fmla="*/ 18 h 39"/>
                <a:gd name="T26" fmla="*/ 3 w 9"/>
                <a:gd name="T27" fmla="*/ 24 h 39"/>
                <a:gd name="T28" fmla="*/ 3 w 9"/>
                <a:gd name="T29" fmla="*/ 29 h 39"/>
                <a:gd name="T30" fmla="*/ 3 w 9"/>
                <a:gd name="T31" fmla="*/ 33 h 39"/>
                <a:gd name="T32" fmla="*/ 3 w 9"/>
                <a:gd name="T33" fmla="*/ 36 h 39"/>
                <a:gd name="T34" fmla="*/ 3 w 9"/>
                <a:gd name="T35" fmla="*/ 36 h 39"/>
                <a:gd name="T36" fmla="*/ 3 w 9"/>
                <a:gd name="T37" fmla="*/ 36 h 39"/>
                <a:gd name="T38" fmla="*/ 3 w 9"/>
                <a:gd name="T39" fmla="*/ 38 h 39"/>
                <a:gd name="T40" fmla="*/ 4 w 9"/>
                <a:gd name="T41" fmla="*/ 39 h 39"/>
                <a:gd name="T42" fmla="*/ 4 w 9"/>
                <a:gd name="T43" fmla="*/ 38 h 39"/>
                <a:gd name="T44" fmla="*/ 4 w 9"/>
                <a:gd name="T45" fmla="*/ 36 h 39"/>
                <a:gd name="T46" fmla="*/ 4 w 9"/>
                <a:gd name="T47" fmla="*/ 34 h 39"/>
                <a:gd name="T48" fmla="*/ 4 w 9"/>
                <a:gd name="T49" fmla="*/ 34 h 39"/>
                <a:gd name="T50" fmla="*/ 4 w 9"/>
                <a:gd name="T51" fmla="*/ 36 h 39"/>
                <a:gd name="T52" fmla="*/ 4 w 9"/>
                <a:gd name="T53" fmla="*/ 34 h 39"/>
                <a:gd name="T54" fmla="*/ 5 w 9"/>
                <a:gd name="T55" fmla="*/ 33 h 39"/>
                <a:gd name="T56" fmla="*/ 5 w 9"/>
                <a:gd name="T57" fmla="*/ 32 h 39"/>
                <a:gd name="T58" fmla="*/ 5 w 9"/>
                <a:gd name="T59" fmla="*/ 32 h 39"/>
                <a:gd name="T60" fmla="*/ 5 w 9"/>
                <a:gd name="T61" fmla="*/ 34 h 39"/>
                <a:gd name="T62" fmla="*/ 6 w 9"/>
                <a:gd name="T63" fmla="*/ 37 h 39"/>
                <a:gd name="T64" fmla="*/ 6 w 9"/>
                <a:gd name="T65" fmla="*/ 39 h 39"/>
                <a:gd name="T66" fmla="*/ 6 w 9"/>
                <a:gd name="T67" fmla="*/ 38 h 39"/>
                <a:gd name="T68" fmla="*/ 6 w 9"/>
                <a:gd name="T69" fmla="*/ 35 h 39"/>
                <a:gd name="T70" fmla="*/ 6 w 9"/>
                <a:gd name="T71" fmla="*/ 35 h 39"/>
                <a:gd name="T72" fmla="*/ 6 w 9"/>
                <a:gd name="T73" fmla="*/ 38 h 39"/>
                <a:gd name="T74" fmla="*/ 6 w 9"/>
                <a:gd name="T75" fmla="*/ 39 h 39"/>
                <a:gd name="T76" fmla="*/ 7 w 9"/>
                <a:gd name="T77" fmla="*/ 39 h 39"/>
                <a:gd name="T78" fmla="*/ 7 w 9"/>
                <a:gd name="T79" fmla="*/ 36 h 39"/>
                <a:gd name="T80" fmla="*/ 7 w 9"/>
                <a:gd name="T81" fmla="*/ 32 h 39"/>
                <a:gd name="T82" fmla="*/ 7 w 9"/>
                <a:gd name="T83" fmla="*/ 31 h 39"/>
                <a:gd name="T84" fmla="*/ 7 w 9"/>
                <a:gd name="T85" fmla="*/ 33 h 39"/>
                <a:gd name="T86" fmla="*/ 8 w 9"/>
                <a:gd name="T87" fmla="*/ 35 h 39"/>
                <a:gd name="T88" fmla="*/ 8 w 9"/>
                <a:gd name="T89" fmla="*/ 33 h 39"/>
                <a:gd name="T90" fmla="*/ 8 w 9"/>
                <a:gd name="T91" fmla="*/ 31 h 39"/>
                <a:gd name="T92" fmla="*/ 8 w 9"/>
                <a:gd name="T93" fmla="*/ 31 h 39"/>
                <a:gd name="T94" fmla="*/ 8 w 9"/>
                <a:gd name="T95" fmla="*/ 29 h 39"/>
                <a:gd name="T96" fmla="*/ 8 w 9"/>
                <a:gd name="T97" fmla="*/ 26 h 39"/>
                <a:gd name="T98" fmla="*/ 9 w 9"/>
                <a:gd name="T99" fmla="*/ 21 h 39"/>
                <a:gd name="T100" fmla="*/ 9 w 9"/>
                <a:gd name="T101" fmla="*/ 20 h 39"/>
                <a:gd name="T102" fmla="*/ 9 w 9"/>
                <a:gd name="T103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39">
                  <a:moveTo>
                    <a:pt x="0" y="5"/>
                  </a:moveTo>
                  <a:lnTo>
                    <a:pt x="1" y="7"/>
                  </a:lnTo>
                  <a:lnTo>
                    <a:pt x="1" y="5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4"/>
                  </a:lnTo>
                  <a:lnTo>
                    <a:pt x="2" y="9"/>
                  </a:lnTo>
                  <a:lnTo>
                    <a:pt x="2" y="13"/>
                  </a:lnTo>
                  <a:lnTo>
                    <a:pt x="2" y="18"/>
                  </a:lnTo>
                  <a:lnTo>
                    <a:pt x="3" y="24"/>
                  </a:lnTo>
                  <a:lnTo>
                    <a:pt x="3" y="29"/>
                  </a:lnTo>
                  <a:lnTo>
                    <a:pt x="3" y="33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8"/>
                  </a:lnTo>
                  <a:lnTo>
                    <a:pt x="4" y="39"/>
                  </a:lnTo>
                  <a:lnTo>
                    <a:pt x="4" y="38"/>
                  </a:lnTo>
                  <a:lnTo>
                    <a:pt x="4" y="36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4" y="34"/>
                  </a:lnTo>
                  <a:lnTo>
                    <a:pt x="5" y="33"/>
                  </a:lnTo>
                  <a:lnTo>
                    <a:pt x="5" y="32"/>
                  </a:lnTo>
                  <a:lnTo>
                    <a:pt x="5" y="32"/>
                  </a:lnTo>
                  <a:lnTo>
                    <a:pt x="5" y="34"/>
                  </a:lnTo>
                  <a:lnTo>
                    <a:pt x="6" y="37"/>
                  </a:lnTo>
                  <a:lnTo>
                    <a:pt x="6" y="39"/>
                  </a:lnTo>
                  <a:lnTo>
                    <a:pt x="6" y="38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6" y="38"/>
                  </a:lnTo>
                  <a:lnTo>
                    <a:pt x="6" y="39"/>
                  </a:lnTo>
                  <a:lnTo>
                    <a:pt x="7" y="39"/>
                  </a:lnTo>
                  <a:lnTo>
                    <a:pt x="7" y="36"/>
                  </a:lnTo>
                  <a:lnTo>
                    <a:pt x="7" y="32"/>
                  </a:lnTo>
                  <a:lnTo>
                    <a:pt x="7" y="31"/>
                  </a:lnTo>
                  <a:lnTo>
                    <a:pt x="7" y="33"/>
                  </a:lnTo>
                  <a:lnTo>
                    <a:pt x="8" y="35"/>
                  </a:lnTo>
                  <a:lnTo>
                    <a:pt x="8" y="33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8" y="29"/>
                  </a:lnTo>
                  <a:lnTo>
                    <a:pt x="8" y="26"/>
                  </a:lnTo>
                  <a:lnTo>
                    <a:pt x="9" y="21"/>
                  </a:lnTo>
                  <a:lnTo>
                    <a:pt x="9" y="20"/>
                  </a:lnTo>
                  <a:lnTo>
                    <a:pt x="9" y="2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89" name="Freeform 633"/>
            <p:cNvSpPr/>
            <p:nvPr/>
          </p:nvSpPr>
          <p:spPr bwMode="auto">
            <a:xfrm>
              <a:off x="2120900" y="1911351"/>
              <a:ext cx="12700" cy="173038"/>
            </a:xfrm>
            <a:custGeom>
              <a:avLst/>
              <a:gdLst>
                <a:gd name="T0" fmla="*/ 0 w 8"/>
                <a:gd name="T1" fmla="*/ 109 h 109"/>
                <a:gd name="T2" fmla="*/ 0 w 8"/>
                <a:gd name="T3" fmla="*/ 109 h 109"/>
                <a:gd name="T4" fmla="*/ 0 w 8"/>
                <a:gd name="T5" fmla="*/ 105 h 109"/>
                <a:gd name="T6" fmla="*/ 0 w 8"/>
                <a:gd name="T7" fmla="*/ 100 h 109"/>
                <a:gd name="T8" fmla="*/ 0 w 8"/>
                <a:gd name="T9" fmla="*/ 100 h 109"/>
                <a:gd name="T10" fmla="*/ 0 w 8"/>
                <a:gd name="T11" fmla="*/ 103 h 109"/>
                <a:gd name="T12" fmla="*/ 1 w 8"/>
                <a:gd name="T13" fmla="*/ 102 h 109"/>
                <a:gd name="T14" fmla="*/ 1 w 8"/>
                <a:gd name="T15" fmla="*/ 98 h 109"/>
                <a:gd name="T16" fmla="*/ 1 w 8"/>
                <a:gd name="T17" fmla="*/ 93 h 109"/>
                <a:gd name="T18" fmla="*/ 1 w 8"/>
                <a:gd name="T19" fmla="*/ 88 h 109"/>
                <a:gd name="T20" fmla="*/ 1 w 8"/>
                <a:gd name="T21" fmla="*/ 84 h 109"/>
                <a:gd name="T22" fmla="*/ 2 w 8"/>
                <a:gd name="T23" fmla="*/ 84 h 109"/>
                <a:gd name="T24" fmla="*/ 2 w 8"/>
                <a:gd name="T25" fmla="*/ 82 h 109"/>
                <a:gd name="T26" fmla="*/ 2 w 8"/>
                <a:gd name="T27" fmla="*/ 73 h 109"/>
                <a:gd name="T28" fmla="*/ 2 w 8"/>
                <a:gd name="T29" fmla="*/ 64 h 109"/>
                <a:gd name="T30" fmla="*/ 2 w 8"/>
                <a:gd name="T31" fmla="*/ 61 h 109"/>
                <a:gd name="T32" fmla="*/ 2 w 8"/>
                <a:gd name="T33" fmla="*/ 58 h 109"/>
                <a:gd name="T34" fmla="*/ 2 w 8"/>
                <a:gd name="T35" fmla="*/ 55 h 109"/>
                <a:gd name="T36" fmla="*/ 3 w 8"/>
                <a:gd name="T37" fmla="*/ 53 h 109"/>
                <a:gd name="T38" fmla="*/ 3 w 8"/>
                <a:gd name="T39" fmla="*/ 48 h 109"/>
                <a:gd name="T40" fmla="*/ 3 w 8"/>
                <a:gd name="T41" fmla="*/ 40 h 109"/>
                <a:gd name="T42" fmla="*/ 3 w 8"/>
                <a:gd name="T43" fmla="*/ 34 h 109"/>
                <a:gd name="T44" fmla="*/ 4 w 8"/>
                <a:gd name="T45" fmla="*/ 34 h 109"/>
                <a:gd name="T46" fmla="*/ 4 w 8"/>
                <a:gd name="T47" fmla="*/ 35 h 109"/>
                <a:gd name="T48" fmla="*/ 4 w 8"/>
                <a:gd name="T49" fmla="*/ 34 h 109"/>
                <a:gd name="T50" fmla="*/ 4 w 8"/>
                <a:gd name="T51" fmla="*/ 28 h 109"/>
                <a:gd name="T52" fmla="*/ 4 w 8"/>
                <a:gd name="T53" fmla="*/ 21 h 109"/>
                <a:gd name="T54" fmla="*/ 4 w 8"/>
                <a:gd name="T55" fmla="*/ 20 h 109"/>
                <a:gd name="T56" fmla="*/ 4 w 8"/>
                <a:gd name="T57" fmla="*/ 22 h 109"/>
                <a:gd name="T58" fmla="*/ 5 w 8"/>
                <a:gd name="T59" fmla="*/ 21 h 109"/>
                <a:gd name="T60" fmla="*/ 5 w 8"/>
                <a:gd name="T61" fmla="*/ 19 h 109"/>
                <a:gd name="T62" fmla="*/ 5 w 8"/>
                <a:gd name="T63" fmla="*/ 18 h 109"/>
                <a:gd name="T64" fmla="*/ 5 w 8"/>
                <a:gd name="T65" fmla="*/ 15 h 109"/>
                <a:gd name="T66" fmla="*/ 5 w 8"/>
                <a:gd name="T67" fmla="*/ 14 h 109"/>
                <a:gd name="T68" fmla="*/ 5 w 8"/>
                <a:gd name="T69" fmla="*/ 19 h 109"/>
                <a:gd name="T70" fmla="*/ 5 w 8"/>
                <a:gd name="T71" fmla="*/ 22 h 109"/>
                <a:gd name="T72" fmla="*/ 6 w 8"/>
                <a:gd name="T73" fmla="*/ 21 h 109"/>
                <a:gd name="T74" fmla="*/ 6 w 8"/>
                <a:gd name="T75" fmla="*/ 19 h 109"/>
                <a:gd name="T76" fmla="*/ 6 w 8"/>
                <a:gd name="T77" fmla="*/ 19 h 109"/>
                <a:gd name="T78" fmla="*/ 6 w 8"/>
                <a:gd name="T79" fmla="*/ 14 h 109"/>
                <a:gd name="T80" fmla="*/ 6 w 8"/>
                <a:gd name="T81" fmla="*/ 12 h 109"/>
                <a:gd name="T82" fmla="*/ 7 w 8"/>
                <a:gd name="T83" fmla="*/ 12 h 109"/>
                <a:gd name="T84" fmla="*/ 7 w 8"/>
                <a:gd name="T85" fmla="*/ 8 h 109"/>
                <a:gd name="T86" fmla="*/ 7 w 8"/>
                <a:gd name="T87" fmla="*/ 2 h 109"/>
                <a:gd name="T88" fmla="*/ 7 w 8"/>
                <a:gd name="T89" fmla="*/ 0 h 109"/>
                <a:gd name="T90" fmla="*/ 7 w 8"/>
                <a:gd name="T91" fmla="*/ 0 h 109"/>
                <a:gd name="T92" fmla="*/ 7 w 8"/>
                <a:gd name="T93" fmla="*/ 1 h 109"/>
                <a:gd name="T94" fmla="*/ 7 w 8"/>
                <a:gd name="T95" fmla="*/ 4 h 109"/>
                <a:gd name="T96" fmla="*/ 8 w 8"/>
                <a:gd name="T97" fmla="*/ 9 h 109"/>
                <a:gd name="T98" fmla="*/ 8 w 8"/>
                <a:gd name="T99" fmla="*/ 12 h 109"/>
                <a:gd name="T100" fmla="*/ 8 w 8"/>
                <a:gd name="T101" fmla="*/ 15 h 109"/>
                <a:gd name="T102" fmla="*/ 8 w 8"/>
                <a:gd name="T103" fmla="*/ 1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09">
                  <a:moveTo>
                    <a:pt x="0" y="109"/>
                  </a:moveTo>
                  <a:lnTo>
                    <a:pt x="0" y="109"/>
                  </a:lnTo>
                  <a:lnTo>
                    <a:pt x="0" y="105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0" y="103"/>
                  </a:lnTo>
                  <a:lnTo>
                    <a:pt x="1" y="102"/>
                  </a:lnTo>
                  <a:lnTo>
                    <a:pt x="1" y="98"/>
                  </a:lnTo>
                  <a:lnTo>
                    <a:pt x="1" y="93"/>
                  </a:lnTo>
                  <a:lnTo>
                    <a:pt x="1" y="88"/>
                  </a:lnTo>
                  <a:lnTo>
                    <a:pt x="1" y="84"/>
                  </a:lnTo>
                  <a:lnTo>
                    <a:pt x="2" y="84"/>
                  </a:lnTo>
                  <a:lnTo>
                    <a:pt x="2" y="82"/>
                  </a:lnTo>
                  <a:lnTo>
                    <a:pt x="2" y="73"/>
                  </a:lnTo>
                  <a:lnTo>
                    <a:pt x="2" y="64"/>
                  </a:lnTo>
                  <a:lnTo>
                    <a:pt x="2" y="61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3" y="53"/>
                  </a:lnTo>
                  <a:lnTo>
                    <a:pt x="3" y="48"/>
                  </a:lnTo>
                  <a:lnTo>
                    <a:pt x="3" y="40"/>
                  </a:lnTo>
                  <a:lnTo>
                    <a:pt x="3" y="34"/>
                  </a:lnTo>
                  <a:lnTo>
                    <a:pt x="4" y="34"/>
                  </a:lnTo>
                  <a:lnTo>
                    <a:pt x="4" y="35"/>
                  </a:lnTo>
                  <a:lnTo>
                    <a:pt x="4" y="34"/>
                  </a:lnTo>
                  <a:lnTo>
                    <a:pt x="4" y="28"/>
                  </a:lnTo>
                  <a:lnTo>
                    <a:pt x="4" y="21"/>
                  </a:lnTo>
                  <a:lnTo>
                    <a:pt x="4" y="20"/>
                  </a:lnTo>
                  <a:lnTo>
                    <a:pt x="4" y="22"/>
                  </a:lnTo>
                  <a:lnTo>
                    <a:pt x="5" y="21"/>
                  </a:lnTo>
                  <a:lnTo>
                    <a:pt x="5" y="19"/>
                  </a:lnTo>
                  <a:lnTo>
                    <a:pt x="5" y="18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5" y="19"/>
                  </a:lnTo>
                  <a:lnTo>
                    <a:pt x="5" y="22"/>
                  </a:lnTo>
                  <a:lnTo>
                    <a:pt x="6" y="21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6" y="14"/>
                  </a:lnTo>
                  <a:lnTo>
                    <a:pt x="6" y="12"/>
                  </a:lnTo>
                  <a:lnTo>
                    <a:pt x="7" y="12"/>
                  </a:lnTo>
                  <a:lnTo>
                    <a:pt x="7" y="8"/>
                  </a:lnTo>
                  <a:lnTo>
                    <a:pt x="7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4"/>
                  </a:lnTo>
                  <a:lnTo>
                    <a:pt x="8" y="9"/>
                  </a:lnTo>
                  <a:lnTo>
                    <a:pt x="8" y="12"/>
                  </a:lnTo>
                  <a:lnTo>
                    <a:pt x="8" y="15"/>
                  </a:lnTo>
                  <a:lnTo>
                    <a:pt x="8" y="1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90" name="Freeform 634"/>
            <p:cNvSpPr/>
            <p:nvPr/>
          </p:nvSpPr>
          <p:spPr bwMode="auto">
            <a:xfrm>
              <a:off x="2133600" y="1905001"/>
              <a:ext cx="14288" cy="46038"/>
            </a:xfrm>
            <a:custGeom>
              <a:avLst/>
              <a:gdLst>
                <a:gd name="T0" fmla="*/ 0 w 9"/>
                <a:gd name="T1" fmla="*/ 19 h 29"/>
                <a:gd name="T2" fmla="*/ 0 w 9"/>
                <a:gd name="T3" fmla="*/ 23 h 29"/>
                <a:gd name="T4" fmla="*/ 1 w 9"/>
                <a:gd name="T5" fmla="*/ 28 h 29"/>
                <a:gd name="T6" fmla="*/ 1 w 9"/>
                <a:gd name="T7" fmla="*/ 29 h 29"/>
                <a:gd name="T8" fmla="*/ 1 w 9"/>
                <a:gd name="T9" fmla="*/ 27 h 29"/>
                <a:gd name="T10" fmla="*/ 1 w 9"/>
                <a:gd name="T11" fmla="*/ 24 h 29"/>
                <a:gd name="T12" fmla="*/ 1 w 9"/>
                <a:gd name="T13" fmla="*/ 23 h 29"/>
                <a:gd name="T14" fmla="*/ 1 w 9"/>
                <a:gd name="T15" fmla="*/ 19 h 29"/>
                <a:gd name="T16" fmla="*/ 1 w 9"/>
                <a:gd name="T17" fmla="*/ 13 h 29"/>
                <a:gd name="T18" fmla="*/ 2 w 9"/>
                <a:gd name="T19" fmla="*/ 8 h 29"/>
                <a:gd name="T20" fmla="*/ 2 w 9"/>
                <a:gd name="T21" fmla="*/ 6 h 29"/>
                <a:gd name="T22" fmla="*/ 2 w 9"/>
                <a:gd name="T23" fmla="*/ 4 h 29"/>
                <a:gd name="T24" fmla="*/ 2 w 9"/>
                <a:gd name="T25" fmla="*/ 0 h 29"/>
                <a:gd name="T26" fmla="*/ 2 w 9"/>
                <a:gd name="T27" fmla="*/ 1 h 29"/>
                <a:gd name="T28" fmla="*/ 2 w 9"/>
                <a:gd name="T29" fmla="*/ 4 h 29"/>
                <a:gd name="T30" fmla="*/ 2 w 9"/>
                <a:gd name="T31" fmla="*/ 7 h 29"/>
                <a:gd name="T32" fmla="*/ 3 w 9"/>
                <a:gd name="T33" fmla="*/ 10 h 29"/>
                <a:gd name="T34" fmla="*/ 3 w 9"/>
                <a:gd name="T35" fmla="*/ 14 h 29"/>
                <a:gd name="T36" fmla="*/ 3 w 9"/>
                <a:gd name="T37" fmla="*/ 16 h 29"/>
                <a:gd name="T38" fmla="*/ 3 w 9"/>
                <a:gd name="T39" fmla="*/ 16 h 29"/>
                <a:gd name="T40" fmla="*/ 3 w 9"/>
                <a:gd name="T41" fmla="*/ 18 h 29"/>
                <a:gd name="T42" fmla="*/ 4 w 9"/>
                <a:gd name="T43" fmla="*/ 22 h 29"/>
                <a:gd name="T44" fmla="*/ 4 w 9"/>
                <a:gd name="T45" fmla="*/ 24 h 29"/>
                <a:gd name="T46" fmla="*/ 4 w 9"/>
                <a:gd name="T47" fmla="*/ 22 h 29"/>
                <a:gd name="T48" fmla="*/ 4 w 9"/>
                <a:gd name="T49" fmla="*/ 22 h 29"/>
                <a:gd name="T50" fmla="*/ 4 w 9"/>
                <a:gd name="T51" fmla="*/ 24 h 29"/>
                <a:gd name="T52" fmla="*/ 4 w 9"/>
                <a:gd name="T53" fmla="*/ 25 h 29"/>
                <a:gd name="T54" fmla="*/ 5 w 9"/>
                <a:gd name="T55" fmla="*/ 26 h 29"/>
                <a:gd name="T56" fmla="*/ 5 w 9"/>
                <a:gd name="T57" fmla="*/ 26 h 29"/>
                <a:gd name="T58" fmla="*/ 5 w 9"/>
                <a:gd name="T59" fmla="*/ 26 h 29"/>
                <a:gd name="T60" fmla="*/ 5 w 9"/>
                <a:gd name="T61" fmla="*/ 26 h 29"/>
                <a:gd name="T62" fmla="*/ 5 w 9"/>
                <a:gd name="T63" fmla="*/ 25 h 29"/>
                <a:gd name="T64" fmla="*/ 6 w 9"/>
                <a:gd name="T65" fmla="*/ 26 h 29"/>
                <a:gd name="T66" fmla="*/ 6 w 9"/>
                <a:gd name="T67" fmla="*/ 29 h 29"/>
                <a:gd name="T68" fmla="*/ 6 w 9"/>
                <a:gd name="T69" fmla="*/ 29 h 29"/>
                <a:gd name="T70" fmla="*/ 6 w 9"/>
                <a:gd name="T71" fmla="*/ 28 h 29"/>
                <a:gd name="T72" fmla="*/ 6 w 9"/>
                <a:gd name="T73" fmla="*/ 28 h 29"/>
                <a:gd name="T74" fmla="*/ 6 w 9"/>
                <a:gd name="T75" fmla="*/ 28 h 29"/>
                <a:gd name="T76" fmla="*/ 6 w 9"/>
                <a:gd name="T77" fmla="*/ 28 h 29"/>
                <a:gd name="T78" fmla="*/ 7 w 9"/>
                <a:gd name="T79" fmla="*/ 27 h 29"/>
                <a:gd name="T80" fmla="*/ 7 w 9"/>
                <a:gd name="T81" fmla="*/ 26 h 29"/>
                <a:gd name="T82" fmla="*/ 7 w 9"/>
                <a:gd name="T83" fmla="*/ 24 h 29"/>
                <a:gd name="T84" fmla="*/ 7 w 9"/>
                <a:gd name="T85" fmla="*/ 21 h 29"/>
                <a:gd name="T86" fmla="*/ 7 w 9"/>
                <a:gd name="T87" fmla="*/ 20 h 29"/>
                <a:gd name="T88" fmla="*/ 7 w 9"/>
                <a:gd name="T89" fmla="*/ 21 h 29"/>
                <a:gd name="T90" fmla="*/ 7 w 9"/>
                <a:gd name="T91" fmla="*/ 20 h 29"/>
                <a:gd name="T92" fmla="*/ 8 w 9"/>
                <a:gd name="T93" fmla="*/ 19 h 29"/>
                <a:gd name="T94" fmla="*/ 8 w 9"/>
                <a:gd name="T95" fmla="*/ 20 h 29"/>
                <a:gd name="T96" fmla="*/ 8 w 9"/>
                <a:gd name="T97" fmla="*/ 23 h 29"/>
                <a:gd name="T98" fmla="*/ 8 w 9"/>
                <a:gd name="T99" fmla="*/ 26 h 29"/>
                <a:gd name="T100" fmla="*/ 9 w 9"/>
                <a:gd name="T101" fmla="*/ 26 h 29"/>
                <a:gd name="T102" fmla="*/ 9 w 9"/>
                <a:gd name="T103" fmla="*/ 2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29">
                  <a:moveTo>
                    <a:pt x="0" y="19"/>
                  </a:moveTo>
                  <a:lnTo>
                    <a:pt x="0" y="23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19"/>
                  </a:lnTo>
                  <a:lnTo>
                    <a:pt x="1" y="13"/>
                  </a:lnTo>
                  <a:lnTo>
                    <a:pt x="2" y="8"/>
                  </a:lnTo>
                  <a:lnTo>
                    <a:pt x="2" y="6"/>
                  </a:lnTo>
                  <a:lnTo>
                    <a:pt x="2" y="4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4"/>
                  </a:lnTo>
                  <a:lnTo>
                    <a:pt x="2" y="7"/>
                  </a:lnTo>
                  <a:lnTo>
                    <a:pt x="3" y="10"/>
                  </a:lnTo>
                  <a:lnTo>
                    <a:pt x="3" y="14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5" y="25"/>
                  </a:lnTo>
                  <a:lnTo>
                    <a:pt x="6" y="26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7" y="24"/>
                  </a:lnTo>
                  <a:lnTo>
                    <a:pt x="7" y="21"/>
                  </a:lnTo>
                  <a:lnTo>
                    <a:pt x="7" y="20"/>
                  </a:lnTo>
                  <a:lnTo>
                    <a:pt x="7" y="21"/>
                  </a:lnTo>
                  <a:lnTo>
                    <a:pt x="7" y="20"/>
                  </a:lnTo>
                  <a:lnTo>
                    <a:pt x="8" y="19"/>
                  </a:lnTo>
                  <a:lnTo>
                    <a:pt x="8" y="20"/>
                  </a:lnTo>
                  <a:lnTo>
                    <a:pt x="8" y="23"/>
                  </a:lnTo>
                  <a:lnTo>
                    <a:pt x="8" y="26"/>
                  </a:lnTo>
                  <a:lnTo>
                    <a:pt x="9" y="26"/>
                  </a:lnTo>
                  <a:lnTo>
                    <a:pt x="9" y="2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91" name="Freeform 635"/>
            <p:cNvSpPr/>
            <p:nvPr/>
          </p:nvSpPr>
          <p:spPr bwMode="auto">
            <a:xfrm>
              <a:off x="2147888" y="1946276"/>
              <a:ext cx="12700" cy="88900"/>
            </a:xfrm>
            <a:custGeom>
              <a:avLst/>
              <a:gdLst>
                <a:gd name="T0" fmla="*/ 0 w 8"/>
                <a:gd name="T1" fmla="*/ 0 h 56"/>
                <a:gd name="T2" fmla="*/ 0 w 8"/>
                <a:gd name="T3" fmla="*/ 1 h 56"/>
                <a:gd name="T4" fmla="*/ 0 w 8"/>
                <a:gd name="T5" fmla="*/ 2 h 56"/>
                <a:gd name="T6" fmla="*/ 0 w 8"/>
                <a:gd name="T7" fmla="*/ 2 h 56"/>
                <a:gd name="T8" fmla="*/ 0 w 8"/>
                <a:gd name="T9" fmla="*/ 2 h 56"/>
                <a:gd name="T10" fmla="*/ 0 w 8"/>
                <a:gd name="T11" fmla="*/ 4 h 56"/>
                <a:gd name="T12" fmla="*/ 0 w 8"/>
                <a:gd name="T13" fmla="*/ 7 h 56"/>
                <a:gd name="T14" fmla="*/ 1 w 8"/>
                <a:gd name="T15" fmla="*/ 7 h 56"/>
                <a:gd name="T16" fmla="*/ 1 w 8"/>
                <a:gd name="T17" fmla="*/ 7 h 56"/>
                <a:gd name="T18" fmla="*/ 1 w 8"/>
                <a:gd name="T19" fmla="*/ 11 h 56"/>
                <a:gd name="T20" fmla="*/ 1 w 8"/>
                <a:gd name="T21" fmla="*/ 13 h 56"/>
                <a:gd name="T22" fmla="*/ 1 w 8"/>
                <a:gd name="T23" fmla="*/ 13 h 56"/>
                <a:gd name="T24" fmla="*/ 2 w 8"/>
                <a:gd name="T25" fmla="*/ 15 h 56"/>
                <a:gd name="T26" fmla="*/ 2 w 8"/>
                <a:gd name="T27" fmla="*/ 18 h 56"/>
                <a:gd name="T28" fmla="*/ 2 w 8"/>
                <a:gd name="T29" fmla="*/ 20 h 56"/>
                <a:gd name="T30" fmla="*/ 2 w 8"/>
                <a:gd name="T31" fmla="*/ 20 h 56"/>
                <a:gd name="T32" fmla="*/ 2 w 8"/>
                <a:gd name="T33" fmla="*/ 22 h 56"/>
                <a:gd name="T34" fmla="*/ 2 w 8"/>
                <a:gd name="T35" fmla="*/ 22 h 56"/>
                <a:gd name="T36" fmla="*/ 2 w 8"/>
                <a:gd name="T37" fmla="*/ 20 h 56"/>
                <a:gd name="T38" fmla="*/ 3 w 8"/>
                <a:gd name="T39" fmla="*/ 20 h 56"/>
                <a:gd name="T40" fmla="*/ 3 w 8"/>
                <a:gd name="T41" fmla="*/ 21 h 56"/>
                <a:gd name="T42" fmla="*/ 3 w 8"/>
                <a:gd name="T43" fmla="*/ 21 h 56"/>
                <a:gd name="T44" fmla="*/ 3 w 8"/>
                <a:gd name="T45" fmla="*/ 19 h 56"/>
                <a:gd name="T46" fmla="*/ 3 w 8"/>
                <a:gd name="T47" fmla="*/ 17 h 56"/>
                <a:gd name="T48" fmla="*/ 3 w 8"/>
                <a:gd name="T49" fmla="*/ 19 h 56"/>
                <a:gd name="T50" fmla="*/ 3 w 8"/>
                <a:gd name="T51" fmla="*/ 22 h 56"/>
                <a:gd name="T52" fmla="*/ 4 w 8"/>
                <a:gd name="T53" fmla="*/ 23 h 56"/>
                <a:gd name="T54" fmla="*/ 4 w 8"/>
                <a:gd name="T55" fmla="*/ 22 h 56"/>
                <a:gd name="T56" fmla="*/ 4 w 8"/>
                <a:gd name="T57" fmla="*/ 23 h 56"/>
                <a:gd name="T58" fmla="*/ 4 w 8"/>
                <a:gd name="T59" fmla="*/ 25 h 56"/>
                <a:gd name="T60" fmla="*/ 5 w 8"/>
                <a:gd name="T61" fmla="*/ 28 h 56"/>
                <a:gd name="T62" fmla="*/ 5 w 8"/>
                <a:gd name="T63" fmla="*/ 31 h 56"/>
                <a:gd name="T64" fmla="*/ 5 w 8"/>
                <a:gd name="T65" fmla="*/ 33 h 56"/>
                <a:gd name="T66" fmla="*/ 5 w 8"/>
                <a:gd name="T67" fmla="*/ 34 h 56"/>
                <a:gd name="T68" fmla="*/ 5 w 8"/>
                <a:gd name="T69" fmla="*/ 36 h 56"/>
                <a:gd name="T70" fmla="*/ 5 w 8"/>
                <a:gd name="T71" fmla="*/ 39 h 56"/>
                <a:gd name="T72" fmla="*/ 5 w 8"/>
                <a:gd name="T73" fmla="*/ 42 h 56"/>
                <a:gd name="T74" fmla="*/ 6 w 8"/>
                <a:gd name="T75" fmla="*/ 46 h 56"/>
                <a:gd name="T76" fmla="*/ 6 w 8"/>
                <a:gd name="T77" fmla="*/ 49 h 56"/>
                <a:gd name="T78" fmla="*/ 6 w 8"/>
                <a:gd name="T79" fmla="*/ 52 h 56"/>
                <a:gd name="T80" fmla="*/ 6 w 8"/>
                <a:gd name="T81" fmla="*/ 52 h 56"/>
                <a:gd name="T82" fmla="*/ 6 w 8"/>
                <a:gd name="T83" fmla="*/ 53 h 56"/>
                <a:gd name="T84" fmla="*/ 7 w 8"/>
                <a:gd name="T85" fmla="*/ 56 h 56"/>
                <a:gd name="T86" fmla="*/ 7 w 8"/>
                <a:gd name="T87" fmla="*/ 54 h 56"/>
                <a:gd name="T88" fmla="*/ 7 w 8"/>
                <a:gd name="T89" fmla="*/ 48 h 56"/>
                <a:gd name="T90" fmla="*/ 7 w 8"/>
                <a:gd name="T91" fmla="*/ 45 h 56"/>
                <a:gd name="T92" fmla="*/ 7 w 8"/>
                <a:gd name="T93" fmla="*/ 47 h 56"/>
                <a:gd name="T94" fmla="*/ 7 w 8"/>
                <a:gd name="T95" fmla="*/ 46 h 56"/>
                <a:gd name="T96" fmla="*/ 7 w 8"/>
                <a:gd name="T97" fmla="*/ 43 h 56"/>
                <a:gd name="T98" fmla="*/ 8 w 8"/>
                <a:gd name="T99" fmla="*/ 44 h 56"/>
                <a:gd name="T100" fmla="*/ 8 w 8"/>
                <a:gd name="T101" fmla="*/ 47 h 56"/>
                <a:gd name="T102" fmla="*/ 8 w 8"/>
                <a:gd name="T103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56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11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2" y="20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19"/>
                  </a:lnTo>
                  <a:lnTo>
                    <a:pt x="3" y="17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4" y="23"/>
                  </a:lnTo>
                  <a:lnTo>
                    <a:pt x="4" y="25"/>
                  </a:lnTo>
                  <a:lnTo>
                    <a:pt x="5" y="28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5" y="36"/>
                  </a:lnTo>
                  <a:lnTo>
                    <a:pt x="5" y="39"/>
                  </a:lnTo>
                  <a:lnTo>
                    <a:pt x="5" y="42"/>
                  </a:lnTo>
                  <a:lnTo>
                    <a:pt x="6" y="46"/>
                  </a:lnTo>
                  <a:lnTo>
                    <a:pt x="6" y="49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6" y="53"/>
                  </a:lnTo>
                  <a:lnTo>
                    <a:pt x="7" y="56"/>
                  </a:lnTo>
                  <a:lnTo>
                    <a:pt x="7" y="54"/>
                  </a:lnTo>
                  <a:lnTo>
                    <a:pt x="7" y="48"/>
                  </a:lnTo>
                  <a:lnTo>
                    <a:pt x="7" y="45"/>
                  </a:lnTo>
                  <a:lnTo>
                    <a:pt x="7" y="47"/>
                  </a:lnTo>
                  <a:lnTo>
                    <a:pt x="7" y="46"/>
                  </a:lnTo>
                  <a:lnTo>
                    <a:pt x="7" y="43"/>
                  </a:lnTo>
                  <a:lnTo>
                    <a:pt x="8" y="44"/>
                  </a:lnTo>
                  <a:lnTo>
                    <a:pt x="8" y="47"/>
                  </a:lnTo>
                  <a:lnTo>
                    <a:pt x="8" y="4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92" name="Freeform 636"/>
            <p:cNvSpPr/>
            <p:nvPr/>
          </p:nvSpPr>
          <p:spPr bwMode="auto">
            <a:xfrm>
              <a:off x="2160588" y="2020889"/>
              <a:ext cx="14288" cy="131763"/>
            </a:xfrm>
            <a:custGeom>
              <a:avLst/>
              <a:gdLst>
                <a:gd name="T0" fmla="*/ 0 w 9"/>
                <a:gd name="T1" fmla="*/ 0 h 83"/>
                <a:gd name="T2" fmla="*/ 0 w 9"/>
                <a:gd name="T3" fmla="*/ 0 h 83"/>
                <a:gd name="T4" fmla="*/ 0 w 9"/>
                <a:gd name="T5" fmla="*/ 4 h 83"/>
                <a:gd name="T6" fmla="*/ 0 w 9"/>
                <a:gd name="T7" fmla="*/ 12 h 83"/>
                <a:gd name="T8" fmla="*/ 0 w 9"/>
                <a:gd name="T9" fmla="*/ 18 h 83"/>
                <a:gd name="T10" fmla="*/ 1 w 9"/>
                <a:gd name="T11" fmla="*/ 20 h 83"/>
                <a:gd name="T12" fmla="*/ 1 w 9"/>
                <a:gd name="T13" fmla="*/ 24 h 83"/>
                <a:gd name="T14" fmla="*/ 1 w 9"/>
                <a:gd name="T15" fmla="*/ 30 h 83"/>
                <a:gd name="T16" fmla="*/ 1 w 9"/>
                <a:gd name="T17" fmla="*/ 32 h 83"/>
                <a:gd name="T18" fmla="*/ 1 w 9"/>
                <a:gd name="T19" fmla="*/ 32 h 83"/>
                <a:gd name="T20" fmla="*/ 2 w 9"/>
                <a:gd name="T21" fmla="*/ 32 h 83"/>
                <a:gd name="T22" fmla="*/ 2 w 9"/>
                <a:gd name="T23" fmla="*/ 32 h 83"/>
                <a:gd name="T24" fmla="*/ 2 w 9"/>
                <a:gd name="T25" fmla="*/ 30 h 83"/>
                <a:gd name="T26" fmla="*/ 2 w 9"/>
                <a:gd name="T27" fmla="*/ 27 h 83"/>
                <a:gd name="T28" fmla="*/ 2 w 9"/>
                <a:gd name="T29" fmla="*/ 26 h 83"/>
                <a:gd name="T30" fmla="*/ 2 w 9"/>
                <a:gd name="T31" fmla="*/ 27 h 83"/>
                <a:gd name="T32" fmla="*/ 2 w 9"/>
                <a:gd name="T33" fmla="*/ 28 h 83"/>
                <a:gd name="T34" fmla="*/ 3 w 9"/>
                <a:gd name="T35" fmla="*/ 31 h 83"/>
                <a:gd name="T36" fmla="*/ 3 w 9"/>
                <a:gd name="T37" fmla="*/ 34 h 83"/>
                <a:gd name="T38" fmla="*/ 3 w 9"/>
                <a:gd name="T39" fmla="*/ 38 h 83"/>
                <a:gd name="T40" fmla="*/ 3 w 9"/>
                <a:gd name="T41" fmla="*/ 43 h 83"/>
                <a:gd name="T42" fmla="*/ 3 w 9"/>
                <a:gd name="T43" fmla="*/ 51 h 83"/>
                <a:gd name="T44" fmla="*/ 4 w 9"/>
                <a:gd name="T45" fmla="*/ 58 h 83"/>
                <a:gd name="T46" fmla="*/ 4 w 9"/>
                <a:gd name="T47" fmla="*/ 62 h 83"/>
                <a:gd name="T48" fmla="*/ 4 w 9"/>
                <a:gd name="T49" fmla="*/ 64 h 83"/>
                <a:gd name="T50" fmla="*/ 4 w 9"/>
                <a:gd name="T51" fmla="*/ 68 h 83"/>
                <a:gd name="T52" fmla="*/ 4 w 9"/>
                <a:gd name="T53" fmla="*/ 71 h 83"/>
                <a:gd name="T54" fmla="*/ 4 w 9"/>
                <a:gd name="T55" fmla="*/ 74 h 83"/>
                <a:gd name="T56" fmla="*/ 5 w 9"/>
                <a:gd name="T57" fmla="*/ 76 h 83"/>
                <a:gd name="T58" fmla="*/ 5 w 9"/>
                <a:gd name="T59" fmla="*/ 77 h 83"/>
                <a:gd name="T60" fmla="*/ 5 w 9"/>
                <a:gd name="T61" fmla="*/ 77 h 83"/>
                <a:gd name="T62" fmla="*/ 5 w 9"/>
                <a:gd name="T63" fmla="*/ 78 h 83"/>
                <a:gd name="T64" fmla="*/ 5 w 9"/>
                <a:gd name="T65" fmla="*/ 80 h 83"/>
                <a:gd name="T66" fmla="*/ 5 w 9"/>
                <a:gd name="T67" fmla="*/ 80 h 83"/>
                <a:gd name="T68" fmla="*/ 5 w 9"/>
                <a:gd name="T69" fmla="*/ 81 h 83"/>
                <a:gd name="T70" fmla="*/ 6 w 9"/>
                <a:gd name="T71" fmla="*/ 82 h 83"/>
                <a:gd name="T72" fmla="*/ 6 w 9"/>
                <a:gd name="T73" fmla="*/ 83 h 83"/>
                <a:gd name="T74" fmla="*/ 6 w 9"/>
                <a:gd name="T75" fmla="*/ 80 h 83"/>
                <a:gd name="T76" fmla="*/ 6 w 9"/>
                <a:gd name="T77" fmla="*/ 76 h 83"/>
                <a:gd name="T78" fmla="*/ 6 w 9"/>
                <a:gd name="T79" fmla="*/ 78 h 83"/>
                <a:gd name="T80" fmla="*/ 7 w 9"/>
                <a:gd name="T81" fmla="*/ 79 h 83"/>
                <a:gd name="T82" fmla="*/ 7 w 9"/>
                <a:gd name="T83" fmla="*/ 73 h 83"/>
                <a:gd name="T84" fmla="*/ 7 w 9"/>
                <a:gd name="T85" fmla="*/ 68 h 83"/>
                <a:gd name="T86" fmla="*/ 7 w 9"/>
                <a:gd name="T87" fmla="*/ 67 h 83"/>
                <a:gd name="T88" fmla="*/ 7 w 9"/>
                <a:gd name="T89" fmla="*/ 62 h 83"/>
                <a:gd name="T90" fmla="*/ 7 w 9"/>
                <a:gd name="T91" fmla="*/ 56 h 83"/>
                <a:gd name="T92" fmla="*/ 7 w 9"/>
                <a:gd name="T93" fmla="*/ 57 h 83"/>
                <a:gd name="T94" fmla="*/ 8 w 9"/>
                <a:gd name="T95" fmla="*/ 61 h 83"/>
                <a:gd name="T96" fmla="*/ 8 w 9"/>
                <a:gd name="T97" fmla="*/ 58 h 83"/>
                <a:gd name="T98" fmla="*/ 8 w 9"/>
                <a:gd name="T99" fmla="*/ 55 h 83"/>
                <a:gd name="T100" fmla="*/ 8 w 9"/>
                <a:gd name="T101" fmla="*/ 58 h 83"/>
                <a:gd name="T102" fmla="*/ 9 w 9"/>
                <a:gd name="T103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83"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1" y="20"/>
                  </a:lnTo>
                  <a:lnTo>
                    <a:pt x="1" y="24"/>
                  </a:lnTo>
                  <a:lnTo>
                    <a:pt x="1" y="30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2" y="32"/>
                  </a:lnTo>
                  <a:lnTo>
                    <a:pt x="2" y="32"/>
                  </a:lnTo>
                  <a:lnTo>
                    <a:pt x="2" y="30"/>
                  </a:lnTo>
                  <a:lnTo>
                    <a:pt x="2" y="27"/>
                  </a:lnTo>
                  <a:lnTo>
                    <a:pt x="2" y="26"/>
                  </a:lnTo>
                  <a:lnTo>
                    <a:pt x="2" y="27"/>
                  </a:lnTo>
                  <a:lnTo>
                    <a:pt x="2" y="28"/>
                  </a:lnTo>
                  <a:lnTo>
                    <a:pt x="3" y="31"/>
                  </a:lnTo>
                  <a:lnTo>
                    <a:pt x="3" y="34"/>
                  </a:lnTo>
                  <a:lnTo>
                    <a:pt x="3" y="38"/>
                  </a:lnTo>
                  <a:lnTo>
                    <a:pt x="3" y="43"/>
                  </a:lnTo>
                  <a:lnTo>
                    <a:pt x="3" y="51"/>
                  </a:lnTo>
                  <a:lnTo>
                    <a:pt x="4" y="58"/>
                  </a:lnTo>
                  <a:lnTo>
                    <a:pt x="4" y="62"/>
                  </a:lnTo>
                  <a:lnTo>
                    <a:pt x="4" y="64"/>
                  </a:lnTo>
                  <a:lnTo>
                    <a:pt x="4" y="68"/>
                  </a:lnTo>
                  <a:lnTo>
                    <a:pt x="4" y="71"/>
                  </a:lnTo>
                  <a:lnTo>
                    <a:pt x="4" y="74"/>
                  </a:lnTo>
                  <a:lnTo>
                    <a:pt x="5" y="76"/>
                  </a:lnTo>
                  <a:lnTo>
                    <a:pt x="5" y="77"/>
                  </a:lnTo>
                  <a:lnTo>
                    <a:pt x="5" y="77"/>
                  </a:lnTo>
                  <a:lnTo>
                    <a:pt x="5" y="78"/>
                  </a:lnTo>
                  <a:lnTo>
                    <a:pt x="5" y="80"/>
                  </a:lnTo>
                  <a:lnTo>
                    <a:pt x="5" y="80"/>
                  </a:lnTo>
                  <a:lnTo>
                    <a:pt x="5" y="81"/>
                  </a:lnTo>
                  <a:lnTo>
                    <a:pt x="6" y="82"/>
                  </a:lnTo>
                  <a:lnTo>
                    <a:pt x="6" y="83"/>
                  </a:lnTo>
                  <a:lnTo>
                    <a:pt x="6" y="80"/>
                  </a:lnTo>
                  <a:lnTo>
                    <a:pt x="6" y="76"/>
                  </a:lnTo>
                  <a:lnTo>
                    <a:pt x="6" y="78"/>
                  </a:lnTo>
                  <a:lnTo>
                    <a:pt x="7" y="79"/>
                  </a:lnTo>
                  <a:lnTo>
                    <a:pt x="7" y="73"/>
                  </a:lnTo>
                  <a:lnTo>
                    <a:pt x="7" y="68"/>
                  </a:lnTo>
                  <a:lnTo>
                    <a:pt x="7" y="67"/>
                  </a:lnTo>
                  <a:lnTo>
                    <a:pt x="7" y="62"/>
                  </a:lnTo>
                  <a:lnTo>
                    <a:pt x="7" y="56"/>
                  </a:lnTo>
                  <a:lnTo>
                    <a:pt x="7" y="57"/>
                  </a:lnTo>
                  <a:lnTo>
                    <a:pt x="8" y="61"/>
                  </a:lnTo>
                  <a:lnTo>
                    <a:pt x="8" y="58"/>
                  </a:lnTo>
                  <a:lnTo>
                    <a:pt x="8" y="55"/>
                  </a:lnTo>
                  <a:lnTo>
                    <a:pt x="8" y="58"/>
                  </a:lnTo>
                  <a:lnTo>
                    <a:pt x="9" y="5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93" name="Freeform 637"/>
            <p:cNvSpPr/>
            <p:nvPr/>
          </p:nvSpPr>
          <p:spPr bwMode="auto">
            <a:xfrm>
              <a:off x="2173288" y="1951039"/>
              <a:ext cx="14288" cy="166688"/>
            </a:xfrm>
            <a:custGeom>
              <a:avLst/>
              <a:gdLst>
                <a:gd name="T0" fmla="*/ 0 w 9"/>
                <a:gd name="T1" fmla="*/ 102 h 105"/>
                <a:gd name="T2" fmla="*/ 1 w 9"/>
                <a:gd name="T3" fmla="*/ 102 h 105"/>
                <a:gd name="T4" fmla="*/ 1 w 9"/>
                <a:gd name="T5" fmla="*/ 101 h 105"/>
                <a:gd name="T6" fmla="*/ 1 w 9"/>
                <a:gd name="T7" fmla="*/ 103 h 105"/>
                <a:gd name="T8" fmla="*/ 1 w 9"/>
                <a:gd name="T9" fmla="*/ 105 h 105"/>
                <a:gd name="T10" fmla="*/ 1 w 9"/>
                <a:gd name="T11" fmla="*/ 101 h 105"/>
                <a:gd name="T12" fmla="*/ 1 w 9"/>
                <a:gd name="T13" fmla="*/ 96 h 105"/>
                <a:gd name="T14" fmla="*/ 1 w 9"/>
                <a:gd name="T15" fmla="*/ 93 h 105"/>
                <a:gd name="T16" fmla="*/ 2 w 9"/>
                <a:gd name="T17" fmla="*/ 91 h 105"/>
                <a:gd name="T18" fmla="*/ 2 w 9"/>
                <a:gd name="T19" fmla="*/ 92 h 105"/>
                <a:gd name="T20" fmla="*/ 2 w 9"/>
                <a:gd name="T21" fmla="*/ 93 h 105"/>
                <a:gd name="T22" fmla="*/ 2 w 9"/>
                <a:gd name="T23" fmla="*/ 93 h 105"/>
                <a:gd name="T24" fmla="*/ 2 w 9"/>
                <a:gd name="T25" fmla="*/ 92 h 105"/>
                <a:gd name="T26" fmla="*/ 2 w 9"/>
                <a:gd name="T27" fmla="*/ 89 h 105"/>
                <a:gd name="T28" fmla="*/ 2 w 9"/>
                <a:gd name="T29" fmla="*/ 85 h 105"/>
                <a:gd name="T30" fmla="*/ 3 w 9"/>
                <a:gd name="T31" fmla="*/ 87 h 105"/>
                <a:gd name="T32" fmla="*/ 3 w 9"/>
                <a:gd name="T33" fmla="*/ 92 h 105"/>
                <a:gd name="T34" fmla="*/ 3 w 9"/>
                <a:gd name="T35" fmla="*/ 91 h 105"/>
                <a:gd name="T36" fmla="*/ 3 w 9"/>
                <a:gd name="T37" fmla="*/ 87 h 105"/>
                <a:gd name="T38" fmla="*/ 3 w 9"/>
                <a:gd name="T39" fmla="*/ 86 h 105"/>
                <a:gd name="T40" fmla="*/ 4 w 9"/>
                <a:gd name="T41" fmla="*/ 84 h 105"/>
                <a:gd name="T42" fmla="*/ 4 w 9"/>
                <a:gd name="T43" fmla="*/ 84 h 105"/>
                <a:gd name="T44" fmla="*/ 4 w 9"/>
                <a:gd name="T45" fmla="*/ 89 h 105"/>
                <a:gd name="T46" fmla="*/ 4 w 9"/>
                <a:gd name="T47" fmla="*/ 87 h 105"/>
                <a:gd name="T48" fmla="*/ 4 w 9"/>
                <a:gd name="T49" fmla="*/ 76 h 105"/>
                <a:gd name="T50" fmla="*/ 4 w 9"/>
                <a:gd name="T51" fmla="*/ 70 h 105"/>
                <a:gd name="T52" fmla="*/ 4 w 9"/>
                <a:gd name="T53" fmla="*/ 69 h 105"/>
                <a:gd name="T54" fmla="*/ 5 w 9"/>
                <a:gd name="T55" fmla="*/ 66 h 105"/>
                <a:gd name="T56" fmla="*/ 5 w 9"/>
                <a:gd name="T57" fmla="*/ 59 h 105"/>
                <a:gd name="T58" fmla="*/ 5 w 9"/>
                <a:gd name="T59" fmla="*/ 54 h 105"/>
                <a:gd name="T60" fmla="*/ 5 w 9"/>
                <a:gd name="T61" fmla="*/ 48 h 105"/>
                <a:gd name="T62" fmla="*/ 6 w 9"/>
                <a:gd name="T63" fmla="*/ 43 h 105"/>
                <a:gd name="T64" fmla="*/ 6 w 9"/>
                <a:gd name="T65" fmla="*/ 39 h 105"/>
                <a:gd name="T66" fmla="*/ 6 w 9"/>
                <a:gd name="T67" fmla="*/ 37 h 105"/>
                <a:gd name="T68" fmla="*/ 6 w 9"/>
                <a:gd name="T69" fmla="*/ 34 h 105"/>
                <a:gd name="T70" fmla="*/ 6 w 9"/>
                <a:gd name="T71" fmla="*/ 29 h 105"/>
                <a:gd name="T72" fmla="*/ 6 w 9"/>
                <a:gd name="T73" fmla="*/ 23 h 105"/>
                <a:gd name="T74" fmla="*/ 6 w 9"/>
                <a:gd name="T75" fmla="*/ 19 h 105"/>
                <a:gd name="T76" fmla="*/ 7 w 9"/>
                <a:gd name="T77" fmla="*/ 18 h 105"/>
                <a:gd name="T78" fmla="*/ 7 w 9"/>
                <a:gd name="T79" fmla="*/ 17 h 105"/>
                <a:gd name="T80" fmla="*/ 7 w 9"/>
                <a:gd name="T81" fmla="*/ 15 h 105"/>
                <a:gd name="T82" fmla="*/ 7 w 9"/>
                <a:gd name="T83" fmla="*/ 14 h 105"/>
                <a:gd name="T84" fmla="*/ 7 w 9"/>
                <a:gd name="T85" fmla="*/ 14 h 105"/>
                <a:gd name="T86" fmla="*/ 8 w 9"/>
                <a:gd name="T87" fmla="*/ 14 h 105"/>
                <a:gd name="T88" fmla="*/ 8 w 9"/>
                <a:gd name="T89" fmla="*/ 17 h 105"/>
                <a:gd name="T90" fmla="*/ 8 w 9"/>
                <a:gd name="T91" fmla="*/ 18 h 105"/>
                <a:gd name="T92" fmla="*/ 8 w 9"/>
                <a:gd name="T93" fmla="*/ 13 h 105"/>
                <a:gd name="T94" fmla="*/ 8 w 9"/>
                <a:gd name="T95" fmla="*/ 8 h 105"/>
                <a:gd name="T96" fmla="*/ 8 w 9"/>
                <a:gd name="T97" fmla="*/ 7 h 105"/>
                <a:gd name="T98" fmla="*/ 8 w 9"/>
                <a:gd name="T99" fmla="*/ 6 h 105"/>
                <a:gd name="T100" fmla="*/ 9 w 9"/>
                <a:gd name="T101" fmla="*/ 2 h 105"/>
                <a:gd name="T102" fmla="*/ 9 w 9"/>
                <a:gd name="T10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05">
                  <a:moveTo>
                    <a:pt x="0" y="102"/>
                  </a:moveTo>
                  <a:lnTo>
                    <a:pt x="1" y="102"/>
                  </a:lnTo>
                  <a:lnTo>
                    <a:pt x="1" y="101"/>
                  </a:lnTo>
                  <a:lnTo>
                    <a:pt x="1" y="103"/>
                  </a:lnTo>
                  <a:lnTo>
                    <a:pt x="1" y="105"/>
                  </a:lnTo>
                  <a:lnTo>
                    <a:pt x="1" y="101"/>
                  </a:lnTo>
                  <a:lnTo>
                    <a:pt x="1" y="96"/>
                  </a:lnTo>
                  <a:lnTo>
                    <a:pt x="1" y="93"/>
                  </a:lnTo>
                  <a:lnTo>
                    <a:pt x="2" y="91"/>
                  </a:lnTo>
                  <a:lnTo>
                    <a:pt x="2" y="92"/>
                  </a:lnTo>
                  <a:lnTo>
                    <a:pt x="2" y="93"/>
                  </a:lnTo>
                  <a:lnTo>
                    <a:pt x="2" y="93"/>
                  </a:lnTo>
                  <a:lnTo>
                    <a:pt x="2" y="92"/>
                  </a:lnTo>
                  <a:lnTo>
                    <a:pt x="2" y="89"/>
                  </a:lnTo>
                  <a:lnTo>
                    <a:pt x="2" y="85"/>
                  </a:lnTo>
                  <a:lnTo>
                    <a:pt x="3" y="87"/>
                  </a:lnTo>
                  <a:lnTo>
                    <a:pt x="3" y="92"/>
                  </a:lnTo>
                  <a:lnTo>
                    <a:pt x="3" y="91"/>
                  </a:lnTo>
                  <a:lnTo>
                    <a:pt x="3" y="87"/>
                  </a:lnTo>
                  <a:lnTo>
                    <a:pt x="3" y="86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4" y="89"/>
                  </a:lnTo>
                  <a:lnTo>
                    <a:pt x="4" y="87"/>
                  </a:lnTo>
                  <a:lnTo>
                    <a:pt x="4" y="76"/>
                  </a:lnTo>
                  <a:lnTo>
                    <a:pt x="4" y="70"/>
                  </a:lnTo>
                  <a:lnTo>
                    <a:pt x="4" y="69"/>
                  </a:lnTo>
                  <a:lnTo>
                    <a:pt x="5" y="66"/>
                  </a:lnTo>
                  <a:lnTo>
                    <a:pt x="5" y="59"/>
                  </a:lnTo>
                  <a:lnTo>
                    <a:pt x="5" y="54"/>
                  </a:lnTo>
                  <a:lnTo>
                    <a:pt x="5" y="48"/>
                  </a:lnTo>
                  <a:lnTo>
                    <a:pt x="6" y="43"/>
                  </a:lnTo>
                  <a:lnTo>
                    <a:pt x="6" y="39"/>
                  </a:lnTo>
                  <a:lnTo>
                    <a:pt x="6" y="37"/>
                  </a:lnTo>
                  <a:lnTo>
                    <a:pt x="6" y="34"/>
                  </a:lnTo>
                  <a:lnTo>
                    <a:pt x="6" y="29"/>
                  </a:lnTo>
                  <a:lnTo>
                    <a:pt x="6" y="23"/>
                  </a:lnTo>
                  <a:lnTo>
                    <a:pt x="6" y="19"/>
                  </a:lnTo>
                  <a:lnTo>
                    <a:pt x="7" y="18"/>
                  </a:lnTo>
                  <a:lnTo>
                    <a:pt x="7" y="17"/>
                  </a:lnTo>
                  <a:lnTo>
                    <a:pt x="7" y="15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8" y="14"/>
                  </a:lnTo>
                  <a:lnTo>
                    <a:pt x="8" y="17"/>
                  </a:lnTo>
                  <a:lnTo>
                    <a:pt x="8" y="18"/>
                  </a:lnTo>
                  <a:lnTo>
                    <a:pt x="8" y="13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9" y="2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94" name="Freeform 638"/>
            <p:cNvSpPr/>
            <p:nvPr/>
          </p:nvSpPr>
          <p:spPr bwMode="auto">
            <a:xfrm>
              <a:off x="2187575" y="1917701"/>
              <a:ext cx="12700" cy="47625"/>
            </a:xfrm>
            <a:custGeom>
              <a:avLst/>
              <a:gdLst>
                <a:gd name="T0" fmla="*/ 0 w 8"/>
                <a:gd name="T1" fmla="*/ 23 h 30"/>
                <a:gd name="T2" fmla="*/ 0 w 8"/>
                <a:gd name="T3" fmla="*/ 21 h 30"/>
                <a:gd name="T4" fmla="*/ 0 w 8"/>
                <a:gd name="T5" fmla="*/ 19 h 30"/>
                <a:gd name="T6" fmla="*/ 0 w 8"/>
                <a:gd name="T7" fmla="*/ 14 h 30"/>
                <a:gd name="T8" fmla="*/ 0 w 8"/>
                <a:gd name="T9" fmla="*/ 13 h 30"/>
                <a:gd name="T10" fmla="*/ 0 w 8"/>
                <a:gd name="T11" fmla="*/ 16 h 30"/>
                <a:gd name="T12" fmla="*/ 1 w 8"/>
                <a:gd name="T13" fmla="*/ 18 h 30"/>
                <a:gd name="T14" fmla="*/ 1 w 8"/>
                <a:gd name="T15" fmla="*/ 17 h 30"/>
                <a:gd name="T16" fmla="*/ 1 w 8"/>
                <a:gd name="T17" fmla="*/ 20 h 30"/>
                <a:gd name="T18" fmla="*/ 1 w 8"/>
                <a:gd name="T19" fmla="*/ 24 h 30"/>
                <a:gd name="T20" fmla="*/ 1 w 8"/>
                <a:gd name="T21" fmla="*/ 27 h 30"/>
                <a:gd name="T22" fmla="*/ 2 w 8"/>
                <a:gd name="T23" fmla="*/ 28 h 30"/>
                <a:gd name="T24" fmla="*/ 2 w 8"/>
                <a:gd name="T25" fmla="*/ 29 h 30"/>
                <a:gd name="T26" fmla="*/ 2 w 8"/>
                <a:gd name="T27" fmla="*/ 29 h 30"/>
                <a:gd name="T28" fmla="*/ 2 w 8"/>
                <a:gd name="T29" fmla="*/ 27 h 30"/>
                <a:gd name="T30" fmla="*/ 2 w 8"/>
                <a:gd name="T31" fmla="*/ 23 h 30"/>
                <a:gd name="T32" fmla="*/ 2 w 8"/>
                <a:gd name="T33" fmla="*/ 19 h 30"/>
                <a:gd name="T34" fmla="*/ 2 w 8"/>
                <a:gd name="T35" fmla="*/ 15 h 30"/>
                <a:gd name="T36" fmla="*/ 3 w 8"/>
                <a:gd name="T37" fmla="*/ 12 h 30"/>
                <a:gd name="T38" fmla="*/ 3 w 8"/>
                <a:gd name="T39" fmla="*/ 9 h 30"/>
                <a:gd name="T40" fmla="*/ 3 w 8"/>
                <a:gd name="T41" fmla="*/ 7 h 30"/>
                <a:gd name="T42" fmla="*/ 3 w 8"/>
                <a:gd name="T43" fmla="*/ 5 h 30"/>
                <a:gd name="T44" fmla="*/ 4 w 8"/>
                <a:gd name="T45" fmla="*/ 1 h 30"/>
                <a:gd name="T46" fmla="*/ 4 w 8"/>
                <a:gd name="T47" fmla="*/ 0 h 30"/>
                <a:gd name="T48" fmla="*/ 4 w 8"/>
                <a:gd name="T49" fmla="*/ 3 h 30"/>
                <a:gd name="T50" fmla="*/ 4 w 8"/>
                <a:gd name="T51" fmla="*/ 6 h 30"/>
                <a:gd name="T52" fmla="*/ 4 w 8"/>
                <a:gd name="T53" fmla="*/ 7 h 30"/>
                <a:gd name="T54" fmla="*/ 4 w 8"/>
                <a:gd name="T55" fmla="*/ 8 h 30"/>
                <a:gd name="T56" fmla="*/ 4 w 8"/>
                <a:gd name="T57" fmla="*/ 7 h 30"/>
                <a:gd name="T58" fmla="*/ 5 w 8"/>
                <a:gd name="T59" fmla="*/ 6 h 30"/>
                <a:gd name="T60" fmla="*/ 5 w 8"/>
                <a:gd name="T61" fmla="*/ 8 h 30"/>
                <a:gd name="T62" fmla="*/ 5 w 8"/>
                <a:gd name="T63" fmla="*/ 12 h 30"/>
                <a:gd name="T64" fmla="*/ 5 w 8"/>
                <a:gd name="T65" fmla="*/ 15 h 30"/>
                <a:gd name="T66" fmla="*/ 5 w 8"/>
                <a:gd name="T67" fmla="*/ 15 h 30"/>
                <a:gd name="T68" fmla="*/ 5 w 8"/>
                <a:gd name="T69" fmla="*/ 16 h 30"/>
                <a:gd name="T70" fmla="*/ 5 w 8"/>
                <a:gd name="T71" fmla="*/ 17 h 30"/>
                <a:gd name="T72" fmla="*/ 6 w 8"/>
                <a:gd name="T73" fmla="*/ 17 h 30"/>
                <a:gd name="T74" fmla="*/ 6 w 8"/>
                <a:gd name="T75" fmla="*/ 20 h 30"/>
                <a:gd name="T76" fmla="*/ 6 w 8"/>
                <a:gd name="T77" fmla="*/ 24 h 30"/>
                <a:gd name="T78" fmla="*/ 6 w 8"/>
                <a:gd name="T79" fmla="*/ 25 h 30"/>
                <a:gd name="T80" fmla="*/ 6 w 8"/>
                <a:gd name="T81" fmla="*/ 26 h 30"/>
                <a:gd name="T82" fmla="*/ 7 w 8"/>
                <a:gd name="T83" fmla="*/ 28 h 30"/>
                <a:gd name="T84" fmla="*/ 7 w 8"/>
                <a:gd name="T85" fmla="*/ 28 h 30"/>
                <a:gd name="T86" fmla="*/ 7 w 8"/>
                <a:gd name="T87" fmla="*/ 29 h 30"/>
                <a:gd name="T88" fmla="*/ 7 w 8"/>
                <a:gd name="T89" fmla="*/ 30 h 30"/>
                <a:gd name="T90" fmla="*/ 7 w 8"/>
                <a:gd name="T91" fmla="*/ 29 h 30"/>
                <a:gd name="T92" fmla="*/ 7 w 8"/>
                <a:gd name="T93" fmla="*/ 27 h 30"/>
                <a:gd name="T94" fmla="*/ 7 w 8"/>
                <a:gd name="T95" fmla="*/ 24 h 30"/>
                <a:gd name="T96" fmla="*/ 8 w 8"/>
                <a:gd name="T97" fmla="*/ 23 h 30"/>
                <a:gd name="T98" fmla="*/ 8 w 8"/>
                <a:gd name="T99" fmla="*/ 23 h 30"/>
                <a:gd name="T100" fmla="*/ 8 w 8"/>
                <a:gd name="T101" fmla="*/ 22 h 30"/>
                <a:gd name="T102" fmla="*/ 8 w 8"/>
                <a:gd name="T103" fmla="*/ 2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30">
                  <a:moveTo>
                    <a:pt x="0" y="23"/>
                  </a:moveTo>
                  <a:lnTo>
                    <a:pt x="0" y="21"/>
                  </a:lnTo>
                  <a:lnTo>
                    <a:pt x="0" y="19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0" y="16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1" y="24"/>
                  </a:lnTo>
                  <a:lnTo>
                    <a:pt x="1" y="27"/>
                  </a:lnTo>
                  <a:lnTo>
                    <a:pt x="2" y="28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2" y="23"/>
                  </a:lnTo>
                  <a:lnTo>
                    <a:pt x="2" y="19"/>
                  </a:lnTo>
                  <a:lnTo>
                    <a:pt x="2" y="15"/>
                  </a:lnTo>
                  <a:lnTo>
                    <a:pt x="3" y="12"/>
                  </a:lnTo>
                  <a:lnTo>
                    <a:pt x="3" y="9"/>
                  </a:lnTo>
                  <a:lnTo>
                    <a:pt x="3" y="7"/>
                  </a:lnTo>
                  <a:lnTo>
                    <a:pt x="3" y="5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3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8"/>
                  </a:lnTo>
                  <a:lnTo>
                    <a:pt x="4" y="7"/>
                  </a:lnTo>
                  <a:lnTo>
                    <a:pt x="5" y="6"/>
                  </a:lnTo>
                  <a:lnTo>
                    <a:pt x="5" y="8"/>
                  </a:lnTo>
                  <a:lnTo>
                    <a:pt x="5" y="12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6" y="17"/>
                  </a:lnTo>
                  <a:lnTo>
                    <a:pt x="6" y="20"/>
                  </a:lnTo>
                  <a:lnTo>
                    <a:pt x="6" y="24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7" y="29"/>
                  </a:lnTo>
                  <a:lnTo>
                    <a:pt x="7" y="30"/>
                  </a:lnTo>
                  <a:lnTo>
                    <a:pt x="7" y="29"/>
                  </a:lnTo>
                  <a:lnTo>
                    <a:pt x="7" y="27"/>
                  </a:lnTo>
                  <a:lnTo>
                    <a:pt x="7" y="24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8" y="22"/>
                  </a:lnTo>
                  <a:lnTo>
                    <a:pt x="8" y="2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95" name="Freeform 639"/>
            <p:cNvSpPr/>
            <p:nvPr/>
          </p:nvSpPr>
          <p:spPr bwMode="auto">
            <a:xfrm>
              <a:off x="2200275" y="1922464"/>
              <a:ext cx="14288" cy="36513"/>
            </a:xfrm>
            <a:custGeom>
              <a:avLst/>
              <a:gdLst>
                <a:gd name="T0" fmla="*/ 0 w 9"/>
                <a:gd name="T1" fmla="*/ 19 h 23"/>
                <a:gd name="T2" fmla="*/ 0 w 9"/>
                <a:gd name="T3" fmla="*/ 17 h 23"/>
                <a:gd name="T4" fmla="*/ 1 w 9"/>
                <a:gd name="T5" fmla="*/ 16 h 23"/>
                <a:gd name="T6" fmla="*/ 1 w 9"/>
                <a:gd name="T7" fmla="*/ 15 h 23"/>
                <a:gd name="T8" fmla="*/ 1 w 9"/>
                <a:gd name="T9" fmla="*/ 14 h 23"/>
                <a:gd name="T10" fmla="*/ 1 w 9"/>
                <a:gd name="T11" fmla="*/ 13 h 23"/>
                <a:gd name="T12" fmla="*/ 1 w 9"/>
                <a:gd name="T13" fmla="*/ 12 h 23"/>
                <a:gd name="T14" fmla="*/ 1 w 9"/>
                <a:gd name="T15" fmla="*/ 10 h 23"/>
                <a:gd name="T16" fmla="*/ 1 w 9"/>
                <a:gd name="T17" fmla="*/ 8 h 23"/>
                <a:gd name="T18" fmla="*/ 2 w 9"/>
                <a:gd name="T19" fmla="*/ 8 h 23"/>
                <a:gd name="T20" fmla="*/ 2 w 9"/>
                <a:gd name="T21" fmla="*/ 7 h 23"/>
                <a:gd name="T22" fmla="*/ 2 w 9"/>
                <a:gd name="T23" fmla="*/ 4 h 23"/>
                <a:gd name="T24" fmla="*/ 2 w 9"/>
                <a:gd name="T25" fmla="*/ 1 h 23"/>
                <a:gd name="T26" fmla="*/ 2 w 9"/>
                <a:gd name="T27" fmla="*/ 1 h 23"/>
                <a:gd name="T28" fmla="*/ 2 w 9"/>
                <a:gd name="T29" fmla="*/ 2 h 23"/>
                <a:gd name="T30" fmla="*/ 2 w 9"/>
                <a:gd name="T31" fmla="*/ 2 h 23"/>
                <a:gd name="T32" fmla="*/ 3 w 9"/>
                <a:gd name="T33" fmla="*/ 3 h 23"/>
                <a:gd name="T34" fmla="*/ 3 w 9"/>
                <a:gd name="T35" fmla="*/ 4 h 23"/>
                <a:gd name="T36" fmla="*/ 3 w 9"/>
                <a:gd name="T37" fmla="*/ 3 h 23"/>
                <a:gd name="T38" fmla="*/ 3 w 9"/>
                <a:gd name="T39" fmla="*/ 4 h 23"/>
                <a:gd name="T40" fmla="*/ 3 w 9"/>
                <a:gd name="T41" fmla="*/ 7 h 23"/>
                <a:gd name="T42" fmla="*/ 4 w 9"/>
                <a:gd name="T43" fmla="*/ 10 h 23"/>
                <a:gd name="T44" fmla="*/ 4 w 9"/>
                <a:gd name="T45" fmla="*/ 10 h 23"/>
                <a:gd name="T46" fmla="*/ 4 w 9"/>
                <a:gd name="T47" fmla="*/ 9 h 23"/>
                <a:gd name="T48" fmla="*/ 4 w 9"/>
                <a:gd name="T49" fmla="*/ 9 h 23"/>
                <a:gd name="T50" fmla="*/ 4 w 9"/>
                <a:gd name="T51" fmla="*/ 9 h 23"/>
                <a:gd name="T52" fmla="*/ 4 w 9"/>
                <a:gd name="T53" fmla="*/ 8 h 23"/>
                <a:gd name="T54" fmla="*/ 4 w 9"/>
                <a:gd name="T55" fmla="*/ 6 h 23"/>
                <a:gd name="T56" fmla="*/ 5 w 9"/>
                <a:gd name="T57" fmla="*/ 5 h 23"/>
                <a:gd name="T58" fmla="*/ 5 w 9"/>
                <a:gd name="T59" fmla="*/ 3 h 23"/>
                <a:gd name="T60" fmla="*/ 5 w 9"/>
                <a:gd name="T61" fmla="*/ 2 h 23"/>
                <a:gd name="T62" fmla="*/ 5 w 9"/>
                <a:gd name="T63" fmla="*/ 1 h 23"/>
                <a:gd name="T64" fmla="*/ 6 w 9"/>
                <a:gd name="T65" fmla="*/ 0 h 23"/>
                <a:gd name="T66" fmla="*/ 6 w 9"/>
                <a:gd name="T67" fmla="*/ 1 h 23"/>
                <a:gd name="T68" fmla="*/ 6 w 9"/>
                <a:gd name="T69" fmla="*/ 3 h 23"/>
                <a:gd name="T70" fmla="*/ 6 w 9"/>
                <a:gd name="T71" fmla="*/ 3 h 23"/>
                <a:gd name="T72" fmla="*/ 6 w 9"/>
                <a:gd name="T73" fmla="*/ 3 h 23"/>
                <a:gd name="T74" fmla="*/ 6 w 9"/>
                <a:gd name="T75" fmla="*/ 2 h 23"/>
                <a:gd name="T76" fmla="*/ 6 w 9"/>
                <a:gd name="T77" fmla="*/ 1 h 23"/>
                <a:gd name="T78" fmla="*/ 7 w 9"/>
                <a:gd name="T79" fmla="*/ 0 h 23"/>
                <a:gd name="T80" fmla="*/ 7 w 9"/>
                <a:gd name="T81" fmla="*/ 1 h 23"/>
                <a:gd name="T82" fmla="*/ 7 w 9"/>
                <a:gd name="T83" fmla="*/ 3 h 23"/>
                <a:gd name="T84" fmla="*/ 7 w 9"/>
                <a:gd name="T85" fmla="*/ 3 h 23"/>
                <a:gd name="T86" fmla="*/ 7 w 9"/>
                <a:gd name="T87" fmla="*/ 3 h 23"/>
                <a:gd name="T88" fmla="*/ 7 w 9"/>
                <a:gd name="T89" fmla="*/ 5 h 23"/>
                <a:gd name="T90" fmla="*/ 7 w 9"/>
                <a:gd name="T91" fmla="*/ 9 h 23"/>
                <a:gd name="T92" fmla="*/ 8 w 9"/>
                <a:gd name="T93" fmla="*/ 14 h 23"/>
                <a:gd name="T94" fmla="*/ 8 w 9"/>
                <a:gd name="T95" fmla="*/ 17 h 23"/>
                <a:gd name="T96" fmla="*/ 8 w 9"/>
                <a:gd name="T97" fmla="*/ 20 h 23"/>
                <a:gd name="T98" fmla="*/ 8 w 9"/>
                <a:gd name="T99" fmla="*/ 20 h 23"/>
                <a:gd name="T100" fmla="*/ 9 w 9"/>
                <a:gd name="T101" fmla="*/ 22 h 23"/>
                <a:gd name="T102" fmla="*/ 9 w 9"/>
                <a:gd name="T103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23">
                  <a:moveTo>
                    <a:pt x="0" y="19"/>
                  </a:moveTo>
                  <a:lnTo>
                    <a:pt x="0" y="17"/>
                  </a:lnTo>
                  <a:lnTo>
                    <a:pt x="1" y="16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7"/>
                  </a:lnTo>
                  <a:lnTo>
                    <a:pt x="2" y="4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7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8"/>
                  </a:lnTo>
                  <a:lnTo>
                    <a:pt x="4" y="6"/>
                  </a:lnTo>
                  <a:lnTo>
                    <a:pt x="5" y="5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1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2"/>
                  </a:lnTo>
                  <a:lnTo>
                    <a:pt x="6" y="1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5"/>
                  </a:lnTo>
                  <a:lnTo>
                    <a:pt x="7" y="9"/>
                  </a:lnTo>
                  <a:lnTo>
                    <a:pt x="8" y="14"/>
                  </a:lnTo>
                  <a:lnTo>
                    <a:pt x="8" y="17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9" y="22"/>
                  </a:lnTo>
                  <a:lnTo>
                    <a:pt x="9" y="2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96" name="Freeform 640"/>
            <p:cNvSpPr/>
            <p:nvPr/>
          </p:nvSpPr>
          <p:spPr bwMode="auto">
            <a:xfrm>
              <a:off x="2214563" y="1946276"/>
              <a:ext cx="12700" cy="211138"/>
            </a:xfrm>
            <a:custGeom>
              <a:avLst/>
              <a:gdLst>
                <a:gd name="T0" fmla="*/ 0 w 8"/>
                <a:gd name="T1" fmla="*/ 7 h 133"/>
                <a:gd name="T2" fmla="*/ 0 w 8"/>
                <a:gd name="T3" fmla="*/ 8 h 133"/>
                <a:gd name="T4" fmla="*/ 0 w 8"/>
                <a:gd name="T5" fmla="*/ 9 h 133"/>
                <a:gd name="T6" fmla="*/ 0 w 8"/>
                <a:gd name="T7" fmla="*/ 7 h 133"/>
                <a:gd name="T8" fmla="*/ 0 w 8"/>
                <a:gd name="T9" fmla="*/ 5 h 133"/>
                <a:gd name="T10" fmla="*/ 0 w 8"/>
                <a:gd name="T11" fmla="*/ 3 h 133"/>
                <a:gd name="T12" fmla="*/ 0 w 8"/>
                <a:gd name="T13" fmla="*/ 1 h 133"/>
                <a:gd name="T14" fmla="*/ 1 w 8"/>
                <a:gd name="T15" fmla="*/ 0 h 133"/>
                <a:gd name="T16" fmla="*/ 1 w 8"/>
                <a:gd name="T17" fmla="*/ 1 h 133"/>
                <a:gd name="T18" fmla="*/ 1 w 8"/>
                <a:gd name="T19" fmla="*/ 5 h 133"/>
                <a:gd name="T20" fmla="*/ 1 w 8"/>
                <a:gd name="T21" fmla="*/ 7 h 133"/>
                <a:gd name="T22" fmla="*/ 1 w 8"/>
                <a:gd name="T23" fmla="*/ 10 h 133"/>
                <a:gd name="T24" fmla="*/ 2 w 8"/>
                <a:gd name="T25" fmla="*/ 17 h 133"/>
                <a:gd name="T26" fmla="*/ 2 w 8"/>
                <a:gd name="T27" fmla="*/ 25 h 133"/>
                <a:gd name="T28" fmla="*/ 2 w 8"/>
                <a:gd name="T29" fmla="*/ 30 h 133"/>
                <a:gd name="T30" fmla="*/ 2 w 8"/>
                <a:gd name="T31" fmla="*/ 34 h 133"/>
                <a:gd name="T32" fmla="*/ 2 w 8"/>
                <a:gd name="T33" fmla="*/ 39 h 133"/>
                <a:gd name="T34" fmla="*/ 2 w 8"/>
                <a:gd name="T35" fmla="*/ 44 h 133"/>
                <a:gd name="T36" fmla="*/ 2 w 8"/>
                <a:gd name="T37" fmla="*/ 46 h 133"/>
                <a:gd name="T38" fmla="*/ 3 w 8"/>
                <a:gd name="T39" fmla="*/ 46 h 133"/>
                <a:gd name="T40" fmla="*/ 3 w 8"/>
                <a:gd name="T41" fmla="*/ 46 h 133"/>
                <a:gd name="T42" fmla="*/ 3 w 8"/>
                <a:gd name="T43" fmla="*/ 46 h 133"/>
                <a:gd name="T44" fmla="*/ 3 w 8"/>
                <a:gd name="T45" fmla="*/ 46 h 133"/>
                <a:gd name="T46" fmla="*/ 3 w 8"/>
                <a:gd name="T47" fmla="*/ 46 h 133"/>
                <a:gd name="T48" fmla="*/ 3 w 8"/>
                <a:gd name="T49" fmla="*/ 45 h 133"/>
                <a:gd name="T50" fmla="*/ 3 w 8"/>
                <a:gd name="T51" fmla="*/ 44 h 133"/>
                <a:gd name="T52" fmla="*/ 4 w 8"/>
                <a:gd name="T53" fmla="*/ 47 h 133"/>
                <a:gd name="T54" fmla="*/ 4 w 8"/>
                <a:gd name="T55" fmla="*/ 48 h 133"/>
                <a:gd name="T56" fmla="*/ 4 w 8"/>
                <a:gd name="T57" fmla="*/ 51 h 133"/>
                <a:gd name="T58" fmla="*/ 4 w 8"/>
                <a:gd name="T59" fmla="*/ 54 h 133"/>
                <a:gd name="T60" fmla="*/ 5 w 8"/>
                <a:gd name="T61" fmla="*/ 55 h 133"/>
                <a:gd name="T62" fmla="*/ 5 w 8"/>
                <a:gd name="T63" fmla="*/ 58 h 133"/>
                <a:gd name="T64" fmla="*/ 5 w 8"/>
                <a:gd name="T65" fmla="*/ 64 h 133"/>
                <a:gd name="T66" fmla="*/ 5 w 8"/>
                <a:gd name="T67" fmla="*/ 69 h 133"/>
                <a:gd name="T68" fmla="*/ 5 w 8"/>
                <a:gd name="T69" fmla="*/ 72 h 133"/>
                <a:gd name="T70" fmla="*/ 5 w 8"/>
                <a:gd name="T71" fmla="*/ 74 h 133"/>
                <a:gd name="T72" fmla="*/ 5 w 8"/>
                <a:gd name="T73" fmla="*/ 78 h 133"/>
                <a:gd name="T74" fmla="*/ 6 w 8"/>
                <a:gd name="T75" fmla="*/ 84 h 133"/>
                <a:gd name="T76" fmla="*/ 6 w 8"/>
                <a:gd name="T77" fmla="*/ 92 h 133"/>
                <a:gd name="T78" fmla="*/ 6 w 8"/>
                <a:gd name="T79" fmla="*/ 94 h 133"/>
                <a:gd name="T80" fmla="*/ 6 w 8"/>
                <a:gd name="T81" fmla="*/ 94 h 133"/>
                <a:gd name="T82" fmla="*/ 6 w 8"/>
                <a:gd name="T83" fmla="*/ 99 h 133"/>
                <a:gd name="T84" fmla="*/ 7 w 8"/>
                <a:gd name="T85" fmla="*/ 106 h 133"/>
                <a:gd name="T86" fmla="*/ 7 w 8"/>
                <a:gd name="T87" fmla="*/ 110 h 133"/>
                <a:gd name="T88" fmla="*/ 7 w 8"/>
                <a:gd name="T89" fmla="*/ 112 h 133"/>
                <a:gd name="T90" fmla="*/ 7 w 8"/>
                <a:gd name="T91" fmla="*/ 117 h 133"/>
                <a:gd name="T92" fmla="*/ 7 w 8"/>
                <a:gd name="T93" fmla="*/ 122 h 133"/>
                <a:gd name="T94" fmla="*/ 7 w 8"/>
                <a:gd name="T95" fmla="*/ 124 h 133"/>
                <a:gd name="T96" fmla="*/ 7 w 8"/>
                <a:gd name="T97" fmla="*/ 124 h 133"/>
                <a:gd name="T98" fmla="*/ 8 w 8"/>
                <a:gd name="T99" fmla="*/ 127 h 133"/>
                <a:gd name="T100" fmla="*/ 8 w 8"/>
                <a:gd name="T101" fmla="*/ 131 h 133"/>
                <a:gd name="T102" fmla="*/ 8 w 8"/>
                <a:gd name="T103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33">
                  <a:moveTo>
                    <a:pt x="0" y="7"/>
                  </a:moveTo>
                  <a:lnTo>
                    <a:pt x="0" y="8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5"/>
                  </a:lnTo>
                  <a:lnTo>
                    <a:pt x="1" y="7"/>
                  </a:lnTo>
                  <a:lnTo>
                    <a:pt x="1" y="10"/>
                  </a:lnTo>
                  <a:lnTo>
                    <a:pt x="2" y="17"/>
                  </a:lnTo>
                  <a:lnTo>
                    <a:pt x="2" y="25"/>
                  </a:lnTo>
                  <a:lnTo>
                    <a:pt x="2" y="30"/>
                  </a:lnTo>
                  <a:lnTo>
                    <a:pt x="2" y="34"/>
                  </a:lnTo>
                  <a:lnTo>
                    <a:pt x="2" y="39"/>
                  </a:lnTo>
                  <a:lnTo>
                    <a:pt x="2" y="44"/>
                  </a:lnTo>
                  <a:lnTo>
                    <a:pt x="2" y="46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45"/>
                  </a:lnTo>
                  <a:lnTo>
                    <a:pt x="3" y="44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4" y="51"/>
                  </a:lnTo>
                  <a:lnTo>
                    <a:pt x="4" y="54"/>
                  </a:lnTo>
                  <a:lnTo>
                    <a:pt x="5" y="55"/>
                  </a:lnTo>
                  <a:lnTo>
                    <a:pt x="5" y="58"/>
                  </a:lnTo>
                  <a:lnTo>
                    <a:pt x="5" y="64"/>
                  </a:lnTo>
                  <a:lnTo>
                    <a:pt x="5" y="69"/>
                  </a:lnTo>
                  <a:lnTo>
                    <a:pt x="5" y="72"/>
                  </a:lnTo>
                  <a:lnTo>
                    <a:pt x="5" y="74"/>
                  </a:lnTo>
                  <a:lnTo>
                    <a:pt x="5" y="78"/>
                  </a:lnTo>
                  <a:lnTo>
                    <a:pt x="6" y="84"/>
                  </a:lnTo>
                  <a:lnTo>
                    <a:pt x="6" y="92"/>
                  </a:lnTo>
                  <a:lnTo>
                    <a:pt x="6" y="94"/>
                  </a:lnTo>
                  <a:lnTo>
                    <a:pt x="6" y="94"/>
                  </a:lnTo>
                  <a:lnTo>
                    <a:pt x="6" y="99"/>
                  </a:lnTo>
                  <a:lnTo>
                    <a:pt x="7" y="106"/>
                  </a:lnTo>
                  <a:lnTo>
                    <a:pt x="7" y="110"/>
                  </a:lnTo>
                  <a:lnTo>
                    <a:pt x="7" y="112"/>
                  </a:lnTo>
                  <a:lnTo>
                    <a:pt x="7" y="117"/>
                  </a:lnTo>
                  <a:lnTo>
                    <a:pt x="7" y="122"/>
                  </a:lnTo>
                  <a:lnTo>
                    <a:pt x="7" y="124"/>
                  </a:lnTo>
                  <a:lnTo>
                    <a:pt x="7" y="124"/>
                  </a:lnTo>
                  <a:lnTo>
                    <a:pt x="8" y="127"/>
                  </a:lnTo>
                  <a:lnTo>
                    <a:pt x="8" y="131"/>
                  </a:lnTo>
                  <a:lnTo>
                    <a:pt x="8" y="13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97" name="Freeform 641"/>
            <p:cNvSpPr/>
            <p:nvPr/>
          </p:nvSpPr>
          <p:spPr bwMode="auto">
            <a:xfrm>
              <a:off x="2227263" y="2000251"/>
              <a:ext cx="14288" cy="180975"/>
            </a:xfrm>
            <a:custGeom>
              <a:avLst/>
              <a:gdLst>
                <a:gd name="T0" fmla="*/ 0 w 9"/>
                <a:gd name="T1" fmla="*/ 97 h 114"/>
                <a:gd name="T2" fmla="*/ 0 w 9"/>
                <a:gd name="T3" fmla="*/ 99 h 114"/>
                <a:gd name="T4" fmla="*/ 0 w 9"/>
                <a:gd name="T5" fmla="*/ 97 h 114"/>
                <a:gd name="T6" fmla="*/ 0 w 9"/>
                <a:gd name="T7" fmla="*/ 98 h 114"/>
                <a:gd name="T8" fmla="*/ 0 w 9"/>
                <a:gd name="T9" fmla="*/ 101 h 114"/>
                <a:gd name="T10" fmla="*/ 0 w 9"/>
                <a:gd name="T11" fmla="*/ 102 h 114"/>
                <a:gd name="T12" fmla="*/ 1 w 9"/>
                <a:gd name="T13" fmla="*/ 101 h 114"/>
                <a:gd name="T14" fmla="*/ 1 w 9"/>
                <a:gd name="T15" fmla="*/ 105 h 114"/>
                <a:gd name="T16" fmla="*/ 1 w 9"/>
                <a:gd name="T17" fmla="*/ 107 h 114"/>
                <a:gd name="T18" fmla="*/ 1 w 9"/>
                <a:gd name="T19" fmla="*/ 105 h 114"/>
                <a:gd name="T20" fmla="*/ 2 w 9"/>
                <a:gd name="T21" fmla="*/ 106 h 114"/>
                <a:gd name="T22" fmla="*/ 2 w 9"/>
                <a:gd name="T23" fmla="*/ 110 h 114"/>
                <a:gd name="T24" fmla="*/ 2 w 9"/>
                <a:gd name="T25" fmla="*/ 111 h 114"/>
                <a:gd name="T26" fmla="*/ 2 w 9"/>
                <a:gd name="T27" fmla="*/ 112 h 114"/>
                <a:gd name="T28" fmla="*/ 2 w 9"/>
                <a:gd name="T29" fmla="*/ 114 h 114"/>
                <a:gd name="T30" fmla="*/ 2 w 9"/>
                <a:gd name="T31" fmla="*/ 114 h 114"/>
                <a:gd name="T32" fmla="*/ 2 w 9"/>
                <a:gd name="T33" fmla="*/ 111 h 114"/>
                <a:gd name="T34" fmla="*/ 3 w 9"/>
                <a:gd name="T35" fmla="*/ 108 h 114"/>
                <a:gd name="T36" fmla="*/ 3 w 9"/>
                <a:gd name="T37" fmla="*/ 108 h 114"/>
                <a:gd name="T38" fmla="*/ 3 w 9"/>
                <a:gd name="T39" fmla="*/ 109 h 114"/>
                <a:gd name="T40" fmla="*/ 3 w 9"/>
                <a:gd name="T41" fmla="*/ 111 h 114"/>
                <a:gd name="T42" fmla="*/ 3 w 9"/>
                <a:gd name="T43" fmla="*/ 112 h 114"/>
                <a:gd name="T44" fmla="*/ 4 w 9"/>
                <a:gd name="T45" fmla="*/ 108 h 114"/>
                <a:gd name="T46" fmla="*/ 4 w 9"/>
                <a:gd name="T47" fmla="*/ 103 h 114"/>
                <a:gd name="T48" fmla="*/ 4 w 9"/>
                <a:gd name="T49" fmla="*/ 101 h 114"/>
                <a:gd name="T50" fmla="*/ 4 w 9"/>
                <a:gd name="T51" fmla="*/ 104 h 114"/>
                <a:gd name="T52" fmla="*/ 4 w 9"/>
                <a:gd name="T53" fmla="*/ 110 h 114"/>
                <a:gd name="T54" fmla="*/ 4 w 9"/>
                <a:gd name="T55" fmla="*/ 110 h 114"/>
                <a:gd name="T56" fmla="*/ 5 w 9"/>
                <a:gd name="T57" fmla="*/ 104 h 114"/>
                <a:gd name="T58" fmla="*/ 5 w 9"/>
                <a:gd name="T59" fmla="*/ 98 h 114"/>
                <a:gd name="T60" fmla="*/ 5 w 9"/>
                <a:gd name="T61" fmla="*/ 93 h 114"/>
                <a:gd name="T62" fmla="*/ 5 w 9"/>
                <a:gd name="T63" fmla="*/ 89 h 114"/>
                <a:gd name="T64" fmla="*/ 5 w 9"/>
                <a:gd name="T65" fmla="*/ 89 h 114"/>
                <a:gd name="T66" fmla="*/ 5 w 9"/>
                <a:gd name="T67" fmla="*/ 91 h 114"/>
                <a:gd name="T68" fmla="*/ 5 w 9"/>
                <a:gd name="T69" fmla="*/ 86 h 114"/>
                <a:gd name="T70" fmla="*/ 6 w 9"/>
                <a:gd name="T71" fmla="*/ 77 h 114"/>
                <a:gd name="T72" fmla="*/ 6 w 9"/>
                <a:gd name="T73" fmla="*/ 72 h 114"/>
                <a:gd name="T74" fmla="*/ 6 w 9"/>
                <a:gd name="T75" fmla="*/ 70 h 114"/>
                <a:gd name="T76" fmla="*/ 6 w 9"/>
                <a:gd name="T77" fmla="*/ 69 h 114"/>
                <a:gd name="T78" fmla="*/ 6 w 9"/>
                <a:gd name="T79" fmla="*/ 67 h 114"/>
                <a:gd name="T80" fmla="*/ 7 w 9"/>
                <a:gd name="T81" fmla="*/ 59 h 114"/>
                <a:gd name="T82" fmla="*/ 7 w 9"/>
                <a:gd name="T83" fmla="*/ 46 h 114"/>
                <a:gd name="T84" fmla="*/ 7 w 9"/>
                <a:gd name="T85" fmla="*/ 34 h 114"/>
                <a:gd name="T86" fmla="*/ 7 w 9"/>
                <a:gd name="T87" fmla="*/ 27 h 114"/>
                <a:gd name="T88" fmla="*/ 7 w 9"/>
                <a:gd name="T89" fmla="*/ 25 h 114"/>
                <a:gd name="T90" fmla="*/ 7 w 9"/>
                <a:gd name="T91" fmla="*/ 22 h 114"/>
                <a:gd name="T92" fmla="*/ 7 w 9"/>
                <a:gd name="T93" fmla="*/ 15 h 114"/>
                <a:gd name="T94" fmla="*/ 8 w 9"/>
                <a:gd name="T95" fmla="*/ 8 h 114"/>
                <a:gd name="T96" fmla="*/ 8 w 9"/>
                <a:gd name="T97" fmla="*/ 4 h 114"/>
                <a:gd name="T98" fmla="*/ 8 w 9"/>
                <a:gd name="T99" fmla="*/ 1 h 114"/>
                <a:gd name="T100" fmla="*/ 8 w 9"/>
                <a:gd name="T101" fmla="*/ 0 h 114"/>
                <a:gd name="T102" fmla="*/ 9 w 9"/>
                <a:gd name="T103" fmla="*/ 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14">
                  <a:moveTo>
                    <a:pt x="0" y="97"/>
                  </a:moveTo>
                  <a:lnTo>
                    <a:pt x="0" y="99"/>
                  </a:lnTo>
                  <a:lnTo>
                    <a:pt x="0" y="97"/>
                  </a:lnTo>
                  <a:lnTo>
                    <a:pt x="0" y="98"/>
                  </a:lnTo>
                  <a:lnTo>
                    <a:pt x="0" y="101"/>
                  </a:lnTo>
                  <a:lnTo>
                    <a:pt x="0" y="102"/>
                  </a:lnTo>
                  <a:lnTo>
                    <a:pt x="1" y="101"/>
                  </a:lnTo>
                  <a:lnTo>
                    <a:pt x="1" y="105"/>
                  </a:lnTo>
                  <a:lnTo>
                    <a:pt x="1" y="107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2" y="110"/>
                  </a:lnTo>
                  <a:lnTo>
                    <a:pt x="2" y="111"/>
                  </a:lnTo>
                  <a:lnTo>
                    <a:pt x="2" y="112"/>
                  </a:lnTo>
                  <a:lnTo>
                    <a:pt x="2" y="114"/>
                  </a:lnTo>
                  <a:lnTo>
                    <a:pt x="2" y="114"/>
                  </a:lnTo>
                  <a:lnTo>
                    <a:pt x="2" y="111"/>
                  </a:lnTo>
                  <a:lnTo>
                    <a:pt x="3" y="108"/>
                  </a:lnTo>
                  <a:lnTo>
                    <a:pt x="3" y="108"/>
                  </a:lnTo>
                  <a:lnTo>
                    <a:pt x="3" y="109"/>
                  </a:lnTo>
                  <a:lnTo>
                    <a:pt x="3" y="111"/>
                  </a:lnTo>
                  <a:lnTo>
                    <a:pt x="3" y="112"/>
                  </a:lnTo>
                  <a:lnTo>
                    <a:pt x="4" y="108"/>
                  </a:lnTo>
                  <a:lnTo>
                    <a:pt x="4" y="103"/>
                  </a:lnTo>
                  <a:lnTo>
                    <a:pt x="4" y="101"/>
                  </a:lnTo>
                  <a:lnTo>
                    <a:pt x="4" y="104"/>
                  </a:lnTo>
                  <a:lnTo>
                    <a:pt x="4" y="110"/>
                  </a:lnTo>
                  <a:lnTo>
                    <a:pt x="4" y="110"/>
                  </a:lnTo>
                  <a:lnTo>
                    <a:pt x="5" y="104"/>
                  </a:lnTo>
                  <a:lnTo>
                    <a:pt x="5" y="98"/>
                  </a:lnTo>
                  <a:lnTo>
                    <a:pt x="5" y="93"/>
                  </a:lnTo>
                  <a:lnTo>
                    <a:pt x="5" y="89"/>
                  </a:lnTo>
                  <a:lnTo>
                    <a:pt x="5" y="89"/>
                  </a:lnTo>
                  <a:lnTo>
                    <a:pt x="5" y="91"/>
                  </a:lnTo>
                  <a:lnTo>
                    <a:pt x="5" y="86"/>
                  </a:lnTo>
                  <a:lnTo>
                    <a:pt x="6" y="77"/>
                  </a:lnTo>
                  <a:lnTo>
                    <a:pt x="6" y="72"/>
                  </a:lnTo>
                  <a:lnTo>
                    <a:pt x="6" y="70"/>
                  </a:lnTo>
                  <a:lnTo>
                    <a:pt x="6" y="69"/>
                  </a:lnTo>
                  <a:lnTo>
                    <a:pt x="6" y="67"/>
                  </a:lnTo>
                  <a:lnTo>
                    <a:pt x="7" y="59"/>
                  </a:lnTo>
                  <a:lnTo>
                    <a:pt x="7" y="46"/>
                  </a:lnTo>
                  <a:lnTo>
                    <a:pt x="7" y="34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2"/>
                  </a:lnTo>
                  <a:lnTo>
                    <a:pt x="7" y="15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1"/>
                  </a:lnTo>
                  <a:lnTo>
                    <a:pt x="8" y="0"/>
                  </a:lnTo>
                  <a:lnTo>
                    <a:pt x="9" y="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98" name="Freeform 642"/>
            <p:cNvSpPr/>
            <p:nvPr/>
          </p:nvSpPr>
          <p:spPr bwMode="auto">
            <a:xfrm>
              <a:off x="2239963" y="1930401"/>
              <a:ext cx="14288" cy="77788"/>
            </a:xfrm>
            <a:custGeom>
              <a:avLst/>
              <a:gdLst>
                <a:gd name="T0" fmla="*/ 0 w 9"/>
                <a:gd name="T1" fmla="*/ 44 h 49"/>
                <a:gd name="T2" fmla="*/ 1 w 9"/>
                <a:gd name="T3" fmla="*/ 47 h 49"/>
                <a:gd name="T4" fmla="*/ 1 w 9"/>
                <a:gd name="T5" fmla="*/ 49 h 49"/>
                <a:gd name="T6" fmla="*/ 1 w 9"/>
                <a:gd name="T7" fmla="*/ 44 h 49"/>
                <a:gd name="T8" fmla="*/ 1 w 9"/>
                <a:gd name="T9" fmla="*/ 39 h 49"/>
                <a:gd name="T10" fmla="*/ 1 w 9"/>
                <a:gd name="T11" fmla="*/ 36 h 49"/>
                <a:gd name="T12" fmla="*/ 1 w 9"/>
                <a:gd name="T13" fmla="*/ 34 h 49"/>
                <a:gd name="T14" fmla="*/ 1 w 9"/>
                <a:gd name="T15" fmla="*/ 31 h 49"/>
                <a:gd name="T16" fmla="*/ 2 w 9"/>
                <a:gd name="T17" fmla="*/ 26 h 49"/>
                <a:gd name="T18" fmla="*/ 2 w 9"/>
                <a:gd name="T19" fmla="*/ 21 h 49"/>
                <a:gd name="T20" fmla="*/ 2 w 9"/>
                <a:gd name="T21" fmla="*/ 14 h 49"/>
                <a:gd name="T22" fmla="*/ 2 w 9"/>
                <a:gd name="T23" fmla="*/ 7 h 49"/>
                <a:gd name="T24" fmla="*/ 2 w 9"/>
                <a:gd name="T25" fmla="*/ 5 h 49"/>
                <a:gd name="T26" fmla="*/ 2 w 9"/>
                <a:gd name="T27" fmla="*/ 4 h 49"/>
                <a:gd name="T28" fmla="*/ 2 w 9"/>
                <a:gd name="T29" fmla="*/ 2 h 49"/>
                <a:gd name="T30" fmla="*/ 3 w 9"/>
                <a:gd name="T31" fmla="*/ 2 h 49"/>
                <a:gd name="T32" fmla="*/ 3 w 9"/>
                <a:gd name="T33" fmla="*/ 7 h 49"/>
                <a:gd name="T34" fmla="*/ 3 w 9"/>
                <a:gd name="T35" fmla="*/ 13 h 49"/>
                <a:gd name="T36" fmla="*/ 3 w 9"/>
                <a:gd name="T37" fmla="*/ 14 h 49"/>
                <a:gd name="T38" fmla="*/ 3 w 9"/>
                <a:gd name="T39" fmla="*/ 15 h 49"/>
                <a:gd name="T40" fmla="*/ 4 w 9"/>
                <a:gd name="T41" fmla="*/ 19 h 49"/>
                <a:gd name="T42" fmla="*/ 4 w 9"/>
                <a:gd name="T43" fmla="*/ 21 h 49"/>
                <a:gd name="T44" fmla="*/ 4 w 9"/>
                <a:gd name="T45" fmla="*/ 21 h 49"/>
                <a:gd name="T46" fmla="*/ 4 w 9"/>
                <a:gd name="T47" fmla="*/ 20 h 49"/>
                <a:gd name="T48" fmla="*/ 4 w 9"/>
                <a:gd name="T49" fmla="*/ 17 h 49"/>
                <a:gd name="T50" fmla="*/ 4 w 9"/>
                <a:gd name="T51" fmla="*/ 14 h 49"/>
                <a:gd name="T52" fmla="*/ 4 w 9"/>
                <a:gd name="T53" fmla="*/ 11 h 49"/>
                <a:gd name="T54" fmla="*/ 5 w 9"/>
                <a:gd name="T55" fmla="*/ 9 h 49"/>
                <a:gd name="T56" fmla="*/ 5 w 9"/>
                <a:gd name="T57" fmla="*/ 6 h 49"/>
                <a:gd name="T58" fmla="*/ 5 w 9"/>
                <a:gd name="T59" fmla="*/ 5 h 49"/>
                <a:gd name="T60" fmla="*/ 5 w 9"/>
                <a:gd name="T61" fmla="*/ 4 h 49"/>
                <a:gd name="T62" fmla="*/ 6 w 9"/>
                <a:gd name="T63" fmla="*/ 2 h 49"/>
                <a:gd name="T64" fmla="*/ 6 w 9"/>
                <a:gd name="T65" fmla="*/ 0 h 49"/>
                <a:gd name="T66" fmla="*/ 6 w 9"/>
                <a:gd name="T67" fmla="*/ 0 h 49"/>
                <a:gd name="T68" fmla="*/ 6 w 9"/>
                <a:gd name="T69" fmla="*/ 3 h 49"/>
                <a:gd name="T70" fmla="*/ 6 w 9"/>
                <a:gd name="T71" fmla="*/ 6 h 49"/>
                <a:gd name="T72" fmla="*/ 6 w 9"/>
                <a:gd name="T73" fmla="*/ 6 h 49"/>
                <a:gd name="T74" fmla="*/ 6 w 9"/>
                <a:gd name="T75" fmla="*/ 7 h 49"/>
                <a:gd name="T76" fmla="*/ 7 w 9"/>
                <a:gd name="T77" fmla="*/ 6 h 49"/>
                <a:gd name="T78" fmla="*/ 7 w 9"/>
                <a:gd name="T79" fmla="*/ 6 h 49"/>
                <a:gd name="T80" fmla="*/ 7 w 9"/>
                <a:gd name="T81" fmla="*/ 7 h 49"/>
                <a:gd name="T82" fmla="*/ 7 w 9"/>
                <a:gd name="T83" fmla="*/ 9 h 49"/>
                <a:gd name="T84" fmla="*/ 7 w 9"/>
                <a:gd name="T85" fmla="*/ 10 h 49"/>
                <a:gd name="T86" fmla="*/ 7 w 9"/>
                <a:gd name="T87" fmla="*/ 9 h 49"/>
                <a:gd name="T88" fmla="*/ 7 w 9"/>
                <a:gd name="T89" fmla="*/ 7 h 49"/>
                <a:gd name="T90" fmla="*/ 8 w 9"/>
                <a:gd name="T91" fmla="*/ 5 h 49"/>
                <a:gd name="T92" fmla="*/ 8 w 9"/>
                <a:gd name="T93" fmla="*/ 4 h 49"/>
                <a:gd name="T94" fmla="*/ 8 w 9"/>
                <a:gd name="T95" fmla="*/ 5 h 49"/>
                <a:gd name="T96" fmla="*/ 8 w 9"/>
                <a:gd name="T97" fmla="*/ 7 h 49"/>
                <a:gd name="T98" fmla="*/ 8 w 9"/>
                <a:gd name="T99" fmla="*/ 7 h 49"/>
                <a:gd name="T100" fmla="*/ 9 w 9"/>
                <a:gd name="T101" fmla="*/ 5 h 49"/>
                <a:gd name="T102" fmla="*/ 9 w 9"/>
                <a:gd name="T103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9">
                  <a:moveTo>
                    <a:pt x="0" y="44"/>
                  </a:moveTo>
                  <a:lnTo>
                    <a:pt x="1" y="47"/>
                  </a:lnTo>
                  <a:lnTo>
                    <a:pt x="1" y="49"/>
                  </a:lnTo>
                  <a:lnTo>
                    <a:pt x="1" y="44"/>
                  </a:lnTo>
                  <a:lnTo>
                    <a:pt x="1" y="39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1"/>
                  </a:lnTo>
                  <a:lnTo>
                    <a:pt x="2" y="26"/>
                  </a:lnTo>
                  <a:lnTo>
                    <a:pt x="2" y="21"/>
                  </a:lnTo>
                  <a:lnTo>
                    <a:pt x="2" y="14"/>
                  </a:lnTo>
                  <a:lnTo>
                    <a:pt x="2" y="7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7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0"/>
                  </a:lnTo>
                  <a:lnTo>
                    <a:pt x="4" y="17"/>
                  </a:lnTo>
                  <a:lnTo>
                    <a:pt x="4" y="14"/>
                  </a:lnTo>
                  <a:lnTo>
                    <a:pt x="4" y="11"/>
                  </a:lnTo>
                  <a:lnTo>
                    <a:pt x="5" y="9"/>
                  </a:lnTo>
                  <a:lnTo>
                    <a:pt x="5" y="6"/>
                  </a:lnTo>
                  <a:lnTo>
                    <a:pt x="5" y="5"/>
                  </a:lnTo>
                  <a:lnTo>
                    <a:pt x="5" y="4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7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7"/>
                  </a:lnTo>
                  <a:lnTo>
                    <a:pt x="7" y="9"/>
                  </a:lnTo>
                  <a:lnTo>
                    <a:pt x="7" y="10"/>
                  </a:lnTo>
                  <a:lnTo>
                    <a:pt x="7" y="9"/>
                  </a:lnTo>
                  <a:lnTo>
                    <a:pt x="7" y="7"/>
                  </a:lnTo>
                  <a:lnTo>
                    <a:pt x="8" y="5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7"/>
                  </a:lnTo>
                  <a:lnTo>
                    <a:pt x="8" y="7"/>
                  </a:lnTo>
                  <a:lnTo>
                    <a:pt x="9" y="5"/>
                  </a:lnTo>
                  <a:lnTo>
                    <a:pt x="9" y="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99" name="Freeform 643"/>
            <p:cNvSpPr/>
            <p:nvPr/>
          </p:nvSpPr>
          <p:spPr bwMode="auto">
            <a:xfrm>
              <a:off x="2254250" y="1927226"/>
              <a:ext cx="12700" cy="61913"/>
            </a:xfrm>
            <a:custGeom>
              <a:avLst/>
              <a:gdLst>
                <a:gd name="T0" fmla="*/ 0 w 8"/>
                <a:gd name="T1" fmla="*/ 7 h 39"/>
                <a:gd name="T2" fmla="*/ 0 w 8"/>
                <a:gd name="T3" fmla="*/ 4 h 39"/>
                <a:gd name="T4" fmla="*/ 0 w 8"/>
                <a:gd name="T5" fmla="*/ 4 h 39"/>
                <a:gd name="T6" fmla="*/ 0 w 8"/>
                <a:gd name="T7" fmla="*/ 6 h 39"/>
                <a:gd name="T8" fmla="*/ 0 w 8"/>
                <a:gd name="T9" fmla="*/ 7 h 39"/>
                <a:gd name="T10" fmla="*/ 0 w 8"/>
                <a:gd name="T11" fmla="*/ 7 h 39"/>
                <a:gd name="T12" fmla="*/ 1 w 8"/>
                <a:gd name="T13" fmla="*/ 8 h 39"/>
                <a:gd name="T14" fmla="*/ 1 w 8"/>
                <a:gd name="T15" fmla="*/ 9 h 39"/>
                <a:gd name="T16" fmla="*/ 1 w 8"/>
                <a:gd name="T17" fmla="*/ 8 h 39"/>
                <a:gd name="T18" fmla="*/ 1 w 8"/>
                <a:gd name="T19" fmla="*/ 8 h 39"/>
                <a:gd name="T20" fmla="*/ 1 w 8"/>
                <a:gd name="T21" fmla="*/ 12 h 39"/>
                <a:gd name="T22" fmla="*/ 2 w 8"/>
                <a:gd name="T23" fmla="*/ 16 h 39"/>
                <a:gd name="T24" fmla="*/ 2 w 8"/>
                <a:gd name="T25" fmla="*/ 16 h 39"/>
                <a:gd name="T26" fmla="*/ 2 w 8"/>
                <a:gd name="T27" fmla="*/ 16 h 39"/>
                <a:gd name="T28" fmla="*/ 2 w 8"/>
                <a:gd name="T29" fmla="*/ 17 h 39"/>
                <a:gd name="T30" fmla="*/ 2 w 8"/>
                <a:gd name="T31" fmla="*/ 19 h 39"/>
                <a:gd name="T32" fmla="*/ 2 w 8"/>
                <a:gd name="T33" fmla="*/ 22 h 39"/>
                <a:gd name="T34" fmla="*/ 2 w 8"/>
                <a:gd name="T35" fmla="*/ 24 h 39"/>
                <a:gd name="T36" fmla="*/ 3 w 8"/>
                <a:gd name="T37" fmla="*/ 26 h 39"/>
                <a:gd name="T38" fmla="*/ 3 w 8"/>
                <a:gd name="T39" fmla="*/ 26 h 39"/>
                <a:gd name="T40" fmla="*/ 3 w 8"/>
                <a:gd name="T41" fmla="*/ 24 h 39"/>
                <a:gd name="T42" fmla="*/ 3 w 8"/>
                <a:gd name="T43" fmla="*/ 25 h 39"/>
                <a:gd name="T44" fmla="*/ 3 w 8"/>
                <a:gd name="T45" fmla="*/ 28 h 39"/>
                <a:gd name="T46" fmla="*/ 3 w 8"/>
                <a:gd name="T47" fmla="*/ 29 h 39"/>
                <a:gd name="T48" fmla="*/ 3 w 8"/>
                <a:gd name="T49" fmla="*/ 31 h 39"/>
                <a:gd name="T50" fmla="*/ 4 w 8"/>
                <a:gd name="T51" fmla="*/ 31 h 39"/>
                <a:gd name="T52" fmla="*/ 4 w 8"/>
                <a:gd name="T53" fmla="*/ 32 h 39"/>
                <a:gd name="T54" fmla="*/ 4 w 8"/>
                <a:gd name="T55" fmla="*/ 33 h 39"/>
                <a:gd name="T56" fmla="*/ 4 w 8"/>
                <a:gd name="T57" fmla="*/ 35 h 39"/>
                <a:gd name="T58" fmla="*/ 5 w 8"/>
                <a:gd name="T59" fmla="*/ 37 h 39"/>
                <a:gd name="T60" fmla="*/ 5 w 8"/>
                <a:gd name="T61" fmla="*/ 39 h 39"/>
                <a:gd name="T62" fmla="*/ 5 w 8"/>
                <a:gd name="T63" fmla="*/ 39 h 39"/>
                <a:gd name="T64" fmla="*/ 5 w 8"/>
                <a:gd name="T65" fmla="*/ 39 h 39"/>
                <a:gd name="T66" fmla="*/ 5 w 8"/>
                <a:gd name="T67" fmla="*/ 38 h 39"/>
                <a:gd name="T68" fmla="*/ 5 w 8"/>
                <a:gd name="T69" fmla="*/ 37 h 39"/>
                <a:gd name="T70" fmla="*/ 5 w 8"/>
                <a:gd name="T71" fmla="*/ 37 h 39"/>
                <a:gd name="T72" fmla="*/ 6 w 8"/>
                <a:gd name="T73" fmla="*/ 36 h 39"/>
                <a:gd name="T74" fmla="*/ 6 w 8"/>
                <a:gd name="T75" fmla="*/ 35 h 39"/>
                <a:gd name="T76" fmla="*/ 6 w 8"/>
                <a:gd name="T77" fmla="*/ 35 h 39"/>
                <a:gd name="T78" fmla="*/ 6 w 8"/>
                <a:gd name="T79" fmla="*/ 34 h 39"/>
                <a:gd name="T80" fmla="*/ 6 w 8"/>
                <a:gd name="T81" fmla="*/ 32 h 39"/>
                <a:gd name="T82" fmla="*/ 7 w 8"/>
                <a:gd name="T83" fmla="*/ 30 h 39"/>
                <a:gd name="T84" fmla="*/ 7 w 8"/>
                <a:gd name="T85" fmla="*/ 27 h 39"/>
                <a:gd name="T86" fmla="*/ 7 w 8"/>
                <a:gd name="T87" fmla="*/ 23 h 39"/>
                <a:gd name="T88" fmla="*/ 7 w 8"/>
                <a:gd name="T89" fmla="*/ 20 h 39"/>
                <a:gd name="T90" fmla="*/ 7 w 8"/>
                <a:gd name="T91" fmla="*/ 17 h 39"/>
                <a:gd name="T92" fmla="*/ 7 w 8"/>
                <a:gd name="T93" fmla="*/ 12 h 39"/>
                <a:gd name="T94" fmla="*/ 7 w 8"/>
                <a:gd name="T95" fmla="*/ 7 h 39"/>
                <a:gd name="T96" fmla="*/ 8 w 8"/>
                <a:gd name="T97" fmla="*/ 4 h 39"/>
                <a:gd name="T98" fmla="*/ 8 w 8"/>
                <a:gd name="T99" fmla="*/ 1 h 39"/>
                <a:gd name="T100" fmla="*/ 8 w 8"/>
                <a:gd name="T101" fmla="*/ 0 h 39"/>
                <a:gd name="T102" fmla="*/ 8 w 8"/>
                <a:gd name="T103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39">
                  <a:moveTo>
                    <a:pt x="0" y="7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12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24"/>
                  </a:lnTo>
                  <a:lnTo>
                    <a:pt x="3" y="25"/>
                  </a:lnTo>
                  <a:lnTo>
                    <a:pt x="3" y="28"/>
                  </a:lnTo>
                  <a:lnTo>
                    <a:pt x="3" y="29"/>
                  </a:lnTo>
                  <a:lnTo>
                    <a:pt x="3" y="31"/>
                  </a:lnTo>
                  <a:lnTo>
                    <a:pt x="4" y="31"/>
                  </a:lnTo>
                  <a:lnTo>
                    <a:pt x="4" y="32"/>
                  </a:lnTo>
                  <a:lnTo>
                    <a:pt x="4" y="33"/>
                  </a:lnTo>
                  <a:lnTo>
                    <a:pt x="4" y="35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5" y="38"/>
                  </a:lnTo>
                  <a:lnTo>
                    <a:pt x="5" y="37"/>
                  </a:lnTo>
                  <a:lnTo>
                    <a:pt x="5" y="37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6" y="34"/>
                  </a:lnTo>
                  <a:lnTo>
                    <a:pt x="6" y="32"/>
                  </a:lnTo>
                  <a:lnTo>
                    <a:pt x="7" y="30"/>
                  </a:lnTo>
                  <a:lnTo>
                    <a:pt x="7" y="27"/>
                  </a:lnTo>
                  <a:lnTo>
                    <a:pt x="7" y="23"/>
                  </a:lnTo>
                  <a:lnTo>
                    <a:pt x="7" y="20"/>
                  </a:lnTo>
                  <a:lnTo>
                    <a:pt x="7" y="17"/>
                  </a:lnTo>
                  <a:lnTo>
                    <a:pt x="7" y="12"/>
                  </a:lnTo>
                  <a:lnTo>
                    <a:pt x="7" y="7"/>
                  </a:lnTo>
                  <a:lnTo>
                    <a:pt x="8" y="4"/>
                  </a:lnTo>
                  <a:lnTo>
                    <a:pt x="8" y="1"/>
                  </a:lnTo>
                  <a:lnTo>
                    <a:pt x="8" y="0"/>
                  </a:lnTo>
                  <a:lnTo>
                    <a:pt x="8" y="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00" name="Freeform 644"/>
            <p:cNvSpPr/>
            <p:nvPr/>
          </p:nvSpPr>
          <p:spPr bwMode="auto">
            <a:xfrm>
              <a:off x="2266950" y="1927226"/>
              <a:ext cx="14288" cy="144463"/>
            </a:xfrm>
            <a:custGeom>
              <a:avLst/>
              <a:gdLst>
                <a:gd name="T0" fmla="*/ 0 w 9"/>
                <a:gd name="T1" fmla="*/ 0 h 91"/>
                <a:gd name="T2" fmla="*/ 0 w 9"/>
                <a:gd name="T3" fmla="*/ 1 h 91"/>
                <a:gd name="T4" fmla="*/ 0 w 9"/>
                <a:gd name="T5" fmla="*/ 3 h 91"/>
                <a:gd name="T6" fmla="*/ 0 w 9"/>
                <a:gd name="T7" fmla="*/ 4 h 91"/>
                <a:gd name="T8" fmla="*/ 0 w 9"/>
                <a:gd name="T9" fmla="*/ 6 h 91"/>
                <a:gd name="T10" fmla="*/ 1 w 9"/>
                <a:gd name="T11" fmla="*/ 9 h 91"/>
                <a:gd name="T12" fmla="*/ 1 w 9"/>
                <a:gd name="T13" fmla="*/ 14 h 91"/>
                <a:gd name="T14" fmla="*/ 1 w 9"/>
                <a:gd name="T15" fmla="*/ 19 h 91"/>
                <a:gd name="T16" fmla="*/ 1 w 9"/>
                <a:gd name="T17" fmla="*/ 22 h 91"/>
                <a:gd name="T18" fmla="*/ 2 w 9"/>
                <a:gd name="T19" fmla="*/ 21 h 91"/>
                <a:gd name="T20" fmla="*/ 2 w 9"/>
                <a:gd name="T21" fmla="*/ 19 h 91"/>
                <a:gd name="T22" fmla="*/ 2 w 9"/>
                <a:gd name="T23" fmla="*/ 17 h 91"/>
                <a:gd name="T24" fmla="*/ 2 w 9"/>
                <a:gd name="T25" fmla="*/ 16 h 91"/>
                <a:gd name="T26" fmla="*/ 2 w 9"/>
                <a:gd name="T27" fmla="*/ 15 h 91"/>
                <a:gd name="T28" fmla="*/ 2 w 9"/>
                <a:gd name="T29" fmla="*/ 13 h 91"/>
                <a:gd name="T30" fmla="*/ 2 w 9"/>
                <a:gd name="T31" fmla="*/ 9 h 91"/>
                <a:gd name="T32" fmla="*/ 3 w 9"/>
                <a:gd name="T33" fmla="*/ 7 h 91"/>
                <a:gd name="T34" fmla="*/ 3 w 9"/>
                <a:gd name="T35" fmla="*/ 7 h 91"/>
                <a:gd name="T36" fmla="*/ 3 w 9"/>
                <a:gd name="T37" fmla="*/ 9 h 91"/>
                <a:gd name="T38" fmla="*/ 3 w 9"/>
                <a:gd name="T39" fmla="*/ 13 h 91"/>
                <a:gd name="T40" fmla="*/ 3 w 9"/>
                <a:gd name="T41" fmla="*/ 19 h 91"/>
                <a:gd name="T42" fmla="*/ 4 w 9"/>
                <a:gd name="T43" fmla="*/ 24 h 91"/>
                <a:gd name="T44" fmla="*/ 4 w 9"/>
                <a:gd name="T45" fmla="*/ 28 h 91"/>
                <a:gd name="T46" fmla="*/ 4 w 9"/>
                <a:gd name="T47" fmla="*/ 31 h 91"/>
                <a:gd name="T48" fmla="*/ 4 w 9"/>
                <a:gd name="T49" fmla="*/ 36 h 91"/>
                <a:gd name="T50" fmla="*/ 4 w 9"/>
                <a:gd name="T51" fmla="*/ 41 h 91"/>
                <a:gd name="T52" fmla="*/ 4 w 9"/>
                <a:gd name="T53" fmla="*/ 45 h 91"/>
                <a:gd name="T54" fmla="*/ 4 w 9"/>
                <a:gd name="T55" fmla="*/ 44 h 91"/>
                <a:gd name="T56" fmla="*/ 5 w 9"/>
                <a:gd name="T57" fmla="*/ 44 h 91"/>
                <a:gd name="T58" fmla="*/ 5 w 9"/>
                <a:gd name="T59" fmla="*/ 46 h 91"/>
                <a:gd name="T60" fmla="*/ 5 w 9"/>
                <a:gd name="T61" fmla="*/ 48 h 91"/>
                <a:gd name="T62" fmla="*/ 5 w 9"/>
                <a:gd name="T63" fmla="*/ 48 h 91"/>
                <a:gd name="T64" fmla="*/ 5 w 9"/>
                <a:gd name="T65" fmla="*/ 46 h 91"/>
                <a:gd name="T66" fmla="*/ 5 w 9"/>
                <a:gd name="T67" fmla="*/ 46 h 91"/>
                <a:gd name="T68" fmla="*/ 6 w 9"/>
                <a:gd name="T69" fmla="*/ 46 h 91"/>
                <a:gd name="T70" fmla="*/ 6 w 9"/>
                <a:gd name="T71" fmla="*/ 44 h 91"/>
                <a:gd name="T72" fmla="*/ 6 w 9"/>
                <a:gd name="T73" fmla="*/ 44 h 91"/>
                <a:gd name="T74" fmla="*/ 6 w 9"/>
                <a:gd name="T75" fmla="*/ 48 h 91"/>
                <a:gd name="T76" fmla="*/ 6 w 9"/>
                <a:gd name="T77" fmla="*/ 50 h 91"/>
                <a:gd name="T78" fmla="*/ 7 w 9"/>
                <a:gd name="T79" fmla="*/ 52 h 91"/>
                <a:gd name="T80" fmla="*/ 7 w 9"/>
                <a:gd name="T81" fmla="*/ 54 h 91"/>
                <a:gd name="T82" fmla="*/ 7 w 9"/>
                <a:gd name="T83" fmla="*/ 56 h 91"/>
                <a:gd name="T84" fmla="*/ 7 w 9"/>
                <a:gd name="T85" fmla="*/ 59 h 91"/>
                <a:gd name="T86" fmla="*/ 7 w 9"/>
                <a:gd name="T87" fmla="*/ 63 h 91"/>
                <a:gd name="T88" fmla="*/ 7 w 9"/>
                <a:gd name="T89" fmla="*/ 67 h 91"/>
                <a:gd name="T90" fmla="*/ 7 w 9"/>
                <a:gd name="T91" fmla="*/ 69 h 91"/>
                <a:gd name="T92" fmla="*/ 8 w 9"/>
                <a:gd name="T93" fmla="*/ 72 h 91"/>
                <a:gd name="T94" fmla="*/ 8 w 9"/>
                <a:gd name="T95" fmla="*/ 75 h 91"/>
                <a:gd name="T96" fmla="*/ 8 w 9"/>
                <a:gd name="T97" fmla="*/ 78 h 91"/>
                <a:gd name="T98" fmla="*/ 8 w 9"/>
                <a:gd name="T99" fmla="*/ 80 h 91"/>
                <a:gd name="T100" fmla="*/ 8 w 9"/>
                <a:gd name="T101" fmla="*/ 85 h 91"/>
                <a:gd name="T102" fmla="*/ 9 w 9"/>
                <a:gd name="T103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91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9"/>
                  </a:lnTo>
                  <a:lnTo>
                    <a:pt x="1" y="14"/>
                  </a:lnTo>
                  <a:lnTo>
                    <a:pt x="1" y="19"/>
                  </a:lnTo>
                  <a:lnTo>
                    <a:pt x="1" y="22"/>
                  </a:lnTo>
                  <a:lnTo>
                    <a:pt x="2" y="21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13"/>
                  </a:lnTo>
                  <a:lnTo>
                    <a:pt x="2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9"/>
                  </a:lnTo>
                  <a:lnTo>
                    <a:pt x="4" y="24"/>
                  </a:lnTo>
                  <a:lnTo>
                    <a:pt x="4" y="28"/>
                  </a:lnTo>
                  <a:lnTo>
                    <a:pt x="4" y="31"/>
                  </a:lnTo>
                  <a:lnTo>
                    <a:pt x="4" y="36"/>
                  </a:lnTo>
                  <a:lnTo>
                    <a:pt x="4" y="41"/>
                  </a:lnTo>
                  <a:lnTo>
                    <a:pt x="4" y="45"/>
                  </a:lnTo>
                  <a:lnTo>
                    <a:pt x="4" y="44"/>
                  </a:lnTo>
                  <a:lnTo>
                    <a:pt x="5" y="44"/>
                  </a:lnTo>
                  <a:lnTo>
                    <a:pt x="5" y="46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5" y="46"/>
                  </a:lnTo>
                  <a:lnTo>
                    <a:pt x="5" y="46"/>
                  </a:lnTo>
                  <a:lnTo>
                    <a:pt x="6" y="46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6" y="48"/>
                  </a:lnTo>
                  <a:lnTo>
                    <a:pt x="6" y="50"/>
                  </a:lnTo>
                  <a:lnTo>
                    <a:pt x="7" y="52"/>
                  </a:lnTo>
                  <a:lnTo>
                    <a:pt x="7" y="54"/>
                  </a:lnTo>
                  <a:lnTo>
                    <a:pt x="7" y="56"/>
                  </a:lnTo>
                  <a:lnTo>
                    <a:pt x="7" y="59"/>
                  </a:lnTo>
                  <a:lnTo>
                    <a:pt x="7" y="63"/>
                  </a:lnTo>
                  <a:lnTo>
                    <a:pt x="7" y="67"/>
                  </a:lnTo>
                  <a:lnTo>
                    <a:pt x="7" y="69"/>
                  </a:lnTo>
                  <a:lnTo>
                    <a:pt x="8" y="72"/>
                  </a:lnTo>
                  <a:lnTo>
                    <a:pt x="8" y="75"/>
                  </a:lnTo>
                  <a:lnTo>
                    <a:pt x="8" y="78"/>
                  </a:lnTo>
                  <a:lnTo>
                    <a:pt x="8" y="80"/>
                  </a:lnTo>
                  <a:lnTo>
                    <a:pt x="8" y="85"/>
                  </a:lnTo>
                  <a:lnTo>
                    <a:pt x="9" y="9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01" name="Freeform 645"/>
            <p:cNvSpPr/>
            <p:nvPr/>
          </p:nvSpPr>
          <p:spPr bwMode="auto">
            <a:xfrm>
              <a:off x="2279650" y="2062164"/>
              <a:ext cx="14288" cy="98425"/>
            </a:xfrm>
            <a:custGeom>
              <a:avLst/>
              <a:gdLst>
                <a:gd name="T0" fmla="*/ 0 w 9"/>
                <a:gd name="T1" fmla="*/ 0 h 62"/>
                <a:gd name="T2" fmla="*/ 1 w 9"/>
                <a:gd name="T3" fmla="*/ 6 h 62"/>
                <a:gd name="T4" fmla="*/ 1 w 9"/>
                <a:gd name="T5" fmla="*/ 11 h 62"/>
                <a:gd name="T6" fmla="*/ 1 w 9"/>
                <a:gd name="T7" fmla="*/ 14 h 62"/>
                <a:gd name="T8" fmla="*/ 1 w 9"/>
                <a:gd name="T9" fmla="*/ 18 h 62"/>
                <a:gd name="T10" fmla="*/ 1 w 9"/>
                <a:gd name="T11" fmla="*/ 22 h 62"/>
                <a:gd name="T12" fmla="*/ 1 w 9"/>
                <a:gd name="T13" fmla="*/ 24 h 62"/>
                <a:gd name="T14" fmla="*/ 2 w 9"/>
                <a:gd name="T15" fmla="*/ 26 h 62"/>
                <a:gd name="T16" fmla="*/ 2 w 9"/>
                <a:gd name="T17" fmla="*/ 27 h 62"/>
                <a:gd name="T18" fmla="*/ 2 w 9"/>
                <a:gd name="T19" fmla="*/ 26 h 62"/>
                <a:gd name="T20" fmla="*/ 2 w 9"/>
                <a:gd name="T21" fmla="*/ 26 h 62"/>
                <a:gd name="T22" fmla="*/ 2 w 9"/>
                <a:gd name="T23" fmla="*/ 27 h 62"/>
                <a:gd name="T24" fmla="*/ 3 w 9"/>
                <a:gd name="T25" fmla="*/ 27 h 62"/>
                <a:gd name="T26" fmla="*/ 3 w 9"/>
                <a:gd name="T27" fmla="*/ 26 h 62"/>
                <a:gd name="T28" fmla="*/ 3 w 9"/>
                <a:gd name="T29" fmla="*/ 25 h 62"/>
                <a:gd name="T30" fmla="*/ 3 w 9"/>
                <a:gd name="T31" fmla="*/ 25 h 62"/>
                <a:gd name="T32" fmla="*/ 3 w 9"/>
                <a:gd name="T33" fmla="*/ 25 h 62"/>
                <a:gd name="T34" fmla="*/ 3 w 9"/>
                <a:gd name="T35" fmla="*/ 26 h 62"/>
                <a:gd name="T36" fmla="*/ 3 w 9"/>
                <a:gd name="T37" fmla="*/ 27 h 62"/>
                <a:gd name="T38" fmla="*/ 4 w 9"/>
                <a:gd name="T39" fmla="*/ 25 h 62"/>
                <a:gd name="T40" fmla="*/ 4 w 9"/>
                <a:gd name="T41" fmla="*/ 23 h 62"/>
                <a:gd name="T42" fmla="*/ 4 w 9"/>
                <a:gd name="T43" fmla="*/ 26 h 62"/>
                <a:gd name="T44" fmla="*/ 4 w 9"/>
                <a:gd name="T45" fmla="*/ 31 h 62"/>
                <a:gd name="T46" fmla="*/ 4 w 9"/>
                <a:gd name="T47" fmla="*/ 30 h 62"/>
                <a:gd name="T48" fmla="*/ 4 w 9"/>
                <a:gd name="T49" fmla="*/ 26 h 62"/>
                <a:gd name="T50" fmla="*/ 4 w 9"/>
                <a:gd name="T51" fmla="*/ 27 h 62"/>
                <a:gd name="T52" fmla="*/ 5 w 9"/>
                <a:gd name="T53" fmla="*/ 26 h 62"/>
                <a:gd name="T54" fmla="*/ 5 w 9"/>
                <a:gd name="T55" fmla="*/ 23 h 62"/>
                <a:gd name="T56" fmla="*/ 5 w 9"/>
                <a:gd name="T57" fmla="*/ 26 h 62"/>
                <a:gd name="T58" fmla="*/ 5 w 9"/>
                <a:gd name="T59" fmla="*/ 35 h 62"/>
                <a:gd name="T60" fmla="*/ 6 w 9"/>
                <a:gd name="T61" fmla="*/ 41 h 62"/>
                <a:gd name="T62" fmla="*/ 6 w 9"/>
                <a:gd name="T63" fmla="*/ 37 h 62"/>
                <a:gd name="T64" fmla="*/ 6 w 9"/>
                <a:gd name="T65" fmla="*/ 35 h 62"/>
                <a:gd name="T66" fmla="*/ 6 w 9"/>
                <a:gd name="T67" fmla="*/ 40 h 62"/>
                <a:gd name="T68" fmla="*/ 6 w 9"/>
                <a:gd name="T69" fmla="*/ 46 h 62"/>
                <a:gd name="T70" fmla="*/ 6 w 9"/>
                <a:gd name="T71" fmla="*/ 49 h 62"/>
                <a:gd name="T72" fmla="*/ 6 w 9"/>
                <a:gd name="T73" fmla="*/ 51 h 62"/>
                <a:gd name="T74" fmla="*/ 7 w 9"/>
                <a:gd name="T75" fmla="*/ 53 h 62"/>
                <a:gd name="T76" fmla="*/ 7 w 9"/>
                <a:gd name="T77" fmla="*/ 51 h 62"/>
                <a:gd name="T78" fmla="*/ 7 w 9"/>
                <a:gd name="T79" fmla="*/ 48 h 62"/>
                <a:gd name="T80" fmla="*/ 7 w 9"/>
                <a:gd name="T81" fmla="*/ 50 h 62"/>
                <a:gd name="T82" fmla="*/ 7 w 9"/>
                <a:gd name="T83" fmla="*/ 57 h 62"/>
                <a:gd name="T84" fmla="*/ 8 w 9"/>
                <a:gd name="T85" fmla="*/ 61 h 62"/>
                <a:gd name="T86" fmla="*/ 8 w 9"/>
                <a:gd name="T87" fmla="*/ 62 h 62"/>
                <a:gd name="T88" fmla="*/ 8 w 9"/>
                <a:gd name="T89" fmla="*/ 59 h 62"/>
                <a:gd name="T90" fmla="*/ 8 w 9"/>
                <a:gd name="T91" fmla="*/ 55 h 62"/>
                <a:gd name="T92" fmla="*/ 8 w 9"/>
                <a:gd name="T93" fmla="*/ 52 h 62"/>
                <a:gd name="T94" fmla="*/ 8 w 9"/>
                <a:gd name="T95" fmla="*/ 48 h 62"/>
                <a:gd name="T96" fmla="*/ 8 w 9"/>
                <a:gd name="T97" fmla="*/ 46 h 62"/>
                <a:gd name="T98" fmla="*/ 9 w 9"/>
                <a:gd name="T99" fmla="*/ 46 h 62"/>
                <a:gd name="T100" fmla="*/ 9 w 9"/>
                <a:gd name="T101" fmla="*/ 39 h 62"/>
                <a:gd name="T102" fmla="*/ 9 w 9"/>
                <a:gd name="T103" fmla="*/ 23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2">
                  <a:moveTo>
                    <a:pt x="0" y="0"/>
                  </a:moveTo>
                  <a:lnTo>
                    <a:pt x="1" y="6"/>
                  </a:lnTo>
                  <a:lnTo>
                    <a:pt x="1" y="11"/>
                  </a:lnTo>
                  <a:lnTo>
                    <a:pt x="1" y="14"/>
                  </a:lnTo>
                  <a:lnTo>
                    <a:pt x="1" y="18"/>
                  </a:lnTo>
                  <a:lnTo>
                    <a:pt x="1" y="22"/>
                  </a:lnTo>
                  <a:lnTo>
                    <a:pt x="1" y="24"/>
                  </a:lnTo>
                  <a:lnTo>
                    <a:pt x="2" y="26"/>
                  </a:lnTo>
                  <a:lnTo>
                    <a:pt x="2" y="27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2" y="27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3" y="25"/>
                  </a:lnTo>
                  <a:lnTo>
                    <a:pt x="3" y="25"/>
                  </a:lnTo>
                  <a:lnTo>
                    <a:pt x="3" y="25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4" y="25"/>
                  </a:lnTo>
                  <a:lnTo>
                    <a:pt x="4" y="23"/>
                  </a:lnTo>
                  <a:lnTo>
                    <a:pt x="4" y="26"/>
                  </a:lnTo>
                  <a:lnTo>
                    <a:pt x="4" y="31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4" y="27"/>
                  </a:lnTo>
                  <a:lnTo>
                    <a:pt x="5" y="26"/>
                  </a:lnTo>
                  <a:lnTo>
                    <a:pt x="5" y="23"/>
                  </a:lnTo>
                  <a:lnTo>
                    <a:pt x="5" y="26"/>
                  </a:lnTo>
                  <a:lnTo>
                    <a:pt x="5" y="35"/>
                  </a:lnTo>
                  <a:lnTo>
                    <a:pt x="6" y="41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40"/>
                  </a:lnTo>
                  <a:lnTo>
                    <a:pt x="6" y="46"/>
                  </a:lnTo>
                  <a:lnTo>
                    <a:pt x="6" y="49"/>
                  </a:lnTo>
                  <a:lnTo>
                    <a:pt x="6" y="51"/>
                  </a:lnTo>
                  <a:lnTo>
                    <a:pt x="7" y="53"/>
                  </a:lnTo>
                  <a:lnTo>
                    <a:pt x="7" y="51"/>
                  </a:lnTo>
                  <a:lnTo>
                    <a:pt x="7" y="48"/>
                  </a:lnTo>
                  <a:lnTo>
                    <a:pt x="7" y="50"/>
                  </a:lnTo>
                  <a:lnTo>
                    <a:pt x="7" y="57"/>
                  </a:lnTo>
                  <a:lnTo>
                    <a:pt x="8" y="61"/>
                  </a:lnTo>
                  <a:lnTo>
                    <a:pt x="8" y="62"/>
                  </a:lnTo>
                  <a:lnTo>
                    <a:pt x="8" y="59"/>
                  </a:lnTo>
                  <a:lnTo>
                    <a:pt x="8" y="55"/>
                  </a:lnTo>
                  <a:lnTo>
                    <a:pt x="8" y="52"/>
                  </a:lnTo>
                  <a:lnTo>
                    <a:pt x="8" y="48"/>
                  </a:lnTo>
                  <a:lnTo>
                    <a:pt x="8" y="46"/>
                  </a:lnTo>
                  <a:lnTo>
                    <a:pt x="9" y="46"/>
                  </a:lnTo>
                  <a:lnTo>
                    <a:pt x="9" y="39"/>
                  </a:lnTo>
                  <a:lnTo>
                    <a:pt x="9" y="2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02" name="Freeform 646"/>
            <p:cNvSpPr/>
            <p:nvPr/>
          </p:nvSpPr>
          <p:spPr bwMode="auto">
            <a:xfrm>
              <a:off x="2293938" y="1954214"/>
              <a:ext cx="14288" cy="169863"/>
            </a:xfrm>
            <a:custGeom>
              <a:avLst/>
              <a:gdLst>
                <a:gd name="T0" fmla="*/ 0 w 9"/>
                <a:gd name="T1" fmla="*/ 107 h 107"/>
                <a:gd name="T2" fmla="*/ 0 w 9"/>
                <a:gd name="T3" fmla="*/ 91 h 107"/>
                <a:gd name="T4" fmla="*/ 0 w 9"/>
                <a:gd name="T5" fmla="*/ 82 h 107"/>
                <a:gd name="T6" fmla="*/ 0 w 9"/>
                <a:gd name="T7" fmla="*/ 83 h 107"/>
                <a:gd name="T8" fmla="*/ 0 w 9"/>
                <a:gd name="T9" fmla="*/ 83 h 107"/>
                <a:gd name="T10" fmla="*/ 0 w 9"/>
                <a:gd name="T11" fmla="*/ 80 h 107"/>
                <a:gd name="T12" fmla="*/ 1 w 9"/>
                <a:gd name="T13" fmla="*/ 73 h 107"/>
                <a:gd name="T14" fmla="*/ 1 w 9"/>
                <a:gd name="T15" fmla="*/ 63 h 107"/>
                <a:gd name="T16" fmla="*/ 1 w 9"/>
                <a:gd name="T17" fmla="*/ 57 h 107"/>
                <a:gd name="T18" fmla="*/ 1 w 9"/>
                <a:gd name="T19" fmla="*/ 57 h 107"/>
                <a:gd name="T20" fmla="*/ 2 w 9"/>
                <a:gd name="T21" fmla="*/ 60 h 107"/>
                <a:gd name="T22" fmla="*/ 2 w 9"/>
                <a:gd name="T23" fmla="*/ 62 h 107"/>
                <a:gd name="T24" fmla="*/ 2 w 9"/>
                <a:gd name="T25" fmla="*/ 59 h 107"/>
                <a:gd name="T26" fmla="*/ 2 w 9"/>
                <a:gd name="T27" fmla="*/ 50 h 107"/>
                <a:gd name="T28" fmla="*/ 2 w 9"/>
                <a:gd name="T29" fmla="*/ 41 h 107"/>
                <a:gd name="T30" fmla="*/ 2 w 9"/>
                <a:gd name="T31" fmla="*/ 39 h 107"/>
                <a:gd name="T32" fmla="*/ 2 w 9"/>
                <a:gd name="T33" fmla="*/ 41 h 107"/>
                <a:gd name="T34" fmla="*/ 3 w 9"/>
                <a:gd name="T35" fmla="*/ 36 h 107"/>
                <a:gd name="T36" fmla="*/ 3 w 9"/>
                <a:gd name="T37" fmla="*/ 29 h 107"/>
                <a:gd name="T38" fmla="*/ 3 w 9"/>
                <a:gd name="T39" fmla="*/ 20 h 107"/>
                <a:gd name="T40" fmla="*/ 3 w 9"/>
                <a:gd name="T41" fmla="*/ 14 h 107"/>
                <a:gd name="T42" fmla="*/ 3 w 9"/>
                <a:gd name="T43" fmla="*/ 13 h 107"/>
                <a:gd name="T44" fmla="*/ 4 w 9"/>
                <a:gd name="T45" fmla="*/ 15 h 107"/>
                <a:gd name="T46" fmla="*/ 4 w 9"/>
                <a:gd name="T47" fmla="*/ 17 h 107"/>
                <a:gd name="T48" fmla="*/ 4 w 9"/>
                <a:gd name="T49" fmla="*/ 15 h 107"/>
                <a:gd name="T50" fmla="*/ 4 w 9"/>
                <a:gd name="T51" fmla="*/ 15 h 107"/>
                <a:gd name="T52" fmla="*/ 4 w 9"/>
                <a:gd name="T53" fmla="*/ 15 h 107"/>
                <a:gd name="T54" fmla="*/ 4 w 9"/>
                <a:gd name="T55" fmla="*/ 18 h 107"/>
                <a:gd name="T56" fmla="*/ 4 w 9"/>
                <a:gd name="T57" fmla="*/ 23 h 107"/>
                <a:gd name="T58" fmla="*/ 5 w 9"/>
                <a:gd name="T59" fmla="*/ 25 h 107"/>
                <a:gd name="T60" fmla="*/ 5 w 9"/>
                <a:gd name="T61" fmla="*/ 22 h 107"/>
                <a:gd name="T62" fmla="*/ 5 w 9"/>
                <a:gd name="T63" fmla="*/ 21 h 107"/>
                <a:gd name="T64" fmla="*/ 5 w 9"/>
                <a:gd name="T65" fmla="*/ 23 h 107"/>
                <a:gd name="T66" fmla="*/ 5 w 9"/>
                <a:gd name="T67" fmla="*/ 24 h 107"/>
                <a:gd name="T68" fmla="*/ 5 w 9"/>
                <a:gd name="T69" fmla="*/ 24 h 107"/>
                <a:gd name="T70" fmla="*/ 6 w 9"/>
                <a:gd name="T71" fmla="*/ 22 h 107"/>
                <a:gd name="T72" fmla="*/ 6 w 9"/>
                <a:gd name="T73" fmla="*/ 16 h 107"/>
                <a:gd name="T74" fmla="*/ 6 w 9"/>
                <a:gd name="T75" fmla="*/ 11 h 107"/>
                <a:gd name="T76" fmla="*/ 6 w 9"/>
                <a:gd name="T77" fmla="*/ 13 h 107"/>
                <a:gd name="T78" fmla="*/ 6 w 9"/>
                <a:gd name="T79" fmla="*/ 15 h 107"/>
                <a:gd name="T80" fmla="*/ 7 w 9"/>
                <a:gd name="T81" fmla="*/ 10 h 107"/>
                <a:gd name="T82" fmla="*/ 7 w 9"/>
                <a:gd name="T83" fmla="*/ 5 h 107"/>
                <a:gd name="T84" fmla="*/ 7 w 9"/>
                <a:gd name="T85" fmla="*/ 3 h 107"/>
                <a:gd name="T86" fmla="*/ 7 w 9"/>
                <a:gd name="T87" fmla="*/ 3 h 107"/>
                <a:gd name="T88" fmla="*/ 7 w 9"/>
                <a:gd name="T89" fmla="*/ 5 h 107"/>
                <a:gd name="T90" fmla="*/ 7 w 9"/>
                <a:gd name="T91" fmla="*/ 8 h 107"/>
                <a:gd name="T92" fmla="*/ 7 w 9"/>
                <a:gd name="T93" fmla="*/ 8 h 107"/>
                <a:gd name="T94" fmla="*/ 8 w 9"/>
                <a:gd name="T95" fmla="*/ 4 h 107"/>
                <a:gd name="T96" fmla="*/ 8 w 9"/>
                <a:gd name="T97" fmla="*/ 0 h 107"/>
                <a:gd name="T98" fmla="*/ 8 w 9"/>
                <a:gd name="T99" fmla="*/ 0 h 107"/>
                <a:gd name="T100" fmla="*/ 8 w 9"/>
                <a:gd name="T101" fmla="*/ 4 h 107"/>
                <a:gd name="T102" fmla="*/ 9 w 9"/>
                <a:gd name="T103" fmla="*/ 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07">
                  <a:moveTo>
                    <a:pt x="0" y="107"/>
                  </a:moveTo>
                  <a:lnTo>
                    <a:pt x="0" y="91"/>
                  </a:lnTo>
                  <a:lnTo>
                    <a:pt x="0" y="82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0"/>
                  </a:lnTo>
                  <a:lnTo>
                    <a:pt x="1" y="73"/>
                  </a:lnTo>
                  <a:lnTo>
                    <a:pt x="1" y="63"/>
                  </a:lnTo>
                  <a:lnTo>
                    <a:pt x="1" y="57"/>
                  </a:lnTo>
                  <a:lnTo>
                    <a:pt x="1" y="57"/>
                  </a:lnTo>
                  <a:lnTo>
                    <a:pt x="2" y="60"/>
                  </a:lnTo>
                  <a:lnTo>
                    <a:pt x="2" y="62"/>
                  </a:lnTo>
                  <a:lnTo>
                    <a:pt x="2" y="59"/>
                  </a:lnTo>
                  <a:lnTo>
                    <a:pt x="2" y="50"/>
                  </a:lnTo>
                  <a:lnTo>
                    <a:pt x="2" y="41"/>
                  </a:lnTo>
                  <a:lnTo>
                    <a:pt x="2" y="39"/>
                  </a:lnTo>
                  <a:lnTo>
                    <a:pt x="2" y="41"/>
                  </a:lnTo>
                  <a:lnTo>
                    <a:pt x="3" y="36"/>
                  </a:lnTo>
                  <a:lnTo>
                    <a:pt x="3" y="29"/>
                  </a:lnTo>
                  <a:lnTo>
                    <a:pt x="3" y="20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4" y="15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8"/>
                  </a:lnTo>
                  <a:lnTo>
                    <a:pt x="4" y="23"/>
                  </a:lnTo>
                  <a:lnTo>
                    <a:pt x="5" y="25"/>
                  </a:lnTo>
                  <a:lnTo>
                    <a:pt x="5" y="22"/>
                  </a:lnTo>
                  <a:lnTo>
                    <a:pt x="5" y="21"/>
                  </a:lnTo>
                  <a:lnTo>
                    <a:pt x="5" y="23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6" y="22"/>
                  </a:lnTo>
                  <a:lnTo>
                    <a:pt x="6" y="16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7" y="5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5"/>
                  </a:lnTo>
                  <a:lnTo>
                    <a:pt x="7" y="8"/>
                  </a:lnTo>
                  <a:lnTo>
                    <a:pt x="7" y="8"/>
                  </a:lnTo>
                  <a:lnTo>
                    <a:pt x="8" y="4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9" y="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03" name="Freeform 647"/>
            <p:cNvSpPr/>
            <p:nvPr/>
          </p:nvSpPr>
          <p:spPr bwMode="auto">
            <a:xfrm>
              <a:off x="2306638" y="1922464"/>
              <a:ext cx="14288" cy="41275"/>
            </a:xfrm>
            <a:custGeom>
              <a:avLst/>
              <a:gdLst>
                <a:gd name="T0" fmla="*/ 0 w 9"/>
                <a:gd name="T1" fmla="*/ 24 h 26"/>
                <a:gd name="T2" fmla="*/ 1 w 9"/>
                <a:gd name="T3" fmla="*/ 26 h 26"/>
                <a:gd name="T4" fmla="*/ 1 w 9"/>
                <a:gd name="T5" fmla="*/ 24 h 26"/>
                <a:gd name="T6" fmla="*/ 1 w 9"/>
                <a:gd name="T7" fmla="*/ 20 h 26"/>
                <a:gd name="T8" fmla="*/ 1 w 9"/>
                <a:gd name="T9" fmla="*/ 18 h 26"/>
                <a:gd name="T10" fmla="*/ 1 w 9"/>
                <a:gd name="T11" fmla="*/ 18 h 26"/>
                <a:gd name="T12" fmla="*/ 1 w 9"/>
                <a:gd name="T13" fmla="*/ 19 h 26"/>
                <a:gd name="T14" fmla="*/ 1 w 9"/>
                <a:gd name="T15" fmla="*/ 21 h 26"/>
                <a:gd name="T16" fmla="*/ 2 w 9"/>
                <a:gd name="T17" fmla="*/ 23 h 26"/>
                <a:gd name="T18" fmla="*/ 2 w 9"/>
                <a:gd name="T19" fmla="*/ 20 h 26"/>
                <a:gd name="T20" fmla="*/ 2 w 9"/>
                <a:gd name="T21" fmla="*/ 15 h 26"/>
                <a:gd name="T22" fmla="*/ 2 w 9"/>
                <a:gd name="T23" fmla="*/ 13 h 26"/>
                <a:gd name="T24" fmla="*/ 2 w 9"/>
                <a:gd name="T25" fmla="*/ 14 h 26"/>
                <a:gd name="T26" fmla="*/ 2 w 9"/>
                <a:gd name="T27" fmla="*/ 14 h 26"/>
                <a:gd name="T28" fmla="*/ 2 w 9"/>
                <a:gd name="T29" fmla="*/ 13 h 26"/>
                <a:gd name="T30" fmla="*/ 3 w 9"/>
                <a:gd name="T31" fmla="*/ 11 h 26"/>
                <a:gd name="T32" fmla="*/ 3 w 9"/>
                <a:gd name="T33" fmla="*/ 6 h 26"/>
                <a:gd name="T34" fmla="*/ 3 w 9"/>
                <a:gd name="T35" fmla="*/ 3 h 26"/>
                <a:gd name="T36" fmla="*/ 3 w 9"/>
                <a:gd name="T37" fmla="*/ 3 h 26"/>
                <a:gd name="T38" fmla="*/ 3 w 9"/>
                <a:gd name="T39" fmla="*/ 3 h 26"/>
                <a:gd name="T40" fmla="*/ 4 w 9"/>
                <a:gd name="T41" fmla="*/ 6 h 26"/>
                <a:gd name="T42" fmla="*/ 4 w 9"/>
                <a:gd name="T43" fmla="*/ 7 h 26"/>
                <a:gd name="T44" fmla="*/ 4 w 9"/>
                <a:gd name="T45" fmla="*/ 5 h 26"/>
                <a:gd name="T46" fmla="*/ 4 w 9"/>
                <a:gd name="T47" fmla="*/ 5 h 26"/>
                <a:gd name="T48" fmla="*/ 4 w 9"/>
                <a:gd name="T49" fmla="*/ 7 h 26"/>
                <a:gd name="T50" fmla="*/ 4 w 9"/>
                <a:gd name="T51" fmla="*/ 8 h 26"/>
                <a:gd name="T52" fmla="*/ 4 w 9"/>
                <a:gd name="T53" fmla="*/ 8 h 26"/>
                <a:gd name="T54" fmla="*/ 5 w 9"/>
                <a:gd name="T55" fmla="*/ 8 h 26"/>
                <a:gd name="T56" fmla="*/ 5 w 9"/>
                <a:gd name="T57" fmla="*/ 4 h 26"/>
                <a:gd name="T58" fmla="*/ 5 w 9"/>
                <a:gd name="T59" fmla="*/ 0 h 26"/>
                <a:gd name="T60" fmla="*/ 5 w 9"/>
                <a:gd name="T61" fmla="*/ 0 h 26"/>
                <a:gd name="T62" fmla="*/ 6 w 9"/>
                <a:gd name="T63" fmla="*/ 2 h 26"/>
                <a:gd name="T64" fmla="*/ 6 w 9"/>
                <a:gd name="T65" fmla="*/ 4 h 26"/>
                <a:gd name="T66" fmla="*/ 6 w 9"/>
                <a:gd name="T67" fmla="*/ 6 h 26"/>
                <a:gd name="T68" fmla="*/ 6 w 9"/>
                <a:gd name="T69" fmla="*/ 5 h 26"/>
                <a:gd name="T70" fmla="*/ 6 w 9"/>
                <a:gd name="T71" fmla="*/ 3 h 26"/>
                <a:gd name="T72" fmla="*/ 6 w 9"/>
                <a:gd name="T73" fmla="*/ 4 h 26"/>
                <a:gd name="T74" fmla="*/ 6 w 9"/>
                <a:gd name="T75" fmla="*/ 8 h 26"/>
                <a:gd name="T76" fmla="*/ 7 w 9"/>
                <a:gd name="T77" fmla="*/ 10 h 26"/>
                <a:gd name="T78" fmla="*/ 7 w 9"/>
                <a:gd name="T79" fmla="*/ 11 h 26"/>
                <a:gd name="T80" fmla="*/ 7 w 9"/>
                <a:gd name="T81" fmla="*/ 11 h 26"/>
                <a:gd name="T82" fmla="*/ 7 w 9"/>
                <a:gd name="T83" fmla="*/ 11 h 26"/>
                <a:gd name="T84" fmla="*/ 7 w 9"/>
                <a:gd name="T85" fmla="*/ 11 h 26"/>
                <a:gd name="T86" fmla="*/ 7 w 9"/>
                <a:gd name="T87" fmla="*/ 12 h 26"/>
                <a:gd name="T88" fmla="*/ 7 w 9"/>
                <a:gd name="T89" fmla="*/ 13 h 26"/>
                <a:gd name="T90" fmla="*/ 8 w 9"/>
                <a:gd name="T91" fmla="*/ 14 h 26"/>
                <a:gd name="T92" fmla="*/ 8 w 9"/>
                <a:gd name="T93" fmla="*/ 16 h 26"/>
                <a:gd name="T94" fmla="*/ 8 w 9"/>
                <a:gd name="T95" fmla="*/ 19 h 26"/>
                <a:gd name="T96" fmla="*/ 8 w 9"/>
                <a:gd name="T97" fmla="*/ 20 h 26"/>
                <a:gd name="T98" fmla="*/ 8 w 9"/>
                <a:gd name="T99" fmla="*/ 21 h 26"/>
                <a:gd name="T100" fmla="*/ 9 w 9"/>
                <a:gd name="T101" fmla="*/ 22 h 26"/>
                <a:gd name="T102" fmla="*/ 9 w 9"/>
                <a:gd name="T103" fmla="*/ 2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26">
                  <a:moveTo>
                    <a:pt x="0" y="24"/>
                  </a:moveTo>
                  <a:lnTo>
                    <a:pt x="1" y="26"/>
                  </a:lnTo>
                  <a:lnTo>
                    <a:pt x="1" y="24"/>
                  </a:lnTo>
                  <a:lnTo>
                    <a:pt x="1" y="20"/>
                  </a:lnTo>
                  <a:lnTo>
                    <a:pt x="1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2" y="23"/>
                  </a:lnTo>
                  <a:lnTo>
                    <a:pt x="2" y="20"/>
                  </a:lnTo>
                  <a:lnTo>
                    <a:pt x="2" y="15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3"/>
                  </a:lnTo>
                  <a:lnTo>
                    <a:pt x="3" y="11"/>
                  </a:lnTo>
                  <a:lnTo>
                    <a:pt x="3" y="6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7"/>
                  </a:lnTo>
                  <a:lnTo>
                    <a:pt x="4" y="8"/>
                  </a:lnTo>
                  <a:lnTo>
                    <a:pt x="4" y="8"/>
                  </a:lnTo>
                  <a:lnTo>
                    <a:pt x="5" y="8"/>
                  </a:lnTo>
                  <a:lnTo>
                    <a:pt x="5" y="4"/>
                  </a:lnTo>
                  <a:lnTo>
                    <a:pt x="5" y="0"/>
                  </a:lnTo>
                  <a:lnTo>
                    <a:pt x="5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6" y="6"/>
                  </a:lnTo>
                  <a:lnTo>
                    <a:pt x="6" y="5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8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7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8" y="19"/>
                  </a:lnTo>
                  <a:lnTo>
                    <a:pt x="8" y="20"/>
                  </a:lnTo>
                  <a:lnTo>
                    <a:pt x="8" y="21"/>
                  </a:lnTo>
                  <a:lnTo>
                    <a:pt x="9" y="22"/>
                  </a:lnTo>
                  <a:lnTo>
                    <a:pt x="9" y="2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04" name="Freeform 648"/>
            <p:cNvSpPr/>
            <p:nvPr/>
          </p:nvSpPr>
          <p:spPr bwMode="auto">
            <a:xfrm>
              <a:off x="2320925" y="1927226"/>
              <a:ext cx="12700" cy="85725"/>
            </a:xfrm>
            <a:custGeom>
              <a:avLst/>
              <a:gdLst>
                <a:gd name="T0" fmla="*/ 0 w 8"/>
                <a:gd name="T1" fmla="*/ 19 h 54"/>
                <a:gd name="T2" fmla="*/ 0 w 8"/>
                <a:gd name="T3" fmla="*/ 21 h 54"/>
                <a:gd name="T4" fmla="*/ 0 w 8"/>
                <a:gd name="T5" fmla="*/ 22 h 54"/>
                <a:gd name="T6" fmla="*/ 0 w 8"/>
                <a:gd name="T7" fmla="*/ 22 h 54"/>
                <a:gd name="T8" fmla="*/ 0 w 8"/>
                <a:gd name="T9" fmla="*/ 21 h 54"/>
                <a:gd name="T10" fmla="*/ 0 w 8"/>
                <a:gd name="T11" fmla="*/ 16 h 54"/>
                <a:gd name="T12" fmla="*/ 0 w 8"/>
                <a:gd name="T13" fmla="*/ 11 h 54"/>
                <a:gd name="T14" fmla="*/ 1 w 8"/>
                <a:gd name="T15" fmla="*/ 6 h 54"/>
                <a:gd name="T16" fmla="*/ 1 w 8"/>
                <a:gd name="T17" fmla="*/ 5 h 54"/>
                <a:gd name="T18" fmla="*/ 1 w 8"/>
                <a:gd name="T19" fmla="*/ 4 h 54"/>
                <a:gd name="T20" fmla="*/ 1 w 8"/>
                <a:gd name="T21" fmla="*/ 2 h 54"/>
                <a:gd name="T22" fmla="*/ 2 w 8"/>
                <a:gd name="T23" fmla="*/ 0 h 54"/>
                <a:gd name="T24" fmla="*/ 2 w 8"/>
                <a:gd name="T25" fmla="*/ 1 h 54"/>
                <a:gd name="T26" fmla="*/ 2 w 8"/>
                <a:gd name="T27" fmla="*/ 3 h 54"/>
                <a:gd name="T28" fmla="*/ 2 w 8"/>
                <a:gd name="T29" fmla="*/ 7 h 54"/>
                <a:gd name="T30" fmla="*/ 2 w 8"/>
                <a:gd name="T31" fmla="*/ 12 h 54"/>
                <a:gd name="T32" fmla="*/ 2 w 8"/>
                <a:gd name="T33" fmla="*/ 16 h 54"/>
                <a:gd name="T34" fmla="*/ 2 w 8"/>
                <a:gd name="T35" fmla="*/ 15 h 54"/>
                <a:gd name="T36" fmla="*/ 3 w 8"/>
                <a:gd name="T37" fmla="*/ 14 h 54"/>
                <a:gd name="T38" fmla="*/ 3 w 8"/>
                <a:gd name="T39" fmla="*/ 12 h 54"/>
                <a:gd name="T40" fmla="*/ 3 w 8"/>
                <a:gd name="T41" fmla="*/ 12 h 54"/>
                <a:gd name="T42" fmla="*/ 3 w 8"/>
                <a:gd name="T43" fmla="*/ 12 h 54"/>
                <a:gd name="T44" fmla="*/ 3 w 8"/>
                <a:gd name="T45" fmla="*/ 11 h 54"/>
                <a:gd name="T46" fmla="*/ 3 w 8"/>
                <a:gd name="T47" fmla="*/ 10 h 54"/>
                <a:gd name="T48" fmla="*/ 3 w 8"/>
                <a:gd name="T49" fmla="*/ 8 h 54"/>
                <a:gd name="T50" fmla="*/ 4 w 8"/>
                <a:gd name="T51" fmla="*/ 5 h 54"/>
                <a:gd name="T52" fmla="*/ 4 w 8"/>
                <a:gd name="T53" fmla="*/ 5 h 54"/>
                <a:gd name="T54" fmla="*/ 4 w 8"/>
                <a:gd name="T55" fmla="*/ 7 h 54"/>
                <a:gd name="T56" fmla="*/ 4 w 8"/>
                <a:gd name="T57" fmla="*/ 9 h 54"/>
                <a:gd name="T58" fmla="*/ 4 w 8"/>
                <a:gd name="T59" fmla="*/ 12 h 54"/>
                <a:gd name="T60" fmla="*/ 5 w 8"/>
                <a:gd name="T61" fmla="*/ 17 h 54"/>
                <a:gd name="T62" fmla="*/ 5 w 8"/>
                <a:gd name="T63" fmla="*/ 20 h 54"/>
                <a:gd name="T64" fmla="*/ 5 w 8"/>
                <a:gd name="T65" fmla="*/ 23 h 54"/>
                <a:gd name="T66" fmla="*/ 5 w 8"/>
                <a:gd name="T67" fmla="*/ 27 h 54"/>
                <a:gd name="T68" fmla="*/ 5 w 8"/>
                <a:gd name="T69" fmla="*/ 31 h 54"/>
                <a:gd name="T70" fmla="*/ 5 w 8"/>
                <a:gd name="T71" fmla="*/ 35 h 54"/>
                <a:gd name="T72" fmla="*/ 6 w 8"/>
                <a:gd name="T73" fmla="*/ 39 h 54"/>
                <a:gd name="T74" fmla="*/ 6 w 8"/>
                <a:gd name="T75" fmla="*/ 42 h 54"/>
                <a:gd name="T76" fmla="*/ 6 w 8"/>
                <a:gd name="T77" fmla="*/ 44 h 54"/>
                <a:gd name="T78" fmla="*/ 6 w 8"/>
                <a:gd name="T79" fmla="*/ 45 h 54"/>
                <a:gd name="T80" fmla="*/ 6 w 8"/>
                <a:gd name="T81" fmla="*/ 46 h 54"/>
                <a:gd name="T82" fmla="*/ 7 w 8"/>
                <a:gd name="T83" fmla="*/ 49 h 54"/>
                <a:gd name="T84" fmla="*/ 7 w 8"/>
                <a:gd name="T85" fmla="*/ 50 h 54"/>
                <a:gd name="T86" fmla="*/ 7 w 8"/>
                <a:gd name="T87" fmla="*/ 49 h 54"/>
                <a:gd name="T88" fmla="*/ 7 w 8"/>
                <a:gd name="T89" fmla="*/ 48 h 54"/>
                <a:gd name="T90" fmla="*/ 7 w 8"/>
                <a:gd name="T91" fmla="*/ 49 h 54"/>
                <a:gd name="T92" fmla="*/ 7 w 8"/>
                <a:gd name="T93" fmla="*/ 48 h 54"/>
                <a:gd name="T94" fmla="*/ 7 w 8"/>
                <a:gd name="T95" fmla="*/ 49 h 54"/>
                <a:gd name="T96" fmla="*/ 8 w 8"/>
                <a:gd name="T97" fmla="*/ 52 h 54"/>
                <a:gd name="T98" fmla="*/ 8 w 8"/>
                <a:gd name="T99" fmla="*/ 54 h 54"/>
                <a:gd name="T100" fmla="*/ 8 w 8"/>
                <a:gd name="T101" fmla="*/ 53 h 54"/>
                <a:gd name="T102" fmla="*/ 8 w 8"/>
                <a:gd name="T103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54">
                  <a:moveTo>
                    <a:pt x="0" y="19"/>
                  </a:moveTo>
                  <a:lnTo>
                    <a:pt x="0" y="2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0" y="16"/>
                  </a:lnTo>
                  <a:lnTo>
                    <a:pt x="0" y="11"/>
                  </a:lnTo>
                  <a:lnTo>
                    <a:pt x="1" y="6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2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3"/>
                  </a:lnTo>
                  <a:lnTo>
                    <a:pt x="2" y="7"/>
                  </a:lnTo>
                  <a:lnTo>
                    <a:pt x="2" y="12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3" y="8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7"/>
                  </a:lnTo>
                  <a:lnTo>
                    <a:pt x="4" y="9"/>
                  </a:lnTo>
                  <a:lnTo>
                    <a:pt x="4" y="12"/>
                  </a:lnTo>
                  <a:lnTo>
                    <a:pt x="5" y="17"/>
                  </a:lnTo>
                  <a:lnTo>
                    <a:pt x="5" y="20"/>
                  </a:lnTo>
                  <a:lnTo>
                    <a:pt x="5" y="23"/>
                  </a:lnTo>
                  <a:lnTo>
                    <a:pt x="5" y="27"/>
                  </a:lnTo>
                  <a:lnTo>
                    <a:pt x="5" y="31"/>
                  </a:lnTo>
                  <a:lnTo>
                    <a:pt x="5" y="35"/>
                  </a:lnTo>
                  <a:lnTo>
                    <a:pt x="6" y="39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6" y="45"/>
                  </a:lnTo>
                  <a:lnTo>
                    <a:pt x="6" y="46"/>
                  </a:lnTo>
                  <a:lnTo>
                    <a:pt x="7" y="49"/>
                  </a:lnTo>
                  <a:lnTo>
                    <a:pt x="7" y="50"/>
                  </a:lnTo>
                  <a:lnTo>
                    <a:pt x="7" y="49"/>
                  </a:lnTo>
                  <a:lnTo>
                    <a:pt x="7" y="48"/>
                  </a:lnTo>
                  <a:lnTo>
                    <a:pt x="7" y="49"/>
                  </a:lnTo>
                  <a:lnTo>
                    <a:pt x="7" y="48"/>
                  </a:lnTo>
                  <a:lnTo>
                    <a:pt x="7" y="49"/>
                  </a:lnTo>
                  <a:lnTo>
                    <a:pt x="8" y="52"/>
                  </a:lnTo>
                  <a:lnTo>
                    <a:pt x="8" y="54"/>
                  </a:lnTo>
                  <a:lnTo>
                    <a:pt x="8" y="53"/>
                  </a:lnTo>
                  <a:lnTo>
                    <a:pt x="8" y="5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05" name="Freeform 649"/>
            <p:cNvSpPr/>
            <p:nvPr/>
          </p:nvSpPr>
          <p:spPr bwMode="auto">
            <a:xfrm>
              <a:off x="2333625" y="2011364"/>
              <a:ext cx="14288" cy="138113"/>
            </a:xfrm>
            <a:custGeom>
              <a:avLst/>
              <a:gdLst>
                <a:gd name="T0" fmla="*/ 0 w 9"/>
                <a:gd name="T1" fmla="*/ 0 h 87"/>
                <a:gd name="T2" fmla="*/ 0 w 9"/>
                <a:gd name="T3" fmla="*/ 1 h 87"/>
                <a:gd name="T4" fmla="*/ 0 w 9"/>
                <a:gd name="T5" fmla="*/ 5 h 87"/>
                <a:gd name="T6" fmla="*/ 0 w 9"/>
                <a:gd name="T7" fmla="*/ 4 h 87"/>
                <a:gd name="T8" fmla="*/ 0 w 9"/>
                <a:gd name="T9" fmla="*/ 5 h 87"/>
                <a:gd name="T10" fmla="*/ 1 w 9"/>
                <a:gd name="T11" fmla="*/ 11 h 87"/>
                <a:gd name="T12" fmla="*/ 1 w 9"/>
                <a:gd name="T13" fmla="*/ 15 h 87"/>
                <a:gd name="T14" fmla="*/ 1 w 9"/>
                <a:gd name="T15" fmla="*/ 12 h 87"/>
                <a:gd name="T16" fmla="*/ 1 w 9"/>
                <a:gd name="T17" fmla="*/ 15 h 87"/>
                <a:gd name="T18" fmla="*/ 2 w 9"/>
                <a:gd name="T19" fmla="*/ 23 h 87"/>
                <a:gd name="T20" fmla="*/ 2 w 9"/>
                <a:gd name="T21" fmla="*/ 24 h 87"/>
                <a:gd name="T22" fmla="*/ 2 w 9"/>
                <a:gd name="T23" fmla="*/ 22 h 87"/>
                <a:gd name="T24" fmla="*/ 2 w 9"/>
                <a:gd name="T25" fmla="*/ 29 h 87"/>
                <a:gd name="T26" fmla="*/ 2 w 9"/>
                <a:gd name="T27" fmla="*/ 37 h 87"/>
                <a:gd name="T28" fmla="*/ 2 w 9"/>
                <a:gd name="T29" fmla="*/ 36 h 87"/>
                <a:gd name="T30" fmla="*/ 2 w 9"/>
                <a:gd name="T31" fmla="*/ 35 h 87"/>
                <a:gd name="T32" fmla="*/ 3 w 9"/>
                <a:gd name="T33" fmla="*/ 41 h 87"/>
                <a:gd name="T34" fmla="*/ 3 w 9"/>
                <a:gd name="T35" fmla="*/ 45 h 87"/>
                <a:gd name="T36" fmla="*/ 3 w 9"/>
                <a:gd name="T37" fmla="*/ 45 h 87"/>
                <a:gd name="T38" fmla="*/ 3 w 9"/>
                <a:gd name="T39" fmla="*/ 47 h 87"/>
                <a:gd name="T40" fmla="*/ 3 w 9"/>
                <a:gd name="T41" fmla="*/ 52 h 87"/>
                <a:gd name="T42" fmla="*/ 4 w 9"/>
                <a:gd name="T43" fmla="*/ 52 h 87"/>
                <a:gd name="T44" fmla="*/ 4 w 9"/>
                <a:gd name="T45" fmla="*/ 47 h 87"/>
                <a:gd name="T46" fmla="*/ 4 w 9"/>
                <a:gd name="T47" fmla="*/ 50 h 87"/>
                <a:gd name="T48" fmla="*/ 4 w 9"/>
                <a:gd name="T49" fmla="*/ 57 h 87"/>
                <a:gd name="T50" fmla="*/ 4 w 9"/>
                <a:gd name="T51" fmla="*/ 57 h 87"/>
                <a:gd name="T52" fmla="*/ 4 w 9"/>
                <a:gd name="T53" fmla="*/ 55 h 87"/>
                <a:gd name="T54" fmla="*/ 4 w 9"/>
                <a:gd name="T55" fmla="*/ 58 h 87"/>
                <a:gd name="T56" fmla="*/ 5 w 9"/>
                <a:gd name="T57" fmla="*/ 59 h 87"/>
                <a:gd name="T58" fmla="*/ 5 w 9"/>
                <a:gd name="T59" fmla="*/ 57 h 87"/>
                <a:gd name="T60" fmla="*/ 5 w 9"/>
                <a:gd name="T61" fmla="*/ 59 h 87"/>
                <a:gd name="T62" fmla="*/ 5 w 9"/>
                <a:gd name="T63" fmla="*/ 63 h 87"/>
                <a:gd name="T64" fmla="*/ 5 w 9"/>
                <a:gd name="T65" fmla="*/ 61 h 87"/>
                <a:gd name="T66" fmla="*/ 5 w 9"/>
                <a:gd name="T67" fmla="*/ 60 h 87"/>
                <a:gd name="T68" fmla="*/ 5 w 9"/>
                <a:gd name="T69" fmla="*/ 60 h 87"/>
                <a:gd name="T70" fmla="*/ 6 w 9"/>
                <a:gd name="T71" fmla="*/ 58 h 87"/>
                <a:gd name="T72" fmla="*/ 6 w 9"/>
                <a:gd name="T73" fmla="*/ 59 h 87"/>
                <a:gd name="T74" fmla="*/ 6 w 9"/>
                <a:gd name="T75" fmla="*/ 67 h 87"/>
                <a:gd name="T76" fmla="*/ 6 w 9"/>
                <a:gd name="T77" fmla="*/ 72 h 87"/>
                <a:gd name="T78" fmla="*/ 7 w 9"/>
                <a:gd name="T79" fmla="*/ 69 h 87"/>
                <a:gd name="T80" fmla="*/ 7 w 9"/>
                <a:gd name="T81" fmla="*/ 68 h 87"/>
                <a:gd name="T82" fmla="*/ 7 w 9"/>
                <a:gd name="T83" fmla="*/ 74 h 87"/>
                <a:gd name="T84" fmla="*/ 7 w 9"/>
                <a:gd name="T85" fmla="*/ 77 h 87"/>
                <a:gd name="T86" fmla="*/ 7 w 9"/>
                <a:gd name="T87" fmla="*/ 75 h 87"/>
                <a:gd name="T88" fmla="*/ 7 w 9"/>
                <a:gd name="T89" fmla="*/ 77 h 87"/>
                <a:gd name="T90" fmla="*/ 7 w 9"/>
                <a:gd name="T91" fmla="*/ 81 h 87"/>
                <a:gd name="T92" fmla="*/ 8 w 9"/>
                <a:gd name="T93" fmla="*/ 82 h 87"/>
                <a:gd name="T94" fmla="*/ 8 w 9"/>
                <a:gd name="T95" fmla="*/ 82 h 87"/>
                <a:gd name="T96" fmla="*/ 8 w 9"/>
                <a:gd name="T97" fmla="*/ 82 h 87"/>
                <a:gd name="T98" fmla="*/ 8 w 9"/>
                <a:gd name="T99" fmla="*/ 81 h 87"/>
                <a:gd name="T100" fmla="*/ 8 w 9"/>
                <a:gd name="T101" fmla="*/ 83 h 87"/>
                <a:gd name="T102" fmla="*/ 9 w 9"/>
                <a:gd name="T103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87">
                  <a:moveTo>
                    <a:pt x="0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5"/>
                  </a:lnTo>
                  <a:lnTo>
                    <a:pt x="1" y="11"/>
                  </a:lnTo>
                  <a:lnTo>
                    <a:pt x="1" y="15"/>
                  </a:lnTo>
                  <a:lnTo>
                    <a:pt x="1" y="12"/>
                  </a:lnTo>
                  <a:lnTo>
                    <a:pt x="1" y="15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2" y="29"/>
                  </a:lnTo>
                  <a:lnTo>
                    <a:pt x="2" y="37"/>
                  </a:lnTo>
                  <a:lnTo>
                    <a:pt x="2" y="36"/>
                  </a:lnTo>
                  <a:lnTo>
                    <a:pt x="2" y="35"/>
                  </a:lnTo>
                  <a:lnTo>
                    <a:pt x="3" y="41"/>
                  </a:lnTo>
                  <a:lnTo>
                    <a:pt x="3" y="45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3" y="52"/>
                  </a:lnTo>
                  <a:lnTo>
                    <a:pt x="4" y="52"/>
                  </a:lnTo>
                  <a:lnTo>
                    <a:pt x="4" y="47"/>
                  </a:lnTo>
                  <a:lnTo>
                    <a:pt x="4" y="50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4" y="55"/>
                  </a:lnTo>
                  <a:lnTo>
                    <a:pt x="4" y="58"/>
                  </a:lnTo>
                  <a:lnTo>
                    <a:pt x="5" y="59"/>
                  </a:lnTo>
                  <a:lnTo>
                    <a:pt x="5" y="57"/>
                  </a:lnTo>
                  <a:lnTo>
                    <a:pt x="5" y="59"/>
                  </a:lnTo>
                  <a:lnTo>
                    <a:pt x="5" y="63"/>
                  </a:lnTo>
                  <a:lnTo>
                    <a:pt x="5" y="61"/>
                  </a:lnTo>
                  <a:lnTo>
                    <a:pt x="5" y="60"/>
                  </a:lnTo>
                  <a:lnTo>
                    <a:pt x="5" y="60"/>
                  </a:lnTo>
                  <a:lnTo>
                    <a:pt x="6" y="58"/>
                  </a:lnTo>
                  <a:lnTo>
                    <a:pt x="6" y="59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7" y="69"/>
                  </a:lnTo>
                  <a:lnTo>
                    <a:pt x="7" y="68"/>
                  </a:lnTo>
                  <a:lnTo>
                    <a:pt x="7" y="74"/>
                  </a:lnTo>
                  <a:lnTo>
                    <a:pt x="7" y="77"/>
                  </a:lnTo>
                  <a:lnTo>
                    <a:pt x="7" y="75"/>
                  </a:lnTo>
                  <a:lnTo>
                    <a:pt x="7" y="77"/>
                  </a:lnTo>
                  <a:lnTo>
                    <a:pt x="7" y="81"/>
                  </a:lnTo>
                  <a:lnTo>
                    <a:pt x="8" y="82"/>
                  </a:lnTo>
                  <a:lnTo>
                    <a:pt x="8" y="82"/>
                  </a:lnTo>
                  <a:lnTo>
                    <a:pt x="8" y="82"/>
                  </a:lnTo>
                  <a:lnTo>
                    <a:pt x="8" y="81"/>
                  </a:lnTo>
                  <a:lnTo>
                    <a:pt x="8" y="83"/>
                  </a:lnTo>
                  <a:lnTo>
                    <a:pt x="9" y="8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06" name="Freeform 650"/>
            <p:cNvSpPr/>
            <p:nvPr/>
          </p:nvSpPr>
          <p:spPr bwMode="auto">
            <a:xfrm>
              <a:off x="2346325" y="1965326"/>
              <a:ext cx="14288" cy="187325"/>
            </a:xfrm>
            <a:custGeom>
              <a:avLst/>
              <a:gdLst>
                <a:gd name="T0" fmla="*/ 0 w 9"/>
                <a:gd name="T1" fmla="*/ 112 h 118"/>
                <a:gd name="T2" fmla="*/ 1 w 9"/>
                <a:gd name="T3" fmla="*/ 116 h 118"/>
                <a:gd name="T4" fmla="*/ 1 w 9"/>
                <a:gd name="T5" fmla="*/ 116 h 118"/>
                <a:gd name="T6" fmla="*/ 1 w 9"/>
                <a:gd name="T7" fmla="*/ 116 h 118"/>
                <a:gd name="T8" fmla="*/ 1 w 9"/>
                <a:gd name="T9" fmla="*/ 117 h 118"/>
                <a:gd name="T10" fmla="*/ 1 w 9"/>
                <a:gd name="T11" fmla="*/ 118 h 118"/>
                <a:gd name="T12" fmla="*/ 1 w 9"/>
                <a:gd name="T13" fmla="*/ 118 h 118"/>
                <a:gd name="T14" fmla="*/ 1 w 9"/>
                <a:gd name="T15" fmla="*/ 117 h 118"/>
                <a:gd name="T16" fmla="*/ 2 w 9"/>
                <a:gd name="T17" fmla="*/ 115 h 118"/>
                <a:gd name="T18" fmla="*/ 2 w 9"/>
                <a:gd name="T19" fmla="*/ 112 h 118"/>
                <a:gd name="T20" fmla="*/ 2 w 9"/>
                <a:gd name="T21" fmla="*/ 109 h 118"/>
                <a:gd name="T22" fmla="*/ 2 w 9"/>
                <a:gd name="T23" fmla="*/ 101 h 118"/>
                <a:gd name="T24" fmla="*/ 2 w 9"/>
                <a:gd name="T25" fmla="*/ 89 h 118"/>
                <a:gd name="T26" fmla="*/ 2 w 9"/>
                <a:gd name="T27" fmla="*/ 82 h 118"/>
                <a:gd name="T28" fmla="*/ 3 w 9"/>
                <a:gd name="T29" fmla="*/ 80 h 118"/>
                <a:gd name="T30" fmla="*/ 3 w 9"/>
                <a:gd name="T31" fmla="*/ 77 h 118"/>
                <a:gd name="T32" fmla="*/ 3 w 9"/>
                <a:gd name="T33" fmla="*/ 74 h 118"/>
                <a:gd name="T34" fmla="*/ 3 w 9"/>
                <a:gd name="T35" fmla="*/ 71 h 118"/>
                <a:gd name="T36" fmla="*/ 3 w 9"/>
                <a:gd name="T37" fmla="*/ 69 h 118"/>
                <a:gd name="T38" fmla="*/ 4 w 9"/>
                <a:gd name="T39" fmla="*/ 71 h 118"/>
                <a:gd name="T40" fmla="*/ 4 w 9"/>
                <a:gd name="T41" fmla="*/ 73 h 118"/>
                <a:gd name="T42" fmla="*/ 4 w 9"/>
                <a:gd name="T43" fmla="*/ 72 h 118"/>
                <a:gd name="T44" fmla="*/ 4 w 9"/>
                <a:gd name="T45" fmla="*/ 68 h 118"/>
                <a:gd name="T46" fmla="*/ 4 w 9"/>
                <a:gd name="T47" fmla="*/ 64 h 118"/>
                <a:gd name="T48" fmla="*/ 4 w 9"/>
                <a:gd name="T49" fmla="*/ 57 h 118"/>
                <a:gd name="T50" fmla="*/ 4 w 9"/>
                <a:gd name="T51" fmla="*/ 50 h 118"/>
                <a:gd name="T52" fmla="*/ 5 w 9"/>
                <a:gd name="T53" fmla="*/ 44 h 118"/>
                <a:gd name="T54" fmla="*/ 5 w 9"/>
                <a:gd name="T55" fmla="*/ 37 h 118"/>
                <a:gd name="T56" fmla="*/ 5 w 9"/>
                <a:gd name="T57" fmla="*/ 31 h 118"/>
                <a:gd name="T58" fmla="*/ 5 w 9"/>
                <a:gd name="T59" fmla="*/ 28 h 118"/>
                <a:gd name="T60" fmla="*/ 6 w 9"/>
                <a:gd name="T61" fmla="*/ 21 h 118"/>
                <a:gd name="T62" fmla="*/ 6 w 9"/>
                <a:gd name="T63" fmla="*/ 14 h 118"/>
                <a:gd name="T64" fmla="*/ 6 w 9"/>
                <a:gd name="T65" fmla="*/ 14 h 118"/>
                <a:gd name="T66" fmla="*/ 6 w 9"/>
                <a:gd name="T67" fmla="*/ 15 h 118"/>
                <a:gd name="T68" fmla="*/ 6 w 9"/>
                <a:gd name="T69" fmla="*/ 11 h 118"/>
                <a:gd name="T70" fmla="*/ 6 w 9"/>
                <a:gd name="T71" fmla="*/ 8 h 118"/>
                <a:gd name="T72" fmla="*/ 6 w 9"/>
                <a:gd name="T73" fmla="*/ 13 h 118"/>
                <a:gd name="T74" fmla="*/ 7 w 9"/>
                <a:gd name="T75" fmla="*/ 14 h 118"/>
                <a:gd name="T76" fmla="*/ 7 w 9"/>
                <a:gd name="T77" fmla="*/ 9 h 118"/>
                <a:gd name="T78" fmla="*/ 7 w 9"/>
                <a:gd name="T79" fmla="*/ 10 h 118"/>
                <a:gd name="T80" fmla="*/ 7 w 9"/>
                <a:gd name="T81" fmla="*/ 16 h 118"/>
                <a:gd name="T82" fmla="*/ 7 w 9"/>
                <a:gd name="T83" fmla="*/ 18 h 118"/>
                <a:gd name="T84" fmla="*/ 7 w 9"/>
                <a:gd name="T85" fmla="*/ 16 h 118"/>
                <a:gd name="T86" fmla="*/ 7 w 9"/>
                <a:gd name="T87" fmla="*/ 14 h 118"/>
                <a:gd name="T88" fmla="*/ 8 w 9"/>
                <a:gd name="T89" fmla="*/ 12 h 118"/>
                <a:gd name="T90" fmla="*/ 8 w 9"/>
                <a:gd name="T91" fmla="*/ 9 h 118"/>
                <a:gd name="T92" fmla="*/ 8 w 9"/>
                <a:gd name="T93" fmla="*/ 8 h 118"/>
                <a:gd name="T94" fmla="*/ 8 w 9"/>
                <a:gd name="T95" fmla="*/ 7 h 118"/>
                <a:gd name="T96" fmla="*/ 8 w 9"/>
                <a:gd name="T97" fmla="*/ 6 h 118"/>
                <a:gd name="T98" fmla="*/ 9 w 9"/>
                <a:gd name="T99" fmla="*/ 3 h 118"/>
                <a:gd name="T100" fmla="*/ 9 w 9"/>
                <a:gd name="T101" fmla="*/ 0 h 118"/>
                <a:gd name="T102" fmla="*/ 9 w 9"/>
                <a:gd name="T103" fmla="*/ 2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18">
                  <a:moveTo>
                    <a:pt x="0" y="112"/>
                  </a:moveTo>
                  <a:lnTo>
                    <a:pt x="1" y="116"/>
                  </a:lnTo>
                  <a:lnTo>
                    <a:pt x="1" y="116"/>
                  </a:lnTo>
                  <a:lnTo>
                    <a:pt x="1" y="116"/>
                  </a:lnTo>
                  <a:lnTo>
                    <a:pt x="1" y="117"/>
                  </a:lnTo>
                  <a:lnTo>
                    <a:pt x="1" y="118"/>
                  </a:lnTo>
                  <a:lnTo>
                    <a:pt x="1" y="118"/>
                  </a:lnTo>
                  <a:lnTo>
                    <a:pt x="1" y="117"/>
                  </a:lnTo>
                  <a:lnTo>
                    <a:pt x="2" y="115"/>
                  </a:lnTo>
                  <a:lnTo>
                    <a:pt x="2" y="112"/>
                  </a:lnTo>
                  <a:lnTo>
                    <a:pt x="2" y="109"/>
                  </a:lnTo>
                  <a:lnTo>
                    <a:pt x="2" y="101"/>
                  </a:lnTo>
                  <a:lnTo>
                    <a:pt x="2" y="89"/>
                  </a:lnTo>
                  <a:lnTo>
                    <a:pt x="2" y="82"/>
                  </a:lnTo>
                  <a:lnTo>
                    <a:pt x="3" y="80"/>
                  </a:lnTo>
                  <a:lnTo>
                    <a:pt x="3" y="77"/>
                  </a:lnTo>
                  <a:lnTo>
                    <a:pt x="3" y="74"/>
                  </a:lnTo>
                  <a:lnTo>
                    <a:pt x="3" y="71"/>
                  </a:lnTo>
                  <a:lnTo>
                    <a:pt x="3" y="69"/>
                  </a:lnTo>
                  <a:lnTo>
                    <a:pt x="4" y="71"/>
                  </a:lnTo>
                  <a:lnTo>
                    <a:pt x="4" y="73"/>
                  </a:lnTo>
                  <a:lnTo>
                    <a:pt x="4" y="72"/>
                  </a:lnTo>
                  <a:lnTo>
                    <a:pt x="4" y="68"/>
                  </a:lnTo>
                  <a:lnTo>
                    <a:pt x="4" y="64"/>
                  </a:lnTo>
                  <a:lnTo>
                    <a:pt x="4" y="57"/>
                  </a:lnTo>
                  <a:lnTo>
                    <a:pt x="4" y="50"/>
                  </a:lnTo>
                  <a:lnTo>
                    <a:pt x="5" y="44"/>
                  </a:lnTo>
                  <a:lnTo>
                    <a:pt x="5" y="37"/>
                  </a:lnTo>
                  <a:lnTo>
                    <a:pt x="5" y="31"/>
                  </a:lnTo>
                  <a:lnTo>
                    <a:pt x="5" y="28"/>
                  </a:lnTo>
                  <a:lnTo>
                    <a:pt x="6" y="21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6" y="15"/>
                  </a:lnTo>
                  <a:lnTo>
                    <a:pt x="6" y="11"/>
                  </a:lnTo>
                  <a:lnTo>
                    <a:pt x="6" y="8"/>
                  </a:lnTo>
                  <a:lnTo>
                    <a:pt x="6" y="13"/>
                  </a:lnTo>
                  <a:lnTo>
                    <a:pt x="7" y="14"/>
                  </a:lnTo>
                  <a:lnTo>
                    <a:pt x="7" y="9"/>
                  </a:lnTo>
                  <a:lnTo>
                    <a:pt x="7" y="10"/>
                  </a:lnTo>
                  <a:lnTo>
                    <a:pt x="7" y="16"/>
                  </a:lnTo>
                  <a:lnTo>
                    <a:pt x="7" y="18"/>
                  </a:lnTo>
                  <a:lnTo>
                    <a:pt x="7" y="16"/>
                  </a:lnTo>
                  <a:lnTo>
                    <a:pt x="7" y="14"/>
                  </a:lnTo>
                  <a:lnTo>
                    <a:pt x="8" y="12"/>
                  </a:lnTo>
                  <a:lnTo>
                    <a:pt x="8" y="9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07" name="Freeform 651"/>
            <p:cNvSpPr/>
            <p:nvPr/>
          </p:nvSpPr>
          <p:spPr bwMode="auto">
            <a:xfrm>
              <a:off x="2360613" y="1927226"/>
              <a:ext cx="12700" cy="41275"/>
            </a:xfrm>
            <a:custGeom>
              <a:avLst/>
              <a:gdLst>
                <a:gd name="T0" fmla="*/ 0 w 8"/>
                <a:gd name="T1" fmla="*/ 24 h 26"/>
                <a:gd name="T2" fmla="*/ 0 w 8"/>
                <a:gd name="T3" fmla="*/ 26 h 26"/>
                <a:gd name="T4" fmla="*/ 0 w 8"/>
                <a:gd name="T5" fmla="*/ 26 h 26"/>
                <a:gd name="T6" fmla="*/ 0 w 8"/>
                <a:gd name="T7" fmla="*/ 22 h 26"/>
                <a:gd name="T8" fmla="*/ 0 w 8"/>
                <a:gd name="T9" fmla="*/ 21 h 26"/>
                <a:gd name="T10" fmla="*/ 0 w 8"/>
                <a:gd name="T11" fmla="*/ 23 h 26"/>
                <a:gd name="T12" fmla="*/ 1 w 8"/>
                <a:gd name="T13" fmla="*/ 21 h 26"/>
                <a:gd name="T14" fmla="*/ 1 w 8"/>
                <a:gd name="T15" fmla="*/ 17 h 26"/>
                <a:gd name="T16" fmla="*/ 1 w 8"/>
                <a:gd name="T17" fmla="*/ 20 h 26"/>
                <a:gd name="T18" fmla="*/ 1 w 8"/>
                <a:gd name="T19" fmla="*/ 22 h 26"/>
                <a:gd name="T20" fmla="*/ 2 w 8"/>
                <a:gd name="T21" fmla="*/ 21 h 26"/>
                <a:gd name="T22" fmla="*/ 2 w 8"/>
                <a:gd name="T23" fmla="*/ 20 h 26"/>
                <a:gd name="T24" fmla="*/ 2 w 8"/>
                <a:gd name="T25" fmla="*/ 21 h 26"/>
                <a:gd name="T26" fmla="*/ 2 w 8"/>
                <a:gd name="T27" fmla="*/ 19 h 26"/>
                <a:gd name="T28" fmla="*/ 2 w 8"/>
                <a:gd name="T29" fmla="*/ 18 h 26"/>
                <a:gd name="T30" fmla="*/ 2 w 8"/>
                <a:gd name="T31" fmla="*/ 20 h 26"/>
                <a:gd name="T32" fmla="*/ 2 w 8"/>
                <a:gd name="T33" fmla="*/ 21 h 26"/>
                <a:gd name="T34" fmla="*/ 3 w 8"/>
                <a:gd name="T35" fmla="*/ 18 h 26"/>
                <a:gd name="T36" fmla="*/ 3 w 8"/>
                <a:gd name="T37" fmla="*/ 17 h 26"/>
                <a:gd name="T38" fmla="*/ 3 w 8"/>
                <a:gd name="T39" fmla="*/ 17 h 26"/>
                <a:gd name="T40" fmla="*/ 3 w 8"/>
                <a:gd name="T41" fmla="*/ 14 h 26"/>
                <a:gd name="T42" fmla="*/ 3 w 8"/>
                <a:gd name="T43" fmla="*/ 9 h 26"/>
                <a:gd name="T44" fmla="*/ 3 w 8"/>
                <a:gd name="T45" fmla="*/ 7 h 26"/>
                <a:gd name="T46" fmla="*/ 3 w 8"/>
                <a:gd name="T47" fmla="*/ 6 h 26"/>
                <a:gd name="T48" fmla="*/ 4 w 8"/>
                <a:gd name="T49" fmla="*/ 6 h 26"/>
                <a:gd name="T50" fmla="*/ 4 w 8"/>
                <a:gd name="T51" fmla="*/ 5 h 26"/>
                <a:gd name="T52" fmla="*/ 4 w 8"/>
                <a:gd name="T53" fmla="*/ 3 h 26"/>
                <a:gd name="T54" fmla="*/ 4 w 8"/>
                <a:gd name="T55" fmla="*/ 0 h 26"/>
                <a:gd name="T56" fmla="*/ 4 w 8"/>
                <a:gd name="T57" fmla="*/ 0 h 26"/>
                <a:gd name="T58" fmla="*/ 5 w 8"/>
                <a:gd name="T59" fmla="*/ 2 h 26"/>
                <a:gd name="T60" fmla="*/ 5 w 8"/>
                <a:gd name="T61" fmla="*/ 5 h 26"/>
                <a:gd name="T62" fmla="*/ 5 w 8"/>
                <a:gd name="T63" fmla="*/ 5 h 26"/>
                <a:gd name="T64" fmla="*/ 5 w 8"/>
                <a:gd name="T65" fmla="*/ 4 h 26"/>
                <a:gd name="T66" fmla="*/ 5 w 8"/>
                <a:gd name="T67" fmla="*/ 5 h 26"/>
                <a:gd name="T68" fmla="*/ 5 w 8"/>
                <a:gd name="T69" fmla="*/ 6 h 26"/>
                <a:gd name="T70" fmla="*/ 5 w 8"/>
                <a:gd name="T71" fmla="*/ 6 h 26"/>
                <a:gd name="T72" fmla="*/ 6 w 8"/>
                <a:gd name="T73" fmla="*/ 7 h 26"/>
                <a:gd name="T74" fmla="*/ 6 w 8"/>
                <a:gd name="T75" fmla="*/ 11 h 26"/>
                <a:gd name="T76" fmla="*/ 6 w 8"/>
                <a:gd name="T77" fmla="*/ 12 h 26"/>
                <a:gd name="T78" fmla="*/ 6 w 8"/>
                <a:gd name="T79" fmla="*/ 11 h 26"/>
                <a:gd name="T80" fmla="*/ 7 w 8"/>
                <a:gd name="T81" fmla="*/ 11 h 26"/>
                <a:gd name="T82" fmla="*/ 7 w 8"/>
                <a:gd name="T83" fmla="*/ 14 h 26"/>
                <a:gd name="T84" fmla="*/ 7 w 8"/>
                <a:gd name="T85" fmla="*/ 17 h 26"/>
                <a:gd name="T86" fmla="*/ 7 w 8"/>
                <a:gd name="T87" fmla="*/ 18 h 26"/>
                <a:gd name="T88" fmla="*/ 7 w 8"/>
                <a:gd name="T89" fmla="*/ 18 h 26"/>
                <a:gd name="T90" fmla="*/ 7 w 8"/>
                <a:gd name="T91" fmla="*/ 18 h 26"/>
                <a:gd name="T92" fmla="*/ 7 w 8"/>
                <a:gd name="T93" fmla="*/ 20 h 26"/>
                <a:gd name="T94" fmla="*/ 8 w 8"/>
                <a:gd name="T95" fmla="*/ 22 h 26"/>
                <a:gd name="T96" fmla="*/ 8 w 8"/>
                <a:gd name="T97" fmla="*/ 22 h 26"/>
                <a:gd name="T98" fmla="*/ 8 w 8"/>
                <a:gd name="T99" fmla="*/ 23 h 26"/>
                <a:gd name="T100" fmla="*/ 8 w 8"/>
                <a:gd name="T101" fmla="*/ 25 h 26"/>
                <a:gd name="T102" fmla="*/ 8 w 8"/>
                <a:gd name="T10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26">
                  <a:moveTo>
                    <a:pt x="0" y="24"/>
                  </a:moveTo>
                  <a:lnTo>
                    <a:pt x="0" y="26"/>
                  </a:lnTo>
                  <a:lnTo>
                    <a:pt x="0" y="26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1" y="21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1" y="22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2" y="19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4"/>
                  </a:lnTo>
                  <a:lnTo>
                    <a:pt x="3" y="9"/>
                  </a:lnTo>
                  <a:lnTo>
                    <a:pt x="3" y="7"/>
                  </a:lnTo>
                  <a:lnTo>
                    <a:pt x="3" y="6"/>
                  </a:lnTo>
                  <a:lnTo>
                    <a:pt x="4" y="6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2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4"/>
                  </a:lnTo>
                  <a:lnTo>
                    <a:pt x="5" y="5"/>
                  </a:lnTo>
                  <a:lnTo>
                    <a:pt x="5" y="6"/>
                  </a:lnTo>
                  <a:lnTo>
                    <a:pt x="5" y="6"/>
                  </a:lnTo>
                  <a:lnTo>
                    <a:pt x="6" y="7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1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7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8" y="23"/>
                  </a:lnTo>
                  <a:lnTo>
                    <a:pt x="8" y="25"/>
                  </a:lnTo>
                  <a:lnTo>
                    <a:pt x="8" y="2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08" name="Freeform 652"/>
            <p:cNvSpPr/>
            <p:nvPr/>
          </p:nvSpPr>
          <p:spPr bwMode="auto">
            <a:xfrm>
              <a:off x="2373313" y="1919289"/>
              <a:ext cx="14288" cy="77788"/>
            </a:xfrm>
            <a:custGeom>
              <a:avLst/>
              <a:gdLst>
                <a:gd name="T0" fmla="*/ 0 w 9"/>
                <a:gd name="T1" fmla="*/ 30 h 49"/>
                <a:gd name="T2" fmla="*/ 0 w 9"/>
                <a:gd name="T3" fmla="*/ 31 h 49"/>
                <a:gd name="T4" fmla="*/ 1 w 9"/>
                <a:gd name="T5" fmla="*/ 31 h 49"/>
                <a:gd name="T6" fmla="*/ 1 w 9"/>
                <a:gd name="T7" fmla="*/ 31 h 49"/>
                <a:gd name="T8" fmla="*/ 1 w 9"/>
                <a:gd name="T9" fmla="*/ 34 h 49"/>
                <a:gd name="T10" fmla="*/ 1 w 9"/>
                <a:gd name="T11" fmla="*/ 37 h 49"/>
                <a:gd name="T12" fmla="*/ 1 w 9"/>
                <a:gd name="T13" fmla="*/ 41 h 49"/>
                <a:gd name="T14" fmla="*/ 1 w 9"/>
                <a:gd name="T15" fmla="*/ 46 h 49"/>
                <a:gd name="T16" fmla="*/ 2 w 9"/>
                <a:gd name="T17" fmla="*/ 49 h 49"/>
                <a:gd name="T18" fmla="*/ 2 w 9"/>
                <a:gd name="T19" fmla="*/ 49 h 49"/>
                <a:gd name="T20" fmla="*/ 2 w 9"/>
                <a:gd name="T21" fmla="*/ 49 h 49"/>
                <a:gd name="T22" fmla="*/ 2 w 9"/>
                <a:gd name="T23" fmla="*/ 49 h 49"/>
                <a:gd name="T24" fmla="*/ 2 w 9"/>
                <a:gd name="T25" fmla="*/ 48 h 49"/>
                <a:gd name="T26" fmla="*/ 2 w 9"/>
                <a:gd name="T27" fmla="*/ 43 h 49"/>
                <a:gd name="T28" fmla="*/ 2 w 9"/>
                <a:gd name="T29" fmla="*/ 37 h 49"/>
                <a:gd name="T30" fmla="*/ 3 w 9"/>
                <a:gd name="T31" fmla="*/ 31 h 49"/>
                <a:gd name="T32" fmla="*/ 3 w 9"/>
                <a:gd name="T33" fmla="*/ 24 h 49"/>
                <a:gd name="T34" fmla="*/ 3 w 9"/>
                <a:gd name="T35" fmla="*/ 17 h 49"/>
                <a:gd name="T36" fmla="*/ 3 w 9"/>
                <a:gd name="T37" fmla="*/ 14 h 49"/>
                <a:gd name="T38" fmla="*/ 3 w 9"/>
                <a:gd name="T39" fmla="*/ 12 h 49"/>
                <a:gd name="T40" fmla="*/ 4 w 9"/>
                <a:gd name="T41" fmla="*/ 10 h 49"/>
                <a:gd name="T42" fmla="*/ 4 w 9"/>
                <a:gd name="T43" fmla="*/ 10 h 49"/>
                <a:gd name="T44" fmla="*/ 4 w 9"/>
                <a:gd name="T45" fmla="*/ 12 h 49"/>
                <a:gd name="T46" fmla="*/ 4 w 9"/>
                <a:gd name="T47" fmla="*/ 14 h 49"/>
                <a:gd name="T48" fmla="*/ 4 w 9"/>
                <a:gd name="T49" fmla="*/ 16 h 49"/>
                <a:gd name="T50" fmla="*/ 4 w 9"/>
                <a:gd name="T51" fmla="*/ 17 h 49"/>
                <a:gd name="T52" fmla="*/ 4 w 9"/>
                <a:gd name="T53" fmla="*/ 17 h 49"/>
                <a:gd name="T54" fmla="*/ 5 w 9"/>
                <a:gd name="T55" fmla="*/ 16 h 49"/>
                <a:gd name="T56" fmla="*/ 5 w 9"/>
                <a:gd name="T57" fmla="*/ 16 h 49"/>
                <a:gd name="T58" fmla="*/ 5 w 9"/>
                <a:gd name="T59" fmla="*/ 16 h 49"/>
                <a:gd name="T60" fmla="*/ 5 w 9"/>
                <a:gd name="T61" fmla="*/ 12 h 49"/>
                <a:gd name="T62" fmla="*/ 6 w 9"/>
                <a:gd name="T63" fmla="*/ 7 h 49"/>
                <a:gd name="T64" fmla="*/ 6 w 9"/>
                <a:gd name="T65" fmla="*/ 7 h 49"/>
                <a:gd name="T66" fmla="*/ 6 w 9"/>
                <a:gd name="T67" fmla="*/ 5 h 49"/>
                <a:gd name="T68" fmla="*/ 6 w 9"/>
                <a:gd name="T69" fmla="*/ 2 h 49"/>
                <a:gd name="T70" fmla="*/ 6 w 9"/>
                <a:gd name="T71" fmla="*/ 1 h 49"/>
                <a:gd name="T72" fmla="*/ 6 w 9"/>
                <a:gd name="T73" fmla="*/ 1 h 49"/>
                <a:gd name="T74" fmla="*/ 6 w 9"/>
                <a:gd name="T75" fmla="*/ 0 h 49"/>
                <a:gd name="T76" fmla="*/ 7 w 9"/>
                <a:gd name="T77" fmla="*/ 1 h 49"/>
                <a:gd name="T78" fmla="*/ 7 w 9"/>
                <a:gd name="T79" fmla="*/ 5 h 49"/>
                <a:gd name="T80" fmla="*/ 7 w 9"/>
                <a:gd name="T81" fmla="*/ 9 h 49"/>
                <a:gd name="T82" fmla="*/ 7 w 9"/>
                <a:gd name="T83" fmla="*/ 12 h 49"/>
                <a:gd name="T84" fmla="*/ 7 w 9"/>
                <a:gd name="T85" fmla="*/ 16 h 49"/>
                <a:gd name="T86" fmla="*/ 7 w 9"/>
                <a:gd name="T87" fmla="*/ 21 h 49"/>
                <a:gd name="T88" fmla="*/ 7 w 9"/>
                <a:gd name="T89" fmla="*/ 27 h 49"/>
                <a:gd name="T90" fmla="*/ 8 w 9"/>
                <a:gd name="T91" fmla="*/ 32 h 49"/>
                <a:gd name="T92" fmla="*/ 8 w 9"/>
                <a:gd name="T93" fmla="*/ 34 h 49"/>
                <a:gd name="T94" fmla="*/ 8 w 9"/>
                <a:gd name="T95" fmla="*/ 37 h 49"/>
                <a:gd name="T96" fmla="*/ 8 w 9"/>
                <a:gd name="T97" fmla="*/ 39 h 49"/>
                <a:gd name="T98" fmla="*/ 8 w 9"/>
                <a:gd name="T99" fmla="*/ 40 h 49"/>
                <a:gd name="T100" fmla="*/ 9 w 9"/>
                <a:gd name="T101" fmla="*/ 42 h 49"/>
                <a:gd name="T102" fmla="*/ 9 w 9"/>
                <a:gd name="T103" fmla="*/ 4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9">
                  <a:moveTo>
                    <a:pt x="0" y="30"/>
                  </a:moveTo>
                  <a:lnTo>
                    <a:pt x="0" y="3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4"/>
                  </a:lnTo>
                  <a:lnTo>
                    <a:pt x="1" y="37"/>
                  </a:lnTo>
                  <a:lnTo>
                    <a:pt x="1" y="41"/>
                  </a:lnTo>
                  <a:lnTo>
                    <a:pt x="1" y="46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2" y="48"/>
                  </a:lnTo>
                  <a:lnTo>
                    <a:pt x="2" y="43"/>
                  </a:lnTo>
                  <a:lnTo>
                    <a:pt x="2" y="37"/>
                  </a:lnTo>
                  <a:lnTo>
                    <a:pt x="3" y="31"/>
                  </a:lnTo>
                  <a:lnTo>
                    <a:pt x="3" y="24"/>
                  </a:lnTo>
                  <a:lnTo>
                    <a:pt x="3" y="17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5" y="12"/>
                  </a:lnTo>
                  <a:lnTo>
                    <a:pt x="6" y="7"/>
                  </a:lnTo>
                  <a:lnTo>
                    <a:pt x="6" y="7"/>
                  </a:lnTo>
                  <a:lnTo>
                    <a:pt x="6" y="5"/>
                  </a:lnTo>
                  <a:lnTo>
                    <a:pt x="6" y="2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7" y="1"/>
                  </a:lnTo>
                  <a:lnTo>
                    <a:pt x="7" y="5"/>
                  </a:lnTo>
                  <a:lnTo>
                    <a:pt x="7" y="9"/>
                  </a:lnTo>
                  <a:lnTo>
                    <a:pt x="7" y="12"/>
                  </a:lnTo>
                  <a:lnTo>
                    <a:pt x="7" y="16"/>
                  </a:lnTo>
                  <a:lnTo>
                    <a:pt x="7" y="21"/>
                  </a:lnTo>
                  <a:lnTo>
                    <a:pt x="7" y="27"/>
                  </a:lnTo>
                  <a:lnTo>
                    <a:pt x="8" y="32"/>
                  </a:lnTo>
                  <a:lnTo>
                    <a:pt x="8" y="34"/>
                  </a:lnTo>
                  <a:lnTo>
                    <a:pt x="8" y="37"/>
                  </a:lnTo>
                  <a:lnTo>
                    <a:pt x="8" y="39"/>
                  </a:lnTo>
                  <a:lnTo>
                    <a:pt x="8" y="40"/>
                  </a:lnTo>
                  <a:lnTo>
                    <a:pt x="9" y="42"/>
                  </a:lnTo>
                  <a:lnTo>
                    <a:pt x="9" y="4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09" name="Freeform 653"/>
            <p:cNvSpPr/>
            <p:nvPr/>
          </p:nvSpPr>
          <p:spPr bwMode="auto">
            <a:xfrm>
              <a:off x="2387600" y="1985964"/>
              <a:ext cx="12700" cy="131763"/>
            </a:xfrm>
            <a:custGeom>
              <a:avLst/>
              <a:gdLst>
                <a:gd name="T0" fmla="*/ 0 w 8"/>
                <a:gd name="T1" fmla="*/ 0 h 83"/>
                <a:gd name="T2" fmla="*/ 0 w 8"/>
                <a:gd name="T3" fmla="*/ 2 h 83"/>
                <a:gd name="T4" fmla="*/ 0 w 8"/>
                <a:gd name="T5" fmla="*/ 3 h 83"/>
                <a:gd name="T6" fmla="*/ 0 w 8"/>
                <a:gd name="T7" fmla="*/ 6 h 83"/>
                <a:gd name="T8" fmla="*/ 0 w 8"/>
                <a:gd name="T9" fmla="*/ 7 h 83"/>
                <a:gd name="T10" fmla="*/ 0 w 8"/>
                <a:gd name="T11" fmla="*/ 6 h 83"/>
                <a:gd name="T12" fmla="*/ 0 w 8"/>
                <a:gd name="T13" fmla="*/ 6 h 83"/>
                <a:gd name="T14" fmla="*/ 1 w 8"/>
                <a:gd name="T15" fmla="*/ 10 h 83"/>
                <a:gd name="T16" fmla="*/ 1 w 8"/>
                <a:gd name="T17" fmla="*/ 12 h 83"/>
                <a:gd name="T18" fmla="*/ 1 w 8"/>
                <a:gd name="T19" fmla="*/ 11 h 83"/>
                <a:gd name="T20" fmla="*/ 1 w 8"/>
                <a:gd name="T21" fmla="*/ 10 h 83"/>
                <a:gd name="T22" fmla="*/ 2 w 8"/>
                <a:gd name="T23" fmla="*/ 13 h 83"/>
                <a:gd name="T24" fmla="*/ 2 w 8"/>
                <a:gd name="T25" fmla="*/ 16 h 83"/>
                <a:gd name="T26" fmla="*/ 2 w 8"/>
                <a:gd name="T27" fmla="*/ 15 h 83"/>
                <a:gd name="T28" fmla="*/ 2 w 8"/>
                <a:gd name="T29" fmla="*/ 17 h 83"/>
                <a:gd name="T30" fmla="*/ 2 w 8"/>
                <a:gd name="T31" fmla="*/ 22 h 83"/>
                <a:gd name="T32" fmla="*/ 2 w 8"/>
                <a:gd name="T33" fmla="*/ 24 h 83"/>
                <a:gd name="T34" fmla="*/ 2 w 8"/>
                <a:gd name="T35" fmla="*/ 24 h 83"/>
                <a:gd name="T36" fmla="*/ 3 w 8"/>
                <a:gd name="T37" fmla="*/ 29 h 83"/>
                <a:gd name="T38" fmla="*/ 3 w 8"/>
                <a:gd name="T39" fmla="*/ 35 h 83"/>
                <a:gd name="T40" fmla="*/ 3 w 8"/>
                <a:gd name="T41" fmla="*/ 37 h 83"/>
                <a:gd name="T42" fmla="*/ 3 w 8"/>
                <a:gd name="T43" fmla="*/ 38 h 83"/>
                <a:gd name="T44" fmla="*/ 3 w 8"/>
                <a:gd name="T45" fmla="*/ 42 h 83"/>
                <a:gd name="T46" fmla="*/ 3 w 8"/>
                <a:gd name="T47" fmla="*/ 46 h 83"/>
                <a:gd name="T48" fmla="*/ 3 w 8"/>
                <a:gd name="T49" fmla="*/ 47 h 83"/>
                <a:gd name="T50" fmla="*/ 4 w 8"/>
                <a:gd name="T51" fmla="*/ 48 h 83"/>
                <a:gd name="T52" fmla="*/ 4 w 8"/>
                <a:gd name="T53" fmla="*/ 49 h 83"/>
                <a:gd name="T54" fmla="*/ 4 w 8"/>
                <a:gd name="T55" fmla="*/ 49 h 83"/>
                <a:gd name="T56" fmla="*/ 4 w 8"/>
                <a:gd name="T57" fmla="*/ 49 h 83"/>
                <a:gd name="T58" fmla="*/ 4 w 8"/>
                <a:gd name="T59" fmla="*/ 53 h 83"/>
                <a:gd name="T60" fmla="*/ 5 w 8"/>
                <a:gd name="T61" fmla="*/ 53 h 83"/>
                <a:gd name="T62" fmla="*/ 5 w 8"/>
                <a:gd name="T63" fmla="*/ 49 h 83"/>
                <a:gd name="T64" fmla="*/ 5 w 8"/>
                <a:gd name="T65" fmla="*/ 50 h 83"/>
                <a:gd name="T66" fmla="*/ 5 w 8"/>
                <a:gd name="T67" fmla="*/ 53 h 83"/>
                <a:gd name="T68" fmla="*/ 5 w 8"/>
                <a:gd name="T69" fmla="*/ 54 h 83"/>
                <a:gd name="T70" fmla="*/ 5 w 8"/>
                <a:gd name="T71" fmla="*/ 56 h 83"/>
                <a:gd name="T72" fmla="*/ 6 w 8"/>
                <a:gd name="T73" fmla="*/ 54 h 83"/>
                <a:gd name="T74" fmla="*/ 6 w 8"/>
                <a:gd name="T75" fmla="*/ 55 h 83"/>
                <a:gd name="T76" fmla="*/ 6 w 8"/>
                <a:gd name="T77" fmla="*/ 60 h 83"/>
                <a:gd name="T78" fmla="*/ 6 w 8"/>
                <a:gd name="T79" fmla="*/ 62 h 83"/>
                <a:gd name="T80" fmla="*/ 6 w 8"/>
                <a:gd name="T81" fmla="*/ 59 h 83"/>
                <a:gd name="T82" fmla="*/ 7 w 8"/>
                <a:gd name="T83" fmla="*/ 59 h 83"/>
                <a:gd name="T84" fmla="*/ 7 w 8"/>
                <a:gd name="T85" fmla="*/ 63 h 83"/>
                <a:gd name="T86" fmla="*/ 7 w 8"/>
                <a:gd name="T87" fmla="*/ 64 h 83"/>
                <a:gd name="T88" fmla="*/ 7 w 8"/>
                <a:gd name="T89" fmla="*/ 63 h 83"/>
                <a:gd name="T90" fmla="*/ 7 w 8"/>
                <a:gd name="T91" fmla="*/ 64 h 83"/>
                <a:gd name="T92" fmla="*/ 7 w 8"/>
                <a:gd name="T93" fmla="*/ 69 h 83"/>
                <a:gd name="T94" fmla="*/ 7 w 8"/>
                <a:gd name="T95" fmla="*/ 73 h 83"/>
                <a:gd name="T96" fmla="*/ 8 w 8"/>
                <a:gd name="T97" fmla="*/ 74 h 83"/>
                <a:gd name="T98" fmla="*/ 8 w 8"/>
                <a:gd name="T99" fmla="*/ 76 h 83"/>
                <a:gd name="T100" fmla="*/ 8 w 8"/>
                <a:gd name="T101" fmla="*/ 80 h 83"/>
                <a:gd name="T102" fmla="*/ 8 w 8"/>
                <a:gd name="T103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3">
                  <a:moveTo>
                    <a:pt x="0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13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3" y="29"/>
                  </a:lnTo>
                  <a:lnTo>
                    <a:pt x="3" y="35"/>
                  </a:lnTo>
                  <a:lnTo>
                    <a:pt x="3" y="37"/>
                  </a:lnTo>
                  <a:lnTo>
                    <a:pt x="3" y="38"/>
                  </a:lnTo>
                  <a:lnTo>
                    <a:pt x="3" y="42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4" y="48"/>
                  </a:lnTo>
                  <a:lnTo>
                    <a:pt x="4" y="49"/>
                  </a:lnTo>
                  <a:lnTo>
                    <a:pt x="4" y="49"/>
                  </a:lnTo>
                  <a:lnTo>
                    <a:pt x="4" y="49"/>
                  </a:lnTo>
                  <a:lnTo>
                    <a:pt x="4" y="53"/>
                  </a:lnTo>
                  <a:lnTo>
                    <a:pt x="5" y="53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5" y="53"/>
                  </a:lnTo>
                  <a:lnTo>
                    <a:pt x="5" y="54"/>
                  </a:lnTo>
                  <a:lnTo>
                    <a:pt x="5" y="56"/>
                  </a:lnTo>
                  <a:lnTo>
                    <a:pt x="6" y="54"/>
                  </a:lnTo>
                  <a:lnTo>
                    <a:pt x="6" y="55"/>
                  </a:lnTo>
                  <a:lnTo>
                    <a:pt x="6" y="60"/>
                  </a:lnTo>
                  <a:lnTo>
                    <a:pt x="6" y="62"/>
                  </a:lnTo>
                  <a:lnTo>
                    <a:pt x="6" y="59"/>
                  </a:lnTo>
                  <a:lnTo>
                    <a:pt x="7" y="59"/>
                  </a:lnTo>
                  <a:lnTo>
                    <a:pt x="7" y="63"/>
                  </a:lnTo>
                  <a:lnTo>
                    <a:pt x="7" y="64"/>
                  </a:lnTo>
                  <a:lnTo>
                    <a:pt x="7" y="63"/>
                  </a:lnTo>
                  <a:lnTo>
                    <a:pt x="7" y="64"/>
                  </a:lnTo>
                  <a:lnTo>
                    <a:pt x="7" y="69"/>
                  </a:lnTo>
                  <a:lnTo>
                    <a:pt x="7" y="73"/>
                  </a:lnTo>
                  <a:lnTo>
                    <a:pt x="8" y="74"/>
                  </a:lnTo>
                  <a:lnTo>
                    <a:pt x="8" y="76"/>
                  </a:lnTo>
                  <a:lnTo>
                    <a:pt x="8" y="80"/>
                  </a:lnTo>
                  <a:lnTo>
                    <a:pt x="8" y="8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10" name="Freeform 654"/>
            <p:cNvSpPr/>
            <p:nvPr/>
          </p:nvSpPr>
          <p:spPr bwMode="auto">
            <a:xfrm>
              <a:off x="2400300" y="1973264"/>
              <a:ext cx="14288" cy="203200"/>
            </a:xfrm>
            <a:custGeom>
              <a:avLst/>
              <a:gdLst>
                <a:gd name="T0" fmla="*/ 0 w 9"/>
                <a:gd name="T1" fmla="*/ 88 h 128"/>
                <a:gd name="T2" fmla="*/ 0 w 9"/>
                <a:gd name="T3" fmla="*/ 91 h 128"/>
                <a:gd name="T4" fmla="*/ 0 w 9"/>
                <a:gd name="T5" fmla="*/ 94 h 128"/>
                <a:gd name="T6" fmla="*/ 0 w 9"/>
                <a:gd name="T7" fmla="*/ 96 h 128"/>
                <a:gd name="T8" fmla="*/ 0 w 9"/>
                <a:gd name="T9" fmla="*/ 96 h 128"/>
                <a:gd name="T10" fmla="*/ 1 w 9"/>
                <a:gd name="T11" fmla="*/ 96 h 128"/>
                <a:gd name="T12" fmla="*/ 1 w 9"/>
                <a:gd name="T13" fmla="*/ 98 h 128"/>
                <a:gd name="T14" fmla="*/ 1 w 9"/>
                <a:gd name="T15" fmla="*/ 100 h 128"/>
                <a:gd name="T16" fmla="*/ 1 w 9"/>
                <a:gd name="T17" fmla="*/ 103 h 128"/>
                <a:gd name="T18" fmla="*/ 2 w 9"/>
                <a:gd name="T19" fmla="*/ 106 h 128"/>
                <a:gd name="T20" fmla="*/ 2 w 9"/>
                <a:gd name="T21" fmla="*/ 110 h 128"/>
                <a:gd name="T22" fmla="*/ 2 w 9"/>
                <a:gd name="T23" fmla="*/ 116 h 128"/>
                <a:gd name="T24" fmla="*/ 2 w 9"/>
                <a:gd name="T25" fmla="*/ 122 h 128"/>
                <a:gd name="T26" fmla="*/ 2 w 9"/>
                <a:gd name="T27" fmla="*/ 125 h 128"/>
                <a:gd name="T28" fmla="*/ 2 w 9"/>
                <a:gd name="T29" fmla="*/ 127 h 128"/>
                <a:gd name="T30" fmla="*/ 2 w 9"/>
                <a:gd name="T31" fmla="*/ 128 h 128"/>
                <a:gd name="T32" fmla="*/ 3 w 9"/>
                <a:gd name="T33" fmla="*/ 126 h 128"/>
                <a:gd name="T34" fmla="*/ 3 w 9"/>
                <a:gd name="T35" fmla="*/ 123 h 128"/>
                <a:gd name="T36" fmla="*/ 3 w 9"/>
                <a:gd name="T37" fmla="*/ 119 h 128"/>
                <a:gd name="T38" fmla="*/ 3 w 9"/>
                <a:gd name="T39" fmla="*/ 113 h 128"/>
                <a:gd name="T40" fmla="*/ 3 w 9"/>
                <a:gd name="T41" fmla="*/ 108 h 128"/>
                <a:gd name="T42" fmla="*/ 4 w 9"/>
                <a:gd name="T43" fmla="*/ 104 h 128"/>
                <a:gd name="T44" fmla="*/ 4 w 9"/>
                <a:gd name="T45" fmla="*/ 97 h 128"/>
                <a:gd name="T46" fmla="*/ 4 w 9"/>
                <a:gd name="T47" fmla="*/ 94 h 128"/>
                <a:gd name="T48" fmla="*/ 4 w 9"/>
                <a:gd name="T49" fmla="*/ 94 h 128"/>
                <a:gd name="T50" fmla="*/ 4 w 9"/>
                <a:gd name="T51" fmla="*/ 92 h 128"/>
                <a:gd name="T52" fmla="*/ 4 w 9"/>
                <a:gd name="T53" fmla="*/ 92 h 128"/>
                <a:gd name="T54" fmla="*/ 4 w 9"/>
                <a:gd name="T55" fmla="*/ 96 h 128"/>
                <a:gd name="T56" fmla="*/ 5 w 9"/>
                <a:gd name="T57" fmla="*/ 95 h 128"/>
                <a:gd name="T58" fmla="*/ 5 w 9"/>
                <a:gd name="T59" fmla="*/ 89 h 128"/>
                <a:gd name="T60" fmla="*/ 5 w 9"/>
                <a:gd name="T61" fmla="*/ 84 h 128"/>
                <a:gd name="T62" fmla="*/ 5 w 9"/>
                <a:gd name="T63" fmla="*/ 83 h 128"/>
                <a:gd name="T64" fmla="*/ 5 w 9"/>
                <a:gd name="T65" fmla="*/ 82 h 128"/>
                <a:gd name="T66" fmla="*/ 5 w 9"/>
                <a:gd name="T67" fmla="*/ 77 h 128"/>
                <a:gd name="T68" fmla="*/ 5 w 9"/>
                <a:gd name="T69" fmla="*/ 69 h 128"/>
                <a:gd name="T70" fmla="*/ 6 w 9"/>
                <a:gd name="T71" fmla="*/ 63 h 128"/>
                <a:gd name="T72" fmla="*/ 6 w 9"/>
                <a:gd name="T73" fmla="*/ 57 h 128"/>
                <a:gd name="T74" fmla="*/ 6 w 9"/>
                <a:gd name="T75" fmla="*/ 49 h 128"/>
                <a:gd name="T76" fmla="*/ 6 w 9"/>
                <a:gd name="T77" fmla="*/ 44 h 128"/>
                <a:gd name="T78" fmla="*/ 7 w 9"/>
                <a:gd name="T79" fmla="*/ 38 h 128"/>
                <a:gd name="T80" fmla="*/ 7 w 9"/>
                <a:gd name="T81" fmla="*/ 29 h 128"/>
                <a:gd name="T82" fmla="*/ 7 w 9"/>
                <a:gd name="T83" fmla="*/ 20 h 128"/>
                <a:gd name="T84" fmla="*/ 7 w 9"/>
                <a:gd name="T85" fmla="*/ 15 h 128"/>
                <a:gd name="T86" fmla="*/ 7 w 9"/>
                <a:gd name="T87" fmla="*/ 13 h 128"/>
                <a:gd name="T88" fmla="*/ 7 w 9"/>
                <a:gd name="T89" fmla="*/ 11 h 128"/>
                <a:gd name="T90" fmla="*/ 7 w 9"/>
                <a:gd name="T91" fmla="*/ 8 h 128"/>
                <a:gd name="T92" fmla="*/ 8 w 9"/>
                <a:gd name="T93" fmla="*/ 6 h 128"/>
                <a:gd name="T94" fmla="*/ 8 w 9"/>
                <a:gd name="T95" fmla="*/ 4 h 128"/>
                <a:gd name="T96" fmla="*/ 8 w 9"/>
                <a:gd name="T97" fmla="*/ 0 h 128"/>
                <a:gd name="T98" fmla="*/ 8 w 9"/>
                <a:gd name="T99" fmla="*/ 0 h 128"/>
                <a:gd name="T100" fmla="*/ 8 w 9"/>
                <a:gd name="T101" fmla="*/ 4 h 128"/>
                <a:gd name="T102" fmla="*/ 9 w 9"/>
                <a:gd name="T103" fmla="*/ 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28">
                  <a:moveTo>
                    <a:pt x="0" y="88"/>
                  </a:moveTo>
                  <a:lnTo>
                    <a:pt x="0" y="91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1" y="96"/>
                  </a:lnTo>
                  <a:lnTo>
                    <a:pt x="1" y="98"/>
                  </a:lnTo>
                  <a:lnTo>
                    <a:pt x="1" y="100"/>
                  </a:lnTo>
                  <a:lnTo>
                    <a:pt x="1" y="103"/>
                  </a:lnTo>
                  <a:lnTo>
                    <a:pt x="2" y="106"/>
                  </a:lnTo>
                  <a:lnTo>
                    <a:pt x="2" y="110"/>
                  </a:lnTo>
                  <a:lnTo>
                    <a:pt x="2" y="116"/>
                  </a:lnTo>
                  <a:lnTo>
                    <a:pt x="2" y="122"/>
                  </a:lnTo>
                  <a:lnTo>
                    <a:pt x="2" y="125"/>
                  </a:lnTo>
                  <a:lnTo>
                    <a:pt x="2" y="127"/>
                  </a:lnTo>
                  <a:lnTo>
                    <a:pt x="2" y="128"/>
                  </a:lnTo>
                  <a:lnTo>
                    <a:pt x="3" y="126"/>
                  </a:lnTo>
                  <a:lnTo>
                    <a:pt x="3" y="123"/>
                  </a:lnTo>
                  <a:lnTo>
                    <a:pt x="3" y="119"/>
                  </a:lnTo>
                  <a:lnTo>
                    <a:pt x="3" y="113"/>
                  </a:lnTo>
                  <a:lnTo>
                    <a:pt x="3" y="108"/>
                  </a:lnTo>
                  <a:lnTo>
                    <a:pt x="4" y="104"/>
                  </a:lnTo>
                  <a:lnTo>
                    <a:pt x="4" y="97"/>
                  </a:lnTo>
                  <a:lnTo>
                    <a:pt x="4" y="94"/>
                  </a:lnTo>
                  <a:lnTo>
                    <a:pt x="4" y="94"/>
                  </a:lnTo>
                  <a:lnTo>
                    <a:pt x="4" y="92"/>
                  </a:lnTo>
                  <a:lnTo>
                    <a:pt x="4" y="92"/>
                  </a:lnTo>
                  <a:lnTo>
                    <a:pt x="4" y="96"/>
                  </a:lnTo>
                  <a:lnTo>
                    <a:pt x="5" y="95"/>
                  </a:lnTo>
                  <a:lnTo>
                    <a:pt x="5" y="89"/>
                  </a:lnTo>
                  <a:lnTo>
                    <a:pt x="5" y="84"/>
                  </a:lnTo>
                  <a:lnTo>
                    <a:pt x="5" y="83"/>
                  </a:lnTo>
                  <a:lnTo>
                    <a:pt x="5" y="82"/>
                  </a:lnTo>
                  <a:lnTo>
                    <a:pt x="5" y="77"/>
                  </a:lnTo>
                  <a:lnTo>
                    <a:pt x="5" y="69"/>
                  </a:lnTo>
                  <a:lnTo>
                    <a:pt x="6" y="63"/>
                  </a:lnTo>
                  <a:lnTo>
                    <a:pt x="6" y="57"/>
                  </a:lnTo>
                  <a:lnTo>
                    <a:pt x="6" y="49"/>
                  </a:lnTo>
                  <a:lnTo>
                    <a:pt x="6" y="44"/>
                  </a:lnTo>
                  <a:lnTo>
                    <a:pt x="7" y="38"/>
                  </a:lnTo>
                  <a:lnTo>
                    <a:pt x="7" y="29"/>
                  </a:lnTo>
                  <a:lnTo>
                    <a:pt x="7" y="20"/>
                  </a:lnTo>
                  <a:lnTo>
                    <a:pt x="7" y="15"/>
                  </a:lnTo>
                  <a:lnTo>
                    <a:pt x="7" y="13"/>
                  </a:lnTo>
                  <a:lnTo>
                    <a:pt x="7" y="11"/>
                  </a:lnTo>
                  <a:lnTo>
                    <a:pt x="7" y="8"/>
                  </a:lnTo>
                  <a:lnTo>
                    <a:pt x="8" y="6"/>
                  </a:lnTo>
                  <a:lnTo>
                    <a:pt x="8" y="4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9" y="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11" name="Freeform 655"/>
            <p:cNvSpPr/>
            <p:nvPr/>
          </p:nvSpPr>
          <p:spPr bwMode="auto">
            <a:xfrm>
              <a:off x="2413000" y="1897064"/>
              <a:ext cx="14288" cy="92075"/>
            </a:xfrm>
            <a:custGeom>
              <a:avLst/>
              <a:gdLst>
                <a:gd name="T0" fmla="*/ 0 w 9"/>
                <a:gd name="T1" fmla="*/ 52 h 58"/>
                <a:gd name="T2" fmla="*/ 1 w 9"/>
                <a:gd name="T3" fmla="*/ 52 h 58"/>
                <a:gd name="T4" fmla="*/ 1 w 9"/>
                <a:gd name="T5" fmla="*/ 48 h 58"/>
                <a:gd name="T6" fmla="*/ 1 w 9"/>
                <a:gd name="T7" fmla="*/ 45 h 58"/>
                <a:gd name="T8" fmla="*/ 1 w 9"/>
                <a:gd name="T9" fmla="*/ 46 h 58"/>
                <a:gd name="T10" fmla="*/ 1 w 9"/>
                <a:gd name="T11" fmla="*/ 48 h 58"/>
                <a:gd name="T12" fmla="*/ 1 w 9"/>
                <a:gd name="T13" fmla="*/ 48 h 58"/>
                <a:gd name="T14" fmla="*/ 1 w 9"/>
                <a:gd name="T15" fmla="*/ 46 h 58"/>
                <a:gd name="T16" fmla="*/ 2 w 9"/>
                <a:gd name="T17" fmla="*/ 44 h 58"/>
                <a:gd name="T18" fmla="*/ 2 w 9"/>
                <a:gd name="T19" fmla="*/ 44 h 58"/>
                <a:gd name="T20" fmla="*/ 2 w 9"/>
                <a:gd name="T21" fmla="*/ 45 h 58"/>
                <a:gd name="T22" fmla="*/ 2 w 9"/>
                <a:gd name="T23" fmla="*/ 44 h 58"/>
                <a:gd name="T24" fmla="*/ 2 w 9"/>
                <a:gd name="T25" fmla="*/ 41 h 58"/>
                <a:gd name="T26" fmla="*/ 2 w 9"/>
                <a:gd name="T27" fmla="*/ 40 h 58"/>
                <a:gd name="T28" fmla="*/ 3 w 9"/>
                <a:gd name="T29" fmla="*/ 39 h 58"/>
                <a:gd name="T30" fmla="*/ 3 w 9"/>
                <a:gd name="T31" fmla="*/ 40 h 58"/>
                <a:gd name="T32" fmla="*/ 3 w 9"/>
                <a:gd name="T33" fmla="*/ 44 h 58"/>
                <a:gd name="T34" fmla="*/ 3 w 9"/>
                <a:gd name="T35" fmla="*/ 46 h 58"/>
                <a:gd name="T36" fmla="*/ 3 w 9"/>
                <a:gd name="T37" fmla="*/ 45 h 58"/>
                <a:gd name="T38" fmla="*/ 4 w 9"/>
                <a:gd name="T39" fmla="*/ 44 h 58"/>
                <a:gd name="T40" fmla="*/ 4 w 9"/>
                <a:gd name="T41" fmla="*/ 47 h 58"/>
                <a:gd name="T42" fmla="*/ 4 w 9"/>
                <a:gd name="T43" fmla="*/ 50 h 58"/>
                <a:gd name="T44" fmla="*/ 4 w 9"/>
                <a:gd name="T45" fmla="*/ 52 h 58"/>
                <a:gd name="T46" fmla="*/ 4 w 9"/>
                <a:gd name="T47" fmla="*/ 54 h 58"/>
                <a:gd name="T48" fmla="*/ 4 w 9"/>
                <a:gd name="T49" fmla="*/ 55 h 58"/>
                <a:gd name="T50" fmla="*/ 4 w 9"/>
                <a:gd name="T51" fmla="*/ 56 h 58"/>
                <a:gd name="T52" fmla="*/ 5 w 9"/>
                <a:gd name="T53" fmla="*/ 55 h 58"/>
                <a:gd name="T54" fmla="*/ 5 w 9"/>
                <a:gd name="T55" fmla="*/ 57 h 58"/>
                <a:gd name="T56" fmla="*/ 5 w 9"/>
                <a:gd name="T57" fmla="*/ 58 h 58"/>
                <a:gd name="T58" fmla="*/ 5 w 9"/>
                <a:gd name="T59" fmla="*/ 57 h 58"/>
                <a:gd name="T60" fmla="*/ 5 w 9"/>
                <a:gd name="T61" fmla="*/ 54 h 58"/>
                <a:gd name="T62" fmla="*/ 6 w 9"/>
                <a:gd name="T63" fmla="*/ 51 h 58"/>
                <a:gd name="T64" fmla="*/ 6 w 9"/>
                <a:gd name="T65" fmla="*/ 48 h 58"/>
                <a:gd name="T66" fmla="*/ 6 w 9"/>
                <a:gd name="T67" fmla="*/ 45 h 58"/>
                <a:gd name="T68" fmla="*/ 6 w 9"/>
                <a:gd name="T69" fmla="*/ 42 h 58"/>
                <a:gd name="T70" fmla="*/ 6 w 9"/>
                <a:gd name="T71" fmla="*/ 40 h 58"/>
                <a:gd name="T72" fmla="*/ 6 w 9"/>
                <a:gd name="T73" fmla="*/ 36 h 58"/>
                <a:gd name="T74" fmla="*/ 7 w 9"/>
                <a:gd name="T75" fmla="*/ 31 h 58"/>
                <a:gd name="T76" fmla="*/ 7 w 9"/>
                <a:gd name="T77" fmla="*/ 29 h 58"/>
                <a:gd name="T78" fmla="*/ 7 w 9"/>
                <a:gd name="T79" fmla="*/ 27 h 58"/>
                <a:gd name="T80" fmla="*/ 7 w 9"/>
                <a:gd name="T81" fmla="*/ 24 h 58"/>
                <a:gd name="T82" fmla="*/ 7 w 9"/>
                <a:gd name="T83" fmla="*/ 23 h 58"/>
                <a:gd name="T84" fmla="*/ 7 w 9"/>
                <a:gd name="T85" fmla="*/ 22 h 58"/>
                <a:gd name="T86" fmla="*/ 7 w 9"/>
                <a:gd name="T87" fmla="*/ 20 h 58"/>
                <a:gd name="T88" fmla="*/ 8 w 9"/>
                <a:gd name="T89" fmla="*/ 14 h 58"/>
                <a:gd name="T90" fmla="*/ 8 w 9"/>
                <a:gd name="T91" fmla="*/ 9 h 58"/>
                <a:gd name="T92" fmla="*/ 8 w 9"/>
                <a:gd name="T93" fmla="*/ 8 h 58"/>
                <a:gd name="T94" fmla="*/ 8 w 9"/>
                <a:gd name="T95" fmla="*/ 7 h 58"/>
                <a:gd name="T96" fmla="*/ 8 w 9"/>
                <a:gd name="T97" fmla="*/ 5 h 58"/>
                <a:gd name="T98" fmla="*/ 9 w 9"/>
                <a:gd name="T99" fmla="*/ 4 h 58"/>
                <a:gd name="T100" fmla="*/ 9 w 9"/>
                <a:gd name="T101" fmla="*/ 2 h 58"/>
                <a:gd name="T102" fmla="*/ 9 w 9"/>
                <a:gd name="T10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8">
                  <a:moveTo>
                    <a:pt x="0" y="52"/>
                  </a:moveTo>
                  <a:lnTo>
                    <a:pt x="1" y="52"/>
                  </a:lnTo>
                  <a:lnTo>
                    <a:pt x="1" y="48"/>
                  </a:lnTo>
                  <a:lnTo>
                    <a:pt x="1" y="45"/>
                  </a:lnTo>
                  <a:lnTo>
                    <a:pt x="1" y="46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2" y="44"/>
                  </a:lnTo>
                  <a:lnTo>
                    <a:pt x="2" y="44"/>
                  </a:lnTo>
                  <a:lnTo>
                    <a:pt x="2" y="45"/>
                  </a:lnTo>
                  <a:lnTo>
                    <a:pt x="2" y="44"/>
                  </a:lnTo>
                  <a:lnTo>
                    <a:pt x="2" y="41"/>
                  </a:lnTo>
                  <a:lnTo>
                    <a:pt x="2" y="40"/>
                  </a:lnTo>
                  <a:lnTo>
                    <a:pt x="3" y="39"/>
                  </a:lnTo>
                  <a:lnTo>
                    <a:pt x="3" y="40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5"/>
                  </a:lnTo>
                  <a:lnTo>
                    <a:pt x="4" y="44"/>
                  </a:lnTo>
                  <a:lnTo>
                    <a:pt x="4" y="47"/>
                  </a:lnTo>
                  <a:lnTo>
                    <a:pt x="4" y="50"/>
                  </a:lnTo>
                  <a:lnTo>
                    <a:pt x="4" y="52"/>
                  </a:lnTo>
                  <a:lnTo>
                    <a:pt x="4" y="54"/>
                  </a:lnTo>
                  <a:lnTo>
                    <a:pt x="4" y="55"/>
                  </a:lnTo>
                  <a:lnTo>
                    <a:pt x="4" y="56"/>
                  </a:lnTo>
                  <a:lnTo>
                    <a:pt x="5" y="55"/>
                  </a:lnTo>
                  <a:lnTo>
                    <a:pt x="5" y="57"/>
                  </a:lnTo>
                  <a:lnTo>
                    <a:pt x="5" y="58"/>
                  </a:lnTo>
                  <a:lnTo>
                    <a:pt x="5" y="57"/>
                  </a:lnTo>
                  <a:lnTo>
                    <a:pt x="5" y="54"/>
                  </a:lnTo>
                  <a:lnTo>
                    <a:pt x="6" y="51"/>
                  </a:lnTo>
                  <a:lnTo>
                    <a:pt x="6" y="48"/>
                  </a:lnTo>
                  <a:lnTo>
                    <a:pt x="6" y="45"/>
                  </a:lnTo>
                  <a:lnTo>
                    <a:pt x="6" y="42"/>
                  </a:lnTo>
                  <a:lnTo>
                    <a:pt x="6" y="40"/>
                  </a:lnTo>
                  <a:lnTo>
                    <a:pt x="6" y="36"/>
                  </a:lnTo>
                  <a:lnTo>
                    <a:pt x="7" y="31"/>
                  </a:lnTo>
                  <a:lnTo>
                    <a:pt x="7" y="29"/>
                  </a:lnTo>
                  <a:lnTo>
                    <a:pt x="7" y="27"/>
                  </a:lnTo>
                  <a:lnTo>
                    <a:pt x="7" y="24"/>
                  </a:lnTo>
                  <a:lnTo>
                    <a:pt x="7" y="23"/>
                  </a:lnTo>
                  <a:lnTo>
                    <a:pt x="7" y="22"/>
                  </a:lnTo>
                  <a:lnTo>
                    <a:pt x="7" y="20"/>
                  </a:lnTo>
                  <a:lnTo>
                    <a:pt x="8" y="14"/>
                  </a:lnTo>
                  <a:lnTo>
                    <a:pt x="8" y="9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9" y="2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12" name="Freeform 656"/>
            <p:cNvSpPr/>
            <p:nvPr/>
          </p:nvSpPr>
          <p:spPr bwMode="auto">
            <a:xfrm>
              <a:off x="2427288" y="1897064"/>
              <a:ext cx="12700" cy="87313"/>
            </a:xfrm>
            <a:custGeom>
              <a:avLst/>
              <a:gdLst>
                <a:gd name="T0" fmla="*/ 0 w 8"/>
                <a:gd name="T1" fmla="*/ 2 h 55"/>
                <a:gd name="T2" fmla="*/ 0 w 8"/>
                <a:gd name="T3" fmla="*/ 0 h 55"/>
                <a:gd name="T4" fmla="*/ 0 w 8"/>
                <a:gd name="T5" fmla="*/ 1 h 55"/>
                <a:gd name="T6" fmla="*/ 0 w 8"/>
                <a:gd name="T7" fmla="*/ 5 h 55"/>
                <a:gd name="T8" fmla="*/ 0 w 8"/>
                <a:gd name="T9" fmla="*/ 8 h 55"/>
                <a:gd name="T10" fmla="*/ 0 w 8"/>
                <a:gd name="T11" fmla="*/ 9 h 55"/>
                <a:gd name="T12" fmla="*/ 1 w 8"/>
                <a:gd name="T13" fmla="*/ 8 h 55"/>
                <a:gd name="T14" fmla="*/ 1 w 8"/>
                <a:gd name="T15" fmla="*/ 7 h 55"/>
                <a:gd name="T16" fmla="*/ 1 w 8"/>
                <a:gd name="T17" fmla="*/ 7 h 55"/>
                <a:gd name="T18" fmla="*/ 1 w 8"/>
                <a:gd name="T19" fmla="*/ 10 h 55"/>
                <a:gd name="T20" fmla="*/ 2 w 8"/>
                <a:gd name="T21" fmla="*/ 12 h 55"/>
                <a:gd name="T22" fmla="*/ 2 w 8"/>
                <a:gd name="T23" fmla="*/ 13 h 55"/>
                <a:gd name="T24" fmla="*/ 2 w 8"/>
                <a:gd name="T25" fmla="*/ 16 h 55"/>
                <a:gd name="T26" fmla="*/ 2 w 8"/>
                <a:gd name="T27" fmla="*/ 22 h 55"/>
                <a:gd name="T28" fmla="*/ 2 w 8"/>
                <a:gd name="T29" fmla="*/ 28 h 55"/>
                <a:gd name="T30" fmla="*/ 2 w 8"/>
                <a:gd name="T31" fmla="*/ 34 h 55"/>
                <a:gd name="T32" fmla="*/ 2 w 8"/>
                <a:gd name="T33" fmla="*/ 41 h 55"/>
                <a:gd name="T34" fmla="*/ 3 w 8"/>
                <a:gd name="T35" fmla="*/ 48 h 55"/>
                <a:gd name="T36" fmla="*/ 3 w 8"/>
                <a:gd name="T37" fmla="*/ 51 h 55"/>
                <a:gd name="T38" fmla="*/ 3 w 8"/>
                <a:gd name="T39" fmla="*/ 53 h 55"/>
                <a:gd name="T40" fmla="*/ 3 w 8"/>
                <a:gd name="T41" fmla="*/ 55 h 55"/>
                <a:gd name="T42" fmla="*/ 3 w 8"/>
                <a:gd name="T43" fmla="*/ 54 h 55"/>
                <a:gd name="T44" fmla="*/ 3 w 8"/>
                <a:gd name="T45" fmla="*/ 51 h 55"/>
                <a:gd name="T46" fmla="*/ 3 w 8"/>
                <a:gd name="T47" fmla="*/ 50 h 55"/>
                <a:gd name="T48" fmla="*/ 4 w 8"/>
                <a:gd name="T49" fmla="*/ 47 h 55"/>
                <a:gd name="T50" fmla="*/ 4 w 8"/>
                <a:gd name="T51" fmla="*/ 42 h 55"/>
                <a:gd name="T52" fmla="*/ 4 w 8"/>
                <a:gd name="T53" fmla="*/ 37 h 55"/>
                <a:gd name="T54" fmla="*/ 4 w 8"/>
                <a:gd name="T55" fmla="*/ 34 h 55"/>
                <a:gd name="T56" fmla="*/ 4 w 8"/>
                <a:gd name="T57" fmla="*/ 32 h 55"/>
                <a:gd name="T58" fmla="*/ 5 w 8"/>
                <a:gd name="T59" fmla="*/ 31 h 55"/>
                <a:gd name="T60" fmla="*/ 5 w 8"/>
                <a:gd name="T61" fmla="*/ 31 h 55"/>
                <a:gd name="T62" fmla="*/ 5 w 8"/>
                <a:gd name="T63" fmla="*/ 30 h 55"/>
                <a:gd name="T64" fmla="*/ 5 w 8"/>
                <a:gd name="T65" fmla="*/ 29 h 55"/>
                <a:gd name="T66" fmla="*/ 5 w 8"/>
                <a:gd name="T67" fmla="*/ 28 h 55"/>
                <a:gd name="T68" fmla="*/ 5 w 8"/>
                <a:gd name="T69" fmla="*/ 29 h 55"/>
                <a:gd name="T70" fmla="*/ 5 w 8"/>
                <a:gd name="T71" fmla="*/ 31 h 55"/>
                <a:gd name="T72" fmla="*/ 6 w 8"/>
                <a:gd name="T73" fmla="*/ 31 h 55"/>
                <a:gd name="T74" fmla="*/ 6 w 8"/>
                <a:gd name="T75" fmla="*/ 31 h 55"/>
                <a:gd name="T76" fmla="*/ 6 w 8"/>
                <a:gd name="T77" fmla="*/ 28 h 55"/>
                <a:gd name="T78" fmla="*/ 6 w 8"/>
                <a:gd name="T79" fmla="*/ 24 h 55"/>
                <a:gd name="T80" fmla="*/ 7 w 8"/>
                <a:gd name="T81" fmla="*/ 22 h 55"/>
                <a:gd name="T82" fmla="*/ 7 w 8"/>
                <a:gd name="T83" fmla="*/ 20 h 55"/>
                <a:gd name="T84" fmla="*/ 7 w 8"/>
                <a:gd name="T85" fmla="*/ 18 h 55"/>
                <a:gd name="T86" fmla="*/ 7 w 8"/>
                <a:gd name="T87" fmla="*/ 16 h 55"/>
                <a:gd name="T88" fmla="*/ 7 w 8"/>
                <a:gd name="T89" fmla="*/ 13 h 55"/>
                <a:gd name="T90" fmla="*/ 7 w 8"/>
                <a:gd name="T91" fmla="*/ 10 h 55"/>
                <a:gd name="T92" fmla="*/ 7 w 8"/>
                <a:gd name="T93" fmla="*/ 9 h 55"/>
                <a:gd name="T94" fmla="*/ 8 w 8"/>
                <a:gd name="T95" fmla="*/ 12 h 55"/>
                <a:gd name="T96" fmla="*/ 8 w 8"/>
                <a:gd name="T97" fmla="*/ 15 h 55"/>
                <a:gd name="T98" fmla="*/ 8 w 8"/>
                <a:gd name="T99" fmla="*/ 16 h 55"/>
                <a:gd name="T100" fmla="*/ 8 w 8"/>
                <a:gd name="T101" fmla="*/ 18 h 55"/>
                <a:gd name="T102" fmla="*/ 8 w 8"/>
                <a:gd name="T103" fmla="*/ 22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55">
                  <a:moveTo>
                    <a:pt x="0" y="2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5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10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6"/>
                  </a:lnTo>
                  <a:lnTo>
                    <a:pt x="2" y="22"/>
                  </a:lnTo>
                  <a:lnTo>
                    <a:pt x="2" y="28"/>
                  </a:lnTo>
                  <a:lnTo>
                    <a:pt x="2" y="34"/>
                  </a:lnTo>
                  <a:lnTo>
                    <a:pt x="2" y="41"/>
                  </a:lnTo>
                  <a:lnTo>
                    <a:pt x="3" y="48"/>
                  </a:lnTo>
                  <a:lnTo>
                    <a:pt x="3" y="51"/>
                  </a:lnTo>
                  <a:lnTo>
                    <a:pt x="3" y="53"/>
                  </a:lnTo>
                  <a:lnTo>
                    <a:pt x="3" y="55"/>
                  </a:lnTo>
                  <a:lnTo>
                    <a:pt x="3" y="54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7"/>
                  </a:lnTo>
                  <a:lnTo>
                    <a:pt x="4" y="42"/>
                  </a:lnTo>
                  <a:lnTo>
                    <a:pt x="4" y="37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5" y="30"/>
                  </a:lnTo>
                  <a:lnTo>
                    <a:pt x="5" y="29"/>
                  </a:lnTo>
                  <a:lnTo>
                    <a:pt x="5" y="28"/>
                  </a:lnTo>
                  <a:lnTo>
                    <a:pt x="5" y="29"/>
                  </a:lnTo>
                  <a:lnTo>
                    <a:pt x="5" y="31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6" y="28"/>
                  </a:lnTo>
                  <a:lnTo>
                    <a:pt x="6" y="24"/>
                  </a:lnTo>
                  <a:lnTo>
                    <a:pt x="7" y="22"/>
                  </a:lnTo>
                  <a:lnTo>
                    <a:pt x="7" y="20"/>
                  </a:lnTo>
                  <a:lnTo>
                    <a:pt x="7" y="18"/>
                  </a:lnTo>
                  <a:lnTo>
                    <a:pt x="7" y="16"/>
                  </a:lnTo>
                  <a:lnTo>
                    <a:pt x="7" y="13"/>
                  </a:lnTo>
                  <a:lnTo>
                    <a:pt x="7" y="10"/>
                  </a:lnTo>
                  <a:lnTo>
                    <a:pt x="7" y="9"/>
                  </a:lnTo>
                  <a:lnTo>
                    <a:pt x="8" y="12"/>
                  </a:lnTo>
                  <a:lnTo>
                    <a:pt x="8" y="15"/>
                  </a:lnTo>
                  <a:lnTo>
                    <a:pt x="8" y="16"/>
                  </a:lnTo>
                  <a:lnTo>
                    <a:pt x="8" y="18"/>
                  </a:lnTo>
                  <a:lnTo>
                    <a:pt x="8" y="2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13" name="Freeform 657"/>
            <p:cNvSpPr/>
            <p:nvPr/>
          </p:nvSpPr>
          <p:spPr bwMode="auto">
            <a:xfrm>
              <a:off x="2439988" y="1925639"/>
              <a:ext cx="14288" cy="171450"/>
            </a:xfrm>
            <a:custGeom>
              <a:avLst/>
              <a:gdLst>
                <a:gd name="T0" fmla="*/ 0 w 9"/>
                <a:gd name="T1" fmla="*/ 0 h 108"/>
                <a:gd name="T2" fmla="*/ 0 w 9"/>
                <a:gd name="T3" fmla="*/ 4 h 108"/>
                <a:gd name="T4" fmla="*/ 0 w 9"/>
                <a:gd name="T5" fmla="*/ 8 h 108"/>
                <a:gd name="T6" fmla="*/ 0 w 9"/>
                <a:gd name="T7" fmla="*/ 10 h 108"/>
                <a:gd name="T8" fmla="*/ 1 w 9"/>
                <a:gd name="T9" fmla="*/ 15 h 108"/>
                <a:gd name="T10" fmla="*/ 1 w 9"/>
                <a:gd name="T11" fmla="*/ 21 h 108"/>
                <a:gd name="T12" fmla="*/ 1 w 9"/>
                <a:gd name="T13" fmla="*/ 23 h 108"/>
                <a:gd name="T14" fmla="*/ 1 w 9"/>
                <a:gd name="T15" fmla="*/ 28 h 108"/>
                <a:gd name="T16" fmla="*/ 1 w 9"/>
                <a:gd name="T17" fmla="*/ 34 h 108"/>
                <a:gd name="T18" fmla="*/ 2 w 9"/>
                <a:gd name="T19" fmla="*/ 37 h 108"/>
                <a:gd name="T20" fmla="*/ 2 w 9"/>
                <a:gd name="T21" fmla="*/ 37 h 108"/>
                <a:gd name="T22" fmla="*/ 2 w 9"/>
                <a:gd name="T23" fmla="*/ 39 h 108"/>
                <a:gd name="T24" fmla="*/ 2 w 9"/>
                <a:gd name="T25" fmla="*/ 44 h 108"/>
                <a:gd name="T26" fmla="*/ 2 w 9"/>
                <a:gd name="T27" fmla="*/ 46 h 108"/>
                <a:gd name="T28" fmla="*/ 2 w 9"/>
                <a:gd name="T29" fmla="*/ 45 h 108"/>
                <a:gd name="T30" fmla="*/ 3 w 9"/>
                <a:gd name="T31" fmla="*/ 47 h 108"/>
                <a:gd name="T32" fmla="*/ 3 w 9"/>
                <a:gd name="T33" fmla="*/ 48 h 108"/>
                <a:gd name="T34" fmla="*/ 3 w 9"/>
                <a:gd name="T35" fmla="*/ 48 h 108"/>
                <a:gd name="T36" fmla="*/ 3 w 9"/>
                <a:gd name="T37" fmla="*/ 50 h 108"/>
                <a:gd name="T38" fmla="*/ 3 w 9"/>
                <a:gd name="T39" fmla="*/ 54 h 108"/>
                <a:gd name="T40" fmla="*/ 4 w 9"/>
                <a:gd name="T41" fmla="*/ 55 h 108"/>
                <a:gd name="T42" fmla="*/ 4 w 9"/>
                <a:gd name="T43" fmla="*/ 56 h 108"/>
                <a:gd name="T44" fmla="*/ 4 w 9"/>
                <a:gd name="T45" fmla="*/ 58 h 108"/>
                <a:gd name="T46" fmla="*/ 4 w 9"/>
                <a:gd name="T47" fmla="*/ 60 h 108"/>
                <a:gd name="T48" fmla="*/ 4 w 9"/>
                <a:gd name="T49" fmla="*/ 63 h 108"/>
                <a:gd name="T50" fmla="*/ 4 w 9"/>
                <a:gd name="T51" fmla="*/ 65 h 108"/>
                <a:gd name="T52" fmla="*/ 4 w 9"/>
                <a:gd name="T53" fmla="*/ 67 h 108"/>
                <a:gd name="T54" fmla="*/ 5 w 9"/>
                <a:gd name="T55" fmla="*/ 69 h 108"/>
                <a:gd name="T56" fmla="*/ 5 w 9"/>
                <a:gd name="T57" fmla="*/ 70 h 108"/>
                <a:gd name="T58" fmla="*/ 5 w 9"/>
                <a:gd name="T59" fmla="*/ 74 h 108"/>
                <a:gd name="T60" fmla="*/ 5 w 9"/>
                <a:gd name="T61" fmla="*/ 79 h 108"/>
                <a:gd name="T62" fmla="*/ 5 w 9"/>
                <a:gd name="T63" fmla="*/ 81 h 108"/>
                <a:gd name="T64" fmla="*/ 5 w 9"/>
                <a:gd name="T65" fmla="*/ 83 h 108"/>
                <a:gd name="T66" fmla="*/ 5 w 9"/>
                <a:gd name="T67" fmla="*/ 86 h 108"/>
                <a:gd name="T68" fmla="*/ 6 w 9"/>
                <a:gd name="T69" fmla="*/ 88 h 108"/>
                <a:gd name="T70" fmla="*/ 6 w 9"/>
                <a:gd name="T71" fmla="*/ 89 h 108"/>
                <a:gd name="T72" fmla="*/ 6 w 9"/>
                <a:gd name="T73" fmla="*/ 90 h 108"/>
                <a:gd name="T74" fmla="*/ 6 w 9"/>
                <a:gd name="T75" fmla="*/ 92 h 108"/>
                <a:gd name="T76" fmla="*/ 7 w 9"/>
                <a:gd name="T77" fmla="*/ 93 h 108"/>
                <a:gd name="T78" fmla="*/ 7 w 9"/>
                <a:gd name="T79" fmla="*/ 95 h 108"/>
                <a:gd name="T80" fmla="*/ 7 w 9"/>
                <a:gd name="T81" fmla="*/ 99 h 108"/>
                <a:gd name="T82" fmla="*/ 7 w 9"/>
                <a:gd name="T83" fmla="*/ 99 h 108"/>
                <a:gd name="T84" fmla="*/ 7 w 9"/>
                <a:gd name="T85" fmla="*/ 99 h 108"/>
                <a:gd name="T86" fmla="*/ 7 w 9"/>
                <a:gd name="T87" fmla="*/ 103 h 108"/>
                <a:gd name="T88" fmla="*/ 7 w 9"/>
                <a:gd name="T89" fmla="*/ 106 h 108"/>
                <a:gd name="T90" fmla="*/ 8 w 9"/>
                <a:gd name="T91" fmla="*/ 105 h 108"/>
                <a:gd name="T92" fmla="*/ 8 w 9"/>
                <a:gd name="T93" fmla="*/ 106 h 108"/>
                <a:gd name="T94" fmla="*/ 8 w 9"/>
                <a:gd name="T95" fmla="*/ 108 h 108"/>
                <a:gd name="T96" fmla="*/ 8 w 9"/>
                <a:gd name="T97" fmla="*/ 106 h 108"/>
                <a:gd name="T98" fmla="*/ 8 w 9"/>
                <a:gd name="T99" fmla="*/ 102 h 108"/>
                <a:gd name="T100" fmla="*/ 9 w 9"/>
                <a:gd name="T101" fmla="*/ 102 h 108"/>
                <a:gd name="T102" fmla="*/ 9 w 9"/>
                <a:gd name="T103" fmla="*/ 10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08">
                  <a:moveTo>
                    <a:pt x="0" y="0"/>
                  </a:moveTo>
                  <a:lnTo>
                    <a:pt x="0" y="4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1" y="21"/>
                  </a:lnTo>
                  <a:lnTo>
                    <a:pt x="1" y="23"/>
                  </a:lnTo>
                  <a:lnTo>
                    <a:pt x="1" y="28"/>
                  </a:lnTo>
                  <a:lnTo>
                    <a:pt x="1" y="34"/>
                  </a:lnTo>
                  <a:lnTo>
                    <a:pt x="2" y="37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4"/>
                  </a:lnTo>
                  <a:lnTo>
                    <a:pt x="2" y="46"/>
                  </a:lnTo>
                  <a:lnTo>
                    <a:pt x="2" y="45"/>
                  </a:lnTo>
                  <a:lnTo>
                    <a:pt x="3" y="47"/>
                  </a:lnTo>
                  <a:lnTo>
                    <a:pt x="3" y="48"/>
                  </a:lnTo>
                  <a:lnTo>
                    <a:pt x="3" y="48"/>
                  </a:lnTo>
                  <a:lnTo>
                    <a:pt x="3" y="50"/>
                  </a:lnTo>
                  <a:lnTo>
                    <a:pt x="3" y="54"/>
                  </a:lnTo>
                  <a:lnTo>
                    <a:pt x="4" y="55"/>
                  </a:lnTo>
                  <a:lnTo>
                    <a:pt x="4" y="56"/>
                  </a:lnTo>
                  <a:lnTo>
                    <a:pt x="4" y="58"/>
                  </a:lnTo>
                  <a:lnTo>
                    <a:pt x="4" y="60"/>
                  </a:lnTo>
                  <a:lnTo>
                    <a:pt x="4" y="63"/>
                  </a:lnTo>
                  <a:lnTo>
                    <a:pt x="4" y="65"/>
                  </a:lnTo>
                  <a:lnTo>
                    <a:pt x="4" y="67"/>
                  </a:lnTo>
                  <a:lnTo>
                    <a:pt x="5" y="69"/>
                  </a:lnTo>
                  <a:lnTo>
                    <a:pt x="5" y="70"/>
                  </a:lnTo>
                  <a:lnTo>
                    <a:pt x="5" y="74"/>
                  </a:lnTo>
                  <a:lnTo>
                    <a:pt x="5" y="79"/>
                  </a:lnTo>
                  <a:lnTo>
                    <a:pt x="5" y="81"/>
                  </a:lnTo>
                  <a:lnTo>
                    <a:pt x="5" y="83"/>
                  </a:lnTo>
                  <a:lnTo>
                    <a:pt x="5" y="86"/>
                  </a:lnTo>
                  <a:lnTo>
                    <a:pt x="6" y="88"/>
                  </a:lnTo>
                  <a:lnTo>
                    <a:pt x="6" y="89"/>
                  </a:lnTo>
                  <a:lnTo>
                    <a:pt x="6" y="90"/>
                  </a:lnTo>
                  <a:lnTo>
                    <a:pt x="6" y="92"/>
                  </a:lnTo>
                  <a:lnTo>
                    <a:pt x="7" y="93"/>
                  </a:lnTo>
                  <a:lnTo>
                    <a:pt x="7" y="95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7" y="103"/>
                  </a:lnTo>
                  <a:lnTo>
                    <a:pt x="7" y="106"/>
                  </a:lnTo>
                  <a:lnTo>
                    <a:pt x="8" y="105"/>
                  </a:lnTo>
                  <a:lnTo>
                    <a:pt x="8" y="106"/>
                  </a:lnTo>
                  <a:lnTo>
                    <a:pt x="8" y="108"/>
                  </a:lnTo>
                  <a:lnTo>
                    <a:pt x="8" y="106"/>
                  </a:lnTo>
                  <a:lnTo>
                    <a:pt x="8" y="102"/>
                  </a:lnTo>
                  <a:lnTo>
                    <a:pt x="9" y="102"/>
                  </a:lnTo>
                  <a:lnTo>
                    <a:pt x="9" y="10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14" name="Freeform 658"/>
            <p:cNvSpPr/>
            <p:nvPr/>
          </p:nvSpPr>
          <p:spPr bwMode="auto">
            <a:xfrm>
              <a:off x="2454275" y="2046289"/>
              <a:ext cx="12700" cy="100013"/>
            </a:xfrm>
            <a:custGeom>
              <a:avLst/>
              <a:gdLst>
                <a:gd name="T0" fmla="*/ 0 w 8"/>
                <a:gd name="T1" fmla="*/ 26 h 63"/>
                <a:gd name="T2" fmla="*/ 0 w 8"/>
                <a:gd name="T3" fmla="*/ 28 h 63"/>
                <a:gd name="T4" fmla="*/ 0 w 8"/>
                <a:gd name="T5" fmla="*/ 29 h 63"/>
                <a:gd name="T6" fmla="*/ 0 w 8"/>
                <a:gd name="T7" fmla="*/ 29 h 63"/>
                <a:gd name="T8" fmla="*/ 0 w 8"/>
                <a:gd name="T9" fmla="*/ 31 h 63"/>
                <a:gd name="T10" fmla="*/ 0 w 8"/>
                <a:gd name="T11" fmla="*/ 35 h 63"/>
                <a:gd name="T12" fmla="*/ 0 w 8"/>
                <a:gd name="T13" fmla="*/ 37 h 63"/>
                <a:gd name="T14" fmla="*/ 1 w 8"/>
                <a:gd name="T15" fmla="*/ 39 h 63"/>
                <a:gd name="T16" fmla="*/ 1 w 8"/>
                <a:gd name="T17" fmla="*/ 41 h 63"/>
                <a:gd name="T18" fmla="*/ 1 w 8"/>
                <a:gd name="T19" fmla="*/ 40 h 63"/>
                <a:gd name="T20" fmla="*/ 1 w 8"/>
                <a:gd name="T21" fmla="*/ 38 h 63"/>
                <a:gd name="T22" fmla="*/ 1 w 8"/>
                <a:gd name="T23" fmla="*/ 38 h 63"/>
                <a:gd name="T24" fmla="*/ 1 w 8"/>
                <a:gd name="T25" fmla="*/ 38 h 63"/>
                <a:gd name="T26" fmla="*/ 1 w 8"/>
                <a:gd name="T27" fmla="*/ 35 h 63"/>
                <a:gd name="T28" fmla="*/ 2 w 8"/>
                <a:gd name="T29" fmla="*/ 33 h 63"/>
                <a:gd name="T30" fmla="*/ 2 w 8"/>
                <a:gd name="T31" fmla="*/ 35 h 63"/>
                <a:gd name="T32" fmla="*/ 2 w 8"/>
                <a:gd name="T33" fmla="*/ 37 h 63"/>
                <a:gd name="T34" fmla="*/ 2 w 8"/>
                <a:gd name="T35" fmla="*/ 38 h 63"/>
                <a:gd name="T36" fmla="*/ 3 w 8"/>
                <a:gd name="T37" fmla="*/ 42 h 63"/>
                <a:gd name="T38" fmla="*/ 3 w 8"/>
                <a:gd name="T39" fmla="*/ 45 h 63"/>
                <a:gd name="T40" fmla="*/ 3 w 8"/>
                <a:gd name="T41" fmla="*/ 50 h 63"/>
                <a:gd name="T42" fmla="*/ 3 w 8"/>
                <a:gd name="T43" fmla="*/ 55 h 63"/>
                <a:gd name="T44" fmla="*/ 3 w 8"/>
                <a:gd name="T45" fmla="*/ 56 h 63"/>
                <a:gd name="T46" fmla="*/ 3 w 8"/>
                <a:gd name="T47" fmla="*/ 57 h 63"/>
                <a:gd name="T48" fmla="*/ 3 w 8"/>
                <a:gd name="T49" fmla="*/ 60 h 63"/>
                <a:gd name="T50" fmla="*/ 4 w 8"/>
                <a:gd name="T51" fmla="*/ 60 h 63"/>
                <a:gd name="T52" fmla="*/ 4 w 8"/>
                <a:gd name="T53" fmla="*/ 57 h 63"/>
                <a:gd name="T54" fmla="*/ 4 w 8"/>
                <a:gd name="T55" fmla="*/ 55 h 63"/>
                <a:gd name="T56" fmla="*/ 4 w 8"/>
                <a:gd name="T57" fmla="*/ 57 h 63"/>
                <a:gd name="T58" fmla="*/ 4 w 8"/>
                <a:gd name="T59" fmla="*/ 58 h 63"/>
                <a:gd name="T60" fmla="*/ 5 w 8"/>
                <a:gd name="T61" fmla="*/ 57 h 63"/>
                <a:gd name="T62" fmla="*/ 5 w 8"/>
                <a:gd name="T63" fmla="*/ 54 h 63"/>
                <a:gd name="T64" fmla="*/ 5 w 8"/>
                <a:gd name="T65" fmla="*/ 51 h 63"/>
                <a:gd name="T66" fmla="*/ 5 w 8"/>
                <a:gd name="T67" fmla="*/ 50 h 63"/>
                <a:gd name="T68" fmla="*/ 5 w 8"/>
                <a:gd name="T69" fmla="*/ 52 h 63"/>
                <a:gd name="T70" fmla="*/ 5 w 8"/>
                <a:gd name="T71" fmla="*/ 56 h 63"/>
                <a:gd name="T72" fmla="*/ 5 w 8"/>
                <a:gd name="T73" fmla="*/ 56 h 63"/>
                <a:gd name="T74" fmla="*/ 6 w 8"/>
                <a:gd name="T75" fmla="*/ 55 h 63"/>
                <a:gd name="T76" fmla="*/ 6 w 8"/>
                <a:gd name="T77" fmla="*/ 58 h 63"/>
                <a:gd name="T78" fmla="*/ 6 w 8"/>
                <a:gd name="T79" fmla="*/ 58 h 63"/>
                <a:gd name="T80" fmla="*/ 6 w 8"/>
                <a:gd name="T81" fmla="*/ 59 h 63"/>
                <a:gd name="T82" fmla="*/ 6 w 8"/>
                <a:gd name="T83" fmla="*/ 62 h 63"/>
                <a:gd name="T84" fmla="*/ 6 w 8"/>
                <a:gd name="T85" fmla="*/ 63 h 63"/>
                <a:gd name="T86" fmla="*/ 7 w 8"/>
                <a:gd name="T87" fmla="*/ 58 h 63"/>
                <a:gd name="T88" fmla="*/ 7 w 8"/>
                <a:gd name="T89" fmla="*/ 51 h 63"/>
                <a:gd name="T90" fmla="*/ 7 w 8"/>
                <a:gd name="T91" fmla="*/ 45 h 63"/>
                <a:gd name="T92" fmla="*/ 7 w 8"/>
                <a:gd name="T93" fmla="*/ 38 h 63"/>
                <a:gd name="T94" fmla="*/ 7 w 8"/>
                <a:gd name="T95" fmla="*/ 31 h 63"/>
                <a:gd name="T96" fmla="*/ 8 w 8"/>
                <a:gd name="T97" fmla="*/ 24 h 63"/>
                <a:gd name="T98" fmla="*/ 8 w 8"/>
                <a:gd name="T99" fmla="*/ 17 h 63"/>
                <a:gd name="T100" fmla="*/ 8 w 8"/>
                <a:gd name="T101" fmla="*/ 8 h 63"/>
                <a:gd name="T102" fmla="*/ 8 w 8"/>
                <a:gd name="T103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3">
                  <a:moveTo>
                    <a:pt x="0" y="26"/>
                  </a:moveTo>
                  <a:lnTo>
                    <a:pt x="0" y="28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8"/>
                  </a:lnTo>
                  <a:lnTo>
                    <a:pt x="1" y="38"/>
                  </a:lnTo>
                  <a:lnTo>
                    <a:pt x="1" y="35"/>
                  </a:lnTo>
                  <a:lnTo>
                    <a:pt x="2" y="33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3" y="42"/>
                  </a:lnTo>
                  <a:lnTo>
                    <a:pt x="3" y="45"/>
                  </a:lnTo>
                  <a:lnTo>
                    <a:pt x="3" y="50"/>
                  </a:lnTo>
                  <a:lnTo>
                    <a:pt x="3" y="55"/>
                  </a:lnTo>
                  <a:lnTo>
                    <a:pt x="3" y="56"/>
                  </a:lnTo>
                  <a:lnTo>
                    <a:pt x="3" y="57"/>
                  </a:lnTo>
                  <a:lnTo>
                    <a:pt x="3" y="60"/>
                  </a:lnTo>
                  <a:lnTo>
                    <a:pt x="4" y="60"/>
                  </a:lnTo>
                  <a:lnTo>
                    <a:pt x="4" y="57"/>
                  </a:lnTo>
                  <a:lnTo>
                    <a:pt x="4" y="55"/>
                  </a:lnTo>
                  <a:lnTo>
                    <a:pt x="4" y="57"/>
                  </a:lnTo>
                  <a:lnTo>
                    <a:pt x="4" y="58"/>
                  </a:lnTo>
                  <a:lnTo>
                    <a:pt x="5" y="57"/>
                  </a:lnTo>
                  <a:lnTo>
                    <a:pt x="5" y="54"/>
                  </a:lnTo>
                  <a:lnTo>
                    <a:pt x="5" y="51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6" y="55"/>
                  </a:lnTo>
                  <a:lnTo>
                    <a:pt x="6" y="58"/>
                  </a:lnTo>
                  <a:lnTo>
                    <a:pt x="6" y="58"/>
                  </a:lnTo>
                  <a:lnTo>
                    <a:pt x="6" y="59"/>
                  </a:lnTo>
                  <a:lnTo>
                    <a:pt x="6" y="62"/>
                  </a:lnTo>
                  <a:lnTo>
                    <a:pt x="6" y="63"/>
                  </a:lnTo>
                  <a:lnTo>
                    <a:pt x="7" y="58"/>
                  </a:lnTo>
                  <a:lnTo>
                    <a:pt x="7" y="51"/>
                  </a:lnTo>
                  <a:lnTo>
                    <a:pt x="7" y="45"/>
                  </a:lnTo>
                  <a:lnTo>
                    <a:pt x="7" y="38"/>
                  </a:lnTo>
                  <a:lnTo>
                    <a:pt x="7" y="31"/>
                  </a:lnTo>
                  <a:lnTo>
                    <a:pt x="8" y="24"/>
                  </a:lnTo>
                  <a:lnTo>
                    <a:pt x="8" y="17"/>
                  </a:lnTo>
                  <a:lnTo>
                    <a:pt x="8" y="8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15" name="Freeform 659"/>
            <p:cNvSpPr/>
            <p:nvPr/>
          </p:nvSpPr>
          <p:spPr bwMode="auto">
            <a:xfrm>
              <a:off x="2466975" y="1957389"/>
              <a:ext cx="14288" cy="101600"/>
            </a:xfrm>
            <a:custGeom>
              <a:avLst/>
              <a:gdLst>
                <a:gd name="T0" fmla="*/ 0 w 9"/>
                <a:gd name="T1" fmla="*/ 64 h 64"/>
                <a:gd name="T2" fmla="*/ 0 w 9"/>
                <a:gd name="T3" fmla="*/ 56 h 64"/>
                <a:gd name="T4" fmla="*/ 0 w 9"/>
                <a:gd name="T5" fmla="*/ 53 h 64"/>
                <a:gd name="T6" fmla="*/ 0 w 9"/>
                <a:gd name="T7" fmla="*/ 51 h 64"/>
                <a:gd name="T8" fmla="*/ 0 w 9"/>
                <a:gd name="T9" fmla="*/ 47 h 64"/>
                <a:gd name="T10" fmla="*/ 1 w 9"/>
                <a:gd name="T11" fmla="*/ 43 h 64"/>
                <a:gd name="T12" fmla="*/ 1 w 9"/>
                <a:gd name="T13" fmla="*/ 42 h 64"/>
                <a:gd name="T14" fmla="*/ 1 w 9"/>
                <a:gd name="T15" fmla="*/ 37 h 64"/>
                <a:gd name="T16" fmla="*/ 1 w 9"/>
                <a:gd name="T17" fmla="*/ 32 h 64"/>
                <a:gd name="T18" fmla="*/ 2 w 9"/>
                <a:gd name="T19" fmla="*/ 32 h 64"/>
                <a:gd name="T20" fmla="*/ 2 w 9"/>
                <a:gd name="T21" fmla="*/ 36 h 64"/>
                <a:gd name="T22" fmla="*/ 2 w 9"/>
                <a:gd name="T23" fmla="*/ 35 h 64"/>
                <a:gd name="T24" fmla="*/ 2 w 9"/>
                <a:gd name="T25" fmla="*/ 28 h 64"/>
                <a:gd name="T26" fmla="*/ 2 w 9"/>
                <a:gd name="T27" fmla="*/ 22 h 64"/>
                <a:gd name="T28" fmla="*/ 2 w 9"/>
                <a:gd name="T29" fmla="*/ 21 h 64"/>
                <a:gd name="T30" fmla="*/ 2 w 9"/>
                <a:gd name="T31" fmla="*/ 20 h 64"/>
                <a:gd name="T32" fmla="*/ 3 w 9"/>
                <a:gd name="T33" fmla="*/ 19 h 64"/>
                <a:gd name="T34" fmla="*/ 3 w 9"/>
                <a:gd name="T35" fmla="*/ 19 h 64"/>
                <a:gd name="T36" fmla="*/ 3 w 9"/>
                <a:gd name="T37" fmla="*/ 15 h 64"/>
                <a:gd name="T38" fmla="*/ 3 w 9"/>
                <a:gd name="T39" fmla="*/ 8 h 64"/>
                <a:gd name="T40" fmla="*/ 3 w 9"/>
                <a:gd name="T41" fmla="*/ 6 h 64"/>
                <a:gd name="T42" fmla="*/ 4 w 9"/>
                <a:gd name="T43" fmla="*/ 10 h 64"/>
                <a:gd name="T44" fmla="*/ 4 w 9"/>
                <a:gd name="T45" fmla="*/ 11 h 64"/>
                <a:gd name="T46" fmla="*/ 4 w 9"/>
                <a:gd name="T47" fmla="*/ 8 h 64"/>
                <a:gd name="T48" fmla="*/ 4 w 9"/>
                <a:gd name="T49" fmla="*/ 6 h 64"/>
                <a:gd name="T50" fmla="*/ 4 w 9"/>
                <a:gd name="T51" fmla="*/ 4 h 64"/>
                <a:gd name="T52" fmla="*/ 4 w 9"/>
                <a:gd name="T53" fmla="*/ 2 h 64"/>
                <a:gd name="T54" fmla="*/ 4 w 9"/>
                <a:gd name="T55" fmla="*/ 3 h 64"/>
                <a:gd name="T56" fmla="*/ 5 w 9"/>
                <a:gd name="T57" fmla="*/ 5 h 64"/>
                <a:gd name="T58" fmla="*/ 5 w 9"/>
                <a:gd name="T59" fmla="*/ 3 h 64"/>
                <a:gd name="T60" fmla="*/ 5 w 9"/>
                <a:gd name="T61" fmla="*/ 2 h 64"/>
                <a:gd name="T62" fmla="*/ 5 w 9"/>
                <a:gd name="T63" fmla="*/ 2 h 64"/>
                <a:gd name="T64" fmla="*/ 5 w 9"/>
                <a:gd name="T65" fmla="*/ 5 h 64"/>
                <a:gd name="T66" fmla="*/ 5 w 9"/>
                <a:gd name="T67" fmla="*/ 8 h 64"/>
                <a:gd name="T68" fmla="*/ 5 w 9"/>
                <a:gd name="T69" fmla="*/ 9 h 64"/>
                <a:gd name="T70" fmla="*/ 6 w 9"/>
                <a:gd name="T71" fmla="*/ 10 h 64"/>
                <a:gd name="T72" fmla="*/ 6 w 9"/>
                <a:gd name="T73" fmla="*/ 12 h 64"/>
                <a:gd name="T74" fmla="*/ 6 w 9"/>
                <a:gd name="T75" fmla="*/ 13 h 64"/>
                <a:gd name="T76" fmla="*/ 6 w 9"/>
                <a:gd name="T77" fmla="*/ 13 h 64"/>
                <a:gd name="T78" fmla="*/ 7 w 9"/>
                <a:gd name="T79" fmla="*/ 13 h 64"/>
                <a:gd name="T80" fmla="*/ 7 w 9"/>
                <a:gd name="T81" fmla="*/ 14 h 64"/>
                <a:gd name="T82" fmla="*/ 7 w 9"/>
                <a:gd name="T83" fmla="*/ 13 h 64"/>
                <a:gd name="T84" fmla="*/ 7 w 9"/>
                <a:gd name="T85" fmla="*/ 11 h 64"/>
                <a:gd name="T86" fmla="*/ 7 w 9"/>
                <a:gd name="T87" fmla="*/ 10 h 64"/>
                <a:gd name="T88" fmla="*/ 7 w 9"/>
                <a:gd name="T89" fmla="*/ 12 h 64"/>
                <a:gd name="T90" fmla="*/ 7 w 9"/>
                <a:gd name="T91" fmla="*/ 11 h 64"/>
                <a:gd name="T92" fmla="*/ 8 w 9"/>
                <a:gd name="T93" fmla="*/ 9 h 64"/>
                <a:gd name="T94" fmla="*/ 8 w 9"/>
                <a:gd name="T95" fmla="*/ 7 h 64"/>
                <a:gd name="T96" fmla="*/ 8 w 9"/>
                <a:gd name="T97" fmla="*/ 4 h 64"/>
                <a:gd name="T98" fmla="*/ 8 w 9"/>
                <a:gd name="T99" fmla="*/ 3 h 64"/>
                <a:gd name="T100" fmla="*/ 8 w 9"/>
                <a:gd name="T101" fmla="*/ 3 h 64"/>
                <a:gd name="T102" fmla="*/ 9 w 9"/>
                <a:gd name="T103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4">
                  <a:moveTo>
                    <a:pt x="0" y="64"/>
                  </a:moveTo>
                  <a:lnTo>
                    <a:pt x="0" y="56"/>
                  </a:lnTo>
                  <a:lnTo>
                    <a:pt x="0" y="53"/>
                  </a:lnTo>
                  <a:lnTo>
                    <a:pt x="0" y="51"/>
                  </a:lnTo>
                  <a:lnTo>
                    <a:pt x="0" y="47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37"/>
                  </a:lnTo>
                  <a:lnTo>
                    <a:pt x="1" y="32"/>
                  </a:lnTo>
                  <a:lnTo>
                    <a:pt x="2" y="32"/>
                  </a:lnTo>
                  <a:lnTo>
                    <a:pt x="2" y="36"/>
                  </a:lnTo>
                  <a:lnTo>
                    <a:pt x="2" y="35"/>
                  </a:lnTo>
                  <a:lnTo>
                    <a:pt x="2" y="28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3" y="15"/>
                  </a:lnTo>
                  <a:lnTo>
                    <a:pt x="3" y="8"/>
                  </a:lnTo>
                  <a:lnTo>
                    <a:pt x="3" y="6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3"/>
                  </a:lnTo>
                  <a:lnTo>
                    <a:pt x="5" y="5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5"/>
                  </a:lnTo>
                  <a:lnTo>
                    <a:pt x="5" y="8"/>
                  </a:lnTo>
                  <a:lnTo>
                    <a:pt x="5" y="9"/>
                  </a:lnTo>
                  <a:lnTo>
                    <a:pt x="6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7" y="13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7" y="12"/>
                  </a:lnTo>
                  <a:lnTo>
                    <a:pt x="7" y="11"/>
                  </a:lnTo>
                  <a:lnTo>
                    <a:pt x="8" y="9"/>
                  </a:lnTo>
                  <a:lnTo>
                    <a:pt x="8" y="7"/>
                  </a:lnTo>
                  <a:lnTo>
                    <a:pt x="8" y="4"/>
                  </a:lnTo>
                  <a:lnTo>
                    <a:pt x="8" y="3"/>
                  </a:lnTo>
                  <a:lnTo>
                    <a:pt x="8" y="3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16" name="Freeform 660"/>
            <p:cNvSpPr/>
            <p:nvPr/>
          </p:nvSpPr>
          <p:spPr bwMode="auto">
            <a:xfrm>
              <a:off x="2479675" y="1909764"/>
              <a:ext cx="14288" cy="58738"/>
            </a:xfrm>
            <a:custGeom>
              <a:avLst/>
              <a:gdLst>
                <a:gd name="T0" fmla="*/ 0 w 9"/>
                <a:gd name="T1" fmla="*/ 33 h 37"/>
                <a:gd name="T2" fmla="*/ 1 w 9"/>
                <a:gd name="T3" fmla="*/ 30 h 37"/>
                <a:gd name="T4" fmla="*/ 1 w 9"/>
                <a:gd name="T5" fmla="*/ 25 h 37"/>
                <a:gd name="T6" fmla="*/ 1 w 9"/>
                <a:gd name="T7" fmla="*/ 20 h 37"/>
                <a:gd name="T8" fmla="*/ 1 w 9"/>
                <a:gd name="T9" fmla="*/ 16 h 37"/>
                <a:gd name="T10" fmla="*/ 1 w 9"/>
                <a:gd name="T11" fmla="*/ 15 h 37"/>
                <a:gd name="T12" fmla="*/ 1 w 9"/>
                <a:gd name="T13" fmla="*/ 16 h 37"/>
                <a:gd name="T14" fmla="*/ 1 w 9"/>
                <a:gd name="T15" fmla="*/ 18 h 37"/>
                <a:gd name="T16" fmla="*/ 2 w 9"/>
                <a:gd name="T17" fmla="*/ 17 h 37"/>
                <a:gd name="T18" fmla="*/ 2 w 9"/>
                <a:gd name="T19" fmla="*/ 15 h 37"/>
                <a:gd name="T20" fmla="*/ 2 w 9"/>
                <a:gd name="T21" fmla="*/ 14 h 37"/>
                <a:gd name="T22" fmla="*/ 2 w 9"/>
                <a:gd name="T23" fmla="*/ 15 h 37"/>
                <a:gd name="T24" fmla="*/ 2 w 9"/>
                <a:gd name="T25" fmla="*/ 16 h 37"/>
                <a:gd name="T26" fmla="*/ 2 w 9"/>
                <a:gd name="T27" fmla="*/ 14 h 37"/>
                <a:gd name="T28" fmla="*/ 2 w 9"/>
                <a:gd name="T29" fmla="*/ 11 h 37"/>
                <a:gd name="T30" fmla="*/ 3 w 9"/>
                <a:gd name="T31" fmla="*/ 7 h 37"/>
                <a:gd name="T32" fmla="*/ 3 w 9"/>
                <a:gd name="T33" fmla="*/ 3 h 37"/>
                <a:gd name="T34" fmla="*/ 3 w 9"/>
                <a:gd name="T35" fmla="*/ 1 h 37"/>
                <a:gd name="T36" fmla="*/ 3 w 9"/>
                <a:gd name="T37" fmla="*/ 0 h 37"/>
                <a:gd name="T38" fmla="*/ 4 w 9"/>
                <a:gd name="T39" fmla="*/ 1 h 37"/>
                <a:gd name="T40" fmla="*/ 4 w 9"/>
                <a:gd name="T41" fmla="*/ 2 h 37"/>
                <a:gd name="T42" fmla="*/ 4 w 9"/>
                <a:gd name="T43" fmla="*/ 6 h 37"/>
                <a:gd name="T44" fmla="*/ 4 w 9"/>
                <a:gd name="T45" fmla="*/ 10 h 37"/>
                <a:gd name="T46" fmla="*/ 4 w 9"/>
                <a:gd name="T47" fmla="*/ 11 h 37"/>
                <a:gd name="T48" fmla="*/ 4 w 9"/>
                <a:gd name="T49" fmla="*/ 17 h 37"/>
                <a:gd name="T50" fmla="*/ 4 w 9"/>
                <a:gd name="T51" fmla="*/ 24 h 37"/>
                <a:gd name="T52" fmla="*/ 5 w 9"/>
                <a:gd name="T53" fmla="*/ 30 h 37"/>
                <a:gd name="T54" fmla="*/ 5 w 9"/>
                <a:gd name="T55" fmla="*/ 32 h 37"/>
                <a:gd name="T56" fmla="*/ 5 w 9"/>
                <a:gd name="T57" fmla="*/ 33 h 37"/>
                <a:gd name="T58" fmla="*/ 5 w 9"/>
                <a:gd name="T59" fmla="*/ 33 h 37"/>
                <a:gd name="T60" fmla="*/ 5 w 9"/>
                <a:gd name="T61" fmla="*/ 35 h 37"/>
                <a:gd name="T62" fmla="*/ 6 w 9"/>
                <a:gd name="T63" fmla="*/ 37 h 37"/>
                <a:gd name="T64" fmla="*/ 6 w 9"/>
                <a:gd name="T65" fmla="*/ 35 h 37"/>
                <a:gd name="T66" fmla="*/ 6 w 9"/>
                <a:gd name="T67" fmla="*/ 31 h 37"/>
                <a:gd name="T68" fmla="*/ 6 w 9"/>
                <a:gd name="T69" fmla="*/ 29 h 37"/>
                <a:gd name="T70" fmla="*/ 6 w 9"/>
                <a:gd name="T71" fmla="*/ 28 h 37"/>
                <a:gd name="T72" fmla="*/ 6 w 9"/>
                <a:gd name="T73" fmla="*/ 24 h 37"/>
                <a:gd name="T74" fmla="*/ 7 w 9"/>
                <a:gd name="T75" fmla="*/ 22 h 37"/>
                <a:gd name="T76" fmla="*/ 7 w 9"/>
                <a:gd name="T77" fmla="*/ 23 h 37"/>
                <a:gd name="T78" fmla="*/ 7 w 9"/>
                <a:gd name="T79" fmla="*/ 23 h 37"/>
                <a:gd name="T80" fmla="*/ 7 w 9"/>
                <a:gd name="T81" fmla="*/ 21 h 37"/>
                <a:gd name="T82" fmla="*/ 7 w 9"/>
                <a:gd name="T83" fmla="*/ 20 h 37"/>
                <a:gd name="T84" fmla="*/ 7 w 9"/>
                <a:gd name="T85" fmla="*/ 23 h 37"/>
                <a:gd name="T86" fmla="*/ 7 w 9"/>
                <a:gd name="T87" fmla="*/ 23 h 37"/>
                <a:gd name="T88" fmla="*/ 8 w 9"/>
                <a:gd name="T89" fmla="*/ 22 h 37"/>
                <a:gd name="T90" fmla="*/ 8 w 9"/>
                <a:gd name="T91" fmla="*/ 23 h 37"/>
                <a:gd name="T92" fmla="*/ 8 w 9"/>
                <a:gd name="T93" fmla="*/ 23 h 37"/>
                <a:gd name="T94" fmla="*/ 8 w 9"/>
                <a:gd name="T95" fmla="*/ 21 h 37"/>
                <a:gd name="T96" fmla="*/ 8 w 9"/>
                <a:gd name="T97" fmla="*/ 21 h 37"/>
                <a:gd name="T98" fmla="*/ 9 w 9"/>
                <a:gd name="T99" fmla="*/ 20 h 37"/>
                <a:gd name="T100" fmla="*/ 9 w 9"/>
                <a:gd name="T101" fmla="*/ 15 h 37"/>
                <a:gd name="T102" fmla="*/ 9 w 9"/>
                <a:gd name="T103" fmla="*/ 1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37">
                  <a:moveTo>
                    <a:pt x="0" y="33"/>
                  </a:moveTo>
                  <a:lnTo>
                    <a:pt x="1" y="30"/>
                  </a:lnTo>
                  <a:lnTo>
                    <a:pt x="1" y="25"/>
                  </a:lnTo>
                  <a:lnTo>
                    <a:pt x="1" y="20"/>
                  </a:lnTo>
                  <a:lnTo>
                    <a:pt x="1" y="16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2" y="17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4"/>
                  </a:lnTo>
                  <a:lnTo>
                    <a:pt x="2" y="11"/>
                  </a:lnTo>
                  <a:lnTo>
                    <a:pt x="3" y="7"/>
                  </a:lnTo>
                  <a:lnTo>
                    <a:pt x="3" y="3"/>
                  </a:lnTo>
                  <a:lnTo>
                    <a:pt x="3" y="1"/>
                  </a:lnTo>
                  <a:lnTo>
                    <a:pt x="3" y="0"/>
                  </a:lnTo>
                  <a:lnTo>
                    <a:pt x="4" y="1"/>
                  </a:lnTo>
                  <a:lnTo>
                    <a:pt x="4" y="2"/>
                  </a:lnTo>
                  <a:lnTo>
                    <a:pt x="4" y="6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4" y="24"/>
                  </a:lnTo>
                  <a:lnTo>
                    <a:pt x="5" y="30"/>
                  </a:lnTo>
                  <a:lnTo>
                    <a:pt x="5" y="32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5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6" y="28"/>
                  </a:lnTo>
                  <a:lnTo>
                    <a:pt x="6" y="24"/>
                  </a:lnTo>
                  <a:lnTo>
                    <a:pt x="7" y="22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7" y="21"/>
                  </a:lnTo>
                  <a:lnTo>
                    <a:pt x="7" y="20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8" y="22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9" y="20"/>
                  </a:lnTo>
                  <a:lnTo>
                    <a:pt x="9" y="15"/>
                  </a:lnTo>
                  <a:lnTo>
                    <a:pt x="9" y="1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17" name="Freeform 661"/>
            <p:cNvSpPr/>
            <p:nvPr/>
          </p:nvSpPr>
          <p:spPr bwMode="auto">
            <a:xfrm>
              <a:off x="2493963" y="1889126"/>
              <a:ext cx="12700" cy="146050"/>
            </a:xfrm>
            <a:custGeom>
              <a:avLst/>
              <a:gdLst>
                <a:gd name="T0" fmla="*/ 0 w 8"/>
                <a:gd name="T1" fmla="*/ 28 h 92"/>
                <a:gd name="T2" fmla="*/ 0 w 8"/>
                <a:gd name="T3" fmla="*/ 23 h 92"/>
                <a:gd name="T4" fmla="*/ 0 w 8"/>
                <a:gd name="T5" fmla="*/ 21 h 92"/>
                <a:gd name="T6" fmla="*/ 0 w 8"/>
                <a:gd name="T7" fmla="*/ 19 h 92"/>
                <a:gd name="T8" fmla="*/ 0 w 8"/>
                <a:gd name="T9" fmla="*/ 13 h 92"/>
                <a:gd name="T10" fmla="*/ 0 w 8"/>
                <a:gd name="T11" fmla="*/ 7 h 92"/>
                <a:gd name="T12" fmla="*/ 1 w 8"/>
                <a:gd name="T13" fmla="*/ 4 h 92"/>
                <a:gd name="T14" fmla="*/ 1 w 8"/>
                <a:gd name="T15" fmla="*/ 2 h 92"/>
                <a:gd name="T16" fmla="*/ 1 w 8"/>
                <a:gd name="T17" fmla="*/ 0 h 92"/>
                <a:gd name="T18" fmla="*/ 1 w 8"/>
                <a:gd name="T19" fmla="*/ 1 h 92"/>
                <a:gd name="T20" fmla="*/ 2 w 8"/>
                <a:gd name="T21" fmla="*/ 1 h 92"/>
                <a:gd name="T22" fmla="*/ 2 w 8"/>
                <a:gd name="T23" fmla="*/ 0 h 92"/>
                <a:gd name="T24" fmla="*/ 2 w 8"/>
                <a:gd name="T25" fmla="*/ 1 h 92"/>
                <a:gd name="T26" fmla="*/ 2 w 8"/>
                <a:gd name="T27" fmla="*/ 4 h 92"/>
                <a:gd name="T28" fmla="*/ 2 w 8"/>
                <a:gd name="T29" fmla="*/ 6 h 92"/>
                <a:gd name="T30" fmla="*/ 2 w 8"/>
                <a:gd name="T31" fmla="*/ 8 h 92"/>
                <a:gd name="T32" fmla="*/ 2 w 8"/>
                <a:gd name="T33" fmla="*/ 10 h 92"/>
                <a:gd name="T34" fmla="*/ 3 w 8"/>
                <a:gd name="T35" fmla="*/ 10 h 92"/>
                <a:gd name="T36" fmla="*/ 3 w 8"/>
                <a:gd name="T37" fmla="*/ 9 h 92"/>
                <a:gd name="T38" fmla="*/ 3 w 8"/>
                <a:gd name="T39" fmla="*/ 11 h 92"/>
                <a:gd name="T40" fmla="*/ 3 w 8"/>
                <a:gd name="T41" fmla="*/ 13 h 92"/>
                <a:gd name="T42" fmla="*/ 3 w 8"/>
                <a:gd name="T43" fmla="*/ 16 h 92"/>
                <a:gd name="T44" fmla="*/ 3 w 8"/>
                <a:gd name="T45" fmla="*/ 18 h 92"/>
                <a:gd name="T46" fmla="*/ 3 w 8"/>
                <a:gd name="T47" fmla="*/ 20 h 92"/>
                <a:gd name="T48" fmla="*/ 4 w 8"/>
                <a:gd name="T49" fmla="*/ 23 h 92"/>
                <a:gd name="T50" fmla="*/ 4 w 8"/>
                <a:gd name="T51" fmla="*/ 25 h 92"/>
                <a:gd name="T52" fmla="*/ 4 w 8"/>
                <a:gd name="T53" fmla="*/ 29 h 92"/>
                <a:gd name="T54" fmla="*/ 4 w 8"/>
                <a:gd name="T55" fmla="*/ 34 h 92"/>
                <a:gd name="T56" fmla="*/ 4 w 8"/>
                <a:gd name="T57" fmla="*/ 37 h 92"/>
                <a:gd name="T58" fmla="*/ 5 w 8"/>
                <a:gd name="T59" fmla="*/ 38 h 92"/>
                <a:gd name="T60" fmla="*/ 5 w 8"/>
                <a:gd name="T61" fmla="*/ 39 h 92"/>
                <a:gd name="T62" fmla="*/ 5 w 8"/>
                <a:gd name="T63" fmla="*/ 41 h 92"/>
                <a:gd name="T64" fmla="*/ 5 w 8"/>
                <a:gd name="T65" fmla="*/ 44 h 92"/>
                <a:gd name="T66" fmla="*/ 5 w 8"/>
                <a:gd name="T67" fmla="*/ 48 h 92"/>
                <a:gd name="T68" fmla="*/ 5 w 8"/>
                <a:gd name="T69" fmla="*/ 52 h 92"/>
                <a:gd name="T70" fmla="*/ 5 w 8"/>
                <a:gd name="T71" fmla="*/ 54 h 92"/>
                <a:gd name="T72" fmla="*/ 6 w 8"/>
                <a:gd name="T73" fmla="*/ 56 h 92"/>
                <a:gd name="T74" fmla="*/ 6 w 8"/>
                <a:gd name="T75" fmla="*/ 60 h 92"/>
                <a:gd name="T76" fmla="*/ 6 w 8"/>
                <a:gd name="T77" fmla="*/ 66 h 92"/>
                <a:gd name="T78" fmla="*/ 6 w 8"/>
                <a:gd name="T79" fmla="*/ 70 h 92"/>
                <a:gd name="T80" fmla="*/ 7 w 8"/>
                <a:gd name="T81" fmla="*/ 73 h 92"/>
                <a:gd name="T82" fmla="*/ 7 w 8"/>
                <a:gd name="T83" fmla="*/ 76 h 92"/>
                <a:gd name="T84" fmla="*/ 7 w 8"/>
                <a:gd name="T85" fmla="*/ 79 h 92"/>
                <a:gd name="T86" fmla="*/ 7 w 8"/>
                <a:gd name="T87" fmla="*/ 80 h 92"/>
                <a:gd name="T88" fmla="*/ 7 w 8"/>
                <a:gd name="T89" fmla="*/ 80 h 92"/>
                <a:gd name="T90" fmla="*/ 7 w 8"/>
                <a:gd name="T91" fmla="*/ 83 h 92"/>
                <a:gd name="T92" fmla="*/ 7 w 8"/>
                <a:gd name="T93" fmla="*/ 85 h 92"/>
                <a:gd name="T94" fmla="*/ 8 w 8"/>
                <a:gd name="T95" fmla="*/ 85 h 92"/>
                <a:gd name="T96" fmla="*/ 8 w 8"/>
                <a:gd name="T97" fmla="*/ 87 h 92"/>
                <a:gd name="T98" fmla="*/ 8 w 8"/>
                <a:gd name="T99" fmla="*/ 90 h 92"/>
                <a:gd name="T100" fmla="*/ 8 w 8"/>
                <a:gd name="T101" fmla="*/ 90 h 92"/>
                <a:gd name="T102" fmla="*/ 8 w 8"/>
                <a:gd name="T103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92">
                  <a:moveTo>
                    <a:pt x="0" y="28"/>
                  </a:moveTo>
                  <a:lnTo>
                    <a:pt x="0" y="23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0" y="13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2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4"/>
                  </a:lnTo>
                  <a:lnTo>
                    <a:pt x="2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4" y="23"/>
                  </a:lnTo>
                  <a:lnTo>
                    <a:pt x="4" y="25"/>
                  </a:lnTo>
                  <a:lnTo>
                    <a:pt x="4" y="29"/>
                  </a:lnTo>
                  <a:lnTo>
                    <a:pt x="4" y="34"/>
                  </a:lnTo>
                  <a:lnTo>
                    <a:pt x="4" y="37"/>
                  </a:lnTo>
                  <a:lnTo>
                    <a:pt x="5" y="38"/>
                  </a:lnTo>
                  <a:lnTo>
                    <a:pt x="5" y="39"/>
                  </a:lnTo>
                  <a:lnTo>
                    <a:pt x="5" y="41"/>
                  </a:lnTo>
                  <a:lnTo>
                    <a:pt x="5" y="44"/>
                  </a:lnTo>
                  <a:lnTo>
                    <a:pt x="5" y="48"/>
                  </a:lnTo>
                  <a:lnTo>
                    <a:pt x="5" y="52"/>
                  </a:lnTo>
                  <a:lnTo>
                    <a:pt x="5" y="54"/>
                  </a:lnTo>
                  <a:lnTo>
                    <a:pt x="6" y="56"/>
                  </a:lnTo>
                  <a:lnTo>
                    <a:pt x="6" y="60"/>
                  </a:lnTo>
                  <a:lnTo>
                    <a:pt x="6" y="66"/>
                  </a:lnTo>
                  <a:lnTo>
                    <a:pt x="6" y="70"/>
                  </a:lnTo>
                  <a:lnTo>
                    <a:pt x="7" y="73"/>
                  </a:lnTo>
                  <a:lnTo>
                    <a:pt x="7" y="76"/>
                  </a:lnTo>
                  <a:lnTo>
                    <a:pt x="7" y="79"/>
                  </a:lnTo>
                  <a:lnTo>
                    <a:pt x="7" y="80"/>
                  </a:lnTo>
                  <a:lnTo>
                    <a:pt x="7" y="80"/>
                  </a:lnTo>
                  <a:lnTo>
                    <a:pt x="7" y="83"/>
                  </a:lnTo>
                  <a:lnTo>
                    <a:pt x="7" y="85"/>
                  </a:lnTo>
                  <a:lnTo>
                    <a:pt x="8" y="85"/>
                  </a:lnTo>
                  <a:lnTo>
                    <a:pt x="8" y="87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8" y="9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18" name="Freeform 662"/>
            <p:cNvSpPr/>
            <p:nvPr/>
          </p:nvSpPr>
          <p:spPr bwMode="auto">
            <a:xfrm>
              <a:off x="2506663" y="2032001"/>
              <a:ext cx="14288" cy="169863"/>
            </a:xfrm>
            <a:custGeom>
              <a:avLst/>
              <a:gdLst>
                <a:gd name="T0" fmla="*/ 0 w 9"/>
                <a:gd name="T1" fmla="*/ 0 h 107"/>
                <a:gd name="T2" fmla="*/ 0 w 9"/>
                <a:gd name="T3" fmla="*/ 2 h 107"/>
                <a:gd name="T4" fmla="*/ 0 w 9"/>
                <a:gd name="T5" fmla="*/ 2 h 107"/>
                <a:gd name="T6" fmla="*/ 0 w 9"/>
                <a:gd name="T7" fmla="*/ 2 h 107"/>
                <a:gd name="T8" fmla="*/ 1 w 9"/>
                <a:gd name="T9" fmla="*/ 6 h 107"/>
                <a:gd name="T10" fmla="*/ 1 w 9"/>
                <a:gd name="T11" fmla="*/ 7 h 107"/>
                <a:gd name="T12" fmla="*/ 1 w 9"/>
                <a:gd name="T13" fmla="*/ 2 h 107"/>
                <a:gd name="T14" fmla="*/ 1 w 9"/>
                <a:gd name="T15" fmla="*/ 5 h 107"/>
                <a:gd name="T16" fmla="*/ 1 w 9"/>
                <a:gd name="T17" fmla="*/ 13 h 107"/>
                <a:gd name="T18" fmla="*/ 2 w 9"/>
                <a:gd name="T19" fmla="*/ 15 h 107"/>
                <a:gd name="T20" fmla="*/ 2 w 9"/>
                <a:gd name="T21" fmla="*/ 15 h 107"/>
                <a:gd name="T22" fmla="*/ 2 w 9"/>
                <a:gd name="T23" fmla="*/ 19 h 107"/>
                <a:gd name="T24" fmla="*/ 2 w 9"/>
                <a:gd name="T25" fmla="*/ 24 h 107"/>
                <a:gd name="T26" fmla="*/ 2 w 9"/>
                <a:gd name="T27" fmla="*/ 28 h 107"/>
                <a:gd name="T28" fmla="*/ 2 w 9"/>
                <a:gd name="T29" fmla="*/ 34 h 107"/>
                <a:gd name="T30" fmla="*/ 3 w 9"/>
                <a:gd name="T31" fmla="*/ 41 h 107"/>
                <a:gd name="T32" fmla="*/ 3 w 9"/>
                <a:gd name="T33" fmla="*/ 42 h 107"/>
                <a:gd name="T34" fmla="*/ 3 w 9"/>
                <a:gd name="T35" fmla="*/ 41 h 107"/>
                <a:gd name="T36" fmla="*/ 3 w 9"/>
                <a:gd name="T37" fmla="*/ 47 h 107"/>
                <a:gd name="T38" fmla="*/ 3 w 9"/>
                <a:gd name="T39" fmla="*/ 54 h 107"/>
                <a:gd name="T40" fmla="*/ 4 w 9"/>
                <a:gd name="T41" fmla="*/ 53 h 107"/>
                <a:gd name="T42" fmla="*/ 4 w 9"/>
                <a:gd name="T43" fmla="*/ 52 h 107"/>
                <a:gd name="T44" fmla="*/ 4 w 9"/>
                <a:gd name="T45" fmla="*/ 58 h 107"/>
                <a:gd name="T46" fmla="*/ 4 w 9"/>
                <a:gd name="T47" fmla="*/ 62 h 107"/>
                <a:gd name="T48" fmla="*/ 4 w 9"/>
                <a:gd name="T49" fmla="*/ 61 h 107"/>
                <a:gd name="T50" fmla="*/ 4 w 9"/>
                <a:gd name="T51" fmla="*/ 64 h 107"/>
                <a:gd name="T52" fmla="*/ 4 w 9"/>
                <a:gd name="T53" fmla="*/ 72 h 107"/>
                <a:gd name="T54" fmla="*/ 5 w 9"/>
                <a:gd name="T55" fmla="*/ 79 h 107"/>
                <a:gd name="T56" fmla="*/ 5 w 9"/>
                <a:gd name="T57" fmla="*/ 84 h 107"/>
                <a:gd name="T58" fmla="*/ 5 w 9"/>
                <a:gd name="T59" fmla="*/ 88 h 107"/>
                <a:gd name="T60" fmla="*/ 5 w 9"/>
                <a:gd name="T61" fmla="*/ 93 h 107"/>
                <a:gd name="T62" fmla="*/ 5 w 9"/>
                <a:gd name="T63" fmla="*/ 98 h 107"/>
                <a:gd name="T64" fmla="*/ 5 w 9"/>
                <a:gd name="T65" fmla="*/ 102 h 107"/>
                <a:gd name="T66" fmla="*/ 5 w 9"/>
                <a:gd name="T67" fmla="*/ 105 h 107"/>
                <a:gd name="T68" fmla="*/ 6 w 9"/>
                <a:gd name="T69" fmla="*/ 107 h 107"/>
                <a:gd name="T70" fmla="*/ 6 w 9"/>
                <a:gd name="T71" fmla="*/ 106 h 107"/>
                <a:gd name="T72" fmla="*/ 6 w 9"/>
                <a:gd name="T73" fmla="*/ 102 h 107"/>
                <a:gd name="T74" fmla="*/ 6 w 9"/>
                <a:gd name="T75" fmla="*/ 98 h 107"/>
                <a:gd name="T76" fmla="*/ 7 w 9"/>
                <a:gd name="T77" fmla="*/ 98 h 107"/>
                <a:gd name="T78" fmla="*/ 7 w 9"/>
                <a:gd name="T79" fmla="*/ 99 h 107"/>
                <a:gd name="T80" fmla="*/ 7 w 9"/>
                <a:gd name="T81" fmla="*/ 95 h 107"/>
                <a:gd name="T82" fmla="*/ 7 w 9"/>
                <a:gd name="T83" fmla="*/ 88 h 107"/>
                <a:gd name="T84" fmla="*/ 7 w 9"/>
                <a:gd name="T85" fmla="*/ 84 h 107"/>
                <a:gd name="T86" fmla="*/ 7 w 9"/>
                <a:gd name="T87" fmla="*/ 86 h 107"/>
                <a:gd name="T88" fmla="*/ 7 w 9"/>
                <a:gd name="T89" fmla="*/ 88 h 107"/>
                <a:gd name="T90" fmla="*/ 8 w 9"/>
                <a:gd name="T91" fmla="*/ 88 h 107"/>
                <a:gd name="T92" fmla="*/ 8 w 9"/>
                <a:gd name="T93" fmla="*/ 93 h 107"/>
                <a:gd name="T94" fmla="*/ 8 w 9"/>
                <a:gd name="T95" fmla="*/ 94 h 107"/>
                <a:gd name="T96" fmla="*/ 8 w 9"/>
                <a:gd name="T97" fmla="*/ 90 h 107"/>
                <a:gd name="T98" fmla="*/ 8 w 9"/>
                <a:gd name="T99" fmla="*/ 89 h 107"/>
                <a:gd name="T100" fmla="*/ 9 w 9"/>
                <a:gd name="T101" fmla="*/ 94 h 107"/>
                <a:gd name="T102" fmla="*/ 9 w 9"/>
                <a:gd name="T103" fmla="*/ 9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07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2"/>
                  </a:lnTo>
                  <a:lnTo>
                    <a:pt x="1" y="5"/>
                  </a:lnTo>
                  <a:lnTo>
                    <a:pt x="1" y="13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2" y="19"/>
                  </a:lnTo>
                  <a:lnTo>
                    <a:pt x="2" y="24"/>
                  </a:lnTo>
                  <a:lnTo>
                    <a:pt x="2" y="28"/>
                  </a:lnTo>
                  <a:lnTo>
                    <a:pt x="2" y="34"/>
                  </a:lnTo>
                  <a:lnTo>
                    <a:pt x="3" y="41"/>
                  </a:lnTo>
                  <a:lnTo>
                    <a:pt x="3" y="42"/>
                  </a:lnTo>
                  <a:lnTo>
                    <a:pt x="3" y="41"/>
                  </a:lnTo>
                  <a:lnTo>
                    <a:pt x="3" y="47"/>
                  </a:lnTo>
                  <a:lnTo>
                    <a:pt x="3" y="54"/>
                  </a:lnTo>
                  <a:lnTo>
                    <a:pt x="4" y="53"/>
                  </a:lnTo>
                  <a:lnTo>
                    <a:pt x="4" y="52"/>
                  </a:lnTo>
                  <a:lnTo>
                    <a:pt x="4" y="58"/>
                  </a:lnTo>
                  <a:lnTo>
                    <a:pt x="4" y="62"/>
                  </a:lnTo>
                  <a:lnTo>
                    <a:pt x="4" y="61"/>
                  </a:lnTo>
                  <a:lnTo>
                    <a:pt x="4" y="64"/>
                  </a:lnTo>
                  <a:lnTo>
                    <a:pt x="4" y="72"/>
                  </a:lnTo>
                  <a:lnTo>
                    <a:pt x="5" y="79"/>
                  </a:lnTo>
                  <a:lnTo>
                    <a:pt x="5" y="84"/>
                  </a:lnTo>
                  <a:lnTo>
                    <a:pt x="5" y="88"/>
                  </a:lnTo>
                  <a:lnTo>
                    <a:pt x="5" y="93"/>
                  </a:lnTo>
                  <a:lnTo>
                    <a:pt x="5" y="98"/>
                  </a:lnTo>
                  <a:lnTo>
                    <a:pt x="5" y="102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6" y="106"/>
                  </a:lnTo>
                  <a:lnTo>
                    <a:pt x="6" y="102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7" y="99"/>
                  </a:lnTo>
                  <a:lnTo>
                    <a:pt x="7" y="95"/>
                  </a:lnTo>
                  <a:lnTo>
                    <a:pt x="7" y="88"/>
                  </a:lnTo>
                  <a:lnTo>
                    <a:pt x="7" y="84"/>
                  </a:lnTo>
                  <a:lnTo>
                    <a:pt x="7" y="86"/>
                  </a:lnTo>
                  <a:lnTo>
                    <a:pt x="7" y="88"/>
                  </a:lnTo>
                  <a:lnTo>
                    <a:pt x="8" y="88"/>
                  </a:lnTo>
                  <a:lnTo>
                    <a:pt x="8" y="93"/>
                  </a:lnTo>
                  <a:lnTo>
                    <a:pt x="8" y="94"/>
                  </a:lnTo>
                  <a:lnTo>
                    <a:pt x="8" y="90"/>
                  </a:lnTo>
                  <a:lnTo>
                    <a:pt x="8" y="89"/>
                  </a:lnTo>
                  <a:lnTo>
                    <a:pt x="9" y="94"/>
                  </a:lnTo>
                  <a:lnTo>
                    <a:pt x="9" y="9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19" name="Freeform 663"/>
            <p:cNvSpPr/>
            <p:nvPr/>
          </p:nvSpPr>
          <p:spPr bwMode="auto">
            <a:xfrm>
              <a:off x="2520950" y="1939926"/>
              <a:ext cx="12700" cy="241300"/>
            </a:xfrm>
            <a:custGeom>
              <a:avLst/>
              <a:gdLst>
                <a:gd name="T0" fmla="*/ 0 w 8"/>
                <a:gd name="T1" fmla="*/ 152 h 152"/>
                <a:gd name="T2" fmla="*/ 0 w 8"/>
                <a:gd name="T3" fmla="*/ 151 h 152"/>
                <a:gd name="T4" fmla="*/ 0 w 8"/>
                <a:gd name="T5" fmla="*/ 148 h 152"/>
                <a:gd name="T6" fmla="*/ 0 w 8"/>
                <a:gd name="T7" fmla="*/ 149 h 152"/>
                <a:gd name="T8" fmla="*/ 0 w 8"/>
                <a:gd name="T9" fmla="*/ 147 h 152"/>
                <a:gd name="T10" fmla="*/ 0 w 8"/>
                <a:gd name="T11" fmla="*/ 139 h 152"/>
                <a:gd name="T12" fmla="*/ 0 w 8"/>
                <a:gd name="T13" fmla="*/ 133 h 152"/>
                <a:gd name="T14" fmla="*/ 1 w 8"/>
                <a:gd name="T15" fmla="*/ 135 h 152"/>
                <a:gd name="T16" fmla="*/ 1 w 8"/>
                <a:gd name="T17" fmla="*/ 136 h 152"/>
                <a:gd name="T18" fmla="*/ 1 w 8"/>
                <a:gd name="T19" fmla="*/ 127 h 152"/>
                <a:gd name="T20" fmla="*/ 1 w 8"/>
                <a:gd name="T21" fmla="*/ 115 h 152"/>
                <a:gd name="T22" fmla="*/ 1 w 8"/>
                <a:gd name="T23" fmla="*/ 107 h 152"/>
                <a:gd name="T24" fmla="*/ 1 w 8"/>
                <a:gd name="T25" fmla="*/ 101 h 152"/>
                <a:gd name="T26" fmla="*/ 1 w 8"/>
                <a:gd name="T27" fmla="*/ 97 h 152"/>
                <a:gd name="T28" fmla="*/ 2 w 8"/>
                <a:gd name="T29" fmla="*/ 93 h 152"/>
                <a:gd name="T30" fmla="*/ 2 w 8"/>
                <a:gd name="T31" fmla="*/ 91 h 152"/>
                <a:gd name="T32" fmla="*/ 2 w 8"/>
                <a:gd name="T33" fmla="*/ 85 h 152"/>
                <a:gd name="T34" fmla="*/ 2 w 8"/>
                <a:gd name="T35" fmla="*/ 79 h 152"/>
                <a:gd name="T36" fmla="*/ 3 w 8"/>
                <a:gd name="T37" fmla="*/ 80 h 152"/>
                <a:gd name="T38" fmla="*/ 3 w 8"/>
                <a:gd name="T39" fmla="*/ 80 h 152"/>
                <a:gd name="T40" fmla="*/ 3 w 8"/>
                <a:gd name="T41" fmla="*/ 75 h 152"/>
                <a:gd name="T42" fmla="*/ 3 w 8"/>
                <a:gd name="T43" fmla="*/ 72 h 152"/>
                <a:gd name="T44" fmla="*/ 3 w 8"/>
                <a:gd name="T45" fmla="*/ 70 h 152"/>
                <a:gd name="T46" fmla="*/ 3 w 8"/>
                <a:gd name="T47" fmla="*/ 60 h 152"/>
                <a:gd name="T48" fmla="*/ 3 w 8"/>
                <a:gd name="T49" fmla="*/ 53 h 152"/>
                <a:gd name="T50" fmla="*/ 4 w 8"/>
                <a:gd name="T51" fmla="*/ 53 h 152"/>
                <a:gd name="T52" fmla="*/ 4 w 8"/>
                <a:gd name="T53" fmla="*/ 52 h 152"/>
                <a:gd name="T54" fmla="*/ 4 w 8"/>
                <a:gd name="T55" fmla="*/ 47 h 152"/>
                <a:gd name="T56" fmla="*/ 4 w 8"/>
                <a:gd name="T57" fmla="*/ 43 h 152"/>
                <a:gd name="T58" fmla="*/ 4 w 8"/>
                <a:gd name="T59" fmla="*/ 38 h 152"/>
                <a:gd name="T60" fmla="*/ 5 w 8"/>
                <a:gd name="T61" fmla="*/ 30 h 152"/>
                <a:gd name="T62" fmla="*/ 5 w 8"/>
                <a:gd name="T63" fmla="*/ 25 h 152"/>
                <a:gd name="T64" fmla="*/ 5 w 8"/>
                <a:gd name="T65" fmla="*/ 24 h 152"/>
                <a:gd name="T66" fmla="*/ 5 w 8"/>
                <a:gd name="T67" fmla="*/ 21 h 152"/>
                <a:gd name="T68" fmla="*/ 5 w 8"/>
                <a:gd name="T69" fmla="*/ 12 h 152"/>
                <a:gd name="T70" fmla="*/ 5 w 8"/>
                <a:gd name="T71" fmla="*/ 5 h 152"/>
                <a:gd name="T72" fmla="*/ 5 w 8"/>
                <a:gd name="T73" fmla="*/ 4 h 152"/>
                <a:gd name="T74" fmla="*/ 6 w 8"/>
                <a:gd name="T75" fmla="*/ 3 h 152"/>
                <a:gd name="T76" fmla="*/ 6 w 8"/>
                <a:gd name="T77" fmla="*/ 0 h 152"/>
                <a:gd name="T78" fmla="*/ 6 w 8"/>
                <a:gd name="T79" fmla="*/ 1 h 152"/>
                <a:gd name="T80" fmla="*/ 6 w 8"/>
                <a:gd name="T81" fmla="*/ 3 h 152"/>
                <a:gd name="T82" fmla="*/ 6 w 8"/>
                <a:gd name="T83" fmla="*/ 3 h 152"/>
                <a:gd name="T84" fmla="*/ 6 w 8"/>
                <a:gd name="T85" fmla="*/ 4 h 152"/>
                <a:gd name="T86" fmla="*/ 7 w 8"/>
                <a:gd name="T87" fmla="*/ 10 h 152"/>
                <a:gd name="T88" fmla="*/ 7 w 8"/>
                <a:gd name="T89" fmla="*/ 14 h 152"/>
                <a:gd name="T90" fmla="*/ 7 w 8"/>
                <a:gd name="T91" fmla="*/ 13 h 152"/>
                <a:gd name="T92" fmla="*/ 7 w 8"/>
                <a:gd name="T93" fmla="*/ 13 h 152"/>
                <a:gd name="T94" fmla="*/ 7 w 8"/>
                <a:gd name="T95" fmla="*/ 17 h 152"/>
                <a:gd name="T96" fmla="*/ 8 w 8"/>
                <a:gd name="T97" fmla="*/ 21 h 152"/>
                <a:gd name="T98" fmla="*/ 8 w 8"/>
                <a:gd name="T99" fmla="*/ 23 h 152"/>
                <a:gd name="T100" fmla="*/ 8 w 8"/>
                <a:gd name="T101" fmla="*/ 25 h 152"/>
                <a:gd name="T102" fmla="*/ 8 w 8"/>
                <a:gd name="T103" fmla="*/ 26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52">
                  <a:moveTo>
                    <a:pt x="0" y="152"/>
                  </a:moveTo>
                  <a:lnTo>
                    <a:pt x="0" y="151"/>
                  </a:lnTo>
                  <a:lnTo>
                    <a:pt x="0" y="148"/>
                  </a:lnTo>
                  <a:lnTo>
                    <a:pt x="0" y="149"/>
                  </a:lnTo>
                  <a:lnTo>
                    <a:pt x="0" y="147"/>
                  </a:lnTo>
                  <a:lnTo>
                    <a:pt x="0" y="139"/>
                  </a:lnTo>
                  <a:lnTo>
                    <a:pt x="0" y="133"/>
                  </a:lnTo>
                  <a:lnTo>
                    <a:pt x="1" y="135"/>
                  </a:lnTo>
                  <a:lnTo>
                    <a:pt x="1" y="136"/>
                  </a:lnTo>
                  <a:lnTo>
                    <a:pt x="1" y="127"/>
                  </a:lnTo>
                  <a:lnTo>
                    <a:pt x="1" y="115"/>
                  </a:lnTo>
                  <a:lnTo>
                    <a:pt x="1" y="107"/>
                  </a:lnTo>
                  <a:lnTo>
                    <a:pt x="1" y="101"/>
                  </a:lnTo>
                  <a:lnTo>
                    <a:pt x="1" y="97"/>
                  </a:lnTo>
                  <a:lnTo>
                    <a:pt x="2" y="93"/>
                  </a:lnTo>
                  <a:lnTo>
                    <a:pt x="2" y="91"/>
                  </a:lnTo>
                  <a:lnTo>
                    <a:pt x="2" y="85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3" y="80"/>
                  </a:lnTo>
                  <a:lnTo>
                    <a:pt x="3" y="75"/>
                  </a:lnTo>
                  <a:lnTo>
                    <a:pt x="3" y="72"/>
                  </a:lnTo>
                  <a:lnTo>
                    <a:pt x="3" y="70"/>
                  </a:lnTo>
                  <a:lnTo>
                    <a:pt x="3" y="60"/>
                  </a:lnTo>
                  <a:lnTo>
                    <a:pt x="3" y="53"/>
                  </a:lnTo>
                  <a:lnTo>
                    <a:pt x="4" y="53"/>
                  </a:lnTo>
                  <a:lnTo>
                    <a:pt x="4" y="52"/>
                  </a:lnTo>
                  <a:lnTo>
                    <a:pt x="4" y="47"/>
                  </a:lnTo>
                  <a:lnTo>
                    <a:pt x="4" y="43"/>
                  </a:lnTo>
                  <a:lnTo>
                    <a:pt x="4" y="38"/>
                  </a:lnTo>
                  <a:lnTo>
                    <a:pt x="5" y="30"/>
                  </a:lnTo>
                  <a:lnTo>
                    <a:pt x="5" y="25"/>
                  </a:lnTo>
                  <a:lnTo>
                    <a:pt x="5" y="24"/>
                  </a:lnTo>
                  <a:lnTo>
                    <a:pt x="5" y="21"/>
                  </a:lnTo>
                  <a:lnTo>
                    <a:pt x="5" y="12"/>
                  </a:lnTo>
                  <a:lnTo>
                    <a:pt x="5" y="5"/>
                  </a:lnTo>
                  <a:lnTo>
                    <a:pt x="5" y="4"/>
                  </a:lnTo>
                  <a:lnTo>
                    <a:pt x="6" y="3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4"/>
                  </a:lnTo>
                  <a:lnTo>
                    <a:pt x="7" y="10"/>
                  </a:lnTo>
                  <a:lnTo>
                    <a:pt x="7" y="14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7" y="17"/>
                  </a:lnTo>
                  <a:lnTo>
                    <a:pt x="8" y="21"/>
                  </a:lnTo>
                  <a:lnTo>
                    <a:pt x="8" y="23"/>
                  </a:lnTo>
                  <a:lnTo>
                    <a:pt x="8" y="25"/>
                  </a:lnTo>
                  <a:lnTo>
                    <a:pt x="8" y="2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20" name="Freeform 664"/>
            <p:cNvSpPr/>
            <p:nvPr/>
          </p:nvSpPr>
          <p:spPr bwMode="auto">
            <a:xfrm>
              <a:off x="2533650" y="1924051"/>
              <a:ext cx="12700" cy="85725"/>
            </a:xfrm>
            <a:custGeom>
              <a:avLst/>
              <a:gdLst>
                <a:gd name="T0" fmla="*/ 0 w 8"/>
                <a:gd name="T1" fmla="*/ 35 h 54"/>
                <a:gd name="T2" fmla="*/ 0 w 8"/>
                <a:gd name="T3" fmla="*/ 36 h 54"/>
                <a:gd name="T4" fmla="*/ 0 w 8"/>
                <a:gd name="T5" fmla="*/ 36 h 54"/>
                <a:gd name="T6" fmla="*/ 0 w 8"/>
                <a:gd name="T7" fmla="*/ 38 h 54"/>
                <a:gd name="T8" fmla="*/ 0 w 8"/>
                <a:gd name="T9" fmla="*/ 42 h 54"/>
                <a:gd name="T10" fmla="*/ 1 w 8"/>
                <a:gd name="T11" fmla="*/ 44 h 54"/>
                <a:gd name="T12" fmla="*/ 1 w 8"/>
                <a:gd name="T13" fmla="*/ 41 h 54"/>
                <a:gd name="T14" fmla="*/ 1 w 8"/>
                <a:gd name="T15" fmla="*/ 39 h 54"/>
                <a:gd name="T16" fmla="*/ 1 w 8"/>
                <a:gd name="T17" fmla="*/ 39 h 54"/>
                <a:gd name="T18" fmla="*/ 1 w 8"/>
                <a:gd name="T19" fmla="*/ 37 h 54"/>
                <a:gd name="T20" fmla="*/ 2 w 8"/>
                <a:gd name="T21" fmla="*/ 33 h 54"/>
                <a:gd name="T22" fmla="*/ 2 w 8"/>
                <a:gd name="T23" fmla="*/ 31 h 54"/>
                <a:gd name="T24" fmla="*/ 2 w 8"/>
                <a:gd name="T25" fmla="*/ 29 h 54"/>
                <a:gd name="T26" fmla="*/ 2 w 8"/>
                <a:gd name="T27" fmla="*/ 24 h 54"/>
                <a:gd name="T28" fmla="*/ 2 w 8"/>
                <a:gd name="T29" fmla="*/ 21 h 54"/>
                <a:gd name="T30" fmla="*/ 2 w 8"/>
                <a:gd name="T31" fmla="*/ 19 h 54"/>
                <a:gd name="T32" fmla="*/ 3 w 8"/>
                <a:gd name="T33" fmla="*/ 21 h 54"/>
                <a:gd name="T34" fmla="*/ 3 w 8"/>
                <a:gd name="T35" fmla="*/ 23 h 54"/>
                <a:gd name="T36" fmla="*/ 3 w 8"/>
                <a:gd name="T37" fmla="*/ 20 h 54"/>
                <a:gd name="T38" fmla="*/ 3 w 8"/>
                <a:gd name="T39" fmla="*/ 18 h 54"/>
                <a:gd name="T40" fmla="*/ 3 w 8"/>
                <a:gd name="T41" fmla="*/ 15 h 54"/>
                <a:gd name="T42" fmla="*/ 3 w 8"/>
                <a:gd name="T43" fmla="*/ 14 h 54"/>
                <a:gd name="T44" fmla="*/ 3 w 8"/>
                <a:gd name="T45" fmla="*/ 14 h 54"/>
                <a:gd name="T46" fmla="*/ 4 w 8"/>
                <a:gd name="T47" fmla="*/ 13 h 54"/>
                <a:gd name="T48" fmla="*/ 4 w 8"/>
                <a:gd name="T49" fmla="*/ 10 h 54"/>
                <a:gd name="T50" fmla="*/ 4 w 8"/>
                <a:gd name="T51" fmla="*/ 7 h 54"/>
                <a:gd name="T52" fmla="*/ 4 w 8"/>
                <a:gd name="T53" fmla="*/ 4 h 54"/>
                <a:gd name="T54" fmla="*/ 4 w 8"/>
                <a:gd name="T55" fmla="*/ 0 h 54"/>
                <a:gd name="T56" fmla="*/ 5 w 8"/>
                <a:gd name="T57" fmla="*/ 0 h 54"/>
                <a:gd name="T58" fmla="*/ 5 w 8"/>
                <a:gd name="T59" fmla="*/ 3 h 54"/>
                <a:gd name="T60" fmla="*/ 5 w 8"/>
                <a:gd name="T61" fmla="*/ 7 h 54"/>
                <a:gd name="T62" fmla="*/ 5 w 8"/>
                <a:gd name="T63" fmla="*/ 9 h 54"/>
                <a:gd name="T64" fmla="*/ 5 w 8"/>
                <a:gd name="T65" fmla="*/ 10 h 54"/>
                <a:gd name="T66" fmla="*/ 5 w 8"/>
                <a:gd name="T67" fmla="*/ 12 h 54"/>
                <a:gd name="T68" fmla="*/ 5 w 8"/>
                <a:gd name="T69" fmla="*/ 18 h 54"/>
                <a:gd name="T70" fmla="*/ 6 w 8"/>
                <a:gd name="T71" fmla="*/ 29 h 54"/>
                <a:gd name="T72" fmla="*/ 6 w 8"/>
                <a:gd name="T73" fmla="*/ 38 h 54"/>
                <a:gd name="T74" fmla="*/ 6 w 8"/>
                <a:gd name="T75" fmla="*/ 38 h 54"/>
                <a:gd name="T76" fmla="*/ 6 w 8"/>
                <a:gd name="T77" fmla="*/ 39 h 54"/>
                <a:gd name="T78" fmla="*/ 7 w 8"/>
                <a:gd name="T79" fmla="*/ 44 h 54"/>
                <a:gd name="T80" fmla="*/ 7 w 8"/>
                <a:gd name="T81" fmla="*/ 48 h 54"/>
                <a:gd name="T82" fmla="*/ 7 w 8"/>
                <a:gd name="T83" fmla="*/ 50 h 54"/>
                <a:gd name="T84" fmla="*/ 7 w 8"/>
                <a:gd name="T85" fmla="*/ 53 h 54"/>
                <a:gd name="T86" fmla="*/ 7 w 8"/>
                <a:gd name="T87" fmla="*/ 54 h 54"/>
                <a:gd name="T88" fmla="*/ 7 w 8"/>
                <a:gd name="T89" fmla="*/ 50 h 54"/>
                <a:gd name="T90" fmla="*/ 7 w 8"/>
                <a:gd name="T91" fmla="*/ 48 h 54"/>
                <a:gd name="T92" fmla="*/ 8 w 8"/>
                <a:gd name="T93" fmla="*/ 49 h 54"/>
                <a:gd name="T94" fmla="*/ 8 w 8"/>
                <a:gd name="T95" fmla="*/ 50 h 54"/>
                <a:gd name="T96" fmla="*/ 8 w 8"/>
                <a:gd name="T97" fmla="*/ 51 h 54"/>
                <a:gd name="T98" fmla="*/ 8 w 8"/>
                <a:gd name="T99" fmla="*/ 52 h 54"/>
                <a:gd name="T100" fmla="*/ 8 w 8"/>
                <a:gd name="T101" fmla="*/ 50 h 54"/>
                <a:gd name="T102" fmla="*/ 8 w 8"/>
                <a:gd name="T103" fmla="*/ 4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54">
                  <a:moveTo>
                    <a:pt x="0" y="35"/>
                  </a:moveTo>
                  <a:lnTo>
                    <a:pt x="0" y="36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1" y="44"/>
                  </a:lnTo>
                  <a:lnTo>
                    <a:pt x="1" y="41"/>
                  </a:lnTo>
                  <a:lnTo>
                    <a:pt x="1" y="39"/>
                  </a:lnTo>
                  <a:lnTo>
                    <a:pt x="1" y="39"/>
                  </a:lnTo>
                  <a:lnTo>
                    <a:pt x="1" y="37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2" y="24"/>
                  </a:lnTo>
                  <a:lnTo>
                    <a:pt x="2" y="21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3" y="20"/>
                  </a:lnTo>
                  <a:lnTo>
                    <a:pt x="3" y="18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4" y="13"/>
                  </a:lnTo>
                  <a:lnTo>
                    <a:pt x="4" y="10"/>
                  </a:lnTo>
                  <a:lnTo>
                    <a:pt x="4" y="7"/>
                  </a:lnTo>
                  <a:lnTo>
                    <a:pt x="4" y="4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5" y="18"/>
                  </a:lnTo>
                  <a:lnTo>
                    <a:pt x="6" y="29"/>
                  </a:lnTo>
                  <a:lnTo>
                    <a:pt x="6" y="38"/>
                  </a:lnTo>
                  <a:lnTo>
                    <a:pt x="6" y="38"/>
                  </a:lnTo>
                  <a:lnTo>
                    <a:pt x="6" y="39"/>
                  </a:lnTo>
                  <a:lnTo>
                    <a:pt x="7" y="44"/>
                  </a:lnTo>
                  <a:lnTo>
                    <a:pt x="7" y="48"/>
                  </a:lnTo>
                  <a:lnTo>
                    <a:pt x="7" y="50"/>
                  </a:lnTo>
                  <a:lnTo>
                    <a:pt x="7" y="53"/>
                  </a:lnTo>
                  <a:lnTo>
                    <a:pt x="7" y="54"/>
                  </a:lnTo>
                  <a:lnTo>
                    <a:pt x="7" y="50"/>
                  </a:lnTo>
                  <a:lnTo>
                    <a:pt x="7" y="48"/>
                  </a:lnTo>
                  <a:lnTo>
                    <a:pt x="8" y="49"/>
                  </a:lnTo>
                  <a:lnTo>
                    <a:pt x="8" y="50"/>
                  </a:lnTo>
                  <a:lnTo>
                    <a:pt x="8" y="51"/>
                  </a:lnTo>
                  <a:lnTo>
                    <a:pt x="8" y="52"/>
                  </a:lnTo>
                  <a:lnTo>
                    <a:pt x="8" y="50"/>
                  </a:lnTo>
                  <a:lnTo>
                    <a:pt x="8" y="4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21" name="Freeform 665"/>
            <p:cNvSpPr/>
            <p:nvPr/>
          </p:nvSpPr>
          <p:spPr bwMode="auto">
            <a:xfrm>
              <a:off x="2546350" y="1893889"/>
              <a:ext cx="14288" cy="111125"/>
            </a:xfrm>
            <a:custGeom>
              <a:avLst/>
              <a:gdLst>
                <a:gd name="T0" fmla="*/ 0 w 9"/>
                <a:gd name="T1" fmla="*/ 69 h 70"/>
                <a:gd name="T2" fmla="*/ 0 w 9"/>
                <a:gd name="T3" fmla="*/ 66 h 70"/>
                <a:gd name="T4" fmla="*/ 0 w 9"/>
                <a:gd name="T5" fmla="*/ 65 h 70"/>
                <a:gd name="T6" fmla="*/ 1 w 9"/>
                <a:gd name="T7" fmla="*/ 69 h 70"/>
                <a:gd name="T8" fmla="*/ 1 w 9"/>
                <a:gd name="T9" fmla="*/ 70 h 70"/>
                <a:gd name="T10" fmla="*/ 1 w 9"/>
                <a:gd name="T11" fmla="*/ 69 h 70"/>
                <a:gd name="T12" fmla="*/ 1 w 9"/>
                <a:gd name="T13" fmla="*/ 68 h 70"/>
                <a:gd name="T14" fmla="*/ 1 w 9"/>
                <a:gd name="T15" fmla="*/ 66 h 70"/>
                <a:gd name="T16" fmla="*/ 2 w 9"/>
                <a:gd name="T17" fmla="*/ 63 h 70"/>
                <a:gd name="T18" fmla="*/ 2 w 9"/>
                <a:gd name="T19" fmla="*/ 60 h 70"/>
                <a:gd name="T20" fmla="*/ 2 w 9"/>
                <a:gd name="T21" fmla="*/ 59 h 70"/>
                <a:gd name="T22" fmla="*/ 2 w 9"/>
                <a:gd name="T23" fmla="*/ 55 h 70"/>
                <a:gd name="T24" fmla="*/ 2 w 9"/>
                <a:gd name="T25" fmla="*/ 48 h 70"/>
                <a:gd name="T26" fmla="*/ 2 w 9"/>
                <a:gd name="T27" fmla="*/ 42 h 70"/>
                <a:gd name="T28" fmla="*/ 2 w 9"/>
                <a:gd name="T29" fmla="*/ 38 h 70"/>
                <a:gd name="T30" fmla="*/ 3 w 9"/>
                <a:gd name="T31" fmla="*/ 32 h 70"/>
                <a:gd name="T32" fmla="*/ 3 w 9"/>
                <a:gd name="T33" fmla="*/ 24 h 70"/>
                <a:gd name="T34" fmla="*/ 3 w 9"/>
                <a:gd name="T35" fmla="*/ 19 h 70"/>
                <a:gd name="T36" fmla="*/ 3 w 9"/>
                <a:gd name="T37" fmla="*/ 19 h 70"/>
                <a:gd name="T38" fmla="*/ 4 w 9"/>
                <a:gd name="T39" fmla="*/ 16 h 70"/>
                <a:gd name="T40" fmla="*/ 4 w 9"/>
                <a:gd name="T41" fmla="*/ 12 h 70"/>
                <a:gd name="T42" fmla="*/ 4 w 9"/>
                <a:gd name="T43" fmla="*/ 10 h 70"/>
                <a:gd name="T44" fmla="*/ 4 w 9"/>
                <a:gd name="T45" fmla="*/ 8 h 70"/>
                <a:gd name="T46" fmla="*/ 4 w 9"/>
                <a:gd name="T47" fmla="*/ 5 h 70"/>
                <a:gd name="T48" fmla="*/ 4 w 9"/>
                <a:gd name="T49" fmla="*/ 5 h 70"/>
                <a:gd name="T50" fmla="*/ 4 w 9"/>
                <a:gd name="T51" fmla="*/ 6 h 70"/>
                <a:gd name="T52" fmla="*/ 5 w 9"/>
                <a:gd name="T53" fmla="*/ 5 h 70"/>
                <a:gd name="T54" fmla="*/ 5 w 9"/>
                <a:gd name="T55" fmla="*/ 1 h 70"/>
                <a:gd name="T56" fmla="*/ 5 w 9"/>
                <a:gd name="T57" fmla="*/ 1 h 70"/>
                <a:gd name="T58" fmla="*/ 5 w 9"/>
                <a:gd name="T59" fmla="*/ 2 h 70"/>
                <a:gd name="T60" fmla="*/ 5 w 9"/>
                <a:gd name="T61" fmla="*/ 1 h 70"/>
                <a:gd name="T62" fmla="*/ 5 w 9"/>
                <a:gd name="T63" fmla="*/ 0 h 70"/>
                <a:gd name="T64" fmla="*/ 5 w 9"/>
                <a:gd name="T65" fmla="*/ 2 h 70"/>
                <a:gd name="T66" fmla="*/ 6 w 9"/>
                <a:gd name="T67" fmla="*/ 4 h 70"/>
                <a:gd name="T68" fmla="*/ 6 w 9"/>
                <a:gd name="T69" fmla="*/ 4 h 70"/>
                <a:gd name="T70" fmla="*/ 6 w 9"/>
                <a:gd name="T71" fmla="*/ 3 h 70"/>
                <a:gd name="T72" fmla="*/ 6 w 9"/>
                <a:gd name="T73" fmla="*/ 3 h 70"/>
                <a:gd name="T74" fmla="*/ 6 w 9"/>
                <a:gd name="T75" fmla="*/ 6 h 70"/>
                <a:gd name="T76" fmla="*/ 7 w 9"/>
                <a:gd name="T77" fmla="*/ 8 h 70"/>
                <a:gd name="T78" fmla="*/ 7 w 9"/>
                <a:gd name="T79" fmla="*/ 9 h 70"/>
                <a:gd name="T80" fmla="*/ 7 w 9"/>
                <a:gd name="T81" fmla="*/ 11 h 70"/>
                <a:gd name="T82" fmla="*/ 7 w 9"/>
                <a:gd name="T83" fmla="*/ 12 h 70"/>
                <a:gd name="T84" fmla="*/ 7 w 9"/>
                <a:gd name="T85" fmla="*/ 13 h 70"/>
                <a:gd name="T86" fmla="*/ 7 w 9"/>
                <a:gd name="T87" fmla="*/ 16 h 70"/>
                <a:gd name="T88" fmla="*/ 8 w 9"/>
                <a:gd name="T89" fmla="*/ 22 h 70"/>
                <a:gd name="T90" fmla="*/ 8 w 9"/>
                <a:gd name="T91" fmla="*/ 26 h 70"/>
                <a:gd name="T92" fmla="*/ 8 w 9"/>
                <a:gd name="T93" fmla="*/ 30 h 70"/>
                <a:gd name="T94" fmla="*/ 8 w 9"/>
                <a:gd name="T95" fmla="*/ 30 h 70"/>
                <a:gd name="T96" fmla="*/ 8 w 9"/>
                <a:gd name="T97" fmla="*/ 31 h 70"/>
                <a:gd name="T98" fmla="*/ 9 w 9"/>
                <a:gd name="T99" fmla="*/ 36 h 70"/>
                <a:gd name="T100" fmla="*/ 9 w 9"/>
                <a:gd name="T101" fmla="*/ 42 h 70"/>
                <a:gd name="T102" fmla="*/ 9 w 9"/>
                <a:gd name="T103" fmla="*/ 4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70">
                  <a:moveTo>
                    <a:pt x="0" y="69"/>
                  </a:moveTo>
                  <a:lnTo>
                    <a:pt x="0" y="66"/>
                  </a:lnTo>
                  <a:lnTo>
                    <a:pt x="0" y="65"/>
                  </a:lnTo>
                  <a:lnTo>
                    <a:pt x="1" y="69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3"/>
                  </a:lnTo>
                  <a:lnTo>
                    <a:pt x="2" y="60"/>
                  </a:lnTo>
                  <a:lnTo>
                    <a:pt x="2" y="59"/>
                  </a:lnTo>
                  <a:lnTo>
                    <a:pt x="2" y="55"/>
                  </a:lnTo>
                  <a:lnTo>
                    <a:pt x="2" y="48"/>
                  </a:lnTo>
                  <a:lnTo>
                    <a:pt x="2" y="42"/>
                  </a:lnTo>
                  <a:lnTo>
                    <a:pt x="2" y="38"/>
                  </a:lnTo>
                  <a:lnTo>
                    <a:pt x="3" y="32"/>
                  </a:lnTo>
                  <a:lnTo>
                    <a:pt x="3" y="24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4" y="16"/>
                  </a:lnTo>
                  <a:lnTo>
                    <a:pt x="4" y="12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6"/>
                  </a:lnTo>
                  <a:lnTo>
                    <a:pt x="5" y="5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2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6"/>
                  </a:lnTo>
                  <a:lnTo>
                    <a:pt x="7" y="8"/>
                  </a:lnTo>
                  <a:lnTo>
                    <a:pt x="7" y="9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7" y="13"/>
                  </a:lnTo>
                  <a:lnTo>
                    <a:pt x="7" y="16"/>
                  </a:lnTo>
                  <a:lnTo>
                    <a:pt x="8" y="22"/>
                  </a:lnTo>
                  <a:lnTo>
                    <a:pt x="8" y="26"/>
                  </a:lnTo>
                  <a:lnTo>
                    <a:pt x="8" y="30"/>
                  </a:lnTo>
                  <a:lnTo>
                    <a:pt x="8" y="30"/>
                  </a:lnTo>
                  <a:lnTo>
                    <a:pt x="8" y="31"/>
                  </a:lnTo>
                  <a:lnTo>
                    <a:pt x="9" y="36"/>
                  </a:lnTo>
                  <a:lnTo>
                    <a:pt x="9" y="42"/>
                  </a:lnTo>
                  <a:lnTo>
                    <a:pt x="9" y="4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22" name="Freeform 666"/>
            <p:cNvSpPr/>
            <p:nvPr/>
          </p:nvSpPr>
          <p:spPr bwMode="auto">
            <a:xfrm>
              <a:off x="2560638" y="1960564"/>
              <a:ext cx="12700" cy="184150"/>
            </a:xfrm>
            <a:custGeom>
              <a:avLst/>
              <a:gdLst>
                <a:gd name="T0" fmla="*/ 0 w 8"/>
                <a:gd name="T1" fmla="*/ 0 h 116"/>
                <a:gd name="T2" fmla="*/ 0 w 8"/>
                <a:gd name="T3" fmla="*/ 2 h 116"/>
                <a:gd name="T4" fmla="*/ 0 w 8"/>
                <a:gd name="T5" fmla="*/ 4 h 116"/>
                <a:gd name="T6" fmla="*/ 0 w 8"/>
                <a:gd name="T7" fmla="*/ 6 h 116"/>
                <a:gd name="T8" fmla="*/ 0 w 8"/>
                <a:gd name="T9" fmla="*/ 8 h 116"/>
                <a:gd name="T10" fmla="*/ 0 w 8"/>
                <a:gd name="T11" fmla="*/ 11 h 116"/>
                <a:gd name="T12" fmla="*/ 1 w 8"/>
                <a:gd name="T13" fmla="*/ 16 h 116"/>
                <a:gd name="T14" fmla="*/ 1 w 8"/>
                <a:gd name="T15" fmla="*/ 21 h 116"/>
                <a:gd name="T16" fmla="*/ 1 w 8"/>
                <a:gd name="T17" fmla="*/ 23 h 116"/>
                <a:gd name="T18" fmla="*/ 1 w 8"/>
                <a:gd name="T19" fmla="*/ 24 h 116"/>
                <a:gd name="T20" fmla="*/ 1 w 8"/>
                <a:gd name="T21" fmla="*/ 28 h 116"/>
                <a:gd name="T22" fmla="*/ 1 w 8"/>
                <a:gd name="T23" fmla="*/ 30 h 116"/>
                <a:gd name="T24" fmla="*/ 1 w 8"/>
                <a:gd name="T25" fmla="*/ 29 h 116"/>
                <a:gd name="T26" fmla="*/ 2 w 8"/>
                <a:gd name="T27" fmla="*/ 29 h 116"/>
                <a:gd name="T28" fmla="*/ 2 w 8"/>
                <a:gd name="T29" fmla="*/ 29 h 116"/>
                <a:gd name="T30" fmla="*/ 2 w 8"/>
                <a:gd name="T31" fmla="*/ 28 h 116"/>
                <a:gd name="T32" fmla="*/ 2 w 8"/>
                <a:gd name="T33" fmla="*/ 28 h 116"/>
                <a:gd name="T34" fmla="*/ 3 w 8"/>
                <a:gd name="T35" fmla="*/ 29 h 116"/>
                <a:gd name="T36" fmla="*/ 3 w 8"/>
                <a:gd name="T37" fmla="*/ 30 h 116"/>
                <a:gd name="T38" fmla="*/ 3 w 8"/>
                <a:gd name="T39" fmla="*/ 30 h 116"/>
                <a:gd name="T40" fmla="*/ 3 w 8"/>
                <a:gd name="T41" fmla="*/ 33 h 116"/>
                <a:gd name="T42" fmla="*/ 3 w 8"/>
                <a:gd name="T43" fmla="*/ 39 h 116"/>
                <a:gd name="T44" fmla="*/ 3 w 8"/>
                <a:gd name="T45" fmla="*/ 40 h 116"/>
                <a:gd name="T46" fmla="*/ 3 w 8"/>
                <a:gd name="T47" fmla="*/ 39 h 116"/>
                <a:gd name="T48" fmla="*/ 4 w 8"/>
                <a:gd name="T49" fmla="*/ 42 h 116"/>
                <a:gd name="T50" fmla="*/ 4 w 8"/>
                <a:gd name="T51" fmla="*/ 47 h 116"/>
                <a:gd name="T52" fmla="*/ 4 w 8"/>
                <a:gd name="T53" fmla="*/ 48 h 116"/>
                <a:gd name="T54" fmla="*/ 4 w 8"/>
                <a:gd name="T55" fmla="*/ 47 h 116"/>
                <a:gd name="T56" fmla="*/ 4 w 8"/>
                <a:gd name="T57" fmla="*/ 48 h 116"/>
                <a:gd name="T58" fmla="*/ 5 w 8"/>
                <a:gd name="T59" fmla="*/ 47 h 116"/>
                <a:gd name="T60" fmla="*/ 5 w 8"/>
                <a:gd name="T61" fmla="*/ 44 h 116"/>
                <a:gd name="T62" fmla="*/ 5 w 8"/>
                <a:gd name="T63" fmla="*/ 45 h 116"/>
                <a:gd name="T64" fmla="*/ 5 w 8"/>
                <a:gd name="T65" fmla="*/ 48 h 116"/>
                <a:gd name="T66" fmla="*/ 5 w 8"/>
                <a:gd name="T67" fmla="*/ 48 h 116"/>
                <a:gd name="T68" fmla="*/ 5 w 8"/>
                <a:gd name="T69" fmla="*/ 48 h 116"/>
                <a:gd name="T70" fmla="*/ 5 w 8"/>
                <a:gd name="T71" fmla="*/ 53 h 116"/>
                <a:gd name="T72" fmla="*/ 6 w 8"/>
                <a:gd name="T73" fmla="*/ 60 h 116"/>
                <a:gd name="T74" fmla="*/ 6 w 8"/>
                <a:gd name="T75" fmla="*/ 63 h 116"/>
                <a:gd name="T76" fmla="*/ 6 w 8"/>
                <a:gd name="T77" fmla="*/ 69 h 116"/>
                <a:gd name="T78" fmla="*/ 6 w 8"/>
                <a:gd name="T79" fmla="*/ 79 h 116"/>
                <a:gd name="T80" fmla="*/ 7 w 8"/>
                <a:gd name="T81" fmla="*/ 85 h 116"/>
                <a:gd name="T82" fmla="*/ 7 w 8"/>
                <a:gd name="T83" fmla="*/ 87 h 116"/>
                <a:gd name="T84" fmla="*/ 7 w 8"/>
                <a:gd name="T85" fmla="*/ 94 h 116"/>
                <a:gd name="T86" fmla="*/ 7 w 8"/>
                <a:gd name="T87" fmla="*/ 104 h 116"/>
                <a:gd name="T88" fmla="*/ 7 w 8"/>
                <a:gd name="T89" fmla="*/ 107 h 116"/>
                <a:gd name="T90" fmla="*/ 7 w 8"/>
                <a:gd name="T91" fmla="*/ 105 h 116"/>
                <a:gd name="T92" fmla="*/ 7 w 8"/>
                <a:gd name="T93" fmla="*/ 110 h 116"/>
                <a:gd name="T94" fmla="*/ 8 w 8"/>
                <a:gd name="T95" fmla="*/ 116 h 116"/>
                <a:gd name="T96" fmla="*/ 8 w 8"/>
                <a:gd name="T97" fmla="*/ 115 h 116"/>
                <a:gd name="T98" fmla="*/ 8 w 8"/>
                <a:gd name="T99" fmla="*/ 113 h 116"/>
                <a:gd name="T100" fmla="*/ 8 w 8"/>
                <a:gd name="T101" fmla="*/ 114 h 116"/>
                <a:gd name="T102" fmla="*/ 8 w 8"/>
                <a:gd name="T103" fmla="*/ 11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16">
                  <a:moveTo>
                    <a:pt x="0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6"/>
                  </a:lnTo>
                  <a:lnTo>
                    <a:pt x="1" y="21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3" y="29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3" y="33"/>
                  </a:lnTo>
                  <a:lnTo>
                    <a:pt x="3" y="39"/>
                  </a:lnTo>
                  <a:lnTo>
                    <a:pt x="3" y="40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5" y="47"/>
                  </a:lnTo>
                  <a:lnTo>
                    <a:pt x="5" y="44"/>
                  </a:lnTo>
                  <a:lnTo>
                    <a:pt x="5" y="45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5" y="53"/>
                  </a:lnTo>
                  <a:lnTo>
                    <a:pt x="6" y="60"/>
                  </a:lnTo>
                  <a:lnTo>
                    <a:pt x="6" y="63"/>
                  </a:lnTo>
                  <a:lnTo>
                    <a:pt x="6" y="69"/>
                  </a:lnTo>
                  <a:lnTo>
                    <a:pt x="6" y="79"/>
                  </a:lnTo>
                  <a:lnTo>
                    <a:pt x="7" y="85"/>
                  </a:lnTo>
                  <a:lnTo>
                    <a:pt x="7" y="87"/>
                  </a:lnTo>
                  <a:lnTo>
                    <a:pt x="7" y="94"/>
                  </a:lnTo>
                  <a:lnTo>
                    <a:pt x="7" y="104"/>
                  </a:lnTo>
                  <a:lnTo>
                    <a:pt x="7" y="107"/>
                  </a:lnTo>
                  <a:lnTo>
                    <a:pt x="7" y="105"/>
                  </a:lnTo>
                  <a:lnTo>
                    <a:pt x="7" y="110"/>
                  </a:lnTo>
                  <a:lnTo>
                    <a:pt x="8" y="116"/>
                  </a:lnTo>
                  <a:lnTo>
                    <a:pt x="8" y="115"/>
                  </a:lnTo>
                  <a:lnTo>
                    <a:pt x="8" y="113"/>
                  </a:lnTo>
                  <a:lnTo>
                    <a:pt x="8" y="114"/>
                  </a:lnTo>
                  <a:lnTo>
                    <a:pt x="8" y="11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23" name="Freeform 667"/>
            <p:cNvSpPr/>
            <p:nvPr/>
          </p:nvSpPr>
          <p:spPr bwMode="auto">
            <a:xfrm>
              <a:off x="2573338" y="1966914"/>
              <a:ext cx="14288" cy="219075"/>
            </a:xfrm>
            <a:custGeom>
              <a:avLst/>
              <a:gdLst>
                <a:gd name="T0" fmla="*/ 0 w 9"/>
                <a:gd name="T1" fmla="*/ 110 h 138"/>
                <a:gd name="T2" fmla="*/ 0 w 9"/>
                <a:gd name="T3" fmla="*/ 111 h 138"/>
                <a:gd name="T4" fmla="*/ 0 w 9"/>
                <a:gd name="T5" fmla="*/ 112 h 138"/>
                <a:gd name="T6" fmla="*/ 0 w 9"/>
                <a:gd name="T7" fmla="*/ 112 h 138"/>
                <a:gd name="T8" fmla="*/ 1 w 9"/>
                <a:gd name="T9" fmla="*/ 111 h 138"/>
                <a:gd name="T10" fmla="*/ 1 w 9"/>
                <a:gd name="T11" fmla="*/ 112 h 138"/>
                <a:gd name="T12" fmla="*/ 1 w 9"/>
                <a:gd name="T13" fmla="*/ 114 h 138"/>
                <a:gd name="T14" fmla="*/ 1 w 9"/>
                <a:gd name="T15" fmla="*/ 118 h 138"/>
                <a:gd name="T16" fmla="*/ 1 w 9"/>
                <a:gd name="T17" fmla="*/ 121 h 138"/>
                <a:gd name="T18" fmla="*/ 2 w 9"/>
                <a:gd name="T19" fmla="*/ 124 h 138"/>
                <a:gd name="T20" fmla="*/ 2 w 9"/>
                <a:gd name="T21" fmla="*/ 131 h 138"/>
                <a:gd name="T22" fmla="*/ 2 w 9"/>
                <a:gd name="T23" fmla="*/ 138 h 138"/>
                <a:gd name="T24" fmla="*/ 2 w 9"/>
                <a:gd name="T25" fmla="*/ 138 h 138"/>
                <a:gd name="T26" fmla="*/ 2 w 9"/>
                <a:gd name="T27" fmla="*/ 134 h 138"/>
                <a:gd name="T28" fmla="*/ 2 w 9"/>
                <a:gd name="T29" fmla="*/ 132 h 138"/>
                <a:gd name="T30" fmla="*/ 2 w 9"/>
                <a:gd name="T31" fmla="*/ 130 h 138"/>
                <a:gd name="T32" fmla="*/ 3 w 9"/>
                <a:gd name="T33" fmla="*/ 130 h 138"/>
                <a:gd name="T34" fmla="*/ 3 w 9"/>
                <a:gd name="T35" fmla="*/ 127 h 138"/>
                <a:gd name="T36" fmla="*/ 3 w 9"/>
                <a:gd name="T37" fmla="*/ 117 h 138"/>
                <a:gd name="T38" fmla="*/ 3 w 9"/>
                <a:gd name="T39" fmla="*/ 109 h 138"/>
                <a:gd name="T40" fmla="*/ 4 w 9"/>
                <a:gd name="T41" fmla="*/ 110 h 138"/>
                <a:gd name="T42" fmla="*/ 4 w 9"/>
                <a:gd name="T43" fmla="*/ 111 h 138"/>
                <a:gd name="T44" fmla="*/ 4 w 9"/>
                <a:gd name="T45" fmla="*/ 105 h 138"/>
                <a:gd name="T46" fmla="*/ 4 w 9"/>
                <a:gd name="T47" fmla="*/ 100 h 138"/>
                <a:gd name="T48" fmla="*/ 4 w 9"/>
                <a:gd name="T49" fmla="*/ 101 h 138"/>
                <a:gd name="T50" fmla="*/ 4 w 9"/>
                <a:gd name="T51" fmla="*/ 102 h 138"/>
                <a:gd name="T52" fmla="*/ 4 w 9"/>
                <a:gd name="T53" fmla="*/ 98 h 138"/>
                <a:gd name="T54" fmla="*/ 5 w 9"/>
                <a:gd name="T55" fmla="*/ 92 h 138"/>
                <a:gd name="T56" fmla="*/ 5 w 9"/>
                <a:gd name="T57" fmla="*/ 88 h 138"/>
                <a:gd name="T58" fmla="*/ 5 w 9"/>
                <a:gd name="T59" fmla="*/ 84 h 138"/>
                <a:gd name="T60" fmla="*/ 5 w 9"/>
                <a:gd name="T61" fmla="*/ 80 h 138"/>
                <a:gd name="T62" fmla="*/ 5 w 9"/>
                <a:gd name="T63" fmla="*/ 78 h 138"/>
                <a:gd name="T64" fmla="*/ 5 w 9"/>
                <a:gd name="T65" fmla="*/ 76 h 138"/>
                <a:gd name="T66" fmla="*/ 5 w 9"/>
                <a:gd name="T67" fmla="*/ 71 h 138"/>
                <a:gd name="T68" fmla="*/ 6 w 9"/>
                <a:gd name="T69" fmla="*/ 67 h 138"/>
                <a:gd name="T70" fmla="*/ 6 w 9"/>
                <a:gd name="T71" fmla="*/ 68 h 138"/>
                <a:gd name="T72" fmla="*/ 6 w 9"/>
                <a:gd name="T73" fmla="*/ 67 h 138"/>
                <a:gd name="T74" fmla="*/ 6 w 9"/>
                <a:gd name="T75" fmla="*/ 60 h 138"/>
                <a:gd name="T76" fmla="*/ 7 w 9"/>
                <a:gd name="T77" fmla="*/ 51 h 138"/>
                <a:gd name="T78" fmla="*/ 7 w 9"/>
                <a:gd name="T79" fmla="*/ 46 h 138"/>
                <a:gd name="T80" fmla="*/ 7 w 9"/>
                <a:gd name="T81" fmla="*/ 41 h 138"/>
                <a:gd name="T82" fmla="*/ 7 w 9"/>
                <a:gd name="T83" fmla="*/ 35 h 138"/>
                <a:gd name="T84" fmla="*/ 7 w 9"/>
                <a:gd name="T85" fmla="*/ 31 h 138"/>
                <a:gd name="T86" fmla="*/ 7 w 9"/>
                <a:gd name="T87" fmla="*/ 26 h 138"/>
                <a:gd name="T88" fmla="*/ 7 w 9"/>
                <a:gd name="T89" fmla="*/ 18 h 138"/>
                <a:gd name="T90" fmla="*/ 8 w 9"/>
                <a:gd name="T91" fmla="*/ 12 h 138"/>
                <a:gd name="T92" fmla="*/ 8 w 9"/>
                <a:gd name="T93" fmla="*/ 13 h 138"/>
                <a:gd name="T94" fmla="*/ 8 w 9"/>
                <a:gd name="T95" fmla="*/ 10 h 138"/>
                <a:gd name="T96" fmla="*/ 8 w 9"/>
                <a:gd name="T97" fmla="*/ 4 h 138"/>
                <a:gd name="T98" fmla="*/ 8 w 9"/>
                <a:gd name="T99" fmla="*/ 3 h 138"/>
                <a:gd name="T100" fmla="*/ 9 w 9"/>
                <a:gd name="T101" fmla="*/ 4 h 138"/>
                <a:gd name="T102" fmla="*/ 9 w 9"/>
                <a:gd name="T10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38">
                  <a:moveTo>
                    <a:pt x="0" y="110"/>
                  </a:moveTo>
                  <a:lnTo>
                    <a:pt x="0" y="11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1" y="111"/>
                  </a:lnTo>
                  <a:lnTo>
                    <a:pt x="1" y="112"/>
                  </a:lnTo>
                  <a:lnTo>
                    <a:pt x="1" y="114"/>
                  </a:lnTo>
                  <a:lnTo>
                    <a:pt x="1" y="118"/>
                  </a:lnTo>
                  <a:lnTo>
                    <a:pt x="1" y="121"/>
                  </a:lnTo>
                  <a:lnTo>
                    <a:pt x="2" y="124"/>
                  </a:lnTo>
                  <a:lnTo>
                    <a:pt x="2" y="131"/>
                  </a:lnTo>
                  <a:lnTo>
                    <a:pt x="2" y="138"/>
                  </a:lnTo>
                  <a:lnTo>
                    <a:pt x="2" y="138"/>
                  </a:lnTo>
                  <a:lnTo>
                    <a:pt x="2" y="134"/>
                  </a:lnTo>
                  <a:lnTo>
                    <a:pt x="2" y="132"/>
                  </a:lnTo>
                  <a:lnTo>
                    <a:pt x="2" y="130"/>
                  </a:lnTo>
                  <a:lnTo>
                    <a:pt x="3" y="130"/>
                  </a:lnTo>
                  <a:lnTo>
                    <a:pt x="3" y="127"/>
                  </a:lnTo>
                  <a:lnTo>
                    <a:pt x="3" y="117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4" y="111"/>
                  </a:lnTo>
                  <a:lnTo>
                    <a:pt x="4" y="105"/>
                  </a:lnTo>
                  <a:lnTo>
                    <a:pt x="4" y="100"/>
                  </a:lnTo>
                  <a:lnTo>
                    <a:pt x="4" y="101"/>
                  </a:lnTo>
                  <a:lnTo>
                    <a:pt x="4" y="102"/>
                  </a:lnTo>
                  <a:lnTo>
                    <a:pt x="4" y="98"/>
                  </a:lnTo>
                  <a:lnTo>
                    <a:pt x="5" y="92"/>
                  </a:lnTo>
                  <a:lnTo>
                    <a:pt x="5" y="88"/>
                  </a:lnTo>
                  <a:lnTo>
                    <a:pt x="5" y="84"/>
                  </a:lnTo>
                  <a:lnTo>
                    <a:pt x="5" y="80"/>
                  </a:lnTo>
                  <a:lnTo>
                    <a:pt x="5" y="78"/>
                  </a:lnTo>
                  <a:lnTo>
                    <a:pt x="5" y="76"/>
                  </a:lnTo>
                  <a:lnTo>
                    <a:pt x="5" y="71"/>
                  </a:lnTo>
                  <a:lnTo>
                    <a:pt x="6" y="67"/>
                  </a:lnTo>
                  <a:lnTo>
                    <a:pt x="6" y="68"/>
                  </a:lnTo>
                  <a:lnTo>
                    <a:pt x="6" y="67"/>
                  </a:lnTo>
                  <a:lnTo>
                    <a:pt x="6" y="60"/>
                  </a:lnTo>
                  <a:lnTo>
                    <a:pt x="7" y="51"/>
                  </a:lnTo>
                  <a:lnTo>
                    <a:pt x="7" y="46"/>
                  </a:lnTo>
                  <a:lnTo>
                    <a:pt x="7" y="41"/>
                  </a:lnTo>
                  <a:lnTo>
                    <a:pt x="7" y="35"/>
                  </a:lnTo>
                  <a:lnTo>
                    <a:pt x="7" y="31"/>
                  </a:lnTo>
                  <a:lnTo>
                    <a:pt x="7" y="26"/>
                  </a:lnTo>
                  <a:lnTo>
                    <a:pt x="7" y="18"/>
                  </a:lnTo>
                  <a:lnTo>
                    <a:pt x="8" y="12"/>
                  </a:lnTo>
                  <a:lnTo>
                    <a:pt x="8" y="13"/>
                  </a:lnTo>
                  <a:lnTo>
                    <a:pt x="8" y="10"/>
                  </a:lnTo>
                  <a:lnTo>
                    <a:pt x="8" y="4"/>
                  </a:lnTo>
                  <a:lnTo>
                    <a:pt x="8" y="3"/>
                  </a:lnTo>
                  <a:lnTo>
                    <a:pt x="9" y="4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24" name="Freeform 668"/>
            <p:cNvSpPr/>
            <p:nvPr/>
          </p:nvSpPr>
          <p:spPr bwMode="auto">
            <a:xfrm>
              <a:off x="2587625" y="1916114"/>
              <a:ext cx="12700" cy="77788"/>
            </a:xfrm>
            <a:custGeom>
              <a:avLst/>
              <a:gdLst>
                <a:gd name="T0" fmla="*/ 0 w 8"/>
                <a:gd name="T1" fmla="*/ 36 h 49"/>
                <a:gd name="T2" fmla="*/ 0 w 8"/>
                <a:gd name="T3" fmla="*/ 32 h 49"/>
                <a:gd name="T4" fmla="*/ 0 w 8"/>
                <a:gd name="T5" fmla="*/ 29 h 49"/>
                <a:gd name="T6" fmla="*/ 0 w 8"/>
                <a:gd name="T7" fmla="*/ 30 h 49"/>
                <a:gd name="T8" fmla="*/ 0 w 8"/>
                <a:gd name="T9" fmla="*/ 29 h 49"/>
                <a:gd name="T10" fmla="*/ 0 w 8"/>
                <a:gd name="T11" fmla="*/ 28 h 49"/>
                <a:gd name="T12" fmla="*/ 0 w 8"/>
                <a:gd name="T13" fmla="*/ 30 h 49"/>
                <a:gd name="T14" fmla="*/ 1 w 8"/>
                <a:gd name="T15" fmla="*/ 34 h 49"/>
                <a:gd name="T16" fmla="*/ 1 w 8"/>
                <a:gd name="T17" fmla="*/ 35 h 49"/>
                <a:gd name="T18" fmla="*/ 1 w 8"/>
                <a:gd name="T19" fmla="*/ 34 h 49"/>
                <a:gd name="T20" fmla="*/ 1 w 8"/>
                <a:gd name="T21" fmla="*/ 38 h 49"/>
                <a:gd name="T22" fmla="*/ 1 w 8"/>
                <a:gd name="T23" fmla="*/ 43 h 49"/>
                <a:gd name="T24" fmla="*/ 1 w 8"/>
                <a:gd name="T25" fmla="*/ 42 h 49"/>
                <a:gd name="T26" fmla="*/ 1 w 8"/>
                <a:gd name="T27" fmla="*/ 42 h 49"/>
                <a:gd name="T28" fmla="*/ 2 w 8"/>
                <a:gd name="T29" fmla="*/ 48 h 49"/>
                <a:gd name="T30" fmla="*/ 2 w 8"/>
                <a:gd name="T31" fmla="*/ 49 h 49"/>
                <a:gd name="T32" fmla="*/ 2 w 8"/>
                <a:gd name="T33" fmla="*/ 44 h 49"/>
                <a:gd name="T34" fmla="*/ 2 w 8"/>
                <a:gd name="T35" fmla="*/ 41 h 49"/>
                <a:gd name="T36" fmla="*/ 3 w 8"/>
                <a:gd name="T37" fmla="*/ 41 h 49"/>
                <a:gd name="T38" fmla="*/ 3 w 8"/>
                <a:gd name="T39" fmla="*/ 40 h 49"/>
                <a:gd name="T40" fmla="*/ 3 w 8"/>
                <a:gd name="T41" fmla="*/ 37 h 49"/>
                <a:gd name="T42" fmla="*/ 3 w 8"/>
                <a:gd name="T43" fmla="*/ 35 h 49"/>
                <a:gd name="T44" fmla="*/ 3 w 8"/>
                <a:gd name="T45" fmla="*/ 35 h 49"/>
                <a:gd name="T46" fmla="*/ 3 w 8"/>
                <a:gd name="T47" fmla="*/ 33 h 49"/>
                <a:gd name="T48" fmla="*/ 3 w 8"/>
                <a:gd name="T49" fmla="*/ 31 h 49"/>
                <a:gd name="T50" fmla="*/ 4 w 8"/>
                <a:gd name="T51" fmla="*/ 34 h 49"/>
                <a:gd name="T52" fmla="*/ 4 w 8"/>
                <a:gd name="T53" fmla="*/ 37 h 49"/>
                <a:gd name="T54" fmla="*/ 4 w 8"/>
                <a:gd name="T55" fmla="*/ 33 h 49"/>
                <a:gd name="T56" fmla="*/ 4 w 8"/>
                <a:gd name="T57" fmla="*/ 29 h 49"/>
                <a:gd name="T58" fmla="*/ 4 w 8"/>
                <a:gd name="T59" fmla="*/ 32 h 49"/>
                <a:gd name="T60" fmla="*/ 5 w 8"/>
                <a:gd name="T61" fmla="*/ 31 h 49"/>
                <a:gd name="T62" fmla="*/ 5 w 8"/>
                <a:gd name="T63" fmla="*/ 25 h 49"/>
                <a:gd name="T64" fmla="*/ 5 w 8"/>
                <a:gd name="T65" fmla="*/ 21 h 49"/>
                <a:gd name="T66" fmla="*/ 5 w 8"/>
                <a:gd name="T67" fmla="*/ 18 h 49"/>
                <a:gd name="T68" fmla="*/ 5 w 8"/>
                <a:gd name="T69" fmla="*/ 14 h 49"/>
                <a:gd name="T70" fmla="*/ 5 w 8"/>
                <a:gd name="T71" fmla="*/ 9 h 49"/>
                <a:gd name="T72" fmla="*/ 5 w 8"/>
                <a:gd name="T73" fmla="*/ 5 h 49"/>
                <a:gd name="T74" fmla="*/ 6 w 8"/>
                <a:gd name="T75" fmla="*/ 3 h 49"/>
                <a:gd name="T76" fmla="*/ 6 w 8"/>
                <a:gd name="T77" fmla="*/ 2 h 49"/>
                <a:gd name="T78" fmla="*/ 6 w 8"/>
                <a:gd name="T79" fmla="*/ 1 h 49"/>
                <a:gd name="T80" fmla="*/ 6 w 8"/>
                <a:gd name="T81" fmla="*/ 0 h 49"/>
                <a:gd name="T82" fmla="*/ 6 w 8"/>
                <a:gd name="T83" fmla="*/ 1 h 49"/>
                <a:gd name="T84" fmla="*/ 6 w 8"/>
                <a:gd name="T85" fmla="*/ 4 h 49"/>
                <a:gd name="T86" fmla="*/ 6 w 8"/>
                <a:gd name="T87" fmla="*/ 5 h 49"/>
                <a:gd name="T88" fmla="*/ 7 w 8"/>
                <a:gd name="T89" fmla="*/ 7 h 49"/>
                <a:gd name="T90" fmla="*/ 7 w 8"/>
                <a:gd name="T91" fmla="*/ 9 h 49"/>
                <a:gd name="T92" fmla="*/ 7 w 8"/>
                <a:gd name="T93" fmla="*/ 11 h 49"/>
                <a:gd name="T94" fmla="*/ 7 w 8"/>
                <a:gd name="T95" fmla="*/ 12 h 49"/>
                <a:gd name="T96" fmla="*/ 8 w 8"/>
                <a:gd name="T97" fmla="*/ 14 h 49"/>
                <a:gd name="T98" fmla="*/ 8 w 8"/>
                <a:gd name="T99" fmla="*/ 14 h 49"/>
                <a:gd name="T100" fmla="*/ 8 w 8"/>
                <a:gd name="T101" fmla="*/ 16 h 49"/>
                <a:gd name="T102" fmla="*/ 8 w 8"/>
                <a:gd name="T103" fmla="*/ 1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9">
                  <a:moveTo>
                    <a:pt x="0" y="36"/>
                  </a:moveTo>
                  <a:lnTo>
                    <a:pt x="0" y="32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1" y="34"/>
                  </a:lnTo>
                  <a:lnTo>
                    <a:pt x="1" y="35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2"/>
                  </a:lnTo>
                  <a:lnTo>
                    <a:pt x="2" y="48"/>
                  </a:lnTo>
                  <a:lnTo>
                    <a:pt x="2" y="49"/>
                  </a:lnTo>
                  <a:lnTo>
                    <a:pt x="2" y="44"/>
                  </a:lnTo>
                  <a:lnTo>
                    <a:pt x="2" y="41"/>
                  </a:lnTo>
                  <a:lnTo>
                    <a:pt x="3" y="41"/>
                  </a:lnTo>
                  <a:lnTo>
                    <a:pt x="3" y="40"/>
                  </a:lnTo>
                  <a:lnTo>
                    <a:pt x="3" y="37"/>
                  </a:lnTo>
                  <a:lnTo>
                    <a:pt x="3" y="35"/>
                  </a:lnTo>
                  <a:lnTo>
                    <a:pt x="3" y="35"/>
                  </a:lnTo>
                  <a:lnTo>
                    <a:pt x="3" y="33"/>
                  </a:lnTo>
                  <a:lnTo>
                    <a:pt x="3" y="31"/>
                  </a:lnTo>
                  <a:lnTo>
                    <a:pt x="4" y="34"/>
                  </a:lnTo>
                  <a:lnTo>
                    <a:pt x="4" y="37"/>
                  </a:lnTo>
                  <a:lnTo>
                    <a:pt x="4" y="33"/>
                  </a:lnTo>
                  <a:lnTo>
                    <a:pt x="4" y="29"/>
                  </a:lnTo>
                  <a:lnTo>
                    <a:pt x="4" y="32"/>
                  </a:lnTo>
                  <a:lnTo>
                    <a:pt x="5" y="31"/>
                  </a:lnTo>
                  <a:lnTo>
                    <a:pt x="5" y="25"/>
                  </a:lnTo>
                  <a:lnTo>
                    <a:pt x="5" y="21"/>
                  </a:lnTo>
                  <a:lnTo>
                    <a:pt x="5" y="18"/>
                  </a:lnTo>
                  <a:lnTo>
                    <a:pt x="5" y="14"/>
                  </a:lnTo>
                  <a:lnTo>
                    <a:pt x="5" y="9"/>
                  </a:lnTo>
                  <a:lnTo>
                    <a:pt x="5" y="5"/>
                  </a:lnTo>
                  <a:lnTo>
                    <a:pt x="6" y="3"/>
                  </a:lnTo>
                  <a:lnTo>
                    <a:pt x="6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4"/>
                  </a:lnTo>
                  <a:lnTo>
                    <a:pt x="6" y="5"/>
                  </a:lnTo>
                  <a:lnTo>
                    <a:pt x="7" y="7"/>
                  </a:lnTo>
                  <a:lnTo>
                    <a:pt x="7" y="9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8" y="1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25" name="Freeform 669"/>
            <p:cNvSpPr/>
            <p:nvPr/>
          </p:nvSpPr>
          <p:spPr bwMode="auto">
            <a:xfrm>
              <a:off x="2600325" y="1919289"/>
              <a:ext cx="12700" cy="74613"/>
            </a:xfrm>
            <a:custGeom>
              <a:avLst/>
              <a:gdLst>
                <a:gd name="T0" fmla="*/ 0 w 8"/>
                <a:gd name="T1" fmla="*/ 14 h 47"/>
                <a:gd name="T2" fmla="*/ 0 w 8"/>
                <a:gd name="T3" fmla="*/ 15 h 47"/>
                <a:gd name="T4" fmla="*/ 0 w 8"/>
                <a:gd name="T5" fmla="*/ 16 h 47"/>
                <a:gd name="T6" fmla="*/ 0 w 8"/>
                <a:gd name="T7" fmla="*/ 18 h 47"/>
                <a:gd name="T8" fmla="*/ 0 w 8"/>
                <a:gd name="T9" fmla="*/ 16 h 47"/>
                <a:gd name="T10" fmla="*/ 1 w 8"/>
                <a:gd name="T11" fmla="*/ 15 h 47"/>
                <a:gd name="T12" fmla="*/ 1 w 8"/>
                <a:gd name="T13" fmla="*/ 17 h 47"/>
                <a:gd name="T14" fmla="*/ 1 w 8"/>
                <a:gd name="T15" fmla="*/ 20 h 47"/>
                <a:gd name="T16" fmla="*/ 1 w 8"/>
                <a:gd name="T17" fmla="*/ 20 h 47"/>
                <a:gd name="T18" fmla="*/ 1 w 8"/>
                <a:gd name="T19" fmla="*/ 20 h 47"/>
                <a:gd name="T20" fmla="*/ 2 w 8"/>
                <a:gd name="T21" fmla="*/ 24 h 47"/>
                <a:gd name="T22" fmla="*/ 2 w 8"/>
                <a:gd name="T23" fmla="*/ 29 h 47"/>
                <a:gd name="T24" fmla="*/ 2 w 8"/>
                <a:gd name="T25" fmla="*/ 34 h 47"/>
                <a:gd name="T26" fmla="*/ 2 w 8"/>
                <a:gd name="T27" fmla="*/ 39 h 47"/>
                <a:gd name="T28" fmla="*/ 2 w 8"/>
                <a:gd name="T29" fmla="*/ 42 h 47"/>
                <a:gd name="T30" fmla="*/ 2 w 8"/>
                <a:gd name="T31" fmla="*/ 44 h 47"/>
                <a:gd name="T32" fmla="*/ 3 w 8"/>
                <a:gd name="T33" fmla="*/ 46 h 47"/>
                <a:gd name="T34" fmla="*/ 3 w 8"/>
                <a:gd name="T35" fmla="*/ 47 h 47"/>
                <a:gd name="T36" fmla="*/ 3 w 8"/>
                <a:gd name="T37" fmla="*/ 47 h 47"/>
                <a:gd name="T38" fmla="*/ 3 w 8"/>
                <a:gd name="T39" fmla="*/ 47 h 47"/>
                <a:gd name="T40" fmla="*/ 3 w 8"/>
                <a:gd name="T41" fmla="*/ 46 h 47"/>
                <a:gd name="T42" fmla="*/ 3 w 8"/>
                <a:gd name="T43" fmla="*/ 43 h 47"/>
                <a:gd name="T44" fmla="*/ 3 w 8"/>
                <a:gd name="T45" fmla="*/ 38 h 47"/>
                <a:gd name="T46" fmla="*/ 4 w 8"/>
                <a:gd name="T47" fmla="*/ 35 h 47"/>
                <a:gd name="T48" fmla="*/ 4 w 8"/>
                <a:gd name="T49" fmla="*/ 34 h 47"/>
                <a:gd name="T50" fmla="*/ 4 w 8"/>
                <a:gd name="T51" fmla="*/ 32 h 47"/>
                <a:gd name="T52" fmla="*/ 4 w 8"/>
                <a:gd name="T53" fmla="*/ 29 h 47"/>
                <a:gd name="T54" fmla="*/ 4 w 8"/>
                <a:gd name="T55" fmla="*/ 27 h 47"/>
                <a:gd name="T56" fmla="*/ 5 w 8"/>
                <a:gd name="T57" fmla="*/ 26 h 47"/>
                <a:gd name="T58" fmla="*/ 5 w 8"/>
                <a:gd name="T59" fmla="*/ 24 h 47"/>
                <a:gd name="T60" fmla="*/ 5 w 8"/>
                <a:gd name="T61" fmla="*/ 22 h 47"/>
                <a:gd name="T62" fmla="*/ 5 w 8"/>
                <a:gd name="T63" fmla="*/ 21 h 47"/>
                <a:gd name="T64" fmla="*/ 5 w 8"/>
                <a:gd name="T65" fmla="*/ 19 h 47"/>
                <a:gd name="T66" fmla="*/ 5 w 8"/>
                <a:gd name="T67" fmla="*/ 16 h 47"/>
                <a:gd name="T68" fmla="*/ 5 w 8"/>
                <a:gd name="T69" fmla="*/ 14 h 47"/>
                <a:gd name="T70" fmla="*/ 6 w 8"/>
                <a:gd name="T71" fmla="*/ 14 h 47"/>
                <a:gd name="T72" fmla="*/ 6 w 8"/>
                <a:gd name="T73" fmla="*/ 12 h 47"/>
                <a:gd name="T74" fmla="*/ 6 w 8"/>
                <a:gd name="T75" fmla="*/ 8 h 47"/>
                <a:gd name="T76" fmla="*/ 6 w 8"/>
                <a:gd name="T77" fmla="*/ 7 h 47"/>
                <a:gd name="T78" fmla="*/ 7 w 8"/>
                <a:gd name="T79" fmla="*/ 8 h 47"/>
                <a:gd name="T80" fmla="*/ 7 w 8"/>
                <a:gd name="T81" fmla="*/ 7 h 47"/>
                <a:gd name="T82" fmla="*/ 7 w 8"/>
                <a:gd name="T83" fmla="*/ 6 h 47"/>
                <a:gd name="T84" fmla="*/ 7 w 8"/>
                <a:gd name="T85" fmla="*/ 7 h 47"/>
                <a:gd name="T86" fmla="*/ 7 w 8"/>
                <a:gd name="T87" fmla="*/ 6 h 47"/>
                <a:gd name="T88" fmla="*/ 7 w 8"/>
                <a:gd name="T89" fmla="*/ 4 h 47"/>
                <a:gd name="T90" fmla="*/ 7 w 8"/>
                <a:gd name="T91" fmla="*/ 2 h 47"/>
                <a:gd name="T92" fmla="*/ 8 w 8"/>
                <a:gd name="T93" fmla="*/ 3 h 47"/>
                <a:gd name="T94" fmla="*/ 8 w 8"/>
                <a:gd name="T95" fmla="*/ 2 h 47"/>
                <a:gd name="T96" fmla="*/ 8 w 8"/>
                <a:gd name="T97" fmla="*/ 0 h 47"/>
                <a:gd name="T98" fmla="*/ 8 w 8"/>
                <a:gd name="T99" fmla="*/ 0 h 47"/>
                <a:gd name="T100" fmla="*/ 8 w 8"/>
                <a:gd name="T101" fmla="*/ 2 h 47"/>
                <a:gd name="T102" fmla="*/ 8 w 8"/>
                <a:gd name="T103" fmla="*/ 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7">
                  <a:moveTo>
                    <a:pt x="0" y="14"/>
                  </a:move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5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2" y="24"/>
                  </a:lnTo>
                  <a:lnTo>
                    <a:pt x="2" y="29"/>
                  </a:lnTo>
                  <a:lnTo>
                    <a:pt x="2" y="34"/>
                  </a:lnTo>
                  <a:lnTo>
                    <a:pt x="2" y="39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7"/>
                  </a:lnTo>
                  <a:lnTo>
                    <a:pt x="3" y="47"/>
                  </a:lnTo>
                  <a:lnTo>
                    <a:pt x="3" y="46"/>
                  </a:lnTo>
                  <a:lnTo>
                    <a:pt x="3" y="43"/>
                  </a:lnTo>
                  <a:lnTo>
                    <a:pt x="3" y="38"/>
                  </a:lnTo>
                  <a:lnTo>
                    <a:pt x="4" y="35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9"/>
                  </a:lnTo>
                  <a:lnTo>
                    <a:pt x="4" y="27"/>
                  </a:lnTo>
                  <a:lnTo>
                    <a:pt x="5" y="26"/>
                  </a:lnTo>
                  <a:lnTo>
                    <a:pt x="5" y="24"/>
                  </a:lnTo>
                  <a:lnTo>
                    <a:pt x="5" y="22"/>
                  </a:lnTo>
                  <a:lnTo>
                    <a:pt x="5" y="21"/>
                  </a:lnTo>
                  <a:lnTo>
                    <a:pt x="5" y="19"/>
                  </a:lnTo>
                  <a:lnTo>
                    <a:pt x="5" y="16"/>
                  </a:lnTo>
                  <a:lnTo>
                    <a:pt x="5" y="14"/>
                  </a:lnTo>
                  <a:lnTo>
                    <a:pt x="6" y="14"/>
                  </a:lnTo>
                  <a:lnTo>
                    <a:pt x="6" y="12"/>
                  </a:lnTo>
                  <a:lnTo>
                    <a:pt x="6" y="8"/>
                  </a:lnTo>
                  <a:lnTo>
                    <a:pt x="6" y="7"/>
                  </a:lnTo>
                  <a:lnTo>
                    <a:pt x="7" y="8"/>
                  </a:lnTo>
                  <a:lnTo>
                    <a:pt x="7" y="7"/>
                  </a:lnTo>
                  <a:lnTo>
                    <a:pt x="7" y="6"/>
                  </a:lnTo>
                  <a:lnTo>
                    <a:pt x="7" y="7"/>
                  </a:lnTo>
                  <a:lnTo>
                    <a:pt x="7" y="6"/>
                  </a:lnTo>
                  <a:lnTo>
                    <a:pt x="7" y="4"/>
                  </a:lnTo>
                  <a:lnTo>
                    <a:pt x="7" y="2"/>
                  </a:lnTo>
                  <a:lnTo>
                    <a:pt x="8" y="3"/>
                  </a:lnTo>
                  <a:lnTo>
                    <a:pt x="8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8" y="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26" name="Freeform 670"/>
            <p:cNvSpPr/>
            <p:nvPr/>
          </p:nvSpPr>
          <p:spPr bwMode="auto">
            <a:xfrm>
              <a:off x="2613025" y="1922464"/>
              <a:ext cx="14288" cy="169863"/>
            </a:xfrm>
            <a:custGeom>
              <a:avLst/>
              <a:gdLst>
                <a:gd name="T0" fmla="*/ 0 w 9"/>
                <a:gd name="T1" fmla="*/ 0 h 107"/>
                <a:gd name="T2" fmla="*/ 0 w 9"/>
                <a:gd name="T3" fmla="*/ 1 h 107"/>
                <a:gd name="T4" fmla="*/ 0 w 9"/>
                <a:gd name="T5" fmla="*/ 3 h 107"/>
                <a:gd name="T6" fmla="*/ 1 w 9"/>
                <a:gd name="T7" fmla="*/ 8 h 107"/>
                <a:gd name="T8" fmla="*/ 1 w 9"/>
                <a:gd name="T9" fmla="*/ 11 h 107"/>
                <a:gd name="T10" fmla="*/ 1 w 9"/>
                <a:gd name="T11" fmla="*/ 13 h 107"/>
                <a:gd name="T12" fmla="*/ 1 w 9"/>
                <a:gd name="T13" fmla="*/ 17 h 107"/>
                <a:gd name="T14" fmla="*/ 1 w 9"/>
                <a:gd name="T15" fmla="*/ 20 h 107"/>
                <a:gd name="T16" fmla="*/ 2 w 9"/>
                <a:gd name="T17" fmla="*/ 21 h 107"/>
                <a:gd name="T18" fmla="*/ 2 w 9"/>
                <a:gd name="T19" fmla="*/ 23 h 107"/>
                <a:gd name="T20" fmla="*/ 2 w 9"/>
                <a:gd name="T21" fmla="*/ 27 h 107"/>
                <a:gd name="T22" fmla="*/ 2 w 9"/>
                <a:gd name="T23" fmla="*/ 30 h 107"/>
                <a:gd name="T24" fmla="*/ 2 w 9"/>
                <a:gd name="T25" fmla="*/ 32 h 107"/>
                <a:gd name="T26" fmla="*/ 2 w 9"/>
                <a:gd name="T27" fmla="*/ 35 h 107"/>
                <a:gd name="T28" fmla="*/ 2 w 9"/>
                <a:gd name="T29" fmla="*/ 39 h 107"/>
                <a:gd name="T30" fmla="*/ 3 w 9"/>
                <a:gd name="T31" fmla="*/ 44 h 107"/>
                <a:gd name="T32" fmla="*/ 3 w 9"/>
                <a:gd name="T33" fmla="*/ 46 h 107"/>
                <a:gd name="T34" fmla="*/ 3 w 9"/>
                <a:gd name="T35" fmla="*/ 49 h 107"/>
                <a:gd name="T36" fmla="*/ 3 w 9"/>
                <a:gd name="T37" fmla="*/ 52 h 107"/>
                <a:gd name="T38" fmla="*/ 4 w 9"/>
                <a:gd name="T39" fmla="*/ 53 h 107"/>
                <a:gd name="T40" fmla="*/ 4 w 9"/>
                <a:gd name="T41" fmla="*/ 52 h 107"/>
                <a:gd name="T42" fmla="*/ 4 w 9"/>
                <a:gd name="T43" fmla="*/ 53 h 107"/>
                <a:gd name="T44" fmla="*/ 4 w 9"/>
                <a:gd name="T45" fmla="*/ 54 h 107"/>
                <a:gd name="T46" fmla="*/ 4 w 9"/>
                <a:gd name="T47" fmla="*/ 53 h 107"/>
                <a:gd name="T48" fmla="*/ 4 w 9"/>
                <a:gd name="T49" fmla="*/ 51 h 107"/>
                <a:gd name="T50" fmla="*/ 4 w 9"/>
                <a:gd name="T51" fmla="*/ 52 h 107"/>
                <a:gd name="T52" fmla="*/ 5 w 9"/>
                <a:gd name="T53" fmla="*/ 53 h 107"/>
                <a:gd name="T54" fmla="*/ 5 w 9"/>
                <a:gd name="T55" fmla="*/ 56 h 107"/>
                <a:gd name="T56" fmla="*/ 5 w 9"/>
                <a:gd name="T57" fmla="*/ 60 h 107"/>
                <a:gd name="T58" fmla="*/ 5 w 9"/>
                <a:gd name="T59" fmla="*/ 64 h 107"/>
                <a:gd name="T60" fmla="*/ 5 w 9"/>
                <a:gd name="T61" fmla="*/ 64 h 107"/>
                <a:gd name="T62" fmla="*/ 5 w 9"/>
                <a:gd name="T63" fmla="*/ 62 h 107"/>
                <a:gd name="T64" fmla="*/ 5 w 9"/>
                <a:gd name="T65" fmla="*/ 65 h 107"/>
                <a:gd name="T66" fmla="*/ 6 w 9"/>
                <a:gd name="T67" fmla="*/ 70 h 107"/>
                <a:gd name="T68" fmla="*/ 6 w 9"/>
                <a:gd name="T69" fmla="*/ 72 h 107"/>
                <a:gd name="T70" fmla="*/ 6 w 9"/>
                <a:gd name="T71" fmla="*/ 70 h 107"/>
                <a:gd name="T72" fmla="*/ 6 w 9"/>
                <a:gd name="T73" fmla="*/ 69 h 107"/>
                <a:gd name="T74" fmla="*/ 6 w 9"/>
                <a:gd name="T75" fmla="*/ 67 h 107"/>
                <a:gd name="T76" fmla="*/ 7 w 9"/>
                <a:gd name="T77" fmla="*/ 65 h 107"/>
                <a:gd name="T78" fmla="*/ 7 w 9"/>
                <a:gd name="T79" fmla="*/ 66 h 107"/>
                <a:gd name="T80" fmla="*/ 7 w 9"/>
                <a:gd name="T81" fmla="*/ 69 h 107"/>
                <a:gd name="T82" fmla="*/ 7 w 9"/>
                <a:gd name="T83" fmla="*/ 67 h 107"/>
                <a:gd name="T84" fmla="*/ 7 w 9"/>
                <a:gd name="T85" fmla="*/ 66 h 107"/>
                <a:gd name="T86" fmla="*/ 7 w 9"/>
                <a:gd name="T87" fmla="*/ 67 h 107"/>
                <a:gd name="T88" fmla="*/ 8 w 9"/>
                <a:gd name="T89" fmla="*/ 70 h 107"/>
                <a:gd name="T90" fmla="*/ 8 w 9"/>
                <a:gd name="T91" fmla="*/ 72 h 107"/>
                <a:gd name="T92" fmla="*/ 8 w 9"/>
                <a:gd name="T93" fmla="*/ 78 h 107"/>
                <a:gd name="T94" fmla="*/ 8 w 9"/>
                <a:gd name="T95" fmla="*/ 85 h 107"/>
                <a:gd name="T96" fmla="*/ 8 w 9"/>
                <a:gd name="T97" fmla="*/ 92 h 107"/>
                <a:gd name="T98" fmla="*/ 9 w 9"/>
                <a:gd name="T99" fmla="*/ 97 h 107"/>
                <a:gd name="T100" fmla="*/ 9 w 9"/>
                <a:gd name="T101" fmla="*/ 102 h 107"/>
                <a:gd name="T102" fmla="*/ 9 w 9"/>
                <a:gd name="T103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07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1" y="8"/>
                  </a:lnTo>
                  <a:lnTo>
                    <a:pt x="1" y="11"/>
                  </a:lnTo>
                  <a:lnTo>
                    <a:pt x="1" y="13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7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5"/>
                  </a:lnTo>
                  <a:lnTo>
                    <a:pt x="2" y="39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9"/>
                  </a:lnTo>
                  <a:lnTo>
                    <a:pt x="3" y="52"/>
                  </a:lnTo>
                  <a:lnTo>
                    <a:pt x="4" y="53"/>
                  </a:lnTo>
                  <a:lnTo>
                    <a:pt x="4" y="52"/>
                  </a:lnTo>
                  <a:lnTo>
                    <a:pt x="4" y="53"/>
                  </a:lnTo>
                  <a:lnTo>
                    <a:pt x="4" y="54"/>
                  </a:lnTo>
                  <a:lnTo>
                    <a:pt x="4" y="53"/>
                  </a:lnTo>
                  <a:lnTo>
                    <a:pt x="4" y="51"/>
                  </a:lnTo>
                  <a:lnTo>
                    <a:pt x="4" y="52"/>
                  </a:lnTo>
                  <a:lnTo>
                    <a:pt x="5" y="53"/>
                  </a:lnTo>
                  <a:lnTo>
                    <a:pt x="5" y="56"/>
                  </a:lnTo>
                  <a:lnTo>
                    <a:pt x="5" y="60"/>
                  </a:lnTo>
                  <a:lnTo>
                    <a:pt x="5" y="64"/>
                  </a:lnTo>
                  <a:lnTo>
                    <a:pt x="5" y="64"/>
                  </a:lnTo>
                  <a:lnTo>
                    <a:pt x="5" y="62"/>
                  </a:lnTo>
                  <a:lnTo>
                    <a:pt x="5" y="65"/>
                  </a:lnTo>
                  <a:lnTo>
                    <a:pt x="6" y="70"/>
                  </a:lnTo>
                  <a:lnTo>
                    <a:pt x="6" y="72"/>
                  </a:lnTo>
                  <a:lnTo>
                    <a:pt x="6" y="70"/>
                  </a:lnTo>
                  <a:lnTo>
                    <a:pt x="6" y="69"/>
                  </a:lnTo>
                  <a:lnTo>
                    <a:pt x="6" y="67"/>
                  </a:lnTo>
                  <a:lnTo>
                    <a:pt x="7" y="65"/>
                  </a:lnTo>
                  <a:lnTo>
                    <a:pt x="7" y="66"/>
                  </a:lnTo>
                  <a:lnTo>
                    <a:pt x="7" y="69"/>
                  </a:lnTo>
                  <a:lnTo>
                    <a:pt x="7" y="67"/>
                  </a:lnTo>
                  <a:lnTo>
                    <a:pt x="7" y="66"/>
                  </a:lnTo>
                  <a:lnTo>
                    <a:pt x="7" y="67"/>
                  </a:lnTo>
                  <a:lnTo>
                    <a:pt x="8" y="70"/>
                  </a:lnTo>
                  <a:lnTo>
                    <a:pt x="8" y="72"/>
                  </a:lnTo>
                  <a:lnTo>
                    <a:pt x="8" y="78"/>
                  </a:lnTo>
                  <a:lnTo>
                    <a:pt x="8" y="85"/>
                  </a:lnTo>
                  <a:lnTo>
                    <a:pt x="8" y="92"/>
                  </a:lnTo>
                  <a:lnTo>
                    <a:pt x="9" y="97"/>
                  </a:lnTo>
                  <a:lnTo>
                    <a:pt x="9" y="102"/>
                  </a:lnTo>
                  <a:lnTo>
                    <a:pt x="9" y="10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27" name="Freeform 671"/>
            <p:cNvSpPr/>
            <p:nvPr/>
          </p:nvSpPr>
          <p:spPr bwMode="auto">
            <a:xfrm>
              <a:off x="2627313" y="2058989"/>
              <a:ext cx="12700" cy="109538"/>
            </a:xfrm>
            <a:custGeom>
              <a:avLst/>
              <a:gdLst>
                <a:gd name="T0" fmla="*/ 0 w 8"/>
                <a:gd name="T1" fmla="*/ 16 h 69"/>
                <a:gd name="T2" fmla="*/ 0 w 8"/>
                <a:gd name="T3" fmla="*/ 21 h 69"/>
                <a:gd name="T4" fmla="*/ 0 w 8"/>
                <a:gd name="T5" fmla="*/ 27 h 69"/>
                <a:gd name="T6" fmla="*/ 0 w 8"/>
                <a:gd name="T7" fmla="*/ 33 h 69"/>
                <a:gd name="T8" fmla="*/ 0 w 8"/>
                <a:gd name="T9" fmla="*/ 37 h 69"/>
                <a:gd name="T10" fmla="*/ 0 w 8"/>
                <a:gd name="T11" fmla="*/ 40 h 69"/>
                <a:gd name="T12" fmla="*/ 1 w 8"/>
                <a:gd name="T13" fmla="*/ 39 h 69"/>
                <a:gd name="T14" fmla="*/ 1 w 8"/>
                <a:gd name="T15" fmla="*/ 38 h 69"/>
                <a:gd name="T16" fmla="*/ 1 w 8"/>
                <a:gd name="T17" fmla="*/ 42 h 69"/>
                <a:gd name="T18" fmla="*/ 1 w 8"/>
                <a:gd name="T19" fmla="*/ 46 h 69"/>
                <a:gd name="T20" fmla="*/ 1 w 8"/>
                <a:gd name="T21" fmla="*/ 45 h 69"/>
                <a:gd name="T22" fmla="*/ 1 w 8"/>
                <a:gd name="T23" fmla="*/ 43 h 69"/>
                <a:gd name="T24" fmla="*/ 1 w 8"/>
                <a:gd name="T25" fmla="*/ 44 h 69"/>
                <a:gd name="T26" fmla="*/ 2 w 8"/>
                <a:gd name="T27" fmla="*/ 45 h 69"/>
                <a:gd name="T28" fmla="*/ 2 w 8"/>
                <a:gd name="T29" fmla="*/ 46 h 69"/>
                <a:gd name="T30" fmla="*/ 2 w 8"/>
                <a:gd name="T31" fmla="*/ 48 h 69"/>
                <a:gd name="T32" fmla="*/ 2 w 8"/>
                <a:gd name="T33" fmla="*/ 52 h 69"/>
                <a:gd name="T34" fmla="*/ 3 w 8"/>
                <a:gd name="T35" fmla="*/ 55 h 69"/>
                <a:gd name="T36" fmla="*/ 3 w 8"/>
                <a:gd name="T37" fmla="*/ 55 h 69"/>
                <a:gd name="T38" fmla="*/ 3 w 8"/>
                <a:gd name="T39" fmla="*/ 57 h 69"/>
                <a:gd name="T40" fmla="*/ 3 w 8"/>
                <a:gd name="T41" fmla="*/ 60 h 69"/>
                <a:gd name="T42" fmla="*/ 3 w 8"/>
                <a:gd name="T43" fmla="*/ 64 h 69"/>
                <a:gd name="T44" fmla="*/ 3 w 8"/>
                <a:gd name="T45" fmla="*/ 67 h 69"/>
                <a:gd name="T46" fmla="*/ 3 w 8"/>
                <a:gd name="T47" fmla="*/ 67 h 69"/>
                <a:gd name="T48" fmla="*/ 4 w 8"/>
                <a:gd name="T49" fmla="*/ 63 h 69"/>
                <a:gd name="T50" fmla="*/ 4 w 8"/>
                <a:gd name="T51" fmla="*/ 62 h 69"/>
                <a:gd name="T52" fmla="*/ 4 w 8"/>
                <a:gd name="T53" fmla="*/ 66 h 69"/>
                <a:gd name="T54" fmla="*/ 4 w 8"/>
                <a:gd name="T55" fmla="*/ 69 h 69"/>
                <a:gd name="T56" fmla="*/ 4 w 8"/>
                <a:gd name="T57" fmla="*/ 68 h 69"/>
                <a:gd name="T58" fmla="*/ 5 w 8"/>
                <a:gd name="T59" fmla="*/ 63 h 69"/>
                <a:gd name="T60" fmla="*/ 5 w 8"/>
                <a:gd name="T61" fmla="*/ 57 h 69"/>
                <a:gd name="T62" fmla="*/ 5 w 8"/>
                <a:gd name="T63" fmla="*/ 56 h 69"/>
                <a:gd name="T64" fmla="*/ 5 w 8"/>
                <a:gd name="T65" fmla="*/ 61 h 69"/>
                <a:gd name="T66" fmla="*/ 5 w 8"/>
                <a:gd name="T67" fmla="*/ 59 h 69"/>
                <a:gd name="T68" fmla="*/ 5 w 8"/>
                <a:gd name="T69" fmla="*/ 50 h 69"/>
                <a:gd name="T70" fmla="*/ 5 w 8"/>
                <a:gd name="T71" fmla="*/ 45 h 69"/>
                <a:gd name="T72" fmla="*/ 6 w 8"/>
                <a:gd name="T73" fmla="*/ 44 h 69"/>
                <a:gd name="T74" fmla="*/ 6 w 8"/>
                <a:gd name="T75" fmla="*/ 44 h 69"/>
                <a:gd name="T76" fmla="*/ 6 w 8"/>
                <a:gd name="T77" fmla="*/ 45 h 69"/>
                <a:gd name="T78" fmla="*/ 6 w 8"/>
                <a:gd name="T79" fmla="*/ 46 h 69"/>
                <a:gd name="T80" fmla="*/ 6 w 8"/>
                <a:gd name="T81" fmla="*/ 44 h 69"/>
                <a:gd name="T82" fmla="*/ 6 w 8"/>
                <a:gd name="T83" fmla="*/ 42 h 69"/>
                <a:gd name="T84" fmla="*/ 6 w 8"/>
                <a:gd name="T85" fmla="*/ 37 h 69"/>
                <a:gd name="T86" fmla="*/ 7 w 8"/>
                <a:gd name="T87" fmla="*/ 33 h 69"/>
                <a:gd name="T88" fmla="*/ 7 w 8"/>
                <a:gd name="T89" fmla="*/ 32 h 69"/>
                <a:gd name="T90" fmla="*/ 7 w 8"/>
                <a:gd name="T91" fmla="*/ 29 h 69"/>
                <a:gd name="T92" fmla="*/ 7 w 8"/>
                <a:gd name="T93" fmla="*/ 22 h 69"/>
                <a:gd name="T94" fmla="*/ 8 w 8"/>
                <a:gd name="T95" fmla="*/ 17 h 69"/>
                <a:gd name="T96" fmla="*/ 8 w 8"/>
                <a:gd name="T97" fmla="*/ 12 h 69"/>
                <a:gd name="T98" fmla="*/ 8 w 8"/>
                <a:gd name="T99" fmla="*/ 5 h 69"/>
                <a:gd name="T100" fmla="*/ 8 w 8"/>
                <a:gd name="T101" fmla="*/ 1 h 69"/>
                <a:gd name="T102" fmla="*/ 8 w 8"/>
                <a:gd name="T103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9">
                  <a:moveTo>
                    <a:pt x="0" y="16"/>
                  </a:moveTo>
                  <a:lnTo>
                    <a:pt x="0" y="21"/>
                  </a:lnTo>
                  <a:lnTo>
                    <a:pt x="0" y="27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0" y="40"/>
                  </a:lnTo>
                  <a:lnTo>
                    <a:pt x="1" y="39"/>
                  </a:lnTo>
                  <a:lnTo>
                    <a:pt x="1" y="38"/>
                  </a:lnTo>
                  <a:lnTo>
                    <a:pt x="1" y="42"/>
                  </a:lnTo>
                  <a:lnTo>
                    <a:pt x="1" y="46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4"/>
                  </a:lnTo>
                  <a:lnTo>
                    <a:pt x="2" y="45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" y="52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3" y="57"/>
                  </a:lnTo>
                  <a:lnTo>
                    <a:pt x="3" y="60"/>
                  </a:lnTo>
                  <a:lnTo>
                    <a:pt x="3" y="64"/>
                  </a:lnTo>
                  <a:lnTo>
                    <a:pt x="3" y="67"/>
                  </a:lnTo>
                  <a:lnTo>
                    <a:pt x="3" y="67"/>
                  </a:lnTo>
                  <a:lnTo>
                    <a:pt x="4" y="63"/>
                  </a:lnTo>
                  <a:lnTo>
                    <a:pt x="4" y="62"/>
                  </a:lnTo>
                  <a:lnTo>
                    <a:pt x="4" y="66"/>
                  </a:lnTo>
                  <a:lnTo>
                    <a:pt x="4" y="69"/>
                  </a:lnTo>
                  <a:lnTo>
                    <a:pt x="4" y="68"/>
                  </a:lnTo>
                  <a:lnTo>
                    <a:pt x="5" y="63"/>
                  </a:lnTo>
                  <a:lnTo>
                    <a:pt x="5" y="57"/>
                  </a:lnTo>
                  <a:lnTo>
                    <a:pt x="5" y="56"/>
                  </a:lnTo>
                  <a:lnTo>
                    <a:pt x="5" y="61"/>
                  </a:lnTo>
                  <a:lnTo>
                    <a:pt x="5" y="59"/>
                  </a:lnTo>
                  <a:lnTo>
                    <a:pt x="5" y="50"/>
                  </a:lnTo>
                  <a:lnTo>
                    <a:pt x="5" y="45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6" y="45"/>
                  </a:lnTo>
                  <a:lnTo>
                    <a:pt x="6" y="46"/>
                  </a:lnTo>
                  <a:lnTo>
                    <a:pt x="6" y="44"/>
                  </a:lnTo>
                  <a:lnTo>
                    <a:pt x="6" y="42"/>
                  </a:lnTo>
                  <a:lnTo>
                    <a:pt x="6" y="37"/>
                  </a:lnTo>
                  <a:lnTo>
                    <a:pt x="7" y="33"/>
                  </a:lnTo>
                  <a:lnTo>
                    <a:pt x="7" y="32"/>
                  </a:lnTo>
                  <a:lnTo>
                    <a:pt x="7" y="29"/>
                  </a:lnTo>
                  <a:lnTo>
                    <a:pt x="7" y="22"/>
                  </a:lnTo>
                  <a:lnTo>
                    <a:pt x="8" y="17"/>
                  </a:lnTo>
                  <a:lnTo>
                    <a:pt x="8" y="12"/>
                  </a:lnTo>
                  <a:lnTo>
                    <a:pt x="8" y="5"/>
                  </a:lnTo>
                  <a:lnTo>
                    <a:pt x="8" y="1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28" name="Freeform 672"/>
            <p:cNvSpPr/>
            <p:nvPr/>
          </p:nvSpPr>
          <p:spPr bwMode="auto">
            <a:xfrm>
              <a:off x="2640013" y="1930401"/>
              <a:ext cx="12700" cy="130175"/>
            </a:xfrm>
            <a:custGeom>
              <a:avLst/>
              <a:gdLst>
                <a:gd name="T0" fmla="*/ 0 w 8"/>
                <a:gd name="T1" fmla="*/ 82 h 82"/>
                <a:gd name="T2" fmla="*/ 0 w 8"/>
                <a:gd name="T3" fmla="*/ 81 h 82"/>
                <a:gd name="T4" fmla="*/ 0 w 8"/>
                <a:gd name="T5" fmla="*/ 76 h 82"/>
                <a:gd name="T6" fmla="*/ 0 w 8"/>
                <a:gd name="T7" fmla="*/ 66 h 82"/>
                <a:gd name="T8" fmla="*/ 1 w 8"/>
                <a:gd name="T9" fmla="*/ 58 h 82"/>
                <a:gd name="T10" fmla="*/ 1 w 8"/>
                <a:gd name="T11" fmla="*/ 55 h 82"/>
                <a:gd name="T12" fmla="*/ 1 w 8"/>
                <a:gd name="T13" fmla="*/ 53 h 82"/>
                <a:gd name="T14" fmla="*/ 1 w 8"/>
                <a:gd name="T15" fmla="*/ 46 h 82"/>
                <a:gd name="T16" fmla="*/ 1 w 8"/>
                <a:gd name="T17" fmla="*/ 39 h 82"/>
                <a:gd name="T18" fmla="*/ 2 w 8"/>
                <a:gd name="T19" fmla="*/ 38 h 82"/>
                <a:gd name="T20" fmla="*/ 2 w 8"/>
                <a:gd name="T21" fmla="*/ 35 h 82"/>
                <a:gd name="T22" fmla="*/ 2 w 8"/>
                <a:gd name="T23" fmla="*/ 27 h 82"/>
                <a:gd name="T24" fmla="*/ 2 w 8"/>
                <a:gd name="T25" fmla="*/ 25 h 82"/>
                <a:gd name="T26" fmla="*/ 2 w 8"/>
                <a:gd name="T27" fmla="*/ 26 h 82"/>
                <a:gd name="T28" fmla="*/ 2 w 8"/>
                <a:gd name="T29" fmla="*/ 25 h 82"/>
                <a:gd name="T30" fmla="*/ 2 w 8"/>
                <a:gd name="T31" fmla="*/ 24 h 82"/>
                <a:gd name="T32" fmla="*/ 3 w 8"/>
                <a:gd name="T33" fmla="*/ 23 h 82"/>
                <a:gd name="T34" fmla="*/ 3 w 8"/>
                <a:gd name="T35" fmla="*/ 19 h 82"/>
                <a:gd name="T36" fmla="*/ 3 w 8"/>
                <a:gd name="T37" fmla="*/ 19 h 82"/>
                <a:gd name="T38" fmla="*/ 3 w 8"/>
                <a:gd name="T39" fmla="*/ 23 h 82"/>
                <a:gd name="T40" fmla="*/ 3 w 8"/>
                <a:gd name="T41" fmla="*/ 27 h 82"/>
                <a:gd name="T42" fmla="*/ 3 w 8"/>
                <a:gd name="T43" fmla="*/ 29 h 82"/>
                <a:gd name="T44" fmla="*/ 4 w 8"/>
                <a:gd name="T45" fmla="*/ 26 h 82"/>
                <a:gd name="T46" fmla="*/ 4 w 8"/>
                <a:gd name="T47" fmla="*/ 22 h 82"/>
                <a:gd name="T48" fmla="*/ 4 w 8"/>
                <a:gd name="T49" fmla="*/ 24 h 82"/>
                <a:gd name="T50" fmla="*/ 4 w 8"/>
                <a:gd name="T51" fmla="*/ 26 h 82"/>
                <a:gd name="T52" fmla="*/ 4 w 8"/>
                <a:gd name="T53" fmla="*/ 25 h 82"/>
                <a:gd name="T54" fmla="*/ 5 w 8"/>
                <a:gd name="T55" fmla="*/ 23 h 82"/>
                <a:gd name="T56" fmla="*/ 5 w 8"/>
                <a:gd name="T57" fmla="*/ 20 h 82"/>
                <a:gd name="T58" fmla="*/ 5 w 8"/>
                <a:gd name="T59" fmla="*/ 15 h 82"/>
                <a:gd name="T60" fmla="*/ 5 w 8"/>
                <a:gd name="T61" fmla="*/ 15 h 82"/>
                <a:gd name="T62" fmla="*/ 5 w 8"/>
                <a:gd name="T63" fmla="*/ 19 h 82"/>
                <a:gd name="T64" fmla="*/ 5 w 8"/>
                <a:gd name="T65" fmla="*/ 19 h 82"/>
                <a:gd name="T66" fmla="*/ 5 w 8"/>
                <a:gd name="T67" fmla="*/ 16 h 82"/>
                <a:gd name="T68" fmla="*/ 6 w 8"/>
                <a:gd name="T69" fmla="*/ 15 h 82"/>
                <a:gd name="T70" fmla="*/ 6 w 8"/>
                <a:gd name="T71" fmla="*/ 15 h 82"/>
                <a:gd name="T72" fmla="*/ 6 w 8"/>
                <a:gd name="T73" fmla="*/ 16 h 82"/>
                <a:gd name="T74" fmla="*/ 6 w 8"/>
                <a:gd name="T75" fmla="*/ 19 h 82"/>
                <a:gd name="T76" fmla="*/ 6 w 8"/>
                <a:gd name="T77" fmla="*/ 21 h 82"/>
                <a:gd name="T78" fmla="*/ 7 w 8"/>
                <a:gd name="T79" fmla="*/ 19 h 82"/>
                <a:gd name="T80" fmla="*/ 7 w 8"/>
                <a:gd name="T81" fmla="*/ 15 h 82"/>
                <a:gd name="T82" fmla="*/ 7 w 8"/>
                <a:gd name="T83" fmla="*/ 14 h 82"/>
                <a:gd name="T84" fmla="*/ 7 w 8"/>
                <a:gd name="T85" fmla="*/ 16 h 82"/>
                <a:gd name="T86" fmla="*/ 7 w 8"/>
                <a:gd name="T87" fmla="*/ 12 h 82"/>
                <a:gd name="T88" fmla="*/ 7 w 8"/>
                <a:gd name="T89" fmla="*/ 5 h 82"/>
                <a:gd name="T90" fmla="*/ 8 w 8"/>
                <a:gd name="T91" fmla="*/ 5 h 82"/>
                <a:gd name="T92" fmla="*/ 8 w 8"/>
                <a:gd name="T93" fmla="*/ 6 h 82"/>
                <a:gd name="T94" fmla="*/ 8 w 8"/>
                <a:gd name="T95" fmla="*/ 2 h 82"/>
                <a:gd name="T96" fmla="*/ 8 w 8"/>
                <a:gd name="T97" fmla="*/ 2 h 82"/>
                <a:gd name="T98" fmla="*/ 8 w 8"/>
                <a:gd name="T99" fmla="*/ 5 h 82"/>
                <a:gd name="T100" fmla="*/ 8 w 8"/>
                <a:gd name="T101" fmla="*/ 3 h 82"/>
                <a:gd name="T102" fmla="*/ 8 w 8"/>
                <a:gd name="T103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2">
                  <a:moveTo>
                    <a:pt x="0" y="82"/>
                  </a:moveTo>
                  <a:lnTo>
                    <a:pt x="0" y="81"/>
                  </a:lnTo>
                  <a:lnTo>
                    <a:pt x="0" y="76"/>
                  </a:lnTo>
                  <a:lnTo>
                    <a:pt x="0" y="66"/>
                  </a:lnTo>
                  <a:lnTo>
                    <a:pt x="1" y="58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46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2" y="35"/>
                  </a:lnTo>
                  <a:lnTo>
                    <a:pt x="2" y="27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2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3" y="23"/>
                  </a:lnTo>
                  <a:lnTo>
                    <a:pt x="3" y="27"/>
                  </a:lnTo>
                  <a:lnTo>
                    <a:pt x="3" y="29"/>
                  </a:lnTo>
                  <a:lnTo>
                    <a:pt x="4" y="26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4" y="26"/>
                  </a:lnTo>
                  <a:lnTo>
                    <a:pt x="4" y="25"/>
                  </a:lnTo>
                  <a:lnTo>
                    <a:pt x="5" y="23"/>
                  </a:lnTo>
                  <a:lnTo>
                    <a:pt x="5" y="20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16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6" y="16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7" y="19"/>
                  </a:lnTo>
                  <a:lnTo>
                    <a:pt x="7" y="15"/>
                  </a:lnTo>
                  <a:lnTo>
                    <a:pt x="7" y="14"/>
                  </a:lnTo>
                  <a:lnTo>
                    <a:pt x="7" y="16"/>
                  </a:lnTo>
                  <a:lnTo>
                    <a:pt x="7" y="12"/>
                  </a:lnTo>
                  <a:lnTo>
                    <a:pt x="7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5"/>
                  </a:lnTo>
                  <a:lnTo>
                    <a:pt x="8" y="3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29" name="Freeform 673"/>
            <p:cNvSpPr/>
            <p:nvPr/>
          </p:nvSpPr>
          <p:spPr bwMode="auto">
            <a:xfrm>
              <a:off x="2652713" y="1930401"/>
              <a:ext cx="14288" cy="68263"/>
            </a:xfrm>
            <a:custGeom>
              <a:avLst/>
              <a:gdLst>
                <a:gd name="T0" fmla="*/ 0 w 9"/>
                <a:gd name="T1" fmla="*/ 3 h 43"/>
                <a:gd name="T2" fmla="*/ 0 w 9"/>
                <a:gd name="T3" fmla="*/ 0 h 43"/>
                <a:gd name="T4" fmla="*/ 1 w 9"/>
                <a:gd name="T5" fmla="*/ 4 h 43"/>
                <a:gd name="T6" fmla="*/ 1 w 9"/>
                <a:gd name="T7" fmla="*/ 10 h 43"/>
                <a:gd name="T8" fmla="*/ 1 w 9"/>
                <a:gd name="T9" fmla="*/ 12 h 43"/>
                <a:gd name="T10" fmla="*/ 1 w 9"/>
                <a:gd name="T11" fmla="*/ 13 h 43"/>
                <a:gd name="T12" fmla="*/ 1 w 9"/>
                <a:gd name="T13" fmla="*/ 14 h 43"/>
                <a:gd name="T14" fmla="*/ 2 w 9"/>
                <a:gd name="T15" fmla="*/ 16 h 43"/>
                <a:gd name="T16" fmla="*/ 2 w 9"/>
                <a:gd name="T17" fmla="*/ 19 h 43"/>
                <a:gd name="T18" fmla="*/ 2 w 9"/>
                <a:gd name="T19" fmla="*/ 21 h 43"/>
                <a:gd name="T20" fmla="*/ 2 w 9"/>
                <a:gd name="T21" fmla="*/ 23 h 43"/>
                <a:gd name="T22" fmla="*/ 2 w 9"/>
                <a:gd name="T23" fmla="*/ 25 h 43"/>
                <a:gd name="T24" fmla="*/ 2 w 9"/>
                <a:gd name="T25" fmla="*/ 23 h 43"/>
                <a:gd name="T26" fmla="*/ 2 w 9"/>
                <a:gd name="T27" fmla="*/ 20 h 43"/>
                <a:gd name="T28" fmla="*/ 3 w 9"/>
                <a:gd name="T29" fmla="*/ 22 h 43"/>
                <a:gd name="T30" fmla="*/ 3 w 9"/>
                <a:gd name="T31" fmla="*/ 23 h 43"/>
                <a:gd name="T32" fmla="*/ 3 w 9"/>
                <a:gd name="T33" fmla="*/ 21 h 43"/>
                <a:gd name="T34" fmla="*/ 3 w 9"/>
                <a:gd name="T35" fmla="*/ 19 h 43"/>
                <a:gd name="T36" fmla="*/ 4 w 9"/>
                <a:gd name="T37" fmla="*/ 22 h 43"/>
                <a:gd name="T38" fmla="*/ 4 w 9"/>
                <a:gd name="T39" fmla="*/ 23 h 43"/>
                <a:gd name="T40" fmla="*/ 4 w 9"/>
                <a:gd name="T41" fmla="*/ 23 h 43"/>
                <a:gd name="T42" fmla="*/ 4 w 9"/>
                <a:gd name="T43" fmla="*/ 26 h 43"/>
                <a:gd name="T44" fmla="*/ 4 w 9"/>
                <a:gd name="T45" fmla="*/ 32 h 43"/>
                <a:gd name="T46" fmla="*/ 4 w 9"/>
                <a:gd name="T47" fmla="*/ 34 h 43"/>
                <a:gd name="T48" fmla="*/ 4 w 9"/>
                <a:gd name="T49" fmla="*/ 34 h 43"/>
                <a:gd name="T50" fmla="*/ 5 w 9"/>
                <a:gd name="T51" fmla="*/ 37 h 43"/>
                <a:gd name="T52" fmla="*/ 5 w 9"/>
                <a:gd name="T53" fmla="*/ 39 h 43"/>
                <a:gd name="T54" fmla="*/ 5 w 9"/>
                <a:gd name="T55" fmla="*/ 40 h 43"/>
                <a:gd name="T56" fmla="*/ 5 w 9"/>
                <a:gd name="T57" fmla="*/ 42 h 43"/>
                <a:gd name="T58" fmla="*/ 5 w 9"/>
                <a:gd name="T59" fmla="*/ 43 h 43"/>
                <a:gd name="T60" fmla="*/ 6 w 9"/>
                <a:gd name="T61" fmla="*/ 42 h 43"/>
                <a:gd name="T62" fmla="*/ 6 w 9"/>
                <a:gd name="T63" fmla="*/ 41 h 43"/>
                <a:gd name="T64" fmla="*/ 6 w 9"/>
                <a:gd name="T65" fmla="*/ 39 h 43"/>
                <a:gd name="T66" fmla="*/ 6 w 9"/>
                <a:gd name="T67" fmla="*/ 38 h 43"/>
                <a:gd name="T68" fmla="*/ 6 w 9"/>
                <a:gd name="T69" fmla="*/ 36 h 43"/>
                <a:gd name="T70" fmla="*/ 6 w 9"/>
                <a:gd name="T71" fmla="*/ 35 h 43"/>
                <a:gd name="T72" fmla="*/ 6 w 9"/>
                <a:gd name="T73" fmla="*/ 33 h 43"/>
                <a:gd name="T74" fmla="*/ 7 w 9"/>
                <a:gd name="T75" fmla="*/ 30 h 43"/>
                <a:gd name="T76" fmla="*/ 7 w 9"/>
                <a:gd name="T77" fmla="*/ 25 h 43"/>
                <a:gd name="T78" fmla="*/ 7 w 9"/>
                <a:gd name="T79" fmla="*/ 22 h 43"/>
                <a:gd name="T80" fmla="*/ 7 w 9"/>
                <a:gd name="T81" fmla="*/ 22 h 43"/>
                <a:gd name="T82" fmla="*/ 7 w 9"/>
                <a:gd name="T83" fmla="*/ 21 h 43"/>
                <a:gd name="T84" fmla="*/ 7 w 9"/>
                <a:gd name="T85" fmla="*/ 19 h 43"/>
                <a:gd name="T86" fmla="*/ 7 w 9"/>
                <a:gd name="T87" fmla="*/ 17 h 43"/>
                <a:gd name="T88" fmla="*/ 8 w 9"/>
                <a:gd name="T89" fmla="*/ 14 h 43"/>
                <a:gd name="T90" fmla="*/ 8 w 9"/>
                <a:gd name="T91" fmla="*/ 14 h 43"/>
                <a:gd name="T92" fmla="*/ 8 w 9"/>
                <a:gd name="T93" fmla="*/ 14 h 43"/>
                <a:gd name="T94" fmla="*/ 8 w 9"/>
                <a:gd name="T95" fmla="*/ 14 h 43"/>
                <a:gd name="T96" fmla="*/ 9 w 9"/>
                <a:gd name="T97" fmla="*/ 13 h 43"/>
                <a:gd name="T98" fmla="*/ 9 w 9"/>
                <a:gd name="T99" fmla="*/ 11 h 43"/>
                <a:gd name="T100" fmla="*/ 9 w 9"/>
                <a:gd name="T101" fmla="*/ 9 h 43"/>
                <a:gd name="T102" fmla="*/ 9 w 9"/>
                <a:gd name="T103" fmla="*/ 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3">
                  <a:moveTo>
                    <a:pt x="0" y="3"/>
                  </a:moveTo>
                  <a:lnTo>
                    <a:pt x="0" y="0"/>
                  </a:lnTo>
                  <a:lnTo>
                    <a:pt x="1" y="4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1" y="13"/>
                  </a:lnTo>
                  <a:lnTo>
                    <a:pt x="1" y="14"/>
                  </a:lnTo>
                  <a:lnTo>
                    <a:pt x="2" y="16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2" y="23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1"/>
                  </a:lnTo>
                  <a:lnTo>
                    <a:pt x="3" y="19"/>
                  </a:lnTo>
                  <a:lnTo>
                    <a:pt x="4" y="22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4" y="26"/>
                  </a:lnTo>
                  <a:lnTo>
                    <a:pt x="4" y="32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40"/>
                  </a:lnTo>
                  <a:lnTo>
                    <a:pt x="5" y="42"/>
                  </a:lnTo>
                  <a:lnTo>
                    <a:pt x="5" y="43"/>
                  </a:lnTo>
                  <a:lnTo>
                    <a:pt x="6" y="42"/>
                  </a:lnTo>
                  <a:lnTo>
                    <a:pt x="6" y="41"/>
                  </a:lnTo>
                  <a:lnTo>
                    <a:pt x="6" y="39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0"/>
                  </a:lnTo>
                  <a:lnTo>
                    <a:pt x="7" y="25"/>
                  </a:lnTo>
                  <a:lnTo>
                    <a:pt x="7" y="22"/>
                  </a:lnTo>
                  <a:lnTo>
                    <a:pt x="7" y="22"/>
                  </a:lnTo>
                  <a:lnTo>
                    <a:pt x="7" y="21"/>
                  </a:lnTo>
                  <a:lnTo>
                    <a:pt x="7" y="19"/>
                  </a:lnTo>
                  <a:lnTo>
                    <a:pt x="7" y="17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9" y="13"/>
                  </a:lnTo>
                  <a:lnTo>
                    <a:pt x="9" y="11"/>
                  </a:lnTo>
                  <a:lnTo>
                    <a:pt x="9" y="9"/>
                  </a:lnTo>
                  <a:lnTo>
                    <a:pt x="9" y="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30" name="Freeform 674"/>
            <p:cNvSpPr/>
            <p:nvPr/>
          </p:nvSpPr>
          <p:spPr bwMode="auto">
            <a:xfrm>
              <a:off x="2667000" y="1906589"/>
              <a:ext cx="12700" cy="122238"/>
            </a:xfrm>
            <a:custGeom>
              <a:avLst/>
              <a:gdLst>
                <a:gd name="T0" fmla="*/ 0 w 8"/>
                <a:gd name="T1" fmla="*/ 24 h 77"/>
                <a:gd name="T2" fmla="*/ 0 w 8"/>
                <a:gd name="T3" fmla="*/ 23 h 77"/>
                <a:gd name="T4" fmla="*/ 0 w 8"/>
                <a:gd name="T5" fmla="*/ 24 h 77"/>
                <a:gd name="T6" fmla="*/ 0 w 8"/>
                <a:gd name="T7" fmla="*/ 20 h 77"/>
                <a:gd name="T8" fmla="*/ 0 w 8"/>
                <a:gd name="T9" fmla="*/ 16 h 77"/>
                <a:gd name="T10" fmla="*/ 1 w 8"/>
                <a:gd name="T11" fmla="*/ 14 h 77"/>
                <a:gd name="T12" fmla="*/ 1 w 8"/>
                <a:gd name="T13" fmla="*/ 12 h 77"/>
                <a:gd name="T14" fmla="*/ 1 w 8"/>
                <a:gd name="T15" fmla="*/ 9 h 77"/>
                <a:gd name="T16" fmla="*/ 1 w 8"/>
                <a:gd name="T17" fmla="*/ 7 h 77"/>
                <a:gd name="T18" fmla="*/ 1 w 8"/>
                <a:gd name="T19" fmla="*/ 5 h 77"/>
                <a:gd name="T20" fmla="*/ 2 w 8"/>
                <a:gd name="T21" fmla="*/ 3 h 77"/>
                <a:gd name="T22" fmla="*/ 2 w 8"/>
                <a:gd name="T23" fmla="*/ 2 h 77"/>
                <a:gd name="T24" fmla="*/ 2 w 8"/>
                <a:gd name="T25" fmla="*/ 3 h 77"/>
                <a:gd name="T26" fmla="*/ 2 w 8"/>
                <a:gd name="T27" fmla="*/ 3 h 77"/>
                <a:gd name="T28" fmla="*/ 2 w 8"/>
                <a:gd name="T29" fmla="*/ 2 h 77"/>
                <a:gd name="T30" fmla="*/ 2 w 8"/>
                <a:gd name="T31" fmla="*/ 0 h 77"/>
                <a:gd name="T32" fmla="*/ 2 w 8"/>
                <a:gd name="T33" fmla="*/ 2 h 77"/>
                <a:gd name="T34" fmla="*/ 3 w 8"/>
                <a:gd name="T35" fmla="*/ 5 h 77"/>
                <a:gd name="T36" fmla="*/ 3 w 8"/>
                <a:gd name="T37" fmla="*/ 7 h 77"/>
                <a:gd name="T38" fmla="*/ 3 w 8"/>
                <a:gd name="T39" fmla="*/ 10 h 77"/>
                <a:gd name="T40" fmla="*/ 3 w 8"/>
                <a:gd name="T41" fmla="*/ 13 h 77"/>
                <a:gd name="T42" fmla="*/ 3 w 8"/>
                <a:gd name="T43" fmla="*/ 18 h 77"/>
                <a:gd name="T44" fmla="*/ 3 w 8"/>
                <a:gd name="T45" fmla="*/ 23 h 77"/>
                <a:gd name="T46" fmla="*/ 4 w 8"/>
                <a:gd name="T47" fmla="*/ 27 h 77"/>
                <a:gd name="T48" fmla="*/ 4 w 8"/>
                <a:gd name="T49" fmla="*/ 33 h 77"/>
                <a:gd name="T50" fmla="*/ 4 w 8"/>
                <a:gd name="T51" fmla="*/ 40 h 77"/>
                <a:gd name="T52" fmla="*/ 4 w 8"/>
                <a:gd name="T53" fmla="*/ 45 h 77"/>
                <a:gd name="T54" fmla="*/ 4 w 8"/>
                <a:gd name="T55" fmla="*/ 49 h 77"/>
                <a:gd name="T56" fmla="*/ 5 w 8"/>
                <a:gd name="T57" fmla="*/ 52 h 77"/>
                <a:gd name="T58" fmla="*/ 5 w 8"/>
                <a:gd name="T59" fmla="*/ 54 h 77"/>
                <a:gd name="T60" fmla="*/ 5 w 8"/>
                <a:gd name="T61" fmla="*/ 54 h 77"/>
                <a:gd name="T62" fmla="*/ 5 w 8"/>
                <a:gd name="T63" fmla="*/ 57 h 77"/>
                <a:gd name="T64" fmla="*/ 5 w 8"/>
                <a:gd name="T65" fmla="*/ 60 h 77"/>
                <a:gd name="T66" fmla="*/ 5 w 8"/>
                <a:gd name="T67" fmla="*/ 60 h 77"/>
                <a:gd name="T68" fmla="*/ 5 w 8"/>
                <a:gd name="T69" fmla="*/ 59 h 77"/>
                <a:gd name="T70" fmla="*/ 6 w 8"/>
                <a:gd name="T71" fmla="*/ 60 h 77"/>
                <a:gd name="T72" fmla="*/ 6 w 8"/>
                <a:gd name="T73" fmla="*/ 61 h 77"/>
                <a:gd name="T74" fmla="*/ 6 w 8"/>
                <a:gd name="T75" fmla="*/ 62 h 77"/>
                <a:gd name="T76" fmla="*/ 6 w 8"/>
                <a:gd name="T77" fmla="*/ 66 h 77"/>
                <a:gd name="T78" fmla="*/ 6 w 8"/>
                <a:gd name="T79" fmla="*/ 70 h 77"/>
                <a:gd name="T80" fmla="*/ 7 w 8"/>
                <a:gd name="T81" fmla="*/ 71 h 77"/>
                <a:gd name="T82" fmla="*/ 7 w 8"/>
                <a:gd name="T83" fmla="*/ 72 h 77"/>
                <a:gd name="T84" fmla="*/ 7 w 8"/>
                <a:gd name="T85" fmla="*/ 76 h 77"/>
                <a:gd name="T86" fmla="*/ 7 w 8"/>
                <a:gd name="T87" fmla="*/ 77 h 77"/>
                <a:gd name="T88" fmla="*/ 7 w 8"/>
                <a:gd name="T89" fmla="*/ 76 h 77"/>
                <a:gd name="T90" fmla="*/ 7 w 8"/>
                <a:gd name="T91" fmla="*/ 77 h 77"/>
                <a:gd name="T92" fmla="*/ 8 w 8"/>
                <a:gd name="T93" fmla="*/ 77 h 77"/>
                <a:gd name="T94" fmla="*/ 8 w 8"/>
                <a:gd name="T95" fmla="*/ 74 h 77"/>
                <a:gd name="T96" fmla="*/ 8 w 8"/>
                <a:gd name="T97" fmla="*/ 72 h 77"/>
                <a:gd name="T98" fmla="*/ 8 w 8"/>
                <a:gd name="T99" fmla="*/ 73 h 77"/>
                <a:gd name="T100" fmla="*/ 8 w 8"/>
                <a:gd name="T101" fmla="*/ 73 h 77"/>
                <a:gd name="T102" fmla="*/ 8 w 8"/>
                <a:gd name="T103" fmla="*/ 7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77">
                  <a:moveTo>
                    <a:pt x="0" y="24"/>
                  </a:moveTo>
                  <a:lnTo>
                    <a:pt x="0" y="23"/>
                  </a:lnTo>
                  <a:lnTo>
                    <a:pt x="0" y="24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1" y="9"/>
                  </a:lnTo>
                  <a:lnTo>
                    <a:pt x="1" y="7"/>
                  </a:lnTo>
                  <a:lnTo>
                    <a:pt x="1" y="5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2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10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23"/>
                  </a:lnTo>
                  <a:lnTo>
                    <a:pt x="4" y="27"/>
                  </a:lnTo>
                  <a:lnTo>
                    <a:pt x="4" y="33"/>
                  </a:lnTo>
                  <a:lnTo>
                    <a:pt x="4" y="40"/>
                  </a:lnTo>
                  <a:lnTo>
                    <a:pt x="4" y="45"/>
                  </a:lnTo>
                  <a:lnTo>
                    <a:pt x="4" y="49"/>
                  </a:lnTo>
                  <a:lnTo>
                    <a:pt x="5" y="52"/>
                  </a:lnTo>
                  <a:lnTo>
                    <a:pt x="5" y="54"/>
                  </a:lnTo>
                  <a:lnTo>
                    <a:pt x="5" y="54"/>
                  </a:lnTo>
                  <a:lnTo>
                    <a:pt x="5" y="57"/>
                  </a:lnTo>
                  <a:lnTo>
                    <a:pt x="5" y="60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6" y="60"/>
                  </a:lnTo>
                  <a:lnTo>
                    <a:pt x="6" y="61"/>
                  </a:lnTo>
                  <a:lnTo>
                    <a:pt x="6" y="62"/>
                  </a:lnTo>
                  <a:lnTo>
                    <a:pt x="6" y="66"/>
                  </a:lnTo>
                  <a:lnTo>
                    <a:pt x="6" y="70"/>
                  </a:lnTo>
                  <a:lnTo>
                    <a:pt x="7" y="71"/>
                  </a:lnTo>
                  <a:lnTo>
                    <a:pt x="7" y="72"/>
                  </a:lnTo>
                  <a:lnTo>
                    <a:pt x="7" y="76"/>
                  </a:lnTo>
                  <a:lnTo>
                    <a:pt x="7" y="77"/>
                  </a:lnTo>
                  <a:lnTo>
                    <a:pt x="7" y="76"/>
                  </a:lnTo>
                  <a:lnTo>
                    <a:pt x="7" y="77"/>
                  </a:lnTo>
                  <a:lnTo>
                    <a:pt x="8" y="77"/>
                  </a:lnTo>
                  <a:lnTo>
                    <a:pt x="8" y="74"/>
                  </a:lnTo>
                  <a:lnTo>
                    <a:pt x="8" y="72"/>
                  </a:lnTo>
                  <a:lnTo>
                    <a:pt x="8" y="73"/>
                  </a:lnTo>
                  <a:lnTo>
                    <a:pt x="8" y="73"/>
                  </a:lnTo>
                  <a:lnTo>
                    <a:pt x="8" y="7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31" name="Freeform 675"/>
            <p:cNvSpPr/>
            <p:nvPr/>
          </p:nvSpPr>
          <p:spPr bwMode="auto">
            <a:xfrm>
              <a:off x="2679700" y="2016126"/>
              <a:ext cx="14288" cy="163513"/>
            </a:xfrm>
            <a:custGeom>
              <a:avLst/>
              <a:gdLst>
                <a:gd name="T0" fmla="*/ 0 w 9"/>
                <a:gd name="T1" fmla="*/ 4 h 103"/>
                <a:gd name="T2" fmla="*/ 0 w 9"/>
                <a:gd name="T3" fmla="*/ 1 h 103"/>
                <a:gd name="T4" fmla="*/ 0 w 9"/>
                <a:gd name="T5" fmla="*/ 0 h 103"/>
                <a:gd name="T6" fmla="*/ 1 w 9"/>
                <a:gd name="T7" fmla="*/ 2 h 103"/>
                <a:gd name="T8" fmla="*/ 1 w 9"/>
                <a:gd name="T9" fmla="*/ 5 h 103"/>
                <a:gd name="T10" fmla="*/ 1 w 9"/>
                <a:gd name="T11" fmla="*/ 7 h 103"/>
                <a:gd name="T12" fmla="*/ 1 w 9"/>
                <a:gd name="T13" fmla="*/ 10 h 103"/>
                <a:gd name="T14" fmla="*/ 1 w 9"/>
                <a:gd name="T15" fmla="*/ 16 h 103"/>
                <a:gd name="T16" fmla="*/ 2 w 9"/>
                <a:gd name="T17" fmla="*/ 22 h 103"/>
                <a:gd name="T18" fmla="*/ 2 w 9"/>
                <a:gd name="T19" fmla="*/ 25 h 103"/>
                <a:gd name="T20" fmla="*/ 2 w 9"/>
                <a:gd name="T21" fmla="*/ 30 h 103"/>
                <a:gd name="T22" fmla="*/ 2 w 9"/>
                <a:gd name="T23" fmla="*/ 37 h 103"/>
                <a:gd name="T24" fmla="*/ 2 w 9"/>
                <a:gd name="T25" fmla="*/ 45 h 103"/>
                <a:gd name="T26" fmla="*/ 2 w 9"/>
                <a:gd name="T27" fmla="*/ 52 h 103"/>
                <a:gd name="T28" fmla="*/ 2 w 9"/>
                <a:gd name="T29" fmla="*/ 56 h 103"/>
                <a:gd name="T30" fmla="*/ 3 w 9"/>
                <a:gd name="T31" fmla="*/ 61 h 103"/>
                <a:gd name="T32" fmla="*/ 3 w 9"/>
                <a:gd name="T33" fmla="*/ 66 h 103"/>
                <a:gd name="T34" fmla="*/ 3 w 9"/>
                <a:gd name="T35" fmla="*/ 70 h 103"/>
                <a:gd name="T36" fmla="*/ 3 w 9"/>
                <a:gd name="T37" fmla="*/ 72 h 103"/>
                <a:gd name="T38" fmla="*/ 4 w 9"/>
                <a:gd name="T39" fmla="*/ 74 h 103"/>
                <a:gd name="T40" fmla="*/ 4 w 9"/>
                <a:gd name="T41" fmla="*/ 74 h 103"/>
                <a:gd name="T42" fmla="*/ 4 w 9"/>
                <a:gd name="T43" fmla="*/ 74 h 103"/>
                <a:gd name="T44" fmla="*/ 4 w 9"/>
                <a:gd name="T45" fmla="*/ 77 h 103"/>
                <a:gd name="T46" fmla="*/ 4 w 9"/>
                <a:gd name="T47" fmla="*/ 79 h 103"/>
                <a:gd name="T48" fmla="*/ 4 w 9"/>
                <a:gd name="T49" fmla="*/ 79 h 103"/>
                <a:gd name="T50" fmla="*/ 4 w 9"/>
                <a:gd name="T51" fmla="*/ 80 h 103"/>
                <a:gd name="T52" fmla="*/ 5 w 9"/>
                <a:gd name="T53" fmla="*/ 86 h 103"/>
                <a:gd name="T54" fmla="*/ 5 w 9"/>
                <a:gd name="T55" fmla="*/ 92 h 103"/>
                <a:gd name="T56" fmla="*/ 5 w 9"/>
                <a:gd name="T57" fmla="*/ 94 h 103"/>
                <a:gd name="T58" fmla="*/ 5 w 9"/>
                <a:gd name="T59" fmla="*/ 92 h 103"/>
                <a:gd name="T60" fmla="*/ 5 w 9"/>
                <a:gd name="T61" fmla="*/ 96 h 103"/>
                <a:gd name="T62" fmla="*/ 5 w 9"/>
                <a:gd name="T63" fmla="*/ 103 h 103"/>
                <a:gd name="T64" fmla="*/ 5 w 9"/>
                <a:gd name="T65" fmla="*/ 103 h 103"/>
                <a:gd name="T66" fmla="*/ 6 w 9"/>
                <a:gd name="T67" fmla="*/ 98 h 103"/>
                <a:gd name="T68" fmla="*/ 6 w 9"/>
                <a:gd name="T69" fmla="*/ 99 h 103"/>
                <a:gd name="T70" fmla="*/ 6 w 9"/>
                <a:gd name="T71" fmla="*/ 103 h 103"/>
                <a:gd name="T72" fmla="*/ 6 w 9"/>
                <a:gd name="T73" fmla="*/ 98 h 103"/>
                <a:gd name="T74" fmla="*/ 6 w 9"/>
                <a:gd name="T75" fmla="*/ 93 h 103"/>
                <a:gd name="T76" fmla="*/ 7 w 9"/>
                <a:gd name="T77" fmla="*/ 94 h 103"/>
                <a:gd name="T78" fmla="*/ 7 w 9"/>
                <a:gd name="T79" fmla="*/ 95 h 103"/>
                <a:gd name="T80" fmla="*/ 7 w 9"/>
                <a:gd name="T81" fmla="*/ 94 h 103"/>
                <a:gd name="T82" fmla="*/ 7 w 9"/>
                <a:gd name="T83" fmla="*/ 95 h 103"/>
                <a:gd name="T84" fmla="*/ 7 w 9"/>
                <a:gd name="T85" fmla="*/ 98 h 103"/>
                <a:gd name="T86" fmla="*/ 7 w 9"/>
                <a:gd name="T87" fmla="*/ 96 h 103"/>
                <a:gd name="T88" fmla="*/ 7 w 9"/>
                <a:gd name="T89" fmla="*/ 90 h 103"/>
                <a:gd name="T90" fmla="*/ 8 w 9"/>
                <a:gd name="T91" fmla="*/ 89 h 103"/>
                <a:gd name="T92" fmla="*/ 8 w 9"/>
                <a:gd name="T93" fmla="*/ 91 h 103"/>
                <a:gd name="T94" fmla="*/ 8 w 9"/>
                <a:gd name="T95" fmla="*/ 86 h 103"/>
                <a:gd name="T96" fmla="*/ 8 w 9"/>
                <a:gd name="T97" fmla="*/ 81 h 103"/>
                <a:gd name="T98" fmla="*/ 9 w 9"/>
                <a:gd name="T99" fmla="*/ 84 h 103"/>
                <a:gd name="T100" fmla="*/ 9 w 9"/>
                <a:gd name="T101" fmla="*/ 81 h 103"/>
                <a:gd name="T102" fmla="*/ 9 w 9"/>
                <a:gd name="T103" fmla="*/ 7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03">
                  <a:moveTo>
                    <a:pt x="0" y="4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1" y="2"/>
                  </a:lnTo>
                  <a:lnTo>
                    <a:pt x="1" y="5"/>
                  </a:lnTo>
                  <a:lnTo>
                    <a:pt x="1" y="7"/>
                  </a:lnTo>
                  <a:lnTo>
                    <a:pt x="1" y="10"/>
                  </a:lnTo>
                  <a:lnTo>
                    <a:pt x="1" y="16"/>
                  </a:lnTo>
                  <a:lnTo>
                    <a:pt x="2" y="22"/>
                  </a:lnTo>
                  <a:lnTo>
                    <a:pt x="2" y="25"/>
                  </a:lnTo>
                  <a:lnTo>
                    <a:pt x="2" y="30"/>
                  </a:lnTo>
                  <a:lnTo>
                    <a:pt x="2" y="37"/>
                  </a:lnTo>
                  <a:lnTo>
                    <a:pt x="2" y="45"/>
                  </a:lnTo>
                  <a:lnTo>
                    <a:pt x="2" y="52"/>
                  </a:lnTo>
                  <a:lnTo>
                    <a:pt x="2" y="56"/>
                  </a:lnTo>
                  <a:lnTo>
                    <a:pt x="3" y="61"/>
                  </a:lnTo>
                  <a:lnTo>
                    <a:pt x="3" y="66"/>
                  </a:lnTo>
                  <a:lnTo>
                    <a:pt x="3" y="70"/>
                  </a:lnTo>
                  <a:lnTo>
                    <a:pt x="3" y="72"/>
                  </a:lnTo>
                  <a:lnTo>
                    <a:pt x="4" y="74"/>
                  </a:lnTo>
                  <a:lnTo>
                    <a:pt x="4" y="74"/>
                  </a:lnTo>
                  <a:lnTo>
                    <a:pt x="4" y="74"/>
                  </a:lnTo>
                  <a:lnTo>
                    <a:pt x="4" y="77"/>
                  </a:lnTo>
                  <a:lnTo>
                    <a:pt x="4" y="79"/>
                  </a:lnTo>
                  <a:lnTo>
                    <a:pt x="4" y="79"/>
                  </a:lnTo>
                  <a:lnTo>
                    <a:pt x="4" y="80"/>
                  </a:lnTo>
                  <a:lnTo>
                    <a:pt x="5" y="86"/>
                  </a:lnTo>
                  <a:lnTo>
                    <a:pt x="5" y="92"/>
                  </a:lnTo>
                  <a:lnTo>
                    <a:pt x="5" y="94"/>
                  </a:lnTo>
                  <a:lnTo>
                    <a:pt x="5" y="92"/>
                  </a:lnTo>
                  <a:lnTo>
                    <a:pt x="5" y="96"/>
                  </a:lnTo>
                  <a:lnTo>
                    <a:pt x="5" y="103"/>
                  </a:lnTo>
                  <a:lnTo>
                    <a:pt x="5" y="103"/>
                  </a:lnTo>
                  <a:lnTo>
                    <a:pt x="6" y="98"/>
                  </a:lnTo>
                  <a:lnTo>
                    <a:pt x="6" y="99"/>
                  </a:lnTo>
                  <a:lnTo>
                    <a:pt x="6" y="103"/>
                  </a:lnTo>
                  <a:lnTo>
                    <a:pt x="6" y="98"/>
                  </a:lnTo>
                  <a:lnTo>
                    <a:pt x="6" y="93"/>
                  </a:lnTo>
                  <a:lnTo>
                    <a:pt x="7" y="94"/>
                  </a:lnTo>
                  <a:lnTo>
                    <a:pt x="7" y="95"/>
                  </a:lnTo>
                  <a:lnTo>
                    <a:pt x="7" y="94"/>
                  </a:lnTo>
                  <a:lnTo>
                    <a:pt x="7" y="95"/>
                  </a:lnTo>
                  <a:lnTo>
                    <a:pt x="7" y="98"/>
                  </a:lnTo>
                  <a:lnTo>
                    <a:pt x="7" y="96"/>
                  </a:lnTo>
                  <a:lnTo>
                    <a:pt x="7" y="90"/>
                  </a:lnTo>
                  <a:lnTo>
                    <a:pt x="8" y="89"/>
                  </a:lnTo>
                  <a:lnTo>
                    <a:pt x="8" y="91"/>
                  </a:lnTo>
                  <a:lnTo>
                    <a:pt x="8" y="86"/>
                  </a:lnTo>
                  <a:lnTo>
                    <a:pt x="8" y="81"/>
                  </a:lnTo>
                  <a:lnTo>
                    <a:pt x="9" y="84"/>
                  </a:lnTo>
                  <a:lnTo>
                    <a:pt x="9" y="81"/>
                  </a:lnTo>
                  <a:lnTo>
                    <a:pt x="9" y="7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32" name="Freeform 676"/>
            <p:cNvSpPr/>
            <p:nvPr/>
          </p:nvSpPr>
          <p:spPr bwMode="auto">
            <a:xfrm>
              <a:off x="2693988" y="1949451"/>
              <a:ext cx="12700" cy="195263"/>
            </a:xfrm>
            <a:custGeom>
              <a:avLst/>
              <a:gdLst>
                <a:gd name="T0" fmla="*/ 0 w 8"/>
                <a:gd name="T1" fmla="*/ 123 h 123"/>
                <a:gd name="T2" fmla="*/ 0 w 8"/>
                <a:gd name="T3" fmla="*/ 115 h 123"/>
                <a:gd name="T4" fmla="*/ 0 w 8"/>
                <a:gd name="T5" fmla="*/ 115 h 123"/>
                <a:gd name="T6" fmla="*/ 0 w 8"/>
                <a:gd name="T7" fmla="*/ 120 h 123"/>
                <a:gd name="T8" fmla="*/ 0 w 8"/>
                <a:gd name="T9" fmla="*/ 119 h 123"/>
                <a:gd name="T10" fmla="*/ 0 w 8"/>
                <a:gd name="T11" fmla="*/ 114 h 123"/>
                <a:gd name="T12" fmla="*/ 1 w 8"/>
                <a:gd name="T13" fmla="*/ 111 h 123"/>
                <a:gd name="T14" fmla="*/ 1 w 8"/>
                <a:gd name="T15" fmla="*/ 109 h 123"/>
                <a:gd name="T16" fmla="*/ 1 w 8"/>
                <a:gd name="T17" fmla="*/ 103 h 123"/>
                <a:gd name="T18" fmla="*/ 1 w 8"/>
                <a:gd name="T19" fmla="*/ 94 h 123"/>
                <a:gd name="T20" fmla="*/ 1 w 8"/>
                <a:gd name="T21" fmla="*/ 88 h 123"/>
                <a:gd name="T22" fmla="*/ 1 w 8"/>
                <a:gd name="T23" fmla="*/ 85 h 123"/>
                <a:gd name="T24" fmla="*/ 1 w 8"/>
                <a:gd name="T25" fmla="*/ 76 h 123"/>
                <a:gd name="T26" fmla="*/ 2 w 8"/>
                <a:gd name="T27" fmla="*/ 69 h 123"/>
                <a:gd name="T28" fmla="*/ 2 w 8"/>
                <a:gd name="T29" fmla="*/ 66 h 123"/>
                <a:gd name="T30" fmla="*/ 2 w 8"/>
                <a:gd name="T31" fmla="*/ 61 h 123"/>
                <a:gd name="T32" fmla="*/ 2 w 8"/>
                <a:gd name="T33" fmla="*/ 54 h 123"/>
                <a:gd name="T34" fmla="*/ 2 w 8"/>
                <a:gd name="T35" fmla="*/ 52 h 123"/>
                <a:gd name="T36" fmla="*/ 3 w 8"/>
                <a:gd name="T37" fmla="*/ 47 h 123"/>
                <a:gd name="T38" fmla="*/ 3 w 8"/>
                <a:gd name="T39" fmla="*/ 35 h 123"/>
                <a:gd name="T40" fmla="*/ 3 w 8"/>
                <a:gd name="T41" fmla="*/ 30 h 123"/>
                <a:gd name="T42" fmla="*/ 3 w 8"/>
                <a:gd name="T43" fmla="*/ 26 h 123"/>
                <a:gd name="T44" fmla="*/ 3 w 8"/>
                <a:gd name="T45" fmla="*/ 18 h 123"/>
                <a:gd name="T46" fmla="*/ 3 w 8"/>
                <a:gd name="T47" fmla="*/ 11 h 123"/>
                <a:gd name="T48" fmla="*/ 4 w 8"/>
                <a:gd name="T49" fmla="*/ 9 h 123"/>
                <a:gd name="T50" fmla="*/ 4 w 8"/>
                <a:gd name="T51" fmla="*/ 8 h 123"/>
                <a:gd name="T52" fmla="*/ 4 w 8"/>
                <a:gd name="T53" fmla="*/ 5 h 123"/>
                <a:gd name="T54" fmla="*/ 4 w 8"/>
                <a:gd name="T55" fmla="*/ 3 h 123"/>
                <a:gd name="T56" fmla="*/ 4 w 8"/>
                <a:gd name="T57" fmla="*/ 4 h 123"/>
                <a:gd name="T58" fmla="*/ 5 w 8"/>
                <a:gd name="T59" fmla="*/ 7 h 123"/>
                <a:gd name="T60" fmla="*/ 5 w 8"/>
                <a:gd name="T61" fmla="*/ 8 h 123"/>
                <a:gd name="T62" fmla="*/ 5 w 8"/>
                <a:gd name="T63" fmla="*/ 9 h 123"/>
                <a:gd name="T64" fmla="*/ 5 w 8"/>
                <a:gd name="T65" fmla="*/ 10 h 123"/>
                <a:gd name="T66" fmla="*/ 5 w 8"/>
                <a:gd name="T67" fmla="*/ 7 h 123"/>
                <a:gd name="T68" fmla="*/ 5 w 8"/>
                <a:gd name="T69" fmla="*/ 2 h 123"/>
                <a:gd name="T70" fmla="*/ 5 w 8"/>
                <a:gd name="T71" fmla="*/ 4 h 123"/>
                <a:gd name="T72" fmla="*/ 6 w 8"/>
                <a:gd name="T73" fmla="*/ 3 h 123"/>
                <a:gd name="T74" fmla="*/ 6 w 8"/>
                <a:gd name="T75" fmla="*/ 0 h 123"/>
                <a:gd name="T76" fmla="*/ 6 w 8"/>
                <a:gd name="T77" fmla="*/ 0 h 123"/>
                <a:gd name="T78" fmla="*/ 6 w 8"/>
                <a:gd name="T79" fmla="*/ 2 h 123"/>
                <a:gd name="T80" fmla="*/ 6 w 8"/>
                <a:gd name="T81" fmla="*/ 0 h 123"/>
                <a:gd name="T82" fmla="*/ 6 w 8"/>
                <a:gd name="T83" fmla="*/ 2 h 123"/>
                <a:gd name="T84" fmla="*/ 6 w 8"/>
                <a:gd name="T85" fmla="*/ 5 h 123"/>
                <a:gd name="T86" fmla="*/ 7 w 8"/>
                <a:gd name="T87" fmla="*/ 8 h 123"/>
                <a:gd name="T88" fmla="*/ 7 w 8"/>
                <a:gd name="T89" fmla="*/ 10 h 123"/>
                <a:gd name="T90" fmla="*/ 7 w 8"/>
                <a:gd name="T91" fmla="*/ 11 h 123"/>
                <a:gd name="T92" fmla="*/ 7 w 8"/>
                <a:gd name="T93" fmla="*/ 12 h 123"/>
                <a:gd name="T94" fmla="*/ 8 w 8"/>
                <a:gd name="T95" fmla="*/ 13 h 123"/>
                <a:gd name="T96" fmla="*/ 8 w 8"/>
                <a:gd name="T97" fmla="*/ 12 h 123"/>
                <a:gd name="T98" fmla="*/ 8 w 8"/>
                <a:gd name="T99" fmla="*/ 11 h 123"/>
                <a:gd name="T100" fmla="*/ 8 w 8"/>
                <a:gd name="T101" fmla="*/ 11 h 123"/>
                <a:gd name="T102" fmla="*/ 8 w 8"/>
                <a:gd name="T103" fmla="*/ 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23">
                  <a:moveTo>
                    <a:pt x="0" y="123"/>
                  </a:moveTo>
                  <a:lnTo>
                    <a:pt x="0" y="115"/>
                  </a:lnTo>
                  <a:lnTo>
                    <a:pt x="0" y="115"/>
                  </a:lnTo>
                  <a:lnTo>
                    <a:pt x="0" y="120"/>
                  </a:lnTo>
                  <a:lnTo>
                    <a:pt x="0" y="119"/>
                  </a:lnTo>
                  <a:lnTo>
                    <a:pt x="0" y="114"/>
                  </a:lnTo>
                  <a:lnTo>
                    <a:pt x="1" y="111"/>
                  </a:lnTo>
                  <a:lnTo>
                    <a:pt x="1" y="109"/>
                  </a:lnTo>
                  <a:lnTo>
                    <a:pt x="1" y="103"/>
                  </a:lnTo>
                  <a:lnTo>
                    <a:pt x="1" y="94"/>
                  </a:lnTo>
                  <a:lnTo>
                    <a:pt x="1" y="88"/>
                  </a:lnTo>
                  <a:lnTo>
                    <a:pt x="1" y="85"/>
                  </a:lnTo>
                  <a:lnTo>
                    <a:pt x="1" y="76"/>
                  </a:lnTo>
                  <a:lnTo>
                    <a:pt x="2" y="69"/>
                  </a:lnTo>
                  <a:lnTo>
                    <a:pt x="2" y="66"/>
                  </a:lnTo>
                  <a:lnTo>
                    <a:pt x="2" y="61"/>
                  </a:lnTo>
                  <a:lnTo>
                    <a:pt x="2" y="54"/>
                  </a:lnTo>
                  <a:lnTo>
                    <a:pt x="2" y="52"/>
                  </a:lnTo>
                  <a:lnTo>
                    <a:pt x="3" y="47"/>
                  </a:lnTo>
                  <a:lnTo>
                    <a:pt x="3" y="35"/>
                  </a:lnTo>
                  <a:lnTo>
                    <a:pt x="3" y="30"/>
                  </a:lnTo>
                  <a:lnTo>
                    <a:pt x="3" y="26"/>
                  </a:lnTo>
                  <a:lnTo>
                    <a:pt x="3" y="18"/>
                  </a:lnTo>
                  <a:lnTo>
                    <a:pt x="3" y="11"/>
                  </a:lnTo>
                  <a:lnTo>
                    <a:pt x="4" y="9"/>
                  </a:lnTo>
                  <a:lnTo>
                    <a:pt x="4" y="8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4"/>
                  </a:lnTo>
                  <a:lnTo>
                    <a:pt x="5" y="7"/>
                  </a:lnTo>
                  <a:lnTo>
                    <a:pt x="5" y="8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7"/>
                  </a:lnTo>
                  <a:lnTo>
                    <a:pt x="5" y="2"/>
                  </a:lnTo>
                  <a:lnTo>
                    <a:pt x="5" y="4"/>
                  </a:lnTo>
                  <a:lnTo>
                    <a:pt x="6" y="3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5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8" y="13"/>
                  </a:lnTo>
                  <a:lnTo>
                    <a:pt x="8" y="12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33" name="Freeform 677"/>
            <p:cNvSpPr/>
            <p:nvPr/>
          </p:nvSpPr>
          <p:spPr bwMode="auto">
            <a:xfrm>
              <a:off x="2706688" y="1906589"/>
              <a:ext cx="12700" cy="68263"/>
            </a:xfrm>
            <a:custGeom>
              <a:avLst/>
              <a:gdLst>
                <a:gd name="T0" fmla="*/ 0 w 8"/>
                <a:gd name="T1" fmla="*/ 38 h 43"/>
                <a:gd name="T2" fmla="*/ 0 w 8"/>
                <a:gd name="T3" fmla="*/ 35 h 43"/>
                <a:gd name="T4" fmla="*/ 0 w 8"/>
                <a:gd name="T5" fmla="*/ 30 h 43"/>
                <a:gd name="T6" fmla="*/ 0 w 8"/>
                <a:gd name="T7" fmla="*/ 30 h 43"/>
                <a:gd name="T8" fmla="*/ 1 w 8"/>
                <a:gd name="T9" fmla="*/ 28 h 43"/>
                <a:gd name="T10" fmla="*/ 1 w 8"/>
                <a:gd name="T11" fmla="*/ 22 h 43"/>
                <a:gd name="T12" fmla="*/ 1 w 8"/>
                <a:gd name="T13" fmla="*/ 19 h 43"/>
                <a:gd name="T14" fmla="*/ 1 w 8"/>
                <a:gd name="T15" fmla="*/ 18 h 43"/>
                <a:gd name="T16" fmla="*/ 1 w 8"/>
                <a:gd name="T17" fmla="*/ 13 h 43"/>
                <a:gd name="T18" fmla="*/ 2 w 8"/>
                <a:gd name="T19" fmla="*/ 8 h 43"/>
                <a:gd name="T20" fmla="*/ 2 w 8"/>
                <a:gd name="T21" fmla="*/ 7 h 43"/>
                <a:gd name="T22" fmla="*/ 2 w 8"/>
                <a:gd name="T23" fmla="*/ 5 h 43"/>
                <a:gd name="T24" fmla="*/ 2 w 8"/>
                <a:gd name="T25" fmla="*/ 4 h 43"/>
                <a:gd name="T26" fmla="*/ 2 w 8"/>
                <a:gd name="T27" fmla="*/ 5 h 43"/>
                <a:gd name="T28" fmla="*/ 2 w 8"/>
                <a:gd name="T29" fmla="*/ 5 h 43"/>
                <a:gd name="T30" fmla="*/ 2 w 8"/>
                <a:gd name="T31" fmla="*/ 5 h 43"/>
                <a:gd name="T32" fmla="*/ 3 w 8"/>
                <a:gd name="T33" fmla="*/ 5 h 43"/>
                <a:gd name="T34" fmla="*/ 3 w 8"/>
                <a:gd name="T35" fmla="*/ 7 h 43"/>
                <a:gd name="T36" fmla="*/ 3 w 8"/>
                <a:gd name="T37" fmla="*/ 9 h 43"/>
                <a:gd name="T38" fmla="*/ 3 w 8"/>
                <a:gd name="T39" fmla="*/ 8 h 43"/>
                <a:gd name="T40" fmla="*/ 3 w 8"/>
                <a:gd name="T41" fmla="*/ 7 h 43"/>
                <a:gd name="T42" fmla="*/ 3 w 8"/>
                <a:gd name="T43" fmla="*/ 7 h 43"/>
                <a:gd name="T44" fmla="*/ 3 w 8"/>
                <a:gd name="T45" fmla="*/ 3 h 43"/>
                <a:gd name="T46" fmla="*/ 4 w 8"/>
                <a:gd name="T47" fmla="*/ 0 h 43"/>
                <a:gd name="T48" fmla="*/ 4 w 8"/>
                <a:gd name="T49" fmla="*/ 0 h 43"/>
                <a:gd name="T50" fmla="*/ 4 w 8"/>
                <a:gd name="T51" fmla="*/ 1 h 43"/>
                <a:gd name="T52" fmla="*/ 4 w 8"/>
                <a:gd name="T53" fmla="*/ 1 h 43"/>
                <a:gd name="T54" fmla="*/ 5 w 8"/>
                <a:gd name="T55" fmla="*/ 2 h 43"/>
                <a:gd name="T56" fmla="*/ 5 w 8"/>
                <a:gd name="T57" fmla="*/ 2 h 43"/>
                <a:gd name="T58" fmla="*/ 5 w 8"/>
                <a:gd name="T59" fmla="*/ 4 h 43"/>
                <a:gd name="T60" fmla="*/ 5 w 8"/>
                <a:gd name="T61" fmla="*/ 10 h 43"/>
                <a:gd name="T62" fmla="*/ 5 w 8"/>
                <a:gd name="T63" fmla="*/ 16 h 43"/>
                <a:gd name="T64" fmla="*/ 5 w 8"/>
                <a:gd name="T65" fmla="*/ 20 h 43"/>
                <a:gd name="T66" fmla="*/ 5 w 8"/>
                <a:gd name="T67" fmla="*/ 25 h 43"/>
                <a:gd name="T68" fmla="*/ 6 w 8"/>
                <a:gd name="T69" fmla="*/ 30 h 43"/>
                <a:gd name="T70" fmla="*/ 6 w 8"/>
                <a:gd name="T71" fmla="*/ 34 h 43"/>
                <a:gd name="T72" fmla="*/ 6 w 8"/>
                <a:gd name="T73" fmla="*/ 37 h 43"/>
                <a:gd name="T74" fmla="*/ 6 w 8"/>
                <a:gd name="T75" fmla="*/ 40 h 43"/>
                <a:gd name="T76" fmla="*/ 6 w 8"/>
                <a:gd name="T77" fmla="*/ 41 h 43"/>
                <a:gd name="T78" fmla="*/ 7 w 8"/>
                <a:gd name="T79" fmla="*/ 42 h 43"/>
                <a:gd name="T80" fmla="*/ 7 w 8"/>
                <a:gd name="T81" fmla="*/ 42 h 43"/>
                <a:gd name="T82" fmla="*/ 7 w 8"/>
                <a:gd name="T83" fmla="*/ 42 h 43"/>
                <a:gd name="T84" fmla="*/ 7 w 8"/>
                <a:gd name="T85" fmla="*/ 42 h 43"/>
                <a:gd name="T86" fmla="*/ 7 w 8"/>
                <a:gd name="T87" fmla="*/ 42 h 43"/>
                <a:gd name="T88" fmla="*/ 7 w 8"/>
                <a:gd name="T89" fmla="*/ 43 h 43"/>
                <a:gd name="T90" fmla="*/ 7 w 8"/>
                <a:gd name="T91" fmla="*/ 42 h 43"/>
                <a:gd name="T92" fmla="*/ 8 w 8"/>
                <a:gd name="T93" fmla="*/ 39 h 43"/>
                <a:gd name="T94" fmla="*/ 8 w 8"/>
                <a:gd name="T95" fmla="*/ 37 h 43"/>
                <a:gd name="T96" fmla="*/ 8 w 8"/>
                <a:gd name="T97" fmla="*/ 35 h 43"/>
                <a:gd name="T98" fmla="*/ 8 w 8"/>
                <a:gd name="T99" fmla="*/ 32 h 43"/>
                <a:gd name="T100" fmla="*/ 8 w 8"/>
                <a:gd name="T101" fmla="*/ 29 h 43"/>
                <a:gd name="T102" fmla="*/ 8 w 8"/>
                <a:gd name="T103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3">
                  <a:moveTo>
                    <a:pt x="0" y="38"/>
                  </a:moveTo>
                  <a:lnTo>
                    <a:pt x="0" y="35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1" y="28"/>
                  </a:lnTo>
                  <a:lnTo>
                    <a:pt x="1" y="22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3"/>
                  </a:lnTo>
                  <a:lnTo>
                    <a:pt x="2" y="8"/>
                  </a:lnTo>
                  <a:lnTo>
                    <a:pt x="2" y="7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3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10"/>
                  </a:lnTo>
                  <a:lnTo>
                    <a:pt x="5" y="16"/>
                  </a:lnTo>
                  <a:lnTo>
                    <a:pt x="5" y="20"/>
                  </a:lnTo>
                  <a:lnTo>
                    <a:pt x="5" y="25"/>
                  </a:lnTo>
                  <a:lnTo>
                    <a:pt x="6" y="30"/>
                  </a:lnTo>
                  <a:lnTo>
                    <a:pt x="6" y="34"/>
                  </a:lnTo>
                  <a:lnTo>
                    <a:pt x="6" y="37"/>
                  </a:lnTo>
                  <a:lnTo>
                    <a:pt x="6" y="40"/>
                  </a:lnTo>
                  <a:lnTo>
                    <a:pt x="6" y="41"/>
                  </a:lnTo>
                  <a:lnTo>
                    <a:pt x="7" y="42"/>
                  </a:lnTo>
                  <a:lnTo>
                    <a:pt x="7" y="42"/>
                  </a:lnTo>
                  <a:lnTo>
                    <a:pt x="7" y="42"/>
                  </a:lnTo>
                  <a:lnTo>
                    <a:pt x="7" y="42"/>
                  </a:lnTo>
                  <a:lnTo>
                    <a:pt x="7" y="42"/>
                  </a:lnTo>
                  <a:lnTo>
                    <a:pt x="7" y="43"/>
                  </a:lnTo>
                  <a:lnTo>
                    <a:pt x="7" y="42"/>
                  </a:lnTo>
                  <a:lnTo>
                    <a:pt x="8" y="39"/>
                  </a:lnTo>
                  <a:lnTo>
                    <a:pt x="8" y="37"/>
                  </a:lnTo>
                  <a:lnTo>
                    <a:pt x="8" y="35"/>
                  </a:lnTo>
                  <a:lnTo>
                    <a:pt x="8" y="32"/>
                  </a:lnTo>
                  <a:lnTo>
                    <a:pt x="8" y="29"/>
                  </a:lnTo>
                  <a:lnTo>
                    <a:pt x="8" y="2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34" name="Freeform 678"/>
            <p:cNvSpPr/>
            <p:nvPr/>
          </p:nvSpPr>
          <p:spPr bwMode="auto">
            <a:xfrm>
              <a:off x="2719388" y="1916114"/>
              <a:ext cx="14288" cy="115888"/>
            </a:xfrm>
            <a:custGeom>
              <a:avLst/>
              <a:gdLst>
                <a:gd name="T0" fmla="*/ 0 w 9"/>
                <a:gd name="T1" fmla="*/ 23 h 73"/>
                <a:gd name="T2" fmla="*/ 0 w 9"/>
                <a:gd name="T3" fmla="*/ 21 h 73"/>
                <a:gd name="T4" fmla="*/ 1 w 9"/>
                <a:gd name="T5" fmla="*/ 18 h 73"/>
                <a:gd name="T6" fmla="*/ 1 w 9"/>
                <a:gd name="T7" fmla="*/ 17 h 73"/>
                <a:gd name="T8" fmla="*/ 1 w 9"/>
                <a:gd name="T9" fmla="*/ 17 h 73"/>
                <a:gd name="T10" fmla="*/ 1 w 9"/>
                <a:gd name="T11" fmla="*/ 15 h 73"/>
                <a:gd name="T12" fmla="*/ 1 w 9"/>
                <a:gd name="T13" fmla="*/ 15 h 73"/>
                <a:gd name="T14" fmla="*/ 2 w 9"/>
                <a:gd name="T15" fmla="*/ 18 h 73"/>
                <a:gd name="T16" fmla="*/ 2 w 9"/>
                <a:gd name="T17" fmla="*/ 17 h 73"/>
                <a:gd name="T18" fmla="*/ 2 w 9"/>
                <a:gd name="T19" fmla="*/ 16 h 73"/>
                <a:gd name="T20" fmla="*/ 2 w 9"/>
                <a:gd name="T21" fmla="*/ 16 h 73"/>
                <a:gd name="T22" fmla="*/ 2 w 9"/>
                <a:gd name="T23" fmla="*/ 15 h 73"/>
                <a:gd name="T24" fmla="*/ 2 w 9"/>
                <a:gd name="T25" fmla="*/ 12 h 73"/>
                <a:gd name="T26" fmla="*/ 2 w 9"/>
                <a:gd name="T27" fmla="*/ 11 h 73"/>
                <a:gd name="T28" fmla="*/ 3 w 9"/>
                <a:gd name="T29" fmla="*/ 8 h 73"/>
                <a:gd name="T30" fmla="*/ 3 w 9"/>
                <a:gd name="T31" fmla="*/ 7 h 73"/>
                <a:gd name="T32" fmla="*/ 3 w 9"/>
                <a:gd name="T33" fmla="*/ 7 h 73"/>
                <a:gd name="T34" fmla="*/ 3 w 9"/>
                <a:gd name="T35" fmla="*/ 7 h 73"/>
                <a:gd name="T36" fmla="*/ 4 w 9"/>
                <a:gd name="T37" fmla="*/ 7 h 73"/>
                <a:gd name="T38" fmla="*/ 4 w 9"/>
                <a:gd name="T39" fmla="*/ 5 h 73"/>
                <a:gd name="T40" fmla="*/ 4 w 9"/>
                <a:gd name="T41" fmla="*/ 4 h 73"/>
                <a:gd name="T42" fmla="*/ 4 w 9"/>
                <a:gd name="T43" fmla="*/ 4 h 73"/>
                <a:gd name="T44" fmla="*/ 4 w 9"/>
                <a:gd name="T45" fmla="*/ 2 h 73"/>
                <a:gd name="T46" fmla="*/ 4 w 9"/>
                <a:gd name="T47" fmla="*/ 2 h 73"/>
                <a:gd name="T48" fmla="*/ 4 w 9"/>
                <a:gd name="T49" fmla="*/ 2 h 73"/>
                <a:gd name="T50" fmla="*/ 5 w 9"/>
                <a:gd name="T51" fmla="*/ 1 h 73"/>
                <a:gd name="T52" fmla="*/ 5 w 9"/>
                <a:gd name="T53" fmla="*/ 0 h 73"/>
                <a:gd name="T54" fmla="*/ 5 w 9"/>
                <a:gd name="T55" fmla="*/ 2 h 73"/>
                <a:gd name="T56" fmla="*/ 5 w 9"/>
                <a:gd name="T57" fmla="*/ 6 h 73"/>
                <a:gd name="T58" fmla="*/ 5 w 9"/>
                <a:gd name="T59" fmla="*/ 7 h 73"/>
                <a:gd name="T60" fmla="*/ 5 w 9"/>
                <a:gd name="T61" fmla="*/ 10 h 73"/>
                <a:gd name="T62" fmla="*/ 5 w 9"/>
                <a:gd name="T63" fmla="*/ 16 h 73"/>
                <a:gd name="T64" fmla="*/ 6 w 9"/>
                <a:gd name="T65" fmla="*/ 21 h 73"/>
                <a:gd name="T66" fmla="*/ 6 w 9"/>
                <a:gd name="T67" fmla="*/ 27 h 73"/>
                <a:gd name="T68" fmla="*/ 6 w 9"/>
                <a:gd name="T69" fmla="*/ 33 h 73"/>
                <a:gd name="T70" fmla="*/ 6 w 9"/>
                <a:gd name="T71" fmla="*/ 37 h 73"/>
                <a:gd name="T72" fmla="*/ 6 w 9"/>
                <a:gd name="T73" fmla="*/ 39 h 73"/>
                <a:gd name="T74" fmla="*/ 7 w 9"/>
                <a:gd name="T75" fmla="*/ 42 h 73"/>
                <a:gd name="T76" fmla="*/ 7 w 9"/>
                <a:gd name="T77" fmla="*/ 44 h 73"/>
                <a:gd name="T78" fmla="*/ 7 w 9"/>
                <a:gd name="T79" fmla="*/ 46 h 73"/>
                <a:gd name="T80" fmla="*/ 7 w 9"/>
                <a:gd name="T81" fmla="*/ 47 h 73"/>
                <a:gd name="T82" fmla="*/ 7 w 9"/>
                <a:gd name="T83" fmla="*/ 49 h 73"/>
                <a:gd name="T84" fmla="*/ 7 w 9"/>
                <a:gd name="T85" fmla="*/ 52 h 73"/>
                <a:gd name="T86" fmla="*/ 7 w 9"/>
                <a:gd name="T87" fmla="*/ 54 h 73"/>
                <a:gd name="T88" fmla="*/ 8 w 9"/>
                <a:gd name="T89" fmla="*/ 53 h 73"/>
                <a:gd name="T90" fmla="*/ 8 w 9"/>
                <a:gd name="T91" fmla="*/ 56 h 73"/>
                <a:gd name="T92" fmla="*/ 8 w 9"/>
                <a:gd name="T93" fmla="*/ 63 h 73"/>
                <a:gd name="T94" fmla="*/ 8 w 9"/>
                <a:gd name="T95" fmla="*/ 65 h 73"/>
                <a:gd name="T96" fmla="*/ 9 w 9"/>
                <a:gd name="T97" fmla="*/ 65 h 73"/>
                <a:gd name="T98" fmla="*/ 9 w 9"/>
                <a:gd name="T99" fmla="*/ 68 h 73"/>
                <a:gd name="T100" fmla="*/ 9 w 9"/>
                <a:gd name="T101" fmla="*/ 71 h 73"/>
                <a:gd name="T102" fmla="*/ 9 w 9"/>
                <a:gd name="T10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73">
                  <a:moveTo>
                    <a:pt x="0" y="23"/>
                  </a:moveTo>
                  <a:lnTo>
                    <a:pt x="0" y="21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1" y="17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12"/>
                  </a:lnTo>
                  <a:lnTo>
                    <a:pt x="2" y="11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4" y="7"/>
                  </a:lnTo>
                  <a:lnTo>
                    <a:pt x="4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2"/>
                  </a:lnTo>
                  <a:lnTo>
                    <a:pt x="5" y="6"/>
                  </a:lnTo>
                  <a:lnTo>
                    <a:pt x="5" y="7"/>
                  </a:lnTo>
                  <a:lnTo>
                    <a:pt x="5" y="10"/>
                  </a:lnTo>
                  <a:lnTo>
                    <a:pt x="5" y="16"/>
                  </a:lnTo>
                  <a:lnTo>
                    <a:pt x="6" y="21"/>
                  </a:lnTo>
                  <a:lnTo>
                    <a:pt x="6" y="27"/>
                  </a:lnTo>
                  <a:lnTo>
                    <a:pt x="6" y="33"/>
                  </a:lnTo>
                  <a:lnTo>
                    <a:pt x="6" y="37"/>
                  </a:lnTo>
                  <a:lnTo>
                    <a:pt x="6" y="39"/>
                  </a:lnTo>
                  <a:lnTo>
                    <a:pt x="7" y="42"/>
                  </a:lnTo>
                  <a:lnTo>
                    <a:pt x="7" y="44"/>
                  </a:lnTo>
                  <a:lnTo>
                    <a:pt x="7" y="46"/>
                  </a:lnTo>
                  <a:lnTo>
                    <a:pt x="7" y="47"/>
                  </a:lnTo>
                  <a:lnTo>
                    <a:pt x="7" y="49"/>
                  </a:lnTo>
                  <a:lnTo>
                    <a:pt x="7" y="52"/>
                  </a:lnTo>
                  <a:lnTo>
                    <a:pt x="7" y="54"/>
                  </a:lnTo>
                  <a:lnTo>
                    <a:pt x="8" y="53"/>
                  </a:lnTo>
                  <a:lnTo>
                    <a:pt x="8" y="56"/>
                  </a:lnTo>
                  <a:lnTo>
                    <a:pt x="8" y="63"/>
                  </a:lnTo>
                  <a:lnTo>
                    <a:pt x="8" y="65"/>
                  </a:lnTo>
                  <a:lnTo>
                    <a:pt x="9" y="65"/>
                  </a:lnTo>
                  <a:lnTo>
                    <a:pt x="9" y="68"/>
                  </a:lnTo>
                  <a:lnTo>
                    <a:pt x="9" y="71"/>
                  </a:lnTo>
                  <a:lnTo>
                    <a:pt x="9" y="7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35" name="Freeform 679"/>
            <p:cNvSpPr/>
            <p:nvPr/>
          </p:nvSpPr>
          <p:spPr bwMode="auto">
            <a:xfrm>
              <a:off x="2733675" y="2028826"/>
              <a:ext cx="12700" cy="134938"/>
            </a:xfrm>
            <a:custGeom>
              <a:avLst/>
              <a:gdLst>
                <a:gd name="T0" fmla="*/ 0 w 8"/>
                <a:gd name="T1" fmla="*/ 0 h 85"/>
                <a:gd name="T2" fmla="*/ 0 w 8"/>
                <a:gd name="T3" fmla="*/ 2 h 85"/>
                <a:gd name="T4" fmla="*/ 0 w 8"/>
                <a:gd name="T5" fmla="*/ 4 h 85"/>
                <a:gd name="T6" fmla="*/ 0 w 8"/>
                <a:gd name="T7" fmla="*/ 4 h 85"/>
                <a:gd name="T8" fmla="*/ 0 w 8"/>
                <a:gd name="T9" fmla="*/ 4 h 85"/>
                <a:gd name="T10" fmla="*/ 1 w 8"/>
                <a:gd name="T11" fmla="*/ 7 h 85"/>
                <a:gd name="T12" fmla="*/ 1 w 8"/>
                <a:gd name="T13" fmla="*/ 8 h 85"/>
                <a:gd name="T14" fmla="*/ 1 w 8"/>
                <a:gd name="T15" fmla="*/ 6 h 85"/>
                <a:gd name="T16" fmla="*/ 1 w 8"/>
                <a:gd name="T17" fmla="*/ 4 h 85"/>
                <a:gd name="T18" fmla="*/ 1 w 8"/>
                <a:gd name="T19" fmla="*/ 5 h 85"/>
                <a:gd name="T20" fmla="*/ 1 w 8"/>
                <a:gd name="T21" fmla="*/ 9 h 85"/>
                <a:gd name="T22" fmla="*/ 1 w 8"/>
                <a:gd name="T23" fmla="*/ 9 h 85"/>
                <a:gd name="T24" fmla="*/ 2 w 8"/>
                <a:gd name="T25" fmla="*/ 4 h 85"/>
                <a:gd name="T26" fmla="*/ 2 w 8"/>
                <a:gd name="T27" fmla="*/ 5 h 85"/>
                <a:gd name="T28" fmla="*/ 2 w 8"/>
                <a:gd name="T29" fmla="*/ 9 h 85"/>
                <a:gd name="T30" fmla="*/ 2 w 8"/>
                <a:gd name="T31" fmla="*/ 7 h 85"/>
                <a:gd name="T32" fmla="*/ 2 w 8"/>
                <a:gd name="T33" fmla="*/ 10 h 85"/>
                <a:gd name="T34" fmla="*/ 3 w 8"/>
                <a:gd name="T35" fmla="*/ 19 h 85"/>
                <a:gd name="T36" fmla="*/ 3 w 8"/>
                <a:gd name="T37" fmla="*/ 23 h 85"/>
                <a:gd name="T38" fmla="*/ 3 w 8"/>
                <a:gd name="T39" fmla="*/ 22 h 85"/>
                <a:gd name="T40" fmla="*/ 3 w 8"/>
                <a:gd name="T41" fmla="*/ 27 h 85"/>
                <a:gd name="T42" fmla="*/ 3 w 8"/>
                <a:gd name="T43" fmla="*/ 34 h 85"/>
                <a:gd name="T44" fmla="*/ 3 w 8"/>
                <a:gd name="T45" fmla="*/ 41 h 85"/>
                <a:gd name="T46" fmla="*/ 3 w 8"/>
                <a:gd name="T47" fmla="*/ 47 h 85"/>
                <a:gd name="T48" fmla="*/ 4 w 8"/>
                <a:gd name="T49" fmla="*/ 51 h 85"/>
                <a:gd name="T50" fmla="*/ 4 w 8"/>
                <a:gd name="T51" fmla="*/ 50 h 85"/>
                <a:gd name="T52" fmla="*/ 4 w 8"/>
                <a:gd name="T53" fmla="*/ 48 h 85"/>
                <a:gd name="T54" fmla="*/ 4 w 8"/>
                <a:gd name="T55" fmla="*/ 49 h 85"/>
                <a:gd name="T56" fmla="*/ 5 w 8"/>
                <a:gd name="T57" fmla="*/ 53 h 85"/>
                <a:gd name="T58" fmla="*/ 5 w 8"/>
                <a:gd name="T59" fmla="*/ 53 h 85"/>
                <a:gd name="T60" fmla="*/ 5 w 8"/>
                <a:gd name="T61" fmla="*/ 48 h 85"/>
                <a:gd name="T62" fmla="*/ 5 w 8"/>
                <a:gd name="T63" fmla="*/ 49 h 85"/>
                <a:gd name="T64" fmla="*/ 5 w 8"/>
                <a:gd name="T65" fmla="*/ 54 h 85"/>
                <a:gd name="T66" fmla="*/ 5 w 8"/>
                <a:gd name="T67" fmla="*/ 53 h 85"/>
                <a:gd name="T68" fmla="*/ 5 w 8"/>
                <a:gd name="T69" fmla="*/ 54 h 85"/>
                <a:gd name="T70" fmla="*/ 6 w 8"/>
                <a:gd name="T71" fmla="*/ 61 h 85"/>
                <a:gd name="T72" fmla="*/ 6 w 8"/>
                <a:gd name="T73" fmla="*/ 66 h 85"/>
                <a:gd name="T74" fmla="*/ 6 w 8"/>
                <a:gd name="T75" fmla="*/ 67 h 85"/>
                <a:gd name="T76" fmla="*/ 6 w 8"/>
                <a:gd name="T77" fmla="*/ 66 h 85"/>
                <a:gd name="T78" fmla="*/ 6 w 8"/>
                <a:gd name="T79" fmla="*/ 65 h 85"/>
                <a:gd name="T80" fmla="*/ 6 w 8"/>
                <a:gd name="T81" fmla="*/ 71 h 85"/>
                <a:gd name="T82" fmla="*/ 6 w 8"/>
                <a:gd name="T83" fmla="*/ 76 h 85"/>
                <a:gd name="T84" fmla="*/ 7 w 8"/>
                <a:gd name="T85" fmla="*/ 74 h 85"/>
                <a:gd name="T86" fmla="*/ 7 w 8"/>
                <a:gd name="T87" fmla="*/ 73 h 85"/>
                <a:gd name="T88" fmla="*/ 7 w 8"/>
                <a:gd name="T89" fmla="*/ 78 h 85"/>
                <a:gd name="T90" fmla="*/ 7 w 8"/>
                <a:gd name="T91" fmla="*/ 81 h 85"/>
                <a:gd name="T92" fmla="*/ 8 w 8"/>
                <a:gd name="T93" fmla="*/ 81 h 85"/>
                <a:gd name="T94" fmla="*/ 8 w 8"/>
                <a:gd name="T95" fmla="*/ 83 h 85"/>
                <a:gd name="T96" fmla="*/ 8 w 8"/>
                <a:gd name="T97" fmla="*/ 84 h 85"/>
                <a:gd name="T98" fmla="*/ 8 w 8"/>
                <a:gd name="T99" fmla="*/ 85 h 85"/>
                <a:gd name="T100" fmla="*/ 8 w 8"/>
                <a:gd name="T101" fmla="*/ 84 h 85"/>
                <a:gd name="T102" fmla="*/ 8 w 8"/>
                <a:gd name="T103" fmla="*/ 8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5">
                  <a:moveTo>
                    <a:pt x="0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6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9"/>
                  </a:lnTo>
                  <a:lnTo>
                    <a:pt x="1" y="9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9"/>
                  </a:lnTo>
                  <a:lnTo>
                    <a:pt x="2" y="7"/>
                  </a:lnTo>
                  <a:lnTo>
                    <a:pt x="2" y="10"/>
                  </a:lnTo>
                  <a:lnTo>
                    <a:pt x="3" y="19"/>
                  </a:lnTo>
                  <a:lnTo>
                    <a:pt x="3" y="23"/>
                  </a:lnTo>
                  <a:lnTo>
                    <a:pt x="3" y="22"/>
                  </a:lnTo>
                  <a:lnTo>
                    <a:pt x="3" y="27"/>
                  </a:lnTo>
                  <a:lnTo>
                    <a:pt x="3" y="34"/>
                  </a:lnTo>
                  <a:lnTo>
                    <a:pt x="3" y="41"/>
                  </a:lnTo>
                  <a:lnTo>
                    <a:pt x="3" y="47"/>
                  </a:lnTo>
                  <a:lnTo>
                    <a:pt x="4" y="51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9"/>
                  </a:lnTo>
                  <a:lnTo>
                    <a:pt x="5" y="53"/>
                  </a:lnTo>
                  <a:lnTo>
                    <a:pt x="5" y="53"/>
                  </a:lnTo>
                  <a:lnTo>
                    <a:pt x="5" y="48"/>
                  </a:lnTo>
                  <a:lnTo>
                    <a:pt x="5" y="49"/>
                  </a:lnTo>
                  <a:lnTo>
                    <a:pt x="5" y="54"/>
                  </a:lnTo>
                  <a:lnTo>
                    <a:pt x="5" y="53"/>
                  </a:lnTo>
                  <a:lnTo>
                    <a:pt x="5" y="54"/>
                  </a:lnTo>
                  <a:lnTo>
                    <a:pt x="6" y="61"/>
                  </a:lnTo>
                  <a:lnTo>
                    <a:pt x="6" y="66"/>
                  </a:lnTo>
                  <a:lnTo>
                    <a:pt x="6" y="67"/>
                  </a:lnTo>
                  <a:lnTo>
                    <a:pt x="6" y="66"/>
                  </a:lnTo>
                  <a:lnTo>
                    <a:pt x="6" y="65"/>
                  </a:lnTo>
                  <a:lnTo>
                    <a:pt x="6" y="71"/>
                  </a:lnTo>
                  <a:lnTo>
                    <a:pt x="6" y="76"/>
                  </a:lnTo>
                  <a:lnTo>
                    <a:pt x="7" y="74"/>
                  </a:lnTo>
                  <a:lnTo>
                    <a:pt x="7" y="73"/>
                  </a:lnTo>
                  <a:lnTo>
                    <a:pt x="7" y="78"/>
                  </a:lnTo>
                  <a:lnTo>
                    <a:pt x="7" y="81"/>
                  </a:lnTo>
                  <a:lnTo>
                    <a:pt x="8" y="81"/>
                  </a:lnTo>
                  <a:lnTo>
                    <a:pt x="8" y="83"/>
                  </a:lnTo>
                  <a:lnTo>
                    <a:pt x="8" y="84"/>
                  </a:lnTo>
                  <a:lnTo>
                    <a:pt x="8" y="85"/>
                  </a:lnTo>
                  <a:lnTo>
                    <a:pt x="8" y="84"/>
                  </a:lnTo>
                  <a:lnTo>
                    <a:pt x="8" y="8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36" name="Freeform 680"/>
            <p:cNvSpPr/>
            <p:nvPr/>
          </p:nvSpPr>
          <p:spPr bwMode="auto">
            <a:xfrm>
              <a:off x="2746375" y="1944689"/>
              <a:ext cx="14288" cy="219075"/>
            </a:xfrm>
            <a:custGeom>
              <a:avLst/>
              <a:gdLst>
                <a:gd name="T0" fmla="*/ 0 w 9"/>
                <a:gd name="T1" fmla="*/ 137 h 138"/>
                <a:gd name="T2" fmla="*/ 0 w 9"/>
                <a:gd name="T3" fmla="*/ 134 h 138"/>
                <a:gd name="T4" fmla="*/ 0 w 9"/>
                <a:gd name="T5" fmla="*/ 131 h 138"/>
                <a:gd name="T6" fmla="*/ 1 w 9"/>
                <a:gd name="T7" fmla="*/ 128 h 138"/>
                <a:gd name="T8" fmla="*/ 1 w 9"/>
                <a:gd name="T9" fmla="*/ 125 h 138"/>
                <a:gd name="T10" fmla="*/ 1 w 9"/>
                <a:gd name="T11" fmla="*/ 131 h 138"/>
                <a:gd name="T12" fmla="*/ 1 w 9"/>
                <a:gd name="T13" fmla="*/ 138 h 138"/>
                <a:gd name="T14" fmla="*/ 1 w 9"/>
                <a:gd name="T15" fmla="*/ 136 h 138"/>
                <a:gd name="T16" fmla="*/ 2 w 9"/>
                <a:gd name="T17" fmla="*/ 133 h 138"/>
                <a:gd name="T18" fmla="*/ 2 w 9"/>
                <a:gd name="T19" fmla="*/ 136 h 138"/>
                <a:gd name="T20" fmla="*/ 2 w 9"/>
                <a:gd name="T21" fmla="*/ 136 h 138"/>
                <a:gd name="T22" fmla="*/ 2 w 9"/>
                <a:gd name="T23" fmla="*/ 135 h 138"/>
                <a:gd name="T24" fmla="*/ 2 w 9"/>
                <a:gd name="T25" fmla="*/ 138 h 138"/>
                <a:gd name="T26" fmla="*/ 2 w 9"/>
                <a:gd name="T27" fmla="*/ 137 h 138"/>
                <a:gd name="T28" fmla="*/ 2 w 9"/>
                <a:gd name="T29" fmla="*/ 131 h 138"/>
                <a:gd name="T30" fmla="*/ 3 w 9"/>
                <a:gd name="T31" fmla="*/ 125 h 138"/>
                <a:gd name="T32" fmla="*/ 3 w 9"/>
                <a:gd name="T33" fmla="*/ 122 h 138"/>
                <a:gd name="T34" fmla="*/ 3 w 9"/>
                <a:gd name="T35" fmla="*/ 124 h 138"/>
                <a:gd name="T36" fmla="*/ 3 w 9"/>
                <a:gd name="T37" fmla="*/ 125 h 138"/>
                <a:gd name="T38" fmla="*/ 3 w 9"/>
                <a:gd name="T39" fmla="*/ 124 h 138"/>
                <a:gd name="T40" fmla="*/ 3 w 9"/>
                <a:gd name="T41" fmla="*/ 124 h 138"/>
                <a:gd name="T42" fmla="*/ 3 w 9"/>
                <a:gd name="T43" fmla="*/ 119 h 138"/>
                <a:gd name="T44" fmla="*/ 4 w 9"/>
                <a:gd name="T45" fmla="*/ 109 h 138"/>
                <a:gd name="T46" fmla="*/ 4 w 9"/>
                <a:gd name="T47" fmla="*/ 106 h 138"/>
                <a:gd name="T48" fmla="*/ 4 w 9"/>
                <a:gd name="T49" fmla="*/ 107 h 138"/>
                <a:gd name="T50" fmla="*/ 4 w 9"/>
                <a:gd name="T51" fmla="*/ 99 h 138"/>
                <a:gd name="T52" fmla="*/ 5 w 9"/>
                <a:gd name="T53" fmla="*/ 87 h 138"/>
                <a:gd name="T54" fmla="*/ 5 w 9"/>
                <a:gd name="T55" fmla="*/ 80 h 138"/>
                <a:gd name="T56" fmla="*/ 5 w 9"/>
                <a:gd name="T57" fmla="*/ 74 h 138"/>
                <a:gd name="T58" fmla="*/ 5 w 9"/>
                <a:gd name="T59" fmla="*/ 68 h 138"/>
                <a:gd name="T60" fmla="*/ 5 w 9"/>
                <a:gd name="T61" fmla="*/ 65 h 138"/>
                <a:gd name="T62" fmla="*/ 5 w 9"/>
                <a:gd name="T63" fmla="*/ 60 h 138"/>
                <a:gd name="T64" fmla="*/ 5 w 9"/>
                <a:gd name="T65" fmla="*/ 55 h 138"/>
                <a:gd name="T66" fmla="*/ 6 w 9"/>
                <a:gd name="T67" fmla="*/ 51 h 138"/>
                <a:gd name="T68" fmla="*/ 6 w 9"/>
                <a:gd name="T69" fmla="*/ 45 h 138"/>
                <a:gd name="T70" fmla="*/ 6 w 9"/>
                <a:gd name="T71" fmla="*/ 40 h 138"/>
                <a:gd name="T72" fmla="*/ 6 w 9"/>
                <a:gd name="T73" fmla="*/ 36 h 138"/>
                <a:gd name="T74" fmla="*/ 6 w 9"/>
                <a:gd name="T75" fmla="*/ 32 h 138"/>
                <a:gd name="T76" fmla="*/ 7 w 9"/>
                <a:gd name="T77" fmla="*/ 35 h 138"/>
                <a:gd name="T78" fmla="*/ 7 w 9"/>
                <a:gd name="T79" fmla="*/ 35 h 138"/>
                <a:gd name="T80" fmla="*/ 7 w 9"/>
                <a:gd name="T81" fmla="*/ 25 h 138"/>
                <a:gd name="T82" fmla="*/ 7 w 9"/>
                <a:gd name="T83" fmla="*/ 20 h 138"/>
                <a:gd name="T84" fmla="*/ 7 w 9"/>
                <a:gd name="T85" fmla="*/ 23 h 138"/>
                <a:gd name="T86" fmla="*/ 7 w 9"/>
                <a:gd name="T87" fmla="*/ 20 h 138"/>
                <a:gd name="T88" fmla="*/ 7 w 9"/>
                <a:gd name="T89" fmla="*/ 16 h 138"/>
                <a:gd name="T90" fmla="*/ 8 w 9"/>
                <a:gd name="T91" fmla="*/ 19 h 138"/>
                <a:gd name="T92" fmla="*/ 8 w 9"/>
                <a:gd name="T93" fmla="*/ 16 h 138"/>
                <a:gd name="T94" fmla="*/ 8 w 9"/>
                <a:gd name="T95" fmla="*/ 6 h 138"/>
                <a:gd name="T96" fmla="*/ 8 w 9"/>
                <a:gd name="T97" fmla="*/ 0 h 138"/>
                <a:gd name="T98" fmla="*/ 9 w 9"/>
                <a:gd name="T99" fmla="*/ 2 h 138"/>
                <a:gd name="T100" fmla="*/ 9 w 9"/>
                <a:gd name="T101" fmla="*/ 6 h 138"/>
                <a:gd name="T102" fmla="*/ 9 w 9"/>
                <a:gd name="T103" fmla="*/ 5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38">
                  <a:moveTo>
                    <a:pt x="0" y="137"/>
                  </a:moveTo>
                  <a:lnTo>
                    <a:pt x="0" y="134"/>
                  </a:lnTo>
                  <a:lnTo>
                    <a:pt x="0" y="131"/>
                  </a:lnTo>
                  <a:lnTo>
                    <a:pt x="1" y="128"/>
                  </a:lnTo>
                  <a:lnTo>
                    <a:pt x="1" y="125"/>
                  </a:lnTo>
                  <a:lnTo>
                    <a:pt x="1" y="131"/>
                  </a:lnTo>
                  <a:lnTo>
                    <a:pt x="1" y="138"/>
                  </a:lnTo>
                  <a:lnTo>
                    <a:pt x="1" y="136"/>
                  </a:lnTo>
                  <a:lnTo>
                    <a:pt x="2" y="133"/>
                  </a:lnTo>
                  <a:lnTo>
                    <a:pt x="2" y="136"/>
                  </a:lnTo>
                  <a:lnTo>
                    <a:pt x="2" y="136"/>
                  </a:lnTo>
                  <a:lnTo>
                    <a:pt x="2" y="135"/>
                  </a:lnTo>
                  <a:lnTo>
                    <a:pt x="2" y="138"/>
                  </a:lnTo>
                  <a:lnTo>
                    <a:pt x="2" y="137"/>
                  </a:lnTo>
                  <a:lnTo>
                    <a:pt x="2" y="131"/>
                  </a:lnTo>
                  <a:lnTo>
                    <a:pt x="3" y="125"/>
                  </a:lnTo>
                  <a:lnTo>
                    <a:pt x="3" y="122"/>
                  </a:lnTo>
                  <a:lnTo>
                    <a:pt x="3" y="124"/>
                  </a:lnTo>
                  <a:lnTo>
                    <a:pt x="3" y="125"/>
                  </a:lnTo>
                  <a:lnTo>
                    <a:pt x="3" y="124"/>
                  </a:lnTo>
                  <a:lnTo>
                    <a:pt x="3" y="124"/>
                  </a:lnTo>
                  <a:lnTo>
                    <a:pt x="3" y="119"/>
                  </a:lnTo>
                  <a:lnTo>
                    <a:pt x="4" y="109"/>
                  </a:lnTo>
                  <a:lnTo>
                    <a:pt x="4" y="106"/>
                  </a:lnTo>
                  <a:lnTo>
                    <a:pt x="4" y="107"/>
                  </a:lnTo>
                  <a:lnTo>
                    <a:pt x="4" y="99"/>
                  </a:lnTo>
                  <a:lnTo>
                    <a:pt x="5" y="87"/>
                  </a:lnTo>
                  <a:lnTo>
                    <a:pt x="5" y="80"/>
                  </a:lnTo>
                  <a:lnTo>
                    <a:pt x="5" y="74"/>
                  </a:lnTo>
                  <a:lnTo>
                    <a:pt x="5" y="68"/>
                  </a:lnTo>
                  <a:lnTo>
                    <a:pt x="5" y="65"/>
                  </a:lnTo>
                  <a:lnTo>
                    <a:pt x="5" y="60"/>
                  </a:lnTo>
                  <a:lnTo>
                    <a:pt x="5" y="55"/>
                  </a:lnTo>
                  <a:lnTo>
                    <a:pt x="6" y="51"/>
                  </a:lnTo>
                  <a:lnTo>
                    <a:pt x="6" y="45"/>
                  </a:lnTo>
                  <a:lnTo>
                    <a:pt x="6" y="40"/>
                  </a:lnTo>
                  <a:lnTo>
                    <a:pt x="6" y="36"/>
                  </a:lnTo>
                  <a:lnTo>
                    <a:pt x="6" y="32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7" y="25"/>
                  </a:lnTo>
                  <a:lnTo>
                    <a:pt x="7" y="20"/>
                  </a:lnTo>
                  <a:lnTo>
                    <a:pt x="7" y="23"/>
                  </a:lnTo>
                  <a:lnTo>
                    <a:pt x="7" y="20"/>
                  </a:lnTo>
                  <a:lnTo>
                    <a:pt x="7" y="16"/>
                  </a:lnTo>
                  <a:lnTo>
                    <a:pt x="8" y="19"/>
                  </a:lnTo>
                  <a:lnTo>
                    <a:pt x="8" y="16"/>
                  </a:lnTo>
                  <a:lnTo>
                    <a:pt x="8" y="6"/>
                  </a:lnTo>
                  <a:lnTo>
                    <a:pt x="8" y="0"/>
                  </a:lnTo>
                  <a:lnTo>
                    <a:pt x="9" y="2"/>
                  </a:lnTo>
                  <a:lnTo>
                    <a:pt x="9" y="6"/>
                  </a:lnTo>
                  <a:lnTo>
                    <a:pt x="9" y="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37" name="Freeform 681"/>
            <p:cNvSpPr/>
            <p:nvPr/>
          </p:nvSpPr>
          <p:spPr bwMode="auto">
            <a:xfrm>
              <a:off x="2760663" y="1928814"/>
              <a:ext cx="12700" cy="39688"/>
            </a:xfrm>
            <a:custGeom>
              <a:avLst/>
              <a:gdLst>
                <a:gd name="T0" fmla="*/ 0 w 8"/>
                <a:gd name="T1" fmla="*/ 16 h 25"/>
                <a:gd name="T2" fmla="*/ 0 w 8"/>
                <a:gd name="T3" fmla="*/ 15 h 25"/>
                <a:gd name="T4" fmla="*/ 0 w 8"/>
                <a:gd name="T5" fmla="*/ 13 h 25"/>
                <a:gd name="T6" fmla="*/ 0 w 8"/>
                <a:gd name="T7" fmla="*/ 15 h 25"/>
                <a:gd name="T8" fmla="*/ 0 w 8"/>
                <a:gd name="T9" fmla="*/ 14 h 25"/>
                <a:gd name="T10" fmla="*/ 0 w 8"/>
                <a:gd name="T11" fmla="*/ 12 h 25"/>
                <a:gd name="T12" fmla="*/ 1 w 8"/>
                <a:gd name="T13" fmla="*/ 18 h 25"/>
                <a:gd name="T14" fmla="*/ 1 w 8"/>
                <a:gd name="T15" fmla="*/ 25 h 25"/>
                <a:gd name="T16" fmla="*/ 1 w 8"/>
                <a:gd name="T17" fmla="*/ 25 h 25"/>
                <a:gd name="T18" fmla="*/ 1 w 8"/>
                <a:gd name="T19" fmla="*/ 23 h 25"/>
                <a:gd name="T20" fmla="*/ 1 w 8"/>
                <a:gd name="T21" fmla="*/ 22 h 25"/>
                <a:gd name="T22" fmla="*/ 1 w 8"/>
                <a:gd name="T23" fmla="*/ 20 h 25"/>
                <a:gd name="T24" fmla="*/ 1 w 8"/>
                <a:gd name="T25" fmla="*/ 21 h 25"/>
                <a:gd name="T26" fmla="*/ 2 w 8"/>
                <a:gd name="T27" fmla="*/ 23 h 25"/>
                <a:gd name="T28" fmla="*/ 2 w 8"/>
                <a:gd name="T29" fmla="*/ 19 h 25"/>
                <a:gd name="T30" fmla="*/ 2 w 8"/>
                <a:gd name="T31" fmla="*/ 15 h 25"/>
                <a:gd name="T32" fmla="*/ 2 w 8"/>
                <a:gd name="T33" fmla="*/ 13 h 25"/>
                <a:gd name="T34" fmla="*/ 2 w 8"/>
                <a:gd name="T35" fmla="*/ 11 h 25"/>
                <a:gd name="T36" fmla="*/ 3 w 8"/>
                <a:gd name="T37" fmla="*/ 11 h 25"/>
                <a:gd name="T38" fmla="*/ 3 w 8"/>
                <a:gd name="T39" fmla="*/ 12 h 25"/>
                <a:gd name="T40" fmla="*/ 3 w 8"/>
                <a:gd name="T41" fmla="*/ 10 h 25"/>
                <a:gd name="T42" fmla="*/ 3 w 8"/>
                <a:gd name="T43" fmla="*/ 12 h 25"/>
                <a:gd name="T44" fmla="*/ 3 w 8"/>
                <a:gd name="T45" fmla="*/ 17 h 25"/>
                <a:gd name="T46" fmla="*/ 3 w 8"/>
                <a:gd name="T47" fmla="*/ 16 h 25"/>
                <a:gd name="T48" fmla="*/ 4 w 8"/>
                <a:gd name="T49" fmla="*/ 14 h 25"/>
                <a:gd name="T50" fmla="*/ 4 w 8"/>
                <a:gd name="T51" fmla="*/ 17 h 25"/>
                <a:gd name="T52" fmla="*/ 4 w 8"/>
                <a:gd name="T53" fmla="*/ 21 h 25"/>
                <a:gd name="T54" fmla="*/ 4 w 8"/>
                <a:gd name="T55" fmla="*/ 25 h 25"/>
                <a:gd name="T56" fmla="*/ 4 w 8"/>
                <a:gd name="T57" fmla="*/ 25 h 25"/>
                <a:gd name="T58" fmla="*/ 5 w 8"/>
                <a:gd name="T59" fmla="*/ 20 h 25"/>
                <a:gd name="T60" fmla="*/ 5 w 8"/>
                <a:gd name="T61" fmla="*/ 17 h 25"/>
                <a:gd name="T62" fmla="*/ 5 w 8"/>
                <a:gd name="T63" fmla="*/ 16 h 25"/>
                <a:gd name="T64" fmla="*/ 5 w 8"/>
                <a:gd name="T65" fmla="*/ 15 h 25"/>
                <a:gd name="T66" fmla="*/ 5 w 8"/>
                <a:gd name="T67" fmla="*/ 14 h 25"/>
                <a:gd name="T68" fmla="*/ 5 w 8"/>
                <a:gd name="T69" fmla="*/ 11 h 25"/>
                <a:gd name="T70" fmla="*/ 5 w 8"/>
                <a:gd name="T71" fmla="*/ 7 h 25"/>
                <a:gd name="T72" fmla="*/ 6 w 8"/>
                <a:gd name="T73" fmla="*/ 3 h 25"/>
                <a:gd name="T74" fmla="*/ 6 w 8"/>
                <a:gd name="T75" fmla="*/ 0 h 25"/>
                <a:gd name="T76" fmla="*/ 6 w 8"/>
                <a:gd name="T77" fmla="*/ 1 h 25"/>
                <a:gd name="T78" fmla="*/ 6 w 8"/>
                <a:gd name="T79" fmla="*/ 4 h 25"/>
                <a:gd name="T80" fmla="*/ 6 w 8"/>
                <a:gd name="T81" fmla="*/ 3 h 25"/>
                <a:gd name="T82" fmla="*/ 6 w 8"/>
                <a:gd name="T83" fmla="*/ 1 h 25"/>
                <a:gd name="T84" fmla="*/ 6 w 8"/>
                <a:gd name="T85" fmla="*/ 3 h 25"/>
                <a:gd name="T86" fmla="*/ 7 w 8"/>
                <a:gd name="T87" fmla="*/ 4 h 25"/>
                <a:gd name="T88" fmla="*/ 7 w 8"/>
                <a:gd name="T89" fmla="*/ 3 h 25"/>
                <a:gd name="T90" fmla="*/ 7 w 8"/>
                <a:gd name="T91" fmla="*/ 6 h 25"/>
                <a:gd name="T92" fmla="*/ 7 w 8"/>
                <a:gd name="T93" fmla="*/ 10 h 25"/>
                <a:gd name="T94" fmla="*/ 8 w 8"/>
                <a:gd name="T95" fmla="*/ 10 h 25"/>
                <a:gd name="T96" fmla="*/ 8 w 8"/>
                <a:gd name="T97" fmla="*/ 13 h 25"/>
                <a:gd name="T98" fmla="*/ 8 w 8"/>
                <a:gd name="T99" fmla="*/ 16 h 25"/>
                <a:gd name="T100" fmla="*/ 8 w 8"/>
                <a:gd name="T101" fmla="*/ 16 h 25"/>
                <a:gd name="T102" fmla="*/ 8 w 8"/>
                <a:gd name="T103" fmla="*/ 16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25">
                  <a:moveTo>
                    <a:pt x="0" y="16"/>
                  </a:moveTo>
                  <a:lnTo>
                    <a:pt x="0" y="15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1" y="18"/>
                  </a:lnTo>
                  <a:lnTo>
                    <a:pt x="1" y="25"/>
                  </a:lnTo>
                  <a:lnTo>
                    <a:pt x="1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2" y="23"/>
                  </a:lnTo>
                  <a:lnTo>
                    <a:pt x="2" y="19"/>
                  </a:lnTo>
                  <a:lnTo>
                    <a:pt x="2" y="15"/>
                  </a:lnTo>
                  <a:lnTo>
                    <a:pt x="2" y="13"/>
                  </a:lnTo>
                  <a:lnTo>
                    <a:pt x="2" y="11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12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7"/>
                  </a:lnTo>
                  <a:lnTo>
                    <a:pt x="4" y="21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5" y="20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5" y="11"/>
                  </a:lnTo>
                  <a:lnTo>
                    <a:pt x="5" y="7"/>
                  </a:lnTo>
                  <a:lnTo>
                    <a:pt x="6" y="3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4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3"/>
                  </a:lnTo>
                  <a:lnTo>
                    <a:pt x="7" y="4"/>
                  </a:lnTo>
                  <a:lnTo>
                    <a:pt x="7" y="3"/>
                  </a:lnTo>
                  <a:lnTo>
                    <a:pt x="7" y="6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8" y="13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8" y="1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38" name="Freeform 682"/>
            <p:cNvSpPr/>
            <p:nvPr/>
          </p:nvSpPr>
          <p:spPr bwMode="auto">
            <a:xfrm>
              <a:off x="2773363" y="1862139"/>
              <a:ext cx="12700" cy="95250"/>
            </a:xfrm>
            <a:custGeom>
              <a:avLst/>
              <a:gdLst>
                <a:gd name="T0" fmla="*/ 0 w 8"/>
                <a:gd name="T1" fmla="*/ 58 h 60"/>
                <a:gd name="T2" fmla="*/ 0 w 8"/>
                <a:gd name="T3" fmla="*/ 58 h 60"/>
                <a:gd name="T4" fmla="*/ 0 w 8"/>
                <a:gd name="T5" fmla="*/ 60 h 60"/>
                <a:gd name="T6" fmla="*/ 0 w 8"/>
                <a:gd name="T7" fmla="*/ 60 h 60"/>
                <a:gd name="T8" fmla="*/ 1 w 8"/>
                <a:gd name="T9" fmla="*/ 58 h 60"/>
                <a:gd name="T10" fmla="*/ 1 w 8"/>
                <a:gd name="T11" fmla="*/ 58 h 60"/>
                <a:gd name="T12" fmla="*/ 1 w 8"/>
                <a:gd name="T13" fmla="*/ 57 h 60"/>
                <a:gd name="T14" fmla="*/ 1 w 8"/>
                <a:gd name="T15" fmla="*/ 54 h 60"/>
                <a:gd name="T16" fmla="*/ 1 w 8"/>
                <a:gd name="T17" fmla="*/ 53 h 60"/>
                <a:gd name="T18" fmla="*/ 2 w 8"/>
                <a:gd name="T19" fmla="*/ 56 h 60"/>
                <a:gd name="T20" fmla="*/ 2 w 8"/>
                <a:gd name="T21" fmla="*/ 58 h 60"/>
                <a:gd name="T22" fmla="*/ 2 w 8"/>
                <a:gd name="T23" fmla="*/ 57 h 60"/>
                <a:gd name="T24" fmla="*/ 2 w 8"/>
                <a:gd name="T25" fmla="*/ 54 h 60"/>
                <a:gd name="T26" fmla="*/ 2 w 8"/>
                <a:gd name="T27" fmla="*/ 53 h 60"/>
                <a:gd name="T28" fmla="*/ 2 w 8"/>
                <a:gd name="T29" fmla="*/ 52 h 60"/>
                <a:gd name="T30" fmla="*/ 2 w 8"/>
                <a:gd name="T31" fmla="*/ 53 h 60"/>
                <a:gd name="T32" fmla="*/ 3 w 8"/>
                <a:gd name="T33" fmla="*/ 55 h 60"/>
                <a:gd name="T34" fmla="*/ 3 w 8"/>
                <a:gd name="T35" fmla="*/ 49 h 60"/>
                <a:gd name="T36" fmla="*/ 3 w 8"/>
                <a:gd name="T37" fmla="*/ 43 h 60"/>
                <a:gd name="T38" fmla="*/ 3 w 8"/>
                <a:gd name="T39" fmla="*/ 42 h 60"/>
                <a:gd name="T40" fmla="*/ 3 w 8"/>
                <a:gd name="T41" fmla="*/ 41 h 60"/>
                <a:gd name="T42" fmla="*/ 3 w 8"/>
                <a:gd name="T43" fmla="*/ 39 h 60"/>
                <a:gd name="T44" fmla="*/ 3 w 8"/>
                <a:gd name="T45" fmla="*/ 38 h 60"/>
                <a:gd name="T46" fmla="*/ 4 w 8"/>
                <a:gd name="T47" fmla="*/ 37 h 60"/>
                <a:gd name="T48" fmla="*/ 4 w 8"/>
                <a:gd name="T49" fmla="*/ 33 h 60"/>
                <a:gd name="T50" fmla="*/ 4 w 8"/>
                <a:gd name="T51" fmla="*/ 31 h 60"/>
                <a:gd name="T52" fmla="*/ 4 w 8"/>
                <a:gd name="T53" fmla="*/ 30 h 60"/>
                <a:gd name="T54" fmla="*/ 5 w 8"/>
                <a:gd name="T55" fmla="*/ 28 h 60"/>
                <a:gd name="T56" fmla="*/ 5 w 8"/>
                <a:gd name="T57" fmla="*/ 25 h 60"/>
                <a:gd name="T58" fmla="*/ 5 w 8"/>
                <a:gd name="T59" fmla="*/ 21 h 60"/>
                <a:gd name="T60" fmla="*/ 5 w 8"/>
                <a:gd name="T61" fmla="*/ 18 h 60"/>
                <a:gd name="T62" fmla="*/ 5 w 8"/>
                <a:gd name="T63" fmla="*/ 15 h 60"/>
                <a:gd name="T64" fmla="*/ 5 w 8"/>
                <a:gd name="T65" fmla="*/ 11 h 60"/>
                <a:gd name="T66" fmla="*/ 5 w 8"/>
                <a:gd name="T67" fmla="*/ 6 h 60"/>
                <a:gd name="T68" fmla="*/ 6 w 8"/>
                <a:gd name="T69" fmla="*/ 2 h 60"/>
                <a:gd name="T70" fmla="*/ 6 w 8"/>
                <a:gd name="T71" fmla="*/ 0 h 60"/>
                <a:gd name="T72" fmla="*/ 6 w 8"/>
                <a:gd name="T73" fmla="*/ 1 h 60"/>
                <a:gd name="T74" fmla="*/ 6 w 8"/>
                <a:gd name="T75" fmla="*/ 1 h 60"/>
                <a:gd name="T76" fmla="*/ 6 w 8"/>
                <a:gd name="T77" fmla="*/ 1 h 60"/>
                <a:gd name="T78" fmla="*/ 7 w 8"/>
                <a:gd name="T79" fmla="*/ 2 h 60"/>
                <a:gd name="T80" fmla="*/ 7 w 8"/>
                <a:gd name="T81" fmla="*/ 4 h 60"/>
                <a:gd name="T82" fmla="*/ 7 w 8"/>
                <a:gd name="T83" fmla="*/ 8 h 60"/>
                <a:gd name="T84" fmla="*/ 7 w 8"/>
                <a:gd name="T85" fmla="*/ 16 h 60"/>
                <a:gd name="T86" fmla="*/ 7 w 8"/>
                <a:gd name="T87" fmla="*/ 22 h 60"/>
                <a:gd name="T88" fmla="*/ 7 w 8"/>
                <a:gd name="T89" fmla="*/ 24 h 60"/>
                <a:gd name="T90" fmla="*/ 7 w 8"/>
                <a:gd name="T91" fmla="*/ 27 h 60"/>
                <a:gd name="T92" fmla="*/ 8 w 8"/>
                <a:gd name="T93" fmla="*/ 33 h 60"/>
                <a:gd name="T94" fmla="*/ 8 w 8"/>
                <a:gd name="T95" fmla="*/ 37 h 60"/>
                <a:gd name="T96" fmla="*/ 8 w 8"/>
                <a:gd name="T97" fmla="*/ 42 h 60"/>
                <a:gd name="T98" fmla="*/ 8 w 8"/>
                <a:gd name="T99" fmla="*/ 47 h 60"/>
                <a:gd name="T100" fmla="*/ 8 w 8"/>
                <a:gd name="T101" fmla="*/ 47 h 60"/>
                <a:gd name="T102" fmla="*/ 8 w 8"/>
                <a:gd name="T103" fmla="*/ 4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0">
                  <a:moveTo>
                    <a:pt x="0" y="58"/>
                  </a:moveTo>
                  <a:lnTo>
                    <a:pt x="0" y="58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1" y="57"/>
                  </a:lnTo>
                  <a:lnTo>
                    <a:pt x="1" y="54"/>
                  </a:lnTo>
                  <a:lnTo>
                    <a:pt x="1" y="53"/>
                  </a:lnTo>
                  <a:lnTo>
                    <a:pt x="2" y="56"/>
                  </a:lnTo>
                  <a:lnTo>
                    <a:pt x="2" y="58"/>
                  </a:lnTo>
                  <a:lnTo>
                    <a:pt x="2" y="57"/>
                  </a:lnTo>
                  <a:lnTo>
                    <a:pt x="2" y="54"/>
                  </a:lnTo>
                  <a:lnTo>
                    <a:pt x="2" y="53"/>
                  </a:lnTo>
                  <a:lnTo>
                    <a:pt x="2" y="52"/>
                  </a:lnTo>
                  <a:lnTo>
                    <a:pt x="2" y="53"/>
                  </a:lnTo>
                  <a:lnTo>
                    <a:pt x="3" y="55"/>
                  </a:lnTo>
                  <a:lnTo>
                    <a:pt x="3" y="49"/>
                  </a:lnTo>
                  <a:lnTo>
                    <a:pt x="3" y="43"/>
                  </a:lnTo>
                  <a:lnTo>
                    <a:pt x="3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4" y="33"/>
                  </a:lnTo>
                  <a:lnTo>
                    <a:pt x="4" y="31"/>
                  </a:lnTo>
                  <a:lnTo>
                    <a:pt x="4" y="30"/>
                  </a:lnTo>
                  <a:lnTo>
                    <a:pt x="5" y="28"/>
                  </a:lnTo>
                  <a:lnTo>
                    <a:pt x="5" y="25"/>
                  </a:lnTo>
                  <a:lnTo>
                    <a:pt x="5" y="21"/>
                  </a:lnTo>
                  <a:lnTo>
                    <a:pt x="5" y="18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5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2"/>
                  </a:lnTo>
                  <a:lnTo>
                    <a:pt x="7" y="4"/>
                  </a:lnTo>
                  <a:lnTo>
                    <a:pt x="7" y="8"/>
                  </a:lnTo>
                  <a:lnTo>
                    <a:pt x="7" y="16"/>
                  </a:lnTo>
                  <a:lnTo>
                    <a:pt x="7" y="22"/>
                  </a:lnTo>
                  <a:lnTo>
                    <a:pt x="7" y="24"/>
                  </a:lnTo>
                  <a:lnTo>
                    <a:pt x="7" y="27"/>
                  </a:lnTo>
                  <a:lnTo>
                    <a:pt x="8" y="33"/>
                  </a:lnTo>
                  <a:lnTo>
                    <a:pt x="8" y="37"/>
                  </a:lnTo>
                  <a:lnTo>
                    <a:pt x="8" y="42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39" name="Freeform 683"/>
            <p:cNvSpPr/>
            <p:nvPr/>
          </p:nvSpPr>
          <p:spPr bwMode="auto">
            <a:xfrm>
              <a:off x="2786063" y="1936751"/>
              <a:ext cx="14288" cy="238125"/>
            </a:xfrm>
            <a:custGeom>
              <a:avLst/>
              <a:gdLst>
                <a:gd name="T0" fmla="*/ 0 w 9"/>
                <a:gd name="T1" fmla="*/ 0 h 150"/>
                <a:gd name="T2" fmla="*/ 0 w 9"/>
                <a:gd name="T3" fmla="*/ 0 h 150"/>
                <a:gd name="T4" fmla="*/ 1 w 9"/>
                <a:gd name="T5" fmla="*/ 5 h 150"/>
                <a:gd name="T6" fmla="*/ 1 w 9"/>
                <a:gd name="T7" fmla="*/ 8 h 150"/>
                <a:gd name="T8" fmla="*/ 1 w 9"/>
                <a:gd name="T9" fmla="*/ 9 h 150"/>
                <a:gd name="T10" fmla="*/ 1 w 9"/>
                <a:gd name="T11" fmla="*/ 12 h 150"/>
                <a:gd name="T12" fmla="*/ 1 w 9"/>
                <a:gd name="T13" fmla="*/ 14 h 150"/>
                <a:gd name="T14" fmla="*/ 2 w 9"/>
                <a:gd name="T15" fmla="*/ 15 h 150"/>
                <a:gd name="T16" fmla="*/ 2 w 9"/>
                <a:gd name="T17" fmla="*/ 16 h 150"/>
                <a:gd name="T18" fmla="*/ 2 w 9"/>
                <a:gd name="T19" fmla="*/ 19 h 150"/>
                <a:gd name="T20" fmla="*/ 2 w 9"/>
                <a:gd name="T21" fmla="*/ 23 h 150"/>
                <a:gd name="T22" fmla="*/ 2 w 9"/>
                <a:gd name="T23" fmla="*/ 28 h 150"/>
                <a:gd name="T24" fmla="*/ 2 w 9"/>
                <a:gd name="T25" fmla="*/ 28 h 150"/>
                <a:gd name="T26" fmla="*/ 2 w 9"/>
                <a:gd name="T27" fmla="*/ 28 h 150"/>
                <a:gd name="T28" fmla="*/ 3 w 9"/>
                <a:gd name="T29" fmla="*/ 29 h 150"/>
                <a:gd name="T30" fmla="*/ 3 w 9"/>
                <a:gd name="T31" fmla="*/ 30 h 150"/>
                <a:gd name="T32" fmla="*/ 3 w 9"/>
                <a:gd name="T33" fmla="*/ 31 h 150"/>
                <a:gd name="T34" fmla="*/ 3 w 9"/>
                <a:gd name="T35" fmla="*/ 31 h 150"/>
                <a:gd name="T36" fmla="*/ 3 w 9"/>
                <a:gd name="T37" fmla="*/ 30 h 150"/>
                <a:gd name="T38" fmla="*/ 4 w 9"/>
                <a:gd name="T39" fmla="*/ 29 h 150"/>
                <a:gd name="T40" fmla="*/ 4 w 9"/>
                <a:gd name="T41" fmla="*/ 27 h 150"/>
                <a:gd name="T42" fmla="*/ 4 w 9"/>
                <a:gd name="T43" fmla="*/ 26 h 150"/>
                <a:gd name="T44" fmla="*/ 4 w 9"/>
                <a:gd name="T45" fmla="*/ 28 h 150"/>
                <a:gd name="T46" fmla="*/ 4 w 9"/>
                <a:gd name="T47" fmla="*/ 28 h 150"/>
                <a:gd name="T48" fmla="*/ 4 w 9"/>
                <a:gd name="T49" fmla="*/ 31 h 150"/>
                <a:gd name="T50" fmla="*/ 5 w 9"/>
                <a:gd name="T51" fmla="*/ 37 h 150"/>
                <a:gd name="T52" fmla="*/ 5 w 9"/>
                <a:gd name="T53" fmla="*/ 41 h 150"/>
                <a:gd name="T54" fmla="*/ 5 w 9"/>
                <a:gd name="T55" fmla="*/ 42 h 150"/>
                <a:gd name="T56" fmla="*/ 5 w 9"/>
                <a:gd name="T57" fmla="*/ 52 h 150"/>
                <a:gd name="T58" fmla="*/ 5 w 9"/>
                <a:gd name="T59" fmla="*/ 63 h 150"/>
                <a:gd name="T60" fmla="*/ 5 w 9"/>
                <a:gd name="T61" fmla="*/ 68 h 150"/>
                <a:gd name="T62" fmla="*/ 5 w 9"/>
                <a:gd name="T63" fmla="*/ 72 h 150"/>
                <a:gd name="T64" fmla="*/ 6 w 9"/>
                <a:gd name="T65" fmla="*/ 81 h 150"/>
                <a:gd name="T66" fmla="*/ 6 w 9"/>
                <a:gd name="T67" fmla="*/ 88 h 150"/>
                <a:gd name="T68" fmla="*/ 6 w 9"/>
                <a:gd name="T69" fmla="*/ 92 h 150"/>
                <a:gd name="T70" fmla="*/ 6 w 9"/>
                <a:gd name="T71" fmla="*/ 98 h 150"/>
                <a:gd name="T72" fmla="*/ 6 w 9"/>
                <a:gd name="T73" fmla="*/ 102 h 150"/>
                <a:gd name="T74" fmla="*/ 7 w 9"/>
                <a:gd name="T75" fmla="*/ 105 h 150"/>
                <a:gd name="T76" fmla="*/ 7 w 9"/>
                <a:gd name="T77" fmla="*/ 109 h 150"/>
                <a:gd name="T78" fmla="*/ 7 w 9"/>
                <a:gd name="T79" fmla="*/ 113 h 150"/>
                <a:gd name="T80" fmla="*/ 7 w 9"/>
                <a:gd name="T81" fmla="*/ 117 h 150"/>
                <a:gd name="T82" fmla="*/ 7 w 9"/>
                <a:gd name="T83" fmla="*/ 119 h 150"/>
                <a:gd name="T84" fmla="*/ 7 w 9"/>
                <a:gd name="T85" fmla="*/ 122 h 150"/>
                <a:gd name="T86" fmla="*/ 7 w 9"/>
                <a:gd name="T87" fmla="*/ 128 h 150"/>
                <a:gd name="T88" fmla="*/ 8 w 9"/>
                <a:gd name="T89" fmla="*/ 132 h 150"/>
                <a:gd name="T90" fmla="*/ 8 w 9"/>
                <a:gd name="T91" fmla="*/ 134 h 150"/>
                <a:gd name="T92" fmla="*/ 8 w 9"/>
                <a:gd name="T93" fmla="*/ 136 h 150"/>
                <a:gd name="T94" fmla="*/ 8 w 9"/>
                <a:gd name="T95" fmla="*/ 136 h 150"/>
                <a:gd name="T96" fmla="*/ 9 w 9"/>
                <a:gd name="T97" fmla="*/ 139 h 150"/>
                <a:gd name="T98" fmla="*/ 9 w 9"/>
                <a:gd name="T99" fmla="*/ 147 h 150"/>
                <a:gd name="T100" fmla="*/ 9 w 9"/>
                <a:gd name="T101" fmla="*/ 150 h 150"/>
                <a:gd name="T102" fmla="*/ 9 w 9"/>
                <a:gd name="T103" fmla="*/ 14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50">
                  <a:moveTo>
                    <a:pt x="0" y="0"/>
                  </a:moveTo>
                  <a:lnTo>
                    <a:pt x="0" y="0"/>
                  </a:lnTo>
                  <a:lnTo>
                    <a:pt x="1" y="5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9"/>
                  </a:lnTo>
                  <a:lnTo>
                    <a:pt x="2" y="23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3" y="29"/>
                  </a:lnTo>
                  <a:lnTo>
                    <a:pt x="3" y="30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4" y="29"/>
                  </a:lnTo>
                  <a:lnTo>
                    <a:pt x="4" y="27"/>
                  </a:lnTo>
                  <a:lnTo>
                    <a:pt x="4" y="26"/>
                  </a:lnTo>
                  <a:lnTo>
                    <a:pt x="4" y="28"/>
                  </a:lnTo>
                  <a:lnTo>
                    <a:pt x="4" y="28"/>
                  </a:lnTo>
                  <a:lnTo>
                    <a:pt x="4" y="31"/>
                  </a:lnTo>
                  <a:lnTo>
                    <a:pt x="5" y="37"/>
                  </a:lnTo>
                  <a:lnTo>
                    <a:pt x="5" y="41"/>
                  </a:lnTo>
                  <a:lnTo>
                    <a:pt x="5" y="42"/>
                  </a:lnTo>
                  <a:lnTo>
                    <a:pt x="5" y="52"/>
                  </a:lnTo>
                  <a:lnTo>
                    <a:pt x="5" y="63"/>
                  </a:lnTo>
                  <a:lnTo>
                    <a:pt x="5" y="68"/>
                  </a:lnTo>
                  <a:lnTo>
                    <a:pt x="5" y="72"/>
                  </a:lnTo>
                  <a:lnTo>
                    <a:pt x="6" y="81"/>
                  </a:lnTo>
                  <a:lnTo>
                    <a:pt x="6" y="88"/>
                  </a:lnTo>
                  <a:lnTo>
                    <a:pt x="6" y="92"/>
                  </a:lnTo>
                  <a:lnTo>
                    <a:pt x="6" y="98"/>
                  </a:lnTo>
                  <a:lnTo>
                    <a:pt x="6" y="102"/>
                  </a:lnTo>
                  <a:lnTo>
                    <a:pt x="7" y="105"/>
                  </a:lnTo>
                  <a:lnTo>
                    <a:pt x="7" y="109"/>
                  </a:lnTo>
                  <a:lnTo>
                    <a:pt x="7" y="113"/>
                  </a:lnTo>
                  <a:lnTo>
                    <a:pt x="7" y="117"/>
                  </a:lnTo>
                  <a:lnTo>
                    <a:pt x="7" y="119"/>
                  </a:lnTo>
                  <a:lnTo>
                    <a:pt x="7" y="122"/>
                  </a:lnTo>
                  <a:lnTo>
                    <a:pt x="7" y="128"/>
                  </a:lnTo>
                  <a:lnTo>
                    <a:pt x="8" y="132"/>
                  </a:lnTo>
                  <a:lnTo>
                    <a:pt x="8" y="134"/>
                  </a:lnTo>
                  <a:lnTo>
                    <a:pt x="8" y="136"/>
                  </a:lnTo>
                  <a:lnTo>
                    <a:pt x="8" y="136"/>
                  </a:lnTo>
                  <a:lnTo>
                    <a:pt x="9" y="139"/>
                  </a:lnTo>
                  <a:lnTo>
                    <a:pt x="9" y="147"/>
                  </a:lnTo>
                  <a:lnTo>
                    <a:pt x="9" y="150"/>
                  </a:lnTo>
                  <a:lnTo>
                    <a:pt x="9" y="14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40" name="Freeform 684"/>
            <p:cNvSpPr/>
            <p:nvPr/>
          </p:nvSpPr>
          <p:spPr bwMode="auto">
            <a:xfrm>
              <a:off x="2800350" y="1997076"/>
              <a:ext cx="12700" cy="185738"/>
            </a:xfrm>
            <a:custGeom>
              <a:avLst/>
              <a:gdLst>
                <a:gd name="T0" fmla="*/ 0 w 8"/>
                <a:gd name="T1" fmla="*/ 112 h 117"/>
                <a:gd name="T2" fmla="*/ 0 w 8"/>
                <a:gd name="T3" fmla="*/ 107 h 117"/>
                <a:gd name="T4" fmla="*/ 0 w 8"/>
                <a:gd name="T5" fmla="*/ 108 h 117"/>
                <a:gd name="T6" fmla="*/ 0 w 8"/>
                <a:gd name="T7" fmla="*/ 113 h 117"/>
                <a:gd name="T8" fmla="*/ 0 w 8"/>
                <a:gd name="T9" fmla="*/ 115 h 117"/>
                <a:gd name="T10" fmla="*/ 1 w 8"/>
                <a:gd name="T11" fmla="*/ 115 h 117"/>
                <a:gd name="T12" fmla="*/ 1 w 8"/>
                <a:gd name="T13" fmla="*/ 117 h 117"/>
                <a:gd name="T14" fmla="*/ 1 w 8"/>
                <a:gd name="T15" fmla="*/ 115 h 117"/>
                <a:gd name="T16" fmla="*/ 1 w 8"/>
                <a:gd name="T17" fmla="*/ 113 h 117"/>
                <a:gd name="T18" fmla="*/ 1 w 8"/>
                <a:gd name="T19" fmla="*/ 113 h 117"/>
                <a:gd name="T20" fmla="*/ 1 w 8"/>
                <a:gd name="T21" fmla="*/ 116 h 117"/>
                <a:gd name="T22" fmla="*/ 1 w 8"/>
                <a:gd name="T23" fmla="*/ 116 h 117"/>
                <a:gd name="T24" fmla="*/ 2 w 8"/>
                <a:gd name="T25" fmla="*/ 111 h 117"/>
                <a:gd name="T26" fmla="*/ 2 w 8"/>
                <a:gd name="T27" fmla="*/ 108 h 117"/>
                <a:gd name="T28" fmla="*/ 2 w 8"/>
                <a:gd name="T29" fmla="*/ 109 h 117"/>
                <a:gd name="T30" fmla="*/ 2 w 8"/>
                <a:gd name="T31" fmla="*/ 107 h 117"/>
                <a:gd name="T32" fmla="*/ 2 w 8"/>
                <a:gd name="T33" fmla="*/ 106 h 117"/>
                <a:gd name="T34" fmla="*/ 3 w 8"/>
                <a:gd name="T35" fmla="*/ 110 h 117"/>
                <a:gd name="T36" fmla="*/ 3 w 8"/>
                <a:gd name="T37" fmla="*/ 108 h 117"/>
                <a:gd name="T38" fmla="*/ 3 w 8"/>
                <a:gd name="T39" fmla="*/ 98 h 117"/>
                <a:gd name="T40" fmla="*/ 3 w 8"/>
                <a:gd name="T41" fmla="*/ 96 h 117"/>
                <a:gd name="T42" fmla="*/ 3 w 8"/>
                <a:gd name="T43" fmla="*/ 108 h 117"/>
                <a:gd name="T44" fmla="*/ 3 w 8"/>
                <a:gd name="T45" fmla="*/ 116 h 117"/>
                <a:gd name="T46" fmla="*/ 3 w 8"/>
                <a:gd name="T47" fmla="*/ 112 h 117"/>
                <a:gd name="T48" fmla="*/ 4 w 8"/>
                <a:gd name="T49" fmla="*/ 106 h 117"/>
                <a:gd name="T50" fmla="*/ 4 w 8"/>
                <a:gd name="T51" fmla="*/ 108 h 117"/>
                <a:gd name="T52" fmla="*/ 4 w 8"/>
                <a:gd name="T53" fmla="*/ 113 h 117"/>
                <a:gd name="T54" fmla="*/ 4 w 8"/>
                <a:gd name="T55" fmla="*/ 113 h 117"/>
                <a:gd name="T56" fmla="*/ 5 w 8"/>
                <a:gd name="T57" fmla="*/ 112 h 117"/>
                <a:gd name="T58" fmla="*/ 5 w 8"/>
                <a:gd name="T59" fmla="*/ 110 h 117"/>
                <a:gd name="T60" fmla="*/ 5 w 8"/>
                <a:gd name="T61" fmla="*/ 105 h 117"/>
                <a:gd name="T62" fmla="*/ 5 w 8"/>
                <a:gd name="T63" fmla="*/ 103 h 117"/>
                <a:gd name="T64" fmla="*/ 5 w 8"/>
                <a:gd name="T65" fmla="*/ 108 h 117"/>
                <a:gd name="T66" fmla="*/ 5 w 8"/>
                <a:gd name="T67" fmla="*/ 110 h 117"/>
                <a:gd name="T68" fmla="*/ 5 w 8"/>
                <a:gd name="T69" fmla="*/ 107 h 117"/>
                <a:gd name="T70" fmla="*/ 6 w 8"/>
                <a:gd name="T71" fmla="*/ 104 h 117"/>
                <a:gd name="T72" fmla="*/ 6 w 8"/>
                <a:gd name="T73" fmla="*/ 100 h 117"/>
                <a:gd name="T74" fmla="*/ 6 w 8"/>
                <a:gd name="T75" fmla="*/ 91 h 117"/>
                <a:gd name="T76" fmla="*/ 6 w 8"/>
                <a:gd name="T77" fmla="*/ 81 h 117"/>
                <a:gd name="T78" fmla="*/ 6 w 8"/>
                <a:gd name="T79" fmla="*/ 74 h 117"/>
                <a:gd name="T80" fmla="*/ 6 w 8"/>
                <a:gd name="T81" fmla="*/ 62 h 117"/>
                <a:gd name="T82" fmla="*/ 6 w 8"/>
                <a:gd name="T83" fmla="*/ 48 h 117"/>
                <a:gd name="T84" fmla="*/ 7 w 8"/>
                <a:gd name="T85" fmla="*/ 39 h 117"/>
                <a:gd name="T86" fmla="*/ 7 w 8"/>
                <a:gd name="T87" fmla="*/ 38 h 117"/>
                <a:gd name="T88" fmla="*/ 7 w 8"/>
                <a:gd name="T89" fmla="*/ 35 h 117"/>
                <a:gd name="T90" fmla="*/ 7 w 8"/>
                <a:gd name="T91" fmla="*/ 27 h 117"/>
                <a:gd name="T92" fmla="*/ 7 w 8"/>
                <a:gd name="T93" fmla="*/ 22 h 117"/>
                <a:gd name="T94" fmla="*/ 8 w 8"/>
                <a:gd name="T95" fmla="*/ 22 h 117"/>
                <a:gd name="T96" fmla="*/ 8 w 8"/>
                <a:gd name="T97" fmla="*/ 20 h 117"/>
                <a:gd name="T98" fmla="*/ 8 w 8"/>
                <a:gd name="T99" fmla="*/ 15 h 117"/>
                <a:gd name="T100" fmla="*/ 8 w 8"/>
                <a:gd name="T101" fmla="*/ 10 h 117"/>
                <a:gd name="T102" fmla="*/ 8 w 8"/>
                <a:gd name="T10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17">
                  <a:moveTo>
                    <a:pt x="0" y="112"/>
                  </a:moveTo>
                  <a:lnTo>
                    <a:pt x="0" y="107"/>
                  </a:lnTo>
                  <a:lnTo>
                    <a:pt x="0" y="108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5"/>
                  </a:lnTo>
                  <a:lnTo>
                    <a:pt x="1" y="117"/>
                  </a:lnTo>
                  <a:lnTo>
                    <a:pt x="1" y="115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1" y="116"/>
                  </a:lnTo>
                  <a:lnTo>
                    <a:pt x="1" y="116"/>
                  </a:lnTo>
                  <a:lnTo>
                    <a:pt x="2" y="111"/>
                  </a:lnTo>
                  <a:lnTo>
                    <a:pt x="2" y="108"/>
                  </a:lnTo>
                  <a:lnTo>
                    <a:pt x="2" y="109"/>
                  </a:lnTo>
                  <a:lnTo>
                    <a:pt x="2" y="107"/>
                  </a:lnTo>
                  <a:lnTo>
                    <a:pt x="2" y="106"/>
                  </a:lnTo>
                  <a:lnTo>
                    <a:pt x="3" y="110"/>
                  </a:lnTo>
                  <a:lnTo>
                    <a:pt x="3" y="108"/>
                  </a:lnTo>
                  <a:lnTo>
                    <a:pt x="3" y="98"/>
                  </a:lnTo>
                  <a:lnTo>
                    <a:pt x="3" y="96"/>
                  </a:lnTo>
                  <a:lnTo>
                    <a:pt x="3" y="108"/>
                  </a:lnTo>
                  <a:lnTo>
                    <a:pt x="3" y="116"/>
                  </a:lnTo>
                  <a:lnTo>
                    <a:pt x="3" y="112"/>
                  </a:lnTo>
                  <a:lnTo>
                    <a:pt x="4" y="106"/>
                  </a:lnTo>
                  <a:lnTo>
                    <a:pt x="4" y="108"/>
                  </a:lnTo>
                  <a:lnTo>
                    <a:pt x="4" y="113"/>
                  </a:lnTo>
                  <a:lnTo>
                    <a:pt x="4" y="113"/>
                  </a:lnTo>
                  <a:lnTo>
                    <a:pt x="5" y="112"/>
                  </a:lnTo>
                  <a:lnTo>
                    <a:pt x="5" y="110"/>
                  </a:lnTo>
                  <a:lnTo>
                    <a:pt x="5" y="105"/>
                  </a:lnTo>
                  <a:lnTo>
                    <a:pt x="5" y="103"/>
                  </a:lnTo>
                  <a:lnTo>
                    <a:pt x="5" y="108"/>
                  </a:lnTo>
                  <a:lnTo>
                    <a:pt x="5" y="110"/>
                  </a:lnTo>
                  <a:lnTo>
                    <a:pt x="5" y="107"/>
                  </a:lnTo>
                  <a:lnTo>
                    <a:pt x="6" y="104"/>
                  </a:lnTo>
                  <a:lnTo>
                    <a:pt x="6" y="100"/>
                  </a:lnTo>
                  <a:lnTo>
                    <a:pt x="6" y="91"/>
                  </a:lnTo>
                  <a:lnTo>
                    <a:pt x="6" y="81"/>
                  </a:lnTo>
                  <a:lnTo>
                    <a:pt x="6" y="74"/>
                  </a:lnTo>
                  <a:lnTo>
                    <a:pt x="6" y="62"/>
                  </a:lnTo>
                  <a:lnTo>
                    <a:pt x="6" y="48"/>
                  </a:lnTo>
                  <a:lnTo>
                    <a:pt x="7" y="39"/>
                  </a:lnTo>
                  <a:lnTo>
                    <a:pt x="7" y="38"/>
                  </a:lnTo>
                  <a:lnTo>
                    <a:pt x="7" y="35"/>
                  </a:lnTo>
                  <a:lnTo>
                    <a:pt x="7" y="27"/>
                  </a:lnTo>
                  <a:lnTo>
                    <a:pt x="7" y="22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8" y="15"/>
                  </a:lnTo>
                  <a:lnTo>
                    <a:pt x="8" y="10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41" name="Freeform 685"/>
            <p:cNvSpPr/>
            <p:nvPr/>
          </p:nvSpPr>
          <p:spPr bwMode="auto">
            <a:xfrm>
              <a:off x="2813050" y="1946276"/>
              <a:ext cx="12700" cy="66675"/>
            </a:xfrm>
            <a:custGeom>
              <a:avLst/>
              <a:gdLst>
                <a:gd name="T0" fmla="*/ 0 w 8"/>
                <a:gd name="T1" fmla="*/ 42 h 42"/>
                <a:gd name="T2" fmla="*/ 0 w 8"/>
                <a:gd name="T3" fmla="*/ 32 h 42"/>
                <a:gd name="T4" fmla="*/ 0 w 8"/>
                <a:gd name="T5" fmla="*/ 22 h 42"/>
                <a:gd name="T6" fmla="*/ 1 w 8"/>
                <a:gd name="T7" fmla="*/ 20 h 42"/>
                <a:gd name="T8" fmla="*/ 1 w 8"/>
                <a:gd name="T9" fmla="*/ 19 h 42"/>
                <a:gd name="T10" fmla="*/ 1 w 8"/>
                <a:gd name="T11" fmla="*/ 14 h 42"/>
                <a:gd name="T12" fmla="*/ 1 w 8"/>
                <a:gd name="T13" fmla="*/ 8 h 42"/>
                <a:gd name="T14" fmla="*/ 1 w 8"/>
                <a:gd name="T15" fmla="*/ 5 h 42"/>
                <a:gd name="T16" fmla="*/ 2 w 8"/>
                <a:gd name="T17" fmla="*/ 4 h 42"/>
                <a:gd name="T18" fmla="*/ 2 w 8"/>
                <a:gd name="T19" fmla="*/ 4 h 42"/>
                <a:gd name="T20" fmla="*/ 2 w 8"/>
                <a:gd name="T21" fmla="*/ 6 h 42"/>
                <a:gd name="T22" fmla="*/ 2 w 8"/>
                <a:gd name="T23" fmla="*/ 7 h 42"/>
                <a:gd name="T24" fmla="*/ 2 w 8"/>
                <a:gd name="T25" fmla="*/ 2 h 42"/>
                <a:gd name="T26" fmla="*/ 2 w 8"/>
                <a:gd name="T27" fmla="*/ 0 h 42"/>
                <a:gd name="T28" fmla="*/ 2 w 8"/>
                <a:gd name="T29" fmla="*/ 5 h 42"/>
                <a:gd name="T30" fmla="*/ 3 w 8"/>
                <a:gd name="T31" fmla="*/ 11 h 42"/>
                <a:gd name="T32" fmla="*/ 3 w 8"/>
                <a:gd name="T33" fmla="*/ 13 h 42"/>
                <a:gd name="T34" fmla="*/ 3 w 8"/>
                <a:gd name="T35" fmla="*/ 13 h 42"/>
                <a:gd name="T36" fmla="*/ 3 w 8"/>
                <a:gd name="T37" fmla="*/ 12 h 42"/>
                <a:gd name="T38" fmla="*/ 3 w 8"/>
                <a:gd name="T39" fmla="*/ 14 h 42"/>
                <a:gd name="T40" fmla="*/ 3 w 8"/>
                <a:gd name="T41" fmla="*/ 17 h 42"/>
                <a:gd name="T42" fmla="*/ 3 w 8"/>
                <a:gd name="T43" fmla="*/ 20 h 42"/>
                <a:gd name="T44" fmla="*/ 4 w 8"/>
                <a:gd name="T45" fmla="*/ 17 h 42"/>
                <a:gd name="T46" fmla="*/ 4 w 8"/>
                <a:gd name="T47" fmla="*/ 14 h 42"/>
                <a:gd name="T48" fmla="*/ 4 w 8"/>
                <a:gd name="T49" fmla="*/ 14 h 42"/>
                <a:gd name="T50" fmla="*/ 4 w 8"/>
                <a:gd name="T51" fmla="*/ 13 h 42"/>
                <a:gd name="T52" fmla="*/ 5 w 8"/>
                <a:gd name="T53" fmla="*/ 11 h 42"/>
                <a:gd name="T54" fmla="*/ 5 w 8"/>
                <a:gd name="T55" fmla="*/ 10 h 42"/>
                <a:gd name="T56" fmla="*/ 5 w 8"/>
                <a:gd name="T57" fmla="*/ 8 h 42"/>
                <a:gd name="T58" fmla="*/ 5 w 8"/>
                <a:gd name="T59" fmla="*/ 7 h 42"/>
                <a:gd name="T60" fmla="*/ 5 w 8"/>
                <a:gd name="T61" fmla="*/ 9 h 42"/>
                <a:gd name="T62" fmla="*/ 5 w 8"/>
                <a:gd name="T63" fmla="*/ 14 h 42"/>
                <a:gd name="T64" fmla="*/ 5 w 8"/>
                <a:gd name="T65" fmla="*/ 19 h 42"/>
                <a:gd name="T66" fmla="*/ 6 w 8"/>
                <a:gd name="T67" fmla="*/ 20 h 42"/>
                <a:gd name="T68" fmla="*/ 6 w 8"/>
                <a:gd name="T69" fmla="*/ 19 h 42"/>
                <a:gd name="T70" fmla="*/ 6 w 8"/>
                <a:gd name="T71" fmla="*/ 19 h 42"/>
                <a:gd name="T72" fmla="*/ 6 w 8"/>
                <a:gd name="T73" fmla="*/ 23 h 42"/>
                <a:gd name="T74" fmla="*/ 6 w 8"/>
                <a:gd name="T75" fmla="*/ 26 h 42"/>
                <a:gd name="T76" fmla="*/ 7 w 8"/>
                <a:gd name="T77" fmla="*/ 23 h 42"/>
                <a:gd name="T78" fmla="*/ 7 w 8"/>
                <a:gd name="T79" fmla="*/ 19 h 42"/>
                <a:gd name="T80" fmla="*/ 7 w 8"/>
                <a:gd name="T81" fmla="*/ 18 h 42"/>
                <a:gd name="T82" fmla="*/ 7 w 8"/>
                <a:gd name="T83" fmla="*/ 14 h 42"/>
                <a:gd name="T84" fmla="*/ 7 w 8"/>
                <a:gd name="T85" fmla="*/ 10 h 42"/>
                <a:gd name="T86" fmla="*/ 7 w 8"/>
                <a:gd name="T87" fmla="*/ 12 h 42"/>
                <a:gd name="T88" fmla="*/ 7 w 8"/>
                <a:gd name="T89" fmla="*/ 12 h 42"/>
                <a:gd name="T90" fmla="*/ 8 w 8"/>
                <a:gd name="T91" fmla="*/ 5 h 42"/>
                <a:gd name="T92" fmla="*/ 8 w 8"/>
                <a:gd name="T93" fmla="*/ 0 h 42"/>
                <a:gd name="T94" fmla="*/ 8 w 8"/>
                <a:gd name="T95" fmla="*/ 4 h 42"/>
                <a:gd name="T96" fmla="*/ 8 w 8"/>
                <a:gd name="T97" fmla="*/ 5 h 42"/>
                <a:gd name="T98" fmla="*/ 8 w 8"/>
                <a:gd name="T99" fmla="*/ 1 h 42"/>
                <a:gd name="T100" fmla="*/ 8 w 8"/>
                <a:gd name="T101" fmla="*/ 1 h 42"/>
                <a:gd name="T102" fmla="*/ 8 w 8"/>
                <a:gd name="T103" fmla="*/ 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2">
                  <a:moveTo>
                    <a:pt x="0" y="42"/>
                  </a:moveTo>
                  <a:lnTo>
                    <a:pt x="0" y="32"/>
                  </a:lnTo>
                  <a:lnTo>
                    <a:pt x="0" y="22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4"/>
                  </a:lnTo>
                  <a:lnTo>
                    <a:pt x="1" y="8"/>
                  </a:lnTo>
                  <a:lnTo>
                    <a:pt x="1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5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3" y="14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4" y="17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14"/>
                  </a:lnTo>
                  <a:lnTo>
                    <a:pt x="5" y="19"/>
                  </a:lnTo>
                  <a:lnTo>
                    <a:pt x="6" y="20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7" y="23"/>
                  </a:lnTo>
                  <a:lnTo>
                    <a:pt x="7" y="19"/>
                  </a:lnTo>
                  <a:lnTo>
                    <a:pt x="7" y="18"/>
                  </a:lnTo>
                  <a:lnTo>
                    <a:pt x="7" y="14"/>
                  </a:lnTo>
                  <a:lnTo>
                    <a:pt x="7" y="10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8" y="5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42" name="Freeform 686"/>
            <p:cNvSpPr/>
            <p:nvPr/>
          </p:nvSpPr>
          <p:spPr bwMode="auto">
            <a:xfrm>
              <a:off x="2825750" y="1857376"/>
              <a:ext cx="14288" cy="139700"/>
            </a:xfrm>
            <a:custGeom>
              <a:avLst/>
              <a:gdLst>
                <a:gd name="T0" fmla="*/ 0 w 9"/>
                <a:gd name="T1" fmla="*/ 57 h 88"/>
                <a:gd name="T2" fmla="*/ 0 w 9"/>
                <a:gd name="T3" fmla="*/ 60 h 88"/>
                <a:gd name="T4" fmla="*/ 1 w 9"/>
                <a:gd name="T5" fmla="*/ 63 h 88"/>
                <a:gd name="T6" fmla="*/ 1 w 9"/>
                <a:gd name="T7" fmla="*/ 67 h 88"/>
                <a:gd name="T8" fmla="*/ 1 w 9"/>
                <a:gd name="T9" fmla="*/ 69 h 88"/>
                <a:gd name="T10" fmla="*/ 1 w 9"/>
                <a:gd name="T11" fmla="*/ 68 h 88"/>
                <a:gd name="T12" fmla="*/ 2 w 9"/>
                <a:gd name="T13" fmla="*/ 70 h 88"/>
                <a:gd name="T14" fmla="*/ 2 w 9"/>
                <a:gd name="T15" fmla="*/ 73 h 88"/>
                <a:gd name="T16" fmla="*/ 2 w 9"/>
                <a:gd name="T17" fmla="*/ 75 h 88"/>
                <a:gd name="T18" fmla="*/ 2 w 9"/>
                <a:gd name="T19" fmla="*/ 75 h 88"/>
                <a:gd name="T20" fmla="*/ 2 w 9"/>
                <a:gd name="T21" fmla="*/ 74 h 88"/>
                <a:gd name="T22" fmla="*/ 2 w 9"/>
                <a:gd name="T23" fmla="*/ 75 h 88"/>
                <a:gd name="T24" fmla="*/ 2 w 9"/>
                <a:gd name="T25" fmla="*/ 79 h 88"/>
                <a:gd name="T26" fmla="*/ 3 w 9"/>
                <a:gd name="T27" fmla="*/ 85 h 88"/>
                <a:gd name="T28" fmla="*/ 3 w 9"/>
                <a:gd name="T29" fmla="*/ 87 h 88"/>
                <a:gd name="T30" fmla="*/ 3 w 9"/>
                <a:gd name="T31" fmla="*/ 86 h 88"/>
                <a:gd name="T32" fmla="*/ 3 w 9"/>
                <a:gd name="T33" fmla="*/ 86 h 88"/>
                <a:gd name="T34" fmla="*/ 3 w 9"/>
                <a:gd name="T35" fmla="*/ 88 h 88"/>
                <a:gd name="T36" fmla="*/ 4 w 9"/>
                <a:gd name="T37" fmla="*/ 87 h 88"/>
                <a:gd name="T38" fmla="*/ 4 w 9"/>
                <a:gd name="T39" fmla="*/ 84 h 88"/>
                <a:gd name="T40" fmla="*/ 4 w 9"/>
                <a:gd name="T41" fmla="*/ 85 h 88"/>
                <a:gd name="T42" fmla="*/ 4 w 9"/>
                <a:gd name="T43" fmla="*/ 85 h 88"/>
                <a:gd name="T44" fmla="*/ 4 w 9"/>
                <a:gd name="T45" fmla="*/ 81 h 88"/>
                <a:gd name="T46" fmla="*/ 4 w 9"/>
                <a:gd name="T47" fmla="*/ 80 h 88"/>
                <a:gd name="T48" fmla="*/ 4 w 9"/>
                <a:gd name="T49" fmla="*/ 83 h 88"/>
                <a:gd name="T50" fmla="*/ 5 w 9"/>
                <a:gd name="T51" fmla="*/ 83 h 88"/>
                <a:gd name="T52" fmla="*/ 5 w 9"/>
                <a:gd name="T53" fmla="*/ 80 h 88"/>
                <a:gd name="T54" fmla="*/ 5 w 9"/>
                <a:gd name="T55" fmla="*/ 81 h 88"/>
                <a:gd name="T56" fmla="*/ 5 w 9"/>
                <a:gd name="T57" fmla="*/ 78 h 88"/>
                <a:gd name="T58" fmla="*/ 5 w 9"/>
                <a:gd name="T59" fmla="*/ 74 h 88"/>
                <a:gd name="T60" fmla="*/ 5 w 9"/>
                <a:gd name="T61" fmla="*/ 72 h 88"/>
                <a:gd name="T62" fmla="*/ 6 w 9"/>
                <a:gd name="T63" fmla="*/ 70 h 88"/>
                <a:gd name="T64" fmla="*/ 6 w 9"/>
                <a:gd name="T65" fmla="*/ 64 h 88"/>
                <a:gd name="T66" fmla="*/ 6 w 9"/>
                <a:gd name="T67" fmla="*/ 58 h 88"/>
                <a:gd name="T68" fmla="*/ 6 w 9"/>
                <a:gd name="T69" fmla="*/ 56 h 88"/>
                <a:gd name="T70" fmla="*/ 6 w 9"/>
                <a:gd name="T71" fmla="*/ 54 h 88"/>
                <a:gd name="T72" fmla="*/ 7 w 9"/>
                <a:gd name="T73" fmla="*/ 52 h 88"/>
                <a:gd name="T74" fmla="*/ 7 w 9"/>
                <a:gd name="T75" fmla="*/ 48 h 88"/>
                <a:gd name="T76" fmla="*/ 7 w 9"/>
                <a:gd name="T77" fmla="*/ 44 h 88"/>
                <a:gd name="T78" fmla="*/ 7 w 9"/>
                <a:gd name="T79" fmla="*/ 38 h 88"/>
                <a:gd name="T80" fmla="*/ 7 w 9"/>
                <a:gd name="T81" fmla="*/ 32 h 88"/>
                <a:gd name="T82" fmla="*/ 7 w 9"/>
                <a:gd name="T83" fmla="*/ 28 h 88"/>
                <a:gd name="T84" fmla="*/ 7 w 9"/>
                <a:gd name="T85" fmla="*/ 22 h 88"/>
                <a:gd name="T86" fmla="*/ 8 w 9"/>
                <a:gd name="T87" fmla="*/ 14 h 88"/>
                <a:gd name="T88" fmla="*/ 8 w 9"/>
                <a:gd name="T89" fmla="*/ 7 h 88"/>
                <a:gd name="T90" fmla="*/ 8 w 9"/>
                <a:gd name="T91" fmla="*/ 6 h 88"/>
                <a:gd name="T92" fmla="*/ 8 w 9"/>
                <a:gd name="T93" fmla="*/ 5 h 88"/>
                <a:gd name="T94" fmla="*/ 9 w 9"/>
                <a:gd name="T95" fmla="*/ 1 h 88"/>
                <a:gd name="T96" fmla="*/ 9 w 9"/>
                <a:gd name="T97" fmla="*/ 0 h 88"/>
                <a:gd name="T98" fmla="*/ 9 w 9"/>
                <a:gd name="T99" fmla="*/ 1 h 88"/>
                <a:gd name="T100" fmla="*/ 9 w 9"/>
                <a:gd name="T101" fmla="*/ 2 h 88"/>
                <a:gd name="T102" fmla="*/ 9 w 9"/>
                <a:gd name="T103" fmla="*/ 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88">
                  <a:moveTo>
                    <a:pt x="0" y="57"/>
                  </a:moveTo>
                  <a:lnTo>
                    <a:pt x="0" y="60"/>
                  </a:lnTo>
                  <a:lnTo>
                    <a:pt x="1" y="63"/>
                  </a:lnTo>
                  <a:lnTo>
                    <a:pt x="1" y="67"/>
                  </a:lnTo>
                  <a:lnTo>
                    <a:pt x="1" y="69"/>
                  </a:lnTo>
                  <a:lnTo>
                    <a:pt x="1" y="68"/>
                  </a:lnTo>
                  <a:lnTo>
                    <a:pt x="2" y="70"/>
                  </a:lnTo>
                  <a:lnTo>
                    <a:pt x="2" y="73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2" y="74"/>
                  </a:lnTo>
                  <a:lnTo>
                    <a:pt x="2" y="75"/>
                  </a:lnTo>
                  <a:lnTo>
                    <a:pt x="2" y="79"/>
                  </a:lnTo>
                  <a:lnTo>
                    <a:pt x="3" y="85"/>
                  </a:lnTo>
                  <a:lnTo>
                    <a:pt x="3" y="87"/>
                  </a:lnTo>
                  <a:lnTo>
                    <a:pt x="3" y="86"/>
                  </a:lnTo>
                  <a:lnTo>
                    <a:pt x="3" y="86"/>
                  </a:lnTo>
                  <a:lnTo>
                    <a:pt x="3" y="88"/>
                  </a:lnTo>
                  <a:lnTo>
                    <a:pt x="4" y="87"/>
                  </a:lnTo>
                  <a:lnTo>
                    <a:pt x="4" y="84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1"/>
                  </a:lnTo>
                  <a:lnTo>
                    <a:pt x="4" y="80"/>
                  </a:lnTo>
                  <a:lnTo>
                    <a:pt x="4" y="83"/>
                  </a:lnTo>
                  <a:lnTo>
                    <a:pt x="5" y="83"/>
                  </a:lnTo>
                  <a:lnTo>
                    <a:pt x="5" y="80"/>
                  </a:lnTo>
                  <a:lnTo>
                    <a:pt x="5" y="81"/>
                  </a:lnTo>
                  <a:lnTo>
                    <a:pt x="5" y="78"/>
                  </a:lnTo>
                  <a:lnTo>
                    <a:pt x="5" y="74"/>
                  </a:lnTo>
                  <a:lnTo>
                    <a:pt x="5" y="72"/>
                  </a:lnTo>
                  <a:lnTo>
                    <a:pt x="6" y="70"/>
                  </a:lnTo>
                  <a:lnTo>
                    <a:pt x="6" y="64"/>
                  </a:lnTo>
                  <a:lnTo>
                    <a:pt x="6" y="58"/>
                  </a:lnTo>
                  <a:lnTo>
                    <a:pt x="6" y="56"/>
                  </a:lnTo>
                  <a:lnTo>
                    <a:pt x="6" y="54"/>
                  </a:lnTo>
                  <a:lnTo>
                    <a:pt x="7" y="52"/>
                  </a:lnTo>
                  <a:lnTo>
                    <a:pt x="7" y="48"/>
                  </a:lnTo>
                  <a:lnTo>
                    <a:pt x="7" y="44"/>
                  </a:lnTo>
                  <a:lnTo>
                    <a:pt x="7" y="38"/>
                  </a:lnTo>
                  <a:lnTo>
                    <a:pt x="7" y="32"/>
                  </a:lnTo>
                  <a:lnTo>
                    <a:pt x="7" y="28"/>
                  </a:lnTo>
                  <a:lnTo>
                    <a:pt x="7" y="22"/>
                  </a:lnTo>
                  <a:lnTo>
                    <a:pt x="8" y="14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5"/>
                  </a:lnTo>
                  <a:lnTo>
                    <a:pt x="9" y="1"/>
                  </a:lnTo>
                  <a:lnTo>
                    <a:pt x="9" y="0"/>
                  </a:lnTo>
                  <a:lnTo>
                    <a:pt x="9" y="1"/>
                  </a:lnTo>
                  <a:lnTo>
                    <a:pt x="9" y="2"/>
                  </a:lnTo>
                  <a:lnTo>
                    <a:pt x="9" y="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43" name="Freeform 687"/>
            <p:cNvSpPr/>
            <p:nvPr/>
          </p:nvSpPr>
          <p:spPr bwMode="auto">
            <a:xfrm>
              <a:off x="2840038" y="1860551"/>
              <a:ext cx="12700" cy="201613"/>
            </a:xfrm>
            <a:custGeom>
              <a:avLst/>
              <a:gdLst>
                <a:gd name="T0" fmla="*/ 0 w 8"/>
                <a:gd name="T1" fmla="*/ 0 h 127"/>
                <a:gd name="T2" fmla="*/ 0 w 8"/>
                <a:gd name="T3" fmla="*/ 3 h 127"/>
                <a:gd name="T4" fmla="*/ 0 w 8"/>
                <a:gd name="T5" fmla="*/ 4 h 127"/>
                <a:gd name="T6" fmla="*/ 0 w 8"/>
                <a:gd name="T7" fmla="*/ 7 h 127"/>
                <a:gd name="T8" fmla="*/ 1 w 8"/>
                <a:gd name="T9" fmla="*/ 10 h 127"/>
                <a:gd name="T10" fmla="*/ 1 w 8"/>
                <a:gd name="T11" fmla="*/ 12 h 127"/>
                <a:gd name="T12" fmla="*/ 1 w 8"/>
                <a:gd name="T13" fmla="*/ 13 h 127"/>
                <a:gd name="T14" fmla="*/ 1 w 8"/>
                <a:gd name="T15" fmla="*/ 18 h 127"/>
                <a:gd name="T16" fmla="*/ 1 w 8"/>
                <a:gd name="T17" fmla="*/ 21 h 127"/>
                <a:gd name="T18" fmla="*/ 1 w 8"/>
                <a:gd name="T19" fmla="*/ 21 h 127"/>
                <a:gd name="T20" fmla="*/ 1 w 8"/>
                <a:gd name="T21" fmla="*/ 23 h 127"/>
                <a:gd name="T22" fmla="*/ 2 w 8"/>
                <a:gd name="T23" fmla="*/ 27 h 127"/>
                <a:gd name="T24" fmla="*/ 2 w 8"/>
                <a:gd name="T25" fmla="*/ 29 h 127"/>
                <a:gd name="T26" fmla="*/ 2 w 8"/>
                <a:gd name="T27" fmla="*/ 29 h 127"/>
                <a:gd name="T28" fmla="*/ 2 w 8"/>
                <a:gd name="T29" fmla="*/ 31 h 127"/>
                <a:gd name="T30" fmla="*/ 2 w 8"/>
                <a:gd name="T31" fmla="*/ 36 h 127"/>
                <a:gd name="T32" fmla="*/ 3 w 8"/>
                <a:gd name="T33" fmla="*/ 39 h 127"/>
                <a:gd name="T34" fmla="*/ 3 w 8"/>
                <a:gd name="T35" fmla="*/ 42 h 127"/>
                <a:gd name="T36" fmla="*/ 3 w 8"/>
                <a:gd name="T37" fmla="*/ 47 h 127"/>
                <a:gd name="T38" fmla="*/ 3 w 8"/>
                <a:gd name="T39" fmla="*/ 51 h 127"/>
                <a:gd name="T40" fmla="*/ 3 w 8"/>
                <a:gd name="T41" fmla="*/ 53 h 127"/>
                <a:gd name="T42" fmla="*/ 3 w 8"/>
                <a:gd name="T43" fmla="*/ 57 h 127"/>
                <a:gd name="T44" fmla="*/ 3 w 8"/>
                <a:gd name="T45" fmla="*/ 61 h 127"/>
                <a:gd name="T46" fmla="*/ 4 w 8"/>
                <a:gd name="T47" fmla="*/ 62 h 127"/>
                <a:gd name="T48" fmla="*/ 4 w 8"/>
                <a:gd name="T49" fmla="*/ 63 h 127"/>
                <a:gd name="T50" fmla="*/ 4 w 8"/>
                <a:gd name="T51" fmla="*/ 64 h 127"/>
                <a:gd name="T52" fmla="*/ 4 w 8"/>
                <a:gd name="T53" fmla="*/ 64 h 127"/>
                <a:gd name="T54" fmla="*/ 5 w 8"/>
                <a:gd name="T55" fmla="*/ 60 h 127"/>
                <a:gd name="T56" fmla="*/ 5 w 8"/>
                <a:gd name="T57" fmla="*/ 59 h 127"/>
                <a:gd name="T58" fmla="*/ 5 w 8"/>
                <a:gd name="T59" fmla="*/ 60 h 127"/>
                <a:gd name="T60" fmla="*/ 5 w 8"/>
                <a:gd name="T61" fmla="*/ 59 h 127"/>
                <a:gd name="T62" fmla="*/ 5 w 8"/>
                <a:gd name="T63" fmla="*/ 59 h 127"/>
                <a:gd name="T64" fmla="*/ 5 w 8"/>
                <a:gd name="T65" fmla="*/ 61 h 127"/>
                <a:gd name="T66" fmla="*/ 5 w 8"/>
                <a:gd name="T67" fmla="*/ 64 h 127"/>
                <a:gd name="T68" fmla="*/ 6 w 8"/>
                <a:gd name="T69" fmla="*/ 66 h 127"/>
                <a:gd name="T70" fmla="*/ 6 w 8"/>
                <a:gd name="T71" fmla="*/ 68 h 127"/>
                <a:gd name="T72" fmla="*/ 6 w 8"/>
                <a:gd name="T73" fmla="*/ 72 h 127"/>
                <a:gd name="T74" fmla="*/ 6 w 8"/>
                <a:gd name="T75" fmla="*/ 76 h 127"/>
                <a:gd name="T76" fmla="*/ 6 w 8"/>
                <a:gd name="T77" fmla="*/ 79 h 127"/>
                <a:gd name="T78" fmla="*/ 6 w 8"/>
                <a:gd name="T79" fmla="*/ 85 h 127"/>
                <a:gd name="T80" fmla="*/ 6 w 8"/>
                <a:gd name="T81" fmla="*/ 87 h 127"/>
                <a:gd name="T82" fmla="*/ 7 w 8"/>
                <a:gd name="T83" fmla="*/ 87 h 127"/>
                <a:gd name="T84" fmla="*/ 7 w 8"/>
                <a:gd name="T85" fmla="*/ 95 h 127"/>
                <a:gd name="T86" fmla="*/ 7 w 8"/>
                <a:gd name="T87" fmla="*/ 106 h 127"/>
                <a:gd name="T88" fmla="*/ 7 w 8"/>
                <a:gd name="T89" fmla="*/ 108 h 127"/>
                <a:gd name="T90" fmla="*/ 7 w 8"/>
                <a:gd name="T91" fmla="*/ 106 h 127"/>
                <a:gd name="T92" fmla="*/ 8 w 8"/>
                <a:gd name="T93" fmla="*/ 111 h 127"/>
                <a:gd name="T94" fmla="*/ 8 w 8"/>
                <a:gd name="T95" fmla="*/ 117 h 127"/>
                <a:gd name="T96" fmla="*/ 8 w 8"/>
                <a:gd name="T97" fmla="*/ 116 h 127"/>
                <a:gd name="T98" fmla="*/ 8 w 8"/>
                <a:gd name="T99" fmla="*/ 116 h 127"/>
                <a:gd name="T100" fmla="*/ 8 w 8"/>
                <a:gd name="T101" fmla="*/ 122 h 127"/>
                <a:gd name="T102" fmla="*/ 8 w 8"/>
                <a:gd name="T103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27">
                  <a:moveTo>
                    <a:pt x="0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0" y="7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1" y="13"/>
                  </a:lnTo>
                  <a:lnTo>
                    <a:pt x="1" y="18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1" y="23"/>
                  </a:lnTo>
                  <a:lnTo>
                    <a:pt x="2" y="27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31"/>
                  </a:lnTo>
                  <a:lnTo>
                    <a:pt x="2" y="36"/>
                  </a:lnTo>
                  <a:lnTo>
                    <a:pt x="3" y="39"/>
                  </a:lnTo>
                  <a:lnTo>
                    <a:pt x="3" y="42"/>
                  </a:lnTo>
                  <a:lnTo>
                    <a:pt x="3" y="47"/>
                  </a:lnTo>
                  <a:lnTo>
                    <a:pt x="3" y="51"/>
                  </a:lnTo>
                  <a:lnTo>
                    <a:pt x="3" y="53"/>
                  </a:lnTo>
                  <a:lnTo>
                    <a:pt x="3" y="57"/>
                  </a:lnTo>
                  <a:lnTo>
                    <a:pt x="3" y="61"/>
                  </a:lnTo>
                  <a:lnTo>
                    <a:pt x="4" y="62"/>
                  </a:lnTo>
                  <a:lnTo>
                    <a:pt x="4" y="63"/>
                  </a:lnTo>
                  <a:lnTo>
                    <a:pt x="4" y="64"/>
                  </a:lnTo>
                  <a:lnTo>
                    <a:pt x="4" y="64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5" y="59"/>
                  </a:lnTo>
                  <a:lnTo>
                    <a:pt x="5" y="61"/>
                  </a:lnTo>
                  <a:lnTo>
                    <a:pt x="5" y="64"/>
                  </a:lnTo>
                  <a:lnTo>
                    <a:pt x="6" y="66"/>
                  </a:lnTo>
                  <a:lnTo>
                    <a:pt x="6" y="68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6" y="79"/>
                  </a:lnTo>
                  <a:lnTo>
                    <a:pt x="6" y="85"/>
                  </a:lnTo>
                  <a:lnTo>
                    <a:pt x="6" y="87"/>
                  </a:lnTo>
                  <a:lnTo>
                    <a:pt x="7" y="87"/>
                  </a:lnTo>
                  <a:lnTo>
                    <a:pt x="7" y="95"/>
                  </a:lnTo>
                  <a:lnTo>
                    <a:pt x="7" y="106"/>
                  </a:lnTo>
                  <a:lnTo>
                    <a:pt x="7" y="108"/>
                  </a:lnTo>
                  <a:lnTo>
                    <a:pt x="7" y="106"/>
                  </a:lnTo>
                  <a:lnTo>
                    <a:pt x="8" y="111"/>
                  </a:lnTo>
                  <a:lnTo>
                    <a:pt x="8" y="117"/>
                  </a:lnTo>
                  <a:lnTo>
                    <a:pt x="8" y="116"/>
                  </a:lnTo>
                  <a:lnTo>
                    <a:pt x="8" y="116"/>
                  </a:lnTo>
                  <a:lnTo>
                    <a:pt x="8" y="122"/>
                  </a:lnTo>
                  <a:lnTo>
                    <a:pt x="8" y="12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44" name="Freeform 688"/>
            <p:cNvSpPr/>
            <p:nvPr/>
          </p:nvSpPr>
          <p:spPr bwMode="auto">
            <a:xfrm>
              <a:off x="2852738" y="2054226"/>
              <a:ext cx="14288" cy="144463"/>
            </a:xfrm>
            <a:custGeom>
              <a:avLst/>
              <a:gdLst>
                <a:gd name="T0" fmla="*/ 0 w 9"/>
                <a:gd name="T1" fmla="*/ 0 h 91"/>
                <a:gd name="T2" fmla="*/ 0 w 9"/>
                <a:gd name="T3" fmla="*/ 5 h 91"/>
                <a:gd name="T4" fmla="*/ 0 w 9"/>
                <a:gd name="T5" fmla="*/ 4 h 91"/>
                <a:gd name="T6" fmla="*/ 1 w 9"/>
                <a:gd name="T7" fmla="*/ 7 h 91"/>
                <a:gd name="T8" fmla="*/ 1 w 9"/>
                <a:gd name="T9" fmla="*/ 14 h 91"/>
                <a:gd name="T10" fmla="*/ 1 w 9"/>
                <a:gd name="T11" fmla="*/ 18 h 91"/>
                <a:gd name="T12" fmla="*/ 1 w 9"/>
                <a:gd name="T13" fmla="*/ 23 h 91"/>
                <a:gd name="T14" fmla="*/ 2 w 9"/>
                <a:gd name="T15" fmla="*/ 30 h 91"/>
                <a:gd name="T16" fmla="*/ 2 w 9"/>
                <a:gd name="T17" fmla="*/ 35 h 91"/>
                <a:gd name="T18" fmla="*/ 2 w 9"/>
                <a:gd name="T19" fmla="*/ 37 h 91"/>
                <a:gd name="T20" fmla="*/ 2 w 9"/>
                <a:gd name="T21" fmla="*/ 40 h 91"/>
                <a:gd name="T22" fmla="*/ 2 w 9"/>
                <a:gd name="T23" fmla="*/ 46 h 91"/>
                <a:gd name="T24" fmla="*/ 2 w 9"/>
                <a:gd name="T25" fmla="*/ 48 h 91"/>
                <a:gd name="T26" fmla="*/ 2 w 9"/>
                <a:gd name="T27" fmla="*/ 50 h 91"/>
                <a:gd name="T28" fmla="*/ 3 w 9"/>
                <a:gd name="T29" fmla="*/ 56 h 91"/>
                <a:gd name="T30" fmla="*/ 3 w 9"/>
                <a:gd name="T31" fmla="*/ 59 h 91"/>
                <a:gd name="T32" fmla="*/ 3 w 9"/>
                <a:gd name="T33" fmla="*/ 60 h 91"/>
                <a:gd name="T34" fmla="*/ 3 w 9"/>
                <a:gd name="T35" fmla="*/ 61 h 91"/>
                <a:gd name="T36" fmla="*/ 3 w 9"/>
                <a:gd name="T37" fmla="*/ 63 h 91"/>
                <a:gd name="T38" fmla="*/ 4 w 9"/>
                <a:gd name="T39" fmla="*/ 66 h 91"/>
                <a:gd name="T40" fmla="*/ 4 w 9"/>
                <a:gd name="T41" fmla="*/ 66 h 91"/>
                <a:gd name="T42" fmla="*/ 4 w 9"/>
                <a:gd name="T43" fmla="*/ 65 h 91"/>
                <a:gd name="T44" fmla="*/ 4 w 9"/>
                <a:gd name="T45" fmla="*/ 65 h 91"/>
                <a:gd name="T46" fmla="*/ 4 w 9"/>
                <a:gd name="T47" fmla="*/ 66 h 91"/>
                <a:gd name="T48" fmla="*/ 4 w 9"/>
                <a:gd name="T49" fmla="*/ 65 h 91"/>
                <a:gd name="T50" fmla="*/ 5 w 9"/>
                <a:gd name="T51" fmla="*/ 66 h 91"/>
                <a:gd name="T52" fmla="*/ 5 w 9"/>
                <a:gd name="T53" fmla="*/ 67 h 91"/>
                <a:gd name="T54" fmla="*/ 5 w 9"/>
                <a:gd name="T55" fmla="*/ 66 h 91"/>
                <a:gd name="T56" fmla="*/ 5 w 9"/>
                <a:gd name="T57" fmla="*/ 64 h 91"/>
                <a:gd name="T58" fmla="*/ 5 w 9"/>
                <a:gd name="T59" fmla="*/ 65 h 91"/>
                <a:gd name="T60" fmla="*/ 5 w 9"/>
                <a:gd name="T61" fmla="*/ 65 h 91"/>
                <a:gd name="T62" fmla="*/ 5 w 9"/>
                <a:gd name="T63" fmla="*/ 62 h 91"/>
                <a:gd name="T64" fmla="*/ 6 w 9"/>
                <a:gd name="T65" fmla="*/ 63 h 91"/>
                <a:gd name="T66" fmla="*/ 6 w 9"/>
                <a:gd name="T67" fmla="*/ 66 h 91"/>
                <a:gd name="T68" fmla="*/ 6 w 9"/>
                <a:gd name="T69" fmla="*/ 63 h 91"/>
                <a:gd name="T70" fmla="*/ 6 w 9"/>
                <a:gd name="T71" fmla="*/ 64 h 91"/>
                <a:gd name="T72" fmla="*/ 6 w 9"/>
                <a:gd name="T73" fmla="*/ 79 h 91"/>
                <a:gd name="T74" fmla="*/ 7 w 9"/>
                <a:gd name="T75" fmla="*/ 88 h 91"/>
                <a:gd name="T76" fmla="*/ 7 w 9"/>
                <a:gd name="T77" fmla="*/ 80 h 91"/>
                <a:gd name="T78" fmla="*/ 7 w 9"/>
                <a:gd name="T79" fmla="*/ 76 h 91"/>
                <a:gd name="T80" fmla="*/ 7 w 9"/>
                <a:gd name="T81" fmla="*/ 85 h 91"/>
                <a:gd name="T82" fmla="*/ 7 w 9"/>
                <a:gd name="T83" fmla="*/ 91 h 91"/>
                <a:gd name="T84" fmla="*/ 7 w 9"/>
                <a:gd name="T85" fmla="*/ 86 h 91"/>
                <a:gd name="T86" fmla="*/ 7 w 9"/>
                <a:gd name="T87" fmla="*/ 80 h 91"/>
                <a:gd name="T88" fmla="*/ 8 w 9"/>
                <a:gd name="T89" fmla="*/ 75 h 91"/>
                <a:gd name="T90" fmla="*/ 8 w 9"/>
                <a:gd name="T91" fmla="*/ 71 h 91"/>
                <a:gd name="T92" fmla="*/ 8 w 9"/>
                <a:gd name="T93" fmla="*/ 72 h 91"/>
                <a:gd name="T94" fmla="*/ 8 w 9"/>
                <a:gd name="T95" fmla="*/ 76 h 91"/>
                <a:gd name="T96" fmla="*/ 9 w 9"/>
                <a:gd name="T97" fmla="*/ 75 h 91"/>
                <a:gd name="T98" fmla="*/ 9 w 9"/>
                <a:gd name="T99" fmla="*/ 70 h 91"/>
                <a:gd name="T100" fmla="*/ 9 w 9"/>
                <a:gd name="T101" fmla="*/ 70 h 91"/>
                <a:gd name="T102" fmla="*/ 9 w 9"/>
                <a:gd name="T103" fmla="*/ 6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91">
                  <a:moveTo>
                    <a:pt x="0" y="0"/>
                  </a:moveTo>
                  <a:lnTo>
                    <a:pt x="0" y="5"/>
                  </a:lnTo>
                  <a:lnTo>
                    <a:pt x="0" y="4"/>
                  </a:lnTo>
                  <a:lnTo>
                    <a:pt x="1" y="7"/>
                  </a:lnTo>
                  <a:lnTo>
                    <a:pt x="1" y="14"/>
                  </a:lnTo>
                  <a:lnTo>
                    <a:pt x="1" y="18"/>
                  </a:lnTo>
                  <a:lnTo>
                    <a:pt x="1" y="23"/>
                  </a:lnTo>
                  <a:lnTo>
                    <a:pt x="2" y="30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40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" y="50"/>
                  </a:lnTo>
                  <a:lnTo>
                    <a:pt x="3" y="56"/>
                  </a:lnTo>
                  <a:lnTo>
                    <a:pt x="3" y="59"/>
                  </a:lnTo>
                  <a:lnTo>
                    <a:pt x="3" y="60"/>
                  </a:lnTo>
                  <a:lnTo>
                    <a:pt x="3" y="61"/>
                  </a:lnTo>
                  <a:lnTo>
                    <a:pt x="3" y="63"/>
                  </a:lnTo>
                  <a:lnTo>
                    <a:pt x="4" y="66"/>
                  </a:lnTo>
                  <a:lnTo>
                    <a:pt x="4" y="66"/>
                  </a:lnTo>
                  <a:lnTo>
                    <a:pt x="4" y="65"/>
                  </a:lnTo>
                  <a:lnTo>
                    <a:pt x="4" y="65"/>
                  </a:lnTo>
                  <a:lnTo>
                    <a:pt x="4" y="66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5" y="67"/>
                  </a:lnTo>
                  <a:lnTo>
                    <a:pt x="5" y="66"/>
                  </a:lnTo>
                  <a:lnTo>
                    <a:pt x="5" y="64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5" y="62"/>
                  </a:lnTo>
                  <a:lnTo>
                    <a:pt x="6" y="63"/>
                  </a:lnTo>
                  <a:lnTo>
                    <a:pt x="6" y="66"/>
                  </a:lnTo>
                  <a:lnTo>
                    <a:pt x="6" y="63"/>
                  </a:lnTo>
                  <a:lnTo>
                    <a:pt x="6" y="64"/>
                  </a:lnTo>
                  <a:lnTo>
                    <a:pt x="6" y="79"/>
                  </a:lnTo>
                  <a:lnTo>
                    <a:pt x="7" y="88"/>
                  </a:lnTo>
                  <a:lnTo>
                    <a:pt x="7" y="80"/>
                  </a:lnTo>
                  <a:lnTo>
                    <a:pt x="7" y="76"/>
                  </a:lnTo>
                  <a:lnTo>
                    <a:pt x="7" y="85"/>
                  </a:lnTo>
                  <a:lnTo>
                    <a:pt x="7" y="91"/>
                  </a:lnTo>
                  <a:lnTo>
                    <a:pt x="7" y="86"/>
                  </a:lnTo>
                  <a:lnTo>
                    <a:pt x="7" y="80"/>
                  </a:lnTo>
                  <a:lnTo>
                    <a:pt x="8" y="75"/>
                  </a:lnTo>
                  <a:lnTo>
                    <a:pt x="8" y="71"/>
                  </a:lnTo>
                  <a:lnTo>
                    <a:pt x="8" y="72"/>
                  </a:lnTo>
                  <a:lnTo>
                    <a:pt x="8" y="76"/>
                  </a:lnTo>
                  <a:lnTo>
                    <a:pt x="9" y="75"/>
                  </a:lnTo>
                  <a:lnTo>
                    <a:pt x="9" y="70"/>
                  </a:lnTo>
                  <a:lnTo>
                    <a:pt x="9" y="70"/>
                  </a:lnTo>
                  <a:lnTo>
                    <a:pt x="9" y="6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45" name="Freeform 689"/>
            <p:cNvSpPr/>
            <p:nvPr/>
          </p:nvSpPr>
          <p:spPr bwMode="auto">
            <a:xfrm>
              <a:off x="2867025" y="1941514"/>
              <a:ext cx="12700" cy="223838"/>
            </a:xfrm>
            <a:custGeom>
              <a:avLst/>
              <a:gdLst>
                <a:gd name="T0" fmla="*/ 0 w 8"/>
                <a:gd name="T1" fmla="*/ 141 h 141"/>
                <a:gd name="T2" fmla="*/ 0 w 8"/>
                <a:gd name="T3" fmla="*/ 140 h 141"/>
                <a:gd name="T4" fmla="*/ 0 w 8"/>
                <a:gd name="T5" fmla="*/ 129 h 141"/>
                <a:gd name="T6" fmla="*/ 0 w 8"/>
                <a:gd name="T7" fmla="*/ 119 h 141"/>
                <a:gd name="T8" fmla="*/ 0 w 8"/>
                <a:gd name="T9" fmla="*/ 116 h 141"/>
                <a:gd name="T10" fmla="*/ 1 w 8"/>
                <a:gd name="T11" fmla="*/ 109 h 141"/>
                <a:gd name="T12" fmla="*/ 1 w 8"/>
                <a:gd name="T13" fmla="*/ 97 h 141"/>
                <a:gd name="T14" fmla="*/ 1 w 8"/>
                <a:gd name="T15" fmla="*/ 90 h 141"/>
                <a:gd name="T16" fmla="*/ 1 w 8"/>
                <a:gd name="T17" fmla="*/ 86 h 141"/>
                <a:gd name="T18" fmla="*/ 1 w 8"/>
                <a:gd name="T19" fmla="*/ 84 h 141"/>
                <a:gd name="T20" fmla="*/ 1 w 8"/>
                <a:gd name="T21" fmla="*/ 82 h 141"/>
                <a:gd name="T22" fmla="*/ 1 w 8"/>
                <a:gd name="T23" fmla="*/ 78 h 141"/>
                <a:gd name="T24" fmla="*/ 2 w 8"/>
                <a:gd name="T25" fmla="*/ 69 h 141"/>
                <a:gd name="T26" fmla="*/ 2 w 8"/>
                <a:gd name="T27" fmla="*/ 62 h 141"/>
                <a:gd name="T28" fmla="*/ 2 w 8"/>
                <a:gd name="T29" fmla="*/ 56 h 141"/>
                <a:gd name="T30" fmla="*/ 2 w 8"/>
                <a:gd name="T31" fmla="*/ 47 h 141"/>
                <a:gd name="T32" fmla="*/ 2 w 8"/>
                <a:gd name="T33" fmla="*/ 37 h 141"/>
                <a:gd name="T34" fmla="*/ 3 w 8"/>
                <a:gd name="T35" fmla="*/ 28 h 141"/>
                <a:gd name="T36" fmla="*/ 3 w 8"/>
                <a:gd name="T37" fmla="*/ 22 h 141"/>
                <a:gd name="T38" fmla="*/ 3 w 8"/>
                <a:gd name="T39" fmla="*/ 18 h 141"/>
                <a:gd name="T40" fmla="*/ 3 w 8"/>
                <a:gd name="T41" fmla="*/ 12 h 141"/>
                <a:gd name="T42" fmla="*/ 3 w 8"/>
                <a:gd name="T43" fmla="*/ 6 h 141"/>
                <a:gd name="T44" fmla="*/ 3 w 8"/>
                <a:gd name="T45" fmla="*/ 7 h 141"/>
                <a:gd name="T46" fmla="*/ 3 w 8"/>
                <a:gd name="T47" fmla="*/ 11 h 141"/>
                <a:gd name="T48" fmla="*/ 4 w 8"/>
                <a:gd name="T49" fmla="*/ 13 h 141"/>
                <a:gd name="T50" fmla="*/ 4 w 8"/>
                <a:gd name="T51" fmla="*/ 15 h 141"/>
                <a:gd name="T52" fmla="*/ 4 w 8"/>
                <a:gd name="T53" fmla="*/ 15 h 141"/>
                <a:gd name="T54" fmla="*/ 4 w 8"/>
                <a:gd name="T55" fmla="*/ 10 h 141"/>
                <a:gd name="T56" fmla="*/ 5 w 8"/>
                <a:gd name="T57" fmla="*/ 8 h 141"/>
                <a:gd name="T58" fmla="*/ 5 w 8"/>
                <a:gd name="T59" fmla="*/ 12 h 141"/>
                <a:gd name="T60" fmla="*/ 5 w 8"/>
                <a:gd name="T61" fmla="*/ 15 h 141"/>
                <a:gd name="T62" fmla="*/ 5 w 8"/>
                <a:gd name="T63" fmla="*/ 11 h 141"/>
                <a:gd name="T64" fmla="*/ 5 w 8"/>
                <a:gd name="T65" fmla="*/ 3 h 141"/>
                <a:gd name="T66" fmla="*/ 5 w 8"/>
                <a:gd name="T67" fmla="*/ 0 h 141"/>
                <a:gd name="T68" fmla="*/ 5 w 8"/>
                <a:gd name="T69" fmla="*/ 3 h 141"/>
                <a:gd name="T70" fmla="*/ 6 w 8"/>
                <a:gd name="T71" fmla="*/ 5 h 141"/>
                <a:gd name="T72" fmla="*/ 6 w 8"/>
                <a:gd name="T73" fmla="*/ 5 h 141"/>
                <a:gd name="T74" fmla="*/ 6 w 8"/>
                <a:gd name="T75" fmla="*/ 4 h 141"/>
                <a:gd name="T76" fmla="*/ 6 w 8"/>
                <a:gd name="T77" fmla="*/ 5 h 141"/>
                <a:gd name="T78" fmla="*/ 6 w 8"/>
                <a:gd name="T79" fmla="*/ 10 h 141"/>
                <a:gd name="T80" fmla="*/ 6 w 8"/>
                <a:gd name="T81" fmla="*/ 15 h 141"/>
                <a:gd name="T82" fmla="*/ 6 w 8"/>
                <a:gd name="T83" fmla="*/ 16 h 141"/>
                <a:gd name="T84" fmla="*/ 7 w 8"/>
                <a:gd name="T85" fmla="*/ 17 h 141"/>
                <a:gd name="T86" fmla="*/ 7 w 8"/>
                <a:gd name="T87" fmla="*/ 22 h 141"/>
                <a:gd name="T88" fmla="*/ 7 w 8"/>
                <a:gd name="T89" fmla="*/ 25 h 141"/>
                <a:gd name="T90" fmla="*/ 7 w 8"/>
                <a:gd name="T91" fmla="*/ 27 h 141"/>
                <a:gd name="T92" fmla="*/ 7 w 8"/>
                <a:gd name="T93" fmla="*/ 31 h 141"/>
                <a:gd name="T94" fmla="*/ 8 w 8"/>
                <a:gd name="T95" fmla="*/ 32 h 141"/>
                <a:gd name="T96" fmla="*/ 8 w 8"/>
                <a:gd name="T97" fmla="*/ 32 h 141"/>
                <a:gd name="T98" fmla="*/ 8 w 8"/>
                <a:gd name="T99" fmla="*/ 33 h 141"/>
                <a:gd name="T100" fmla="*/ 8 w 8"/>
                <a:gd name="T101" fmla="*/ 30 h 141"/>
                <a:gd name="T102" fmla="*/ 8 w 8"/>
                <a:gd name="T103" fmla="*/ 2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41">
                  <a:moveTo>
                    <a:pt x="0" y="141"/>
                  </a:moveTo>
                  <a:lnTo>
                    <a:pt x="0" y="140"/>
                  </a:lnTo>
                  <a:lnTo>
                    <a:pt x="0" y="129"/>
                  </a:lnTo>
                  <a:lnTo>
                    <a:pt x="0" y="119"/>
                  </a:lnTo>
                  <a:lnTo>
                    <a:pt x="0" y="116"/>
                  </a:lnTo>
                  <a:lnTo>
                    <a:pt x="1" y="109"/>
                  </a:lnTo>
                  <a:lnTo>
                    <a:pt x="1" y="97"/>
                  </a:lnTo>
                  <a:lnTo>
                    <a:pt x="1" y="90"/>
                  </a:lnTo>
                  <a:lnTo>
                    <a:pt x="1" y="86"/>
                  </a:lnTo>
                  <a:lnTo>
                    <a:pt x="1" y="84"/>
                  </a:lnTo>
                  <a:lnTo>
                    <a:pt x="1" y="82"/>
                  </a:lnTo>
                  <a:lnTo>
                    <a:pt x="1" y="78"/>
                  </a:lnTo>
                  <a:lnTo>
                    <a:pt x="2" y="69"/>
                  </a:lnTo>
                  <a:lnTo>
                    <a:pt x="2" y="62"/>
                  </a:lnTo>
                  <a:lnTo>
                    <a:pt x="2" y="56"/>
                  </a:lnTo>
                  <a:lnTo>
                    <a:pt x="2" y="47"/>
                  </a:lnTo>
                  <a:lnTo>
                    <a:pt x="2" y="37"/>
                  </a:lnTo>
                  <a:lnTo>
                    <a:pt x="3" y="28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3" y="12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11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0"/>
                  </a:lnTo>
                  <a:lnTo>
                    <a:pt x="5" y="8"/>
                  </a:lnTo>
                  <a:lnTo>
                    <a:pt x="5" y="12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5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6" y="5"/>
                  </a:lnTo>
                  <a:lnTo>
                    <a:pt x="6" y="5"/>
                  </a:lnTo>
                  <a:lnTo>
                    <a:pt x="6" y="4"/>
                  </a:lnTo>
                  <a:lnTo>
                    <a:pt x="6" y="5"/>
                  </a:lnTo>
                  <a:lnTo>
                    <a:pt x="6" y="10"/>
                  </a:lnTo>
                  <a:lnTo>
                    <a:pt x="6" y="15"/>
                  </a:lnTo>
                  <a:lnTo>
                    <a:pt x="6" y="16"/>
                  </a:lnTo>
                  <a:lnTo>
                    <a:pt x="7" y="17"/>
                  </a:lnTo>
                  <a:lnTo>
                    <a:pt x="7" y="22"/>
                  </a:lnTo>
                  <a:lnTo>
                    <a:pt x="7" y="25"/>
                  </a:lnTo>
                  <a:lnTo>
                    <a:pt x="7" y="27"/>
                  </a:lnTo>
                  <a:lnTo>
                    <a:pt x="7" y="31"/>
                  </a:lnTo>
                  <a:lnTo>
                    <a:pt x="8" y="32"/>
                  </a:lnTo>
                  <a:lnTo>
                    <a:pt x="8" y="32"/>
                  </a:lnTo>
                  <a:lnTo>
                    <a:pt x="8" y="33"/>
                  </a:lnTo>
                  <a:lnTo>
                    <a:pt x="8" y="30"/>
                  </a:lnTo>
                  <a:lnTo>
                    <a:pt x="8" y="2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46" name="Freeform 690"/>
            <p:cNvSpPr/>
            <p:nvPr/>
          </p:nvSpPr>
          <p:spPr bwMode="auto">
            <a:xfrm>
              <a:off x="2879725" y="1919289"/>
              <a:ext cx="12700" cy="69850"/>
            </a:xfrm>
            <a:custGeom>
              <a:avLst/>
              <a:gdLst>
                <a:gd name="T0" fmla="*/ 0 w 8"/>
                <a:gd name="T1" fmla="*/ 44 h 44"/>
                <a:gd name="T2" fmla="*/ 0 w 8"/>
                <a:gd name="T3" fmla="*/ 41 h 44"/>
                <a:gd name="T4" fmla="*/ 0 w 8"/>
                <a:gd name="T5" fmla="*/ 40 h 44"/>
                <a:gd name="T6" fmla="*/ 1 w 8"/>
                <a:gd name="T7" fmla="*/ 36 h 44"/>
                <a:gd name="T8" fmla="*/ 1 w 8"/>
                <a:gd name="T9" fmla="*/ 29 h 44"/>
                <a:gd name="T10" fmla="*/ 1 w 8"/>
                <a:gd name="T11" fmla="*/ 25 h 44"/>
                <a:gd name="T12" fmla="*/ 1 w 8"/>
                <a:gd name="T13" fmla="*/ 22 h 44"/>
                <a:gd name="T14" fmla="*/ 1 w 8"/>
                <a:gd name="T15" fmla="*/ 18 h 44"/>
                <a:gd name="T16" fmla="*/ 2 w 8"/>
                <a:gd name="T17" fmla="*/ 14 h 44"/>
                <a:gd name="T18" fmla="*/ 2 w 8"/>
                <a:gd name="T19" fmla="*/ 9 h 44"/>
                <a:gd name="T20" fmla="*/ 2 w 8"/>
                <a:gd name="T21" fmla="*/ 2 h 44"/>
                <a:gd name="T22" fmla="*/ 2 w 8"/>
                <a:gd name="T23" fmla="*/ 1 h 44"/>
                <a:gd name="T24" fmla="*/ 2 w 8"/>
                <a:gd name="T25" fmla="*/ 0 h 44"/>
                <a:gd name="T26" fmla="*/ 2 w 8"/>
                <a:gd name="T27" fmla="*/ 0 h 44"/>
                <a:gd name="T28" fmla="*/ 2 w 8"/>
                <a:gd name="T29" fmla="*/ 1 h 44"/>
                <a:gd name="T30" fmla="*/ 3 w 8"/>
                <a:gd name="T31" fmla="*/ 2 h 44"/>
                <a:gd name="T32" fmla="*/ 3 w 8"/>
                <a:gd name="T33" fmla="*/ 3 h 44"/>
                <a:gd name="T34" fmla="*/ 3 w 8"/>
                <a:gd name="T35" fmla="*/ 4 h 44"/>
                <a:gd name="T36" fmla="*/ 3 w 8"/>
                <a:gd name="T37" fmla="*/ 7 h 44"/>
                <a:gd name="T38" fmla="*/ 3 w 8"/>
                <a:gd name="T39" fmla="*/ 9 h 44"/>
                <a:gd name="T40" fmla="*/ 3 w 8"/>
                <a:gd name="T41" fmla="*/ 6 h 44"/>
                <a:gd name="T42" fmla="*/ 3 w 8"/>
                <a:gd name="T43" fmla="*/ 5 h 44"/>
                <a:gd name="T44" fmla="*/ 4 w 8"/>
                <a:gd name="T45" fmla="*/ 9 h 44"/>
                <a:gd name="T46" fmla="*/ 4 w 8"/>
                <a:gd name="T47" fmla="*/ 9 h 44"/>
                <a:gd name="T48" fmla="*/ 4 w 8"/>
                <a:gd name="T49" fmla="*/ 6 h 44"/>
                <a:gd name="T50" fmla="*/ 4 w 8"/>
                <a:gd name="T51" fmla="*/ 11 h 44"/>
                <a:gd name="T52" fmla="*/ 5 w 8"/>
                <a:gd name="T53" fmla="*/ 18 h 44"/>
                <a:gd name="T54" fmla="*/ 5 w 8"/>
                <a:gd name="T55" fmla="*/ 19 h 44"/>
                <a:gd name="T56" fmla="*/ 5 w 8"/>
                <a:gd name="T57" fmla="*/ 24 h 44"/>
                <a:gd name="T58" fmla="*/ 5 w 8"/>
                <a:gd name="T59" fmla="*/ 32 h 44"/>
                <a:gd name="T60" fmla="*/ 5 w 8"/>
                <a:gd name="T61" fmla="*/ 32 h 44"/>
                <a:gd name="T62" fmla="*/ 5 w 8"/>
                <a:gd name="T63" fmla="*/ 33 h 44"/>
                <a:gd name="T64" fmla="*/ 5 w 8"/>
                <a:gd name="T65" fmla="*/ 38 h 44"/>
                <a:gd name="T66" fmla="*/ 6 w 8"/>
                <a:gd name="T67" fmla="*/ 36 h 44"/>
                <a:gd name="T68" fmla="*/ 6 w 8"/>
                <a:gd name="T69" fmla="*/ 32 h 44"/>
                <a:gd name="T70" fmla="*/ 6 w 8"/>
                <a:gd name="T71" fmla="*/ 36 h 44"/>
                <a:gd name="T72" fmla="*/ 6 w 8"/>
                <a:gd name="T73" fmla="*/ 38 h 44"/>
                <a:gd name="T74" fmla="*/ 6 w 8"/>
                <a:gd name="T75" fmla="*/ 36 h 44"/>
                <a:gd name="T76" fmla="*/ 7 w 8"/>
                <a:gd name="T77" fmla="*/ 37 h 44"/>
                <a:gd name="T78" fmla="*/ 7 w 8"/>
                <a:gd name="T79" fmla="*/ 41 h 44"/>
                <a:gd name="T80" fmla="*/ 7 w 8"/>
                <a:gd name="T81" fmla="*/ 41 h 44"/>
                <a:gd name="T82" fmla="*/ 7 w 8"/>
                <a:gd name="T83" fmla="*/ 41 h 44"/>
                <a:gd name="T84" fmla="*/ 7 w 8"/>
                <a:gd name="T85" fmla="*/ 42 h 44"/>
                <a:gd name="T86" fmla="*/ 7 w 8"/>
                <a:gd name="T87" fmla="*/ 41 h 44"/>
                <a:gd name="T88" fmla="*/ 7 w 8"/>
                <a:gd name="T89" fmla="*/ 38 h 44"/>
                <a:gd name="T90" fmla="*/ 8 w 8"/>
                <a:gd name="T91" fmla="*/ 36 h 44"/>
                <a:gd name="T92" fmla="*/ 8 w 8"/>
                <a:gd name="T93" fmla="*/ 33 h 44"/>
                <a:gd name="T94" fmla="*/ 8 w 8"/>
                <a:gd name="T95" fmla="*/ 27 h 44"/>
                <a:gd name="T96" fmla="*/ 8 w 8"/>
                <a:gd name="T97" fmla="*/ 23 h 44"/>
                <a:gd name="T98" fmla="*/ 8 w 8"/>
                <a:gd name="T99" fmla="*/ 22 h 44"/>
                <a:gd name="T100" fmla="*/ 8 w 8"/>
                <a:gd name="T101" fmla="*/ 18 h 44"/>
                <a:gd name="T102" fmla="*/ 8 w 8"/>
                <a:gd name="T103" fmla="*/ 1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4">
                  <a:moveTo>
                    <a:pt x="0" y="44"/>
                  </a:moveTo>
                  <a:lnTo>
                    <a:pt x="0" y="41"/>
                  </a:lnTo>
                  <a:lnTo>
                    <a:pt x="0" y="40"/>
                  </a:lnTo>
                  <a:lnTo>
                    <a:pt x="1" y="36"/>
                  </a:lnTo>
                  <a:lnTo>
                    <a:pt x="1" y="29"/>
                  </a:lnTo>
                  <a:lnTo>
                    <a:pt x="1" y="25"/>
                  </a:lnTo>
                  <a:lnTo>
                    <a:pt x="1" y="22"/>
                  </a:lnTo>
                  <a:lnTo>
                    <a:pt x="1" y="18"/>
                  </a:lnTo>
                  <a:lnTo>
                    <a:pt x="2" y="14"/>
                  </a:lnTo>
                  <a:lnTo>
                    <a:pt x="2" y="9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6"/>
                  </a:lnTo>
                  <a:lnTo>
                    <a:pt x="3" y="5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6"/>
                  </a:lnTo>
                  <a:lnTo>
                    <a:pt x="4" y="11"/>
                  </a:lnTo>
                  <a:lnTo>
                    <a:pt x="5" y="18"/>
                  </a:lnTo>
                  <a:lnTo>
                    <a:pt x="5" y="19"/>
                  </a:lnTo>
                  <a:lnTo>
                    <a:pt x="5" y="24"/>
                  </a:lnTo>
                  <a:lnTo>
                    <a:pt x="5" y="32"/>
                  </a:lnTo>
                  <a:lnTo>
                    <a:pt x="5" y="32"/>
                  </a:lnTo>
                  <a:lnTo>
                    <a:pt x="5" y="33"/>
                  </a:lnTo>
                  <a:lnTo>
                    <a:pt x="5" y="38"/>
                  </a:lnTo>
                  <a:lnTo>
                    <a:pt x="6" y="36"/>
                  </a:lnTo>
                  <a:lnTo>
                    <a:pt x="6" y="32"/>
                  </a:lnTo>
                  <a:lnTo>
                    <a:pt x="6" y="36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7" y="37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7" y="42"/>
                  </a:lnTo>
                  <a:lnTo>
                    <a:pt x="7" y="41"/>
                  </a:lnTo>
                  <a:lnTo>
                    <a:pt x="7" y="38"/>
                  </a:lnTo>
                  <a:lnTo>
                    <a:pt x="8" y="36"/>
                  </a:lnTo>
                  <a:lnTo>
                    <a:pt x="8" y="33"/>
                  </a:lnTo>
                  <a:lnTo>
                    <a:pt x="8" y="27"/>
                  </a:lnTo>
                  <a:lnTo>
                    <a:pt x="8" y="23"/>
                  </a:lnTo>
                  <a:lnTo>
                    <a:pt x="8" y="22"/>
                  </a:lnTo>
                  <a:lnTo>
                    <a:pt x="8" y="18"/>
                  </a:lnTo>
                  <a:lnTo>
                    <a:pt x="8" y="1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47" name="Freeform 691"/>
            <p:cNvSpPr/>
            <p:nvPr/>
          </p:nvSpPr>
          <p:spPr bwMode="auto">
            <a:xfrm>
              <a:off x="2892425" y="1897064"/>
              <a:ext cx="14288" cy="109538"/>
            </a:xfrm>
            <a:custGeom>
              <a:avLst/>
              <a:gdLst>
                <a:gd name="T0" fmla="*/ 0 w 9"/>
                <a:gd name="T1" fmla="*/ 32 h 69"/>
                <a:gd name="T2" fmla="*/ 0 w 9"/>
                <a:gd name="T3" fmla="*/ 26 h 69"/>
                <a:gd name="T4" fmla="*/ 1 w 9"/>
                <a:gd name="T5" fmla="*/ 24 h 69"/>
                <a:gd name="T6" fmla="*/ 1 w 9"/>
                <a:gd name="T7" fmla="*/ 20 h 69"/>
                <a:gd name="T8" fmla="*/ 1 w 9"/>
                <a:gd name="T9" fmla="*/ 13 h 69"/>
                <a:gd name="T10" fmla="*/ 1 w 9"/>
                <a:gd name="T11" fmla="*/ 9 h 69"/>
                <a:gd name="T12" fmla="*/ 2 w 9"/>
                <a:gd name="T13" fmla="*/ 8 h 69"/>
                <a:gd name="T14" fmla="*/ 2 w 9"/>
                <a:gd name="T15" fmla="*/ 1 h 69"/>
                <a:gd name="T16" fmla="*/ 2 w 9"/>
                <a:gd name="T17" fmla="*/ 0 h 69"/>
                <a:gd name="T18" fmla="*/ 2 w 9"/>
                <a:gd name="T19" fmla="*/ 5 h 69"/>
                <a:gd name="T20" fmla="*/ 2 w 9"/>
                <a:gd name="T21" fmla="*/ 6 h 69"/>
                <a:gd name="T22" fmla="*/ 2 w 9"/>
                <a:gd name="T23" fmla="*/ 2 h 69"/>
                <a:gd name="T24" fmla="*/ 2 w 9"/>
                <a:gd name="T25" fmla="*/ 4 h 69"/>
                <a:gd name="T26" fmla="*/ 3 w 9"/>
                <a:gd name="T27" fmla="*/ 10 h 69"/>
                <a:gd name="T28" fmla="*/ 3 w 9"/>
                <a:gd name="T29" fmla="*/ 14 h 69"/>
                <a:gd name="T30" fmla="*/ 3 w 9"/>
                <a:gd name="T31" fmla="*/ 17 h 69"/>
                <a:gd name="T32" fmla="*/ 3 w 9"/>
                <a:gd name="T33" fmla="*/ 19 h 69"/>
                <a:gd name="T34" fmla="*/ 3 w 9"/>
                <a:gd name="T35" fmla="*/ 19 h 69"/>
                <a:gd name="T36" fmla="*/ 4 w 9"/>
                <a:gd name="T37" fmla="*/ 21 h 69"/>
                <a:gd name="T38" fmla="*/ 4 w 9"/>
                <a:gd name="T39" fmla="*/ 25 h 69"/>
                <a:gd name="T40" fmla="*/ 4 w 9"/>
                <a:gd name="T41" fmla="*/ 28 h 69"/>
                <a:gd name="T42" fmla="*/ 4 w 9"/>
                <a:gd name="T43" fmla="*/ 26 h 69"/>
                <a:gd name="T44" fmla="*/ 4 w 9"/>
                <a:gd name="T45" fmla="*/ 24 h 69"/>
                <a:gd name="T46" fmla="*/ 4 w 9"/>
                <a:gd name="T47" fmla="*/ 26 h 69"/>
                <a:gd name="T48" fmla="*/ 4 w 9"/>
                <a:gd name="T49" fmla="*/ 31 h 69"/>
                <a:gd name="T50" fmla="*/ 5 w 9"/>
                <a:gd name="T51" fmla="*/ 33 h 69"/>
                <a:gd name="T52" fmla="*/ 5 w 9"/>
                <a:gd name="T53" fmla="*/ 34 h 69"/>
                <a:gd name="T54" fmla="*/ 5 w 9"/>
                <a:gd name="T55" fmla="*/ 36 h 69"/>
                <a:gd name="T56" fmla="*/ 5 w 9"/>
                <a:gd name="T57" fmla="*/ 40 h 69"/>
                <a:gd name="T58" fmla="*/ 5 w 9"/>
                <a:gd name="T59" fmla="*/ 43 h 69"/>
                <a:gd name="T60" fmla="*/ 5 w 9"/>
                <a:gd name="T61" fmla="*/ 47 h 69"/>
                <a:gd name="T62" fmla="*/ 6 w 9"/>
                <a:gd name="T63" fmla="*/ 50 h 69"/>
                <a:gd name="T64" fmla="*/ 6 w 9"/>
                <a:gd name="T65" fmla="*/ 51 h 69"/>
                <a:gd name="T66" fmla="*/ 6 w 9"/>
                <a:gd name="T67" fmla="*/ 51 h 69"/>
                <a:gd name="T68" fmla="*/ 6 w 9"/>
                <a:gd name="T69" fmla="*/ 51 h 69"/>
                <a:gd name="T70" fmla="*/ 6 w 9"/>
                <a:gd name="T71" fmla="*/ 52 h 69"/>
                <a:gd name="T72" fmla="*/ 7 w 9"/>
                <a:gd name="T73" fmla="*/ 53 h 69"/>
                <a:gd name="T74" fmla="*/ 7 w 9"/>
                <a:gd name="T75" fmla="*/ 49 h 69"/>
                <a:gd name="T76" fmla="*/ 7 w 9"/>
                <a:gd name="T77" fmla="*/ 45 h 69"/>
                <a:gd name="T78" fmla="*/ 7 w 9"/>
                <a:gd name="T79" fmla="*/ 44 h 69"/>
                <a:gd name="T80" fmla="*/ 7 w 9"/>
                <a:gd name="T81" fmla="*/ 43 h 69"/>
                <a:gd name="T82" fmla="*/ 7 w 9"/>
                <a:gd name="T83" fmla="*/ 41 h 69"/>
                <a:gd name="T84" fmla="*/ 7 w 9"/>
                <a:gd name="T85" fmla="*/ 42 h 69"/>
                <a:gd name="T86" fmla="*/ 8 w 9"/>
                <a:gd name="T87" fmla="*/ 42 h 69"/>
                <a:gd name="T88" fmla="*/ 8 w 9"/>
                <a:gd name="T89" fmla="*/ 43 h 69"/>
                <a:gd name="T90" fmla="*/ 8 w 9"/>
                <a:gd name="T91" fmla="*/ 45 h 69"/>
                <a:gd name="T92" fmla="*/ 8 w 9"/>
                <a:gd name="T93" fmla="*/ 49 h 69"/>
                <a:gd name="T94" fmla="*/ 8 w 9"/>
                <a:gd name="T95" fmla="*/ 55 h 69"/>
                <a:gd name="T96" fmla="*/ 9 w 9"/>
                <a:gd name="T97" fmla="*/ 58 h 69"/>
                <a:gd name="T98" fmla="*/ 9 w 9"/>
                <a:gd name="T99" fmla="*/ 57 h 69"/>
                <a:gd name="T100" fmla="*/ 9 w 9"/>
                <a:gd name="T101" fmla="*/ 61 h 69"/>
                <a:gd name="T102" fmla="*/ 9 w 9"/>
                <a:gd name="T10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9">
                  <a:moveTo>
                    <a:pt x="0" y="32"/>
                  </a:moveTo>
                  <a:lnTo>
                    <a:pt x="0" y="26"/>
                  </a:lnTo>
                  <a:lnTo>
                    <a:pt x="1" y="24"/>
                  </a:lnTo>
                  <a:lnTo>
                    <a:pt x="1" y="20"/>
                  </a:lnTo>
                  <a:lnTo>
                    <a:pt x="1" y="13"/>
                  </a:lnTo>
                  <a:lnTo>
                    <a:pt x="1" y="9"/>
                  </a:lnTo>
                  <a:lnTo>
                    <a:pt x="2" y="8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4"/>
                  </a:lnTo>
                  <a:lnTo>
                    <a:pt x="3" y="10"/>
                  </a:lnTo>
                  <a:lnTo>
                    <a:pt x="3" y="14"/>
                  </a:lnTo>
                  <a:lnTo>
                    <a:pt x="3" y="17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4" y="21"/>
                  </a:lnTo>
                  <a:lnTo>
                    <a:pt x="4" y="25"/>
                  </a:lnTo>
                  <a:lnTo>
                    <a:pt x="4" y="28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4" y="26"/>
                  </a:lnTo>
                  <a:lnTo>
                    <a:pt x="4" y="31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5" y="36"/>
                  </a:lnTo>
                  <a:lnTo>
                    <a:pt x="5" y="40"/>
                  </a:lnTo>
                  <a:lnTo>
                    <a:pt x="5" y="43"/>
                  </a:lnTo>
                  <a:lnTo>
                    <a:pt x="5" y="47"/>
                  </a:lnTo>
                  <a:lnTo>
                    <a:pt x="6" y="50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6" y="52"/>
                  </a:lnTo>
                  <a:lnTo>
                    <a:pt x="7" y="53"/>
                  </a:lnTo>
                  <a:lnTo>
                    <a:pt x="7" y="49"/>
                  </a:lnTo>
                  <a:lnTo>
                    <a:pt x="7" y="45"/>
                  </a:lnTo>
                  <a:lnTo>
                    <a:pt x="7" y="44"/>
                  </a:lnTo>
                  <a:lnTo>
                    <a:pt x="7" y="43"/>
                  </a:lnTo>
                  <a:lnTo>
                    <a:pt x="7" y="41"/>
                  </a:lnTo>
                  <a:lnTo>
                    <a:pt x="7" y="42"/>
                  </a:lnTo>
                  <a:lnTo>
                    <a:pt x="8" y="42"/>
                  </a:lnTo>
                  <a:lnTo>
                    <a:pt x="8" y="43"/>
                  </a:lnTo>
                  <a:lnTo>
                    <a:pt x="8" y="45"/>
                  </a:lnTo>
                  <a:lnTo>
                    <a:pt x="8" y="49"/>
                  </a:lnTo>
                  <a:lnTo>
                    <a:pt x="8" y="55"/>
                  </a:lnTo>
                  <a:lnTo>
                    <a:pt x="9" y="58"/>
                  </a:lnTo>
                  <a:lnTo>
                    <a:pt x="9" y="57"/>
                  </a:lnTo>
                  <a:lnTo>
                    <a:pt x="9" y="61"/>
                  </a:lnTo>
                  <a:lnTo>
                    <a:pt x="9" y="6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48" name="Freeform 692"/>
            <p:cNvSpPr/>
            <p:nvPr/>
          </p:nvSpPr>
          <p:spPr bwMode="auto">
            <a:xfrm>
              <a:off x="2906713" y="1993901"/>
              <a:ext cx="12700" cy="190500"/>
            </a:xfrm>
            <a:custGeom>
              <a:avLst/>
              <a:gdLst>
                <a:gd name="T0" fmla="*/ 0 w 8"/>
                <a:gd name="T1" fmla="*/ 0 h 120"/>
                <a:gd name="T2" fmla="*/ 0 w 8"/>
                <a:gd name="T3" fmla="*/ 8 h 120"/>
                <a:gd name="T4" fmla="*/ 0 w 8"/>
                <a:gd name="T5" fmla="*/ 11 h 120"/>
                <a:gd name="T6" fmla="*/ 0 w 8"/>
                <a:gd name="T7" fmla="*/ 11 h 120"/>
                <a:gd name="T8" fmla="*/ 1 w 8"/>
                <a:gd name="T9" fmla="*/ 15 h 120"/>
                <a:gd name="T10" fmla="*/ 1 w 8"/>
                <a:gd name="T11" fmla="*/ 19 h 120"/>
                <a:gd name="T12" fmla="*/ 1 w 8"/>
                <a:gd name="T13" fmla="*/ 21 h 120"/>
                <a:gd name="T14" fmla="*/ 1 w 8"/>
                <a:gd name="T15" fmla="*/ 26 h 120"/>
                <a:gd name="T16" fmla="*/ 1 w 8"/>
                <a:gd name="T17" fmla="*/ 32 h 120"/>
                <a:gd name="T18" fmla="*/ 1 w 8"/>
                <a:gd name="T19" fmla="*/ 36 h 120"/>
                <a:gd name="T20" fmla="*/ 1 w 8"/>
                <a:gd name="T21" fmla="*/ 38 h 120"/>
                <a:gd name="T22" fmla="*/ 2 w 8"/>
                <a:gd name="T23" fmla="*/ 40 h 120"/>
                <a:gd name="T24" fmla="*/ 2 w 8"/>
                <a:gd name="T25" fmla="*/ 45 h 120"/>
                <a:gd name="T26" fmla="*/ 2 w 8"/>
                <a:gd name="T27" fmla="*/ 47 h 120"/>
                <a:gd name="T28" fmla="*/ 2 w 8"/>
                <a:gd name="T29" fmla="*/ 48 h 120"/>
                <a:gd name="T30" fmla="*/ 2 w 8"/>
                <a:gd name="T31" fmla="*/ 54 h 120"/>
                <a:gd name="T32" fmla="*/ 3 w 8"/>
                <a:gd name="T33" fmla="*/ 62 h 120"/>
                <a:gd name="T34" fmla="*/ 3 w 8"/>
                <a:gd name="T35" fmla="*/ 62 h 120"/>
                <a:gd name="T36" fmla="*/ 3 w 8"/>
                <a:gd name="T37" fmla="*/ 64 h 120"/>
                <a:gd name="T38" fmla="*/ 3 w 8"/>
                <a:gd name="T39" fmla="*/ 71 h 120"/>
                <a:gd name="T40" fmla="*/ 3 w 8"/>
                <a:gd name="T41" fmla="*/ 75 h 120"/>
                <a:gd name="T42" fmla="*/ 3 w 8"/>
                <a:gd name="T43" fmla="*/ 76 h 120"/>
                <a:gd name="T44" fmla="*/ 3 w 8"/>
                <a:gd name="T45" fmla="*/ 83 h 120"/>
                <a:gd name="T46" fmla="*/ 4 w 8"/>
                <a:gd name="T47" fmla="*/ 86 h 120"/>
                <a:gd name="T48" fmla="*/ 4 w 8"/>
                <a:gd name="T49" fmla="*/ 81 h 120"/>
                <a:gd name="T50" fmla="*/ 4 w 8"/>
                <a:gd name="T51" fmla="*/ 79 h 120"/>
                <a:gd name="T52" fmla="*/ 4 w 8"/>
                <a:gd name="T53" fmla="*/ 83 h 120"/>
                <a:gd name="T54" fmla="*/ 5 w 8"/>
                <a:gd name="T55" fmla="*/ 85 h 120"/>
                <a:gd name="T56" fmla="*/ 5 w 8"/>
                <a:gd name="T57" fmla="*/ 85 h 120"/>
                <a:gd name="T58" fmla="*/ 5 w 8"/>
                <a:gd name="T59" fmla="*/ 85 h 120"/>
                <a:gd name="T60" fmla="*/ 5 w 8"/>
                <a:gd name="T61" fmla="*/ 86 h 120"/>
                <a:gd name="T62" fmla="*/ 5 w 8"/>
                <a:gd name="T63" fmla="*/ 85 h 120"/>
                <a:gd name="T64" fmla="*/ 5 w 8"/>
                <a:gd name="T65" fmla="*/ 83 h 120"/>
                <a:gd name="T66" fmla="*/ 5 w 8"/>
                <a:gd name="T67" fmla="*/ 89 h 120"/>
                <a:gd name="T68" fmla="*/ 6 w 8"/>
                <a:gd name="T69" fmla="*/ 94 h 120"/>
                <a:gd name="T70" fmla="*/ 6 w 8"/>
                <a:gd name="T71" fmla="*/ 90 h 120"/>
                <a:gd name="T72" fmla="*/ 6 w 8"/>
                <a:gd name="T73" fmla="*/ 88 h 120"/>
                <a:gd name="T74" fmla="*/ 6 w 8"/>
                <a:gd name="T75" fmla="*/ 93 h 120"/>
                <a:gd name="T76" fmla="*/ 6 w 8"/>
                <a:gd name="T77" fmla="*/ 89 h 120"/>
                <a:gd name="T78" fmla="*/ 6 w 8"/>
                <a:gd name="T79" fmla="*/ 87 h 120"/>
                <a:gd name="T80" fmla="*/ 6 w 8"/>
                <a:gd name="T81" fmla="*/ 95 h 120"/>
                <a:gd name="T82" fmla="*/ 7 w 8"/>
                <a:gd name="T83" fmla="*/ 96 h 120"/>
                <a:gd name="T84" fmla="*/ 7 w 8"/>
                <a:gd name="T85" fmla="*/ 87 h 120"/>
                <a:gd name="T86" fmla="*/ 7 w 8"/>
                <a:gd name="T87" fmla="*/ 84 h 120"/>
                <a:gd name="T88" fmla="*/ 7 w 8"/>
                <a:gd name="T89" fmla="*/ 91 h 120"/>
                <a:gd name="T90" fmla="*/ 7 w 8"/>
                <a:gd name="T91" fmla="*/ 94 h 120"/>
                <a:gd name="T92" fmla="*/ 8 w 8"/>
                <a:gd name="T93" fmla="*/ 90 h 120"/>
                <a:gd name="T94" fmla="*/ 8 w 8"/>
                <a:gd name="T95" fmla="*/ 90 h 120"/>
                <a:gd name="T96" fmla="*/ 8 w 8"/>
                <a:gd name="T97" fmla="*/ 99 h 120"/>
                <a:gd name="T98" fmla="*/ 8 w 8"/>
                <a:gd name="T99" fmla="*/ 111 h 120"/>
                <a:gd name="T100" fmla="*/ 8 w 8"/>
                <a:gd name="T101" fmla="*/ 119 h 120"/>
                <a:gd name="T102" fmla="*/ 8 w 8"/>
                <a:gd name="T10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20">
                  <a:moveTo>
                    <a:pt x="0" y="0"/>
                  </a:moveTo>
                  <a:lnTo>
                    <a:pt x="0" y="8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1" y="15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1" y="26"/>
                  </a:lnTo>
                  <a:lnTo>
                    <a:pt x="1" y="32"/>
                  </a:lnTo>
                  <a:lnTo>
                    <a:pt x="1" y="36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2" y="45"/>
                  </a:lnTo>
                  <a:lnTo>
                    <a:pt x="2" y="47"/>
                  </a:lnTo>
                  <a:lnTo>
                    <a:pt x="2" y="48"/>
                  </a:lnTo>
                  <a:lnTo>
                    <a:pt x="2" y="54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3" y="64"/>
                  </a:lnTo>
                  <a:lnTo>
                    <a:pt x="3" y="71"/>
                  </a:lnTo>
                  <a:lnTo>
                    <a:pt x="3" y="75"/>
                  </a:lnTo>
                  <a:lnTo>
                    <a:pt x="3" y="76"/>
                  </a:lnTo>
                  <a:lnTo>
                    <a:pt x="3" y="83"/>
                  </a:lnTo>
                  <a:lnTo>
                    <a:pt x="4" y="86"/>
                  </a:lnTo>
                  <a:lnTo>
                    <a:pt x="4" y="81"/>
                  </a:lnTo>
                  <a:lnTo>
                    <a:pt x="4" y="79"/>
                  </a:lnTo>
                  <a:lnTo>
                    <a:pt x="4" y="83"/>
                  </a:lnTo>
                  <a:lnTo>
                    <a:pt x="5" y="85"/>
                  </a:lnTo>
                  <a:lnTo>
                    <a:pt x="5" y="85"/>
                  </a:lnTo>
                  <a:lnTo>
                    <a:pt x="5" y="85"/>
                  </a:lnTo>
                  <a:lnTo>
                    <a:pt x="5" y="86"/>
                  </a:lnTo>
                  <a:lnTo>
                    <a:pt x="5" y="85"/>
                  </a:lnTo>
                  <a:lnTo>
                    <a:pt x="5" y="83"/>
                  </a:lnTo>
                  <a:lnTo>
                    <a:pt x="5" y="89"/>
                  </a:lnTo>
                  <a:lnTo>
                    <a:pt x="6" y="94"/>
                  </a:lnTo>
                  <a:lnTo>
                    <a:pt x="6" y="90"/>
                  </a:lnTo>
                  <a:lnTo>
                    <a:pt x="6" y="88"/>
                  </a:lnTo>
                  <a:lnTo>
                    <a:pt x="6" y="93"/>
                  </a:lnTo>
                  <a:lnTo>
                    <a:pt x="6" y="89"/>
                  </a:lnTo>
                  <a:lnTo>
                    <a:pt x="6" y="87"/>
                  </a:lnTo>
                  <a:lnTo>
                    <a:pt x="6" y="95"/>
                  </a:lnTo>
                  <a:lnTo>
                    <a:pt x="7" y="96"/>
                  </a:lnTo>
                  <a:lnTo>
                    <a:pt x="7" y="87"/>
                  </a:lnTo>
                  <a:lnTo>
                    <a:pt x="7" y="84"/>
                  </a:lnTo>
                  <a:lnTo>
                    <a:pt x="7" y="91"/>
                  </a:lnTo>
                  <a:lnTo>
                    <a:pt x="7" y="94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8" y="99"/>
                  </a:lnTo>
                  <a:lnTo>
                    <a:pt x="8" y="111"/>
                  </a:lnTo>
                  <a:lnTo>
                    <a:pt x="8" y="119"/>
                  </a:lnTo>
                  <a:lnTo>
                    <a:pt x="8" y="12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49" name="Freeform 693"/>
            <p:cNvSpPr/>
            <p:nvPr/>
          </p:nvSpPr>
          <p:spPr bwMode="auto">
            <a:xfrm>
              <a:off x="2919413" y="1917701"/>
              <a:ext cx="14288" cy="276225"/>
            </a:xfrm>
            <a:custGeom>
              <a:avLst/>
              <a:gdLst>
                <a:gd name="T0" fmla="*/ 0 w 9"/>
                <a:gd name="T1" fmla="*/ 167 h 174"/>
                <a:gd name="T2" fmla="*/ 0 w 9"/>
                <a:gd name="T3" fmla="*/ 168 h 174"/>
                <a:gd name="T4" fmla="*/ 0 w 9"/>
                <a:gd name="T5" fmla="*/ 161 h 174"/>
                <a:gd name="T6" fmla="*/ 1 w 9"/>
                <a:gd name="T7" fmla="*/ 159 h 174"/>
                <a:gd name="T8" fmla="*/ 1 w 9"/>
                <a:gd name="T9" fmla="*/ 170 h 174"/>
                <a:gd name="T10" fmla="*/ 1 w 9"/>
                <a:gd name="T11" fmla="*/ 174 h 174"/>
                <a:gd name="T12" fmla="*/ 1 w 9"/>
                <a:gd name="T13" fmla="*/ 159 h 174"/>
                <a:gd name="T14" fmla="*/ 2 w 9"/>
                <a:gd name="T15" fmla="*/ 146 h 174"/>
                <a:gd name="T16" fmla="*/ 2 w 9"/>
                <a:gd name="T17" fmla="*/ 143 h 174"/>
                <a:gd name="T18" fmla="*/ 2 w 9"/>
                <a:gd name="T19" fmla="*/ 143 h 174"/>
                <a:gd name="T20" fmla="*/ 2 w 9"/>
                <a:gd name="T21" fmla="*/ 148 h 174"/>
                <a:gd name="T22" fmla="*/ 2 w 9"/>
                <a:gd name="T23" fmla="*/ 153 h 174"/>
                <a:gd name="T24" fmla="*/ 2 w 9"/>
                <a:gd name="T25" fmla="*/ 146 h 174"/>
                <a:gd name="T26" fmla="*/ 2 w 9"/>
                <a:gd name="T27" fmla="*/ 138 h 174"/>
                <a:gd name="T28" fmla="*/ 3 w 9"/>
                <a:gd name="T29" fmla="*/ 138 h 174"/>
                <a:gd name="T30" fmla="*/ 3 w 9"/>
                <a:gd name="T31" fmla="*/ 136 h 174"/>
                <a:gd name="T32" fmla="*/ 3 w 9"/>
                <a:gd name="T33" fmla="*/ 126 h 174"/>
                <a:gd name="T34" fmla="*/ 3 w 9"/>
                <a:gd name="T35" fmla="*/ 117 h 174"/>
                <a:gd name="T36" fmla="*/ 3 w 9"/>
                <a:gd name="T37" fmla="*/ 111 h 174"/>
                <a:gd name="T38" fmla="*/ 3 w 9"/>
                <a:gd name="T39" fmla="*/ 103 h 174"/>
                <a:gd name="T40" fmla="*/ 3 w 9"/>
                <a:gd name="T41" fmla="*/ 93 h 174"/>
                <a:gd name="T42" fmla="*/ 4 w 9"/>
                <a:gd name="T43" fmla="*/ 86 h 174"/>
                <a:gd name="T44" fmla="*/ 4 w 9"/>
                <a:gd name="T45" fmla="*/ 83 h 174"/>
                <a:gd name="T46" fmla="*/ 4 w 9"/>
                <a:gd name="T47" fmla="*/ 80 h 174"/>
                <a:gd name="T48" fmla="*/ 4 w 9"/>
                <a:gd name="T49" fmla="*/ 76 h 174"/>
                <a:gd name="T50" fmla="*/ 4 w 9"/>
                <a:gd name="T51" fmla="*/ 72 h 174"/>
                <a:gd name="T52" fmla="*/ 5 w 9"/>
                <a:gd name="T53" fmla="*/ 65 h 174"/>
                <a:gd name="T54" fmla="*/ 5 w 9"/>
                <a:gd name="T55" fmla="*/ 55 h 174"/>
                <a:gd name="T56" fmla="*/ 5 w 9"/>
                <a:gd name="T57" fmla="*/ 49 h 174"/>
                <a:gd name="T58" fmla="*/ 5 w 9"/>
                <a:gd name="T59" fmla="*/ 43 h 174"/>
                <a:gd name="T60" fmla="*/ 5 w 9"/>
                <a:gd name="T61" fmla="*/ 36 h 174"/>
                <a:gd name="T62" fmla="*/ 5 w 9"/>
                <a:gd name="T63" fmla="*/ 34 h 174"/>
                <a:gd name="T64" fmla="*/ 6 w 9"/>
                <a:gd name="T65" fmla="*/ 33 h 174"/>
                <a:gd name="T66" fmla="*/ 6 w 9"/>
                <a:gd name="T67" fmla="*/ 31 h 174"/>
                <a:gd name="T68" fmla="*/ 6 w 9"/>
                <a:gd name="T69" fmla="*/ 30 h 174"/>
                <a:gd name="T70" fmla="*/ 6 w 9"/>
                <a:gd name="T71" fmla="*/ 29 h 174"/>
                <a:gd name="T72" fmla="*/ 6 w 9"/>
                <a:gd name="T73" fmla="*/ 28 h 174"/>
                <a:gd name="T74" fmla="*/ 7 w 9"/>
                <a:gd name="T75" fmla="*/ 31 h 174"/>
                <a:gd name="T76" fmla="*/ 7 w 9"/>
                <a:gd name="T77" fmla="*/ 33 h 174"/>
                <a:gd name="T78" fmla="*/ 7 w 9"/>
                <a:gd name="T79" fmla="*/ 28 h 174"/>
                <a:gd name="T80" fmla="*/ 7 w 9"/>
                <a:gd name="T81" fmla="*/ 18 h 174"/>
                <a:gd name="T82" fmla="*/ 7 w 9"/>
                <a:gd name="T83" fmla="*/ 10 h 174"/>
                <a:gd name="T84" fmla="*/ 7 w 9"/>
                <a:gd name="T85" fmla="*/ 10 h 174"/>
                <a:gd name="T86" fmla="*/ 7 w 9"/>
                <a:gd name="T87" fmla="*/ 18 h 174"/>
                <a:gd name="T88" fmla="*/ 8 w 9"/>
                <a:gd name="T89" fmla="*/ 18 h 174"/>
                <a:gd name="T90" fmla="*/ 8 w 9"/>
                <a:gd name="T91" fmla="*/ 6 h 174"/>
                <a:gd name="T92" fmla="*/ 8 w 9"/>
                <a:gd name="T93" fmla="*/ 0 h 174"/>
                <a:gd name="T94" fmla="*/ 8 w 9"/>
                <a:gd name="T95" fmla="*/ 6 h 174"/>
                <a:gd name="T96" fmla="*/ 8 w 9"/>
                <a:gd name="T97" fmla="*/ 14 h 174"/>
                <a:gd name="T98" fmla="*/ 8 w 9"/>
                <a:gd name="T99" fmla="*/ 18 h 174"/>
                <a:gd name="T100" fmla="*/ 8 w 9"/>
                <a:gd name="T101" fmla="*/ 18 h 174"/>
                <a:gd name="T102" fmla="*/ 9 w 9"/>
                <a:gd name="T103" fmla="*/ 17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74">
                  <a:moveTo>
                    <a:pt x="0" y="167"/>
                  </a:moveTo>
                  <a:lnTo>
                    <a:pt x="0" y="168"/>
                  </a:lnTo>
                  <a:lnTo>
                    <a:pt x="0" y="161"/>
                  </a:lnTo>
                  <a:lnTo>
                    <a:pt x="1" y="159"/>
                  </a:lnTo>
                  <a:lnTo>
                    <a:pt x="1" y="170"/>
                  </a:lnTo>
                  <a:lnTo>
                    <a:pt x="1" y="174"/>
                  </a:lnTo>
                  <a:lnTo>
                    <a:pt x="1" y="159"/>
                  </a:lnTo>
                  <a:lnTo>
                    <a:pt x="2" y="146"/>
                  </a:lnTo>
                  <a:lnTo>
                    <a:pt x="2" y="143"/>
                  </a:lnTo>
                  <a:lnTo>
                    <a:pt x="2" y="143"/>
                  </a:lnTo>
                  <a:lnTo>
                    <a:pt x="2" y="148"/>
                  </a:lnTo>
                  <a:lnTo>
                    <a:pt x="2" y="153"/>
                  </a:lnTo>
                  <a:lnTo>
                    <a:pt x="2" y="146"/>
                  </a:lnTo>
                  <a:lnTo>
                    <a:pt x="2" y="138"/>
                  </a:lnTo>
                  <a:lnTo>
                    <a:pt x="3" y="138"/>
                  </a:lnTo>
                  <a:lnTo>
                    <a:pt x="3" y="136"/>
                  </a:lnTo>
                  <a:lnTo>
                    <a:pt x="3" y="126"/>
                  </a:lnTo>
                  <a:lnTo>
                    <a:pt x="3" y="117"/>
                  </a:lnTo>
                  <a:lnTo>
                    <a:pt x="3" y="111"/>
                  </a:lnTo>
                  <a:lnTo>
                    <a:pt x="3" y="103"/>
                  </a:lnTo>
                  <a:lnTo>
                    <a:pt x="3" y="93"/>
                  </a:lnTo>
                  <a:lnTo>
                    <a:pt x="4" y="86"/>
                  </a:lnTo>
                  <a:lnTo>
                    <a:pt x="4" y="83"/>
                  </a:lnTo>
                  <a:lnTo>
                    <a:pt x="4" y="80"/>
                  </a:lnTo>
                  <a:lnTo>
                    <a:pt x="4" y="76"/>
                  </a:lnTo>
                  <a:lnTo>
                    <a:pt x="4" y="72"/>
                  </a:lnTo>
                  <a:lnTo>
                    <a:pt x="5" y="65"/>
                  </a:lnTo>
                  <a:lnTo>
                    <a:pt x="5" y="55"/>
                  </a:lnTo>
                  <a:lnTo>
                    <a:pt x="5" y="49"/>
                  </a:lnTo>
                  <a:lnTo>
                    <a:pt x="5" y="43"/>
                  </a:lnTo>
                  <a:lnTo>
                    <a:pt x="5" y="36"/>
                  </a:lnTo>
                  <a:lnTo>
                    <a:pt x="5" y="34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30"/>
                  </a:lnTo>
                  <a:lnTo>
                    <a:pt x="6" y="29"/>
                  </a:lnTo>
                  <a:lnTo>
                    <a:pt x="6" y="28"/>
                  </a:lnTo>
                  <a:lnTo>
                    <a:pt x="7" y="31"/>
                  </a:lnTo>
                  <a:lnTo>
                    <a:pt x="7" y="33"/>
                  </a:lnTo>
                  <a:lnTo>
                    <a:pt x="7" y="28"/>
                  </a:lnTo>
                  <a:lnTo>
                    <a:pt x="7" y="1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7" y="18"/>
                  </a:lnTo>
                  <a:lnTo>
                    <a:pt x="8" y="18"/>
                  </a:lnTo>
                  <a:lnTo>
                    <a:pt x="8" y="6"/>
                  </a:lnTo>
                  <a:lnTo>
                    <a:pt x="8" y="0"/>
                  </a:lnTo>
                  <a:lnTo>
                    <a:pt x="8" y="6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9" y="1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50" name="Freeform 694"/>
            <p:cNvSpPr/>
            <p:nvPr/>
          </p:nvSpPr>
          <p:spPr bwMode="auto">
            <a:xfrm>
              <a:off x="2932113" y="1936751"/>
              <a:ext cx="14288" cy="52388"/>
            </a:xfrm>
            <a:custGeom>
              <a:avLst/>
              <a:gdLst>
                <a:gd name="T0" fmla="*/ 0 w 9"/>
                <a:gd name="T1" fmla="*/ 6 h 33"/>
                <a:gd name="T2" fmla="*/ 1 w 9"/>
                <a:gd name="T3" fmla="*/ 5 h 33"/>
                <a:gd name="T4" fmla="*/ 1 w 9"/>
                <a:gd name="T5" fmla="*/ 10 h 33"/>
                <a:gd name="T6" fmla="*/ 1 w 9"/>
                <a:gd name="T7" fmla="*/ 17 h 33"/>
                <a:gd name="T8" fmla="*/ 1 w 9"/>
                <a:gd name="T9" fmla="*/ 18 h 33"/>
                <a:gd name="T10" fmla="*/ 2 w 9"/>
                <a:gd name="T11" fmla="*/ 18 h 33"/>
                <a:gd name="T12" fmla="*/ 2 w 9"/>
                <a:gd name="T13" fmla="*/ 20 h 33"/>
                <a:gd name="T14" fmla="*/ 2 w 9"/>
                <a:gd name="T15" fmla="*/ 24 h 33"/>
                <a:gd name="T16" fmla="*/ 2 w 9"/>
                <a:gd name="T17" fmla="*/ 31 h 33"/>
                <a:gd name="T18" fmla="*/ 2 w 9"/>
                <a:gd name="T19" fmla="*/ 33 h 33"/>
                <a:gd name="T20" fmla="*/ 2 w 9"/>
                <a:gd name="T21" fmla="*/ 26 h 33"/>
                <a:gd name="T22" fmla="*/ 2 w 9"/>
                <a:gd name="T23" fmla="*/ 21 h 33"/>
                <a:gd name="T24" fmla="*/ 3 w 9"/>
                <a:gd name="T25" fmla="*/ 26 h 33"/>
                <a:gd name="T26" fmla="*/ 3 w 9"/>
                <a:gd name="T27" fmla="*/ 32 h 33"/>
                <a:gd name="T28" fmla="*/ 3 w 9"/>
                <a:gd name="T29" fmla="*/ 29 h 33"/>
                <a:gd name="T30" fmla="*/ 3 w 9"/>
                <a:gd name="T31" fmla="*/ 23 h 33"/>
                <a:gd name="T32" fmla="*/ 3 w 9"/>
                <a:gd name="T33" fmla="*/ 20 h 33"/>
                <a:gd name="T34" fmla="*/ 4 w 9"/>
                <a:gd name="T35" fmla="*/ 17 h 33"/>
                <a:gd name="T36" fmla="*/ 4 w 9"/>
                <a:gd name="T37" fmla="*/ 13 h 33"/>
                <a:gd name="T38" fmla="*/ 4 w 9"/>
                <a:gd name="T39" fmla="*/ 14 h 33"/>
                <a:gd name="T40" fmla="*/ 4 w 9"/>
                <a:gd name="T41" fmla="*/ 16 h 33"/>
                <a:gd name="T42" fmla="*/ 4 w 9"/>
                <a:gd name="T43" fmla="*/ 11 h 33"/>
                <a:gd name="T44" fmla="*/ 4 w 9"/>
                <a:gd name="T45" fmla="*/ 5 h 33"/>
                <a:gd name="T46" fmla="*/ 4 w 9"/>
                <a:gd name="T47" fmla="*/ 3 h 33"/>
                <a:gd name="T48" fmla="*/ 5 w 9"/>
                <a:gd name="T49" fmla="*/ 3 h 33"/>
                <a:gd name="T50" fmla="*/ 5 w 9"/>
                <a:gd name="T51" fmla="*/ 3 h 33"/>
                <a:gd name="T52" fmla="*/ 5 w 9"/>
                <a:gd name="T53" fmla="*/ 7 h 33"/>
                <a:gd name="T54" fmla="*/ 5 w 9"/>
                <a:gd name="T55" fmla="*/ 6 h 33"/>
                <a:gd name="T56" fmla="*/ 5 w 9"/>
                <a:gd name="T57" fmla="*/ 0 h 33"/>
                <a:gd name="T58" fmla="*/ 5 w 9"/>
                <a:gd name="T59" fmla="*/ 0 h 33"/>
                <a:gd name="T60" fmla="*/ 5 w 9"/>
                <a:gd name="T61" fmla="*/ 8 h 33"/>
                <a:gd name="T62" fmla="*/ 6 w 9"/>
                <a:gd name="T63" fmla="*/ 11 h 33"/>
                <a:gd name="T64" fmla="*/ 6 w 9"/>
                <a:gd name="T65" fmla="*/ 10 h 33"/>
                <a:gd name="T66" fmla="*/ 6 w 9"/>
                <a:gd name="T67" fmla="*/ 9 h 33"/>
                <a:gd name="T68" fmla="*/ 6 w 9"/>
                <a:gd name="T69" fmla="*/ 10 h 33"/>
                <a:gd name="T70" fmla="*/ 7 w 9"/>
                <a:gd name="T71" fmla="*/ 11 h 33"/>
                <a:gd name="T72" fmla="*/ 7 w 9"/>
                <a:gd name="T73" fmla="*/ 14 h 33"/>
                <a:gd name="T74" fmla="*/ 7 w 9"/>
                <a:gd name="T75" fmla="*/ 16 h 33"/>
                <a:gd name="T76" fmla="*/ 7 w 9"/>
                <a:gd name="T77" fmla="*/ 16 h 33"/>
                <a:gd name="T78" fmla="*/ 7 w 9"/>
                <a:gd name="T79" fmla="*/ 17 h 33"/>
                <a:gd name="T80" fmla="*/ 7 w 9"/>
                <a:gd name="T81" fmla="*/ 24 h 33"/>
                <a:gd name="T82" fmla="*/ 7 w 9"/>
                <a:gd name="T83" fmla="*/ 29 h 33"/>
                <a:gd name="T84" fmla="*/ 8 w 9"/>
                <a:gd name="T85" fmla="*/ 28 h 33"/>
                <a:gd name="T86" fmla="*/ 8 w 9"/>
                <a:gd name="T87" fmla="*/ 25 h 33"/>
                <a:gd name="T88" fmla="*/ 8 w 9"/>
                <a:gd name="T89" fmla="*/ 25 h 33"/>
                <a:gd name="T90" fmla="*/ 8 w 9"/>
                <a:gd name="T91" fmla="*/ 26 h 33"/>
                <a:gd name="T92" fmla="*/ 8 w 9"/>
                <a:gd name="T93" fmla="*/ 24 h 33"/>
                <a:gd name="T94" fmla="*/ 9 w 9"/>
                <a:gd name="T95" fmla="*/ 21 h 33"/>
                <a:gd name="T96" fmla="*/ 9 w 9"/>
                <a:gd name="T97" fmla="*/ 20 h 33"/>
                <a:gd name="T98" fmla="*/ 9 w 9"/>
                <a:gd name="T99" fmla="*/ 19 h 33"/>
                <a:gd name="T100" fmla="*/ 9 w 9"/>
                <a:gd name="T101" fmla="*/ 18 h 33"/>
                <a:gd name="T102" fmla="*/ 9 w 9"/>
                <a:gd name="T103" fmla="*/ 2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33">
                  <a:moveTo>
                    <a:pt x="0" y="6"/>
                  </a:moveTo>
                  <a:lnTo>
                    <a:pt x="1" y="5"/>
                  </a:lnTo>
                  <a:lnTo>
                    <a:pt x="1" y="10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2" y="24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26"/>
                  </a:lnTo>
                  <a:lnTo>
                    <a:pt x="2" y="21"/>
                  </a:lnTo>
                  <a:lnTo>
                    <a:pt x="3" y="26"/>
                  </a:lnTo>
                  <a:lnTo>
                    <a:pt x="3" y="32"/>
                  </a:lnTo>
                  <a:lnTo>
                    <a:pt x="3" y="29"/>
                  </a:lnTo>
                  <a:lnTo>
                    <a:pt x="3" y="23"/>
                  </a:lnTo>
                  <a:lnTo>
                    <a:pt x="3" y="20"/>
                  </a:lnTo>
                  <a:lnTo>
                    <a:pt x="4" y="17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4" y="16"/>
                  </a:lnTo>
                  <a:lnTo>
                    <a:pt x="4" y="11"/>
                  </a:lnTo>
                  <a:lnTo>
                    <a:pt x="4" y="5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8"/>
                  </a:lnTo>
                  <a:lnTo>
                    <a:pt x="6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6" y="10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7"/>
                  </a:lnTo>
                  <a:lnTo>
                    <a:pt x="7" y="24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1"/>
                  </a:lnTo>
                  <a:lnTo>
                    <a:pt x="9" y="20"/>
                  </a:lnTo>
                  <a:lnTo>
                    <a:pt x="9" y="19"/>
                  </a:lnTo>
                  <a:lnTo>
                    <a:pt x="9" y="18"/>
                  </a:lnTo>
                  <a:lnTo>
                    <a:pt x="9" y="2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51" name="Freeform 695"/>
            <p:cNvSpPr/>
            <p:nvPr/>
          </p:nvSpPr>
          <p:spPr bwMode="auto">
            <a:xfrm>
              <a:off x="2946400" y="1882776"/>
              <a:ext cx="12700" cy="103188"/>
            </a:xfrm>
            <a:custGeom>
              <a:avLst/>
              <a:gdLst>
                <a:gd name="T0" fmla="*/ 0 w 8"/>
                <a:gd name="T1" fmla="*/ 52 h 65"/>
                <a:gd name="T2" fmla="*/ 0 w 8"/>
                <a:gd name="T3" fmla="*/ 54 h 65"/>
                <a:gd name="T4" fmla="*/ 0 w 8"/>
                <a:gd name="T5" fmla="*/ 59 h 65"/>
                <a:gd name="T6" fmla="*/ 0 w 8"/>
                <a:gd name="T7" fmla="*/ 61 h 65"/>
                <a:gd name="T8" fmla="*/ 1 w 8"/>
                <a:gd name="T9" fmla="*/ 60 h 65"/>
                <a:gd name="T10" fmla="*/ 1 w 8"/>
                <a:gd name="T11" fmla="*/ 60 h 65"/>
                <a:gd name="T12" fmla="*/ 1 w 8"/>
                <a:gd name="T13" fmla="*/ 58 h 65"/>
                <a:gd name="T14" fmla="*/ 1 w 8"/>
                <a:gd name="T15" fmla="*/ 52 h 65"/>
                <a:gd name="T16" fmla="*/ 2 w 8"/>
                <a:gd name="T17" fmla="*/ 49 h 65"/>
                <a:gd name="T18" fmla="*/ 2 w 8"/>
                <a:gd name="T19" fmla="*/ 47 h 65"/>
                <a:gd name="T20" fmla="*/ 2 w 8"/>
                <a:gd name="T21" fmla="*/ 39 h 65"/>
                <a:gd name="T22" fmla="*/ 2 w 8"/>
                <a:gd name="T23" fmla="*/ 29 h 65"/>
                <a:gd name="T24" fmla="*/ 2 w 8"/>
                <a:gd name="T25" fmla="*/ 25 h 65"/>
                <a:gd name="T26" fmla="*/ 2 w 8"/>
                <a:gd name="T27" fmla="*/ 23 h 65"/>
                <a:gd name="T28" fmla="*/ 2 w 8"/>
                <a:gd name="T29" fmla="*/ 19 h 65"/>
                <a:gd name="T30" fmla="*/ 3 w 8"/>
                <a:gd name="T31" fmla="*/ 17 h 65"/>
                <a:gd name="T32" fmla="*/ 3 w 8"/>
                <a:gd name="T33" fmla="*/ 13 h 65"/>
                <a:gd name="T34" fmla="*/ 3 w 8"/>
                <a:gd name="T35" fmla="*/ 7 h 65"/>
                <a:gd name="T36" fmla="*/ 3 w 8"/>
                <a:gd name="T37" fmla="*/ 5 h 65"/>
                <a:gd name="T38" fmla="*/ 3 w 8"/>
                <a:gd name="T39" fmla="*/ 6 h 65"/>
                <a:gd name="T40" fmla="*/ 3 w 8"/>
                <a:gd name="T41" fmla="*/ 3 h 65"/>
                <a:gd name="T42" fmla="*/ 3 w 8"/>
                <a:gd name="T43" fmla="*/ 0 h 65"/>
                <a:gd name="T44" fmla="*/ 4 w 8"/>
                <a:gd name="T45" fmla="*/ 2 h 65"/>
                <a:gd name="T46" fmla="*/ 4 w 8"/>
                <a:gd name="T47" fmla="*/ 5 h 65"/>
                <a:gd name="T48" fmla="*/ 4 w 8"/>
                <a:gd name="T49" fmla="*/ 3 h 65"/>
                <a:gd name="T50" fmla="*/ 4 w 8"/>
                <a:gd name="T51" fmla="*/ 2 h 65"/>
                <a:gd name="T52" fmla="*/ 5 w 8"/>
                <a:gd name="T53" fmla="*/ 4 h 65"/>
                <a:gd name="T54" fmla="*/ 5 w 8"/>
                <a:gd name="T55" fmla="*/ 8 h 65"/>
                <a:gd name="T56" fmla="*/ 5 w 8"/>
                <a:gd name="T57" fmla="*/ 13 h 65"/>
                <a:gd name="T58" fmla="*/ 5 w 8"/>
                <a:gd name="T59" fmla="*/ 15 h 65"/>
                <a:gd name="T60" fmla="*/ 5 w 8"/>
                <a:gd name="T61" fmla="*/ 14 h 65"/>
                <a:gd name="T62" fmla="*/ 5 w 8"/>
                <a:gd name="T63" fmla="*/ 12 h 65"/>
                <a:gd name="T64" fmla="*/ 5 w 8"/>
                <a:gd name="T65" fmla="*/ 15 h 65"/>
                <a:gd name="T66" fmla="*/ 6 w 8"/>
                <a:gd name="T67" fmla="*/ 21 h 65"/>
                <a:gd name="T68" fmla="*/ 6 w 8"/>
                <a:gd name="T69" fmla="*/ 27 h 65"/>
                <a:gd name="T70" fmla="*/ 6 w 8"/>
                <a:gd name="T71" fmla="*/ 28 h 65"/>
                <a:gd name="T72" fmla="*/ 6 w 8"/>
                <a:gd name="T73" fmla="*/ 32 h 65"/>
                <a:gd name="T74" fmla="*/ 6 w 8"/>
                <a:gd name="T75" fmla="*/ 39 h 65"/>
                <a:gd name="T76" fmla="*/ 7 w 8"/>
                <a:gd name="T77" fmla="*/ 47 h 65"/>
                <a:gd name="T78" fmla="*/ 7 w 8"/>
                <a:gd name="T79" fmla="*/ 50 h 65"/>
                <a:gd name="T80" fmla="*/ 7 w 8"/>
                <a:gd name="T81" fmla="*/ 52 h 65"/>
                <a:gd name="T82" fmla="*/ 7 w 8"/>
                <a:gd name="T83" fmla="*/ 55 h 65"/>
                <a:gd name="T84" fmla="*/ 7 w 8"/>
                <a:gd name="T85" fmla="*/ 61 h 65"/>
                <a:gd name="T86" fmla="*/ 7 w 8"/>
                <a:gd name="T87" fmla="*/ 64 h 65"/>
                <a:gd name="T88" fmla="*/ 7 w 8"/>
                <a:gd name="T89" fmla="*/ 64 h 65"/>
                <a:gd name="T90" fmla="*/ 8 w 8"/>
                <a:gd name="T91" fmla="*/ 64 h 65"/>
                <a:gd name="T92" fmla="*/ 8 w 8"/>
                <a:gd name="T93" fmla="*/ 65 h 65"/>
                <a:gd name="T94" fmla="*/ 8 w 8"/>
                <a:gd name="T95" fmla="*/ 64 h 65"/>
                <a:gd name="T96" fmla="*/ 8 w 8"/>
                <a:gd name="T97" fmla="*/ 64 h 65"/>
                <a:gd name="T98" fmla="*/ 8 w 8"/>
                <a:gd name="T99" fmla="*/ 65 h 65"/>
                <a:gd name="T100" fmla="*/ 8 w 8"/>
                <a:gd name="T101" fmla="*/ 64 h 65"/>
                <a:gd name="T102" fmla="*/ 8 w 8"/>
                <a:gd name="T103" fmla="*/ 6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5">
                  <a:moveTo>
                    <a:pt x="0" y="52"/>
                  </a:moveTo>
                  <a:lnTo>
                    <a:pt x="0" y="54"/>
                  </a:lnTo>
                  <a:lnTo>
                    <a:pt x="0" y="59"/>
                  </a:lnTo>
                  <a:lnTo>
                    <a:pt x="0" y="61"/>
                  </a:lnTo>
                  <a:lnTo>
                    <a:pt x="1" y="60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2"/>
                  </a:lnTo>
                  <a:lnTo>
                    <a:pt x="2" y="49"/>
                  </a:lnTo>
                  <a:lnTo>
                    <a:pt x="2" y="47"/>
                  </a:lnTo>
                  <a:lnTo>
                    <a:pt x="2" y="39"/>
                  </a:lnTo>
                  <a:lnTo>
                    <a:pt x="2" y="29"/>
                  </a:lnTo>
                  <a:lnTo>
                    <a:pt x="2" y="25"/>
                  </a:lnTo>
                  <a:lnTo>
                    <a:pt x="2" y="23"/>
                  </a:lnTo>
                  <a:lnTo>
                    <a:pt x="2" y="19"/>
                  </a:lnTo>
                  <a:lnTo>
                    <a:pt x="3" y="17"/>
                  </a:lnTo>
                  <a:lnTo>
                    <a:pt x="3" y="13"/>
                  </a:lnTo>
                  <a:lnTo>
                    <a:pt x="3" y="7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3"/>
                  </a:lnTo>
                  <a:lnTo>
                    <a:pt x="3" y="0"/>
                  </a:lnTo>
                  <a:lnTo>
                    <a:pt x="4" y="2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2"/>
                  </a:lnTo>
                  <a:lnTo>
                    <a:pt x="5" y="4"/>
                  </a:lnTo>
                  <a:lnTo>
                    <a:pt x="5" y="8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5" y="12"/>
                  </a:lnTo>
                  <a:lnTo>
                    <a:pt x="5" y="15"/>
                  </a:lnTo>
                  <a:lnTo>
                    <a:pt x="6" y="21"/>
                  </a:lnTo>
                  <a:lnTo>
                    <a:pt x="6" y="27"/>
                  </a:lnTo>
                  <a:lnTo>
                    <a:pt x="6" y="28"/>
                  </a:lnTo>
                  <a:lnTo>
                    <a:pt x="6" y="32"/>
                  </a:lnTo>
                  <a:lnTo>
                    <a:pt x="6" y="39"/>
                  </a:lnTo>
                  <a:lnTo>
                    <a:pt x="7" y="47"/>
                  </a:lnTo>
                  <a:lnTo>
                    <a:pt x="7" y="50"/>
                  </a:lnTo>
                  <a:lnTo>
                    <a:pt x="7" y="52"/>
                  </a:lnTo>
                  <a:lnTo>
                    <a:pt x="7" y="55"/>
                  </a:lnTo>
                  <a:lnTo>
                    <a:pt x="7" y="61"/>
                  </a:lnTo>
                  <a:lnTo>
                    <a:pt x="7" y="64"/>
                  </a:lnTo>
                  <a:lnTo>
                    <a:pt x="7" y="64"/>
                  </a:lnTo>
                  <a:lnTo>
                    <a:pt x="8" y="64"/>
                  </a:lnTo>
                  <a:lnTo>
                    <a:pt x="8" y="65"/>
                  </a:lnTo>
                  <a:lnTo>
                    <a:pt x="8" y="64"/>
                  </a:lnTo>
                  <a:lnTo>
                    <a:pt x="8" y="64"/>
                  </a:lnTo>
                  <a:lnTo>
                    <a:pt x="8" y="65"/>
                  </a:lnTo>
                  <a:lnTo>
                    <a:pt x="8" y="64"/>
                  </a:lnTo>
                  <a:lnTo>
                    <a:pt x="8" y="6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52" name="Freeform 696"/>
            <p:cNvSpPr/>
            <p:nvPr/>
          </p:nvSpPr>
          <p:spPr bwMode="auto">
            <a:xfrm>
              <a:off x="2959100" y="1982789"/>
              <a:ext cx="14288" cy="187325"/>
            </a:xfrm>
            <a:custGeom>
              <a:avLst/>
              <a:gdLst>
                <a:gd name="T0" fmla="*/ 0 w 9"/>
                <a:gd name="T1" fmla="*/ 1 h 118"/>
                <a:gd name="T2" fmla="*/ 0 w 9"/>
                <a:gd name="T3" fmla="*/ 0 h 118"/>
                <a:gd name="T4" fmla="*/ 1 w 9"/>
                <a:gd name="T5" fmla="*/ 2 h 118"/>
                <a:gd name="T6" fmla="*/ 1 w 9"/>
                <a:gd name="T7" fmla="*/ 2 h 118"/>
                <a:gd name="T8" fmla="*/ 1 w 9"/>
                <a:gd name="T9" fmla="*/ 1 h 118"/>
                <a:gd name="T10" fmla="*/ 1 w 9"/>
                <a:gd name="T11" fmla="*/ 3 h 118"/>
                <a:gd name="T12" fmla="*/ 2 w 9"/>
                <a:gd name="T13" fmla="*/ 6 h 118"/>
                <a:gd name="T14" fmla="*/ 2 w 9"/>
                <a:gd name="T15" fmla="*/ 7 h 118"/>
                <a:gd name="T16" fmla="*/ 2 w 9"/>
                <a:gd name="T17" fmla="*/ 11 h 118"/>
                <a:gd name="T18" fmla="*/ 2 w 9"/>
                <a:gd name="T19" fmla="*/ 13 h 118"/>
                <a:gd name="T20" fmla="*/ 2 w 9"/>
                <a:gd name="T21" fmla="*/ 15 h 118"/>
                <a:gd name="T22" fmla="*/ 2 w 9"/>
                <a:gd name="T23" fmla="*/ 20 h 118"/>
                <a:gd name="T24" fmla="*/ 2 w 9"/>
                <a:gd name="T25" fmla="*/ 26 h 118"/>
                <a:gd name="T26" fmla="*/ 3 w 9"/>
                <a:gd name="T27" fmla="*/ 24 h 118"/>
                <a:gd name="T28" fmla="*/ 3 w 9"/>
                <a:gd name="T29" fmla="*/ 25 h 118"/>
                <a:gd name="T30" fmla="*/ 3 w 9"/>
                <a:gd name="T31" fmla="*/ 31 h 118"/>
                <a:gd name="T32" fmla="*/ 3 w 9"/>
                <a:gd name="T33" fmla="*/ 34 h 118"/>
                <a:gd name="T34" fmla="*/ 3 w 9"/>
                <a:gd name="T35" fmla="*/ 31 h 118"/>
                <a:gd name="T36" fmla="*/ 4 w 9"/>
                <a:gd name="T37" fmla="*/ 34 h 118"/>
                <a:gd name="T38" fmla="*/ 4 w 9"/>
                <a:gd name="T39" fmla="*/ 41 h 118"/>
                <a:gd name="T40" fmla="*/ 4 w 9"/>
                <a:gd name="T41" fmla="*/ 43 h 118"/>
                <a:gd name="T42" fmla="*/ 4 w 9"/>
                <a:gd name="T43" fmla="*/ 45 h 118"/>
                <a:gd name="T44" fmla="*/ 4 w 9"/>
                <a:gd name="T45" fmla="*/ 50 h 118"/>
                <a:gd name="T46" fmla="*/ 4 w 9"/>
                <a:gd name="T47" fmla="*/ 52 h 118"/>
                <a:gd name="T48" fmla="*/ 4 w 9"/>
                <a:gd name="T49" fmla="*/ 56 h 118"/>
                <a:gd name="T50" fmla="*/ 5 w 9"/>
                <a:gd name="T51" fmla="*/ 68 h 118"/>
                <a:gd name="T52" fmla="*/ 5 w 9"/>
                <a:gd name="T53" fmla="*/ 71 h 118"/>
                <a:gd name="T54" fmla="*/ 5 w 9"/>
                <a:gd name="T55" fmla="*/ 65 h 118"/>
                <a:gd name="T56" fmla="*/ 5 w 9"/>
                <a:gd name="T57" fmla="*/ 72 h 118"/>
                <a:gd name="T58" fmla="*/ 5 w 9"/>
                <a:gd name="T59" fmla="*/ 87 h 118"/>
                <a:gd name="T60" fmla="*/ 5 w 9"/>
                <a:gd name="T61" fmla="*/ 87 h 118"/>
                <a:gd name="T62" fmla="*/ 5 w 9"/>
                <a:gd name="T63" fmla="*/ 86 h 118"/>
                <a:gd name="T64" fmla="*/ 6 w 9"/>
                <a:gd name="T65" fmla="*/ 96 h 118"/>
                <a:gd name="T66" fmla="*/ 6 w 9"/>
                <a:gd name="T67" fmla="*/ 101 h 118"/>
                <a:gd name="T68" fmla="*/ 6 w 9"/>
                <a:gd name="T69" fmla="*/ 97 h 118"/>
                <a:gd name="T70" fmla="*/ 6 w 9"/>
                <a:gd name="T71" fmla="*/ 103 h 118"/>
                <a:gd name="T72" fmla="*/ 7 w 9"/>
                <a:gd name="T73" fmla="*/ 112 h 118"/>
                <a:gd name="T74" fmla="*/ 7 w 9"/>
                <a:gd name="T75" fmla="*/ 106 h 118"/>
                <a:gd name="T76" fmla="*/ 7 w 9"/>
                <a:gd name="T77" fmla="*/ 102 h 118"/>
                <a:gd name="T78" fmla="*/ 7 w 9"/>
                <a:gd name="T79" fmla="*/ 110 h 118"/>
                <a:gd name="T80" fmla="*/ 7 w 9"/>
                <a:gd name="T81" fmla="*/ 111 h 118"/>
                <a:gd name="T82" fmla="*/ 7 w 9"/>
                <a:gd name="T83" fmla="*/ 105 h 118"/>
                <a:gd name="T84" fmla="*/ 7 w 9"/>
                <a:gd name="T85" fmla="*/ 111 h 118"/>
                <a:gd name="T86" fmla="*/ 8 w 9"/>
                <a:gd name="T87" fmla="*/ 118 h 118"/>
                <a:gd name="T88" fmla="*/ 8 w 9"/>
                <a:gd name="T89" fmla="*/ 110 h 118"/>
                <a:gd name="T90" fmla="*/ 8 w 9"/>
                <a:gd name="T91" fmla="*/ 108 h 118"/>
                <a:gd name="T92" fmla="*/ 8 w 9"/>
                <a:gd name="T93" fmla="*/ 115 h 118"/>
                <a:gd name="T94" fmla="*/ 8 w 9"/>
                <a:gd name="T95" fmla="*/ 114 h 118"/>
                <a:gd name="T96" fmla="*/ 9 w 9"/>
                <a:gd name="T97" fmla="*/ 108 h 118"/>
                <a:gd name="T98" fmla="*/ 9 w 9"/>
                <a:gd name="T99" fmla="*/ 112 h 118"/>
                <a:gd name="T100" fmla="*/ 9 w 9"/>
                <a:gd name="T101" fmla="*/ 113 h 118"/>
                <a:gd name="T102" fmla="*/ 9 w 9"/>
                <a:gd name="T103" fmla="*/ 10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18">
                  <a:moveTo>
                    <a:pt x="0" y="1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3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2" y="20"/>
                  </a:lnTo>
                  <a:lnTo>
                    <a:pt x="2" y="26"/>
                  </a:lnTo>
                  <a:lnTo>
                    <a:pt x="3" y="24"/>
                  </a:lnTo>
                  <a:lnTo>
                    <a:pt x="3" y="25"/>
                  </a:lnTo>
                  <a:lnTo>
                    <a:pt x="3" y="31"/>
                  </a:lnTo>
                  <a:lnTo>
                    <a:pt x="3" y="34"/>
                  </a:lnTo>
                  <a:lnTo>
                    <a:pt x="3" y="31"/>
                  </a:lnTo>
                  <a:lnTo>
                    <a:pt x="4" y="34"/>
                  </a:lnTo>
                  <a:lnTo>
                    <a:pt x="4" y="41"/>
                  </a:lnTo>
                  <a:lnTo>
                    <a:pt x="4" y="43"/>
                  </a:lnTo>
                  <a:lnTo>
                    <a:pt x="4" y="45"/>
                  </a:lnTo>
                  <a:lnTo>
                    <a:pt x="4" y="50"/>
                  </a:lnTo>
                  <a:lnTo>
                    <a:pt x="4" y="52"/>
                  </a:lnTo>
                  <a:lnTo>
                    <a:pt x="4" y="56"/>
                  </a:lnTo>
                  <a:lnTo>
                    <a:pt x="5" y="68"/>
                  </a:lnTo>
                  <a:lnTo>
                    <a:pt x="5" y="71"/>
                  </a:lnTo>
                  <a:lnTo>
                    <a:pt x="5" y="65"/>
                  </a:lnTo>
                  <a:lnTo>
                    <a:pt x="5" y="72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5" y="86"/>
                  </a:lnTo>
                  <a:lnTo>
                    <a:pt x="6" y="96"/>
                  </a:lnTo>
                  <a:lnTo>
                    <a:pt x="6" y="101"/>
                  </a:lnTo>
                  <a:lnTo>
                    <a:pt x="6" y="97"/>
                  </a:lnTo>
                  <a:lnTo>
                    <a:pt x="6" y="103"/>
                  </a:lnTo>
                  <a:lnTo>
                    <a:pt x="7" y="112"/>
                  </a:lnTo>
                  <a:lnTo>
                    <a:pt x="7" y="106"/>
                  </a:lnTo>
                  <a:lnTo>
                    <a:pt x="7" y="102"/>
                  </a:lnTo>
                  <a:lnTo>
                    <a:pt x="7" y="110"/>
                  </a:lnTo>
                  <a:lnTo>
                    <a:pt x="7" y="111"/>
                  </a:lnTo>
                  <a:lnTo>
                    <a:pt x="7" y="105"/>
                  </a:lnTo>
                  <a:lnTo>
                    <a:pt x="7" y="111"/>
                  </a:lnTo>
                  <a:lnTo>
                    <a:pt x="8" y="118"/>
                  </a:lnTo>
                  <a:lnTo>
                    <a:pt x="8" y="110"/>
                  </a:lnTo>
                  <a:lnTo>
                    <a:pt x="8" y="108"/>
                  </a:lnTo>
                  <a:lnTo>
                    <a:pt x="8" y="115"/>
                  </a:lnTo>
                  <a:lnTo>
                    <a:pt x="8" y="114"/>
                  </a:lnTo>
                  <a:lnTo>
                    <a:pt x="9" y="108"/>
                  </a:lnTo>
                  <a:lnTo>
                    <a:pt x="9" y="112"/>
                  </a:lnTo>
                  <a:lnTo>
                    <a:pt x="9" y="113"/>
                  </a:lnTo>
                  <a:lnTo>
                    <a:pt x="9" y="10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53" name="Freeform 697"/>
            <p:cNvSpPr/>
            <p:nvPr/>
          </p:nvSpPr>
          <p:spPr bwMode="auto">
            <a:xfrm>
              <a:off x="2973388" y="1935164"/>
              <a:ext cx="12700" cy="268288"/>
            </a:xfrm>
            <a:custGeom>
              <a:avLst/>
              <a:gdLst>
                <a:gd name="T0" fmla="*/ 0 w 8"/>
                <a:gd name="T1" fmla="*/ 143 h 169"/>
                <a:gd name="T2" fmla="*/ 0 w 8"/>
                <a:gd name="T3" fmla="*/ 137 h 169"/>
                <a:gd name="T4" fmla="*/ 0 w 8"/>
                <a:gd name="T5" fmla="*/ 138 h 169"/>
                <a:gd name="T6" fmla="*/ 0 w 8"/>
                <a:gd name="T7" fmla="*/ 142 h 169"/>
                <a:gd name="T8" fmla="*/ 1 w 8"/>
                <a:gd name="T9" fmla="*/ 139 h 169"/>
                <a:gd name="T10" fmla="*/ 1 w 8"/>
                <a:gd name="T11" fmla="*/ 139 h 169"/>
                <a:gd name="T12" fmla="*/ 1 w 8"/>
                <a:gd name="T13" fmla="*/ 144 h 169"/>
                <a:gd name="T14" fmla="*/ 1 w 8"/>
                <a:gd name="T15" fmla="*/ 142 h 169"/>
                <a:gd name="T16" fmla="*/ 1 w 8"/>
                <a:gd name="T17" fmla="*/ 139 h 169"/>
                <a:gd name="T18" fmla="*/ 1 w 8"/>
                <a:gd name="T19" fmla="*/ 144 h 169"/>
                <a:gd name="T20" fmla="*/ 1 w 8"/>
                <a:gd name="T21" fmla="*/ 145 h 169"/>
                <a:gd name="T22" fmla="*/ 2 w 8"/>
                <a:gd name="T23" fmla="*/ 147 h 169"/>
                <a:gd name="T24" fmla="*/ 2 w 8"/>
                <a:gd name="T25" fmla="*/ 159 h 169"/>
                <a:gd name="T26" fmla="*/ 2 w 8"/>
                <a:gd name="T27" fmla="*/ 169 h 169"/>
                <a:gd name="T28" fmla="*/ 2 w 8"/>
                <a:gd name="T29" fmla="*/ 160 h 169"/>
                <a:gd name="T30" fmla="*/ 2 w 8"/>
                <a:gd name="T31" fmla="*/ 152 h 169"/>
                <a:gd name="T32" fmla="*/ 3 w 8"/>
                <a:gd name="T33" fmla="*/ 155 h 169"/>
                <a:gd name="T34" fmla="*/ 3 w 8"/>
                <a:gd name="T35" fmla="*/ 155 h 169"/>
                <a:gd name="T36" fmla="*/ 3 w 8"/>
                <a:gd name="T37" fmla="*/ 149 h 169"/>
                <a:gd name="T38" fmla="*/ 3 w 8"/>
                <a:gd name="T39" fmla="*/ 147 h 169"/>
                <a:gd name="T40" fmla="*/ 3 w 8"/>
                <a:gd name="T41" fmla="*/ 138 h 169"/>
                <a:gd name="T42" fmla="*/ 3 w 8"/>
                <a:gd name="T43" fmla="*/ 125 h 169"/>
                <a:gd name="T44" fmla="*/ 3 w 8"/>
                <a:gd name="T45" fmla="*/ 124 h 169"/>
                <a:gd name="T46" fmla="*/ 4 w 8"/>
                <a:gd name="T47" fmla="*/ 135 h 169"/>
                <a:gd name="T48" fmla="*/ 4 w 8"/>
                <a:gd name="T49" fmla="*/ 138 h 169"/>
                <a:gd name="T50" fmla="*/ 4 w 8"/>
                <a:gd name="T51" fmla="*/ 133 h 169"/>
                <a:gd name="T52" fmla="*/ 4 w 8"/>
                <a:gd name="T53" fmla="*/ 130 h 169"/>
                <a:gd name="T54" fmla="*/ 5 w 8"/>
                <a:gd name="T55" fmla="*/ 126 h 169"/>
                <a:gd name="T56" fmla="*/ 5 w 8"/>
                <a:gd name="T57" fmla="*/ 116 h 169"/>
                <a:gd name="T58" fmla="*/ 5 w 8"/>
                <a:gd name="T59" fmla="*/ 107 h 169"/>
                <a:gd name="T60" fmla="*/ 5 w 8"/>
                <a:gd name="T61" fmla="*/ 104 h 169"/>
                <a:gd name="T62" fmla="*/ 5 w 8"/>
                <a:gd name="T63" fmla="*/ 92 h 169"/>
                <a:gd name="T64" fmla="*/ 5 w 8"/>
                <a:gd name="T65" fmla="*/ 75 h 169"/>
                <a:gd name="T66" fmla="*/ 5 w 8"/>
                <a:gd name="T67" fmla="*/ 66 h 169"/>
                <a:gd name="T68" fmla="*/ 6 w 8"/>
                <a:gd name="T69" fmla="*/ 63 h 169"/>
                <a:gd name="T70" fmla="*/ 6 w 8"/>
                <a:gd name="T71" fmla="*/ 56 h 169"/>
                <a:gd name="T72" fmla="*/ 6 w 8"/>
                <a:gd name="T73" fmla="*/ 52 h 169"/>
                <a:gd name="T74" fmla="*/ 6 w 8"/>
                <a:gd name="T75" fmla="*/ 50 h 169"/>
                <a:gd name="T76" fmla="*/ 6 w 8"/>
                <a:gd name="T77" fmla="*/ 42 h 169"/>
                <a:gd name="T78" fmla="*/ 6 w 8"/>
                <a:gd name="T79" fmla="*/ 34 h 169"/>
                <a:gd name="T80" fmla="*/ 6 w 8"/>
                <a:gd name="T81" fmla="*/ 31 h 169"/>
                <a:gd name="T82" fmla="*/ 7 w 8"/>
                <a:gd name="T83" fmla="*/ 27 h 169"/>
                <a:gd name="T84" fmla="*/ 7 w 8"/>
                <a:gd name="T85" fmla="*/ 20 h 169"/>
                <a:gd name="T86" fmla="*/ 7 w 8"/>
                <a:gd name="T87" fmla="*/ 14 h 169"/>
                <a:gd name="T88" fmla="*/ 7 w 8"/>
                <a:gd name="T89" fmla="*/ 10 h 169"/>
                <a:gd name="T90" fmla="*/ 7 w 8"/>
                <a:gd name="T91" fmla="*/ 11 h 169"/>
                <a:gd name="T92" fmla="*/ 8 w 8"/>
                <a:gd name="T93" fmla="*/ 9 h 169"/>
                <a:gd name="T94" fmla="*/ 8 w 8"/>
                <a:gd name="T95" fmla="*/ 2 h 169"/>
                <a:gd name="T96" fmla="*/ 8 w 8"/>
                <a:gd name="T97" fmla="*/ 0 h 169"/>
                <a:gd name="T98" fmla="*/ 8 w 8"/>
                <a:gd name="T99" fmla="*/ 2 h 169"/>
                <a:gd name="T100" fmla="*/ 8 w 8"/>
                <a:gd name="T101" fmla="*/ 4 h 169"/>
                <a:gd name="T102" fmla="*/ 8 w 8"/>
                <a:gd name="T103" fmla="*/ 7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69">
                  <a:moveTo>
                    <a:pt x="0" y="143"/>
                  </a:moveTo>
                  <a:lnTo>
                    <a:pt x="0" y="137"/>
                  </a:lnTo>
                  <a:lnTo>
                    <a:pt x="0" y="138"/>
                  </a:lnTo>
                  <a:lnTo>
                    <a:pt x="0" y="142"/>
                  </a:lnTo>
                  <a:lnTo>
                    <a:pt x="1" y="139"/>
                  </a:lnTo>
                  <a:lnTo>
                    <a:pt x="1" y="139"/>
                  </a:lnTo>
                  <a:lnTo>
                    <a:pt x="1" y="144"/>
                  </a:lnTo>
                  <a:lnTo>
                    <a:pt x="1" y="142"/>
                  </a:lnTo>
                  <a:lnTo>
                    <a:pt x="1" y="139"/>
                  </a:lnTo>
                  <a:lnTo>
                    <a:pt x="1" y="144"/>
                  </a:lnTo>
                  <a:lnTo>
                    <a:pt x="1" y="145"/>
                  </a:lnTo>
                  <a:lnTo>
                    <a:pt x="2" y="147"/>
                  </a:lnTo>
                  <a:lnTo>
                    <a:pt x="2" y="159"/>
                  </a:lnTo>
                  <a:lnTo>
                    <a:pt x="2" y="169"/>
                  </a:lnTo>
                  <a:lnTo>
                    <a:pt x="2" y="160"/>
                  </a:lnTo>
                  <a:lnTo>
                    <a:pt x="2" y="152"/>
                  </a:lnTo>
                  <a:lnTo>
                    <a:pt x="3" y="155"/>
                  </a:lnTo>
                  <a:lnTo>
                    <a:pt x="3" y="155"/>
                  </a:lnTo>
                  <a:lnTo>
                    <a:pt x="3" y="149"/>
                  </a:lnTo>
                  <a:lnTo>
                    <a:pt x="3" y="147"/>
                  </a:lnTo>
                  <a:lnTo>
                    <a:pt x="3" y="138"/>
                  </a:lnTo>
                  <a:lnTo>
                    <a:pt x="3" y="125"/>
                  </a:lnTo>
                  <a:lnTo>
                    <a:pt x="3" y="124"/>
                  </a:lnTo>
                  <a:lnTo>
                    <a:pt x="4" y="135"/>
                  </a:lnTo>
                  <a:lnTo>
                    <a:pt x="4" y="138"/>
                  </a:lnTo>
                  <a:lnTo>
                    <a:pt x="4" y="133"/>
                  </a:lnTo>
                  <a:lnTo>
                    <a:pt x="4" y="130"/>
                  </a:lnTo>
                  <a:lnTo>
                    <a:pt x="5" y="126"/>
                  </a:lnTo>
                  <a:lnTo>
                    <a:pt x="5" y="116"/>
                  </a:lnTo>
                  <a:lnTo>
                    <a:pt x="5" y="107"/>
                  </a:lnTo>
                  <a:lnTo>
                    <a:pt x="5" y="104"/>
                  </a:lnTo>
                  <a:lnTo>
                    <a:pt x="5" y="92"/>
                  </a:lnTo>
                  <a:lnTo>
                    <a:pt x="5" y="75"/>
                  </a:lnTo>
                  <a:lnTo>
                    <a:pt x="5" y="66"/>
                  </a:lnTo>
                  <a:lnTo>
                    <a:pt x="6" y="63"/>
                  </a:lnTo>
                  <a:lnTo>
                    <a:pt x="6" y="56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6" y="42"/>
                  </a:lnTo>
                  <a:lnTo>
                    <a:pt x="6" y="34"/>
                  </a:lnTo>
                  <a:lnTo>
                    <a:pt x="6" y="31"/>
                  </a:lnTo>
                  <a:lnTo>
                    <a:pt x="7" y="27"/>
                  </a:lnTo>
                  <a:lnTo>
                    <a:pt x="7" y="20"/>
                  </a:lnTo>
                  <a:lnTo>
                    <a:pt x="7" y="14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8" y="9"/>
                  </a:lnTo>
                  <a:lnTo>
                    <a:pt x="8" y="2"/>
                  </a:lnTo>
                  <a:lnTo>
                    <a:pt x="8" y="0"/>
                  </a:lnTo>
                  <a:lnTo>
                    <a:pt x="8" y="2"/>
                  </a:lnTo>
                  <a:lnTo>
                    <a:pt x="8" y="4"/>
                  </a:lnTo>
                  <a:lnTo>
                    <a:pt x="8" y="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54" name="Freeform 698"/>
            <p:cNvSpPr/>
            <p:nvPr/>
          </p:nvSpPr>
          <p:spPr bwMode="auto">
            <a:xfrm>
              <a:off x="2986088" y="1889126"/>
              <a:ext cx="14288" cy="101600"/>
            </a:xfrm>
            <a:custGeom>
              <a:avLst/>
              <a:gdLst>
                <a:gd name="T0" fmla="*/ 0 w 9"/>
                <a:gd name="T1" fmla="*/ 33 h 64"/>
                <a:gd name="T2" fmla="*/ 0 w 9"/>
                <a:gd name="T3" fmla="*/ 36 h 64"/>
                <a:gd name="T4" fmla="*/ 0 w 9"/>
                <a:gd name="T5" fmla="*/ 38 h 64"/>
                <a:gd name="T6" fmla="*/ 1 w 9"/>
                <a:gd name="T7" fmla="*/ 31 h 64"/>
                <a:gd name="T8" fmla="*/ 1 w 9"/>
                <a:gd name="T9" fmla="*/ 26 h 64"/>
                <a:gd name="T10" fmla="*/ 1 w 9"/>
                <a:gd name="T11" fmla="*/ 31 h 64"/>
                <a:gd name="T12" fmla="*/ 1 w 9"/>
                <a:gd name="T13" fmla="*/ 35 h 64"/>
                <a:gd name="T14" fmla="*/ 2 w 9"/>
                <a:gd name="T15" fmla="*/ 32 h 64"/>
                <a:gd name="T16" fmla="*/ 2 w 9"/>
                <a:gd name="T17" fmla="*/ 29 h 64"/>
                <a:gd name="T18" fmla="*/ 2 w 9"/>
                <a:gd name="T19" fmla="*/ 31 h 64"/>
                <a:gd name="T20" fmla="*/ 2 w 9"/>
                <a:gd name="T21" fmla="*/ 35 h 64"/>
                <a:gd name="T22" fmla="*/ 2 w 9"/>
                <a:gd name="T23" fmla="*/ 37 h 64"/>
                <a:gd name="T24" fmla="*/ 2 w 9"/>
                <a:gd name="T25" fmla="*/ 38 h 64"/>
                <a:gd name="T26" fmla="*/ 2 w 9"/>
                <a:gd name="T27" fmla="*/ 47 h 64"/>
                <a:gd name="T28" fmla="*/ 3 w 9"/>
                <a:gd name="T29" fmla="*/ 57 h 64"/>
                <a:gd name="T30" fmla="*/ 3 w 9"/>
                <a:gd name="T31" fmla="*/ 60 h 64"/>
                <a:gd name="T32" fmla="*/ 3 w 9"/>
                <a:gd name="T33" fmla="*/ 59 h 64"/>
                <a:gd name="T34" fmla="*/ 3 w 9"/>
                <a:gd name="T35" fmla="*/ 59 h 64"/>
                <a:gd name="T36" fmla="*/ 3 w 9"/>
                <a:gd name="T37" fmla="*/ 59 h 64"/>
                <a:gd name="T38" fmla="*/ 3 w 9"/>
                <a:gd name="T39" fmla="*/ 61 h 64"/>
                <a:gd name="T40" fmla="*/ 3 w 9"/>
                <a:gd name="T41" fmla="*/ 64 h 64"/>
                <a:gd name="T42" fmla="*/ 4 w 9"/>
                <a:gd name="T43" fmla="*/ 63 h 64"/>
                <a:gd name="T44" fmla="*/ 4 w 9"/>
                <a:gd name="T45" fmla="*/ 59 h 64"/>
                <a:gd name="T46" fmla="*/ 4 w 9"/>
                <a:gd name="T47" fmla="*/ 54 h 64"/>
                <a:gd name="T48" fmla="*/ 4 w 9"/>
                <a:gd name="T49" fmla="*/ 51 h 64"/>
                <a:gd name="T50" fmla="*/ 4 w 9"/>
                <a:gd name="T51" fmla="*/ 50 h 64"/>
                <a:gd name="T52" fmla="*/ 5 w 9"/>
                <a:gd name="T53" fmla="*/ 47 h 64"/>
                <a:gd name="T54" fmla="*/ 5 w 9"/>
                <a:gd name="T55" fmla="*/ 42 h 64"/>
                <a:gd name="T56" fmla="*/ 5 w 9"/>
                <a:gd name="T57" fmla="*/ 38 h 64"/>
                <a:gd name="T58" fmla="*/ 5 w 9"/>
                <a:gd name="T59" fmla="*/ 34 h 64"/>
                <a:gd name="T60" fmla="*/ 5 w 9"/>
                <a:gd name="T61" fmla="*/ 27 h 64"/>
                <a:gd name="T62" fmla="*/ 5 w 9"/>
                <a:gd name="T63" fmla="*/ 23 h 64"/>
                <a:gd name="T64" fmla="*/ 6 w 9"/>
                <a:gd name="T65" fmla="*/ 24 h 64"/>
                <a:gd name="T66" fmla="*/ 6 w 9"/>
                <a:gd name="T67" fmla="*/ 22 h 64"/>
                <a:gd name="T68" fmla="*/ 6 w 9"/>
                <a:gd name="T69" fmla="*/ 18 h 64"/>
                <a:gd name="T70" fmla="*/ 6 w 9"/>
                <a:gd name="T71" fmla="*/ 13 h 64"/>
                <a:gd name="T72" fmla="*/ 6 w 9"/>
                <a:gd name="T73" fmla="*/ 5 h 64"/>
                <a:gd name="T74" fmla="*/ 7 w 9"/>
                <a:gd name="T75" fmla="*/ 1 h 64"/>
                <a:gd name="T76" fmla="*/ 7 w 9"/>
                <a:gd name="T77" fmla="*/ 4 h 64"/>
                <a:gd name="T78" fmla="*/ 7 w 9"/>
                <a:gd name="T79" fmla="*/ 7 h 64"/>
                <a:gd name="T80" fmla="*/ 7 w 9"/>
                <a:gd name="T81" fmla="*/ 4 h 64"/>
                <a:gd name="T82" fmla="*/ 7 w 9"/>
                <a:gd name="T83" fmla="*/ 0 h 64"/>
                <a:gd name="T84" fmla="*/ 7 w 9"/>
                <a:gd name="T85" fmla="*/ 4 h 64"/>
                <a:gd name="T86" fmla="*/ 7 w 9"/>
                <a:gd name="T87" fmla="*/ 13 h 64"/>
                <a:gd name="T88" fmla="*/ 8 w 9"/>
                <a:gd name="T89" fmla="*/ 19 h 64"/>
                <a:gd name="T90" fmla="*/ 8 w 9"/>
                <a:gd name="T91" fmla="*/ 19 h 64"/>
                <a:gd name="T92" fmla="*/ 8 w 9"/>
                <a:gd name="T93" fmla="*/ 21 h 64"/>
                <a:gd name="T94" fmla="*/ 8 w 9"/>
                <a:gd name="T95" fmla="*/ 24 h 64"/>
                <a:gd name="T96" fmla="*/ 8 w 9"/>
                <a:gd name="T97" fmla="*/ 25 h 64"/>
                <a:gd name="T98" fmla="*/ 8 w 9"/>
                <a:gd name="T99" fmla="*/ 27 h 64"/>
                <a:gd name="T100" fmla="*/ 8 w 9"/>
                <a:gd name="T101" fmla="*/ 28 h 64"/>
                <a:gd name="T102" fmla="*/ 9 w 9"/>
                <a:gd name="T103" fmla="*/ 2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4">
                  <a:moveTo>
                    <a:pt x="0" y="33"/>
                  </a:moveTo>
                  <a:lnTo>
                    <a:pt x="0" y="36"/>
                  </a:lnTo>
                  <a:lnTo>
                    <a:pt x="0" y="38"/>
                  </a:lnTo>
                  <a:lnTo>
                    <a:pt x="1" y="31"/>
                  </a:lnTo>
                  <a:lnTo>
                    <a:pt x="1" y="26"/>
                  </a:lnTo>
                  <a:lnTo>
                    <a:pt x="1" y="31"/>
                  </a:lnTo>
                  <a:lnTo>
                    <a:pt x="1" y="35"/>
                  </a:lnTo>
                  <a:lnTo>
                    <a:pt x="2" y="32"/>
                  </a:lnTo>
                  <a:lnTo>
                    <a:pt x="2" y="29"/>
                  </a:lnTo>
                  <a:lnTo>
                    <a:pt x="2" y="31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47"/>
                  </a:lnTo>
                  <a:lnTo>
                    <a:pt x="3" y="57"/>
                  </a:lnTo>
                  <a:lnTo>
                    <a:pt x="3" y="60"/>
                  </a:lnTo>
                  <a:lnTo>
                    <a:pt x="3" y="59"/>
                  </a:lnTo>
                  <a:lnTo>
                    <a:pt x="3" y="59"/>
                  </a:lnTo>
                  <a:lnTo>
                    <a:pt x="3" y="59"/>
                  </a:lnTo>
                  <a:lnTo>
                    <a:pt x="3" y="61"/>
                  </a:lnTo>
                  <a:lnTo>
                    <a:pt x="3" y="64"/>
                  </a:lnTo>
                  <a:lnTo>
                    <a:pt x="4" y="63"/>
                  </a:lnTo>
                  <a:lnTo>
                    <a:pt x="4" y="59"/>
                  </a:lnTo>
                  <a:lnTo>
                    <a:pt x="4" y="54"/>
                  </a:lnTo>
                  <a:lnTo>
                    <a:pt x="4" y="51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5" y="42"/>
                  </a:lnTo>
                  <a:lnTo>
                    <a:pt x="5" y="38"/>
                  </a:lnTo>
                  <a:lnTo>
                    <a:pt x="5" y="34"/>
                  </a:lnTo>
                  <a:lnTo>
                    <a:pt x="5" y="27"/>
                  </a:lnTo>
                  <a:lnTo>
                    <a:pt x="5" y="23"/>
                  </a:lnTo>
                  <a:lnTo>
                    <a:pt x="6" y="24"/>
                  </a:lnTo>
                  <a:lnTo>
                    <a:pt x="6" y="22"/>
                  </a:lnTo>
                  <a:lnTo>
                    <a:pt x="6" y="18"/>
                  </a:lnTo>
                  <a:lnTo>
                    <a:pt x="6" y="13"/>
                  </a:lnTo>
                  <a:lnTo>
                    <a:pt x="6" y="5"/>
                  </a:lnTo>
                  <a:lnTo>
                    <a:pt x="7" y="1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4"/>
                  </a:lnTo>
                  <a:lnTo>
                    <a:pt x="7" y="13"/>
                  </a:lnTo>
                  <a:lnTo>
                    <a:pt x="8" y="19"/>
                  </a:lnTo>
                  <a:lnTo>
                    <a:pt x="8" y="19"/>
                  </a:lnTo>
                  <a:lnTo>
                    <a:pt x="8" y="21"/>
                  </a:lnTo>
                  <a:lnTo>
                    <a:pt x="8" y="24"/>
                  </a:lnTo>
                  <a:lnTo>
                    <a:pt x="8" y="25"/>
                  </a:lnTo>
                  <a:lnTo>
                    <a:pt x="8" y="27"/>
                  </a:lnTo>
                  <a:lnTo>
                    <a:pt x="8" y="28"/>
                  </a:lnTo>
                  <a:lnTo>
                    <a:pt x="9" y="2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55" name="Freeform 699"/>
            <p:cNvSpPr/>
            <p:nvPr/>
          </p:nvSpPr>
          <p:spPr bwMode="auto">
            <a:xfrm>
              <a:off x="2998788" y="1868489"/>
              <a:ext cx="14288" cy="107950"/>
            </a:xfrm>
            <a:custGeom>
              <a:avLst/>
              <a:gdLst>
                <a:gd name="T0" fmla="*/ 0 w 9"/>
                <a:gd name="T1" fmla="*/ 41 h 68"/>
                <a:gd name="T2" fmla="*/ 1 w 9"/>
                <a:gd name="T3" fmla="*/ 38 h 68"/>
                <a:gd name="T4" fmla="*/ 1 w 9"/>
                <a:gd name="T5" fmla="*/ 39 h 68"/>
                <a:gd name="T6" fmla="*/ 1 w 9"/>
                <a:gd name="T7" fmla="*/ 46 h 68"/>
                <a:gd name="T8" fmla="*/ 1 w 9"/>
                <a:gd name="T9" fmla="*/ 51 h 68"/>
                <a:gd name="T10" fmla="*/ 2 w 9"/>
                <a:gd name="T11" fmla="*/ 49 h 68"/>
                <a:gd name="T12" fmla="*/ 2 w 9"/>
                <a:gd name="T13" fmla="*/ 48 h 68"/>
                <a:gd name="T14" fmla="*/ 2 w 9"/>
                <a:gd name="T15" fmla="*/ 50 h 68"/>
                <a:gd name="T16" fmla="*/ 2 w 9"/>
                <a:gd name="T17" fmla="*/ 53 h 68"/>
                <a:gd name="T18" fmla="*/ 2 w 9"/>
                <a:gd name="T19" fmla="*/ 52 h 68"/>
                <a:gd name="T20" fmla="*/ 2 w 9"/>
                <a:gd name="T21" fmla="*/ 49 h 68"/>
                <a:gd name="T22" fmla="*/ 2 w 9"/>
                <a:gd name="T23" fmla="*/ 49 h 68"/>
                <a:gd name="T24" fmla="*/ 3 w 9"/>
                <a:gd name="T25" fmla="*/ 48 h 68"/>
                <a:gd name="T26" fmla="*/ 3 w 9"/>
                <a:gd name="T27" fmla="*/ 47 h 68"/>
                <a:gd name="T28" fmla="*/ 3 w 9"/>
                <a:gd name="T29" fmla="*/ 50 h 68"/>
                <a:gd name="T30" fmla="*/ 3 w 9"/>
                <a:gd name="T31" fmla="*/ 51 h 68"/>
                <a:gd name="T32" fmla="*/ 3 w 9"/>
                <a:gd name="T33" fmla="*/ 48 h 68"/>
                <a:gd name="T34" fmla="*/ 4 w 9"/>
                <a:gd name="T35" fmla="*/ 46 h 68"/>
                <a:gd name="T36" fmla="*/ 4 w 9"/>
                <a:gd name="T37" fmla="*/ 44 h 68"/>
                <a:gd name="T38" fmla="*/ 4 w 9"/>
                <a:gd name="T39" fmla="*/ 40 h 68"/>
                <a:gd name="T40" fmla="*/ 4 w 9"/>
                <a:gd name="T41" fmla="*/ 34 h 68"/>
                <a:gd name="T42" fmla="*/ 4 w 9"/>
                <a:gd name="T43" fmla="*/ 28 h 68"/>
                <a:gd name="T44" fmla="*/ 4 w 9"/>
                <a:gd name="T45" fmla="*/ 21 h 68"/>
                <a:gd name="T46" fmla="*/ 4 w 9"/>
                <a:gd name="T47" fmla="*/ 15 h 68"/>
                <a:gd name="T48" fmla="*/ 5 w 9"/>
                <a:gd name="T49" fmla="*/ 8 h 68"/>
                <a:gd name="T50" fmla="*/ 5 w 9"/>
                <a:gd name="T51" fmla="*/ 1 h 68"/>
                <a:gd name="T52" fmla="*/ 5 w 9"/>
                <a:gd name="T53" fmla="*/ 0 h 68"/>
                <a:gd name="T54" fmla="*/ 5 w 9"/>
                <a:gd name="T55" fmla="*/ 2 h 68"/>
                <a:gd name="T56" fmla="*/ 5 w 9"/>
                <a:gd name="T57" fmla="*/ 1 h 68"/>
                <a:gd name="T58" fmla="*/ 5 w 9"/>
                <a:gd name="T59" fmla="*/ 1 h 68"/>
                <a:gd name="T60" fmla="*/ 5 w 9"/>
                <a:gd name="T61" fmla="*/ 2 h 68"/>
                <a:gd name="T62" fmla="*/ 6 w 9"/>
                <a:gd name="T63" fmla="*/ 3 h 68"/>
                <a:gd name="T64" fmla="*/ 6 w 9"/>
                <a:gd name="T65" fmla="*/ 6 h 68"/>
                <a:gd name="T66" fmla="*/ 6 w 9"/>
                <a:gd name="T67" fmla="*/ 11 h 68"/>
                <a:gd name="T68" fmla="*/ 6 w 9"/>
                <a:gd name="T69" fmla="*/ 11 h 68"/>
                <a:gd name="T70" fmla="*/ 7 w 9"/>
                <a:gd name="T71" fmla="*/ 9 h 68"/>
                <a:gd name="T72" fmla="*/ 7 w 9"/>
                <a:gd name="T73" fmla="*/ 11 h 68"/>
                <a:gd name="T74" fmla="*/ 7 w 9"/>
                <a:gd name="T75" fmla="*/ 14 h 68"/>
                <a:gd name="T76" fmla="*/ 7 w 9"/>
                <a:gd name="T77" fmla="*/ 14 h 68"/>
                <a:gd name="T78" fmla="*/ 7 w 9"/>
                <a:gd name="T79" fmla="*/ 13 h 68"/>
                <a:gd name="T80" fmla="*/ 7 w 9"/>
                <a:gd name="T81" fmla="*/ 16 h 68"/>
                <a:gd name="T82" fmla="*/ 7 w 9"/>
                <a:gd name="T83" fmla="*/ 20 h 68"/>
                <a:gd name="T84" fmla="*/ 8 w 9"/>
                <a:gd name="T85" fmla="*/ 23 h 68"/>
                <a:gd name="T86" fmla="*/ 8 w 9"/>
                <a:gd name="T87" fmla="*/ 28 h 68"/>
                <a:gd name="T88" fmla="*/ 8 w 9"/>
                <a:gd name="T89" fmla="*/ 32 h 68"/>
                <a:gd name="T90" fmla="*/ 8 w 9"/>
                <a:gd name="T91" fmla="*/ 34 h 68"/>
                <a:gd name="T92" fmla="*/ 8 w 9"/>
                <a:gd name="T93" fmla="*/ 41 h 68"/>
                <a:gd name="T94" fmla="*/ 9 w 9"/>
                <a:gd name="T95" fmla="*/ 51 h 68"/>
                <a:gd name="T96" fmla="*/ 9 w 9"/>
                <a:gd name="T97" fmla="*/ 55 h 68"/>
                <a:gd name="T98" fmla="*/ 9 w 9"/>
                <a:gd name="T99" fmla="*/ 57 h 68"/>
                <a:gd name="T100" fmla="*/ 9 w 9"/>
                <a:gd name="T101" fmla="*/ 63 h 68"/>
                <a:gd name="T102" fmla="*/ 9 w 9"/>
                <a:gd name="T103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8">
                  <a:moveTo>
                    <a:pt x="0" y="41"/>
                  </a:moveTo>
                  <a:lnTo>
                    <a:pt x="1" y="38"/>
                  </a:lnTo>
                  <a:lnTo>
                    <a:pt x="1" y="39"/>
                  </a:lnTo>
                  <a:lnTo>
                    <a:pt x="1" y="46"/>
                  </a:lnTo>
                  <a:lnTo>
                    <a:pt x="1" y="51"/>
                  </a:lnTo>
                  <a:lnTo>
                    <a:pt x="2" y="49"/>
                  </a:lnTo>
                  <a:lnTo>
                    <a:pt x="2" y="48"/>
                  </a:lnTo>
                  <a:lnTo>
                    <a:pt x="2" y="50"/>
                  </a:lnTo>
                  <a:lnTo>
                    <a:pt x="2" y="53"/>
                  </a:lnTo>
                  <a:lnTo>
                    <a:pt x="2" y="52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3" y="48"/>
                  </a:lnTo>
                  <a:lnTo>
                    <a:pt x="3" y="47"/>
                  </a:lnTo>
                  <a:lnTo>
                    <a:pt x="3" y="50"/>
                  </a:lnTo>
                  <a:lnTo>
                    <a:pt x="3" y="51"/>
                  </a:lnTo>
                  <a:lnTo>
                    <a:pt x="3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4" y="40"/>
                  </a:lnTo>
                  <a:lnTo>
                    <a:pt x="4" y="34"/>
                  </a:lnTo>
                  <a:lnTo>
                    <a:pt x="4" y="28"/>
                  </a:lnTo>
                  <a:lnTo>
                    <a:pt x="4" y="21"/>
                  </a:lnTo>
                  <a:lnTo>
                    <a:pt x="4" y="15"/>
                  </a:lnTo>
                  <a:lnTo>
                    <a:pt x="5" y="8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2"/>
                  </a:lnTo>
                  <a:lnTo>
                    <a:pt x="6" y="3"/>
                  </a:lnTo>
                  <a:lnTo>
                    <a:pt x="6" y="6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7" y="9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7" y="13"/>
                  </a:lnTo>
                  <a:lnTo>
                    <a:pt x="7" y="16"/>
                  </a:lnTo>
                  <a:lnTo>
                    <a:pt x="7" y="20"/>
                  </a:lnTo>
                  <a:lnTo>
                    <a:pt x="8" y="23"/>
                  </a:lnTo>
                  <a:lnTo>
                    <a:pt x="8" y="28"/>
                  </a:lnTo>
                  <a:lnTo>
                    <a:pt x="8" y="32"/>
                  </a:lnTo>
                  <a:lnTo>
                    <a:pt x="8" y="34"/>
                  </a:lnTo>
                  <a:lnTo>
                    <a:pt x="8" y="41"/>
                  </a:lnTo>
                  <a:lnTo>
                    <a:pt x="9" y="51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9" y="63"/>
                  </a:lnTo>
                  <a:lnTo>
                    <a:pt x="9" y="6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56" name="Freeform 700"/>
            <p:cNvSpPr/>
            <p:nvPr/>
          </p:nvSpPr>
          <p:spPr bwMode="auto">
            <a:xfrm>
              <a:off x="3013075" y="1968501"/>
              <a:ext cx="12700" cy="187325"/>
            </a:xfrm>
            <a:custGeom>
              <a:avLst/>
              <a:gdLst>
                <a:gd name="T0" fmla="*/ 0 w 8"/>
                <a:gd name="T1" fmla="*/ 0 h 118"/>
                <a:gd name="T2" fmla="*/ 0 w 8"/>
                <a:gd name="T3" fmla="*/ 5 h 118"/>
                <a:gd name="T4" fmla="*/ 0 w 8"/>
                <a:gd name="T5" fmla="*/ 6 h 118"/>
                <a:gd name="T6" fmla="*/ 0 w 8"/>
                <a:gd name="T7" fmla="*/ 8 h 118"/>
                <a:gd name="T8" fmla="*/ 1 w 8"/>
                <a:gd name="T9" fmla="*/ 11 h 118"/>
                <a:gd name="T10" fmla="*/ 1 w 8"/>
                <a:gd name="T11" fmla="*/ 11 h 118"/>
                <a:gd name="T12" fmla="*/ 1 w 8"/>
                <a:gd name="T13" fmla="*/ 10 h 118"/>
                <a:gd name="T14" fmla="*/ 1 w 8"/>
                <a:gd name="T15" fmla="*/ 11 h 118"/>
                <a:gd name="T16" fmla="*/ 1 w 8"/>
                <a:gd name="T17" fmla="*/ 10 h 118"/>
                <a:gd name="T18" fmla="*/ 1 w 8"/>
                <a:gd name="T19" fmla="*/ 6 h 118"/>
                <a:gd name="T20" fmla="*/ 1 w 8"/>
                <a:gd name="T21" fmla="*/ 6 h 118"/>
                <a:gd name="T22" fmla="*/ 2 w 8"/>
                <a:gd name="T23" fmla="*/ 6 h 118"/>
                <a:gd name="T24" fmla="*/ 2 w 8"/>
                <a:gd name="T25" fmla="*/ 2 h 118"/>
                <a:gd name="T26" fmla="*/ 2 w 8"/>
                <a:gd name="T27" fmla="*/ 1 h 118"/>
                <a:gd name="T28" fmla="*/ 2 w 8"/>
                <a:gd name="T29" fmla="*/ 4 h 118"/>
                <a:gd name="T30" fmla="*/ 3 w 8"/>
                <a:gd name="T31" fmla="*/ 5 h 118"/>
                <a:gd name="T32" fmla="*/ 3 w 8"/>
                <a:gd name="T33" fmla="*/ 5 h 118"/>
                <a:gd name="T34" fmla="*/ 3 w 8"/>
                <a:gd name="T35" fmla="*/ 8 h 118"/>
                <a:gd name="T36" fmla="*/ 3 w 8"/>
                <a:gd name="T37" fmla="*/ 12 h 118"/>
                <a:gd name="T38" fmla="*/ 3 w 8"/>
                <a:gd name="T39" fmla="*/ 15 h 118"/>
                <a:gd name="T40" fmla="*/ 3 w 8"/>
                <a:gd name="T41" fmla="*/ 20 h 118"/>
                <a:gd name="T42" fmla="*/ 3 w 8"/>
                <a:gd name="T43" fmla="*/ 28 h 118"/>
                <a:gd name="T44" fmla="*/ 4 w 8"/>
                <a:gd name="T45" fmla="*/ 34 h 118"/>
                <a:gd name="T46" fmla="*/ 4 w 8"/>
                <a:gd name="T47" fmla="*/ 37 h 118"/>
                <a:gd name="T48" fmla="*/ 4 w 8"/>
                <a:gd name="T49" fmla="*/ 39 h 118"/>
                <a:gd name="T50" fmla="*/ 4 w 8"/>
                <a:gd name="T51" fmla="*/ 46 h 118"/>
                <a:gd name="T52" fmla="*/ 4 w 8"/>
                <a:gd name="T53" fmla="*/ 51 h 118"/>
                <a:gd name="T54" fmla="*/ 5 w 8"/>
                <a:gd name="T55" fmla="*/ 54 h 118"/>
                <a:gd name="T56" fmla="*/ 5 w 8"/>
                <a:gd name="T57" fmla="*/ 56 h 118"/>
                <a:gd name="T58" fmla="*/ 5 w 8"/>
                <a:gd name="T59" fmla="*/ 60 h 118"/>
                <a:gd name="T60" fmla="*/ 5 w 8"/>
                <a:gd name="T61" fmla="*/ 62 h 118"/>
                <a:gd name="T62" fmla="*/ 5 w 8"/>
                <a:gd name="T63" fmla="*/ 69 h 118"/>
                <a:gd name="T64" fmla="*/ 5 w 8"/>
                <a:gd name="T65" fmla="*/ 76 h 118"/>
                <a:gd name="T66" fmla="*/ 6 w 8"/>
                <a:gd name="T67" fmla="*/ 78 h 118"/>
                <a:gd name="T68" fmla="*/ 6 w 8"/>
                <a:gd name="T69" fmla="*/ 80 h 118"/>
                <a:gd name="T70" fmla="*/ 6 w 8"/>
                <a:gd name="T71" fmla="*/ 89 h 118"/>
                <a:gd name="T72" fmla="*/ 6 w 8"/>
                <a:gd name="T73" fmla="*/ 99 h 118"/>
                <a:gd name="T74" fmla="*/ 6 w 8"/>
                <a:gd name="T75" fmla="*/ 100 h 118"/>
                <a:gd name="T76" fmla="*/ 6 w 8"/>
                <a:gd name="T77" fmla="*/ 99 h 118"/>
                <a:gd name="T78" fmla="*/ 6 w 8"/>
                <a:gd name="T79" fmla="*/ 101 h 118"/>
                <a:gd name="T80" fmla="*/ 7 w 8"/>
                <a:gd name="T81" fmla="*/ 102 h 118"/>
                <a:gd name="T82" fmla="*/ 7 w 8"/>
                <a:gd name="T83" fmla="*/ 103 h 118"/>
                <a:gd name="T84" fmla="*/ 7 w 8"/>
                <a:gd name="T85" fmla="*/ 107 h 118"/>
                <a:gd name="T86" fmla="*/ 7 w 8"/>
                <a:gd name="T87" fmla="*/ 108 h 118"/>
                <a:gd name="T88" fmla="*/ 7 w 8"/>
                <a:gd name="T89" fmla="*/ 107 h 118"/>
                <a:gd name="T90" fmla="*/ 8 w 8"/>
                <a:gd name="T91" fmla="*/ 109 h 118"/>
                <a:gd name="T92" fmla="*/ 8 w 8"/>
                <a:gd name="T93" fmla="*/ 113 h 118"/>
                <a:gd name="T94" fmla="*/ 8 w 8"/>
                <a:gd name="T95" fmla="*/ 113 h 118"/>
                <a:gd name="T96" fmla="*/ 8 w 8"/>
                <a:gd name="T97" fmla="*/ 113 h 118"/>
                <a:gd name="T98" fmla="*/ 8 w 8"/>
                <a:gd name="T99" fmla="*/ 116 h 118"/>
                <a:gd name="T100" fmla="*/ 8 w 8"/>
                <a:gd name="T101" fmla="*/ 118 h 118"/>
                <a:gd name="T102" fmla="*/ 8 w 8"/>
                <a:gd name="T103" fmla="*/ 11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18">
                  <a:moveTo>
                    <a:pt x="0" y="0"/>
                  </a:moveTo>
                  <a:lnTo>
                    <a:pt x="0" y="5"/>
                  </a:lnTo>
                  <a:lnTo>
                    <a:pt x="0" y="6"/>
                  </a:lnTo>
                  <a:lnTo>
                    <a:pt x="0" y="8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6"/>
                  </a:lnTo>
                  <a:lnTo>
                    <a:pt x="1" y="6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8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3" y="20"/>
                  </a:lnTo>
                  <a:lnTo>
                    <a:pt x="3" y="28"/>
                  </a:lnTo>
                  <a:lnTo>
                    <a:pt x="4" y="34"/>
                  </a:lnTo>
                  <a:lnTo>
                    <a:pt x="4" y="37"/>
                  </a:lnTo>
                  <a:lnTo>
                    <a:pt x="4" y="39"/>
                  </a:lnTo>
                  <a:lnTo>
                    <a:pt x="4" y="46"/>
                  </a:lnTo>
                  <a:lnTo>
                    <a:pt x="4" y="51"/>
                  </a:lnTo>
                  <a:lnTo>
                    <a:pt x="5" y="54"/>
                  </a:lnTo>
                  <a:lnTo>
                    <a:pt x="5" y="56"/>
                  </a:lnTo>
                  <a:lnTo>
                    <a:pt x="5" y="60"/>
                  </a:lnTo>
                  <a:lnTo>
                    <a:pt x="5" y="62"/>
                  </a:lnTo>
                  <a:lnTo>
                    <a:pt x="5" y="69"/>
                  </a:lnTo>
                  <a:lnTo>
                    <a:pt x="5" y="76"/>
                  </a:lnTo>
                  <a:lnTo>
                    <a:pt x="6" y="78"/>
                  </a:lnTo>
                  <a:lnTo>
                    <a:pt x="6" y="80"/>
                  </a:lnTo>
                  <a:lnTo>
                    <a:pt x="6" y="89"/>
                  </a:lnTo>
                  <a:lnTo>
                    <a:pt x="6" y="99"/>
                  </a:lnTo>
                  <a:lnTo>
                    <a:pt x="6" y="100"/>
                  </a:lnTo>
                  <a:lnTo>
                    <a:pt x="6" y="99"/>
                  </a:lnTo>
                  <a:lnTo>
                    <a:pt x="6" y="101"/>
                  </a:lnTo>
                  <a:lnTo>
                    <a:pt x="7" y="102"/>
                  </a:lnTo>
                  <a:lnTo>
                    <a:pt x="7" y="103"/>
                  </a:lnTo>
                  <a:lnTo>
                    <a:pt x="7" y="107"/>
                  </a:lnTo>
                  <a:lnTo>
                    <a:pt x="7" y="108"/>
                  </a:lnTo>
                  <a:lnTo>
                    <a:pt x="7" y="107"/>
                  </a:lnTo>
                  <a:lnTo>
                    <a:pt x="8" y="109"/>
                  </a:lnTo>
                  <a:lnTo>
                    <a:pt x="8" y="113"/>
                  </a:lnTo>
                  <a:lnTo>
                    <a:pt x="8" y="113"/>
                  </a:lnTo>
                  <a:lnTo>
                    <a:pt x="8" y="113"/>
                  </a:lnTo>
                  <a:lnTo>
                    <a:pt x="8" y="116"/>
                  </a:lnTo>
                  <a:lnTo>
                    <a:pt x="8" y="118"/>
                  </a:lnTo>
                  <a:lnTo>
                    <a:pt x="8" y="11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57" name="Freeform 701"/>
            <p:cNvSpPr/>
            <p:nvPr/>
          </p:nvSpPr>
          <p:spPr bwMode="auto">
            <a:xfrm>
              <a:off x="3025775" y="2005014"/>
              <a:ext cx="14288" cy="211138"/>
            </a:xfrm>
            <a:custGeom>
              <a:avLst/>
              <a:gdLst>
                <a:gd name="T0" fmla="*/ 0 w 9"/>
                <a:gd name="T1" fmla="*/ 95 h 133"/>
                <a:gd name="T2" fmla="*/ 0 w 9"/>
                <a:gd name="T3" fmla="*/ 92 h 133"/>
                <a:gd name="T4" fmla="*/ 1 w 9"/>
                <a:gd name="T5" fmla="*/ 91 h 133"/>
                <a:gd name="T6" fmla="*/ 1 w 9"/>
                <a:gd name="T7" fmla="*/ 91 h 133"/>
                <a:gd name="T8" fmla="*/ 1 w 9"/>
                <a:gd name="T9" fmla="*/ 89 h 133"/>
                <a:gd name="T10" fmla="*/ 1 w 9"/>
                <a:gd name="T11" fmla="*/ 88 h 133"/>
                <a:gd name="T12" fmla="*/ 2 w 9"/>
                <a:gd name="T13" fmla="*/ 89 h 133"/>
                <a:gd name="T14" fmla="*/ 2 w 9"/>
                <a:gd name="T15" fmla="*/ 90 h 133"/>
                <a:gd name="T16" fmla="*/ 2 w 9"/>
                <a:gd name="T17" fmla="*/ 86 h 133"/>
                <a:gd name="T18" fmla="*/ 2 w 9"/>
                <a:gd name="T19" fmla="*/ 85 h 133"/>
                <a:gd name="T20" fmla="*/ 2 w 9"/>
                <a:gd name="T21" fmla="*/ 89 h 133"/>
                <a:gd name="T22" fmla="*/ 2 w 9"/>
                <a:gd name="T23" fmla="*/ 90 h 133"/>
                <a:gd name="T24" fmla="*/ 2 w 9"/>
                <a:gd name="T25" fmla="*/ 88 h 133"/>
                <a:gd name="T26" fmla="*/ 3 w 9"/>
                <a:gd name="T27" fmla="*/ 90 h 133"/>
                <a:gd name="T28" fmla="*/ 3 w 9"/>
                <a:gd name="T29" fmla="*/ 96 h 133"/>
                <a:gd name="T30" fmla="*/ 3 w 9"/>
                <a:gd name="T31" fmla="*/ 100 h 133"/>
                <a:gd name="T32" fmla="*/ 3 w 9"/>
                <a:gd name="T33" fmla="*/ 99 h 133"/>
                <a:gd name="T34" fmla="*/ 3 w 9"/>
                <a:gd name="T35" fmla="*/ 96 h 133"/>
                <a:gd name="T36" fmla="*/ 3 w 9"/>
                <a:gd name="T37" fmla="*/ 100 h 133"/>
                <a:gd name="T38" fmla="*/ 3 w 9"/>
                <a:gd name="T39" fmla="*/ 110 h 133"/>
                <a:gd name="T40" fmla="*/ 4 w 9"/>
                <a:gd name="T41" fmla="*/ 113 h 133"/>
                <a:gd name="T42" fmla="*/ 4 w 9"/>
                <a:gd name="T43" fmla="*/ 108 h 133"/>
                <a:gd name="T44" fmla="*/ 4 w 9"/>
                <a:gd name="T45" fmla="*/ 103 h 133"/>
                <a:gd name="T46" fmla="*/ 4 w 9"/>
                <a:gd name="T47" fmla="*/ 105 h 133"/>
                <a:gd name="T48" fmla="*/ 4 w 9"/>
                <a:gd name="T49" fmla="*/ 118 h 133"/>
                <a:gd name="T50" fmla="*/ 5 w 9"/>
                <a:gd name="T51" fmla="*/ 133 h 133"/>
                <a:gd name="T52" fmla="*/ 5 w 9"/>
                <a:gd name="T53" fmla="*/ 130 h 133"/>
                <a:gd name="T54" fmla="*/ 5 w 9"/>
                <a:gd name="T55" fmla="*/ 115 h 133"/>
                <a:gd name="T56" fmla="*/ 5 w 9"/>
                <a:gd name="T57" fmla="*/ 110 h 133"/>
                <a:gd name="T58" fmla="*/ 5 w 9"/>
                <a:gd name="T59" fmla="*/ 116 h 133"/>
                <a:gd name="T60" fmla="*/ 5 w 9"/>
                <a:gd name="T61" fmla="*/ 118 h 133"/>
                <a:gd name="T62" fmla="*/ 5 w 9"/>
                <a:gd name="T63" fmla="*/ 113 h 133"/>
                <a:gd name="T64" fmla="*/ 6 w 9"/>
                <a:gd name="T65" fmla="*/ 106 h 133"/>
                <a:gd name="T66" fmla="*/ 6 w 9"/>
                <a:gd name="T67" fmla="*/ 101 h 133"/>
                <a:gd name="T68" fmla="*/ 6 w 9"/>
                <a:gd name="T69" fmla="*/ 99 h 133"/>
                <a:gd name="T70" fmla="*/ 6 w 9"/>
                <a:gd name="T71" fmla="*/ 101 h 133"/>
                <a:gd name="T72" fmla="*/ 7 w 9"/>
                <a:gd name="T73" fmla="*/ 105 h 133"/>
                <a:gd name="T74" fmla="*/ 7 w 9"/>
                <a:gd name="T75" fmla="*/ 105 h 133"/>
                <a:gd name="T76" fmla="*/ 7 w 9"/>
                <a:gd name="T77" fmla="*/ 102 h 133"/>
                <a:gd name="T78" fmla="*/ 7 w 9"/>
                <a:gd name="T79" fmla="*/ 100 h 133"/>
                <a:gd name="T80" fmla="*/ 7 w 9"/>
                <a:gd name="T81" fmla="*/ 92 h 133"/>
                <a:gd name="T82" fmla="*/ 7 w 9"/>
                <a:gd name="T83" fmla="*/ 73 h 133"/>
                <a:gd name="T84" fmla="*/ 7 w 9"/>
                <a:gd name="T85" fmla="*/ 60 h 133"/>
                <a:gd name="T86" fmla="*/ 8 w 9"/>
                <a:gd name="T87" fmla="*/ 58 h 133"/>
                <a:gd name="T88" fmla="*/ 8 w 9"/>
                <a:gd name="T89" fmla="*/ 49 h 133"/>
                <a:gd name="T90" fmla="*/ 8 w 9"/>
                <a:gd name="T91" fmla="*/ 32 h 133"/>
                <a:gd name="T92" fmla="*/ 8 w 9"/>
                <a:gd name="T93" fmla="*/ 21 h 133"/>
                <a:gd name="T94" fmla="*/ 8 w 9"/>
                <a:gd name="T95" fmla="*/ 14 h 133"/>
                <a:gd name="T96" fmla="*/ 8 w 9"/>
                <a:gd name="T97" fmla="*/ 10 h 133"/>
                <a:gd name="T98" fmla="*/ 8 w 9"/>
                <a:gd name="T99" fmla="*/ 9 h 133"/>
                <a:gd name="T100" fmla="*/ 9 w 9"/>
                <a:gd name="T101" fmla="*/ 7 h 133"/>
                <a:gd name="T102" fmla="*/ 9 w 9"/>
                <a:gd name="T103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33">
                  <a:moveTo>
                    <a:pt x="0" y="95"/>
                  </a:moveTo>
                  <a:lnTo>
                    <a:pt x="0" y="92"/>
                  </a:lnTo>
                  <a:lnTo>
                    <a:pt x="1" y="91"/>
                  </a:lnTo>
                  <a:lnTo>
                    <a:pt x="1" y="91"/>
                  </a:lnTo>
                  <a:lnTo>
                    <a:pt x="1" y="89"/>
                  </a:lnTo>
                  <a:lnTo>
                    <a:pt x="1" y="88"/>
                  </a:lnTo>
                  <a:lnTo>
                    <a:pt x="2" y="89"/>
                  </a:lnTo>
                  <a:lnTo>
                    <a:pt x="2" y="90"/>
                  </a:lnTo>
                  <a:lnTo>
                    <a:pt x="2" y="86"/>
                  </a:lnTo>
                  <a:lnTo>
                    <a:pt x="2" y="85"/>
                  </a:lnTo>
                  <a:lnTo>
                    <a:pt x="2" y="89"/>
                  </a:lnTo>
                  <a:lnTo>
                    <a:pt x="2" y="90"/>
                  </a:lnTo>
                  <a:lnTo>
                    <a:pt x="2" y="88"/>
                  </a:lnTo>
                  <a:lnTo>
                    <a:pt x="3" y="90"/>
                  </a:lnTo>
                  <a:lnTo>
                    <a:pt x="3" y="96"/>
                  </a:lnTo>
                  <a:lnTo>
                    <a:pt x="3" y="100"/>
                  </a:lnTo>
                  <a:lnTo>
                    <a:pt x="3" y="99"/>
                  </a:lnTo>
                  <a:lnTo>
                    <a:pt x="3" y="96"/>
                  </a:lnTo>
                  <a:lnTo>
                    <a:pt x="3" y="100"/>
                  </a:lnTo>
                  <a:lnTo>
                    <a:pt x="3" y="110"/>
                  </a:lnTo>
                  <a:lnTo>
                    <a:pt x="4" y="113"/>
                  </a:lnTo>
                  <a:lnTo>
                    <a:pt x="4" y="108"/>
                  </a:lnTo>
                  <a:lnTo>
                    <a:pt x="4" y="103"/>
                  </a:lnTo>
                  <a:lnTo>
                    <a:pt x="4" y="105"/>
                  </a:lnTo>
                  <a:lnTo>
                    <a:pt x="4" y="118"/>
                  </a:lnTo>
                  <a:lnTo>
                    <a:pt x="5" y="133"/>
                  </a:lnTo>
                  <a:lnTo>
                    <a:pt x="5" y="130"/>
                  </a:lnTo>
                  <a:lnTo>
                    <a:pt x="5" y="115"/>
                  </a:lnTo>
                  <a:lnTo>
                    <a:pt x="5" y="110"/>
                  </a:lnTo>
                  <a:lnTo>
                    <a:pt x="5" y="116"/>
                  </a:lnTo>
                  <a:lnTo>
                    <a:pt x="5" y="118"/>
                  </a:lnTo>
                  <a:lnTo>
                    <a:pt x="5" y="113"/>
                  </a:lnTo>
                  <a:lnTo>
                    <a:pt x="6" y="106"/>
                  </a:lnTo>
                  <a:lnTo>
                    <a:pt x="6" y="101"/>
                  </a:lnTo>
                  <a:lnTo>
                    <a:pt x="6" y="99"/>
                  </a:lnTo>
                  <a:lnTo>
                    <a:pt x="6" y="101"/>
                  </a:lnTo>
                  <a:lnTo>
                    <a:pt x="7" y="105"/>
                  </a:lnTo>
                  <a:lnTo>
                    <a:pt x="7" y="105"/>
                  </a:lnTo>
                  <a:lnTo>
                    <a:pt x="7" y="102"/>
                  </a:lnTo>
                  <a:lnTo>
                    <a:pt x="7" y="100"/>
                  </a:lnTo>
                  <a:lnTo>
                    <a:pt x="7" y="92"/>
                  </a:lnTo>
                  <a:lnTo>
                    <a:pt x="7" y="73"/>
                  </a:lnTo>
                  <a:lnTo>
                    <a:pt x="7" y="60"/>
                  </a:lnTo>
                  <a:lnTo>
                    <a:pt x="8" y="58"/>
                  </a:lnTo>
                  <a:lnTo>
                    <a:pt x="8" y="49"/>
                  </a:lnTo>
                  <a:lnTo>
                    <a:pt x="8" y="32"/>
                  </a:lnTo>
                  <a:lnTo>
                    <a:pt x="8" y="21"/>
                  </a:lnTo>
                  <a:lnTo>
                    <a:pt x="8" y="14"/>
                  </a:lnTo>
                  <a:lnTo>
                    <a:pt x="8" y="10"/>
                  </a:lnTo>
                  <a:lnTo>
                    <a:pt x="8" y="9"/>
                  </a:lnTo>
                  <a:lnTo>
                    <a:pt x="9" y="7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58" name="Freeform 702"/>
            <p:cNvSpPr/>
            <p:nvPr/>
          </p:nvSpPr>
          <p:spPr bwMode="auto">
            <a:xfrm>
              <a:off x="3040063" y="1916114"/>
              <a:ext cx="12700" cy="100013"/>
            </a:xfrm>
            <a:custGeom>
              <a:avLst/>
              <a:gdLst>
                <a:gd name="T0" fmla="*/ 0 w 8"/>
                <a:gd name="T1" fmla="*/ 63 h 63"/>
                <a:gd name="T2" fmla="*/ 0 w 8"/>
                <a:gd name="T3" fmla="*/ 56 h 63"/>
                <a:gd name="T4" fmla="*/ 0 w 8"/>
                <a:gd name="T5" fmla="*/ 53 h 63"/>
                <a:gd name="T6" fmla="*/ 0 w 8"/>
                <a:gd name="T7" fmla="*/ 52 h 63"/>
                <a:gd name="T8" fmla="*/ 0 w 8"/>
                <a:gd name="T9" fmla="*/ 48 h 63"/>
                <a:gd name="T10" fmla="*/ 1 w 8"/>
                <a:gd name="T11" fmla="*/ 40 h 63"/>
                <a:gd name="T12" fmla="*/ 1 w 8"/>
                <a:gd name="T13" fmla="*/ 33 h 63"/>
                <a:gd name="T14" fmla="*/ 1 w 8"/>
                <a:gd name="T15" fmla="*/ 31 h 63"/>
                <a:gd name="T16" fmla="*/ 1 w 8"/>
                <a:gd name="T17" fmla="*/ 32 h 63"/>
                <a:gd name="T18" fmla="*/ 1 w 8"/>
                <a:gd name="T19" fmla="*/ 27 h 63"/>
                <a:gd name="T20" fmla="*/ 1 w 8"/>
                <a:gd name="T21" fmla="*/ 16 h 63"/>
                <a:gd name="T22" fmla="*/ 2 w 8"/>
                <a:gd name="T23" fmla="*/ 9 h 63"/>
                <a:gd name="T24" fmla="*/ 2 w 8"/>
                <a:gd name="T25" fmla="*/ 16 h 63"/>
                <a:gd name="T26" fmla="*/ 2 w 8"/>
                <a:gd name="T27" fmla="*/ 26 h 63"/>
                <a:gd name="T28" fmla="*/ 2 w 8"/>
                <a:gd name="T29" fmla="*/ 26 h 63"/>
                <a:gd name="T30" fmla="*/ 2 w 8"/>
                <a:gd name="T31" fmla="*/ 19 h 63"/>
                <a:gd name="T32" fmla="*/ 3 w 8"/>
                <a:gd name="T33" fmla="*/ 14 h 63"/>
                <a:gd name="T34" fmla="*/ 3 w 8"/>
                <a:gd name="T35" fmla="*/ 16 h 63"/>
                <a:gd name="T36" fmla="*/ 3 w 8"/>
                <a:gd name="T37" fmla="*/ 19 h 63"/>
                <a:gd name="T38" fmla="*/ 3 w 8"/>
                <a:gd name="T39" fmla="*/ 23 h 63"/>
                <a:gd name="T40" fmla="*/ 3 w 8"/>
                <a:gd name="T41" fmla="*/ 20 h 63"/>
                <a:gd name="T42" fmla="*/ 3 w 8"/>
                <a:gd name="T43" fmla="*/ 15 h 63"/>
                <a:gd name="T44" fmla="*/ 3 w 8"/>
                <a:gd name="T45" fmla="*/ 19 h 63"/>
                <a:gd name="T46" fmla="*/ 4 w 8"/>
                <a:gd name="T47" fmla="*/ 29 h 63"/>
                <a:gd name="T48" fmla="*/ 4 w 8"/>
                <a:gd name="T49" fmla="*/ 33 h 63"/>
                <a:gd name="T50" fmla="*/ 4 w 8"/>
                <a:gd name="T51" fmla="*/ 34 h 63"/>
                <a:gd name="T52" fmla="*/ 4 w 8"/>
                <a:gd name="T53" fmla="*/ 41 h 63"/>
                <a:gd name="T54" fmla="*/ 4 w 8"/>
                <a:gd name="T55" fmla="*/ 50 h 63"/>
                <a:gd name="T56" fmla="*/ 5 w 8"/>
                <a:gd name="T57" fmla="*/ 53 h 63"/>
                <a:gd name="T58" fmla="*/ 5 w 8"/>
                <a:gd name="T59" fmla="*/ 52 h 63"/>
                <a:gd name="T60" fmla="*/ 5 w 8"/>
                <a:gd name="T61" fmla="*/ 48 h 63"/>
                <a:gd name="T62" fmla="*/ 5 w 8"/>
                <a:gd name="T63" fmla="*/ 43 h 63"/>
                <a:gd name="T64" fmla="*/ 5 w 8"/>
                <a:gd name="T65" fmla="*/ 47 h 63"/>
                <a:gd name="T66" fmla="*/ 5 w 8"/>
                <a:gd name="T67" fmla="*/ 54 h 63"/>
                <a:gd name="T68" fmla="*/ 6 w 8"/>
                <a:gd name="T69" fmla="*/ 51 h 63"/>
                <a:gd name="T70" fmla="*/ 6 w 8"/>
                <a:gd name="T71" fmla="*/ 44 h 63"/>
                <a:gd name="T72" fmla="*/ 6 w 8"/>
                <a:gd name="T73" fmla="*/ 41 h 63"/>
                <a:gd name="T74" fmla="*/ 6 w 8"/>
                <a:gd name="T75" fmla="*/ 40 h 63"/>
                <a:gd name="T76" fmla="*/ 6 w 8"/>
                <a:gd name="T77" fmla="*/ 40 h 63"/>
                <a:gd name="T78" fmla="*/ 6 w 8"/>
                <a:gd name="T79" fmla="*/ 40 h 63"/>
                <a:gd name="T80" fmla="*/ 6 w 8"/>
                <a:gd name="T81" fmla="*/ 38 h 63"/>
                <a:gd name="T82" fmla="*/ 7 w 8"/>
                <a:gd name="T83" fmla="*/ 33 h 63"/>
                <a:gd name="T84" fmla="*/ 7 w 8"/>
                <a:gd name="T85" fmla="*/ 28 h 63"/>
                <a:gd name="T86" fmla="*/ 7 w 8"/>
                <a:gd name="T87" fmla="*/ 21 h 63"/>
                <a:gd name="T88" fmla="*/ 7 w 8"/>
                <a:gd name="T89" fmla="*/ 19 h 63"/>
                <a:gd name="T90" fmla="*/ 7 w 8"/>
                <a:gd name="T91" fmla="*/ 21 h 63"/>
                <a:gd name="T92" fmla="*/ 8 w 8"/>
                <a:gd name="T93" fmla="*/ 20 h 63"/>
                <a:gd name="T94" fmla="*/ 8 w 8"/>
                <a:gd name="T95" fmla="*/ 11 h 63"/>
                <a:gd name="T96" fmla="*/ 8 w 8"/>
                <a:gd name="T97" fmla="*/ 4 h 63"/>
                <a:gd name="T98" fmla="*/ 8 w 8"/>
                <a:gd name="T99" fmla="*/ 1 h 63"/>
                <a:gd name="T100" fmla="*/ 8 w 8"/>
                <a:gd name="T101" fmla="*/ 0 h 63"/>
                <a:gd name="T102" fmla="*/ 8 w 8"/>
                <a:gd name="T103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3">
                  <a:moveTo>
                    <a:pt x="0" y="63"/>
                  </a:moveTo>
                  <a:lnTo>
                    <a:pt x="0" y="56"/>
                  </a:lnTo>
                  <a:lnTo>
                    <a:pt x="0" y="53"/>
                  </a:lnTo>
                  <a:lnTo>
                    <a:pt x="0" y="52"/>
                  </a:lnTo>
                  <a:lnTo>
                    <a:pt x="0" y="48"/>
                  </a:lnTo>
                  <a:lnTo>
                    <a:pt x="1" y="40"/>
                  </a:lnTo>
                  <a:lnTo>
                    <a:pt x="1" y="33"/>
                  </a:lnTo>
                  <a:lnTo>
                    <a:pt x="1" y="31"/>
                  </a:lnTo>
                  <a:lnTo>
                    <a:pt x="1" y="32"/>
                  </a:lnTo>
                  <a:lnTo>
                    <a:pt x="1" y="27"/>
                  </a:lnTo>
                  <a:lnTo>
                    <a:pt x="1" y="16"/>
                  </a:lnTo>
                  <a:lnTo>
                    <a:pt x="2" y="9"/>
                  </a:lnTo>
                  <a:lnTo>
                    <a:pt x="2" y="16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2" y="19"/>
                  </a:lnTo>
                  <a:lnTo>
                    <a:pt x="3" y="14"/>
                  </a:lnTo>
                  <a:lnTo>
                    <a:pt x="3" y="16"/>
                  </a:lnTo>
                  <a:lnTo>
                    <a:pt x="3" y="19"/>
                  </a:lnTo>
                  <a:lnTo>
                    <a:pt x="3" y="23"/>
                  </a:lnTo>
                  <a:lnTo>
                    <a:pt x="3" y="20"/>
                  </a:lnTo>
                  <a:lnTo>
                    <a:pt x="3" y="15"/>
                  </a:lnTo>
                  <a:lnTo>
                    <a:pt x="3" y="19"/>
                  </a:lnTo>
                  <a:lnTo>
                    <a:pt x="4" y="29"/>
                  </a:lnTo>
                  <a:lnTo>
                    <a:pt x="4" y="33"/>
                  </a:lnTo>
                  <a:lnTo>
                    <a:pt x="4" y="34"/>
                  </a:lnTo>
                  <a:lnTo>
                    <a:pt x="4" y="41"/>
                  </a:lnTo>
                  <a:lnTo>
                    <a:pt x="4" y="50"/>
                  </a:lnTo>
                  <a:lnTo>
                    <a:pt x="5" y="53"/>
                  </a:lnTo>
                  <a:lnTo>
                    <a:pt x="5" y="52"/>
                  </a:lnTo>
                  <a:lnTo>
                    <a:pt x="5" y="48"/>
                  </a:lnTo>
                  <a:lnTo>
                    <a:pt x="5" y="43"/>
                  </a:lnTo>
                  <a:lnTo>
                    <a:pt x="5" y="47"/>
                  </a:lnTo>
                  <a:lnTo>
                    <a:pt x="5" y="54"/>
                  </a:lnTo>
                  <a:lnTo>
                    <a:pt x="6" y="51"/>
                  </a:lnTo>
                  <a:lnTo>
                    <a:pt x="6" y="44"/>
                  </a:lnTo>
                  <a:lnTo>
                    <a:pt x="6" y="41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38"/>
                  </a:lnTo>
                  <a:lnTo>
                    <a:pt x="7" y="33"/>
                  </a:lnTo>
                  <a:lnTo>
                    <a:pt x="7" y="28"/>
                  </a:lnTo>
                  <a:lnTo>
                    <a:pt x="7" y="21"/>
                  </a:lnTo>
                  <a:lnTo>
                    <a:pt x="7" y="19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8" y="11"/>
                  </a:lnTo>
                  <a:lnTo>
                    <a:pt x="8" y="4"/>
                  </a:lnTo>
                  <a:lnTo>
                    <a:pt x="8" y="1"/>
                  </a:lnTo>
                  <a:lnTo>
                    <a:pt x="8" y="0"/>
                  </a:lnTo>
                  <a:lnTo>
                    <a:pt x="8" y="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59" name="Freeform 703"/>
            <p:cNvSpPr/>
            <p:nvPr/>
          </p:nvSpPr>
          <p:spPr bwMode="auto">
            <a:xfrm>
              <a:off x="3052763" y="1831976"/>
              <a:ext cx="14288" cy="125413"/>
            </a:xfrm>
            <a:custGeom>
              <a:avLst/>
              <a:gdLst>
                <a:gd name="T0" fmla="*/ 0 w 9"/>
                <a:gd name="T1" fmla="*/ 53 h 79"/>
                <a:gd name="T2" fmla="*/ 0 w 9"/>
                <a:gd name="T3" fmla="*/ 55 h 79"/>
                <a:gd name="T4" fmla="*/ 0 w 9"/>
                <a:gd name="T5" fmla="*/ 60 h 79"/>
                <a:gd name="T6" fmla="*/ 1 w 9"/>
                <a:gd name="T7" fmla="*/ 57 h 79"/>
                <a:gd name="T8" fmla="*/ 1 w 9"/>
                <a:gd name="T9" fmla="*/ 52 h 79"/>
                <a:gd name="T10" fmla="*/ 1 w 9"/>
                <a:gd name="T11" fmla="*/ 59 h 79"/>
                <a:gd name="T12" fmla="*/ 1 w 9"/>
                <a:gd name="T13" fmla="*/ 69 h 79"/>
                <a:gd name="T14" fmla="*/ 2 w 9"/>
                <a:gd name="T15" fmla="*/ 70 h 79"/>
                <a:gd name="T16" fmla="*/ 2 w 9"/>
                <a:gd name="T17" fmla="*/ 69 h 79"/>
                <a:gd name="T18" fmla="*/ 2 w 9"/>
                <a:gd name="T19" fmla="*/ 74 h 79"/>
                <a:gd name="T20" fmla="*/ 2 w 9"/>
                <a:gd name="T21" fmla="*/ 71 h 79"/>
                <a:gd name="T22" fmla="*/ 2 w 9"/>
                <a:gd name="T23" fmla="*/ 65 h 79"/>
                <a:gd name="T24" fmla="*/ 2 w 9"/>
                <a:gd name="T25" fmla="*/ 67 h 79"/>
                <a:gd name="T26" fmla="*/ 2 w 9"/>
                <a:gd name="T27" fmla="*/ 71 h 79"/>
                <a:gd name="T28" fmla="*/ 3 w 9"/>
                <a:gd name="T29" fmla="*/ 67 h 79"/>
                <a:gd name="T30" fmla="*/ 3 w 9"/>
                <a:gd name="T31" fmla="*/ 66 h 79"/>
                <a:gd name="T32" fmla="*/ 3 w 9"/>
                <a:gd name="T33" fmla="*/ 71 h 79"/>
                <a:gd name="T34" fmla="*/ 3 w 9"/>
                <a:gd name="T35" fmla="*/ 74 h 79"/>
                <a:gd name="T36" fmla="*/ 3 w 9"/>
                <a:gd name="T37" fmla="*/ 76 h 79"/>
                <a:gd name="T38" fmla="*/ 3 w 9"/>
                <a:gd name="T39" fmla="*/ 79 h 79"/>
                <a:gd name="T40" fmla="*/ 3 w 9"/>
                <a:gd name="T41" fmla="*/ 78 h 79"/>
                <a:gd name="T42" fmla="*/ 4 w 9"/>
                <a:gd name="T43" fmla="*/ 76 h 79"/>
                <a:gd name="T44" fmla="*/ 4 w 9"/>
                <a:gd name="T45" fmla="*/ 77 h 79"/>
                <a:gd name="T46" fmla="*/ 4 w 9"/>
                <a:gd name="T47" fmla="*/ 78 h 79"/>
                <a:gd name="T48" fmla="*/ 4 w 9"/>
                <a:gd name="T49" fmla="*/ 75 h 79"/>
                <a:gd name="T50" fmla="*/ 4 w 9"/>
                <a:gd name="T51" fmla="*/ 71 h 79"/>
                <a:gd name="T52" fmla="*/ 5 w 9"/>
                <a:gd name="T53" fmla="*/ 68 h 79"/>
                <a:gd name="T54" fmla="*/ 5 w 9"/>
                <a:gd name="T55" fmla="*/ 65 h 79"/>
                <a:gd name="T56" fmla="*/ 5 w 9"/>
                <a:gd name="T57" fmla="*/ 65 h 79"/>
                <a:gd name="T58" fmla="*/ 5 w 9"/>
                <a:gd name="T59" fmla="*/ 65 h 79"/>
                <a:gd name="T60" fmla="*/ 5 w 9"/>
                <a:gd name="T61" fmla="*/ 57 h 79"/>
                <a:gd name="T62" fmla="*/ 5 w 9"/>
                <a:gd name="T63" fmla="*/ 46 h 79"/>
                <a:gd name="T64" fmla="*/ 5 w 9"/>
                <a:gd name="T65" fmla="*/ 42 h 79"/>
                <a:gd name="T66" fmla="*/ 6 w 9"/>
                <a:gd name="T67" fmla="*/ 39 h 79"/>
                <a:gd name="T68" fmla="*/ 6 w 9"/>
                <a:gd name="T69" fmla="*/ 31 h 79"/>
                <a:gd name="T70" fmla="*/ 6 w 9"/>
                <a:gd name="T71" fmla="*/ 25 h 79"/>
                <a:gd name="T72" fmla="*/ 6 w 9"/>
                <a:gd name="T73" fmla="*/ 20 h 79"/>
                <a:gd name="T74" fmla="*/ 7 w 9"/>
                <a:gd name="T75" fmla="*/ 14 h 79"/>
                <a:gd name="T76" fmla="*/ 7 w 9"/>
                <a:gd name="T77" fmla="*/ 13 h 79"/>
                <a:gd name="T78" fmla="*/ 7 w 9"/>
                <a:gd name="T79" fmla="*/ 13 h 79"/>
                <a:gd name="T80" fmla="*/ 7 w 9"/>
                <a:gd name="T81" fmla="*/ 9 h 79"/>
                <a:gd name="T82" fmla="*/ 7 w 9"/>
                <a:gd name="T83" fmla="*/ 5 h 79"/>
                <a:gd name="T84" fmla="*/ 7 w 9"/>
                <a:gd name="T85" fmla="*/ 7 h 79"/>
                <a:gd name="T86" fmla="*/ 7 w 9"/>
                <a:gd name="T87" fmla="*/ 8 h 79"/>
                <a:gd name="T88" fmla="*/ 8 w 9"/>
                <a:gd name="T89" fmla="*/ 4 h 79"/>
                <a:gd name="T90" fmla="*/ 8 w 9"/>
                <a:gd name="T91" fmla="*/ 0 h 79"/>
                <a:gd name="T92" fmla="*/ 8 w 9"/>
                <a:gd name="T93" fmla="*/ 1 h 79"/>
                <a:gd name="T94" fmla="*/ 8 w 9"/>
                <a:gd name="T95" fmla="*/ 3 h 79"/>
                <a:gd name="T96" fmla="*/ 8 w 9"/>
                <a:gd name="T97" fmla="*/ 4 h 79"/>
                <a:gd name="T98" fmla="*/ 8 w 9"/>
                <a:gd name="T99" fmla="*/ 5 h 79"/>
                <a:gd name="T100" fmla="*/ 8 w 9"/>
                <a:gd name="T101" fmla="*/ 3 h 79"/>
                <a:gd name="T102" fmla="*/ 9 w 9"/>
                <a:gd name="T10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79">
                  <a:moveTo>
                    <a:pt x="0" y="53"/>
                  </a:moveTo>
                  <a:lnTo>
                    <a:pt x="0" y="55"/>
                  </a:lnTo>
                  <a:lnTo>
                    <a:pt x="0" y="60"/>
                  </a:lnTo>
                  <a:lnTo>
                    <a:pt x="1" y="57"/>
                  </a:lnTo>
                  <a:lnTo>
                    <a:pt x="1" y="52"/>
                  </a:lnTo>
                  <a:lnTo>
                    <a:pt x="1" y="59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2" y="69"/>
                  </a:lnTo>
                  <a:lnTo>
                    <a:pt x="2" y="74"/>
                  </a:lnTo>
                  <a:lnTo>
                    <a:pt x="2" y="71"/>
                  </a:lnTo>
                  <a:lnTo>
                    <a:pt x="2" y="65"/>
                  </a:lnTo>
                  <a:lnTo>
                    <a:pt x="2" y="67"/>
                  </a:lnTo>
                  <a:lnTo>
                    <a:pt x="2" y="71"/>
                  </a:lnTo>
                  <a:lnTo>
                    <a:pt x="3" y="67"/>
                  </a:lnTo>
                  <a:lnTo>
                    <a:pt x="3" y="66"/>
                  </a:lnTo>
                  <a:lnTo>
                    <a:pt x="3" y="71"/>
                  </a:lnTo>
                  <a:lnTo>
                    <a:pt x="3" y="74"/>
                  </a:lnTo>
                  <a:lnTo>
                    <a:pt x="3" y="76"/>
                  </a:lnTo>
                  <a:lnTo>
                    <a:pt x="3" y="79"/>
                  </a:lnTo>
                  <a:lnTo>
                    <a:pt x="3" y="78"/>
                  </a:lnTo>
                  <a:lnTo>
                    <a:pt x="4" y="76"/>
                  </a:lnTo>
                  <a:lnTo>
                    <a:pt x="4" y="77"/>
                  </a:lnTo>
                  <a:lnTo>
                    <a:pt x="4" y="78"/>
                  </a:lnTo>
                  <a:lnTo>
                    <a:pt x="4" y="75"/>
                  </a:lnTo>
                  <a:lnTo>
                    <a:pt x="4" y="71"/>
                  </a:lnTo>
                  <a:lnTo>
                    <a:pt x="5" y="68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5" y="57"/>
                  </a:lnTo>
                  <a:lnTo>
                    <a:pt x="5" y="46"/>
                  </a:lnTo>
                  <a:lnTo>
                    <a:pt x="5" y="42"/>
                  </a:lnTo>
                  <a:lnTo>
                    <a:pt x="6" y="39"/>
                  </a:lnTo>
                  <a:lnTo>
                    <a:pt x="6" y="31"/>
                  </a:lnTo>
                  <a:lnTo>
                    <a:pt x="6" y="25"/>
                  </a:lnTo>
                  <a:lnTo>
                    <a:pt x="6" y="20"/>
                  </a:lnTo>
                  <a:lnTo>
                    <a:pt x="7" y="14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7" y="9"/>
                  </a:lnTo>
                  <a:lnTo>
                    <a:pt x="7" y="5"/>
                  </a:lnTo>
                  <a:lnTo>
                    <a:pt x="7" y="7"/>
                  </a:lnTo>
                  <a:lnTo>
                    <a:pt x="7" y="8"/>
                  </a:lnTo>
                  <a:lnTo>
                    <a:pt x="8" y="4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3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3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60" name="Freeform 704"/>
            <p:cNvSpPr/>
            <p:nvPr/>
          </p:nvSpPr>
          <p:spPr bwMode="auto">
            <a:xfrm>
              <a:off x="3065463" y="1831976"/>
              <a:ext cx="14288" cy="292100"/>
            </a:xfrm>
            <a:custGeom>
              <a:avLst/>
              <a:gdLst>
                <a:gd name="T0" fmla="*/ 0 w 9"/>
                <a:gd name="T1" fmla="*/ 3 h 184"/>
                <a:gd name="T2" fmla="*/ 1 w 9"/>
                <a:gd name="T3" fmla="*/ 0 h 184"/>
                <a:gd name="T4" fmla="*/ 1 w 9"/>
                <a:gd name="T5" fmla="*/ 7 h 184"/>
                <a:gd name="T6" fmla="*/ 1 w 9"/>
                <a:gd name="T7" fmla="*/ 15 h 184"/>
                <a:gd name="T8" fmla="*/ 1 w 9"/>
                <a:gd name="T9" fmla="*/ 18 h 184"/>
                <a:gd name="T10" fmla="*/ 1 w 9"/>
                <a:gd name="T11" fmla="*/ 23 h 184"/>
                <a:gd name="T12" fmla="*/ 2 w 9"/>
                <a:gd name="T13" fmla="*/ 31 h 184"/>
                <a:gd name="T14" fmla="*/ 2 w 9"/>
                <a:gd name="T15" fmla="*/ 39 h 184"/>
                <a:gd name="T16" fmla="*/ 2 w 9"/>
                <a:gd name="T17" fmla="*/ 45 h 184"/>
                <a:gd name="T18" fmla="*/ 2 w 9"/>
                <a:gd name="T19" fmla="*/ 50 h 184"/>
                <a:gd name="T20" fmla="*/ 2 w 9"/>
                <a:gd name="T21" fmla="*/ 55 h 184"/>
                <a:gd name="T22" fmla="*/ 2 w 9"/>
                <a:gd name="T23" fmla="*/ 60 h 184"/>
                <a:gd name="T24" fmla="*/ 3 w 9"/>
                <a:gd name="T25" fmla="*/ 66 h 184"/>
                <a:gd name="T26" fmla="*/ 3 w 9"/>
                <a:gd name="T27" fmla="*/ 68 h 184"/>
                <a:gd name="T28" fmla="*/ 3 w 9"/>
                <a:gd name="T29" fmla="*/ 67 h 184"/>
                <a:gd name="T30" fmla="*/ 3 w 9"/>
                <a:gd name="T31" fmla="*/ 68 h 184"/>
                <a:gd name="T32" fmla="*/ 3 w 9"/>
                <a:gd name="T33" fmla="*/ 71 h 184"/>
                <a:gd name="T34" fmla="*/ 4 w 9"/>
                <a:gd name="T35" fmla="*/ 71 h 184"/>
                <a:gd name="T36" fmla="*/ 4 w 9"/>
                <a:gd name="T37" fmla="*/ 68 h 184"/>
                <a:gd name="T38" fmla="*/ 4 w 9"/>
                <a:gd name="T39" fmla="*/ 68 h 184"/>
                <a:gd name="T40" fmla="*/ 4 w 9"/>
                <a:gd name="T41" fmla="*/ 69 h 184"/>
                <a:gd name="T42" fmla="*/ 4 w 9"/>
                <a:gd name="T43" fmla="*/ 67 h 184"/>
                <a:gd name="T44" fmla="*/ 4 w 9"/>
                <a:gd name="T45" fmla="*/ 63 h 184"/>
                <a:gd name="T46" fmla="*/ 4 w 9"/>
                <a:gd name="T47" fmla="*/ 64 h 184"/>
                <a:gd name="T48" fmla="*/ 5 w 9"/>
                <a:gd name="T49" fmla="*/ 64 h 184"/>
                <a:gd name="T50" fmla="*/ 5 w 9"/>
                <a:gd name="T51" fmla="*/ 62 h 184"/>
                <a:gd name="T52" fmla="*/ 5 w 9"/>
                <a:gd name="T53" fmla="*/ 65 h 184"/>
                <a:gd name="T54" fmla="*/ 5 w 9"/>
                <a:gd name="T55" fmla="*/ 69 h 184"/>
                <a:gd name="T56" fmla="*/ 5 w 9"/>
                <a:gd name="T57" fmla="*/ 67 h 184"/>
                <a:gd name="T58" fmla="*/ 5 w 9"/>
                <a:gd name="T59" fmla="*/ 65 h 184"/>
                <a:gd name="T60" fmla="*/ 5 w 9"/>
                <a:gd name="T61" fmla="*/ 71 h 184"/>
                <a:gd name="T62" fmla="*/ 6 w 9"/>
                <a:gd name="T63" fmla="*/ 79 h 184"/>
                <a:gd name="T64" fmla="*/ 6 w 9"/>
                <a:gd name="T65" fmla="*/ 81 h 184"/>
                <a:gd name="T66" fmla="*/ 6 w 9"/>
                <a:gd name="T67" fmla="*/ 81 h 184"/>
                <a:gd name="T68" fmla="*/ 6 w 9"/>
                <a:gd name="T69" fmla="*/ 87 h 184"/>
                <a:gd name="T70" fmla="*/ 7 w 9"/>
                <a:gd name="T71" fmla="*/ 94 h 184"/>
                <a:gd name="T72" fmla="*/ 7 w 9"/>
                <a:gd name="T73" fmla="*/ 99 h 184"/>
                <a:gd name="T74" fmla="*/ 7 w 9"/>
                <a:gd name="T75" fmla="*/ 107 h 184"/>
                <a:gd name="T76" fmla="*/ 7 w 9"/>
                <a:gd name="T77" fmla="*/ 116 h 184"/>
                <a:gd name="T78" fmla="*/ 7 w 9"/>
                <a:gd name="T79" fmla="*/ 117 h 184"/>
                <a:gd name="T80" fmla="*/ 7 w 9"/>
                <a:gd name="T81" fmla="*/ 114 h 184"/>
                <a:gd name="T82" fmla="*/ 7 w 9"/>
                <a:gd name="T83" fmla="*/ 123 h 184"/>
                <a:gd name="T84" fmla="*/ 8 w 9"/>
                <a:gd name="T85" fmla="*/ 135 h 184"/>
                <a:gd name="T86" fmla="*/ 8 w 9"/>
                <a:gd name="T87" fmla="*/ 139 h 184"/>
                <a:gd name="T88" fmla="*/ 8 w 9"/>
                <a:gd name="T89" fmla="*/ 141 h 184"/>
                <a:gd name="T90" fmla="*/ 8 w 9"/>
                <a:gd name="T91" fmla="*/ 150 h 184"/>
                <a:gd name="T92" fmla="*/ 8 w 9"/>
                <a:gd name="T93" fmla="*/ 158 h 184"/>
                <a:gd name="T94" fmla="*/ 9 w 9"/>
                <a:gd name="T95" fmla="*/ 163 h 184"/>
                <a:gd name="T96" fmla="*/ 9 w 9"/>
                <a:gd name="T97" fmla="*/ 175 h 184"/>
                <a:gd name="T98" fmla="*/ 9 w 9"/>
                <a:gd name="T99" fmla="*/ 184 h 184"/>
                <a:gd name="T100" fmla="*/ 9 w 9"/>
                <a:gd name="T101" fmla="*/ 182 h 184"/>
                <a:gd name="T102" fmla="*/ 9 w 9"/>
                <a:gd name="T10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84">
                  <a:moveTo>
                    <a:pt x="0" y="3"/>
                  </a:moveTo>
                  <a:lnTo>
                    <a:pt x="1" y="0"/>
                  </a:lnTo>
                  <a:lnTo>
                    <a:pt x="1" y="7"/>
                  </a:lnTo>
                  <a:lnTo>
                    <a:pt x="1" y="15"/>
                  </a:lnTo>
                  <a:lnTo>
                    <a:pt x="1" y="18"/>
                  </a:lnTo>
                  <a:lnTo>
                    <a:pt x="1" y="23"/>
                  </a:lnTo>
                  <a:lnTo>
                    <a:pt x="2" y="31"/>
                  </a:lnTo>
                  <a:lnTo>
                    <a:pt x="2" y="39"/>
                  </a:lnTo>
                  <a:lnTo>
                    <a:pt x="2" y="45"/>
                  </a:lnTo>
                  <a:lnTo>
                    <a:pt x="2" y="50"/>
                  </a:lnTo>
                  <a:lnTo>
                    <a:pt x="2" y="55"/>
                  </a:lnTo>
                  <a:lnTo>
                    <a:pt x="2" y="60"/>
                  </a:lnTo>
                  <a:lnTo>
                    <a:pt x="3" y="66"/>
                  </a:lnTo>
                  <a:lnTo>
                    <a:pt x="3" y="68"/>
                  </a:lnTo>
                  <a:lnTo>
                    <a:pt x="3" y="67"/>
                  </a:lnTo>
                  <a:lnTo>
                    <a:pt x="3" y="68"/>
                  </a:lnTo>
                  <a:lnTo>
                    <a:pt x="3" y="71"/>
                  </a:lnTo>
                  <a:lnTo>
                    <a:pt x="4" y="71"/>
                  </a:lnTo>
                  <a:lnTo>
                    <a:pt x="4" y="68"/>
                  </a:lnTo>
                  <a:lnTo>
                    <a:pt x="4" y="68"/>
                  </a:lnTo>
                  <a:lnTo>
                    <a:pt x="4" y="69"/>
                  </a:lnTo>
                  <a:lnTo>
                    <a:pt x="4" y="67"/>
                  </a:lnTo>
                  <a:lnTo>
                    <a:pt x="4" y="63"/>
                  </a:lnTo>
                  <a:lnTo>
                    <a:pt x="4" y="64"/>
                  </a:lnTo>
                  <a:lnTo>
                    <a:pt x="5" y="64"/>
                  </a:lnTo>
                  <a:lnTo>
                    <a:pt x="5" y="62"/>
                  </a:lnTo>
                  <a:lnTo>
                    <a:pt x="5" y="65"/>
                  </a:lnTo>
                  <a:lnTo>
                    <a:pt x="5" y="69"/>
                  </a:lnTo>
                  <a:lnTo>
                    <a:pt x="5" y="67"/>
                  </a:lnTo>
                  <a:lnTo>
                    <a:pt x="5" y="65"/>
                  </a:lnTo>
                  <a:lnTo>
                    <a:pt x="5" y="71"/>
                  </a:lnTo>
                  <a:lnTo>
                    <a:pt x="6" y="79"/>
                  </a:lnTo>
                  <a:lnTo>
                    <a:pt x="6" y="81"/>
                  </a:lnTo>
                  <a:lnTo>
                    <a:pt x="6" y="81"/>
                  </a:lnTo>
                  <a:lnTo>
                    <a:pt x="6" y="87"/>
                  </a:lnTo>
                  <a:lnTo>
                    <a:pt x="7" y="94"/>
                  </a:lnTo>
                  <a:lnTo>
                    <a:pt x="7" y="99"/>
                  </a:lnTo>
                  <a:lnTo>
                    <a:pt x="7" y="107"/>
                  </a:lnTo>
                  <a:lnTo>
                    <a:pt x="7" y="116"/>
                  </a:lnTo>
                  <a:lnTo>
                    <a:pt x="7" y="117"/>
                  </a:lnTo>
                  <a:lnTo>
                    <a:pt x="7" y="114"/>
                  </a:lnTo>
                  <a:lnTo>
                    <a:pt x="7" y="123"/>
                  </a:lnTo>
                  <a:lnTo>
                    <a:pt x="8" y="135"/>
                  </a:lnTo>
                  <a:lnTo>
                    <a:pt x="8" y="139"/>
                  </a:lnTo>
                  <a:lnTo>
                    <a:pt x="8" y="141"/>
                  </a:lnTo>
                  <a:lnTo>
                    <a:pt x="8" y="150"/>
                  </a:lnTo>
                  <a:lnTo>
                    <a:pt x="8" y="158"/>
                  </a:lnTo>
                  <a:lnTo>
                    <a:pt x="9" y="163"/>
                  </a:lnTo>
                  <a:lnTo>
                    <a:pt x="9" y="175"/>
                  </a:lnTo>
                  <a:lnTo>
                    <a:pt x="9" y="184"/>
                  </a:lnTo>
                  <a:lnTo>
                    <a:pt x="9" y="182"/>
                  </a:lnTo>
                  <a:lnTo>
                    <a:pt x="9" y="18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61" name="Freeform 705"/>
            <p:cNvSpPr/>
            <p:nvPr/>
          </p:nvSpPr>
          <p:spPr bwMode="auto">
            <a:xfrm>
              <a:off x="3079750" y="2120901"/>
              <a:ext cx="12700" cy="98425"/>
            </a:xfrm>
            <a:custGeom>
              <a:avLst/>
              <a:gdLst>
                <a:gd name="T0" fmla="*/ 0 w 8"/>
                <a:gd name="T1" fmla="*/ 0 h 62"/>
                <a:gd name="T2" fmla="*/ 0 w 8"/>
                <a:gd name="T3" fmla="*/ 2 h 62"/>
                <a:gd name="T4" fmla="*/ 0 w 8"/>
                <a:gd name="T5" fmla="*/ 10 h 62"/>
                <a:gd name="T6" fmla="*/ 0 w 8"/>
                <a:gd name="T7" fmla="*/ 12 h 62"/>
                <a:gd name="T8" fmla="*/ 1 w 8"/>
                <a:gd name="T9" fmla="*/ 10 h 62"/>
                <a:gd name="T10" fmla="*/ 1 w 8"/>
                <a:gd name="T11" fmla="*/ 14 h 62"/>
                <a:gd name="T12" fmla="*/ 1 w 8"/>
                <a:gd name="T13" fmla="*/ 20 h 62"/>
                <a:gd name="T14" fmla="*/ 1 w 8"/>
                <a:gd name="T15" fmla="*/ 22 h 62"/>
                <a:gd name="T16" fmla="*/ 1 w 8"/>
                <a:gd name="T17" fmla="*/ 27 h 62"/>
                <a:gd name="T18" fmla="*/ 1 w 8"/>
                <a:gd name="T19" fmla="*/ 33 h 62"/>
                <a:gd name="T20" fmla="*/ 1 w 8"/>
                <a:gd name="T21" fmla="*/ 37 h 62"/>
                <a:gd name="T22" fmla="*/ 2 w 8"/>
                <a:gd name="T23" fmla="*/ 35 h 62"/>
                <a:gd name="T24" fmla="*/ 2 w 8"/>
                <a:gd name="T25" fmla="*/ 37 h 62"/>
                <a:gd name="T26" fmla="*/ 2 w 8"/>
                <a:gd name="T27" fmla="*/ 44 h 62"/>
                <a:gd name="T28" fmla="*/ 2 w 8"/>
                <a:gd name="T29" fmla="*/ 41 h 62"/>
                <a:gd name="T30" fmla="*/ 3 w 8"/>
                <a:gd name="T31" fmla="*/ 32 h 62"/>
                <a:gd name="T32" fmla="*/ 3 w 8"/>
                <a:gd name="T33" fmla="*/ 32 h 62"/>
                <a:gd name="T34" fmla="*/ 3 w 8"/>
                <a:gd name="T35" fmla="*/ 37 h 62"/>
                <a:gd name="T36" fmla="*/ 3 w 8"/>
                <a:gd name="T37" fmla="*/ 33 h 62"/>
                <a:gd name="T38" fmla="*/ 3 w 8"/>
                <a:gd name="T39" fmla="*/ 30 h 62"/>
                <a:gd name="T40" fmla="*/ 3 w 8"/>
                <a:gd name="T41" fmla="*/ 33 h 62"/>
                <a:gd name="T42" fmla="*/ 3 w 8"/>
                <a:gd name="T43" fmla="*/ 33 h 62"/>
                <a:gd name="T44" fmla="*/ 4 w 8"/>
                <a:gd name="T45" fmla="*/ 28 h 62"/>
                <a:gd name="T46" fmla="*/ 4 w 8"/>
                <a:gd name="T47" fmla="*/ 30 h 62"/>
                <a:gd name="T48" fmla="*/ 4 w 8"/>
                <a:gd name="T49" fmla="*/ 36 h 62"/>
                <a:gd name="T50" fmla="*/ 4 w 8"/>
                <a:gd name="T51" fmla="*/ 38 h 62"/>
                <a:gd name="T52" fmla="*/ 4 w 8"/>
                <a:gd name="T53" fmla="*/ 35 h 62"/>
                <a:gd name="T54" fmla="*/ 5 w 8"/>
                <a:gd name="T55" fmla="*/ 37 h 62"/>
                <a:gd name="T56" fmla="*/ 5 w 8"/>
                <a:gd name="T57" fmla="*/ 43 h 62"/>
                <a:gd name="T58" fmla="*/ 5 w 8"/>
                <a:gd name="T59" fmla="*/ 40 h 62"/>
                <a:gd name="T60" fmla="*/ 5 w 8"/>
                <a:gd name="T61" fmla="*/ 38 h 62"/>
                <a:gd name="T62" fmla="*/ 5 w 8"/>
                <a:gd name="T63" fmla="*/ 48 h 62"/>
                <a:gd name="T64" fmla="*/ 5 w 8"/>
                <a:gd name="T65" fmla="*/ 48 h 62"/>
                <a:gd name="T66" fmla="*/ 5 w 8"/>
                <a:gd name="T67" fmla="*/ 36 h 62"/>
                <a:gd name="T68" fmla="*/ 6 w 8"/>
                <a:gd name="T69" fmla="*/ 39 h 62"/>
                <a:gd name="T70" fmla="*/ 6 w 8"/>
                <a:gd name="T71" fmla="*/ 57 h 62"/>
                <a:gd name="T72" fmla="*/ 6 w 8"/>
                <a:gd name="T73" fmla="*/ 62 h 62"/>
                <a:gd name="T74" fmla="*/ 6 w 8"/>
                <a:gd name="T75" fmla="*/ 60 h 62"/>
                <a:gd name="T76" fmla="*/ 6 w 8"/>
                <a:gd name="T77" fmla="*/ 62 h 62"/>
                <a:gd name="T78" fmla="*/ 6 w 8"/>
                <a:gd name="T79" fmla="*/ 60 h 62"/>
                <a:gd name="T80" fmla="*/ 7 w 8"/>
                <a:gd name="T81" fmla="*/ 57 h 62"/>
                <a:gd name="T82" fmla="*/ 7 w 8"/>
                <a:gd name="T83" fmla="*/ 61 h 62"/>
                <a:gd name="T84" fmla="*/ 7 w 8"/>
                <a:gd name="T85" fmla="*/ 61 h 62"/>
                <a:gd name="T86" fmla="*/ 7 w 8"/>
                <a:gd name="T87" fmla="*/ 47 h 62"/>
                <a:gd name="T88" fmla="*/ 7 w 8"/>
                <a:gd name="T89" fmla="*/ 37 h 62"/>
                <a:gd name="T90" fmla="*/ 8 w 8"/>
                <a:gd name="T91" fmla="*/ 42 h 62"/>
                <a:gd name="T92" fmla="*/ 8 w 8"/>
                <a:gd name="T93" fmla="*/ 49 h 62"/>
                <a:gd name="T94" fmla="*/ 8 w 8"/>
                <a:gd name="T95" fmla="*/ 45 h 62"/>
                <a:gd name="T96" fmla="*/ 8 w 8"/>
                <a:gd name="T97" fmla="*/ 41 h 62"/>
                <a:gd name="T98" fmla="*/ 8 w 8"/>
                <a:gd name="T99" fmla="*/ 42 h 62"/>
                <a:gd name="T100" fmla="*/ 8 w 8"/>
                <a:gd name="T101" fmla="*/ 36 h 62"/>
                <a:gd name="T102" fmla="*/ 8 w 8"/>
                <a:gd name="T103" fmla="*/ 2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2">
                  <a:moveTo>
                    <a:pt x="0" y="0"/>
                  </a:moveTo>
                  <a:lnTo>
                    <a:pt x="0" y="2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1" y="10"/>
                  </a:lnTo>
                  <a:lnTo>
                    <a:pt x="1" y="14"/>
                  </a:lnTo>
                  <a:lnTo>
                    <a:pt x="1" y="20"/>
                  </a:lnTo>
                  <a:lnTo>
                    <a:pt x="1" y="22"/>
                  </a:lnTo>
                  <a:lnTo>
                    <a:pt x="1" y="27"/>
                  </a:lnTo>
                  <a:lnTo>
                    <a:pt x="1" y="33"/>
                  </a:lnTo>
                  <a:lnTo>
                    <a:pt x="1" y="37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44"/>
                  </a:lnTo>
                  <a:lnTo>
                    <a:pt x="2" y="41"/>
                  </a:lnTo>
                  <a:lnTo>
                    <a:pt x="3" y="32"/>
                  </a:lnTo>
                  <a:lnTo>
                    <a:pt x="3" y="32"/>
                  </a:lnTo>
                  <a:lnTo>
                    <a:pt x="3" y="37"/>
                  </a:lnTo>
                  <a:lnTo>
                    <a:pt x="3" y="33"/>
                  </a:lnTo>
                  <a:lnTo>
                    <a:pt x="3" y="30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4" y="28"/>
                  </a:lnTo>
                  <a:lnTo>
                    <a:pt x="4" y="30"/>
                  </a:lnTo>
                  <a:lnTo>
                    <a:pt x="4" y="36"/>
                  </a:lnTo>
                  <a:lnTo>
                    <a:pt x="4" y="38"/>
                  </a:lnTo>
                  <a:lnTo>
                    <a:pt x="4" y="35"/>
                  </a:lnTo>
                  <a:lnTo>
                    <a:pt x="5" y="37"/>
                  </a:lnTo>
                  <a:lnTo>
                    <a:pt x="5" y="43"/>
                  </a:lnTo>
                  <a:lnTo>
                    <a:pt x="5" y="40"/>
                  </a:lnTo>
                  <a:lnTo>
                    <a:pt x="5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5" y="36"/>
                  </a:lnTo>
                  <a:lnTo>
                    <a:pt x="6" y="39"/>
                  </a:lnTo>
                  <a:lnTo>
                    <a:pt x="6" y="57"/>
                  </a:lnTo>
                  <a:lnTo>
                    <a:pt x="6" y="62"/>
                  </a:lnTo>
                  <a:lnTo>
                    <a:pt x="6" y="60"/>
                  </a:lnTo>
                  <a:lnTo>
                    <a:pt x="6" y="62"/>
                  </a:lnTo>
                  <a:lnTo>
                    <a:pt x="6" y="60"/>
                  </a:lnTo>
                  <a:lnTo>
                    <a:pt x="7" y="57"/>
                  </a:lnTo>
                  <a:lnTo>
                    <a:pt x="7" y="61"/>
                  </a:lnTo>
                  <a:lnTo>
                    <a:pt x="7" y="61"/>
                  </a:lnTo>
                  <a:lnTo>
                    <a:pt x="7" y="47"/>
                  </a:lnTo>
                  <a:lnTo>
                    <a:pt x="7" y="37"/>
                  </a:lnTo>
                  <a:lnTo>
                    <a:pt x="8" y="42"/>
                  </a:lnTo>
                  <a:lnTo>
                    <a:pt x="8" y="49"/>
                  </a:lnTo>
                  <a:lnTo>
                    <a:pt x="8" y="45"/>
                  </a:lnTo>
                  <a:lnTo>
                    <a:pt x="8" y="41"/>
                  </a:lnTo>
                  <a:lnTo>
                    <a:pt x="8" y="42"/>
                  </a:lnTo>
                  <a:lnTo>
                    <a:pt x="8" y="36"/>
                  </a:lnTo>
                  <a:lnTo>
                    <a:pt x="8" y="2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62" name="Freeform 706"/>
            <p:cNvSpPr/>
            <p:nvPr/>
          </p:nvSpPr>
          <p:spPr bwMode="auto">
            <a:xfrm>
              <a:off x="3092450" y="1917701"/>
              <a:ext cx="14288" cy="260350"/>
            </a:xfrm>
            <a:custGeom>
              <a:avLst/>
              <a:gdLst>
                <a:gd name="T0" fmla="*/ 0 w 9"/>
                <a:gd name="T1" fmla="*/ 164 h 164"/>
                <a:gd name="T2" fmla="*/ 0 w 9"/>
                <a:gd name="T3" fmla="*/ 152 h 164"/>
                <a:gd name="T4" fmla="*/ 1 w 9"/>
                <a:gd name="T5" fmla="*/ 143 h 164"/>
                <a:gd name="T6" fmla="*/ 1 w 9"/>
                <a:gd name="T7" fmla="*/ 125 h 164"/>
                <a:gd name="T8" fmla="*/ 1 w 9"/>
                <a:gd name="T9" fmla="*/ 101 h 164"/>
                <a:gd name="T10" fmla="*/ 1 w 9"/>
                <a:gd name="T11" fmla="*/ 89 h 164"/>
                <a:gd name="T12" fmla="*/ 2 w 9"/>
                <a:gd name="T13" fmla="*/ 87 h 164"/>
                <a:gd name="T14" fmla="*/ 2 w 9"/>
                <a:gd name="T15" fmla="*/ 79 h 164"/>
                <a:gd name="T16" fmla="*/ 2 w 9"/>
                <a:gd name="T17" fmla="*/ 67 h 164"/>
                <a:gd name="T18" fmla="*/ 2 w 9"/>
                <a:gd name="T19" fmla="*/ 63 h 164"/>
                <a:gd name="T20" fmla="*/ 2 w 9"/>
                <a:gd name="T21" fmla="*/ 59 h 164"/>
                <a:gd name="T22" fmla="*/ 2 w 9"/>
                <a:gd name="T23" fmla="*/ 52 h 164"/>
                <a:gd name="T24" fmla="*/ 2 w 9"/>
                <a:gd name="T25" fmla="*/ 49 h 164"/>
                <a:gd name="T26" fmla="*/ 3 w 9"/>
                <a:gd name="T27" fmla="*/ 50 h 164"/>
                <a:gd name="T28" fmla="*/ 3 w 9"/>
                <a:gd name="T29" fmla="*/ 43 h 164"/>
                <a:gd name="T30" fmla="*/ 3 w 9"/>
                <a:gd name="T31" fmla="*/ 28 h 164"/>
                <a:gd name="T32" fmla="*/ 3 w 9"/>
                <a:gd name="T33" fmla="*/ 18 h 164"/>
                <a:gd name="T34" fmla="*/ 3 w 9"/>
                <a:gd name="T35" fmla="*/ 20 h 164"/>
                <a:gd name="T36" fmla="*/ 3 w 9"/>
                <a:gd name="T37" fmla="*/ 21 h 164"/>
                <a:gd name="T38" fmla="*/ 3 w 9"/>
                <a:gd name="T39" fmla="*/ 17 h 164"/>
                <a:gd name="T40" fmla="*/ 4 w 9"/>
                <a:gd name="T41" fmla="*/ 12 h 164"/>
                <a:gd name="T42" fmla="*/ 4 w 9"/>
                <a:gd name="T43" fmla="*/ 5 h 164"/>
                <a:gd name="T44" fmla="*/ 4 w 9"/>
                <a:gd name="T45" fmla="*/ 0 h 164"/>
                <a:gd name="T46" fmla="*/ 4 w 9"/>
                <a:gd name="T47" fmla="*/ 5 h 164"/>
                <a:gd name="T48" fmla="*/ 4 w 9"/>
                <a:gd name="T49" fmla="*/ 16 h 164"/>
                <a:gd name="T50" fmla="*/ 5 w 9"/>
                <a:gd name="T51" fmla="*/ 17 h 164"/>
                <a:gd name="T52" fmla="*/ 5 w 9"/>
                <a:gd name="T53" fmla="*/ 11 h 164"/>
                <a:gd name="T54" fmla="*/ 5 w 9"/>
                <a:gd name="T55" fmla="*/ 9 h 164"/>
                <a:gd name="T56" fmla="*/ 5 w 9"/>
                <a:gd name="T57" fmla="*/ 16 h 164"/>
                <a:gd name="T58" fmla="*/ 5 w 9"/>
                <a:gd name="T59" fmla="*/ 23 h 164"/>
                <a:gd name="T60" fmla="*/ 5 w 9"/>
                <a:gd name="T61" fmla="*/ 26 h 164"/>
                <a:gd name="T62" fmla="*/ 5 w 9"/>
                <a:gd name="T63" fmla="*/ 25 h 164"/>
                <a:gd name="T64" fmla="*/ 6 w 9"/>
                <a:gd name="T65" fmla="*/ 25 h 164"/>
                <a:gd name="T66" fmla="*/ 6 w 9"/>
                <a:gd name="T67" fmla="*/ 29 h 164"/>
                <a:gd name="T68" fmla="*/ 6 w 9"/>
                <a:gd name="T69" fmla="*/ 37 h 164"/>
                <a:gd name="T70" fmla="*/ 6 w 9"/>
                <a:gd name="T71" fmla="*/ 44 h 164"/>
                <a:gd name="T72" fmla="*/ 7 w 9"/>
                <a:gd name="T73" fmla="*/ 46 h 164"/>
                <a:gd name="T74" fmla="*/ 7 w 9"/>
                <a:gd name="T75" fmla="*/ 45 h 164"/>
                <a:gd name="T76" fmla="*/ 7 w 9"/>
                <a:gd name="T77" fmla="*/ 52 h 164"/>
                <a:gd name="T78" fmla="*/ 7 w 9"/>
                <a:gd name="T79" fmla="*/ 60 h 164"/>
                <a:gd name="T80" fmla="*/ 7 w 9"/>
                <a:gd name="T81" fmla="*/ 58 h 164"/>
                <a:gd name="T82" fmla="*/ 7 w 9"/>
                <a:gd name="T83" fmla="*/ 50 h 164"/>
                <a:gd name="T84" fmla="*/ 7 w 9"/>
                <a:gd name="T85" fmla="*/ 50 h 164"/>
                <a:gd name="T86" fmla="*/ 8 w 9"/>
                <a:gd name="T87" fmla="*/ 51 h 164"/>
                <a:gd name="T88" fmla="*/ 8 w 9"/>
                <a:gd name="T89" fmla="*/ 51 h 164"/>
                <a:gd name="T90" fmla="*/ 8 w 9"/>
                <a:gd name="T91" fmla="*/ 53 h 164"/>
                <a:gd name="T92" fmla="*/ 8 w 9"/>
                <a:gd name="T93" fmla="*/ 53 h 164"/>
                <a:gd name="T94" fmla="*/ 8 w 9"/>
                <a:gd name="T95" fmla="*/ 46 h 164"/>
                <a:gd name="T96" fmla="*/ 8 w 9"/>
                <a:gd name="T97" fmla="*/ 38 h 164"/>
                <a:gd name="T98" fmla="*/ 8 w 9"/>
                <a:gd name="T99" fmla="*/ 38 h 164"/>
                <a:gd name="T100" fmla="*/ 9 w 9"/>
                <a:gd name="T101" fmla="*/ 42 h 164"/>
                <a:gd name="T102" fmla="*/ 9 w 9"/>
                <a:gd name="T103" fmla="*/ 4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64">
                  <a:moveTo>
                    <a:pt x="0" y="164"/>
                  </a:moveTo>
                  <a:lnTo>
                    <a:pt x="0" y="152"/>
                  </a:lnTo>
                  <a:lnTo>
                    <a:pt x="1" y="143"/>
                  </a:lnTo>
                  <a:lnTo>
                    <a:pt x="1" y="125"/>
                  </a:lnTo>
                  <a:lnTo>
                    <a:pt x="1" y="101"/>
                  </a:lnTo>
                  <a:lnTo>
                    <a:pt x="1" y="89"/>
                  </a:lnTo>
                  <a:lnTo>
                    <a:pt x="2" y="87"/>
                  </a:lnTo>
                  <a:lnTo>
                    <a:pt x="2" y="79"/>
                  </a:lnTo>
                  <a:lnTo>
                    <a:pt x="2" y="67"/>
                  </a:lnTo>
                  <a:lnTo>
                    <a:pt x="2" y="63"/>
                  </a:lnTo>
                  <a:lnTo>
                    <a:pt x="2" y="59"/>
                  </a:lnTo>
                  <a:lnTo>
                    <a:pt x="2" y="52"/>
                  </a:lnTo>
                  <a:lnTo>
                    <a:pt x="2" y="49"/>
                  </a:lnTo>
                  <a:lnTo>
                    <a:pt x="3" y="50"/>
                  </a:lnTo>
                  <a:lnTo>
                    <a:pt x="3" y="43"/>
                  </a:lnTo>
                  <a:lnTo>
                    <a:pt x="3" y="28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17"/>
                  </a:lnTo>
                  <a:lnTo>
                    <a:pt x="4" y="12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5"/>
                  </a:lnTo>
                  <a:lnTo>
                    <a:pt x="4" y="16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9"/>
                  </a:lnTo>
                  <a:lnTo>
                    <a:pt x="5" y="16"/>
                  </a:lnTo>
                  <a:lnTo>
                    <a:pt x="5" y="23"/>
                  </a:lnTo>
                  <a:lnTo>
                    <a:pt x="5" y="26"/>
                  </a:lnTo>
                  <a:lnTo>
                    <a:pt x="5" y="25"/>
                  </a:lnTo>
                  <a:lnTo>
                    <a:pt x="6" y="25"/>
                  </a:lnTo>
                  <a:lnTo>
                    <a:pt x="6" y="29"/>
                  </a:lnTo>
                  <a:lnTo>
                    <a:pt x="6" y="37"/>
                  </a:lnTo>
                  <a:lnTo>
                    <a:pt x="6" y="44"/>
                  </a:lnTo>
                  <a:lnTo>
                    <a:pt x="7" y="46"/>
                  </a:lnTo>
                  <a:lnTo>
                    <a:pt x="7" y="45"/>
                  </a:lnTo>
                  <a:lnTo>
                    <a:pt x="7" y="52"/>
                  </a:lnTo>
                  <a:lnTo>
                    <a:pt x="7" y="60"/>
                  </a:lnTo>
                  <a:lnTo>
                    <a:pt x="7" y="58"/>
                  </a:lnTo>
                  <a:lnTo>
                    <a:pt x="7" y="50"/>
                  </a:lnTo>
                  <a:lnTo>
                    <a:pt x="7" y="50"/>
                  </a:lnTo>
                  <a:lnTo>
                    <a:pt x="8" y="51"/>
                  </a:lnTo>
                  <a:lnTo>
                    <a:pt x="8" y="51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8" y="46"/>
                  </a:lnTo>
                  <a:lnTo>
                    <a:pt x="8" y="38"/>
                  </a:lnTo>
                  <a:lnTo>
                    <a:pt x="8" y="38"/>
                  </a:lnTo>
                  <a:lnTo>
                    <a:pt x="9" y="42"/>
                  </a:lnTo>
                  <a:lnTo>
                    <a:pt x="9" y="4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63" name="Freeform 707"/>
            <p:cNvSpPr/>
            <p:nvPr/>
          </p:nvSpPr>
          <p:spPr bwMode="auto">
            <a:xfrm>
              <a:off x="3106738" y="1882776"/>
              <a:ext cx="12700" cy="131763"/>
            </a:xfrm>
            <a:custGeom>
              <a:avLst/>
              <a:gdLst>
                <a:gd name="T0" fmla="*/ 0 w 8"/>
                <a:gd name="T1" fmla="*/ 64 h 83"/>
                <a:gd name="T2" fmla="*/ 0 w 8"/>
                <a:gd name="T3" fmla="*/ 62 h 83"/>
                <a:gd name="T4" fmla="*/ 0 w 8"/>
                <a:gd name="T5" fmla="*/ 58 h 83"/>
                <a:gd name="T6" fmla="*/ 0 w 8"/>
                <a:gd name="T7" fmla="*/ 53 h 83"/>
                <a:gd name="T8" fmla="*/ 0 w 8"/>
                <a:gd name="T9" fmla="*/ 47 h 83"/>
                <a:gd name="T10" fmla="*/ 1 w 8"/>
                <a:gd name="T11" fmla="*/ 45 h 83"/>
                <a:gd name="T12" fmla="*/ 1 w 8"/>
                <a:gd name="T13" fmla="*/ 51 h 83"/>
                <a:gd name="T14" fmla="*/ 1 w 8"/>
                <a:gd name="T15" fmla="*/ 53 h 83"/>
                <a:gd name="T16" fmla="*/ 1 w 8"/>
                <a:gd name="T17" fmla="*/ 44 h 83"/>
                <a:gd name="T18" fmla="*/ 1 w 8"/>
                <a:gd name="T19" fmla="*/ 38 h 83"/>
                <a:gd name="T20" fmla="*/ 1 w 8"/>
                <a:gd name="T21" fmla="*/ 36 h 83"/>
                <a:gd name="T22" fmla="*/ 1 w 8"/>
                <a:gd name="T23" fmla="*/ 38 h 83"/>
                <a:gd name="T24" fmla="*/ 2 w 8"/>
                <a:gd name="T25" fmla="*/ 44 h 83"/>
                <a:gd name="T26" fmla="*/ 2 w 8"/>
                <a:gd name="T27" fmla="*/ 47 h 83"/>
                <a:gd name="T28" fmla="*/ 2 w 8"/>
                <a:gd name="T29" fmla="*/ 44 h 83"/>
                <a:gd name="T30" fmla="*/ 2 w 8"/>
                <a:gd name="T31" fmla="*/ 48 h 83"/>
                <a:gd name="T32" fmla="*/ 3 w 8"/>
                <a:gd name="T33" fmla="*/ 60 h 83"/>
                <a:gd name="T34" fmla="*/ 3 w 8"/>
                <a:gd name="T35" fmla="*/ 68 h 83"/>
                <a:gd name="T36" fmla="*/ 3 w 8"/>
                <a:gd name="T37" fmla="*/ 70 h 83"/>
                <a:gd name="T38" fmla="*/ 3 w 8"/>
                <a:gd name="T39" fmla="*/ 72 h 83"/>
                <a:gd name="T40" fmla="*/ 3 w 8"/>
                <a:gd name="T41" fmla="*/ 74 h 83"/>
                <a:gd name="T42" fmla="*/ 3 w 8"/>
                <a:gd name="T43" fmla="*/ 74 h 83"/>
                <a:gd name="T44" fmla="*/ 3 w 8"/>
                <a:gd name="T45" fmla="*/ 74 h 83"/>
                <a:gd name="T46" fmla="*/ 4 w 8"/>
                <a:gd name="T47" fmla="*/ 73 h 83"/>
                <a:gd name="T48" fmla="*/ 4 w 8"/>
                <a:gd name="T49" fmla="*/ 69 h 83"/>
                <a:gd name="T50" fmla="*/ 4 w 8"/>
                <a:gd name="T51" fmla="*/ 67 h 83"/>
                <a:gd name="T52" fmla="*/ 4 w 8"/>
                <a:gd name="T53" fmla="*/ 71 h 83"/>
                <a:gd name="T54" fmla="*/ 4 w 8"/>
                <a:gd name="T55" fmla="*/ 79 h 83"/>
                <a:gd name="T56" fmla="*/ 4 w 8"/>
                <a:gd name="T57" fmla="*/ 83 h 83"/>
                <a:gd name="T58" fmla="*/ 4 w 8"/>
                <a:gd name="T59" fmla="*/ 83 h 83"/>
                <a:gd name="T60" fmla="*/ 5 w 8"/>
                <a:gd name="T61" fmla="*/ 80 h 83"/>
                <a:gd name="T62" fmla="*/ 5 w 8"/>
                <a:gd name="T63" fmla="*/ 79 h 83"/>
                <a:gd name="T64" fmla="*/ 5 w 8"/>
                <a:gd name="T65" fmla="*/ 82 h 83"/>
                <a:gd name="T66" fmla="*/ 5 w 8"/>
                <a:gd name="T67" fmla="*/ 83 h 83"/>
                <a:gd name="T68" fmla="*/ 6 w 8"/>
                <a:gd name="T69" fmla="*/ 77 h 83"/>
                <a:gd name="T70" fmla="*/ 6 w 8"/>
                <a:gd name="T71" fmla="*/ 69 h 83"/>
                <a:gd name="T72" fmla="*/ 6 w 8"/>
                <a:gd name="T73" fmla="*/ 63 h 83"/>
                <a:gd name="T74" fmla="*/ 6 w 8"/>
                <a:gd name="T75" fmla="*/ 59 h 83"/>
                <a:gd name="T76" fmla="*/ 6 w 8"/>
                <a:gd name="T77" fmla="*/ 58 h 83"/>
                <a:gd name="T78" fmla="*/ 6 w 8"/>
                <a:gd name="T79" fmla="*/ 60 h 83"/>
                <a:gd name="T80" fmla="*/ 6 w 8"/>
                <a:gd name="T81" fmla="*/ 56 h 83"/>
                <a:gd name="T82" fmla="*/ 7 w 8"/>
                <a:gd name="T83" fmla="*/ 45 h 83"/>
                <a:gd name="T84" fmla="*/ 7 w 8"/>
                <a:gd name="T85" fmla="*/ 37 h 83"/>
                <a:gd name="T86" fmla="*/ 7 w 8"/>
                <a:gd name="T87" fmla="*/ 32 h 83"/>
                <a:gd name="T88" fmla="*/ 7 w 8"/>
                <a:gd name="T89" fmla="*/ 25 h 83"/>
                <a:gd name="T90" fmla="*/ 7 w 8"/>
                <a:gd name="T91" fmla="*/ 17 h 83"/>
                <a:gd name="T92" fmla="*/ 8 w 8"/>
                <a:gd name="T93" fmla="*/ 12 h 83"/>
                <a:gd name="T94" fmla="*/ 8 w 8"/>
                <a:gd name="T95" fmla="*/ 7 h 83"/>
                <a:gd name="T96" fmla="*/ 8 w 8"/>
                <a:gd name="T97" fmla="*/ 3 h 83"/>
                <a:gd name="T98" fmla="*/ 8 w 8"/>
                <a:gd name="T99" fmla="*/ 2 h 83"/>
                <a:gd name="T100" fmla="*/ 8 w 8"/>
                <a:gd name="T101" fmla="*/ 2 h 83"/>
                <a:gd name="T102" fmla="*/ 8 w 8"/>
                <a:gd name="T103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3">
                  <a:moveTo>
                    <a:pt x="0" y="64"/>
                  </a:moveTo>
                  <a:lnTo>
                    <a:pt x="0" y="62"/>
                  </a:lnTo>
                  <a:lnTo>
                    <a:pt x="0" y="58"/>
                  </a:lnTo>
                  <a:lnTo>
                    <a:pt x="0" y="53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51"/>
                  </a:lnTo>
                  <a:lnTo>
                    <a:pt x="1" y="53"/>
                  </a:lnTo>
                  <a:lnTo>
                    <a:pt x="1" y="44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8"/>
                  </a:lnTo>
                  <a:lnTo>
                    <a:pt x="2" y="44"/>
                  </a:lnTo>
                  <a:lnTo>
                    <a:pt x="2" y="47"/>
                  </a:lnTo>
                  <a:lnTo>
                    <a:pt x="2" y="44"/>
                  </a:lnTo>
                  <a:lnTo>
                    <a:pt x="2" y="48"/>
                  </a:lnTo>
                  <a:lnTo>
                    <a:pt x="3" y="60"/>
                  </a:lnTo>
                  <a:lnTo>
                    <a:pt x="3" y="68"/>
                  </a:lnTo>
                  <a:lnTo>
                    <a:pt x="3" y="70"/>
                  </a:lnTo>
                  <a:lnTo>
                    <a:pt x="3" y="72"/>
                  </a:lnTo>
                  <a:lnTo>
                    <a:pt x="3" y="74"/>
                  </a:lnTo>
                  <a:lnTo>
                    <a:pt x="3" y="74"/>
                  </a:lnTo>
                  <a:lnTo>
                    <a:pt x="3" y="74"/>
                  </a:lnTo>
                  <a:lnTo>
                    <a:pt x="4" y="73"/>
                  </a:lnTo>
                  <a:lnTo>
                    <a:pt x="4" y="69"/>
                  </a:lnTo>
                  <a:lnTo>
                    <a:pt x="4" y="67"/>
                  </a:lnTo>
                  <a:lnTo>
                    <a:pt x="4" y="71"/>
                  </a:lnTo>
                  <a:lnTo>
                    <a:pt x="4" y="79"/>
                  </a:lnTo>
                  <a:lnTo>
                    <a:pt x="4" y="83"/>
                  </a:lnTo>
                  <a:lnTo>
                    <a:pt x="4" y="83"/>
                  </a:lnTo>
                  <a:lnTo>
                    <a:pt x="5" y="80"/>
                  </a:lnTo>
                  <a:lnTo>
                    <a:pt x="5" y="79"/>
                  </a:lnTo>
                  <a:lnTo>
                    <a:pt x="5" y="82"/>
                  </a:lnTo>
                  <a:lnTo>
                    <a:pt x="5" y="83"/>
                  </a:lnTo>
                  <a:lnTo>
                    <a:pt x="6" y="77"/>
                  </a:lnTo>
                  <a:lnTo>
                    <a:pt x="6" y="69"/>
                  </a:lnTo>
                  <a:lnTo>
                    <a:pt x="6" y="63"/>
                  </a:lnTo>
                  <a:lnTo>
                    <a:pt x="6" y="59"/>
                  </a:lnTo>
                  <a:lnTo>
                    <a:pt x="6" y="58"/>
                  </a:lnTo>
                  <a:lnTo>
                    <a:pt x="6" y="60"/>
                  </a:lnTo>
                  <a:lnTo>
                    <a:pt x="6" y="56"/>
                  </a:lnTo>
                  <a:lnTo>
                    <a:pt x="7" y="45"/>
                  </a:lnTo>
                  <a:lnTo>
                    <a:pt x="7" y="37"/>
                  </a:lnTo>
                  <a:lnTo>
                    <a:pt x="7" y="32"/>
                  </a:lnTo>
                  <a:lnTo>
                    <a:pt x="7" y="25"/>
                  </a:lnTo>
                  <a:lnTo>
                    <a:pt x="7" y="17"/>
                  </a:lnTo>
                  <a:lnTo>
                    <a:pt x="8" y="12"/>
                  </a:lnTo>
                  <a:lnTo>
                    <a:pt x="8" y="7"/>
                  </a:lnTo>
                  <a:lnTo>
                    <a:pt x="8" y="3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64" name="Freeform 708"/>
            <p:cNvSpPr/>
            <p:nvPr/>
          </p:nvSpPr>
          <p:spPr bwMode="auto">
            <a:xfrm>
              <a:off x="3119438" y="1868489"/>
              <a:ext cx="14288" cy="149225"/>
            </a:xfrm>
            <a:custGeom>
              <a:avLst/>
              <a:gdLst>
                <a:gd name="T0" fmla="*/ 0 w 9"/>
                <a:gd name="T1" fmla="*/ 11 h 94"/>
                <a:gd name="T2" fmla="*/ 0 w 9"/>
                <a:gd name="T3" fmla="*/ 9 h 94"/>
                <a:gd name="T4" fmla="*/ 0 w 9"/>
                <a:gd name="T5" fmla="*/ 8 h 94"/>
                <a:gd name="T6" fmla="*/ 1 w 9"/>
                <a:gd name="T7" fmla="*/ 7 h 94"/>
                <a:gd name="T8" fmla="*/ 1 w 9"/>
                <a:gd name="T9" fmla="*/ 7 h 94"/>
                <a:gd name="T10" fmla="*/ 1 w 9"/>
                <a:gd name="T11" fmla="*/ 5 h 94"/>
                <a:gd name="T12" fmla="*/ 1 w 9"/>
                <a:gd name="T13" fmla="*/ 3 h 94"/>
                <a:gd name="T14" fmla="*/ 1 w 9"/>
                <a:gd name="T15" fmla="*/ 0 h 94"/>
                <a:gd name="T16" fmla="*/ 1 w 9"/>
                <a:gd name="T17" fmla="*/ 2 h 94"/>
                <a:gd name="T18" fmla="*/ 1 w 9"/>
                <a:gd name="T19" fmla="*/ 7 h 94"/>
                <a:gd name="T20" fmla="*/ 2 w 9"/>
                <a:gd name="T21" fmla="*/ 9 h 94"/>
                <a:gd name="T22" fmla="*/ 2 w 9"/>
                <a:gd name="T23" fmla="*/ 6 h 94"/>
                <a:gd name="T24" fmla="*/ 2 w 9"/>
                <a:gd name="T25" fmla="*/ 5 h 94"/>
                <a:gd name="T26" fmla="*/ 2 w 9"/>
                <a:gd name="T27" fmla="*/ 7 h 94"/>
                <a:gd name="T28" fmla="*/ 3 w 9"/>
                <a:gd name="T29" fmla="*/ 11 h 94"/>
                <a:gd name="T30" fmla="*/ 3 w 9"/>
                <a:gd name="T31" fmla="*/ 16 h 94"/>
                <a:gd name="T32" fmla="*/ 3 w 9"/>
                <a:gd name="T33" fmla="*/ 20 h 94"/>
                <a:gd name="T34" fmla="*/ 3 w 9"/>
                <a:gd name="T35" fmla="*/ 21 h 94"/>
                <a:gd name="T36" fmla="*/ 3 w 9"/>
                <a:gd name="T37" fmla="*/ 24 h 94"/>
                <a:gd name="T38" fmla="*/ 3 w 9"/>
                <a:gd name="T39" fmla="*/ 27 h 94"/>
                <a:gd name="T40" fmla="*/ 3 w 9"/>
                <a:gd name="T41" fmla="*/ 30 h 94"/>
                <a:gd name="T42" fmla="*/ 4 w 9"/>
                <a:gd name="T43" fmla="*/ 36 h 94"/>
                <a:gd name="T44" fmla="*/ 4 w 9"/>
                <a:gd name="T45" fmla="*/ 41 h 94"/>
                <a:gd name="T46" fmla="*/ 4 w 9"/>
                <a:gd name="T47" fmla="*/ 39 h 94"/>
                <a:gd name="T48" fmla="*/ 4 w 9"/>
                <a:gd name="T49" fmla="*/ 37 h 94"/>
                <a:gd name="T50" fmla="*/ 4 w 9"/>
                <a:gd name="T51" fmla="*/ 37 h 94"/>
                <a:gd name="T52" fmla="*/ 5 w 9"/>
                <a:gd name="T53" fmla="*/ 37 h 94"/>
                <a:gd name="T54" fmla="*/ 5 w 9"/>
                <a:gd name="T55" fmla="*/ 37 h 94"/>
                <a:gd name="T56" fmla="*/ 5 w 9"/>
                <a:gd name="T57" fmla="*/ 33 h 94"/>
                <a:gd name="T58" fmla="*/ 5 w 9"/>
                <a:gd name="T59" fmla="*/ 28 h 94"/>
                <a:gd name="T60" fmla="*/ 5 w 9"/>
                <a:gd name="T61" fmla="*/ 27 h 94"/>
                <a:gd name="T62" fmla="*/ 5 w 9"/>
                <a:gd name="T63" fmla="*/ 26 h 94"/>
                <a:gd name="T64" fmla="*/ 5 w 9"/>
                <a:gd name="T65" fmla="*/ 25 h 94"/>
                <a:gd name="T66" fmla="*/ 6 w 9"/>
                <a:gd name="T67" fmla="*/ 24 h 94"/>
                <a:gd name="T68" fmla="*/ 6 w 9"/>
                <a:gd name="T69" fmla="*/ 20 h 94"/>
                <a:gd name="T70" fmla="*/ 6 w 9"/>
                <a:gd name="T71" fmla="*/ 20 h 94"/>
                <a:gd name="T72" fmla="*/ 6 w 9"/>
                <a:gd name="T73" fmla="*/ 26 h 94"/>
                <a:gd name="T74" fmla="*/ 6 w 9"/>
                <a:gd name="T75" fmla="*/ 29 h 94"/>
                <a:gd name="T76" fmla="*/ 6 w 9"/>
                <a:gd name="T77" fmla="*/ 27 h 94"/>
                <a:gd name="T78" fmla="*/ 6 w 9"/>
                <a:gd name="T79" fmla="*/ 29 h 94"/>
                <a:gd name="T80" fmla="*/ 7 w 9"/>
                <a:gd name="T81" fmla="*/ 34 h 94"/>
                <a:gd name="T82" fmla="*/ 7 w 9"/>
                <a:gd name="T83" fmla="*/ 37 h 94"/>
                <a:gd name="T84" fmla="*/ 7 w 9"/>
                <a:gd name="T85" fmla="*/ 40 h 94"/>
                <a:gd name="T86" fmla="*/ 7 w 9"/>
                <a:gd name="T87" fmla="*/ 44 h 94"/>
                <a:gd name="T88" fmla="*/ 8 w 9"/>
                <a:gd name="T89" fmla="*/ 44 h 94"/>
                <a:gd name="T90" fmla="*/ 8 w 9"/>
                <a:gd name="T91" fmla="*/ 49 h 94"/>
                <a:gd name="T92" fmla="*/ 8 w 9"/>
                <a:gd name="T93" fmla="*/ 62 h 94"/>
                <a:gd name="T94" fmla="*/ 8 w 9"/>
                <a:gd name="T95" fmla="*/ 71 h 94"/>
                <a:gd name="T96" fmla="*/ 8 w 9"/>
                <a:gd name="T97" fmla="*/ 72 h 94"/>
                <a:gd name="T98" fmla="*/ 8 w 9"/>
                <a:gd name="T99" fmla="*/ 76 h 94"/>
                <a:gd name="T100" fmla="*/ 8 w 9"/>
                <a:gd name="T101" fmla="*/ 86 h 94"/>
                <a:gd name="T102" fmla="*/ 9 w 9"/>
                <a:gd name="T103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94">
                  <a:moveTo>
                    <a:pt x="0" y="11"/>
                  </a:moveTo>
                  <a:lnTo>
                    <a:pt x="0" y="9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7"/>
                  </a:lnTo>
                  <a:lnTo>
                    <a:pt x="2" y="9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7"/>
                  </a:lnTo>
                  <a:lnTo>
                    <a:pt x="3" y="11"/>
                  </a:lnTo>
                  <a:lnTo>
                    <a:pt x="3" y="16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3" y="30"/>
                  </a:lnTo>
                  <a:lnTo>
                    <a:pt x="4" y="36"/>
                  </a:lnTo>
                  <a:lnTo>
                    <a:pt x="4" y="41"/>
                  </a:lnTo>
                  <a:lnTo>
                    <a:pt x="4" y="39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5" y="37"/>
                  </a:lnTo>
                  <a:lnTo>
                    <a:pt x="5" y="37"/>
                  </a:lnTo>
                  <a:lnTo>
                    <a:pt x="5" y="33"/>
                  </a:lnTo>
                  <a:lnTo>
                    <a:pt x="5" y="28"/>
                  </a:lnTo>
                  <a:lnTo>
                    <a:pt x="5" y="27"/>
                  </a:lnTo>
                  <a:lnTo>
                    <a:pt x="5" y="26"/>
                  </a:lnTo>
                  <a:lnTo>
                    <a:pt x="5" y="25"/>
                  </a:lnTo>
                  <a:lnTo>
                    <a:pt x="6" y="24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26"/>
                  </a:lnTo>
                  <a:lnTo>
                    <a:pt x="6" y="29"/>
                  </a:lnTo>
                  <a:lnTo>
                    <a:pt x="6" y="27"/>
                  </a:lnTo>
                  <a:lnTo>
                    <a:pt x="6" y="29"/>
                  </a:lnTo>
                  <a:lnTo>
                    <a:pt x="7" y="34"/>
                  </a:lnTo>
                  <a:lnTo>
                    <a:pt x="7" y="37"/>
                  </a:lnTo>
                  <a:lnTo>
                    <a:pt x="7" y="40"/>
                  </a:lnTo>
                  <a:lnTo>
                    <a:pt x="7" y="44"/>
                  </a:lnTo>
                  <a:lnTo>
                    <a:pt x="8" y="44"/>
                  </a:lnTo>
                  <a:lnTo>
                    <a:pt x="8" y="49"/>
                  </a:lnTo>
                  <a:lnTo>
                    <a:pt x="8" y="62"/>
                  </a:lnTo>
                  <a:lnTo>
                    <a:pt x="8" y="71"/>
                  </a:lnTo>
                  <a:lnTo>
                    <a:pt x="8" y="72"/>
                  </a:lnTo>
                  <a:lnTo>
                    <a:pt x="8" y="76"/>
                  </a:lnTo>
                  <a:lnTo>
                    <a:pt x="8" y="86"/>
                  </a:lnTo>
                  <a:lnTo>
                    <a:pt x="9" y="9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65" name="Freeform 709"/>
            <p:cNvSpPr/>
            <p:nvPr/>
          </p:nvSpPr>
          <p:spPr bwMode="auto">
            <a:xfrm>
              <a:off x="3132138" y="2005014"/>
              <a:ext cx="14288" cy="211138"/>
            </a:xfrm>
            <a:custGeom>
              <a:avLst/>
              <a:gdLst>
                <a:gd name="T0" fmla="*/ 0 w 9"/>
                <a:gd name="T1" fmla="*/ 0 h 133"/>
                <a:gd name="T2" fmla="*/ 1 w 9"/>
                <a:gd name="T3" fmla="*/ 8 h 133"/>
                <a:gd name="T4" fmla="*/ 1 w 9"/>
                <a:gd name="T5" fmla="*/ 9 h 133"/>
                <a:gd name="T6" fmla="*/ 1 w 9"/>
                <a:gd name="T7" fmla="*/ 12 h 133"/>
                <a:gd name="T8" fmla="*/ 1 w 9"/>
                <a:gd name="T9" fmla="*/ 18 h 133"/>
                <a:gd name="T10" fmla="*/ 1 w 9"/>
                <a:gd name="T11" fmla="*/ 21 h 133"/>
                <a:gd name="T12" fmla="*/ 2 w 9"/>
                <a:gd name="T13" fmla="*/ 22 h 133"/>
                <a:gd name="T14" fmla="*/ 2 w 9"/>
                <a:gd name="T15" fmla="*/ 27 h 133"/>
                <a:gd name="T16" fmla="*/ 2 w 9"/>
                <a:gd name="T17" fmla="*/ 33 h 133"/>
                <a:gd name="T18" fmla="*/ 2 w 9"/>
                <a:gd name="T19" fmla="*/ 32 h 133"/>
                <a:gd name="T20" fmla="*/ 2 w 9"/>
                <a:gd name="T21" fmla="*/ 34 h 133"/>
                <a:gd name="T22" fmla="*/ 2 w 9"/>
                <a:gd name="T23" fmla="*/ 43 h 133"/>
                <a:gd name="T24" fmla="*/ 3 w 9"/>
                <a:gd name="T25" fmla="*/ 46 h 133"/>
                <a:gd name="T26" fmla="*/ 3 w 9"/>
                <a:gd name="T27" fmla="*/ 42 h 133"/>
                <a:gd name="T28" fmla="*/ 3 w 9"/>
                <a:gd name="T29" fmla="*/ 42 h 133"/>
                <a:gd name="T30" fmla="*/ 3 w 9"/>
                <a:gd name="T31" fmla="*/ 47 h 133"/>
                <a:gd name="T32" fmla="*/ 3 w 9"/>
                <a:gd name="T33" fmla="*/ 50 h 133"/>
                <a:gd name="T34" fmla="*/ 3 w 9"/>
                <a:gd name="T35" fmla="*/ 49 h 133"/>
                <a:gd name="T36" fmla="*/ 3 w 9"/>
                <a:gd name="T37" fmla="*/ 51 h 133"/>
                <a:gd name="T38" fmla="*/ 4 w 9"/>
                <a:gd name="T39" fmla="*/ 61 h 133"/>
                <a:gd name="T40" fmla="*/ 4 w 9"/>
                <a:gd name="T41" fmla="*/ 67 h 133"/>
                <a:gd name="T42" fmla="*/ 4 w 9"/>
                <a:gd name="T43" fmla="*/ 63 h 133"/>
                <a:gd name="T44" fmla="*/ 4 w 9"/>
                <a:gd name="T45" fmla="*/ 65 h 133"/>
                <a:gd name="T46" fmla="*/ 4 w 9"/>
                <a:gd name="T47" fmla="*/ 72 h 133"/>
                <a:gd name="T48" fmla="*/ 5 w 9"/>
                <a:gd name="T49" fmla="*/ 71 h 133"/>
                <a:gd name="T50" fmla="*/ 5 w 9"/>
                <a:gd name="T51" fmla="*/ 68 h 133"/>
                <a:gd name="T52" fmla="*/ 5 w 9"/>
                <a:gd name="T53" fmla="*/ 70 h 133"/>
                <a:gd name="T54" fmla="*/ 5 w 9"/>
                <a:gd name="T55" fmla="*/ 65 h 133"/>
                <a:gd name="T56" fmla="*/ 5 w 9"/>
                <a:gd name="T57" fmla="*/ 59 h 133"/>
                <a:gd name="T58" fmla="*/ 5 w 9"/>
                <a:gd name="T59" fmla="*/ 63 h 133"/>
                <a:gd name="T60" fmla="*/ 5 w 9"/>
                <a:gd name="T61" fmla="*/ 73 h 133"/>
                <a:gd name="T62" fmla="*/ 6 w 9"/>
                <a:gd name="T63" fmla="*/ 74 h 133"/>
                <a:gd name="T64" fmla="*/ 6 w 9"/>
                <a:gd name="T65" fmla="*/ 68 h 133"/>
                <a:gd name="T66" fmla="*/ 6 w 9"/>
                <a:gd name="T67" fmla="*/ 67 h 133"/>
                <a:gd name="T68" fmla="*/ 6 w 9"/>
                <a:gd name="T69" fmla="*/ 77 h 133"/>
                <a:gd name="T70" fmla="*/ 7 w 9"/>
                <a:gd name="T71" fmla="*/ 86 h 133"/>
                <a:gd name="T72" fmla="*/ 7 w 9"/>
                <a:gd name="T73" fmla="*/ 88 h 133"/>
                <a:gd name="T74" fmla="*/ 7 w 9"/>
                <a:gd name="T75" fmla="*/ 93 h 133"/>
                <a:gd name="T76" fmla="*/ 7 w 9"/>
                <a:gd name="T77" fmla="*/ 97 h 133"/>
                <a:gd name="T78" fmla="*/ 7 w 9"/>
                <a:gd name="T79" fmla="*/ 98 h 133"/>
                <a:gd name="T80" fmla="*/ 7 w 9"/>
                <a:gd name="T81" fmla="*/ 103 h 133"/>
                <a:gd name="T82" fmla="*/ 7 w 9"/>
                <a:gd name="T83" fmla="*/ 110 h 133"/>
                <a:gd name="T84" fmla="*/ 8 w 9"/>
                <a:gd name="T85" fmla="*/ 111 h 133"/>
                <a:gd name="T86" fmla="*/ 8 w 9"/>
                <a:gd name="T87" fmla="*/ 109 h 133"/>
                <a:gd name="T88" fmla="*/ 8 w 9"/>
                <a:gd name="T89" fmla="*/ 106 h 133"/>
                <a:gd name="T90" fmla="*/ 8 w 9"/>
                <a:gd name="T91" fmla="*/ 106 h 133"/>
                <a:gd name="T92" fmla="*/ 8 w 9"/>
                <a:gd name="T93" fmla="*/ 108 h 133"/>
                <a:gd name="T94" fmla="*/ 9 w 9"/>
                <a:gd name="T95" fmla="*/ 110 h 133"/>
                <a:gd name="T96" fmla="*/ 9 w 9"/>
                <a:gd name="T97" fmla="*/ 119 h 133"/>
                <a:gd name="T98" fmla="*/ 9 w 9"/>
                <a:gd name="T99" fmla="*/ 131 h 133"/>
                <a:gd name="T100" fmla="*/ 9 w 9"/>
                <a:gd name="T101" fmla="*/ 133 h 133"/>
                <a:gd name="T102" fmla="*/ 9 w 9"/>
                <a:gd name="T103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33">
                  <a:moveTo>
                    <a:pt x="0" y="0"/>
                  </a:moveTo>
                  <a:lnTo>
                    <a:pt x="1" y="8"/>
                  </a:lnTo>
                  <a:lnTo>
                    <a:pt x="1" y="9"/>
                  </a:lnTo>
                  <a:lnTo>
                    <a:pt x="1" y="12"/>
                  </a:lnTo>
                  <a:lnTo>
                    <a:pt x="1" y="18"/>
                  </a:lnTo>
                  <a:lnTo>
                    <a:pt x="1" y="21"/>
                  </a:lnTo>
                  <a:lnTo>
                    <a:pt x="2" y="22"/>
                  </a:lnTo>
                  <a:lnTo>
                    <a:pt x="2" y="27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2" y="43"/>
                  </a:lnTo>
                  <a:lnTo>
                    <a:pt x="3" y="46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7"/>
                  </a:lnTo>
                  <a:lnTo>
                    <a:pt x="3" y="50"/>
                  </a:lnTo>
                  <a:lnTo>
                    <a:pt x="3" y="49"/>
                  </a:lnTo>
                  <a:lnTo>
                    <a:pt x="3" y="51"/>
                  </a:lnTo>
                  <a:lnTo>
                    <a:pt x="4" y="61"/>
                  </a:lnTo>
                  <a:lnTo>
                    <a:pt x="4" y="67"/>
                  </a:lnTo>
                  <a:lnTo>
                    <a:pt x="4" y="63"/>
                  </a:lnTo>
                  <a:lnTo>
                    <a:pt x="4" y="65"/>
                  </a:lnTo>
                  <a:lnTo>
                    <a:pt x="4" y="72"/>
                  </a:lnTo>
                  <a:lnTo>
                    <a:pt x="5" y="71"/>
                  </a:lnTo>
                  <a:lnTo>
                    <a:pt x="5" y="68"/>
                  </a:lnTo>
                  <a:lnTo>
                    <a:pt x="5" y="70"/>
                  </a:lnTo>
                  <a:lnTo>
                    <a:pt x="5" y="65"/>
                  </a:lnTo>
                  <a:lnTo>
                    <a:pt x="5" y="59"/>
                  </a:lnTo>
                  <a:lnTo>
                    <a:pt x="5" y="63"/>
                  </a:lnTo>
                  <a:lnTo>
                    <a:pt x="5" y="73"/>
                  </a:lnTo>
                  <a:lnTo>
                    <a:pt x="6" y="74"/>
                  </a:lnTo>
                  <a:lnTo>
                    <a:pt x="6" y="68"/>
                  </a:lnTo>
                  <a:lnTo>
                    <a:pt x="6" y="67"/>
                  </a:lnTo>
                  <a:lnTo>
                    <a:pt x="6" y="77"/>
                  </a:lnTo>
                  <a:lnTo>
                    <a:pt x="7" y="86"/>
                  </a:lnTo>
                  <a:lnTo>
                    <a:pt x="7" y="88"/>
                  </a:lnTo>
                  <a:lnTo>
                    <a:pt x="7" y="93"/>
                  </a:lnTo>
                  <a:lnTo>
                    <a:pt x="7" y="97"/>
                  </a:lnTo>
                  <a:lnTo>
                    <a:pt x="7" y="98"/>
                  </a:lnTo>
                  <a:lnTo>
                    <a:pt x="7" y="103"/>
                  </a:lnTo>
                  <a:lnTo>
                    <a:pt x="7" y="110"/>
                  </a:lnTo>
                  <a:lnTo>
                    <a:pt x="8" y="111"/>
                  </a:lnTo>
                  <a:lnTo>
                    <a:pt x="8" y="109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9" y="119"/>
                  </a:lnTo>
                  <a:lnTo>
                    <a:pt x="9" y="131"/>
                  </a:lnTo>
                  <a:lnTo>
                    <a:pt x="9" y="133"/>
                  </a:lnTo>
                  <a:lnTo>
                    <a:pt x="9" y="12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66" name="Freeform 710"/>
            <p:cNvSpPr/>
            <p:nvPr/>
          </p:nvSpPr>
          <p:spPr bwMode="auto">
            <a:xfrm>
              <a:off x="3146425" y="1938339"/>
              <a:ext cx="12700" cy="277813"/>
            </a:xfrm>
            <a:custGeom>
              <a:avLst/>
              <a:gdLst>
                <a:gd name="T0" fmla="*/ 0 w 8"/>
                <a:gd name="T1" fmla="*/ 175 h 175"/>
                <a:gd name="T2" fmla="*/ 0 w 8"/>
                <a:gd name="T3" fmla="*/ 171 h 175"/>
                <a:gd name="T4" fmla="*/ 0 w 8"/>
                <a:gd name="T5" fmla="*/ 174 h 175"/>
                <a:gd name="T6" fmla="*/ 0 w 8"/>
                <a:gd name="T7" fmla="*/ 175 h 175"/>
                <a:gd name="T8" fmla="*/ 1 w 8"/>
                <a:gd name="T9" fmla="*/ 171 h 175"/>
                <a:gd name="T10" fmla="*/ 1 w 8"/>
                <a:gd name="T11" fmla="*/ 169 h 175"/>
                <a:gd name="T12" fmla="*/ 1 w 8"/>
                <a:gd name="T13" fmla="*/ 163 h 175"/>
                <a:gd name="T14" fmla="*/ 1 w 8"/>
                <a:gd name="T15" fmla="*/ 152 h 175"/>
                <a:gd name="T16" fmla="*/ 1 w 8"/>
                <a:gd name="T17" fmla="*/ 148 h 175"/>
                <a:gd name="T18" fmla="*/ 1 w 8"/>
                <a:gd name="T19" fmla="*/ 152 h 175"/>
                <a:gd name="T20" fmla="*/ 1 w 8"/>
                <a:gd name="T21" fmla="*/ 155 h 175"/>
                <a:gd name="T22" fmla="*/ 2 w 8"/>
                <a:gd name="T23" fmla="*/ 153 h 175"/>
                <a:gd name="T24" fmla="*/ 2 w 8"/>
                <a:gd name="T25" fmla="*/ 148 h 175"/>
                <a:gd name="T26" fmla="*/ 2 w 8"/>
                <a:gd name="T27" fmla="*/ 142 h 175"/>
                <a:gd name="T28" fmla="*/ 2 w 8"/>
                <a:gd name="T29" fmla="*/ 130 h 175"/>
                <a:gd name="T30" fmla="*/ 3 w 8"/>
                <a:gd name="T31" fmla="*/ 114 h 175"/>
                <a:gd name="T32" fmla="*/ 3 w 8"/>
                <a:gd name="T33" fmla="*/ 99 h 175"/>
                <a:gd name="T34" fmla="*/ 3 w 8"/>
                <a:gd name="T35" fmla="*/ 88 h 175"/>
                <a:gd name="T36" fmla="*/ 3 w 8"/>
                <a:gd name="T37" fmla="*/ 78 h 175"/>
                <a:gd name="T38" fmla="*/ 3 w 8"/>
                <a:gd name="T39" fmla="*/ 68 h 175"/>
                <a:gd name="T40" fmla="*/ 3 w 8"/>
                <a:gd name="T41" fmla="*/ 61 h 175"/>
                <a:gd name="T42" fmla="*/ 3 w 8"/>
                <a:gd name="T43" fmla="*/ 53 h 175"/>
                <a:gd name="T44" fmla="*/ 4 w 8"/>
                <a:gd name="T45" fmla="*/ 49 h 175"/>
                <a:gd name="T46" fmla="*/ 4 w 8"/>
                <a:gd name="T47" fmla="*/ 50 h 175"/>
                <a:gd name="T48" fmla="*/ 4 w 8"/>
                <a:gd name="T49" fmla="*/ 51 h 175"/>
                <a:gd name="T50" fmla="*/ 4 w 8"/>
                <a:gd name="T51" fmla="*/ 47 h 175"/>
                <a:gd name="T52" fmla="*/ 4 w 8"/>
                <a:gd name="T53" fmla="*/ 42 h 175"/>
                <a:gd name="T54" fmla="*/ 5 w 8"/>
                <a:gd name="T55" fmla="*/ 36 h 175"/>
                <a:gd name="T56" fmla="*/ 5 w 8"/>
                <a:gd name="T57" fmla="*/ 30 h 175"/>
                <a:gd name="T58" fmla="*/ 5 w 8"/>
                <a:gd name="T59" fmla="*/ 26 h 175"/>
                <a:gd name="T60" fmla="*/ 5 w 8"/>
                <a:gd name="T61" fmla="*/ 19 h 175"/>
                <a:gd name="T62" fmla="*/ 5 w 8"/>
                <a:gd name="T63" fmla="*/ 14 h 175"/>
                <a:gd name="T64" fmla="*/ 5 w 8"/>
                <a:gd name="T65" fmla="*/ 15 h 175"/>
                <a:gd name="T66" fmla="*/ 5 w 8"/>
                <a:gd name="T67" fmla="*/ 12 h 175"/>
                <a:gd name="T68" fmla="*/ 6 w 8"/>
                <a:gd name="T69" fmla="*/ 3 h 175"/>
                <a:gd name="T70" fmla="*/ 6 w 8"/>
                <a:gd name="T71" fmla="*/ 0 h 175"/>
                <a:gd name="T72" fmla="*/ 6 w 8"/>
                <a:gd name="T73" fmla="*/ 4 h 175"/>
                <a:gd name="T74" fmla="*/ 6 w 8"/>
                <a:gd name="T75" fmla="*/ 9 h 175"/>
                <a:gd name="T76" fmla="*/ 6 w 8"/>
                <a:gd name="T77" fmla="*/ 14 h 175"/>
                <a:gd name="T78" fmla="*/ 6 w 8"/>
                <a:gd name="T79" fmla="*/ 14 h 175"/>
                <a:gd name="T80" fmla="*/ 7 w 8"/>
                <a:gd name="T81" fmla="*/ 12 h 175"/>
                <a:gd name="T82" fmla="*/ 7 w 8"/>
                <a:gd name="T83" fmla="*/ 13 h 175"/>
                <a:gd name="T84" fmla="*/ 7 w 8"/>
                <a:gd name="T85" fmla="*/ 15 h 175"/>
                <a:gd name="T86" fmla="*/ 7 w 8"/>
                <a:gd name="T87" fmla="*/ 19 h 175"/>
                <a:gd name="T88" fmla="*/ 7 w 8"/>
                <a:gd name="T89" fmla="*/ 20 h 175"/>
                <a:gd name="T90" fmla="*/ 8 w 8"/>
                <a:gd name="T91" fmla="*/ 19 h 175"/>
                <a:gd name="T92" fmla="*/ 8 w 8"/>
                <a:gd name="T93" fmla="*/ 20 h 175"/>
                <a:gd name="T94" fmla="*/ 8 w 8"/>
                <a:gd name="T95" fmla="*/ 21 h 175"/>
                <a:gd name="T96" fmla="*/ 8 w 8"/>
                <a:gd name="T97" fmla="*/ 17 h 175"/>
                <a:gd name="T98" fmla="*/ 8 w 8"/>
                <a:gd name="T99" fmla="*/ 18 h 175"/>
                <a:gd name="T100" fmla="*/ 8 w 8"/>
                <a:gd name="T101" fmla="*/ 28 h 175"/>
                <a:gd name="T102" fmla="*/ 8 w 8"/>
                <a:gd name="T103" fmla="*/ 3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75">
                  <a:moveTo>
                    <a:pt x="0" y="175"/>
                  </a:moveTo>
                  <a:lnTo>
                    <a:pt x="0" y="171"/>
                  </a:lnTo>
                  <a:lnTo>
                    <a:pt x="0" y="174"/>
                  </a:lnTo>
                  <a:lnTo>
                    <a:pt x="0" y="175"/>
                  </a:lnTo>
                  <a:lnTo>
                    <a:pt x="1" y="171"/>
                  </a:lnTo>
                  <a:lnTo>
                    <a:pt x="1" y="169"/>
                  </a:lnTo>
                  <a:lnTo>
                    <a:pt x="1" y="163"/>
                  </a:lnTo>
                  <a:lnTo>
                    <a:pt x="1" y="152"/>
                  </a:lnTo>
                  <a:lnTo>
                    <a:pt x="1" y="148"/>
                  </a:lnTo>
                  <a:lnTo>
                    <a:pt x="1" y="152"/>
                  </a:lnTo>
                  <a:lnTo>
                    <a:pt x="1" y="155"/>
                  </a:lnTo>
                  <a:lnTo>
                    <a:pt x="2" y="153"/>
                  </a:lnTo>
                  <a:lnTo>
                    <a:pt x="2" y="148"/>
                  </a:lnTo>
                  <a:lnTo>
                    <a:pt x="2" y="142"/>
                  </a:lnTo>
                  <a:lnTo>
                    <a:pt x="2" y="130"/>
                  </a:lnTo>
                  <a:lnTo>
                    <a:pt x="3" y="114"/>
                  </a:lnTo>
                  <a:lnTo>
                    <a:pt x="3" y="99"/>
                  </a:lnTo>
                  <a:lnTo>
                    <a:pt x="3" y="88"/>
                  </a:lnTo>
                  <a:lnTo>
                    <a:pt x="3" y="78"/>
                  </a:lnTo>
                  <a:lnTo>
                    <a:pt x="3" y="68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4" y="49"/>
                  </a:lnTo>
                  <a:lnTo>
                    <a:pt x="4" y="50"/>
                  </a:lnTo>
                  <a:lnTo>
                    <a:pt x="4" y="51"/>
                  </a:lnTo>
                  <a:lnTo>
                    <a:pt x="4" y="47"/>
                  </a:lnTo>
                  <a:lnTo>
                    <a:pt x="4" y="42"/>
                  </a:lnTo>
                  <a:lnTo>
                    <a:pt x="5" y="36"/>
                  </a:lnTo>
                  <a:lnTo>
                    <a:pt x="5" y="30"/>
                  </a:lnTo>
                  <a:lnTo>
                    <a:pt x="5" y="26"/>
                  </a:lnTo>
                  <a:lnTo>
                    <a:pt x="5" y="19"/>
                  </a:lnTo>
                  <a:lnTo>
                    <a:pt x="5" y="14"/>
                  </a:lnTo>
                  <a:lnTo>
                    <a:pt x="5" y="15"/>
                  </a:lnTo>
                  <a:lnTo>
                    <a:pt x="5" y="12"/>
                  </a:lnTo>
                  <a:lnTo>
                    <a:pt x="6" y="3"/>
                  </a:lnTo>
                  <a:lnTo>
                    <a:pt x="6" y="0"/>
                  </a:lnTo>
                  <a:lnTo>
                    <a:pt x="6" y="4"/>
                  </a:lnTo>
                  <a:lnTo>
                    <a:pt x="6" y="9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7" y="12"/>
                  </a:lnTo>
                  <a:lnTo>
                    <a:pt x="7" y="13"/>
                  </a:lnTo>
                  <a:lnTo>
                    <a:pt x="7" y="15"/>
                  </a:lnTo>
                  <a:lnTo>
                    <a:pt x="7" y="19"/>
                  </a:lnTo>
                  <a:lnTo>
                    <a:pt x="7" y="20"/>
                  </a:lnTo>
                  <a:lnTo>
                    <a:pt x="8" y="19"/>
                  </a:lnTo>
                  <a:lnTo>
                    <a:pt x="8" y="20"/>
                  </a:lnTo>
                  <a:lnTo>
                    <a:pt x="8" y="21"/>
                  </a:lnTo>
                  <a:lnTo>
                    <a:pt x="8" y="17"/>
                  </a:lnTo>
                  <a:lnTo>
                    <a:pt x="8" y="18"/>
                  </a:lnTo>
                  <a:lnTo>
                    <a:pt x="8" y="28"/>
                  </a:lnTo>
                  <a:lnTo>
                    <a:pt x="8" y="3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67" name="Freeform 711"/>
            <p:cNvSpPr/>
            <p:nvPr/>
          </p:nvSpPr>
          <p:spPr bwMode="auto">
            <a:xfrm>
              <a:off x="3159125" y="1933576"/>
              <a:ext cx="14288" cy="63500"/>
            </a:xfrm>
            <a:custGeom>
              <a:avLst/>
              <a:gdLst>
                <a:gd name="T0" fmla="*/ 0 w 9"/>
                <a:gd name="T1" fmla="*/ 31 h 40"/>
                <a:gd name="T2" fmla="*/ 0 w 9"/>
                <a:gd name="T3" fmla="*/ 39 h 40"/>
                <a:gd name="T4" fmla="*/ 1 w 9"/>
                <a:gd name="T5" fmla="*/ 39 h 40"/>
                <a:gd name="T6" fmla="*/ 1 w 9"/>
                <a:gd name="T7" fmla="*/ 34 h 40"/>
                <a:gd name="T8" fmla="*/ 1 w 9"/>
                <a:gd name="T9" fmla="*/ 32 h 40"/>
                <a:gd name="T10" fmla="*/ 1 w 9"/>
                <a:gd name="T11" fmla="*/ 34 h 40"/>
                <a:gd name="T12" fmla="*/ 1 w 9"/>
                <a:gd name="T13" fmla="*/ 37 h 40"/>
                <a:gd name="T14" fmla="*/ 2 w 9"/>
                <a:gd name="T15" fmla="*/ 40 h 40"/>
                <a:gd name="T16" fmla="*/ 2 w 9"/>
                <a:gd name="T17" fmla="*/ 37 h 40"/>
                <a:gd name="T18" fmla="*/ 2 w 9"/>
                <a:gd name="T19" fmla="*/ 27 h 40"/>
                <a:gd name="T20" fmla="*/ 2 w 9"/>
                <a:gd name="T21" fmla="*/ 20 h 40"/>
                <a:gd name="T22" fmla="*/ 2 w 9"/>
                <a:gd name="T23" fmla="*/ 21 h 40"/>
                <a:gd name="T24" fmla="*/ 2 w 9"/>
                <a:gd name="T25" fmla="*/ 20 h 40"/>
                <a:gd name="T26" fmla="*/ 3 w 9"/>
                <a:gd name="T27" fmla="*/ 16 h 40"/>
                <a:gd name="T28" fmla="*/ 3 w 9"/>
                <a:gd name="T29" fmla="*/ 17 h 40"/>
                <a:gd name="T30" fmla="*/ 3 w 9"/>
                <a:gd name="T31" fmla="*/ 16 h 40"/>
                <a:gd name="T32" fmla="*/ 3 w 9"/>
                <a:gd name="T33" fmla="*/ 9 h 40"/>
                <a:gd name="T34" fmla="*/ 3 w 9"/>
                <a:gd name="T35" fmla="*/ 4 h 40"/>
                <a:gd name="T36" fmla="*/ 3 w 9"/>
                <a:gd name="T37" fmla="*/ 7 h 40"/>
                <a:gd name="T38" fmla="*/ 3 w 9"/>
                <a:gd name="T39" fmla="*/ 11 h 40"/>
                <a:gd name="T40" fmla="*/ 4 w 9"/>
                <a:gd name="T41" fmla="*/ 9 h 40"/>
                <a:gd name="T42" fmla="*/ 4 w 9"/>
                <a:gd name="T43" fmla="*/ 6 h 40"/>
                <a:gd name="T44" fmla="*/ 4 w 9"/>
                <a:gd name="T45" fmla="*/ 5 h 40"/>
                <a:gd name="T46" fmla="*/ 4 w 9"/>
                <a:gd name="T47" fmla="*/ 4 h 40"/>
                <a:gd name="T48" fmla="*/ 4 w 9"/>
                <a:gd name="T49" fmla="*/ 4 h 40"/>
                <a:gd name="T50" fmla="*/ 5 w 9"/>
                <a:gd name="T51" fmla="*/ 10 h 40"/>
                <a:gd name="T52" fmla="*/ 5 w 9"/>
                <a:gd name="T53" fmla="*/ 12 h 40"/>
                <a:gd name="T54" fmla="*/ 5 w 9"/>
                <a:gd name="T55" fmla="*/ 11 h 40"/>
                <a:gd name="T56" fmla="*/ 5 w 9"/>
                <a:gd name="T57" fmla="*/ 17 h 40"/>
                <a:gd name="T58" fmla="*/ 5 w 9"/>
                <a:gd name="T59" fmla="*/ 26 h 40"/>
                <a:gd name="T60" fmla="*/ 5 w 9"/>
                <a:gd name="T61" fmla="*/ 28 h 40"/>
                <a:gd name="T62" fmla="*/ 5 w 9"/>
                <a:gd name="T63" fmla="*/ 24 h 40"/>
                <a:gd name="T64" fmla="*/ 6 w 9"/>
                <a:gd name="T65" fmla="*/ 23 h 40"/>
                <a:gd name="T66" fmla="*/ 6 w 9"/>
                <a:gd name="T67" fmla="*/ 26 h 40"/>
                <a:gd name="T68" fmla="*/ 6 w 9"/>
                <a:gd name="T69" fmla="*/ 28 h 40"/>
                <a:gd name="T70" fmla="*/ 6 w 9"/>
                <a:gd name="T71" fmla="*/ 23 h 40"/>
                <a:gd name="T72" fmla="*/ 7 w 9"/>
                <a:gd name="T73" fmla="*/ 17 h 40"/>
                <a:gd name="T74" fmla="*/ 7 w 9"/>
                <a:gd name="T75" fmla="*/ 11 h 40"/>
                <a:gd name="T76" fmla="*/ 7 w 9"/>
                <a:gd name="T77" fmla="*/ 10 h 40"/>
                <a:gd name="T78" fmla="*/ 7 w 9"/>
                <a:gd name="T79" fmla="*/ 18 h 40"/>
                <a:gd name="T80" fmla="*/ 7 w 9"/>
                <a:gd name="T81" fmla="*/ 29 h 40"/>
                <a:gd name="T82" fmla="*/ 7 w 9"/>
                <a:gd name="T83" fmla="*/ 32 h 40"/>
                <a:gd name="T84" fmla="*/ 7 w 9"/>
                <a:gd name="T85" fmla="*/ 30 h 40"/>
                <a:gd name="T86" fmla="*/ 8 w 9"/>
                <a:gd name="T87" fmla="*/ 31 h 40"/>
                <a:gd name="T88" fmla="*/ 8 w 9"/>
                <a:gd name="T89" fmla="*/ 35 h 40"/>
                <a:gd name="T90" fmla="*/ 8 w 9"/>
                <a:gd name="T91" fmla="*/ 34 h 40"/>
                <a:gd name="T92" fmla="*/ 8 w 9"/>
                <a:gd name="T93" fmla="*/ 27 h 40"/>
                <a:gd name="T94" fmla="*/ 8 w 9"/>
                <a:gd name="T95" fmla="*/ 22 h 40"/>
                <a:gd name="T96" fmla="*/ 8 w 9"/>
                <a:gd name="T97" fmla="*/ 17 h 40"/>
                <a:gd name="T98" fmla="*/ 8 w 9"/>
                <a:gd name="T99" fmla="*/ 7 h 40"/>
                <a:gd name="T100" fmla="*/ 9 w 9"/>
                <a:gd name="T101" fmla="*/ 0 h 40"/>
                <a:gd name="T102" fmla="*/ 9 w 9"/>
                <a:gd name="T103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0">
                  <a:moveTo>
                    <a:pt x="0" y="31"/>
                  </a:moveTo>
                  <a:lnTo>
                    <a:pt x="0" y="39"/>
                  </a:lnTo>
                  <a:lnTo>
                    <a:pt x="1" y="39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4"/>
                  </a:lnTo>
                  <a:lnTo>
                    <a:pt x="1" y="37"/>
                  </a:lnTo>
                  <a:lnTo>
                    <a:pt x="2" y="40"/>
                  </a:lnTo>
                  <a:lnTo>
                    <a:pt x="2" y="37"/>
                  </a:lnTo>
                  <a:lnTo>
                    <a:pt x="2" y="27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3" y="9"/>
                  </a:lnTo>
                  <a:lnTo>
                    <a:pt x="3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4" y="9"/>
                  </a:lnTo>
                  <a:lnTo>
                    <a:pt x="4" y="6"/>
                  </a:lnTo>
                  <a:lnTo>
                    <a:pt x="4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6"/>
                  </a:lnTo>
                  <a:lnTo>
                    <a:pt x="5" y="28"/>
                  </a:lnTo>
                  <a:lnTo>
                    <a:pt x="5" y="24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6" y="28"/>
                  </a:lnTo>
                  <a:lnTo>
                    <a:pt x="6" y="23"/>
                  </a:lnTo>
                  <a:lnTo>
                    <a:pt x="7" y="17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7" y="18"/>
                  </a:lnTo>
                  <a:lnTo>
                    <a:pt x="7" y="29"/>
                  </a:lnTo>
                  <a:lnTo>
                    <a:pt x="7" y="32"/>
                  </a:lnTo>
                  <a:lnTo>
                    <a:pt x="7" y="30"/>
                  </a:lnTo>
                  <a:lnTo>
                    <a:pt x="8" y="31"/>
                  </a:lnTo>
                  <a:lnTo>
                    <a:pt x="8" y="35"/>
                  </a:lnTo>
                  <a:lnTo>
                    <a:pt x="8" y="34"/>
                  </a:lnTo>
                  <a:lnTo>
                    <a:pt x="8" y="27"/>
                  </a:lnTo>
                  <a:lnTo>
                    <a:pt x="8" y="22"/>
                  </a:lnTo>
                  <a:lnTo>
                    <a:pt x="8" y="17"/>
                  </a:lnTo>
                  <a:lnTo>
                    <a:pt x="8" y="7"/>
                  </a:lnTo>
                  <a:lnTo>
                    <a:pt x="9" y="0"/>
                  </a:lnTo>
                  <a:lnTo>
                    <a:pt x="9" y="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68" name="Freeform 712"/>
            <p:cNvSpPr/>
            <p:nvPr/>
          </p:nvSpPr>
          <p:spPr bwMode="auto">
            <a:xfrm>
              <a:off x="3173413" y="1895476"/>
              <a:ext cx="12700" cy="82550"/>
            </a:xfrm>
            <a:custGeom>
              <a:avLst/>
              <a:gdLst>
                <a:gd name="T0" fmla="*/ 0 w 8"/>
                <a:gd name="T1" fmla="*/ 24 h 52"/>
                <a:gd name="T2" fmla="*/ 0 w 8"/>
                <a:gd name="T3" fmla="*/ 25 h 52"/>
                <a:gd name="T4" fmla="*/ 0 w 8"/>
                <a:gd name="T5" fmla="*/ 22 h 52"/>
                <a:gd name="T6" fmla="*/ 0 w 8"/>
                <a:gd name="T7" fmla="*/ 19 h 52"/>
                <a:gd name="T8" fmla="*/ 0 w 8"/>
                <a:gd name="T9" fmla="*/ 20 h 52"/>
                <a:gd name="T10" fmla="*/ 1 w 8"/>
                <a:gd name="T11" fmla="*/ 18 h 52"/>
                <a:gd name="T12" fmla="*/ 1 w 8"/>
                <a:gd name="T13" fmla="*/ 11 h 52"/>
                <a:gd name="T14" fmla="*/ 1 w 8"/>
                <a:gd name="T15" fmla="*/ 8 h 52"/>
                <a:gd name="T16" fmla="*/ 1 w 8"/>
                <a:gd name="T17" fmla="*/ 8 h 52"/>
                <a:gd name="T18" fmla="*/ 1 w 8"/>
                <a:gd name="T19" fmla="*/ 7 h 52"/>
                <a:gd name="T20" fmla="*/ 1 w 8"/>
                <a:gd name="T21" fmla="*/ 4 h 52"/>
                <a:gd name="T22" fmla="*/ 1 w 8"/>
                <a:gd name="T23" fmla="*/ 2 h 52"/>
                <a:gd name="T24" fmla="*/ 2 w 8"/>
                <a:gd name="T25" fmla="*/ 1 h 52"/>
                <a:gd name="T26" fmla="*/ 2 w 8"/>
                <a:gd name="T27" fmla="*/ 0 h 52"/>
                <a:gd name="T28" fmla="*/ 2 w 8"/>
                <a:gd name="T29" fmla="*/ 2 h 52"/>
                <a:gd name="T30" fmla="*/ 2 w 8"/>
                <a:gd name="T31" fmla="*/ 7 h 52"/>
                <a:gd name="T32" fmla="*/ 3 w 8"/>
                <a:gd name="T33" fmla="*/ 10 h 52"/>
                <a:gd name="T34" fmla="*/ 3 w 8"/>
                <a:gd name="T35" fmla="*/ 9 h 52"/>
                <a:gd name="T36" fmla="*/ 3 w 8"/>
                <a:gd name="T37" fmla="*/ 7 h 52"/>
                <a:gd name="T38" fmla="*/ 3 w 8"/>
                <a:gd name="T39" fmla="*/ 8 h 52"/>
                <a:gd name="T40" fmla="*/ 3 w 8"/>
                <a:gd name="T41" fmla="*/ 12 h 52"/>
                <a:gd name="T42" fmla="*/ 3 w 8"/>
                <a:gd name="T43" fmla="*/ 19 h 52"/>
                <a:gd name="T44" fmla="*/ 3 w 8"/>
                <a:gd name="T45" fmla="*/ 22 h 52"/>
                <a:gd name="T46" fmla="*/ 4 w 8"/>
                <a:gd name="T47" fmla="*/ 22 h 52"/>
                <a:gd name="T48" fmla="*/ 4 w 8"/>
                <a:gd name="T49" fmla="*/ 22 h 52"/>
                <a:gd name="T50" fmla="*/ 4 w 8"/>
                <a:gd name="T51" fmla="*/ 24 h 52"/>
                <a:gd name="T52" fmla="*/ 4 w 8"/>
                <a:gd name="T53" fmla="*/ 27 h 52"/>
                <a:gd name="T54" fmla="*/ 4 w 8"/>
                <a:gd name="T55" fmla="*/ 31 h 52"/>
                <a:gd name="T56" fmla="*/ 4 w 8"/>
                <a:gd name="T57" fmla="*/ 36 h 52"/>
                <a:gd name="T58" fmla="*/ 4 w 8"/>
                <a:gd name="T59" fmla="*/ 39 h 52"/>
                <a:gd name="T60" fmla="*/ 5 w 8"/>
                <a:gd name="T61" fmla="*/ 41 h 52"/>
                <a:gd name="T62" fmla="*/ 5 w 8"/>
                <a:gd name="T63" fmla="*/ 42 h 52"/>
                <a:gd name="T64" fmla="*/ 5 w 8"/>
                <a:gd name="T65" fmla="*/ 46 h 52"/>
                <a:gd name="T66" fmla="*/ 5 w 8"/>
                <a:gd name="T67" fmla="*/ 47 h 52"/>
                <a:gd name="T68" fmla="*/ 5 w 8"/>
                <a:gd name="T69" fmla="*/ 49 h 52"/>
                <a:gd name="T70" fmla="*/ 6 w 8"/>
                <a:gd name="T71" fmla="*/ 52 h 52"/>
                <a:gd name="T72" fmla="*/ 6 w 8"/>
                <a:gd name="T73" fmla="*/ 51 h 52"/>
                <a:gd name="T74" fmla="*/ 6 w 8"/>
                <a:gd name="T75" fmla="*/ 46 h 52"/>
                <a:gd name="T76" fmla="*/ 6 w 8"/>
                <a:gd name="T77" fmla="*/ 42 h 52"/>
                <a:gd name="T78" fmla="*/ 6 w 8"/>
                <a:gd name="T79" fmla="*/ 38 h 52"/>
                <a:gd name="T80" fmla="*/ 6 w 8"/>
                <a:gd name="T81" fmla="*/ 32 h 52"/>
                <a:gd name="T82" fmla="*/ 7 w 8"/>
                <a:gd name="T83" fmla="*/ 29 h 52"/>
                <a:gd name="T84" fmla="*/ 7 w 8"/>
                <a:gd name="T85" fmla="*/ 30 h 52"/>
                <a:gd name="T86" fmla="*/ 7 w 8"/>
                <a:gd name="T87" fmla="*/ 32 h 52"/>
                <a:gd name="T88" fmla="*/ 7 w 8"/>
                <a:gd name="T89" fmla="*/ 28 h 52"/>
                <a:gd name="T90" fmla="*/ 7 w 8"/>
                <a:gd name="T91" fmla="*/ 24 h 52"/>
                <a:gd name="T92" fmla="*/ 8 w 8"/>
                <a:gd name="T93" fmla="*/ 27 h 52"/>
                <a:gd name="T94" fmla="*/ 8 w 8"/>
                <a:gd name="T95" fmla="*/ 34 h 52"/>
                <a:gd name="T96" fmla="*/ 8 w 8"/>
                <a:gd name="T97" fmla="*/ 34 h 52"/>
                <a:gd name="T98" fmla="*/ 8 w 8"/>
                <a:gd name="T99" fmla="*/ 37 h 52"/>
                <a:gd name="T100" fmla="*/ 8 w 8"/>
                <a:gd name="T101" fmla="*/ 39 h 52"/>
                <a:gd name="T102" fmla="*/ 8 w 8"/>
                <a:gd name="T103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52">
                  <a:moveTo>
                    <a:pt x="0" y="24"/>
                  </a:moveTo>
                  <a:lnTo>
                    <a:pt x="0" y="25"/>
                  </a:lnTo>
                  <a:lnTo>
                    <a:pt x="0" y="22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1" y="18"/>
                  </a:lnTo>
                  <a:lnTo>
                    <a:pt x="1" y="11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7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7"/>
                  </a:lnTo>
                  <a:lnTo>
                    <a:pt x="3" y="8"/>
                  </a:lnTo>
                  <a:lnTo>
                    <a:pt x="3" y="12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4" y="27"/>
                  </a:lnTo>
                  <a:lnTo>
                    <a:pt x="4" y="31"/>
                  </a:lnTo>
                  <a:lnTo>
                    <a:pt x="4" y="36"/>
                  </a:lnTo>
                  <a:lnTo>
                    <a:pt x="4" y="39"/>
                  </a:lnTo>
                  <a:lnTo>
                    <a:pt x="5" y="41"/>
                  </a:lnTo>
                  <a:lnTo>
                    <a:pt x="5" y="42"/>
                  </a:lnTo>
                  <a:lnTo>
                    <a:pt x="5" y="46"/>
                  </a:lnTo>
                  <a:lnTo>
                    <a:pt x="5" y="47"/>
                  </a:lnTo>
                  <a:lnTo>
                    <a:pt x="5" y="49"/>
                  </a:lnTo>
                  <a:lnTo>
                    <a:pt x="6" y="52"/>
                  </a:lnTo>
                  <a:lnTo>
                    <a:pt x="6" y="51"/>
                  </a:lnTo>
                  <a:lnTo>
                    <a:pt x="6" y="46"/>
                  </a:lnTo>
                  <a:lnTo>
                    <a:pt x="6" y="42"/>
                  </a:lnTo>
                  <a:lnTo>
                    <a:pt x="6" y="38"/>
                  </a:lnTo>
                  <a:lnTo>
                    <a:pt x="6" y="32"/>
                  </a:lnTo>
                  <a:lnTo>
                    <a:pt x="7" y="29"/>
                  </a:lnTo>
                  <a:lnTo>
                    <a:pt x="7" y="30"/>
                  </a:lnTo>
                  <a:lnTo>
                    <a:pt x="7" y="32"/>
                  </a:lnTo>
                  <a:lnTo>
                    <a:pt x="7" y="28"/>
                  </a:lnTo>
                  <a:lnTo>
                    <a:pt x="7" y="24"/>
                  </a:lnTo>
                  <a:lnTo>
                    <a:pt x="8" y="27"/>
                  </a:lnTo>
                  <a:lnTo>
                    <a:pt x="8" y="34"/>
                  </a:lnTo>
                  <a:lnTo>
                    <a:pt x="8" y="34"/>
                  </a:lnTo>
                  <a:lnTo>
                    <a:pt x="8" y="37"/>
                  </a:lnTo>
                  <a:lnTo>
                    <a:pt x="8" y="39"/>
                  </a:lnTo>
                  <a:lnTo>
                    <a:pt x="8" y="3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69" name="Freeform 713"/>
            <p:cNvSpPr/>
            <p:nvPr/>
          </p:nvSpPr>
          <p:spPr bwMode="auto">
            <a:xfrm>
              <a:off x="3186113" y="1943101"/>
              <a:ext cx="14288" cy="228600"/>
            </a:xfrm>
            <a:custGeom>
              <a:avLst/>
              <a:gdLst>
                <a:gd name="T0" fmla="*/ 0 w 9"/>
                <a:gd name="T1" fmla="*/ 9 h 144"/>
                <a:gd name="T2" fmla="*/ 0 w 9"/>
                <a:gd name="T3" fmla="*/ 3 h 144"/>
                <a:gd name="T4" fmla="*/ 0 w 9"/>
                <a:gd name="T5" fmla="*/ 0 h 144"/>
                <a:gd name="T6" fmla="*/ 1 w 9"/>
                <a:gd name="T7" fmla="*/ 10 h 144"/>
                <a:gd name="T8" fmla="*/ 1 w 9"/>
                <a:gd name="T9" fmla="*/ 21 h 144"/>
                <a:gd name="T10" fmla="*/ 1 w 9"/>
                <a:gd name="T11" fmla="*/ 20 h 144"/>
                <a:gd name="T12" fmla="*/ 1 w 9"/>
                <a:gd name="T13" fmla="*/ 21 h 144"/>
                <a:gd name="T14" fmla="*/ 1 w 9"/>
                <a:gd name="T15" fmla="*/ 31 h 144"/>
                <a:gd name="T16" fmla="*/ 1 w 9"/>
                <a:gd name="T17" fmla="*/ 39 h 144"/>
                <a:gd name="T18" fmla="*/ 1 w 9"/>
                <a:gd name="T19" fmla="*/ 44 h 144"/>
                <a:gd name="T20" fmla="*/ 2 w 9"/>
                <a:gd name="T21" fmla="*/ 54 h 144"/>
                <a:gd name="T22" fmla="*/ 2 w 9"/>
                <a:gd name="T23" fmla="*/ 64 h 144"/>
                <a:gd name="T24" fmla="*/ 2 w 9"/>
                <a:gd name="T25" fmla="*/ 64 h 144"/>
                <a:gd name="T26" fmla="*/ 2 w 9"/>
                <a:gd name="T27" fmla="*/ 63 h 144"/>
                <a:gd name="T28" fmla="*/ 3 w 9"/>
                <a:gd name="T29" fmla="*/ 72 h 144"/>
                <a:gd name="T30" fmla="*/ 3 w 9"/>
                <a:gd name="T31" fmla="*/ 81 h 144"/>
                <a:gd name="T32" fmla="*/ 3 w 9"/>
                <a:gd name="T33" fmla="*/ 79 h 144"/>
                <a:gd name="T34" fmla="*/ 3 w 9"/>
                <a:gd name="T35" fmla="*/ 78 h 144"/>
                <a:gd name="T36" fmla="*/ 3 w 9"/>
                <a:gd name="T37" fmla="*/ 88 h 144"/>
                <a:gd name="T38" fmla="*/ 3 w 9"/>
                <a:gd name="T39" fmla="*/ 97 h 144"/>
                <a:gd name="T40" fmla="*/ 3 w 9"/>
                <a:gd name="T41" fmla="*/ 94 h 144"/>
                <a:gd name="T42" fmla="*/ 4 w 9"/>
                <a:gd name="T43" fmla="*/ 94 h 144"/>
                <a:gd name="T44" fmla="*/ 4 w 9"/>
                <a:gd name="T45" fmla="*/ 101 h 144"/>
                <a:gd name="T46" fmla="*/ 4 w 9"/>
                <a:gd name="T47" fmla="*/ 103 h 144"/>
                <a:gd name="T48" fmla="*/ 4 w 9"/>
                <a:gd name="T49" fmla="*/ 103 h 144"/>
                <a:gd name="T50" fmla="*/ 4 w 9"/>
                <a:gd name="T51" fmla="*/ 108 h 144"/>
                <a:gd name="T52" fmla="*/ 5 w 9"/>
                <a:gd name="T53" fmla="*/ 112 h 144"/>
                <a:gd name="T54" fmla="*/ 5 w 9"/>
                <a:gd name="T55" fmla="*/ 107 h 144"/>
                <a:gd name="T56" fmla="*/ 5 w 9"/>
                <a:gd name="T57" fmla="*/ 103 h 144"/>
                <a:gd name="T58" fmla="*/ 5 w 9"/>
                <a:gd name="T59" fmla="*/ 112 h 144"/>
                <a:gd name="T60" fmla="*/ 5 w 9"/>
                <a:gd name="T61" fmla="*/ 119 h 144"/>
                <a:gd name="T62" fmla="*/ 5 w 9"/>
                <a:gd name="T63" fmla="*/ 116 h 144"/>
                <a:gd name="T64" fmla="*/ 5 w 9"/>
                <a:gd name="T65" fmla="*/ 115 h 144"/>
                <a:gd name="T66" fmla="*/ 6 w 9"/>
                <a:gd name="T67" fmla="*/ 121 h 144"/>
                <a:gd name="T68" fmla="*/ 6 w 9"/>
                <a:gd name="T69" fmla="*/ 119 h 144"/>
                <a:gd name="T70" fmla="*/ 6 w 9"/>
                <a:gd name="T71" fmla="*/ 113 h 144"/>
                <a:gd name="T72" fmla="*/ 6 w 9"/>
                <a:gd name="T73" fmla="*/ 119 h 144"/>
                <a:gd name="T74" fmla="*/ 6 w 9"/>
                <a:gd name="T75" fmla="*/ 122 h 144"/>
                <a:gd name="T76" fmla="*/ 6 w 9"/>
                <a:gd name="T77" fmla="*/ 112 h 144"/>
                <a:gd name="T78" fmla="*/ 6 w 9"/>
                <a:gd name="T79" fmla="*/ 107 h 144"/>
                <a:gd name="T80" fmla="*/ 7 w 9"/>
                <a:gd name="T81" fmla="*/ 109 h 144"/>
                <a:gd name="T82" fmla="*/ 7 w 9"/>
                <a:gd name="T83" fmla="*/ 110 h 144"/>
                <a:gd name="T84" fmla="*/ 7 w 9"/>
                <a:gd name="T85" fmla="*/ 112 h 144"/>
                <a:gd name="T86" fmla="*/ 7 w 9"/>
                <a:gd name="T87" fmla="*/ 116 h 144"/>
                <a:gd name="T88" fmla="*/ 8 w 9"/>
                <a:gd name="T89" fmla="*/ 118 h 144"/>
                <a:gd name="T90" fmla="*/ 8 w 9"/>
                <a:gd name="T91" fmla="*/ 118 h 144"/>
                <a:gd name="T92" fmla="*/ 8 w 9"/>
                <a:gd name="T93" fmla="*/ 122 h 144"/>
                <a:gd name="T94" fmla="*/ 8 w 9"/>
                <a:gd name="T95" fmla="*/ 132 h 144"/>
                <a:gd name="T96" fmla="*/ 8 w 9"/>
                <a:gd name="T97" fmla="*/ 140 h 144"/>
                <a:gd name="T98" fmla="*/ 8 w 9"/>
                <a:gd name="T99" fmla="*/ 140 h 144"/>
                <a:gd name="T100" fmla="*/ 8 w 9"/>
                <a:gd name="T101" fmla="*/ 137 h 144"/>
                <a:gd name="T102" fmla="*/ 9 w 9"/>
                <a:gd name="T103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44">
                  <a:moveTo>
                    <a:pt x="0" y="9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1" y="10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1" y="31"/>
                  </a:lnTo>
                  <a:lnTo>
                    <a:pt x="1" y="39"/>
                  </a:lnTo>
                  <a:lnTo>
                    <a:pt x="1" y="44"/>
                  </a:lnTo>
                  <a:lnTo>
                    <a:pt x="2" y="54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3" y="72"/>
                  </a:lnTo>
                  <a:lnTo>
                    <a:pt x="3" y="81"/>
                  </a:lnTo>
                  <a:lnTo>
                    <a:pt x="3" y="79"/>
                  </a:lnTo>
                  <a:lnTo>
                    <a:pt x="3" y="78"/>
                  </a:lnTo>
                  <a:lnTo>
                    <a:pt x="3" y="88"/>
                  </a:lnTo>
                  <a:lnTo>
                    <a:pt x="3" y="97"/>
                  </a:lnTo>
                  <a:lnTo>
                    <a:pt x="3" y="94"/>
                  </a:lnTo>
                  <a:lnTo>
                    <a:pt x="4" y="94"/>
                  </a:lnTo>
                  <a:lnTo>
                    <a:pt x="4" y="101"/>
                  </a:lnTo>
                  <a:lnTo>
                    <a:pt x="4" y="103"/>
                  </a:lnTo>
                  <a:lnTo>
                    <a:pt x="4" y="103"/>
                  </a:lnTo>
                  <a:lnTo>
                    <a:pt x="4" y="108"/>
                  </a:lnTo>
                  <a:lnTo>
                    <a:pt x="5" y="112"/>
                  </a:lnTo>
                  <a:lnTo>
                    <a:pt x="5" y="107"/>
                  </a:lnTo>
                  <a:lnTo>
                    <a:pt x="5" y="103"/>
                  </a:lnTo>
                  <a:lnTo>
                    <a:pt x="5" y="112"/>
                  </a:lnTo>
                  <a:lnTo>
                    <a:pt x="5" y="119"/>
                  </a:lnTo>
                  <a:lnTo>
                    <a:pt x="5" y="116"/>
                  </a:lnTo>
                  <a:lnTo>
                    <a:pt x="5" y="115"/>
                  </a:lnTo>
                  <a:lnTo>
                    <a:pt x="6" y="121"/>
                  </a:lnTo>
                  <a:lnTo>
                    <a:pt x="6" y="119"/>
                  </a:lnTo>
                  <a:lnTo>
                    <a:pt x="6" y="113"/>
                  </a:lnTo>
                  <a:lnTo>
                    <a:pt x="6" y="119"/>
                  </a:lnTo>
                  <a:lnTo>
                    <a:pt x="6" y="122"/>
                  </a:lnTo>
                  <a:lnTo>
                    <a:pt x="6" y="112"/>
                  </a:lnTo>
                  <a:lnTo>
                    <a:pt x="6" y="107"/>
                  </a:lnTo>
                  <a:lnTo>
                    <a:pt x="7" y="109"/>
                  </a:lnTo>
                  <a:lnTo>
                    <a:pt x="7" y="110"/>
                  </a:lnTo>
                  <a:lnTo>
                    <a:pt x="7" y="112"/>
                  </a:lnTo>
                  <a:lnTo>
                    <a:pt x="7" y="116"/>
                  </a:lnTo>
                  <a:lnTo>
                    <a:pt x="8" y="118"/>
                  </a:lnTo>
                  <a:lnTo>
                    <a:pt x="8" y="118"/>
                  </a:lnTo>
                  <a:lnTo>
                    <a:pt x="8" y="122"/>
                  </a:lnTo>
                  <a:lnTo>
                    <a:pt x="8" y="132"/>
                  </a:lnTo>
                  <a:lnTo>
                    <a:pt x="8" y="140"/>
                  </a:lnTo>
                  <a:lnTo>
                    <a:pt x="8" y="140"/>
                  </a:lnTo>
                  <a:lnTo>
                    <a:pt x="8" y="137"/>
                  </a:lnTo>
                  <a:lnTo>
                    <a:pt x="9" y="14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70" name="Freeform 714"/>
            <p:cNvSpPr/>
            <p:nvPr/>
          </p:nvSpPr>
          <p:spPr bwMode="auto">
            <a:xfrm>
              <a:off x="3198813" y="1924051"/>
              <a:ext cx="14288" cy="303213"/>
            </a:xfrm>
            <a:custGeom>
              <a:avLst/>
              <a:gdLst>
                <a:gd name="T0" fmla="*/ 0 w 9"/>
                <a:gd name="T1" fmla="*/ 149 h 191"/>
                <a:gd name="T2" fmla="*/ 1 w 9"/>
                <a:gd name="T3" fmla="*/ 156 h 191"/>
                <a:gd name="T4" fmla="*/ 1 w 9"/>
                <a:gd name="T5" fmla="*/ 163 h 191"/>
                <a:gd name="T6" fmla="*/ 1 w 9"/>
                <a:gd name="T7" fmla="*/ 159 h 191"/>
                <a:gd name="T8" fmla="*/ 1 w 9"/>
                <a:gd name="T9" fmla="*/ 150 h 191"/>
                <a:gd name="T10" fmla="*/ 1 w 9"/>
                <a:gd name="T11" fmla="*/ 150 h 191"/>
                <a:gd name="T12" fmla="*/ 2 w 9"/>
                <a:gd name="T13" fmla="*/ 153 h 191"/>
                <a:gd name="T14" fmla="*/ 2 w 9"/>
                <a:gd name="T15" fmla="*/ 159 h 191"/>
                <a:gd name="T16" fmla="*/ 2 w 9"/>
                <a:gd name="T17" fmla="*/ 172 h 191"/>
                <a:gd name="T18" fmla="*/ 2 w 9"/>
                <a:gd name="T19" fmla="*/ 178 h 191"/>
                <a:gd name="T20" fmla="*/ 2 w 9"/>
                <a:gd name="T21" fmla="*/ 170 h 191"/>
                <a:gd name="T22" fmla="*/ 2 w 9"/>
                <a:gd name="T23" fmla="*/ 169 h 191"/>
                <a:gd name="T24" fmla="*/ 2 w 9"/>
                <a:gd name="T25" fmla="*/ 183 h 191"/>
                <a:gd name="T26" fmla="*/ 3 w 9"/>
                <a:gd name="T27" fmla="*/ 191 h 191"/>
                <a:gd name="T28" fmla="*/ 3 w 9"/>
                <a:gd name="T29" fmla="*/ 182 h 191"/>
                <a:gd name="T30" fmla="*/ 3 w 9"/>
                <a:gd name="T31" fmla="*/ 169 h 191"/>
                <a:gd name="T32" fmla="*/ 3 w 9"/>
                <a:gd name="T33" fmla="*/ 159 h 191"/>
                <a:gd name="T34" fmla="*/ 3 w 9"/>
                <a:gd name="T35" fmla="*/ 152 h 191"/>
                <a:gd name="T36" fmla="*/ 3 w 9"/>
                <a:gd name="T37" fmla="*/ 146 h 191"/>
                <a:gd name="T38" fmla="*/ 4 w 9"/>
                <a:gd name="T39" fmla="*/ 149 h 191"/>
                <a:gd name="T40" fmla="*/ 4 w 9"/>
                <a:gd name="T41" fmla="*/ 149 h 191"/>
                <a:gd name="T42" fmla="*/ 4 w 9"/>
                <a:gd name="T43" fmla="*/ 137 h 191"/>
                <a:gd name="T44" fmla="*/ 4 w 9"/>
                <a:gd name="T45" fmla="*/ 134 h 191"/>
                <a:gd name="T46" fmla="*/ 4 w 9"/>
                <a:gd name="T47" fmla="*/ 137 h 191"/>
                <a:gd name="T48" fmla="*/ 5 w 9"/>
                <a:gd name="T49" fmla="*/ 121 h 191"/>
                <a:gd name="T50" fmla="*/ 5 w 9"/>
                <a:gd name="T51" fmla="*/ 101 h 191"/>
                <a:gd name="T52" fmla="*/ 5 w 9"/>
                <a:gd name="T53" fmla="*/ 94 h 191"/>
                <a:gd name="T54" fmla="*/ 5 w 9"/>
                <a:gd name="T55" fmla="*/ 82 h 191"/>
                <a:gd name="T56" fmla="*/ 5 w 9"/>
                <a:gd name="T57" fmla="*/ 63 h 191"/>
                <a:gd name="T58" fmla="*/ 5 w 9"/>
                <a:gd name="T59" fmla="*/ 55 h 191"/>
                <a:gd name="T60" fmla="*/ 5 w 9"/>
                <a:gd name="T61" fmla="*/ 48 h 191"/>
                <a:gd name="T62" fmla="*/ 6 w 9"/>
                <a:gd name="T63" fmla="*/ 38 h 191"/>
                <a:gd name="T64" fmla="*/ 6 w 9"/>
                <a:gd name="T65" fmla="*/ 36 h 191"/>
                <a:gd name="T66" fmla="*/ 6 w 9"/>
                <a:gd name="T67" fmla="*/ 39 h 191"/>
                <a:gd name="T68" fmla="*/ 6 w 9"/>
                <a:gd name="T69" fmla="*/ 36 h 191"/>
                <a:gd name="T70" fmla="*/ 7 w 9"/>
                <a:gd name="T71" fmla="*/ 29 h 191"/>
                <a:gd name="T72" fmla="*/ 7 w 9"/>
                <a:gd name="T73" fmla="*/ 28 h 191"/>
                <a:gd name="T74" fmla="*/ 7 w 9"/>
                <a:gd name="T75" fmla="*/ 29 h 191"/>
                <a:gd name="T76" fmla="*/ 7 w 9"/>
                <a:gd name="T77" fmla="*/ 21 h 191"/>
                <a:gd name="T78" fmla="*/ 7 w 9"/>
                <a:gd name="T79" fmla="*/ 10 h 191"/>
                <a:gd name="T80" fmla="*/ 7 w 9"/>
                <a:gd name="T81" fmla="*/ 12 h 191"/>
                <a:gd name="T82" fmla="*/ 7 w 9"/>
                <a:gd name="T83" fmla="*/ 15 h 191"/>
                <a:gd name="T84" fmla="*/ 8 w 9"/>
                <a:gd name="T85" fmla="*/ 10 h 191"/>
                <a:gd name="T86" fmla="*/ 8 w 9"/>
                <a:gd name="T87" fmla="*/ 6 h 191"/>
                <a:gd name="T88" fmla="*/ 8 w 9"/>
                <a:gd name="T89" fmla="*/ 4 h 191"/>
                <a:gd name="T90" fmla="*/ 8 w 9"/>
                <a:gd name="T91" fmla="*/ 0 h 191"/>
                <a:gd name="T92" fmla="*/ 8 w 9"/>
                <a:gd name="T93" fmla="*/ 4 h 191"/>
                <a:gd name="T94" fmla="*/ 8 w 9"/>
                <a:gd name="T95" fmla="*/ 13 h 191"/>
                <a:gd name="T96" fmla="*/ 8 w 9"/>
                <a:gd name="T97" fmla="*/ 14 h 191"/>
                <a:gd name="T98" fmla="*/ 9 w 9"/>
                <a:gd name="T99" fmla="*/ 10 h 191"/>
                <a:gd name="T100" fmla="*/ 9 w 9"/>
                <a:gd name="T101" fmla="*/ 10 h 191"/>
                <a:gd name="T102" fmla="*/ 9 w 9"/>
                <a:gd name="T103" fmla="*/ 18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91">
                  <a:moveTo>
                    <a:pt x="0" y="149"/>
                  </a:moveTo>
                  <a:lnTo>
                    <a:pt x="1" y="156"/>
                  </a:lnTo>
                  <a:lnTo>
                    <a:pt x="1" y="163"/>
                  </a:lnTo>
                  <a:lnTo>
                    <a:pt x="1" y="159"/>
                  </a:lnTo>
                  <a:lnTo>
                    <a:pt x="1" y="150"/>
                  </a:lnTo>
                  <a:lnTo>
                    <a:pt x="1" y="150"/>
                  </a:lnTo>
                  <a:lnTo>
                    <a:pt x="2" y="153"/>
                  </a:lnTo>
                  <a:lnTo>
                    <a:pt x="2" y="159"/>
                  </a:lnTo>
                  <a:lnTo>
                    <a:pt x="2" y="172"/>
                  </a:lnTo>
                  <a:lnTo>
                    <a:pt x="2" y="178"/>
                  </a:lnTo>
                  <a:lnTo>
                    <a:pt x="2" y="170"/>
                  </a:lnTo>
                  <a:lnTo>
                    <a:pt x="2" y="169"/>
                  </a:lnTo>
                  <a:lnTo>
                    <a:pt x="2" y="183"/>
                  </a:lnTo>
                  <a:lnTo>
                    <a:pt x="3" y="191"/>
                  </a:lnTo>
                  <a:lnTo>
                    <a:pt x="3" y="182"/>
                  </a:lnTo>
                  <a:lnTo>
                    <a:pt x="3" y="169"/>
                  </a:lnTo>
                  <a:lnTo>
                    <a:pt x="3" y="159"/>
                  </a:lnTo>
                  <a:lnTo>
                    <a:pt x="3" y="152"/>
                  </a:lnTo>
                  <a:lnTo>
                    <a:pt x="3" y="146"/>
                  </a:lnTo>
                  <a:lnTo>
                    <a:pt x="4" y="149"/>
                  </a:lnTo>
                  <a:lnTo>
                    <a:pt x="4" y="149"/>
                  </a:lnTo>
                  <a:lnTo>
                    <a:pt x="4" y="137"/>
                  </a:lnTo>
                  <a:lnTo>
                    <a:pt x="4" y="134"/>
                  </a:lnTo>
                  <a:lnTo>
                    <a:pt x="4" y="137"/>
                  </a:lnTo>
                  <a:lnTo>
                    <a:pt x="5" y="121"/>
                  </a:lnTo>
                  <a:lnTo>
                    <a:pt x="5" y="101"/>
                  </a:lnTo>
                  <a:lnTo>
                    <a:pt x="5" y="94"/>
                  </a:lnTo>
                  <a:lnTo>
                    <a:pt x="5" y="82"/>
                  </a:lnTo>
                  <a:lnTo>
                    <a:pt x="5" y="63"/>
                  </a:lnTo>
                  <a:lnTo>
                    <a:pt x="5" y="55"/>
                  </a:lnTo>
                  <a:lnTo>
                    <a:pt x="5" y="48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9"/>
                  </a:lnTo>
                  <a:lnTo>
                    <a:pt x="6" y="36"/>
                  </a:lnTo>
                  <a:lnTo>
                    <a:pt x="7" y="29"/>
                  </a:lnTo>
                  <a:lnTo>
                    <a:pt x="7" y="28"/>
                  </a:lnTo>
                  <a:lnTo>
                    <a:pt x="7" y="29"/>
                  </a:lnTo>
                  <a:lnTo>
                    <a:pt x="7" y="21"/>
                  </a:lnTo>
                  <a:lnTo>
                    <a:pt x="7" y="10"/>
                  </a:lnTo>
                  <a:lnTo>
                    <a:pt x="7" y="12"/>
                  </a:lnTo>
                  <a:lnTo>
                    <a:pt x="7" y="15"/>
                  </a:lnTo>
                  <a:lnTo>
                    <a:pt x="8" y="10"/>
                  </a:lnTo>
                  <a:lnTo>
                    <a:pt x="8" y="6"/>
                  </a:lnTo>
                  <a:lnTo>
                    <a:pt x="8" y="4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13"/>
                  </a:lnTo>
                  <a:lnTo>
                    <a:pt x="8" y="14"/>
                  </a:lnTo>
                  <a:lnTo>
                    <a:pt x="9" y="10"/>
                  </a:lnTo>
                  <a:lnTo>
                    <a:pt x="9" y="10"/>
                  </a:lnTo>
                  <a:lnTo>
                    <a:pt x="9" y="1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71" name="Freeform 715"/>
            <p:cNvSpPr/>
            <p:nvPr/>
          </p:nvSpPr>
          <p:spPr bwMode="auto">
            <a:xfrm>
              <a:off x="3213100" y="1925639"/>
              <a:ext cx="12700" cy="65088"/>
            </a:xfrm>
            <a:custGeom>
              <a:avLst/>
              <a:gdLst>
                <a:gd name="T0" fmla="*/ 0 w 8"/>
                <a:gd name="T1" fmla="*/ 9 h 41"/>
                <a:gd name="T2" fmla="*/ 0 w 8"/>
                <a:gd name="T3" fmla="*/ 17 h 41"/>
                <a:gd name="T4" fmla="*/ 0 w 8"/>
                <a:gd name="T5" fmla="*/ 24 h 41"/>
                <a:gd name="T6" fmla="*/ 0 w 8"/>
                <a:gd name="T7" fmla="*/ 22 h 41"/>
                <a:gd name="T8" fmla="*/ 1 w 8"/>
                <a:gd name="T9" fmla="*/ 19 h 41"/>
                <a:gd name="T10" fmla="*/ 1 w 8"/>
                <a:gd name="T11" fmla="*/ 22 h 41"/>
                <a:gd name="T12" fmla="*/ 1 w 8"/>
                <a:gd name="T13" fmla="*/ 22 h 41"/>
                <a:gd name="T14" fmla="*/ 1 w 8"/>
                <a:gd name="T15" fmla="*/ 19 h 41"/>
                <a:gd name="T16" fmla="*/ 1 w 8"/>
                <a:gd name="T17" fmla="*/ 19 h 41"/>
                <a:gd name="T18" fmla="*/ 1 w 8"/>
                <a:gd name="T19" fmla="*/ 18 h 41"/>
                <a:gd name="T20" fmla="*/ 1 w 8"/>
                <a:gd name="T21" fmla="*/ 20 h 41"/>
                <a:gd name="T22" fmla="*/ 2 w 8"/>
                <a:gd name="T23" fmla="*/ 28 h 41"/>
                <a:gd name="T24" fmla="*/ 2 w 8"/>
                <a:gd name="T25" fmla="*/ 29 h 41"/>
                <a:gd name="T26" fmla="*/ 2 w 8"/>
                <a:gd name="T27" fmla="*/ 22 h 41"/>
                <a:gd name="T28" fmla="*/ 2 w 8"/>
                <a:gd name="T29" fmla="*/ 18 h 41"/>
                <a:gd name="T30" fmla="*/ 3 w 8"/>
                <a:gd name="T31" fmla="*/ 22 h 41"/>
                <a:gd name="T32" fmla="*/ 3 w 8"/>
                <a:gd name="T33" fmla="*/ 27 h 41"/>
                <a:gd name="T34" fmla="*/ 3 w 8"/>
                <a:gd name="T35" fmla="*/ 27 h 41"/>
                <a:gd name="T36" fmla="*/ 3 w 8"/>
                <a:gd name="T37" fmla="*/ 19 h 41"/>
                <a:gd name="T38" fmla="*/ 3 w 8"/>
                <a:gd name="T39" fmla="*/ 12 h 41"/>
                <a:gd name="T40" fmla="*/ 3 w 8"/>
                <a:gd name="T41" fmla="*/ 10 h 41"/>
                <a:gd name="T42" fmla="*/ 3 w 8"/>
                <a:gd name="T43" fmla="*/ 11 h 41"/>
                <a:gd name="T44" fmla="*/ 4 w 8"/>
                <a:gd name="T45" fmla="*/ 10 h 41"/>
                <a:gd name="T46" fmla="*/ 4 w 8"/>
                <a:gd name="T47" fmla="*/ 9 h 41"/>
                <a:gd name="T48" fmla="*/ 4 w 8"/>
                <a:gd name="T49" fmla="*/ 6 h 41"/>
                <a:gd name="T50" fmla="*/ 4 w 8"/>
                <a:gd name="T51" fmla="*/ 0 h 41"/>
                <a:gd name="T52" fmla="*/ 4 w 8"/>
                <a:gd name="T53" fmla="*/ 1 h 41"/>
                <a:gd name="T54" fmla="*/ 4 w 8"/>
                <a:gd name="T55" fmla="*/ 6 h 41"/>
                <a:gd name="T56" fmla="*/ 4 w 8"/>
                <a:gd name="T57" fmla="*/ 8 h 41"/>
                <a:gd name="T58" fmla="*/ 5 w 8"/>
                <a:gd name="T59" fmla="*/ 9 h 41"/>
                <a:gd name="T60" fmla="*/ 5 w 8"/>
                <a:gd name="T61" fmla="*/ 11 h 41"/>
                <a:gd name="T62" fmla="*/ 5 w 8"/>
                <a:gd name="T63" fmla="*/ 8 h 41"/>
                <a:gd name="T64" fmla="*/ 5 w 8"/>
                <a:gd name="T65" fmla="*/ 7 h 41"/>
                <a:gd name="T66" fmla="*/ 5 w 8"/>
                <a:gd name="T67" fmla="*/ 15 h 41"/>
                <a:gd name="T68" fmla="*/ 6 w 8"/>
                <a:gd name="T69" fmla="*/ 23 h 41"/>
                <a:gd name="T70" fmla="*/ 6 w 8"/>
                <a:gd name="T71" fmla="*/ 23 h 41"/>
                <a:gd name="T72" fmla="*/ 6 w 8"/>
                <a:gd name="T73" fmla="*/ 22 h 41"/>
                <a:gd name="T74" fmla="*/ 6 w 8"/>
                <a:gd name="T75" fmla="*/ 24 h 41"/>
                <a:gd name="T76" fmla="*/ 6 w 8"/>
                <a:gd name="T77" fmla="*/ 30 h 41"/>
                <a:gd name="T78" fmla="*/ 6 w 8"/>
                <a:gd name="T79" fmla="*/ 38 h 41"/>
                <a:gd name="T80" fmla="*/ 6 w 8"/>
                <a:gd name="T81" fmla="*/ 41 h 41"/>
                <a:gd name="T82" fmla="*/ 7 w 8"/>
                <a:gd name="T83" fmla="*/ 41 h 41"/>
                <a:gd name="T84" fmla="*/ 7 w 8"/>
                <a:gd name="T85" fmla="*/ 41 h 41"/>
                <a:gd name="T86" fmla="*/ 7 w 8"/>
                <a:gd name="T87" fmla="*/ 40 h 41"/>
                <a:gd name="T88" fmla="*/ 7 w 8"/>
                <a:gd name="T89" fmla="*/ 39 h 41"/>
                <a:gd name="T90" fmla="*/ 8 w 8"/>
                <a:gd name="T91" fmla="*/ 38 h 41"/>
                <a:gd name="T92" fmla="*/ 8 w 8"/>
                <a:gd name="T93" fmla="*/ 31 h 41"/>
                <a:gd name="T94" fmla="*/ 8 w 8"/>
                <a:gd name="T95" fmla="*/ 27 h 41"/>
                <a:gd name="T96" fmla="*/ 8 w 8"/>
                <a:gd name="T97" fmla="*/ 30 h 41"/>
                <a:gd name="T98" fmla="*/ 8 w 8"/>
                <a:gd name="T99" fmla="*/ 30 h 41"/>
                <a:gd name="T100" fmla="*/ 8 w 8"/>
                <a:gd name="T101" fmla="*/ 29 h 41"/>
                <a:gd name="T102" fmla="*/ 8 w 8"/>
                <a:gd name="T103" fmla="*/ 3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1">
                  <a:moveTo>
                    <a:pt x="0" y="9"/>
                  </a:moveTo>
                  <a:lnTo>
                    <a:pt x="0" y="17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1" y="19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9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2" y="28"/>
                  </a:lnTo>
                  <a:lnTo>
                    <a:pt x="2" y="29"/>
                  </a:lnTo>
                  <a:lnTo>
                    <a:pt x="2" y="22"/>
                  </a:lnTo>
                  <a:lnTo>
                    <a:pt x="2" y="18"/>
                  </a:lnTo>
                  <a:lnTo>
                    <a:pt x="3" y="22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3" y="19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4" y="10"/>
                  </a:lnTo>
                  <a:lnTo>
                    <a:pt x="4" y="9"/>
                  </a:lnTo>
                  <a:lnTo>
                    <a:pt x="4" y="6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6"/>
                  </a:lnTo>
                  <a:lnTo>
                    <a:pt x="4" y="8"/>
                  </a:lnTo>
                  <a:lnTo>
                    <a:pt x="5" y="9"/>
                  </a:lnTo>
                  <a:lnTo>
                    <a:pt x="5" y="11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15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6" y="22"/>
                  </a:lnTo>
                  <a:lnTo>
                    <a:pt x="6" y="24"/>
                  </a:lnTo>
                  <a:lnTo>
                    <a:pt x="6" y="30"/>
                  </a:lnTo>
                  <a:lnTo>
                    <a:pt x="6" y="38"/>
                  </a:lnTo>
                  <a:lnTo>
                    <a:pt x="6" y="41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7" y="40"/>
                  </a:lnTo>
                  <a:lnTo>
                    <a:pt x="7" y="39"/>
                  </a:lnTo>
                  <a:lnTo>
                    <a:pt x="8" y="38"/>
                  </a:lnTo>
                  <a:lnTo>
                    <a:pt x="8" y="31"/>
                  </a:lnTo>
                  <a:lnTo>
                    <a:pt x="8" y="27"/>
                  </a:lnTo>
                  <a:lnTo>
                    <a:pt x="8" y="30"/>
                  </a:lnTo>
                  <a:lnTo>
                    <a:pt x="8" y="30"/>
                  </a:lnTo>
                  <a:lnTo>
                    <a:pt x="8" y="29"/>
                  </a:lnTo>
                  <a:lnTo>
                    <a:pt x="8" y="3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72" name="Freeform 716"/>
            <p:cNvSpPr/>
            <p:nvPr/>
          </p:nvSpPr>
          <p:spPr bwMode="auto">
            <a:xfrm>
              <a:off x="3225800" y="1892301"/>
              <a:ext cx="14288" cy="88900"/>
            </a:xfrm>
            <a:custGeom>
              <a:avLst/>
              <a:gdLst>
                <a:gd name="T0" fmla="*/ 0 w 9"/>
                <a:gd name="T1" fmla="*/ 50 h 56"/>
                <a:gd name="T2" fmla="*/ 0 w 9"/>
                <a:gd name="T3" fmla="*/ 54 h 56"/>
                <a:gd name="T4" fmla="*/ 1 w 9"/>
                <a:gd name="T5" fmla="*/ 56 h 56"/>
                <a:gd name="T6" fmla="*/ 1 w 9"/>
                <a:gd name="T7" fmla="*/ 53 h 56"/>
                <a:gd name="T8" fmla="*/ 1 w 9"/>
                <a:gd name="T9" fmla="*/ 53 h 56"/>
                <a:gd name="T10" fmla="*/ 1 w 9"/>
                <a:gd name="T11" fmla="*/ 52 h 56"/>
                <a:gd name="T12" fmla="*/ 1 w 9"/>
                <a:gd name="T13" fmla="*/ 47 h 56"/>
                <a:gd name="T14" fmla="*/ 1 w 9"/>
                <a:gd name="T15" fmla="*/ 42 h 56"/>
                <a:gd name="T16" fmla="*/ 1 w 9"/>
                <a:gd name="T17" fmla="*/ 33 h 56"/>
                <a:gd name="T18" fmla="*/ 2 w 9"/>
                <a:gd name="T19" fmla="*/ 22 h 56"/>
                <a:gd name="T20" fmla="*/ 2 w 9"/>
                <a:gd name="T21" fmla="*/ 15 h 56"/>
                <a:gd name="T22" fmla="*/ 2 w 9"/>
                <a:gd name="T23" fmla="*/ 13 h 56"/>
                <a:gd name="T24" fmla="*/ 2 w 9"/>
                <a:gd name="T25" fmla="*/ 11 h 56"/>
                <a:gd name="T26" fmla="*/ 3 w 9"/>
                <a:gd name="T27" fmla="*/ 8 h 56"/>
                <a:gd name="T28" fmla="*/ 3 w 9"/>
                <a:gd name="T29" fmla="*/ 4 h 56"/>
                <a:gd name="T30" fmla="*/ 3 w 9"/>
                <a:gd name="T31" fmla="*/ 0 h 56"/>
                <a:gd name="T32" fmla="*/ 3 w 9"/>
                <a:gd name="T33" fmla="*/ 1 h 56"/>
                <a:gd name="T34" fmla="*/ 3 w 9"/>
                <a:gd name="T35" fmla="*/ 2 h 56"/>
                <a:gd name="T36" fmla="*/ 3 w 9"/>
                <a:gd name="T37" fmla="*/ 1 h 56"/>
                <a:gd name="T38" fmla="*/ 3 w 9"/>
                <a:gd name="T39" fmla="*/ 1 h 56"/>
                <a:gd name="T40" fmla="*/ 4 w 9"/>
                <a:gd name="T41" fmla="*/ 2 h 56"/>
                <a:gd name="T42" fmla="*/ 4 w 9"/>
                <a:gd name="T43" fmla="*/ 2 h 56"/>
                <a:gd name="T44" fmla="*/ 4 w 9"/>
                <a:gd name="T45" fmla="*/ 2 h 56"/>
                <a:gd name="T46" fmla="*/ 4 w 9"/>
                <a:gd name="T47" fmla="*/ 4 h 56"/>
                <a:gd name="T48" fmla="*/ 4 w 9"/>
                <a:gd name="T49" fmla="*/ 6 h 56"/>
                <a:gd name="T50" fmla="*/ 5 w 9"/>
                <a:gd name="T51" fmla="*/ 10 h 56"/>
                <a:gd name="T52" fmla="*/ 5 w 9"/>
                <a:gd name="T53" fmla="*/ 10 h 56"/>
                <a:gd name="T54" fmla="*/ 5 w 9"/>
                <a:gd name="T55" fmla="*/ 8 h 56"/>
                <a:gd name="T56" fmla="*/ 5 w 9"/>
                <a:gd name="T57" fmla="*/ 7 h 56"/>
                <a:gd name="T58" fmla="*/ 5 w 9"/>
                <a:gd name="T59" fmla="*/ 7 h 56"/>
                <a:gd name="T60" fmla="*/ 5 w 9"/>
                <a:gd name="T61" fmla="*/ 11 h 56"/>
                <a:gd name="T62" fmla="*/ 5 w 9"/>
                <a:gd name="T63" fmla="*/ 17 h 56"/>
                <a:gd name="T64" fmla="*/ 6 w 9"/>
                <a:gd name="T65" fmla="*/ 18 h 56"/>
                <a:gd name="T66" fmla="*/ 6 w 9"/>
                <a:gd name="T67" fmla="*/ 16 h 56"/>
                <a:gd name="T68" fmla="*/ 6 w 9"/>
                <a:gd name="T69" fmla="*/ 18 h 56"/>
                <a:gd name="T70" fmla="*/ 6 w 9"/>
                <a:gd name="T71" fmla="*/ 21 h 56"/>
                <a:gd name="T72" fmla="*/ 7 w 9"/>
                <a:gd name="T73" fmla="*/ 22 h 56"/>
                <a:gd name="T74" fmla="*/ 7 w 9"/>
                <a:gd name="T75" fmla="*/ 24 h 56"/>
                <a:gd name="T76" fmla="*/ 7 w 9"/>
                <a:gd name="T77" fmla="*/ 24 h 56"/>
                <a:gd name="T78" fmla="*/ 7 w 9"/>
                <a:gd name="T79" fmla="*/ 22 h 56"/>
                <a:gd name="T80" fmla="*/ 7 w 9"/>
                <a:gd name="T81" fmla="*/ 24 h 56"/>
                <a:gd name="T82" fmla="*/ 7 w 9"/>
                <a:gd name="T83" fmla="*/ 26 h 56"/>
                <a:gd name="T84" fmla="*/ 7 w 9"/>
                <a:gd name="T85" fmla="*/ 30 h 56"/>
                <a:gd name="T86" fmla="*/ 8 w 9"/>
                <a:gd name="T87" fmla="*/ 34 h 56"/>
                <a:gd name="T88" fmla="*/ 8 w 9"/>
                <a:gd name="T89" fmla="*/ 34 h 56"/>
                <a:gd name="T90" fmla="*/ 8 w 9"/>
                <a:gd name="T91" fmla="*/ 33 h 56"/>
                <a:gd name="T92" fmla="*/ 8 w 9"/>
                <a:gd name="T93" fmla="*/ 32 h 56"/>
                <a:gd name="T94" fmla="*/ 8 w 9"/>
                <a:gd name="T95" fmla="*/ 30 h 56"/>
                <a:gd name="T96" fmla="*/ 8 w 9"/>
                <a:gd name="T97" fmla="*/ 28 h 56"/>
                <a:gd name="T98" fmla="*/ 8 w 9"/>
                <a:gd name="T99" fmla="*/ 28 h 56"/>
                <a:gd name="T100" fmla="*/ 9 w 9"/>
                <a:gd name="T101" fmla="*/ 26 h 56"/>
                <a:gd name="T102" fmla="*/ 9 w 9"/>
                <a:gd name="T103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6">
                  <a:moveTo>
                    <a:pt x="0" y="50"/>
                  </a:moveTo>
                  <a:lnTo>
                    <a:pt x="0" y="54"/>
                  </a:lnTo>
                  <a:lnTo>
                    <a:pt x="1" y="56"/>
                  </a:lnTo>
                  <a:lnTo>
                    <a:pt x="1" y="53"/>
                  </a:lnTo>
                  <a:lnTo>
                    <a:pt x="1" y="53"/>
                  </a:lnTo>
                  <a:lnTo>
                    <a:pt x="1" y="52"/>
                  </a:lnTo>
                  <a:lnTo>
                    <a:pt x="1" y="47"/>
                  </a:lnTo>
                  <a:lnTo>
                    <a:pt x="1" y="42"/>
                  </a:lnTo>
                  <a:lnTo>
                    <a:pt x="1" y="33"/>
                  </a:lnTo>
                  <a:lnTo>
                    <a:pt x="2" y="22"/>
                  </a:lnTo>
                  <a:lnTo>
                    <a:pt x="2" y="15"/>
                  </a:lnTo>
                  <a:lnTo>
                    <a:pt x="2" y="13"/>
                  </a:lnTo>
                  <a:lnTo>
                    <a:pt x="2" y="11"/>
                  </a:lnTo>
                  <a:lnTo>
                    <a:pt x="3" y="8"/>
                  </a:lnTo>
                  <a:lnTo>
                    <a:pt x="3" y="4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6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6" y="18"/>
                  </a:lnTo>
                  <a:lnTo>
                    <a:pt x="6" y="16"/>
                  </a:lnTo>
                  <a:lnTo>
                    <a:pt x="6" y="18"/>
                  </a:lnTo>
                  <a:lnTo>
                    <a:pt x="6" y="21"/>
                  </a:lnTo>
                  <a:lnTo>
                    <a:pt x="7" y="22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7" y="24"/>
                  </a:lnTo>
                  <a:lnTo>
                    <a:pt x="7" y="26"/>
                  </a:lnTo>
                  <a:lnTo>
                    <a:pt x="7" y="30"/>
                  </a:lnTo>
                  <a:lnTo>
                    <a:pt x="8" y="34"/>
                  </a:lnTo>
                  <a:lnTo>
                    <a:pt x="8" y="34"/>
                  </a:lnTo>
                  <a:lnTo>
                    <a:pt x="8" y="33"/>
                  </a:lnTo>
                  <a:lnTo>
                    <a:pt x="8" y="32"/>
                  </a:lnTo>
                  <a:lnTo>
                    <a:pt x="8" y="30"/>
                  </a:lnTo>
                  <a:lnTo>
                    <a:pt x="8" y="28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73" name="Freeform 717"/>
            <p:cNvSpPr/>
            <p:nvPr/>
          </p:nvSpPr>
          <p:spPr bwMode="auto">
            <a:xfrm>
              <a:off x="3240088" y="1927226"/>
              <a:ext cx="12700" cy="227013"/>
            </a:xfrm>
            <a:custGeom>
              <a:avLst/>
              <a:gdLst>
                <a:gd name="T0" fmla="*/ 0 w 8"/>
                <a:gd name="T1" fmla="*/ 4 h 143"/>
                <a:gd name="T2" fmla="*/ 0 w 8"/>
                <a:gd name="T3" fmla="*/ 0 h 143"/>
                <a:gd name="T4" fmla="*/ 0 w 8"/>
                <a:gd name="T5" fmla="*/ 0 h 143"/>
                <a:gd name="T6" fmla="*/ 0 w 8"/>
                <a:gd name="T7" fmla="*/ 4 h 143"/>
                <a:gd name="T8" fmla="*/ 0 w 8"/>
                <a:gd name="T9" fmla="*/ 9 h 143"/>
                <a:gd name="T10" fmla="*/ 1 w 8"/>
                <a:gd name="T11" fmla="*/ 14 h 143"/>
                <a:gd name="T12" fmla="*/ 1 w 8"/>
                <a:gd name="T13" fmla="*/ 15 h 143"/>
                <a:gd name="T14" fmla="*/ 1 w 8"/>
                <a:gd name="T15" fmla="*/ 18 h 143"/>
                <a:gd name="T16" fmla="*/ 1 w 8"/>
                <a:gd name="T17" fmla="*/ 21 h 143"/>
                <a:gd name="T18" fmla="*/ 1 w 8"/>
                <a:gd name="T19" fmla="*/ 22 h 143"/>
                <a:gd name="T20" fmla="*/ 1 w 8"/>
                <a:gd name="T21" fmla="*/ 26 h 143"/>
                <a:gd name="T22" fmla="*/ 1 w 8"/>
                <a:gd name="T23" fmla="*/ 34 h 143"/>
                <a:gd name="T24" fmla="*/ 2 w 8"/>
                <a:gd name="T25" fmla="*/ 36 h 143"/>
                <a:gd name="T26" fmla="*/ 2 w 8"/>
                <a:gd name="T27" fmla="*/ 37 h 143"/>
                <a:gd name="T28" fmla="*/ 2 w 8"/>
                <a:gd name="T29" fmla="*/ 46 h 143"/>
                <a:gd name="T30" fmla="*/ 2 w 8"/>
                <a:gd name="T31" fmla="*/ 55 h 143"/>
                <a:gd name="T32" fmla="*/ 3 w 8"/>
                <a:gd name="T33" fmla="*/ 60 h 143"/>
                <a:gd name="T34" fmla="*/ 3 w 8"/>
                <a:gd name="T35" fmla="*/ 64 h 143"/>
                <a:gd name="T36" fmla="*/ 3 w 8"/>
                <a:gd name="T37" fmla="*/ 70 h 143"/>
                <a:gd name="T38" fmla="*/ 3 w 8"/>
                <a:gd name="T39" fmla="*/ 74 h 143"/>
                <a:gd name="T40" fmla="*/ 3 w 8"/>
                <a:gd name="T41" fmla="*/ 76 h 143"/>
                <a:gd name="T42" fmla="*/ 3 w 8"/>
                <a:gd name="T43" fmla="*/ 84 h 143"/>
                <a:gd name="T44" fmla="*/ 3 w 8"/>
                <a:gd name="T45" fmla="*/ 95 h 143"/>
                <a:gd name="T46" fmla="*/ 4 w 8"/>
                <a:gd name="T47" fmla="*/ 96 h 143"/>
                <a:gd name="T48" fmla="*/ 4 w 8"/>
                <a:gd name="T49" fmla="*/ 92 h 143"/>
                <a:gd name="T50" fmla="*/ 4 w 8"/>
                <a:gd name="T51" fmla="*/ 100 h 143"/>
                <a:gd name="T52" fmla="*/ 4 w 8"/>
                <a:gd name="T53" fmla="*/ 106 h 143"/>
                <a:gd name="T54" fmla="*/ 4 w 8"/>
                <a:gd name="T55" fmla="*/ 105 h 143"/>
                <a:gd name="T56" fmla="*/ 4 w 8"/>
                <a:gd name="T57" fmla="*/ 105 h 143"/>
                <a:gd name="T58" fmla="*/ 4 w 8"/>
                <a:gd name="T59" fmla="*/ 106 h 143"/>
                <a:gd name="T60" fmla="*/ 5 w 8"/>
                <a:gd name="T61" fmla="*/ 101 h 143"/>
                <a:gd name="T62" fmla="*/ 5 w 8"/>
                <a:gd name="T63" fmla="*/ 99 h 143"/>
                <a:gd name="T64" fmla="*/ 5 w 8"/>
                <a:gd name="T65" fmla="*/ 104 h 143"/>
                <a:gd name="T66" fmla="*/ 5 w 8"/>
                <a:gd name="T67" fmla="*/ 110 h 143"/>
                <a:gd name="T68" fmla="*/ 5 w 8"/>
                <a:gd name="T69" fmla="*/ 106 h 143"/>
                <a:gd name="T70" fmla="*/ 6 w 8"/>
                <a:gd name="T71" fmla="*/ 100 h 143"/>
                <a:gd name="T72" fmla="*/ 6 w 8"/>
                <a:gd name="T73" fmla="*/ 107 h 143"/>
                <a:gd name="T74" fmla="*/ 6 w 8"/>
                <a:gd name="T75" fmla="*/ 120 h 143"/>
                <a:gd name="T76" fmla="*/ 6 w 8"/>
                <a:gd name="T77" fmla="*/ 118 h 143"/>
                <a:gd name="T78" fmla="*/ 6 w 8"/>
                <a:gd name="T79" fmla="*/ 115 h 143"/>
                <a:gd name="T80" fmla="*/ 6 w 8"/>
                <a:gd name="T81" fmla="*/ 121 h 143"/>
                <a:gd name="T82" fmla="*/ 7 w 8"/>
                <a:gd name="T83" fmla="*/ 121 h 143"/>
                <a:gd name="T84" fmla="*/ 7 w 8"/>
                <a:gd name="T85" fmla="*/ 121 h 143"/>
                <a:gd name="T86" fmla="*/ 7 w 8"/>
                <a:gd name="T87" fmla="*/ 131 h 143"/>
                <a:gd name="T88" fmla="*/ 7 w 8"/>
                <a:gd name="T89" fmla="*/ 132 h 143"/>
                <a:gd name="T90" fmla="*/ 7 w 8"/>
                <a:gd name="T91" fmla="*/ 126 h 143"/>
                <a:gd name="T92" fmla="*/ 8 w 8"/>
                <a:gd name="T93" fmla="*/ 127 h 143"/>
                <a:gd name="T94" fmla="*/ 8 w 8"/>
                <a:gd name="T95" fmla="*/ 135 h 143"/>
                <a:gd name="T96" fmla="*/ 8 w 8"/>
                <a:gd name="T97" fmla="*/ 140 h 143"/>
                <a:gd name="T98" fmla="*/ 8 w 8"/>
                <a:gd name="T99" fmla="*/ 136 h 143"/>
                <a:gd name="T100" fmla="*/ 8 w 8"/>
                <a:gd name="T101" fmla="*/ 131 h 143"/>
                <a:gd name="T102" fmla="*/ 8 w 8"/>
                <a:gd name="T10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43">
                  <a:moveTo>
                    <a:pt x="0" y="4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1" y="14"/>
                  </a:lnTo>
                  <a:lnTo>
                    <a:pt x="1" y="15"/>
                  </a:lnTo>
                  <a:lnTo>
                    <a:pt x="1" y="18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1" y="26"/>
                  </a:lnTo>
                  <a:lnTo>
                    <a:pt x="1" y="34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2" y="46"/>
                  </a:lnTo>
                  <a:lnTo>
                    <a:pt x="2" y="55"/>
                  </a:lnTo>
                  <a:lnTo>
                    <a:pt x="3" y="60"/>
                  </a:lnTo>
                  <a:lnTo>
                    <a:pt x="3" y="64"/>
                  </a:lnTo>
                  <a:lnTo>
                    <a:pt x="3" y="70"/>
                  </a:lnTo>
                  <a:lnTo>
                    <a:pt x="3" y="74"/>
                  </a:lnTo>
                  <a:lnTo>
                    <a:pt x="3" y="76"/>
                  </a:lnTo>
                  <a:lnTo>
                    <a:pt x="3" y="84"/>
                  </a:lnTo>
                  <a:lnTo>
                    <a:pt x="3" y="95"/>
                  </a:lnTo>
                  <a:lnTo>
                    <a:pt x="4" y="96"/>
                  </a:lnTo>
                  <a:lnTo>
                    <a:pt x="4" y="92"/>
                  </a:lnTo>
                  <a:lnTo>
                    <a:pt x="4" y="100"/>
                  </a:lnTo>
                  <a:lnTo>
                    <a:pt x="4" y="106"/>
                  </a:lnTo>
                  <a:lnTo>
                    <a:pt x="4" y="105"/>
                  </a:lnTo>
                  <a:lnTo>
                    <a:pt x="4" y="105"/>
                  </a:lnTo>
                  <a:lnTo>
                    <a:pt x="4" y="106"/>
                  </a:lnTo>
                  <a:lnTo>
                    <a:pt x="5" y="101"/>
                  </a:lnTo>
                  <a:lnTo>
                    <a:pt x="5" y="99"/>
                  </a:lnTo>
                  <a:lnTo>
                    <a:pt x="5" y="104"/>
                  </a:lnTo>
                  <a:lnTo>
                    <a:pt x="5" y="110"/>
                  </a:lnTo>
                  <a:lnTo>
                    <a:pt x="5" y="106"/>
                  </a:lnTo>
                  <a:lnTo>
                    <a:pt x="6" y="100"/>
                  </a:lnTo>
                  <a:lnTo>
                    <a:pt x="6" y="107"/>
                  </a:lnTo>
                  <a:lnTo>
                    <a:pt x="6" y="120"/>
                  </a:lnTo>
                  <a:lnTo>
                    <a:pt x="6" y="118"/>
                  </a:lnTo>
                  <a:lnTo>
                    <a:pt x="6" y="115"/>
                  </a:lnTo>
                  <a:lnTo>
                    <a:pt x="6" y="121"/>
                  </a:lnTo>
                  <a:lnTo>
                    <a:pt x="7" y="121"/>
                  </a:lnTo>
                  <a:lnTo>
                    <a:pt x="7" y="121"/>
                  </a:lnTo>
                  <a:lnTo>
                    <a:pt x="7" y="131"/>
                  </a:lnTo>
                  <a:lnTo>
                    <a:pt x="7" y="132"/>
                  </a:lnTo>
                  <a:lnTo>
                    <a:pt x="7" y="126"/>
                  </a:lnTo>
                  <a:lnTo>
                    <a:pt x="8" y="127"/>
                  </a:lnTo>
                  <a:lnTo>
                    <a:pt x="8" y="135"/>
                  </a:lnTo>
                  <a:lnTo>
                    <a:pt x="8" y="140"/>
                  </a:lnTo>
                  <a:lnTo>
                    <a:pt x="8" y="136"/>
                  </a:lnTo>
                  <a:lnTo>
                    <a:pt x="8" y="131"/>
                  </a:lnTo>
                  <a:lnTo>
                    <a:pt x="8" y="14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74" name="Freeform 718"/>
            <p:cNvSpPr/>
            <p:nvPr/>
          </p:nvSpPr>
          <p:spPr bwMode="auto">
            <a:xfrm>
              <a:off x="3252788" y="1935164"/>
              <a:ext cx="14288" cy="295275"/>
            </a:xfrm>
            <a:custGeom>
              <a:avLst/>
              <a:gdLst>
                <a:gd name="T0" fmla="*/ 0 w 9"/>
                <a:gd name="T1" fmla="*/ 126 h 186"/>
                <a:gd name="T2" fmla="*/ 0 w 9"/>
                <a:gd name="T3" fmla="*/ 138 h 186"/>
                <a:gd name="T4" fmla="*/ 0 w 9"/>
                <a:gd name="T5" fmla="*/ 150 h 186"/>
                <a:gd name="T6" fmla="*/ 1 w 9"/>
                <a:gd name="T7" fmla="*/ 144 h 186"/>
                <a:gd name="T8" fmla="*/ 1 w 9"/>
                <a:gd name="T9" fmla="*/ 144 h 186"/>
                <a:gd name="T10" fmla="*/ 1 w 9"/>
                <a:gd name="T11" fmla="*/ 154 h 186"/>
                <a:gd name="T12" fmla="*/ 1 w 9"/>
                <a:gd name="T13" fmla="*/ 156 h 186"/>
                <a:gd name="T14" fmla="*/ 1 w 9"/>
                <a:gd name="T15" fmla="*/ 159 h 186"/>
                <a:gd name="T16" fmla="*/ 1 w 9"/>
                <a:gd name="T17" fmla="*/ 171 h 186"/>
                <a:gd name="T18" fmla="*/ 1 w 9"/>
                <a:gd name="T19" fmla="*/ 174 h 186"/>
                <a:gd name="T20" fmla="*/ 2 w 9"/>
                <a:gd name="T21" fmla="*/ 164 h 186"/>
                <a:gd name="T22" fmla="*/ 2 w 9"/>
                <a:gd name="T23" fmla="*/ 165 h 186"/>
                <a:gd name="T24" fmla="*/ 2 w 9"/>
                <a:gd name="T25" fmla="*/ 179 h 186"/>
                <a:gd name="T26" fmla="*/ 2 w 9"/>
                <a:gd name="T27" fmla="*/ 179 h 186"/>
                <a:gd name="T28" fmla="*/ 3 w 9"/>
                <a:gd name="T29" fmla="*/ 165 h 186"/>
                <a:gd name="T30" fmla="*/ 3 w 9"/>
                <a:gd name="T31" fmla="*/ 160 h 186"/>
                <a:gd name="T32" fmla="*/ 3 w 9"/>
                <a:gd name="T33" fmla="*/ 163 h 186"/>
                <a:gd name="T34" fmla="*/ 3 w 9"/>
                <a:gd name="T35" fmla="*/ 153 h 186"/>
                <a:gd name="T36" fmla="*/ 3 w 9"/>
                <a:gd name="T37" fmla="*/ 152 h 186"/>
                <a:gd name="T38" fmla="*/ 3 w 9"/>
                <a:gd name="T39" fmla="*/ 175 h 186"/>
                <a:gd name="T40" fmla="*/ 3 w 9"/>
                <a:gd name="T41" fmla="*/ 186 h 186"/>
                <a:gd name="T42" fmla="*/ 4 w 9"/>
                <a:gd name="T43" fmla="*/ 171 h 186"/>
                <a:gd name="T44" fmla="*/ 4 w 9"/>
                <a:gd name="T45" fmla="*/ 164 h 186"/>
                <a:gd name="T46" fmla="*/ 4 w 9"/>
                <a:gd name="T47" fmla="*/ 171 h 186"/>
                <a:gd name="T48" fmla="*/ 4 w 9"/>
                <a:gd name="T49" fmla="*/ 172 h 186"/>
                <a:gd name="T50" fmla="*/ 4 w 9"/>
                <a:gd name="T51" fmla="*/ 169 h 186"/>
                <a:gd name="T52" fmla="*/ 5 w 9"/>
                <a:gd name="T53" fmla="*/ 167 h 186"/>
                <a:gd name="T54" fmla="*/ 5 w 9"/>
                <a:gd name="T55" fmla="*/ 150 h 186"/>
                <a:gd name="T56" fmla="*/ 5 w 9"/>
                <a:gd name="T57" fmla="*/ 123 h 186"/>
                <a:gd name="T58" fmla="*/ 5 w 9"/>
                <a:gd name="T59" fmla="*/ 120 h 186"/>
                <a:gd name="T60" fmla="*/ 5 w 9"/>
                <a:gd name="T61" fmla="*/ 140 h 186"/>
                <a:gd name="T62" fmla="*/ 5 w 9"/>
                <a:gd name="T63" fmla="*/ 139 h 186"/>
                <a:gd name="T64" fmla="*/ 5 w 9"/>
                <a:gd name="T65" fmla="*/ 120 h 186"/>
                <a:gd name="T66" fmla="*/ 6 w 9"/>
                <a:gd name="T67" fmla="*/ 113 h 186"/>
                <a:gd name="T68" fmla="*/ 6 w 9"/>
                <a:gd name="T69" fmla="*/ 112 h 186"/>
                <a:gd name="T70" fmla="*/ 6 w 9"/>
                <a:gd name="T71" fmla="*/ 98 h 186"/>
                <a:gd name="T72" fmla="*/ 6 w 9"/>
                <a:gd name="T73" fmla="*/ 85 h 186"/>
                <a:gd name="T74" fmla="*/ 6 w 9"/>
                <a:gd name="T75" fmla="*/ 77 h 186"/>
                <a:gd name="T76" fmla="*/ 6 w 9"/>
                <a:gd name="T77" fmla="*/ 62 h 186"/>
                <a:gd name="T78" fmla="*/ 6 w 9"/>
                <a:gd name="T79" fmla="*/ 46 h 186"/>
                <a:gd name="T80" fmla="*/ 7 w 9"/>
                <a:gd name="T81" fmla="*/ 45 h 186"/>
                <a:gd name="T82" fmla="*/ 7 w 9"/>
                <a:gd name="T83" fmla="*/ 46 h 186"/>
                <a:gd name="T84" fmla="*/ 7 w 9"/>
                <a:gd name="T85" fmla="*/ 39 h 186"/>
                <a:gd name="T86" fmla="*/ 7 w 9"/>
                <a:gd name="T87" fmla="*/ 32 h 186"/>
                <a:gd name="T88" fmla="*/ 8 w 9"/>
                <a:gd name="T89" fmla="*/ 34 h 186"/>
                <a:gd name="T90" fmla="*/ 8 w 9"/>
                <a:gd name="T91" fmla="*/ 36 h 186"/>
                <a:gd name="T92" fmla="*/ 8 w 9"/>
                <a:gd name="T93" fmla="*/ 29 h 186"/>
                <a:gd name="T94" fmla="*/ 8 w 9"/>
                <a:gd name="T95" fmla="*/ 24 h 186"/>
                <a:gd name="T96" fmla="*/ 8 w 9"/>
                <a:gd name="T97" fmla="*/ 22 h 186"/>
                <a:gd name="T98" fmla="*/ 8 w 9"/>
                <a:gd name="T99" fmla="*/ 15 h 186"/>
                <a:gd name="T100" fmla="*/ 8 w 9"/>
                <a:gd name="T101" fmla="*/ 3 h 186"/>
                <a:gd name="T102" fmla="*/ 9 w 9"/>
                <a:gd name="T103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86">
                  <a:moveTo>
                    <a:pt x="0" y="126"/>
                  </a:moveTo>
                  <a:lnTo>
                    <a:pt x="0" y="138"/>
                  </a:lnTo>
                  <a:lnTo>
                    <a:pt x="0" y="150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1" y="154"/>
                  </a:lnTo>
                  <a:lnTo>
                    <a:pt x="1" y="156"/>
                  </a:lnTo>
                  <a:lnTo>
                    <a:pt x="1" y="159"/>
                  </a:lnTo>
                  <a:lnTo>
                    <a:pt x="1" y="171"/>
                  </a:lnTo>
                  <a:lnTo>
                    <a:pt x="1" y="174"/>
                  </a:lnTo>
                  <a:lnTo>
                    <a:pt x="2" y="164"/>
                  </a:lnTo>
                  <a:lnTo>
                    <a:pt x="2" y="165"/>
                  </a:lnTo>
                  <a:lnTo>
                    <a:pt x="2" y="179"/>
                  </a:lnTo>
                  <a:lnTo>
                    <a:pt x="2" y="179"/>
                  </a:lnTo>
                  <a:lnTo>
                    <a:pt x="3" y="165"/>
                  </a:lnTo>
                  <a:lnTo>
                    <a:pt x="3" y="160"/>
                  </a:lnTo>
                  <a:lnTo>
                    <a:pt x="3" y="163"/>
                  </a:lnTo>
                  <a:lnTo>
                    <a:pt x="3" y="153"/>
                  </a:lnTo>
                  <a:lnTo>
                    <a:pt x="3" y="152"/>
                  </a:lnTo>
                  <a:lnTo>
                    <a:pt x="3" y="175"/>
                  </a:lnTo>
                  <a:lnTo>
                    <a:pt x="3" y="186"/>
                  </a:lnTo>
                  <a:lnTo>
                    <a:pt x="4" y="171"/>
                  </a:lnTo>
                  <a:lnTo>
                    <a:pt x="4" y="164"/>
                  </a:lnTo>
                  <a:lnTo>
                    <a:pt x="4" y="171"/>
                  </a:lnTo>
                  <a:lnTo>
                    <a:pt x="4" y="172"/>
                  </a:lnTo>
                  <a:lnTo>
                    <a:pt x="4" y="169"/>
                  </a:lnTo>
                  <a:lnTo>
                    <a:pt x="5" y="167"/>
                  </a:lnTo>
                  <a:lnTo>
                    <a:pt x="5" y="150"/>
                  </a:lnTo>
                  <a:lnTo>
                    <a:pt x="5" y="123"/>
                  </a:lnTo>
                  <a:lnTo>
                    <a:pt x="5" y="120"/>
                  </a:lnTo>
                  <a:lnTo>
                    <a:pt x="5" y="140"/>
                  </a:lnTo>
                  <a:lnTo>
                    <a:pt x="5" y="139"/>
                  </a:lnTo>
                  <a:lnTo>
                    <a:pt x="5" y="120"/>
                  </a:lnTo>
                  <a:lnTo>
                    <a:pt x="6" y="113"/>
                  </a:lnTo>
                  <a:lnTo>
                    <a:pt x="6" y="112"/>
                  </a:lnTo>
                  <a:lnTo>
                    <a:pt x="6" y="98"/>
                  </a:lnTo>
                  <a:lnTo>
                    <a:pt x="6" y="85"/>
                  </a:lnTo>
                  <a:lnTo>
                    <a:pt x="6" y="77"/>
                  </a:lnTo>
                  <a:lnTo>
                    <a:pt x="6" y="62"/>
                  </a:lnTo>
                  <a:lnTo>
                    <a:pt x="6" y="46"/>
                  </a:lnTo>
                  <a:lnTo>
                    <a:pt x="7" y="45"/>
                  </a:lnTo>
                  <a:lnTo>
                    <a:pt x="7" y="46"/>
                  </a:lnTo>
                  <a:lnTo>
                    <a:pt x="7" y="39"/>
                  </a:lnTo>
                  <a:lnTo>
                    <a:pt x="7" y="32"/>
                  </a:lnTo>
                  <a:lnTo>
                    <a:pt x="8" y="34"/>
                  </a:lnTo>
                  <a:lnTo>
                    <a:pt x="8" y="36"/>
                  </a:lnTo>
                  <a:lnTo>
                    <a:pt x="8" y="29"/>
                  </a:lnTo>
                  <a:lnTo>
                    <a:pt x="8" y="24"/>
                  </a:lnTo>
                  <a:lnTo>
                    <a:pt x="8" y="22"/>
                  </a:lnTo>
                  <a:lnTo>
                    <a:pt x="8" y="15"/>
                  </a:lnTo>
                  <a:lnTo>
                    <a:pt x="8" y="3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75" name="Freeform 719"/>
            <p:cNvSpPr/>
            <p:nvPr/>
          </p:nvSpPr>
          <p:spPr bwMode="auto">
            <a:xfrm>
              <a:off x="3265488" y="1919289"/>
              <a:ext cx="14288" cy="65088"/>
            </a:xfrm>
            <a:custGeom>
              <a:avLst/>
              <a:gdLst>
                <a:gd name="T0" fmla="*/ 0 w 9"/>
                <a:gd name="T1" fmla="*/ 13 h 41"/>
                <a:gd name="T2" fmla="*/ 1 w 9"/>
                <a:gd name="T3" fmla="*/ 10 h 41"/>
                <a:gd name="T4" fmla="*/ 1 w 9"/>
                <a:gd name="T5" fmla="*/ 17 h 41"/>
                <a:gd name="T6" fmla="*/ 1 w 9"/>
                <a:gd name="T7" fmla="*/ 18 h 41"/>
                <a:gd name="T8" fmla="*/ 1 w 9"/>
                <a:gd name="T9" fmla="*/ 10 h 41"/>
                <a:gd name="T10" fmla="*/ 1 w 9"/>
                <a:gd name="T11" fmla="*/ 3 h 41"/>
                <a:gd name="T12" fmla="*/ 2 w 9"/>
                <a:gd name="T13" fmla="*/ 3 h 41"/>
                <a:gd name="T14" fmla="*/ 2 w 9"/>
                <a:gd name="T15" fmla="*/ 5 h 41"/>
                <a:gd name="T16" fmla="*/ 2 w 9"/>
                <a:gd name="T17" fmla="*/ 12 h 41"/>
                <a:gd name="T18" fmla="*/ 2 w 9"/>
                <a:gd name="T19" fmla="*/ 17 h 41"/>
                <a:gd name="T20" fmla="*/ 2 w 9"/>
                <a:gd name="T21" fmla="*/ 10 h 41"/>
                <a:gd name="T22" fmla="*/ 2 w 9"/>
                <a:gd name="T23" fmla="*/ 0 h 41"/>
                <a:gd name="T24" fmla="*/ 2 w 9"/>
                <a:gd name="T25" fmla="*/ 7 h 41"/>
                <a:gd name="T26" fmla="*/ 3 w 9"/>
                <a:gd name="T27" fmla="*/ 19 h 41"/>
                <a:gd name="T28" fmla="*/ 3 w 9"/>
                <a:gd name="T29" fmla="*/ 19 h 41"/>
                <a:gd name="T30" fmla="*/ 3 w 9"/>
                <a:gd name="T31" fmla="*/ 13 h 41"/>
                <a:gd name="T32" fmla="*/ 3 w 9"/>
                <a:gd name="T33" fmla="*/ 13 h 41"/>
                <a:gd name="T34" fmla="*/ 3 w 9"/>
                <a:gd name="T35" fmla="*/ 18 h 41"/>
                <a:gd name="T36" fmla="*/ 3 w 9"/>
                <a:gd name="T37" fmla="*/ 17 h 41"/>
                <a:gd name="T38" fmla="*/ 4 w 9"/>
                <a:gd name="T39" fmla="*/ 18 h 41"/>
                <a:gd name="T40" fmla="*/ 4 w 9"/>
                <a:gd name="T41" fmla="*/ 24 h 41"/>
                <a:gd name="T42" fmla="*/ 4 w 9"/>
                <a:gd name="T43" fmla="*/ 27 h 41"/>
                <a:gd name="T44" fmla="*/ 4 w 9"/>
                <a:gd name="T45" fmla="*/ 30 h 41"/>
                <a:gd name="T46" fmla="*/ 4 w 9"/>
                <a:gd name="T47" fmla="*/ 34 h 41"/>
                <a:gd name="T48" fmla="*/ 5 w 9"/>
                <a:gd name="T49" fmla="*/ 31 h 41"/>
                <a:gd name="T50" fmla="*/ 5 w 9"/>
                <a:gd name="T51" fmla="*/ 26 h 41"/>
                <a:gd name="T52" fmla="*/ 5 w 9"/>
                <a:gd name="T53" fmla="*/ 31 h 41"/>
                <a:gd name="T54" fmla="*/ 5 w 9"/>
                <a:gd name="T55" fmla="*/ 41 h 41"/>
                <a:gd name="T56" fmla="*/ 5 w 9"/>
                <a:gd name="T57" fmla="*/ 41 h 41"/>
                <a:gd name="T58" fmla="*/ 5 w 9"/>
                <a:gd name="T59" fmla="*/ 36 h 41"/>
                <a:gd name="T60" fmla="*/ 5 w 9"/>
                <a:gd name="T61" fmla="*/ 33 h 41"/>
                <a:gd name="T62" fmla="*/ 6 w 9"/>
                <a:gd name="T63" fmla="*/ 30 h 41"/>
                <a:gd name="T64" fmla="*/ 6 w 9"/>
                <a:gd name="T65" fmla="*/ 27 h 41"/>
                <a:gd name="T66" fmla="*/ 6 w 9"/>
                <a:gd name="T67" fmla="*/ 27 h 41"/>
                <a:gd name="T68" fmla="*/ 6 w 9"/>
                <a:gd name="T69" fmla="*/ 26 h 41"/>
                <a:gd name="T70" fmla="*/ 6 w 9"/>
                <a:gd name="T71" fmla="*/ 22 h 41"/>
                <a:gd name="T72" fmla="*/ 7 w 9"/>
                <a:gd name="T73" fmla="*/ 21 h 41"/>
                <a:gd name="T74" fmla="*/ 7 w 9"/>
                <a:gd name="T75" fmla="*/ 17 h 41"/>
                <a:gd name="T76" fmla="*/ 7 w 9"/>
                <a:gd name="T77" fmla="*/ 13 h 41"/>
                <a:gd name="T78" fmla="*/ 7 w 9"/>
                <a:gd name="T79" fmla="*/ 17 h 41"/>
                <a:gd name="T80" fmla="*/ 7 w 9"/>
                <a:gd name="T81" fmla="*/ 27 h 41"/>
                <a:gd name="T82" fmla="*/ 7 w 9"/>
                <a:gd name="T83" fmla="*/ 26 h 41"/>
                <a:gd name="T84" fmla="*/ 8 w 9"/>
                <a:gd name="T85" fmla="*/ 20 h 41"/>
                <a:gd name="T86" fmla="*/ 8 w 9"/>
                <a:gd name="T87" fmla="*/ 18 h 41"/>
                <a:gd name="T88" fmla="*/ 8 w 9"/>
                <a:gd name="T89" fmla="*/ 19 h 41"/>
                <a:gd name="T90" fmla="*/ 8 w 9"/>
                <a:gd name="T91" fmla="*/ 22 h 41"/>
                <a:gd name="T92" fmla="*/ 8 w 9"/>
                <a:gd name="T93" fmla="*/ 26 h 41"/>
                <a:gd name="T94" fmla="*/ 8 w 9"/>
                <a:gd name="T95" fmla="*/ 24 h 41"/>
                <a:gd name="T96" fmla="*/ 8 w 9"/>
                <a:gd name="T97" fmla="*/ 16 h 41"/>
                <a:gd name="T98" fmla="*/ 9 w 9"/>
                <a:gd name="T99" fmla="*/ 18 h 41"/>
                <a:gd name="T100" fmla="*/ 9 w 9"/>
                <a:gd name="T101" fmla="*/ 28 h 41"/>
                <a:gd name="T102" fmla="*/ 9 w 9"/>
                <a:gd name="T103" fmla="*/ 3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1">
                  <a:moveTo>
                    <a:pt x="0" y="13"/>
                  </a:moveTo>
                  <a:lnTo>
                    <a:pt x="1" y="10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1" y="10"/>
                  </a:lnTo>
                  <a:lnTo>
                    <a:pt x="1" y="3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12"/>
                  </a:lnTo>
                  <a:lnTo>
                    <a:pt x="2" y="17"/>
                  </a:lnTo>
                  <a:lnTo>
                    <a:pt x="2" y="10"/>
                  </a:lnTo>
                  <a:lnTo>
                    <a:pt x="2" y="0"/>
                  </a:lnTo>
                  <a:lnTo>
                    <a:pt x="2" y="7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4" y="18"/>
                  </a:lnTo>
                  <a:lnTo>
                    <a:pt x="4" y="24"/>
                  </a:lnTo>
                  <a:lnTo>
                    <a:pt x="4" y="27"/>
                  </a:lnTo>
                  <a:lnTo>
                    <a:pt x="4" y="30"/>
                  </a:lnTo>
                  <a:lnTo>
                    <a:pt x="4" y="34"/>
                  </a:lnTo>
                  <a:lnTo>
                    <a:pt x="5" y="31"/>
                  </a:lnTo>
                  <a:lnTo>
                    <a:pt x="5" y="26"/>
                  </a:lnTo>
                  <a:lnTo>
                    <a:pt x="5" y="31"/>
                  </a:lnTo>
                  <a:lnTo>
                    <a:pt x="5" y="41"/>
                  </a:lnTo>
                  <a:lnTo>
                    <a:pt x="5" y="41"/>
                  </a:lnTo>
                  <a:lnTo>
                    <a:pt x="5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26"/>
                  </a:lnTo>
                  <a:lnTo>
                    <a:pt x="6" y="22"/>
                  </a:lnTo>
                  <a:lnTo>
                    <a:pt x="7" y="21"/>
                  </a:lnTo>
                  <a:lnTo>
                    <a:pt x="7" y="17"/>
                  </a:lnTo>
                  <a:lnTo>
                    <a:pt x="7" y="13"/>
                  </a:lnTo>
                  <a:lnTo>
                    <a:pt x="7" y="17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8" y="20"/>
                  </a:lnTo>
                  <a:lnTo>
                    <a:pt x="8" y="18"/>
                  </a:lnTo>
                  <a:lnTo>
                    <a:pt x="8" y="19"/>
                  </a:lnTo>
                  <a:lnTo>
                    <a:pt x="8" y="22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9" y="18"/>
                  </a:lnTo>
                  <a:lnTo>
                    <a:pt x="9" y="28"/>
                  </a:lnTo>
                  <a:lnTo>
                    <a:pt x="9" y="3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76" name="Freeform 720"/>
            <p:cNvSpPr/>
            <p:nvPr/>
          </p:nvSpPr>
          <p:spPr bwMode="auto">
            <a:xfrm>
              <a:off x="3279775" y="1865314"/>
              <a:ext cx="12700" cy="103188"/>
            </a:xfrm>
            <a:custGeom>
              <a:avLst/>
              <a:gdLst>
                <a:gd name="T0" fmla="*/ 0 w 8"/>
                <a:gd name="T1" fmla="*/ 62 h 65"/>
                <a:gd name="T2" fmla="*/ 0 w 8"/>
                <a:gd name="T3" fmla="*/ 65 h 65"/>
                <a:gd name="T4" fmla="*/ 0 w 8"/>
                <a:gd name="T5" fmla="*/ 58 h 65"/>
                <a:gd name="T6" fmla="*/ 0 w 8"/>
                <a:gd name="T7" fmla="*/ 57 h 65"/>
                <a:gd name="T8" fmla="*/ 1 w 8"/>
                <a:gd name="T9" fmla="*/ 59 h 65"/>
                <a:gd name="T10" fmla="*/ 1 w 8"/>
                <a:gd name="T11" fmla="*/ 54 h 65"/>
                <a:gd name="T12" fmla="*/ 1 w 8"/>
                <a:gd name="T13" fmla="*/ 49 h 65"/>
                <a:gd name="T14" fmla="*/ 1 w 8"/>
                <a:gd name="T15" fmla="*/ 47 h 65"/>
                <a:gd name="T16" fmla="*/ 1 w 8"/>
                <a:gd name="T17" fmla="*/ 46 h 65"/>
                <a:gd name="T18" fmla="*/ 1 w 8"/>
                <a:gd name="T19" fmla="*/ 49 h 65"/>
                <a:gd name="T20" fmla="*/ 1 w 8"/>
                <a:gd name="T21" fmla="*/ 56 h 65"/>
                <a:gd name="T22" fmla="*/ 2 w 8"/>
                <a:gd name="T23" fmla="*/ 57 h 65"/>
                <a:gd name="T24" fmla="*/ 2 w 8"/>
                <a:gd name="T25" fmla="*/ 54 h 65"/>
                <a:gd name="T26" fmla="*/ 2 w 8"/>
                <a:gd name="T27" fmla="*/ 57 h 65"/>
                <a:gd name="T28" fmla="*/ 2 w 8"/>
                <a:gd name="T29" fmla="*/ 61 h 65"/>
                <a:gd name="T30" fmla="*/ 3 w 8"/>
                <a:gd name="T31" fmla="*/ 61 h 65"/>
                <a:gd name="T32" fmla="*/ 3 w 8"/>
                <a:gd name="T33" fmla="*/ 55 h 65"/>
                <a:gd name="T34" fmla="*/ 3 w 8"/>
                <a:gd name="T35" fmla="*/ 48 h 65"/>
                <a:gd name="T36" fmla="*/ 3 w 8"/>
                <a:gd name="T37" fmla="*/ 43 h 65"/>
                <a:gd name="T38" fmla="*/ 3 w 8"/>
                <a:gd name="T39" fmla="*/ 39 h 65"/>
                <a:gd name="T40" fmla="*/ 3 w 8"/>
                <a:gd name="T41" fmla="*/ 32 h 65"/>
                <a:gd name="T42" fmla="*/ 3 w 8"/>
                <a:gd name="T43" fmla="*/ 22 h 65"/>
                <a:gd name="T44" fmla="*/ 4 w 8"/>
                <a:gd name="T45" fmla="*/ 19 h 65"/>
                <a:gd name="T46" fmla="*/ 4 w 8"/>
                <a:gd name="T47" fmla="*/ 24 h 65"/>
                <a:gd name="T48" fmla="*/ 4 w 8"/>
                <a:gd name="T49" fmla="*/ 22 h 65"/>
                <a:gd name="T50" fmla="*/ 4 w 8"/>
                <a:gd name="T51" fmla="*/ 14 h 65"/>
                <a:gd name="T52" fmla="*/ 4 w 8"/>
                <a:gd name="T53" fmla="*/ 11 h 65"/>
                <a:gd name="T54" fmla="*/ 4 w 8"/>
                <a:gd name="T55" fmla="*/ 9 h 65"/>
                <a:gd name="T56" fmla="*/ 4 w 8"/>
                <a:gd name="T57" fmla="*/ 6 h 65"/>
                <a:gd name="T58" fmla="*/ 5 w 8"/>
                <a:gd name="T59" fmla="*/ 8 h 65"/>
                <a:gd name="T60" fmla="*/ 5 w 8"/>
                <a:gd name="T61" fmla="*/ 11 h 65"/>
                <a:gd name="T62" fmla="*/ 5 w 8"/>
                <a:gd name="T63" fmla="*/ 6 h 65"/>
                <a:gd name="T64" fmla="*/ 5 w 8"/>
                <a:gd name="T65" fmla="*/ 2 h 65"/>
                <a:gd name="T66" fmla="*/ 5 w 8"/>
                <a:gd name="T67" fmla="*/ 11 h 65"/>
                <a:gd name="T68" fmla="*/ 6 w 8"/>
                <a:gd name="T69" fmla="*/ 14 h 65"/>
                <a:gd name="T70" fmla="*/ 6 w 8"/>
                <a:gd name="T71" fmla="*/ 5 h 65"/>
                <a:gd name="T72" fmla="*/ 6 w 8"/>
                <a:gd name="T73" fmla="*/ 6 h 65"/>
                <a:gd name="T74" fmla="*/ 6 w 8"/>
                <a:gd name="T75" fmla="*/ 14 h 65"/>
                <a:gd name="T76" fmla="*/ 6 w 8"/>
                <a:gd name="T77" fmla="*/ 8 h 65"/>
                <a:gd name="T78" fmla="*/ 6 w 8"/>
                <a:gd name="T79" fmla="*/ 0 h 65"/>
                <a:gd name="T80" fmla="*/ 6 w 8"/>
                <a:gd name="T81" fmla="*/ 4 h 65"/>
                <a:gd name="T82" fmla="*/ 7 w 8"/>
                <a:gd name="T83" fmla="*/ 8 h 65"/>
                <a:gd name="T84" fmla="*/ 7 w 8"/>
                <a:gd name="T85" fmla="*/ 9 h 65"/>
                <a:gd name="T86" fmla="*/ 7 w 8"/>
                <a:gd name="T87" fmla="*/ 17 h 65"/>
                <a:gd name="T88" fmla="*/ 7 w 8"/>
                <a:gd name="T89" fmla="*/ 21 h 65"/>
                <a:gd name="T90" fmla="*/ 8 w 8"/>
                <a:gd name="T91" fmla="*/ 14 h 65"/>
                <a:gd name="T92" fmla="*/ 8 w 8"/>
                <a:gd name="T93" fmla="*/ 14 h 65"/>
                <a:gd name="T94" fmla="*/ 8 w 8"/>
                <a:gd name="T95" fmla="*/ 24 h 65"/>
                <a:gd name="T96" fmla="*/ 8 w 8"/>
                <a:gd name="T97" fmla="*/ 28 h 65"/>
                <a:gd name="T98" fmla="*/ 8 w 8"/>
                <a:gd name="T99" fmla="*/ 24 h 65"/>
                <a:gd name="T100" fmla="*/ 8 w 8"/>
                <a:gd name="T101" fmla="*/ 21 h 65"/>
                <a:gd name="T102" fmla="*/ 8 w 8"/>
                <a:gd name="T103" fmla="*/ 2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5">
                  <a:moveTo>
                    <a:pt x="0" y="62"/>
                  </a:moveTo>
                  <a:lnTo>
                    <a:pt x="0" y="65"/>
                  </a:lnTo>
                  <a:lnTo>
                    <a:pt x="0" y="58"/>
                  </a:lnTo>
                  <a:lnTo>
                    <a:pt x="0" y="57"/>
                  </a:lnTo>
                  <a:lnTo>
                    <a:pt x="1" y="59"/>
                  </a:lnTo>
                  <a:lnTo>
                    <a:pt x="1" y="54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6"/>
                  </a:lnTo>
                  <a:lnTo>
                    <a:pt x="1" y="49"/>
                  </a:lnTo>
                  <a:lnTo>
                    <a:pt x="1" y="56"/>
                  </a:lnTo>
                  <a:lnTo>
                    <a:pt x="2" y="57"/>
                  </a:lnTo>
                  <a:lnTo>
                    <a:pt x="2" y="54"/>
                  </a:lnTo>
                  <a:lnTo>
                    <a:pt x="2" y="57"/>
                  </a:lnTo>
                  <a:lnTo>
                    <a:pt x="2" y="61"/>
                  </a:lnTo>
                  <a:lnTo>
                    <a:pt x="3" y="61"/>
                  </a:lnTo>
                  <a:lnTo>
                    <a:pt x="3" y="55"/>
                  </a:lnTo>
                  <a:lnTo>
                    <a:pt x="3" y="48"/>
                  </a:lnTo>
                  <a:lnTo>
                    <a:pt x="3" y="43"/>
                  </a:lnTo>
                  <a:lnTo>
                    <a:pt x="3" y="39"/>
                  </a:lnTo>
                  <a:lnTo>
                    <a:pt x="3" y="32"/>
                  </a:lnTo>
                  <a:lnTo>
                    <a:pt x="3" y="22"/>
                  </a:lnTo>
                  <a:lnTo>
                    <a:pt x="4" y="19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4" y="14"/>
                  </a:lnTo>
                  <a:lnTo>
                    <a:pt x="4" y="11"/>
                  </a:lnTo>
                  <a:lnTo>
                    <a:pt x="4" y="9"/>
                  </a:lnTo>
                  <a:lnTo>
                    <a:pt x="4" y="6"/>
                  </a:lnTo>
                  <a:lnTo>
                    <a:pt x="5" y="8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11"/>
                  </a:lnTo>
                  <a:lnTo>
                    <a:pt x="6" y="14"/>
                  </a:lnTo>
                  <a:lnTo>
                    <a:pt x="6" y="5"/>
                  </a:lnTo>
                  <a:lnTo>
                    <a:pt x="6" y="6"/>
                  </a:lnTo>
                  <a:lnTo>
                    <a:pt x="6" y="14"/>
                  </a:lnTo>
                  <a:lnTo>
                    <a:pt x="6" y="8"/>
                  </a:lnTo>
                  <a:lnTo>
                    <a:pt x="6" y="0"/>
                  </a:lnTo>
                  <a:lnTo>
                    <a:pt x="6" y="4"/>
                  </a:lnTo>
                  <a:lnTo>
                    <a:pt x="7" y="8"/>
                  </a:lnTo>
                  <a:lnTo>
                    <a:pt x="7" y="9"/>
                  </a:lnTo>
                  <a:lnTo>
                    <a:pt x="7" y="17"/>
                  </a:lnTo>
                  <a:lnTo>
                    <a:pt x="7" y="21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24"/>
                  </a:lnTo>
                  <a:lnTo>
                    <a:pt x="8" y="28"/>
                  </a:lnTo>
                  <a:lnTo>
                    <a:pt x="8" y="24"/>
                  </a:lnTo>
                  <a:lnTo>
                    <a:pt x="8" y="21"/>
                  </a:lnTo>
                  <a:lnTo>
                    <a:pt x="8" y="2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77" name="Freeform 721"/>
            <p:cNvSpPr/>
            <p:nvPr/>
          </p:nvSpPr>
          <p:spPr bwMode="auto">
            <a:xfrm>
              <a:off x="3292475" y="1898651"/>
              <a:ext cx="14288" cy="258763"/>
            </a:xfrm>
            <a:custGeom>
              <a:avLst/>
              <a:gdLst>
                <a:gd name="T0" fmla="*/ 0 w 9"/>
                <a:gd name="T1" fmla="*/ 0 h 163"/>
                <a:gd name="T2" fmla="*/ 0 w 9"/>
                <a:gd name="T3" fmla="*/ 4 h 163"/>
                <a:gd name="T4" fmla="*/ 1 w 9"/>
                <a:gd name="T5" fmla="*/ 8 h 163"/>
                <a:gd name="T6" fmla="*/ 1 w 9"/>
                <a:gd name="T7" fmla="*/ 9 h 163"/>
                <a:gd name="T8" fmla="*/ 1 w 9"/>
                <a:gd name="T9" fmla="*/ 12 h 163"/>
                <a:gd name="T10" fmla="*/ 1 w 9"/>
                <a:gd name="T11" fmla="*/ 19 h 163"/>
                <a:gd name="T12" fmla="*/ 1 w 9"/>
                <a:gd name="T13" fmla="*/ 24 h 163"/>
                <a:gd name="T14" fmla="*/ 1 w 9"/>
                <a:gd name="T15" fmla="*/ 24 h 163"/>
                <a:gd name="T16" fmla="*/ 1 w 9"/>
                <a:gd name="T17" fmla="*/ 25 h 163"/>
                <a:gd name="T18" fmla="*/ 2 w 9"/>
                <a:gd name="T19" fmla="*/ 24 h 163"/>
                <a:gd name="T20" fmla="*/ 2 w 9"/>
                <a:gd name="T21" fmla="*/ 25 h 163"/>
                <a:gd name="T22" fmla="*/ 2 w 9"/>
                <a:gd name="T23" fmla="*/ 27 h 163"/>
                <a:gd name="T24" fmla="*/ 2 w 9"/>
                <a:gd name="T25" fmla="*/ 27 h 163"/>
                <a:gd name="T26" fmla="*/ 2 w 9"/>
                <a:gd name="T27" fmla="*/ 27 h 163"/>
                <a:gd name="T28" fmla="*/ 3 w 9"/>
                <a:gd name="T29" fmla="*/ 27 h 163"/>
                <a:gd name="T30" fmla="*/ 3 w 9"/>
                <a:gd name="T31" fmla="*/ 30 h 163"/>
                <a:gd name="T32" fmla="*/ 3 w 9"/>
                <a:gd name="T33" fmla="*/ 37 h 163"/>
                <a:gd name="T34" fmla="*/ 3 w 9"/>
                <a:gd name="T35" fmla="*/ 39 h 163"/>
                <a:gd name="T36" fmla="*/ 3 w 9"/>
                <a:gd name="T37" fmla="*/ 38 h 163"/>
                <a:gd name="T38" fmla="*/ 3 w 9"/>
                <a:gd name="T39" fmla="*/ 41 h 163"/>
                <a:gd name="T40" fmla="*/ 4 w 9"/>
                <a:gd name="T41" fmla="*/ 47 h 163"/>
                <a:gd name="T42" fmla="*/ 4 w 9"/>
                <a:gd name="T43" fmla="*/ 48 h 163"/>
                <a:gd name="T44" fmla="*/ 4 w 9"/>
                <a:gd name="T45" fmla="*/ 48 h 163"/>
                <a:gd name="T46" fmla="*/ 4 w 9"/>
                <a:gd name="T47" fmla="*/ 54 h 163"/>
                <a:gd name="T48" fmla="*/ 4 w 9"/>
                <a:gd name="T49" fmla="*/ 60 h 163"/>
                <a:gd name="T50" fmla="*/ 5 w 9"/>
                <a:gd name="T51" fmla="*/ 62 h 163"/>
                <a:gd name="T52" fmla="*/ 5 w 9"/>
                <a:gd name="T53" fmla="*/ 67 h 163"/>
                <a:gd name="T54" fmla="*/ 5 w 9"/>
                <a:gd name="T55" fmla="*/ 74 h 163"/>
                <a:gd name="T56" fmla="*/ 5 w 9"/>
                <a:gd name="T57" fmla="*/ 77 h 163"/>
                <a:gd name="T58" fmla="*/ 5 w 9"/>
                <a:gd name="T59" fmla="*/ 82 h 163"/>
                <a:gd name="T60" fmla="*/ 5 w 9"/>
                <a:gd name="T61" fmla="*/ 89 h 163"/>
                <a:gd name="T62" fmla="*/ 5 w 9"/>
                <a:gd name="T63" fmla="*/ 92 h 163"/>
                <a:gd name="T64" fmla="*/ 6 w 9"/>
                <a:gd name="T65" fmla="*/ 98 h 163"/>
                <a:gd name="T66" fmla="*/ 6 w 9"/>
                <a:gd name="T67" fmla="*/ 106 h 163"/>
                <a:gd name="T68" fmla="*/ 6 w 9"/>
                <a:gd name="T69" fmla="*/ 109 h 163"/>
                <a:gd name="T70" fmla="*/ 6 w 9"/>
                <a:gd name="T71" fmla="*/ 109 h 163"/>
                <a:gd name="T72" fmla="*/ 6 w 9"/>
                <a:gd name="T73" fmla="*/ 113 h 163"/>
                <a:gd name="T74" fmla="*/ 6 w 9"/>
                <a:gd name="T75" fmla="*/ 115 h 163"/>
                <a:gd name="T76" fmla="*/ 6 w 9"/>
                <a:gd name="T77" fmla="*/ 118 h 163"/>
                <a:gd name="T78" fmla="*/ 7 w 9"/>
                <a:gd name="T79" fmla="*/ 124 h 163"/>
                <a:gd name="T80" fmla="*/ 7 w 9"/>
                <a:gd name="T81" fmla="*/ 123 h 163"/>
                <a:gd name="T82" fmla="*/ 7 w 9"/>
                <a:gd name="T83" fmla="*/ 120 h 163"/>
                <a:gd name="T84" fmla="*/ 7 w 9"/>
                <a:gd name="T85" fmla="*/ 123 h 163"/>
                <a:gd name="T86" fmla="*/ 8 w 9"/>
                <a:gd name="T87" fmla="*/ 128 h 163"/>
                <a:gd name="T88" fmla="*/ 8 w 9"/>
                <a:gd name="T89" fmla="*/ 132 h 163"/>
                <a:gd name="T90" fmla="*/ 8 w 9"/>
                <a:gd name="T91" fmla="*/ 136 h 163"/>
                <a:gd name="T92" fmla="*/ 8 w 9"/>
                <a:gd name="T93" fmla="*/ 143 h 163"/>
                <a:gd name="T94" fmla="*/ 8 w 9"/>
                <a:gd name="T95" fmla="*/ 148 h 163"/>
                <a:gd name="T96" fmla="*/ 8 w 9"/>
                <a:gd name="T97" fmla="*/ 150 h 163"/>
                <a:gd name="T98" fmla="*/ 8 w 9"/>
                <a:gd name="T99" fmla="*/ 150 h 163"/>
                <a:gd name="T100" fmla="*/ 9 w 9"/>
                <a:gd name="T101" fmla="*/ 156 h 163"/>
                <a:gd name="T102" fmla="*/ 9 w 9"/>
                <a:gd name="T103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63">
                  <a:moveTo>
                    <a:pt x="0" y="0"/>
                  </a:moveTo>
                  <a:lnTo>
                    <a:pt x="0" y="4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12"/>
                  </a:lnTo>
                  <a:lnTo>
                    <a:pt x="1" y="19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5"/>
                  </a:lnTo>
                  <a:lnTo>
                    <a:pt x="2" y="24"/>
                  </a:lnTo>
                  <a:lnTo>
                    <a:pt x="2" y="25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3" y="27"/>
                  </a:lnTo>
                  <a:lnTo>
                    <a:pt x="3" y="30"/>
                  </a:lnTo>
                  <a:lnTo>
                    <a:pt x="3" y="37"/>
                  </a:lnTo>
                  <a:lnTo>
                    <a:pt x="3" y="39"/>
                  </a:lnTo>
                  <a:lnTo>
                    <a:pt x="3" y="38"/>
                  </a:lnTo>
                  <a:lnTo>
                    <a:pt x="3" y="41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4" y="48"/>
                  </a:lnTo>
                  <a:lnTo>
                    <a:pt x="4" y="54"/>
                  </a:lnTo>
                  <a:lnTo>
                    <a:pt x="4" y="60"/>
                  </a:lnTo>
                  <a:lnTo>
                    <a:pt x="5" y="62"/>
                  </a:lnTo>
                  <a:lnTo>
                    <a:pt x="5" y="67"/>
                  </a:lnTo>
                  <a:lnTo>
                    <a:pt x="5" y="74"/>
                  </a:lnTo>
                  <a:lnTo>
                    <a:pt x="5" y="77"/>
                  </a:lnTo>
                  <a:lnTo>
                    <a:pt x="5" y="82"/>
                  </a:lnTo>
                  <a:lnTo>
                    <a:pt x="5" y="89"/>
                  </a:lnTo>
                  <a:lnTo>
                    <a:pt x="5" y="92"/>
                  </a:lnTo>
                  <a:lnTo>
                    <a:pt x="6" y="98"/>
                  </a:lnTo>
                  <a:lnTo>
                    <a:pt x="6" y="106"/>
                  </a:lnTo>
                  <a:lnTo>
                    <a:pt x="6" y="109"/>
                  </a:lnTo>
                  <a:lnTo>
                    <a:pt x="6" y="109"/>
                  </a:lnTo>
                  <a:lnTo>
                    <a:pt x="6" y="113"/>
                  </a:lnTo>
                  <a:lnTo>
                    <a:pt x="6" y="115"/>
                  </a:lnTo>
                  <a:lnTo>
                    <a:pt x="6" y="118"/>
                  </a:lnTo>
                  <a:lnTo>
                    <a:pt x="7" y="124"/>
                  </a:lnTo>
                  <a:lnTo>
                    <a:pt x="7" y="123"/>
                  </a:lnTo>
                  <a:lnTo>
                    <a:pt x="7" y="120"/>
                  </a:lnTo>
                  <a:lnTo>
                    <a:pt x="7" y="123"/>
                  </a:lnTo>
                  <a:lnTo>
                    <a:pt x="8" y="128"/>
                  </a:lnTo>
                  <a:lnTo>
                    <a:pt x="8" y="132"/>
                  </a:lnTo>
                  <a:lnTo>
                    <a:pt x="8" y="136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8" y="150"/>
                  </a:lnTo>
                  <a:lnTo>
                    <a:pt x="8" y="150"/>
                  </a:lnTo>
                  <a:lnTo>
                    <a:pt x="9" y="156"/>
                  </a:lnTo>
                  <a:lnTo>
                    <a:pt x="9" y="16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78" name="Freeform 722"/>
            <p:cNvSpPr/>
            <p:nvPr/>
          </p:nvSpPr>
          <p:spPr bwMode="auto">
            <a:xfrm>
              <a:off x="3306763" y="1992314"/>
              <a:ext cx="12700" cy="234950"/>
            </a:xfrm>
            <a:custGeom>
              <a:avLst/>
              <a:gdLst>
                <a:gd name="T0" fmla="*/ 0 w 8"/>
                <a:gd name="T1" fmla="*/ 97 h 148"/>
                <a:gd name="T2" fmla="*/ 0 w 8"/>
                <a:gd name="T3" fmla="*/ 104 h 148"/>
                <a:gd name="T4" fmla="*/ 0 w 8"/>
                <a:gd name="T5" fmla="*/ 106 h 148"/>
                <a:gd name="T6" fmla="*/ 0 w 8"/>
                <a:gd name="T7" fmla="*/ 108 h 148"/>
                <a:gd name="T8" fmla="*/ 0 w 8"/>
                <a:gd name="T9" fmla="*/ 108 h 148"/>
                <a:gd name="T10" fmla="*/ 1 w 8"/>
                <a:gd name="T11" fmla="*/ 104 h 148"/>
                <a:gd name="T12" fmla="*/ 1 w 8"/>
                <a:gd name="T13" fmla="*/ 104 h 148"/>
                <a:gd name="T14" fmla="*/ 1 w 8"/>
                <a:gd name="T15" fmla="*/ 111 h 148"/>
                <a:gd name="T16" fmla="*/ 1 w 8"/>
                <a:gd name="T17" fmla="*/ 116 h 148"/>
                <a:gd name="T18" fmla="*/ 1 w 8"/>
                <a:gd name="T19" fmla="*/ 111 h 148"/>
                <a:gd name="T20" fmla="*/ 1 w 8"/>
                <a:gd name="T21" fmla="*/ 106 h 148"/>
                <a:gd name="T22" fmla="*/ 1 w 8"/>
                <a:gd name="T23" fmla="*/ 111 h 148"/>
                <a:gd name="T24" fmla="*/ 2 w 8"/>
                <a:gd name="T25" fmla="*/ 118 h 148"/>
                <a:gd name="T26" fmla="*/ 2 w 8"/>
                <a:gd name="T27" fmla="*/ 119 h 148"/>
                <a:gd name="T28" fmla="*/ 2 w 8"/>
                <a:gd name="T29" fmla="*/ 121 h 148"/>
                <a:gd name="T30" fmla="*/ 2 w 8"/>
                <a:gd name="T31" fmla="*/ 122 h 148"/>
                <a:gd name="T32" fmla="*/ 2 w 8"/>
                <a:gd name="T33" fmla="*/ 122 h 148"/>
                <a:gd name="T34" fmla="*/ 2 w 8"/>
                <a:gd name="T35" fmla="*/ 124 h 148"/>
                <a:gd name="T36" fmla="*/ 2 w 8"/>
                <a:gd name="T37" fmla="*/ 129 h 148"/>
                <a:gd name="T38" fmla="*/ 3 w 8"/>
                <a:gd name="T39" fmla="*/ 133 h 148"/>
                <a:gd name="T40" fmla="*/ 3 w 8"/>
                <a:gd name="T41" fmla="*/ 131 h 148"/>
                <a:gd name="T42" fmla="*/ 3 w 8"/>
                <a:gd name="T43" fmla="*/ 126 h 148"/>
                <a:gd name="T44" fmla="*/ 3 w 8"/>
                <a:gd name="T45" fmla="*/ 129 h 148"/>
                <a:gd name="T46" fmla="*/ 4 w 8"/>
                <a:gd name="T47" fmla="*/ 134 h 148"/>
                <a:gd name="T48" fmla="*/ 4 w 8"/>
                <a:gd name="T49" fmla="*/ 126 h 148"/>
                <a:gd name="T50" fmla="*/ 4 w 8"/>
                <a:gd name="T51" fmla="*/ 119 h 148"/>
                <a:gd name="T52" fmla="*/ 4 w 8"/>
                <a:gd name="T53" fmla="*/ 120 h 148"/>
                <a:gd name="T54" fmla="*/ 4 w 8"/>
                <a:gd name="T55" fmla="*/ 116 h 148"/>
                <a:gd name="T56" fmla="*/ 4 w 8"/>
                <a:gd name="T57" fmla="*/ 122 h 148"/>
                <a:gd name="T58" fmla="*/ 4 w 8"/>
                <a:gd name="T59" fmla="*/ 143 h 148"/>
                <a:gd name="T60" fmla="*/ 5 w 8"/>
                <a:gd name="T61" fmla="*/ 148 h 148"/>
                <a:gd name="T62" fmla="*/ 5 w 8"/>
                <a:gd name="T63" fmla="*/ 133 h 148"/>
                <a:gd name="T64" fmla="*/ 5 w 8"/>
                <a:gd name="T65" fmla="*/ 127 h 148"/>
                <a:gd name="T66" fmla="*/ 5 w 8"/>
                <a:gd name="T67" fmla="*/ 134 h 148"/>
                <a:gd name="T68" fmla="*/ 5 w 8"/>
                <a:gd name="T69" fmla="*/ 142 h 148"/>
                <a:gd name="T70" fmla="*/ 6 w 8"/>
                <a:gd name="T71" fmla="*/ 141 h 148"/>
                <a:gd name="T72" fmla="*/ 6 w 8"/>
                <a:gd name="T73" fmla="*/ 127 h 148"/>
                <a:gd name="T74" fmla="*/ 6 w 8"/>
                <a:gd name="T75" fmla="*/ 113 h 148"/>
                <a:gd name="T76" fmla="*/ 6 w 8"/>
                <a:gd name="T77" fmla="*/ 103 h 148"/>
                <a:gd name="T78" fmla="*/ 6 w 8"/>
                <a:gd name="T79" fmla="*/ 100 h 148"/>
                <a:gd name="T80" fmla="*/ 6 w 8"/>
                <a:gd name="T81" fmla="*/ 107 h 148"/>
                <a:gd name="T82" fmla="*/ 6 w 8"/>
                <a:gd name="T83" fmla="*/ 104 h 148"/>
                <a:gd name="T84" fmla="*/ 7 w 8"/>
                <a:gd name="T85" fmla="*/ 90 h 148"/>
                <a:gd name="T86" fmla="*/ 7 w 8"/>
                <a:gd name="T87" fmla="*/ 86 h 148"/>
                <a:gd name="T88" fmla="*/ 7 w 8"/>
                <a:gd name="T89" fmla="*/ 82 h 148"/>
                <a:gd name="T90" fmla="*/ 7 w 8"/>
                <a:gd name="T91" fmla="*/ 60 h 148"/>
                <a:gd name="T92" fmla="*/ 7 w 8"/>
                <a:gd name="T93" fmla="*/ 45 h 148"/>
                <a:gd name="T94" fmla="*/ 7 w 8"/>
                <a:gd name="T95" fmla="*/ 43 h 148"/>
                <a:gd name="T96" fmla="*/ 8 w 8"/>
                <a:gd name="T97" fmla="*/ 32 h 148"/>
                <a:gd name="T98" fmla="*/ 8 w 8"/>
                <a:gd name="T99" fmla="*/ 18 h 148"/>
                <a:gd name="T100" fmla="*/ 8 w 8"/>
                <a:gd name="T101" fmla="*/ 9 h 148"/>
                <a:gd name="T102" fmla="*/ 8 w 8"/>
                <a:gd name="T10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48">
                  <a:moveTo>
                    <a:pt x="0" y="97"/>
                  </a:moveTo>
                  <a:lnTo>
                    <a:pt x="0" y="104"/>
                  </a:lnTo>
                  <a:lnTo>
                    <a:pt x="0" y="106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104"/>
                  </a:lnTo>
                  <a:lnTo>
                    <a:pt x="1" y="104"/>
                  </a:lnTo>
                  <a:lnTo>
                    <a:pt x="1" y="111"/>
                  </a:lnTo>
                  <a:lnTo>
                    <a:pt x="1" y="116"/>
                  </a:lnTo>
                  <a:lnTo>
                    <a:pt x="1" y="111"/>
                  </a:lnTo>
                  <a:lnTo>
                    <a:pt x="1" y="106"/>
                  </a:lnTo>
                  <a:lnTo>
                    <a:pt x="1" y="111"/>
                  </a:lnTo>
                  <a:lnTo>
                    <a:pt x="2" y="118"/>
                  </a:lnTo>
                  <a:lnTo>
                    <a:pt x="2" y="119"/>
                  </a:lnTo>
                  <a:lnTo>
                    <a:pt x="2" y="121"/>
                  </a:lnTo>
                  <a:lnTo>
                    <a:pt x="2" y="122"/>
                  </a:lnTo>
                  <a:lnTo>
                    <a:pt x="2" y="122"/>
                  </a:lnTo>
                  <a:lnTo>
                    <a:pt x="2" y="124"/>
                  </a:lnTo>
                  <a:lnTo>
                    <a:pt x="2" y="129"/>
                  </a:lnTo>
                  <a:lnTo>
                    <a:pt x="3" y="133"/>
                  </a:lnTo>
                  <a:lnTo>
                    <a:pt x="3" y="131"/>
                  </a:lnTo>
                  <a:lnTo>
                    <a:pt x="3" y="126"/>
                  </a:lnTo>
                  <a:lnTo>
                    <a:pt x="3" y="129"/>
                  </a:lnTo>
                  <a:lnTo>
                    <a:pt x="4" y="134"/>
                  </a:lnTo>
                  <a:lnTo>
                    <a:pt x="4" y="126"/>
                  </a:lnTo>
                  <a:lnTo>
                    <a:pt x="4" y="119"/>
                  </a:lnTo>
                  <a:lnTo>
                    <a:pt x="4" y="120"/>
                  </a:lnTo>
                  <a:lnTo>
                    <a:pt x="4" y="116"/>
                  </a:lnTo>
                  <a:lnTo>
                    <a:pt x="4" y="122"/>
                  </a:lnTo>
                  <a:lnTo>
                    <a:pt x="4" y="143"/>
                  </a:lnTo>
                  <a:lnTo>
                    <a:pt x="5" y="148"/>
                  </a:lnTo>
                  <a:lnTo>
                    <a:pt x="5" y="133"/>
                  </a:lnTo>
                  <a:lnTo>
                    <a:pt x="5" y="127"/>
                  </a:lnTo>
                  <a:lnTo>
                    <a:pt x="5" y="134"/>
                  </a:lnTo>
                  <a:lnTo>
                    <a:pt x="5" y="142"/>
                  </a:lnTo>
                  <a:lnTo>
                    <a:pt x="6" y="141"/>
                  </a:lnTo>
                  <a:lnTo>
                    <a:pt x="6" y="127"/>
                  </a:lnTo>
                  <a:lnTo>
                    <a:pt x="6" y="113"/>
                  </a:lnTo>
                  <a:lnTo>
                    <a:pt x="6" y="103"/>
                  </a:lnTo>
                  <a:lnTo>
                    <a:pt x="6" y="100"/>
                  </a:lnTo>
                  <a:lnTo>
                    <a:pt x="6" y="107"/>
                  </a:lnTo>
                  <a:lnTo>
                    <a:pt x="6" y="104"/>
                  </a:lnTo>
                  <a:lnTo>
                    <a:pt x="7" y="90"/>
                  </a:lnTo>
                  <a:lnTo>
                    <a:pt x="7" y="86"/>
                  </a:lnTo>
                  <a:lnTo>
                    <a:pt x="7" y="82"/>
                  </a:lnTo>
                  <a:lnTo>
                    <a:pt x="7" y="60"/>
                  </a:lnTo>
                  <a:lnTo>
                    <a:pt x="7" y="45"/>
                  </a:lnTo>
                  <a:lnTo>
                    <a:pt x="7" y="43"/>
                  </a:lnTo>
                  <a:lnTo>
                    <a:pt x="8" y="32"/>
                  </a:lnTo>
                  <a:lnTo>
                    <a:pt x="8" y="18"/>
                  </a:lnTo>
                  <a:lnTo>
                    <a:pt x="8" y="9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79" name="Freeform 723"/>
            <p:cNvSpPr/>
            <p:nvPr/>
          </p:nvSpPr>
          <p:spPr bwMode="auto">
            <a:xfrm>
              <a:off x="3319463" y="1917701"/>
              <a:ext cx="14288" cy="88900"/>
            </a:xfrm>
            <a:custGeom>
              <a:avLst/>
              <a:gdLst>
                <a:gd name="T0" fmla="*/ 0 w 9"/>
                <a:gd name="T1" fmla="*/ 56 h 56"/>
                <a:gd name="T2" fmla="*/ 0 w 9"/>
                <a:gd name="T3" fmla="*/ 47 h 56"/>
                <a:gd name="T4" fmla="*/ 0 w 9"/>
                <a:gd name="T5" fmla="*/ 43 h 56"/>
                <a:gd name="T6" fmla="*/ 1 w 9"/>
                <a:gd name="T7" fmla="*/ 42 h 56"/>
                <a:gd name="T8" fmla="*/ 1 w 9"/>
                <a:gd name="T9" fmla="*/ 38 h 56"/>
                <a:gd name="T10" fmla="*/ 1 w 9"/>
                <a:gd name="T11" fmla="*/ 29 h 56"/>
                <a:gd name="T12" fmla="*/ 1 w 9"/>
                <a:gd name="T13" fmla="*/ 24 h 56"/>
                <a:gd name="T14" fmla="*/ 1 w 9"/>
                <a:gd name="T15" fmla="*/ 27 h 56"/>
                <a:gd name="T16" fmla="*/ 1 w 9"/>
                <a:gd name="T17" fmla="*/ 28 h 56"/>
                <a:gd name="T18" fmla="*/ 1 w 9"/>
                <a:gd name="T19" fmla="*/ 17 h 56"/>
                <a:gd name="T20" fmla="*/ 2 w 9"/>
                <a:gd name="T21" fmla="*/ 8 h 56"/>
                <a:gd name="T22" fmla="*/ 2 w 9"/>
                <a:gd name="T23" fmla="*/ 14 h 56"/>
                <a:gd name="T24" fmla="*/ 2 w 9"/>
                <a:gd name="T25" fmla="*/ 19 h 56"/>
                <a:gd name="T26" fmla="*/ 2 w 9"/>
                <a:gd name="T27" fmla="*/ 14 h 56"/>
                <a:gd name="T28" fmla="*/ 3 w 9"/>
                <a:gd name="T29" fmla="*/ 7 h 56"/>
                <a:gd name="T30" fmla="*/ 3 w 9"/>
                <a:gd name="T31" fmla="*/ 0 h 56"/>
                <a:gd name="T32" fmla="*/ 3 w 9"/>
                <a:gd name="T33" fmla="*/ 1 h 56"/>
                <a:gd name="T34" fmla="*/ 3 w 9"/>
                <a:gd name="T35" fmla="*/ 18 h 56"/>
                <a:gd name="T36" fmla="*/ 3 w 9"/>
                <a:gd name="T37" fmla="*/ 32 h 56"/>
                <a:gd name="T38" fmla="*/ 3 w 9"/>
                <a:gd name="T39" fmla="*/ 22 h 56"/>
                <a:gd name="T40" fmla="*/ 3 w 9"/>
                <a:gd name="T41" fmla="*/ 11 h 56"/>
                <a:gd name="T42" fmla="*/ 4 w 9"/>
                <a:gd name="T43" fmla="*/ 21 h 56"/>
                <a:gd name="T44" fmla="*/ 4 w 9"/>
                <a:gd name="T45" fmla="*/ 38 h 56"/>
                <a:gd name="T46" fmla="*/ 4 w 9"/>
                <a:gd name="T47" fmla="*/ 42 h 56"/>
                <a:gd name="T48" fmla="*/ 4 w 9"/>
                <a:gd name="T49" fmla="*/ 37 h 56"/>
                <a:gd name="T50" fmla="*/ 4 w 9"/>
                <a:gd name="T51" fmla="*/ 32 h 56"/>
                <a:gd name="T52" fmla="*/ 4 w 9"/>
                <a:gd name="T53" fmla="*/ 30 h 56"/>
                <a:gd name="T54" fmla="*/ 4 w 9"/>
                <a:gd name="T55" fmla="*/ 32 h 56"/>
                <a:gd name="T56" fmla="*/ 5 w 9"/>
                <a:gd name="T57" fmla="*/ 37 h 56"/>
                <a:gd name="T58" fmla="*/ 5 w 9"/>
                <a:gd name="T59" fmla="*/ 38 h 56"/>
                <a:gd name="T60" fmla="*/ 5 w 9"/>
                <a:gd name="T61" fmla="*/ 38 h 56"/>
                <a:gd name="T62" fmla="*/ 5 w 9"/>
                <a:gd name="T63" fmla="*/ 44 h 56"/>
                <a:gd name="T64" fmla="*/ 5 w 9"/>
                <a:gd name="T65" fmla="*/ 53 h 56"/>
                <a:gd name="T66" fmla="*/ 6 w 9"/>
                <a:gd name="T67" fmla="*/ 49 h 56"/>
                <a:gd name="T68" fmla="*/ 6 w 9"/>
                <a:gd name="T69" fmla="*/ 38 h 56"/>
                <a:gd name="T70" fmla="*/ 6 w 9"/>
                <a:gd name="T71" fmla="*/ 38 h 56"/>
                <a:gd name="T72" fmla="*/ 6 w 9"/>
                <a:gd name="T73" fmla="*/ 49 h 56"/>
                <a:gd name="T74" fmla="*/ 6 w 9"/>
                <a:gd name="T75" fmla="*/ 49 h 56"/>
                <a:gd name="T76" fmla="*/ 6 w 9"/>
                <a:gd name="T77" fmla="*/ 45 h 56"/>
                <a:gd name="T78" fmla="*/ 6 w 9"/>
                <a:gd name="T79" fmla="*/ 44 h 56"/>
                <a:gd name="T80" fmla="*/ 7 w 9"/>
                <a:gd name="T81" fmla="*/ 39 h 56"/>
                <a:gd name="T82" fmla="*/ 7 w 9"/>
                <a:gd name="T83" fmla="*/ 30 h 56"/>
                <a:gd name="T84" fmla="*/ 7 w 9"/>
                <a:gd name="T85" fmla="*/ 28 h 56"/>
                <a:gd name="T86" fmla="*/ 7 w 9"/>
                <a:gd name="T87" fmla="*/ 28 h 56"/>
                <a:gd name="T88" fmla="*/ 8 w 9"/>
                <a:gd name="T89" fmla="*/ 27 h 56"/>
                <a:gd name="T90" fmla="*/ 8 w 9"/>
                <a:gd name="T91" fmla="*/ 24 h 56"/>
                <a:gd name="T92" fmla="*/ 8 w 9"/>
                <a:gd name="T93" fmla="*/ 18 h 56"/>
                <a:gd name="T94" fmla="*/ 8 w 9"/>
                <a:gd name="T95" fmla="*/ 13 h 56"/>
                <a:gd name="T96" fmla="*/ 8 w 9"/>
                <a:gd name="T97" fmla="*/ 15 h 56"/>
                <a:gd name="T98" fmla="*/ 8 w 9"/>
                <a:gd name="T99" fmla="*/ 27 h 56"/>
                <a:gd name="T100" fmla="*/ 8 w 9"/>
                <a:gd name="T101" fmla="*/ 39 h 56"/>
                <a:gd name="T102" fmla="*/ 9 w 9"/>
                <a:gd name="T103" fmla="*/ 4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6">
                  <a:moveTo>
                    <a:pt x="0" y="56"/>
                  </a:moveTo>
                  <a:lnTo>
                    <a:pt x="0" y="47"/>
                  </a:lnTo>
                  <a:lnTo>
                    <a:pt x="0" y="43"/>
                  </a:lnTo>
                  <a:lnTo>
                    <a:pt x="1" y="42"/>
                  </a:lnTo>
                  <a:lnTo>
                    <a:pt x="1" y="38"/>
                  </a:lnTo>
                  <a:lnTo>
                    <a:pt x="1" y="29"/>
                  </a:lnTo>
                  <a:lnTo>
                    <a:pt x="1" y="24"/>
                  </a:lnTo>
                  <a:lnTo>
                    <a:pt x="1" y="27"/>
                  </a:lnTo>
                  <a:lnTo>
                    <a:pt x="1" y="28"/>
                  </a:lnTo>
                  <a:lnTo>
                    <a:pt x="1" y="17"/>
                  </a:lnTo>
                  <a:lnTo>
                    <a:pt x="2" y="8"/>
                  </a:lnTo>
                  <a:lnTo>
                    <a:pt x="2" y="14"/>
                  </a:lnTo>
                  <a:lnTo>
                    <a:pt x="2" y="19"/>
                  </a:lnTo>
                  <a:lnTo>
                    <a:pt x="2" y="14"/>
                  </a:lnTo>
                  <a:lnTo>
                    <a:pt x="3" y="7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8"/>
                  </a:lnTo>
                  <a:lnTo>
                    <a:pt x="3" y="32"/>
                  </a:lnTo>
                  <a:lnTo>
                    <a:pt x="3" y="22"/>
                  </a:lnTo>
                  <a:lnTo>
                    <a:pt x="3" y="11"/>
                  </a:lnTo>
                  <a:lnTo>
                    <a:pt x="4" y="21"/>
                  </a:lnTo>
                  <a:lnTo>
                    <a:pt x="4" y="38"/>
                  </a:lnTo>
                  <a:lnTo>
                    <a:pt x="4" y="42"/>
                  </a:lnTo>
                  <a:lnTo>
                    <a:pt x="4" y="37"/>
                  </a:lnTo>
                  <a:lnTo>
                    <a:pt x="4" y="32"/>
                  </a:lnTo>
                  <a:lnTo>
                    <a:pt x="4" y="30"/>
                  </a:lnTo>
                  <a:lnTo>
                    <a:pt x="4" y="32"/>
                  </a:lnTo>
                  <a:lnTo>
                    <a:pt x="5" y="37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5" y="44"/>
                  </a:lnTo>
                  <a:lnTo>
                    <a:pt x="5" y="53"/>
                  </a:lnTo>
                  <a:lnTo>
                    <a:pt x="6" y="49"/>
                  </a:lnTo>
                  <a:lnTo>
                    <a:pt x="6" y="38"/>
                  </a:lnTo>
                  <a:lnTo>
                    <a:pt x="6" y="38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6" y="45"/>
                  </a:lnTo>
                  <a:lnTo>
                    <a:pt x="6" y="44"/>
                  </a:lnTo>
                  <a:lnTo>
                    <a:pt x="7" y="39"/>
                  </a:lnTo>
                  <a:lnTo>
                    <a:pt x="7" y="30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8" y="27"/>
                  </a:lnTo>
                  <a:lnTo>
                    <a:pt x="8" y="24"/>
                  </a:lnTo>
                  <a:lnTo>
                    <a:pt x="8" y="18"/>
                  </a:lnTo>
                  <a:lnTo>
                    <a:pt x="8" y="13"/>
                  </a:lnTo>
                  <a:lnTo>
                    <a:pt x="8" y="15"/>
                  </a:lnTo>
                  <a:lnTo>
                    <a:pt x="8" y="27"/>
                  </a:lnTo>
                  <a:lnTo>
                    <a:pt x="8" y="39"/>
                  </a:lnTo>
                  <a:lnTo>
                    <a:pt x="9" y="4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80" name="Freeform 724"/>
            <p:cNvSpPr/>
            <p:nvPr/>
          </p:nvSpPr>
          <p:spPr bwMode="auto">
            <a:xfrm>
              <a:off x="3332163" y="1863726"/>
              <a:ext cx="14288" cy="146050"/>
            </a:xfrm>
            <a:custGeom>
              <a:avLst/>
              <a:gdLst>
                <a:gd name="T0" fmla="*/ 0 w 9"/>
                <a:gd name="T1" fmla="*/ 73 h 92"/>
                <a:gd name="T2" fmla="*/ 1 w 9"/>
                <a:gd name="T3" fmla="*/ 74 h 92"/>
                <a:gd name="T4" fmla="*/ 1 w 9"/>
                <a:gd name="T5" fmla="*/ 68 h 92"/>
                <a:gd name="T6" fmla="*/ 1 w 9"/>
                <a:gd name="T7" fmla="*/ 68 h 92"/>
                <a:gd name="T8" fmla="*/ 1 w 9"/>
                <a:gd name="T9" fmla="*/ 76 h 92"/>
                <a:gd name="T10" fmla="*/ 1 w 9"/>
                <a:gd name="T11" fmla="*/ 79 h 92"/>
                <a:gd name="T12" fmla="*/ 2 w 9"/>
                <a:gd name="T13" fmla="*/ 77 h 92"/>
                <a:gd name="T14" fmla="*/ 2 w 9"/>
                <a:gd name="T15" fmla="*/ 75 h 92"/>
                <a:gd name="T16" fmla="*/ 2 w 9"/>
                <a:gd name="T17" fmla="*/ 77 h 92"/>
                <a:gd name="T18" fmla="*/ 2 w 9"/>
                <a:gd name="T19" fmla="*/ 81 h 92"/>
                <a:gd name="T20" fmla="*/ 2 w 9"/>
                <a:gd name="T21" fmla="*/ 83 h 92"/>
                <a:gd name="T22" fmla="*/ 2 w 9"/>
                <a:gd name="T23" fmla="*/ 85 h 92"/>
                <a:gd name="T24" fmla="*/ 2 w 9"/>
                <a:gd name="T25" fmla="*/ 89 h 92"/>
                <a:gd name="T26" fmla="*/ 3 w 9"/>
                <a:gd name="T27" fmla="*/ 92 h 92"/>
                <a:gd name="T28" fmla="*/ 3 w 9"/>
                <a:gd name="T29" fmla="*/ 92 h 92"/>
                <a:gd name="T30" fmla="*/ 3 w 9"/>
                <a:gd name="T31" fmla="*/ 89 h 92"/>
                <a:gd name="T32" fmla="*/ 3 w 9"/>
                <a:gd name="T33" fmla="*/ 81 h 92"/>
                <a:gd name="T34" fmla="*/ 3 w 9"/>
                <a:gd name="T35" fmla="*/ 74 h 92"/>
                <a:gd name="T36" fmla="*/ 3 w 9"/>
                <a:gd name="T37" fmla="*/ 75 h 92"/>
                <a:gd name="T38" fmla="*/ 3 w 9"/>
                <a:gd name="T39" fmla="*/ 77 h 92"/>
                <a:gd name="T40" fmla="*/ 4 w 9"/>
                <a:gd name="T41" fmla="*/ 76 h 92"/>
                <a:gd name="T42" fmla="*/ 4 w 9"/>
                <a:gd name="T43" fmla="*/ 76 h 92"/>
                <a:gd name="T44" fmla="*/ 4 w 9"/>
                <a:gd name="T45" fmla="*/ 76 h 92"/>
                <a:gd name="T46" fmla="*/ 4 w 9"/>
                <a:gd name="T47" fmla="*/ 71 h 92"/>
                <a:gd name="T48" fmla="*/ 5 w 9"/>
                <a:gd name="T49" fmla="*/ 67 h 92"/>
                <a:gd name="T50" fmla="*/ 5 w 9"/>
                <a:gd name="T51" fmla="*/ 66 h 92"/>
                <a:gd name="T52" fmla="*/ 5 w 9"/>
                <a:gd name="T53" fmla="*/ 64 h 92"/>
                <a:gd name="T54" fmla="*/ 5 w 9"/>
                <a:gd name="T55" fmla="*/ 60 h 92"/>
                <a:gd name="T56" fmla="*/ 5 w 9"/>
                <a:gd name="T57" fmla="*/ 51 h 92"/>
                <a:gd name="T58" fmla="*/ 5 w 9"/>
                <a:gd name="T59" fmla="*/ 41 h 92"/>
                <a:gd name="T60" fmla="*/ 5 w 9"/>
                <a:gd name="T61" fmla="*/ 32 h 92"/>
                <a:gd name="T62" fmla="*/ 6 w 9"/>
                <a:gd name="T63" fmla="*/ 30 h 92"/>
                <a:gd name="T64" fmla="*/ 6 w 9"/>
                <a:gd name="T65" fmla="*/ 30 h 92"/>
                <a:gd name="T66" fmla="*/ 6 w 9"/>
                <a:gd name="T67" fmla="*/ 24 h 92"/>
                <a:gd name="T68" fmla="*/ 6 w 9"/>
                <a:gd name="T69" fmla="*/ 12 h 92"/>
                <a:gd name="T70" fmla="*/ 6 w 9"/>
                <a:gd name="T71" fmla="*/ 7 h 92"/>
                <a:gd name="T72" fmla="*/ 7 w 9"/>
                <a:gd name="T73" fmla="*/ 7 h 92"/>
                <a:gd name="T74" fmla="*/ 7 w 9"/>
                <a:gd name="T75" fmla="*/ 7 h 92"/>
                <a:gd name="T76" fmla="*/ 7 w 9"/>
                <a:gd name="T77" fmla="*/ 5 h 92"/>
                <a:gd name="T78" fmla="*/ 7 w 9"/>
                <a:gd name="T79" fmla="*/ 1 h 92"/>
                <a:gd name="T80" fmla="*/ 7 w 9"/>
                <a:gd name="T81" fmla="*/ 0 h 92"/>
                <a:gd name="T82" fmla="*/ 7 w 9"/>
                <a:gd name="T83" fmla="*/ 7 h 92"/>
                <a:gd name="T84" fmla="*/ 7 w 9"/>
                <a:gd name="T85" fmla="*/ 15 h 92"/>
                <a:gd name="T86" fmla="*/ 8 w 9"/>
                <a:gd name="T87" fmla="*/ 15 h 92"/>
                <a:gd name="T88" fmla="*/ 8 w 9"/>
                <a:gd name="T89" fmla="*/ 10 h 92"/>
                <a:gd name="T90" fmla="*/ 8 w 9"/>
                <a:gd name="T91" fmla="*/ 10 h 92"/>
                <a:gd name="T92" fmla="*/ 8 w 9"/>
                <a:gd name="T93" fmla="*/ 12 h 92"/>
                <a:gd name="T94" fmla="*/ 8 w 9"/>
                <a:gd name="T95" fmla="*/ 12 h 92"/>
                <a:gd name="T96" fmla="*/ 8 w 9"/>
                <a:gd name="T97" fmla="*/ 7 h 92"/>
                <a:gd name="T98" fmla="*/ 9 w 9"/>
                <a:gd name="T99" fmla="*/ 1 h 92"/>
                <a:gd name="T100" fmla="*/ 9 w 9"/>
                <a:gd name="T101" fmla="*/ 0 h 92"/>
                <a:gd name="T102" fmla="*/ 9 w 9"/>
                <a:gd name="T103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92">
                  <a:moveTo>
                    <a:pt x="0" y="73"/>
                  </a:moveTo>
                  <a:lnTo>
                    <a:pt x="1" y="74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1" y="76"/>
                  </a:lnTo>
                  <a:lnTo>
                    <a:pt x="1" y="79"/>
                  </a:lnTo>
                  <a:lnTo>
                    <a:pt x="2" y="77"/>
                  </a:lnTo>
                  <a:lnTo>
                    <a:pt x="2" y="75"/>
                  </a:lnTo>
                  <a:lnTo>
                    <a:pt x="2" y="77"/>
                  </a:lnTo>
                  <a:lnTo>
                    <a:pt x="2" y="81"/>
                  </a:lnTo>
                  <a:lnTo>
                    <a:pt x="2" y="83"/>
                  </a:lnTo>
                  <a:lnTo>
                    <a:pt x="2" y="85"/>
                  </a:lnTo>
                  <a:lnTo>
                    <a:pt x="2" y="89"/>
                  </a:lnTo>
                  <a:lnTo>
                    <a:pt x="3" y="92"/>
                  </a:lnTo>
                  <a:lnTo>
                    <a:pt x="3" y="92"/>
                  </a:lnTo>
                  <a:lnTo>
                    <a:pt x="3" y="89"/>
                  </a:lnTo>
                  <a:lnTo>
                    <a:pt x="3" y="81"/>
                  </a:lnTo>
                  <a:lnTo>
                    <a:pt x="3" y="74"/>
                  </a:lnTo>
                  <a:lnTo>
                    <a:pt x="3" y="75"/>
                  </a:lnTo>
                  <a:lnTo>
                    <a:pt x="3" y="77"/>
                  </a:lnTo>
                  <a:lnTo>
                    <a:pt x="4" y="76"/>
                  </a:lnTo>
                  <a:lnTo>
                    <a:pt x="4" y="76"/>
                  </a:lnTo>
                  <a:lnTo>
                    <a:pt x="4" y="76"/>
                  </a:lnTo>
                  <a:lnTo>
                    <a:pt x="4" y="71"/>
                  </a:lnTo>
                  <a:lnTo>
                    <a:pt x="5" y="67"/>
                  </a:lnTo>
                  <a:lnTo>
                    <a:pt x="5" y="66"/>
                  </a:lnTo>
                  <a:lnTo>
                    <a:pt x="5" y="64"/>
                  </a:lnTo>
                  <a:lnTo>
                    <a:pt x="5" y="60"/>
                  </a:lnTo>
                  <a:lnTo>
                    <a:pt x="5" y="51"/>
                  </a:lnTo>
                  <a:lnTo>
                    <a:pt x="5" y="41"/>
                  </a:lnTo>
                  <a:lnTo>
                    <a:pt x="5" y="32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6" y="24"/>
                  </a:lnTo>
                  <a:lnTo>
                    <a:pt x="6" y="12"/>
                  </a:lnTo>
                  <a:lnTo>
                    <a:pt x="6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7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7"/>
                  </a:lnTo>
                  <a:lnTo>
                    <a:pt x="9" y="1"/>
                  </a:lnTo>
                  <a:lnTo>
                    <a:pt x="9" y="0"/>
                  </a:lnTo>
                  <a:lnTo>
                    <a:pt x="9" y="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81" name="Freeform 725"/>
            <p:cNvSpPr/>
            <p:nvPr/>
          </p:nvSpPr>
          <p:spPr bwMode="auto">
            <a:xfrm>
              <a:off x="3346450" y="1858964"/>
              <a:ext cx="12700" cy="190500"/>
            </a:xfrm>
            <a:custGeom>
              <a:avLst/>
              <a:gdLst>
                <a:gd name="T0" fmla="*/ 0 w 8"/>
                <a:gd name="T1" fmla="*/ 3 h 120"/>
                <a:gd name="T2" fmla="*/ 0 w 8"/>
                <a:gd name="T3" fmla="*/ 8 h 120"/>
                <a:gd name="T4" fmla="*/ 0 w 8"/>
                <a:gd name="T5" fmla="*/ 13 h 120"/>
                <a:gd name="T6" fmla="*/ 0 w 8"/>
                <a:gd name="T7" fmla="*/ 14 h 120"/>
                <a:gd name="T8" fmla="*/ 1 w 8"/>
                <a:gd name="T9" fmla="*/ 15 h 120"/>
                <a:gd name="T10" fmla="*/ 1 w 8"/>
                <a:gd name="T11" fmla="*/ 15 h 120"/>
                <a:gd name="T12" fmla="*/ 1 w 8"/>
                <a:gd name="T13" fmla="*/ 13 h 120"/>
                <a:gd name="T14" fmla="*/ 1 w 8"/>
                <a:gd name="T15" fmla="*/ 13 h 120"/>
                <a:gd name="T16" fmla="*/ 1 w 8"/>
                <a:gd name="T17" fmla="*/ 13 h 120"/>
                <a:gd name="T18" fmla="*/ 1 w 8"/>
                <a:gd name="T19" fmla="*/ 10 h 120"/>
                <a:gd name="T20" fmla="*/ 1 w 8"/>
                <a:gd name="T21" fmla="*/ 8 h 120"/>
                <a:gd name="T22" fmla="*/ 2 w 8"/>
                <a:gd name="T23" fmla="*/ 9 h 120"/>
                <a:gd name="T24" fmla="*/ 2 w 8"/>
                <a:gd name="T25" fmla="*/ 5 h 120"/>
                <a:gd name="T26" fmla="*/ 2 w 8"/>
                <a:gd name="T27" fmla="*/ 0 h 120"/>
                <a:gd name="T28" fmla="*/ 2 w 8"/>
                <a:gd name="T29" fmla="*/ 5 h 120"/>
                <a:gd name="T30" fmla="*/ 3 w 8"/>
                <a:gd name="T31" fmla="*/ 12 h 120"/>
                <a:gd name="T32" fmla="*/ 3 w 8"/>
                <a:gd name="T33" fmla="*/ 10 h 120"/>
                <a:gd name="T34" fmla="*/ 3 w 8"/>
                <a:gd name="T35" fmla="*/ 9 h 120"/>
                <a:gd name="T36" fmla="*/ 3 w 8"/>
                <a:gd name="T37" fmla="*/ 12 h 120"/>
                <a:gd name="T38" fmla="*/ 3 w 8"/>
                <a:gd name="T39" fmla="*/ 10 h 120"/>
                <a:gd name="T40" fmla="*/ 3 w 8"/>
                <a:gd name="T41" fmla="*/ 10 h 120"/>
                <a:gd name="T42" fmla="*/ 3 w 8"/>
                <a:gd name="T43" fmla="*/ 15 h 120"/>
                <a:gd name="T44" fmla="*/ 4 w 8"/>
                <a:gd name="T45" fmla="*/ 17 h 120"/>
                <a:gd name="T46" fmla="*/ 4 w 8"/>
                <a:gd name="T47" fmla="*/ 16 h 120"/>
                <a:gd name="T48" fmla="*/ 4 w 8"/>
                <a:gd name="T49" fmla="*/ 21 h 120"/>
                <a:gd name="T50" fmla="*/ 4 w 8"/>
                <a:gd name="T51" fmla="*/ 28 h 120"/>
                <a:gd name="T52" fmla="*/ 4 w 8"/>
                <a:gd name="T53" fmla="*/ 28 h 120"/>
                <a:gd name="T54" fmla="*/ 4 w 8"/>
                <a:gd name="T55" fmla="*/ 29 h 120"/>
                <a:gd name="T56" fmla="*/ 4 w 8"/>
                <a:gd name="T57" fmla="*/ 39 h 120"/>
                <a:gd name="T58" fmla="*/ 5 w 8"/>
                <a:gd name="T59" fmla="*/ 43 h 120"/>
                <a:gd name="T60" fmla="*/ 5 w 8"/>
                <a:gd name="T61" fmla="*/ 39 h 120"/>
                <a:gd name="T62" fmla="*/ 5 w 8"/>
                <a:gd name="T63" fmla="*/ 45 h 120"/>
                <a:gd name="T64" fmla="*/ 5 w 8"/>
                <a:gd name="T65" fmla="*/ 59 h 120"/>
                <a:gd name="T66" fmla="*/ 5 w 8"/>
                <a:gd name="T67" fmla="*/ 64 h 120"/>
                <a:gd name="T68" fmla="*/ 6 w 8"/>
                <a:gd name="T69" fmla="*/ 64 h 120"/>
                <a:gd name="T70" fmla="*/ 6 w 8"/>
                <a:gd name="T71" fmla="*/ 72 h 120"/>
                <a:gd name="T72" fmla="*/ 6 w 8"/>
                <a:gd name="T73" fmla="*/ 77 h 120"/>
                <a:gd name="T74" fmla="*/ 6 w 8"/>
                <a:gd name="T75" fmla="*/ 74 h 120"/>
                <a:gd name="T76" fmla="*/ 6 w 8"/>
                <a:gd name="T77" fmla="*/ 84 h 120"/>
                <a:gd name="T78" fmla="*/ 6 w 8"/>
                <a:gd name="T79" fmla="*/ 98 h 120"/>
                <a:gd name="T80" fmla="*/ 6 w 8"/>
                <a:gd name="T81" fmla="*/ 94 h 120"/>
                <a:gd name="T82" fmla="*/ 7 w 8"/>
                <a:gd name="T83" fmla="*/ 87 h 120"/>
                <a:gd name="T84" fmla="*/ 7 w 8"/>
                <a:gd name="T85" fmla="*/ 98 h 120"/>
                <a:gd name="T86" fmla="*/ 7 w 8"/>
                <a:gd name="T87" fmla="*/ 109 h 120"/>
                <a:gd name="T88" fmla="*/ 7 w 8"/>
                <a:gd name="T89" fmla="*/ 110 h 120"/>
                <a:gd name="T90" fmla="*/ 8 w 8"/>
                <a:gd name="T91" fmla="*/ 111 h 120"/>
                <a:gd name="T92" fmla="*/ 8 w 8"/>
                <a:gd name="T93" fmla="*/ 115 h 120"/>
                <a:gd name="T94" fmla="*/ 8 w 8"/>
                <a:gd name="T95" fmla="*/ 109 h 120"/>
                <a:gd name="T96" fmla="*/ 8 w 8"/>
                <a:gd name="T97" fmla="*/ 105 h 120"/>
                <a:gd name="T98" fmla="*/ 8 w 8"/>
                <a:gd name="T99" fmla="*/ 116 h 120"/>
                <a:gd name="T100" fmla="*/ 8 w 8"/>
                <a:gd name="T101" fmla="*/ 120 h 120"/>
                <a:gd name="T102" fmla="*/ 8 w 8"/>
                <a:gd name="T103" fmla="*/ 107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20">
                  <a:moveTo>
                    <a:pt x="0" y="3"/>
                  </a:moveTo>
                  <a:lnTo>
                    <a:pt x="0" y="8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0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5"/>
                  </a:lnTo>
                  <a:lnTo>
                    <a:pt x="2" y="0"/>
                  </a:lnTo>
                  <a:lnTo>
                    <a:pt x="2" y="5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5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4" y="21"/>
                  </a:lnTo>
                  <a:lnTo>
                    <a:pt x="4" y="28"/>
                  </a:lnTo>
                  <a:lnTo>
                    <a:pt x="4" y="28"/>
                  </a:lnTo>
                  <a:lnTo>
                    <a:pt x="4" y="29"/>
                  </a:lnTo>
                  <a:lnTo>
                    <a:pt x="4" y="39"/>
                  </a:lnTo>
                  <a:lnTo>
                    <a:pt x="5" y="43"/>
                  </a:lnTo>
                  <a:lnTo>
                    <a:pt x="5" y="39"/>
                  </a:lnTo>
                  <a:lnTo>
                    <a:pt x="5" y="45"/>
                  </a:lnTo>
                  <a:lnTo>
                    <a:pt x="5" y="59"/>
                  </a:lnTo>
                  <a:lnTo>
                    <a:pt x="5" y="64"/>
                  </a:lnTo>
                  <a:lnTo>
                    <a:pt x="6" y="64"/>
                  </a:lnTo>
                  <a:lnTo>
                    <a:pt x="6" y="72"/>
                  </a:lnTo>
                  <a:lnTo>
                    <a:pt x="6" y="77"/>
                  </a:lnTo>
                  <a:lnTo>
                    <a:pt x="6" y="74"/>
                  </a:lnTo>
                  <a:lnTo>
                    <a:pt x="6" y="84"/>
                  </a:lnTo>
                  <a:lnTo>
                    <a:pt x="6" y="98"/>
                  </a:lnTo>
                  <a:lnTo>
                    <a:pt x="6" y="94"/>
                  </a:lnTo>
                  <a:lnTo>
                    <a:pt x="7" y="87"/>
                  </a:lnTo>
                  <a:lnTo>
                    <a:pt x="7" y="98"/>
                  </a:lnTo>
                  <a:lnTo>
                    <a:pt x="7" y="109"/>
                  </a:lnTo>
                  <a:lnTo>
                    <a:pt x="7" y="110"/>
                  </a:lnTo>
                  <a:lnTo>
                    <a:pt x="8" y="111"/>
                  </a:lnTo>
                  <a:lnTo>
                    <a:pt x="8" y="115"/>
                  </a:lnTo>
                  <a:lnTo>
                    <a:pt x="8" y="109"/>
                  </a:lnTo>
                  <a:lnTo>
                    <a:pt x="8" y="105"/>
                  </a:lnTo>
                  <a:lnTo>
                    <a:pt x="8" y="116"/>
                  </a:lnTo>
                  <a:lnTo>
                    <a:pt x="8" y="120"/>
                  </a:lnTo>
                  <a:lnTo>
                    <a:pt x="8" y="10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82" name="Freeform 726"/>
            <p:cNvSpPr/>
            <p:nvPr/>
          </p:nvSpPr>
          <p:spPr bwMode="auto">
            <a:xfrm>
              <a:off x="3359150" y="2022476"/>
              <a:ext cx="14288" cy="247650"/>
            </a:xfrm>
            <a:custGeom>
              <a:avLst/>
              <a:gdLst>
                <a:gd name="T0" fmla="*/ 0 w 9"/>
                <a:gd name="T1" fmla="*/ 17 h 156"/>
                <a:gd name="T2" fmla="*/ 0 w 9"/>
                <a:gd name="T3" fmla="*/ 4 h 156"/>
                <a:gd name="T4" fmla="*/ 1 w 9"/>
                <a:gd name="T5" fmla="*/ 0 h 156"/>
                <a:gd name="T6" fmla="*/ 1 w 9"/>
                <a:gd name="T7" fmla="*/ 16 h 156"/>
                <a:gd name="T8" fmla="*/ 1 w 9"/>
                <a:gd name="T9" fmla="*/ 23 h 156"/>
                <a:gd name="T10" fmla="*/ 1 w 9"/>
                <a:gd name="T11" fmla="*/ 19 h 156"/>
                <a:gd name="T12" fmla="*/ 1 w 9"/>
                <a:gd name="T13" fmla="*/ 23 h 156"/>
                <a:gd name="T14" fmla="*/ 1 w 9"/>
                <a:gd name="T15" fmla="*/ 33 h 156"/>
                <a:gd name="T16" fmla="*/ 1 w 9"/>
                <a:gd name="T17" fmla="*/ 37 h 156"/>
                <a:gd name="T18" fmla="*/ 2 w 9"/>
                <a:gd name="T19" fmla="*/ 43 h 156"/>
                <a:gd name="T20" fmla="*/ 2 w 9"/>
                <a:gd name="T21" fmla="*/ 50 h 156"/>
                <a:gd name="T22" fmla="*/ 2 w 9"/>
                <a:gd name="T23" fmla="*/ 48 h 156"/>
                <a:gd name="T24" fmla="*/ 2 w 9"/>
                <a:gd name="T25" fmla="*/ 47 h 156"/>
                <a:gd name="T26" fmla="*/ 2 w 9"/>
                <a:gd name="T27" fmla="*/ 59 h 156"/>
                <a:gd name="T28" fmla="*/ 3 w 9"/>
                <a:gd name="T29" fmla="*/ 73 h 156"/>
                <a:gd name="T30" fmla="*/ 3 w 9"/>
                <a:gd name="T31" fmla="*/ 75 h 156"/>
                <a:gd name="T32" fmla="*/ 3 w 9"/>
                <a:gd name="T33" fmla="*/ 70 h 156"/>
                <a:gd name="T34" fmla="*/ 3 w 9"/>
                <a:gd name="T35" fmla="*/ 79 h 156"/>
                <a:gd name="T36" fmla="*/ 3 w 9"/>
                <a:gd name="T37" fmla="*/ 92 h 156"/>
                <a:gd name="T38" fmla="*/ 3 w 9"/>
                <a:gd name="T39" fmla="*/ 89 h 156"/>
                <a:gd name="T40" fmla="*/ 3 w 9"/>
                <a:gd name="T41" fmla="*/ 82 h 156"/>
                <a:gd name="T42" fmla="*/ 4 w 9"/>
                <a:gd name="T43" fmla="*/ 93 h 156"/>
                <a:gd name="T44" fmla="*/ 4 w 9"/>
                <a:gd name="T45" fmla="*/ 114 h 156"/>
                <a:gd name="T46" fmla="*/ 4 w 9"/>
                <a:gd name="T47" fmla="*/ 119 h 156"/>
                <a:gd name="T48" fmla="*/ 4 w 9"/>
                <a:gd name="T49" fmla="*/ 110 h 156"/>
                <a:gd name="T50" fmla="*/ 5 w 9"/>
                <a:gd name="T51" fmla="*/ 108 h 156"/>
                <a:gd name="T52" fmla="*/ 5 w 9"/>
                <a:gd name="T53" fmla="*/ 119 h 156"/>
                <a:gd name="T54" fmla="*/ 5 w 9"/>
                <a:gd name="T55" fmla="*/ 132 h 156"/>
                <a:gd name="T56" fmla="*/ 5 w 9"/>
                <a:gd name="T57" fmla="*/ 140 h 156"/>
                <a:gd name="T58" fmla="*/ 5 w 9"/>
                <a:gd name="T59" fmla="*/ 142 h 156"/>
                <a:gd name="T60" fmla="*/ 5 w 9"/>
                <a:gd name="T61" fmla="*/ 131 h 156"/>
                <a:gd name="T62" fmla="*/ 5 w 9"/>
                <a:gd name="T63" fmla="*/ 120 h 156"/>
                <a:gd name="T64" fmla="*/ 6 w 9"/>
                <a:gd name="T65" fmla="*/ 137 h 156"/>
                <a:gd name="T66" fmla="*/ 6 w 9"/>
                <a:gd name="T67" fmla="*/ 156 h 156"/>
                <a:gd name="T68" fmla="*/ 6 w 9"/>
                <a:gd name="T69" fmla="*/ 138 h 156"/>
                <a:gd name="T70" fmla="*/ 6 w 9"/>
                <a:gd name="T71" fmla="*/ 115 h 156"/>
                <a:gd name="T72" fmla="*/ 6 w 9"/>
                <a:gd name="T73" fmla="*/ 123 h 156"/>
                <a:gd name="T74" fmla="*/ 6 w 9"/>
                <a:gd name="T75" fmla="*/ 128 h 156"/>
                <a:gd name="T76" fmla="*/ 6 w 9"/>
                <a:gd name="T77" fmla="*/ 117 h 156"/>
                <a:gd name="T78" fmla="*/ 7 w 9"/>
                <a:gd name="T79" fmla="*/ 128 h 156"/>
                <a:gd name="T80" fmla="*/ 7 w 9"/>
                <a:gd name="T81" fmla="*/ 146 h 156"/>
                <a:gd name="T82" fmla="*/ 7 w 9"/>
                <a:gd name="T83" fmla="*/ 133 h 156"/>
                <a:gd name="T84" fmla="*/ 7 w 9"/>
                <a:gd name="T85" fmla="*/ 122 h 156"/>
                <a:gd name="T86" fmla="*/ 8 w 9"/>
                <a:gd name="T87" fmla="*/ 141 h 156"/>
                <a:gd name="T88" fmla="*/ 8 w 9"/>
                <a:gd name="T89" fmla="*/ 151 h 156"/>
                <a:gd name="T90" fmla="*/ 8 w 9"/>
                <a:gd name="T91" fmla="*/ 134 h 156"/>
                <a:gd name="T92" fmla="*/ 8 w 9"/>
                <a:gd name="T93" fmla="*/ 129 h 156"/>
                <a:gd name="T94" fmla="*/ 8 w 9"/>
                <a:gd name="T95" fmla="*/ 132 h 156"/>
                <a:gd name="T96" fmla="*/ 8 w 9"/>
                <a:gd name="T97" fmla="*/ 109 h 156"/>
                <a:gd name="T98" fmla="*/ 8 w 9"/>
                <a:gd name="T99" fmla="*/ 86 h 156"/>
                <a:gd name="T100" fmla="*/ 9 w 9"/>
                <a:gd name="T101" fmla="*/ 100 h 156"/>
                <a:gd name="T102" fmla="*/ 9 w 9"/>
                <a:gd name="T103" fmla="*/ 11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56">
                  <a:moveTo>
                    <a:pt x="0" y="17"/>
                  </a:moveTo>
                  <a:lnTo>
                    <a:pt x="0" y="4"/>
                  </a:lnTo>
                  <a:lnTo>
                    <a:pt x="1" y="0"/>
                  </a:lnTo>
                  <a:lnTo>
                    <a:pt x="1" y="16"/>
                  </a:lnTo>
                  <a:lnTo>
                    <a:pt x="1" y="23"/>
                  </a:lnTo>
                  <a:lnTo>
                    <a:pt x="1" y="19"/>
                  </a:lnTo>
                  <a:lnTo>
                    <a:pt x="1" y="23"/>
                  </a:lnTo>
                  <a:lnTo>
                    <a:pt x="1" y="33"/>
                  </a:lnTo>
                  <a:lnTo>
                    <a:pt x="1" y="37"/>
                  </a:lnTo>
                  <a:lnTo>
                    <a:pt x="2" y="43"/>
                  </a:lnTo>
                  <a:lnTo>
                    <a:pt x="2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2" y="59"/>
                  </a:lnTo>
                  <a:lnTo>
                    <a:pt x="3" y="73"/>
                  </a:lnTo>
                  <a:lnTo>
                    <a:pt x="3" y="75"/>
                  </a:lnTo>
                  <a:lnTo>
                    <a:pt x="3" y="70"/>
                  </a:lnTo>
                  <a:lnTo>
                    <a:pt x="3" y="79"/>
                  </a:lnTo>
                  <a:lnTo>
                    <a:pt x="3" y="92"/>
                  </a:lnTo>
                  <a:lnTo>
                    <a:pt x="3" y="89"/>
                  </a:lnTo>
                  <a:lnTo>
                    <a:pt x="3" y="82"/>
                  </a:lnTo>
                  <a:lnTo>
                    <a:pt x="4" y="93"/>
                  </a:lnTo>
                  <a:lnTo>
                    <a:pt x="4" y="114"/>
                  </a:lnTo>
                  <a:lnTo>
                    <a:pt x="4" y="119"/>
                  </a:lnTo>
                  <a:lnTo>
                    <a:pt x="4" y="110"/>
                  </a:lnTo>
                  <a:lnTo>
                    <a:pt x="5" y="108"/>
                  </a:lnTo>
                  <a:lnTo>
                    <a:pt x="5" y="119"/>
                  </a:lnTo>
                  <a:lnTo>
                    <a:pt x="5" y="132"/>
                  </a:lnTo>
                  <a:lnTo>
                    <a:pt x="5" y="140"/>
                  </a:lnTo>
                  <a:lnTo>
                    <a:pt x="5" y="142"/>
                  </a:lnTo>
                  <a:lnTo>
                    <a:pt x="5" y="131"/>
                  </a:lnTo>
                  <a:lnTo>
                    <a:pt x="5" y="120"/>
                  </a:lnTo>
                  <a:lnTo>
                    <a:pt x="6" y="137"/>
                  </a:lnTo>
                  <a:lnTo>
                    <a:pt x="6" y="156"/>
                  </a:lnTo>
                  <a:lnTo>
                    <a:pt x="6" y="138"/>
                  </a:lnTo>
                  <a:lnTo>
                    <a:pt x="6" y="115"/>
                  </a:lnTo>
                  <a:lnTo>
                    <a:pt x="6" y="123"/>
                  </a:lnTo>
                  <a:lnTo>
                    <a:pt x="6" y="128"/>
                  </a:lnTo>
                  <a:lnTo>
                    <a:pt x="6" y="117"/>
                  </a:lnTo>
                  <a:lnTo>
                    <a:pt x="7" y="128"/>
                  </a:lnTo>
                  <a:lnTo>
                    <a:pt x="7" y="146"/>
                  </a:lnTo>
                  <a:lnTo>
                    <a:pt x="7" y="133"/>
                  </a:lnTo>
                  <a:lnTo>
                    <a:pt x="7" y="122"/>
                  </a:lnTo>
                  <a:lnTo>
                    <a:pt x="8" y="141"/>
                  </a:lnTo>
                  <a:lnTo>
                    <a:pt x="8" y="151"/>
                  </a:lnTo>
                  <a:lnTo>
                    <a:pt x="8" y="134"/>
                  </a:lnTo>
                  <a:lnTo>
                    <a:pt x="8" y="129"/>
                  </a:lnTo>
                  <a:lnTo>
                    <a:pt x="8" y="132"/>
                  </a:lnTo>
                  <a:lnTo>
                    <a:pt x="8" y="109"/>
                  </a:lnTo>
                  <a:lnTo>
                    <a:pt x="8" y="86"/>
                  </a:lnTo>
                  <a:lnTo>
                    <a:pt x="9" y="100"/>
                  </a:lnTo>
                  <a:lnTo>
                    <a:pt x="9" y="11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83" name="Freeform 727"/>
            <p:cNvSpPr/>
            <p:nvPr/>
          </p:nvSpPr>
          <p:spPr bwMode="auto">
            <a:xfrm>
              <a:off x="3373438" y="1909764"/>
              <a:ext cx="12700" cy="287338"/>
            </a:xfrm>
            <a:custGeom>
              <a:avLst/>
              <a:gdLst>
                <a:gd name="T0" fmla="*/ 0 w 8"/>
                <a:gd name="T1" fmla="*/ 171 h 181"/>
                <a:gd name="T2" fmla="*/ 0 w 8"/>
                <a:gd name="T3" fmla="*/ 181 h 181"/>
                <a:gd name="T4" fmla="*/ 0 w 8"/>
                <a:gd name="T5" fmla="*/ 152 h 181"/>
                <a:gd name="T6" fmla="*/ 0 w 8"/>
                <a:gd name="T7" fmla="*/ 138 h 181"/>
                <a:gd name="T8" fmla="*/ 0 w 8"/>
                <a:gd name="T9" fmla="*/ 157 h 181"/>
                <a:gd name="T10" fmla="*/ 1 w 8"/>
                <a:gd name="T11" fmla="*/ 153 h 181"/>
                <a:gd name="T12" fmla="*/ 1 w 8"/>
                <a:gd name="T13" fmla="*/ 126 h 181"/>
                <a:gd name="T14" fmla="*/ 1 w 8"/>
                <a:gd name="T15" fmla="*/ 118 h 181"/>
                <a:gd name="T16" fmla="*/ 1 w 8"/>
                <a:gd name="T17" fmla="*/ 109 h 181"/>
                <a:gd name="T18" fmla="*/ 1 w 8"/>
                <a:gd name="T19" fmla="*/ 79 h 181"/>
                <a:gd name="T20" fmla="*/ 1 w 8"/>
                <a:gd name="T21" fmla="*/ 68 h 181"/>
                <a:gd name="T22" fmla="*/ 1 w 8"/>
                <a:gd name="T23" fmla="*/ 80 h 181"/>
                <a:gd name="T24" fmla="*/ 2 w 8"/>
                <a:gd name="T25" fmla="*/ 67 h 181"/>
                <a:gd name="T26" fmla="*/ 2 w 8"/>
                <a:gd name="T27" fmla="*/ 39 h 181"/>
                <a:gd name="T28" fmla="*/ 2 w 8"/>
                <a:gd name="T29" fmla="*/ 42 h 181"/>
                <a:gd name="T30" fmla="*/ 2 w 8"/>
                <a:gd name="T31" fmla="*/ 54 h 181"/>
                <a:gd name="T32" fmla="*/ 2 w 8"/>
                <a:gd name="T33" fmla="*/ 38 h 181"/>
                <a:gd name="T34" fmla="*/ 2 w 8"/>
                <a:gd name="T35" fmla="*/ 24 h 181"/>
                <a:gd name="T36" fmla="*/ 2 w 8"/>
                <a:gd name="T37" fmla="*/ 35 h 181"/>
                <a:gd name="T38" fmla="*/ 3 w 8"/>
                <a:gd name="T39" fmla="*/ 38 h 181"/>
                <a:gd name="T40" fmla="*/ 3 w 8"/>
                <a:gd name="T41" fmla="*/ 20 h 181"/>
                <a:gd name="T42" fmla="*/ 3 w 8"/>
                <a:gd name="T43" fmla="*/ 10 h 181"/>
                <a:gd name="T44" fmla="*/ 3 w 8"/>
                <a:gd name="T45" fmla="*/ 14 h 181"/>
                <a:gd name="T46" fmla="*/ 4 w 8"/>
                <a:gd name="T47" fmla="*/ 11 h 181"/>
                <a:gd name="T48" fmla="*/ 4 w 8"/>
                <a:gd name="T49" fmla="*/ 9 h 181"/>
                <a:gd name="T50" fmla="*/ 4 w 8"/>
                <a:gd name="T51" fmla="*/ 17 h 181"/>
                <a:gd name="T52" fmla="*/ 4 w 8"/>
                <a:gd name="T53" fmla="*/ 16 h 181"/>
                <a:gd name="T54" fmla="*/ 4 w 8"/>
                <a:gd name="T55" fmla="*/ 0 h 181"/>
                <a:gd name="T56" fmla="*/ 4 w 8"/>
                <a:gd name="T57" fmla="*/ 1 h 181"/>
                <a:gd name="T58" fmla="*/ 4 w 8"/>
                <a:gd name="T59" fmla="*/ 25 h 181"/>
                <a:gd name="T60" fmla="*/ 5 w 8"/>
                <a:gd name="T61" fmla="*/ 30 h 181"/>
                <a:gd name="T62" fmla="*/ 5 w 8"/>
                <a:gd name="T63" fmla="*/ 13 h 181"/>
                <a:gd name="T64" fmla="*/ 5 w 8"/>
                <a:gd name="T65" fmla="*/ 16 h 181"/>
                <a:gd name="T66" fmla="*/ 5 w 8"/>
                <a:gd name="T67" fmla="*/ 35 h 181"/>
                <a:gd name="T68" fmla="*/ 5 w 8"/>
                <a:gd name="T69" fmla="*/ 34 h 181"/>
                <a:gd name="T70" fmla="*/ 6 w 8"/>
                <a:gd name="T71" fmla="*/ 25 h 181"/>
                <a:gd name="T72" fmla="*/ 6 w 8"/>
                <a:gd name="T73" fmla="*/ 35 h 181"/>
                <a:gd name="T74" fmla="*/ 6 w 8"/>
                <a:gd name="T75" fmla="*/ 45 h 181"/>
                <a:gd name="T76" fmla="*/ 6 w 8"/>
                <a:gd name="T77" fmla="*/ 36 h 181"/>
                <a:gd name="T78" fmla="*/ 6 w 8"/>
                <a:gd name="T79" fmla="*/ 31 h 181"/>
                <a:gd name="T80" fmla="*/ 6 w 8"/>
                <a:gd name="T81" fmla="*/ 37 h 181"/>
                <a:gd name="T82" fmla="*/ 6 w 8"/>
                <a:gd name="T83" fmla="*/ 40 h 181"/>
                <a:gd name="T84" fmla="*/ 7 w 8"/>
                <a:gd name="T85" fmla="*/ 44 h 181"/>
                <a:gd name="T86" fmla="*/ 7 w 8"/>
                <a:gd name="T87" fmla="*/ 57 h 181"/>
                <a:gd name="T88" fmla="*/ 7 w 8"/>
                <a:gd name="T89" fmla="*/ 57 h 181"/>
                <a:gd name="T90" fmla="*/ 7 w 8"/>
                <a:gd name="T91" fmla="*/ 39 h 181"/>
                <a:gd name="T92" fmla="*/ 7 w 8"/>
                <a:gd name="T93" fmla="*/ 38 h 181"/>
                <a:gd name="T94" fmla="*/ 7 w 8"/>
                <a:gd name="T95" fmla="*/ 61 h 181"/>
                <a:gd name="T96" fmla="*/ 7 w 8"/>
                <a:gd name="T97" fmla="*/ 69 h 181"/>
                <a:gd name="T98" fmla="*/ 8 w 8"/>
                <a:gd name="T99" fmla="*/ 51 h 181"/>
                <a:gd name="T100" fmla="*/ 8 w 8"/>
                <a:gd name="T101" fmla="*/ 42 h 181"/>
                <a:gd name="T102" fmla="*/ 8 w 8"/>
                <a:gd name="T103" fmla="*/ 44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81">
                  <a:moveTo>
                    <a:pt x="0" y="171"/>
                  </a:moveTo>
                  <a:lnTo>
                    <a:pt x="0" y="181"/>
                  </a:lnTo>
                  <a:lnTo>
                    <a:pt x="0" y="152"/>
                  </a:lnTo>
                  <a:lnTo>
                    <a:pt x="0" y="138"/>
                  </a:lnTo>
                  <a:lnTo>
                    <a:pt x="0" y="157"/>
                  </a:lnTo>
                  <a:lnTo>
                    <a:pt x="1" y="153"/>
                  </a:lnTo>
                  <a:lnTo>
                    <a:pt x="1" y="126"/>
                  </a:lnTo>
                  <a:lnTo>
                    <a:pt x="1" y="118"/>
                  </a:lnTo>
                  <a:lnTo>
                    <a:pt x="1" y="109"/>
                  </a:lnTo>
                  <a:lnTo>
                    <a:pt x="1" y="79"/>
                  </a:lnTo>
                  <a:lnTo>
                    <a:pt x="1" y="68"/>
                  </a:lnTo>
                  <a:lnTo>
                    <a:pt x="1" y="80"/>
                  </a:lnTo>
                  <a:lnTo>
                    <a:pt x="2" y="67"/>
                  </a:lnTo>
                  <a:lnTo>
                    <a:pt x="2" y="39"/>
                  </a:lnTo>
                  <a:lnTo>
                    <a:pt x="2" y="42"/>
                  </a:lnTo>
                  <a:lnTo>
                    <a:pt x="2" y="54"/>
                  </a:lnTo>
                  <a:lnTo>
                    <a:pt x="2" y="38"/>
                  </a:lnTo>
                  <a:lnTo>
                    <a:pt x="2" y="24"/>
                  </a:lnTo>
                  <a:lnTo>
                    <a:pt x="2" y="35"/>
                  </a:lnTo>
                  <a:lnTo>
                    <a:pt x="3" y="38"/>
                  </a:lnTo>
                  <a:lnTo>
                    <a:pt x="3" y="20"/>
                  </a:lnTo>
                  <a:lnTo>
                    <a:pt x="3" y="10"/>
                  </a:lnTo>
                  <a:lnTo>
                    <a:pt x="3" y="14"/>
                  </a:lnTo>
                  <a:lnTo>
                    <a:pt x="4" y="11"/>
                  </a:lnTo>
                  <a:lnTo>
                    <a:pt x="4" y="9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25"/>
                  </a:lnTo>
                  <a:lnTo>
                    <a:pt x="5" y="30"/>
                  </a:lnTo>
                  <a:lnTo>
                    <a:pt x="5" y="13"/>
                  </a:lnTo>
                  <a:lnTo>
                    <a:pt x="5" y="16"/>
                  </a:lnTo>
                  <a:lnTo>
                    <a:pt x="5" y="35"/>
                  </a:lnTo>
                  <a:lnTo>
                    <a:pt x="5" y="34"/>
                  </a:lnTo>
                  <a:lnTo>
                    <a:pt x="6" y="25"/>
                  </a:lnTo>
                  <a:lnTo>
                    <a:pt x="6" y="35"/>
                  </a:lnTo>
                  <a:lnTo>
                    <a:pt x="6" y="45"/>
                  </a:lnTo>
                  <a:lnTo>
                    <a:pt x="6" y="36"/>
                  </a:lnTo>
                  <a:lnTo>
                    <a:pt x="6" y="31"/>
                  </a:lnTo>
                  <a:lnTo>
                    <a:pt x="6" y="37"/>
                  </a:lnTo>
                  <a:lnTo>
                    <a:pt x="6" y="40"/>
                  </a:lnTo>
                  <a:lnTo>
                    <a:pt x="7" y="44"/>
                  </a:lnTo>
                  <a:lnTo>
                    <a:pt x="7" y="57"/>
                  </a:lnTo>
                  <a:lnTo>
                    <a:pt x="7" y="57"/>
                  </a:lnTo>
                  <a:lnTo>
                    <a:pt x="7" y="39"/>
                  </a:lnTo>
                  <a:lnTo>
                    <a:pt x="7" y="38"/>
                  </a:lnTo>
                  <a:lnTo>
                    <a:pt x="7" y="61"/>
                  </a:lnTo>
                  <a:lnTo>
                    <a:pt x="7" y="69"/>
                  </a:lnTo>
                  <a:lnTo>
                    <a:pt x="8" y="51"/>
                  </a:lnTo>
                  <a:lnTo>
                    <a:pt x="8" y="42"/>
                  </a:lnTo>
                  <a:lnTo>
                    <a:pt x="8" y="4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84" name="Freeform 728"/>
            <p:cNvSpPr/>
            <p:nvPr/>
          </p:nvSpPr>
          <p:spPr bwMode="auto">
            <a:xfrm>
              <a:off x="3386138" y="1922464"/>
              <a:ext cx="14288" cy="106363"/>
            </a:xfrm>
            <a:custGeom>
              <a:avLst/>
              <a:gdLst>
                <a:gd name="T0" fmla="*/ 0 w 9"/>
                <a:gd name="T1" fmla="*/ 34 h 67"/>
                <a:gd name="T2" fmla="*/ 0 w 9"/>
                <a:gd name="T3" fmla="*/ 36 h 67"/>
                <a:gd name="T4" fmla="*/ 0 w 9"/>
                <a:gd name="T5" fmla="*/ 30 h 67"/>
                <a:gd name="T6" fmla="*/ 1 w 9"/>
                <a:gd name="T7" fmla="*/ 22 h 67"/>
                <a:gd name="T8" fmla="*/ 1 w 9"/>
                <a:gd name="T9" fmla="*/ 25 h 67"/>
                <a:gd name="T10" fmla="*/ 1 w 9"/>
                <a:gd name="T11" fmla="*/ 19 h 67"/>
                <a:gd name="T12" fmla="*/ 1 w 9"/>
                <a:gd name="T13" fmla="*/ 6 h 67"/>
                <a:gd name="T14" fmla="*/ 1 w 9"/>
                <a:gd name="T15" fmla="*/ 8 h 67"/>
                <a:gd name="T16" fmla="*/ 1 w 9"/>
                <a:gd name="T17" fmla="*/ 16 h 67"/>
                <a:gd name="T18" fmla="*/ 1 w 9"/>
                <a:gd name="T19" fmla="*/ 13 h 67"/>
                <a:gd name="T20" fmla="*/ 2 w 9"/>
                <a:gd name="T21" fmla="*/ 17 h 67"/>
                <a:gd name="T22" fmla="*/ 2 w 9"/>
                <a:gd name="T23" fmla="*/ 34 h 67"/>
                <a:gd name="T24" fmla="*/ 2 w 9"/>
                <a:gd name="T25" fmla="*/ 40 h 67"/>
                <a:gd name="T26" fmla="*/ 2 w 9"/>
                <a:gd name="T27" fmla="*/ 30 h 67"/>
                <a:gd name="T28" fmla="*/ 2 w 9"/>
                <a:gd name="T29" fmla="*/ 28 h 67"/>
                <a:gd name="T30" fmla="*/ 3 w 9"/>
                <a:gd name="T31" fmla="*/ 38 h 67"/>
                <a:gd name="T32" fmla="*/ 3 w 9"/>
                <a:gd name="T33" fmla="*/ 46 h 67"/>
                <a:gd name="T34" fmla="*/ 3 w 9"/>
                <a:gd name="T35" fmla="*/ 44 h 67"/>
                <a:gd name="T36" fmla="*/ 3 w 9"/>
                <a:gd name="T37" fmla="*/ 36 h 67"/>
                <a:gd name="T38" fmla="*/ 3 w 9"/>
                <a:gd name="T39" fmla="*/ 33 h 67"/>
                <a:gd name="T40" fmla="*/ 3 w 9"/>
                <a:gd name="T41" fmla="*/ 41 h 67"/>
                <a:gd name="T42" fmla="*/ 4 w 9"/>
                <a:gd name="T43" fmla="*/ 54 h 67"/>
                <a:gd name="T44" fmla="*/ 4 w 9"/>
                <a:gd name="T45" fmla="*/ 62 h 67"/>
                <a:gd name="T46" fmla="*/ 4 w 9"/>
                <a:gd name="T47" fmla="*/ 62 h 67"/>
                <a:gd name="T48" fmla="*/ 4 w 9"/>
                <a:gd name="T49" fmla="*/ 59 h 67"/>
                <a:gd name="T50" fmla="*/ 4 w 9"/>
                <a:gd name="T51" fmla="*/ 62 h 67"/>
                <a:gd name="T52" fmla="*/ 4 w 9"/>
                <a:gd name="T53" fmla="*/ 67 h 67"/>
                <a:gd name="T54" fmla="*/ 4 w 9"/>
                <a:gd name="T55" fmla="*/ 65 h 67"/>
                <a:gd name="T56" fmla="*/ 5 w 9"/>
                <a:gd name="T57" fmla="*/ 58 h 67"/>
                <a:gd name="T58" fmla="*/ 5 w 9"/>
                <a:gd name="T59" fmla="*/ 55 h 67"/>
                <a:gd name="T60" fmla="*/ 5 w 9"/>
                <a:gd name="T61" fmla="*/ 56 h 67"/>
                <a:gd name="T62" fmla="*/ 5 w 9"/>
                <a:gd name="T63" fmla="*/ 55 h 67"/>
                <a:gd name="T64" fmla="*/ 5 w 9"/>
                <a:gd name="T65" fmla="*/ 52 h 67"/>
                <a:gd name="T66" fmla="*/ 6 w 9"/>
                <a:gd name="T67" fmla="*/ 51 h 67"/>
                <a:gd name="T68" fmla="*/ 6 w 9"/>
                <a:gd name="T69" fmla="*/ 53 h 67"/>
                <a:gd name="T70" fmla="*/ 6 w 9"/>
                <a:gd name="T71" fmla="*/ 56 h 67"/>
                <a:gd name="T72" fmla="*/ 6 w 9"/>
                <a:gd name="T73" fmla="*/ 51 h 67"/>
                <a:gd name="T74" fmla="*/ 6 w 9"/>
                <a:gd name="T75" fmla="*/ 42 h 67"/>
                <a:gd name="T76" fmla="*/ 6 w 9"/>
                <a:gd name="T77" fmla="*/ 39 h 67"/>
                <a:gd name="T78" fmla="*/ 6 w 9"/>
                <a:gd name="T79" fmla="*/ 35 h 67"/>
                <a:gd name="T80" fmla="*/ 7 w 9"/>
                <a:gd name="T81" fmla="*/ 29 h 67"/>
                <a:gd name="T82" fmla="*/ 7 w 9"/>
                <a:gd name="T83" fmla="*/ 23 h 67"/>
                <a:gd name="T84" fmla="*/ 7 w 9"/>
                <a:gd name="T85" fmla="*/ 15 h 67"/>
                <a:gd name="T86" fmla="*/ 7 w 9"/>
                <a:gd name="T87" fmla="*/ 10 h 67"/>
                <a:gd name="T88" fmla="*/ 8 w 9"/>
                <a:gd name="T89" fmla="*/ 14 h 67"/>
                <a:gd name="T90" fmla="*/ 8 w 9"/>
                <a:gd name="T91" fmla="*/ 14 h 67"/>
                <a:gd name="T92" fmla="*/ 8 w 9"/>
                <a:gd name="T93" fmla="*/ 5 h 67"/>
                <a:gd name="T94" fmla="*/ 8 w 9"/>
                <a:gd name="T95" fmla="*/ 0 h 67"/>
                <a:gd name="T96" fmla="*/ 8 w 9"/>
                <a:gd name="T97" fmla="*/ 0 h 67"/>
                <a:gd name="T98" fmla="*/ 8 w 9"/>
                <a:gd name="T99" fmla="*/ 1 h 67"/>
                <a:gd name="T100" fmla="*/ 8 w 9"/>
                <a:gd name="T101" fmla="*/ 3 h 67"/>
                <a:gd name="T102" fmla="*/ 9 w 9"/>
                <a:gd name="T103" fmla="*/ 4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7">
                  <a:moveTo>
                    <a:pt x="0" y="34"/>
                  </a:moveTo>
                  <a:lnTo>
                    <a:pt x="0" y="36"/>
                  </a:lnTo>
                  <a:lnTo>
                    <a:pt x="0" y="30"/>
                  </a:lnTo>
                  <a:lnTo>
                    <a:pt x="1" y="22"/>
                  </a:lnTo>
                  <a:lnTo>
                    <a:pt x="1" y="25"/>
                  </a:lnTo>
                  <a:lnTo>
                    <a:pt x="1" y="19"/>
                  </a:lnTo>
                  <a:lnTo>
                    <a:pt x="1" y="6"/>
                  </a:lnTo>
                  <a:lnTo>
                    <a:pt x="1" y="8"/>
                  </a:lnTo>
                  <a:lnTo>
                    <a:pt x="1" y="16"/>
                  </a:lnTo>
                  <a:lnTo>
                    <a:pt x="1" y="13"/>
                  </a:lnTo>
                  <a:lnTo>
                    <a:pt x="2" y="17"/>
                  </a:lnTo>
                  <a:lnTo>
                    <a:pt x="2" y="34"/>
                  </a:lnTo>
                  <a:lnTo>
                    <a:pt x="2" y="40"/>
                  </a:lnTo>
                  <a:lnTo>
                    <a:pt x="2" y="30"/>
                  </a:lnTo>
                  <a:lnTo>
                    <a:pt x="2" y="28"/>
                  </a:lnTo>
                  <a:lnTo>
                    <a:pt x="3" y="38"/>
                  </a:lnTo>
                  <a:lnTo>
                    <a:pt x="3" y="46"/>
                  </a:lnTo>
                  <a:lnTo>
                    <a:pt x="3" y="44"/>
                  </a:lnTo>
                  <a:lnTo>
                    <a:pt x="3" y="36"/>
                  </a:lnTo>
                  <a:lnTo>
                    <a:pt x="3" y="33"/>
                  </a:lnTo>
                  <a:lnTo>
                    <a:pt x="3" y="41"/>
                  </a:lnTo>
                  <a:lnTo>
                    <a:pt x="4" y="54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4" y="59"/>
                  </a:lnTo>
                  <a:lnTo>
                    <a:pt x="4" y="62"/>
                  </a:lnTo>
                  <a:lnTo>
                    <a:pt x="4" y="67"/>
                  </a:lnTo>
                  <a:lnTo>
                    <a:pt x="4" y="65"/>
                  </a:lnTo>
                  <a:lnTo>
                    <a:pt x="5" y="58"/>
                  </a:lnTo>
                  <a:lnTo>
                    <a:pt x="5" y="55"/>
                  </a:lnTo>
                  <a:lnTo>
                    <a:pt x="5" y="56"/>
                  </a:lnTo>
                  <a:lnTo>
                    <a:pt x="5" y="55"/>
                  </a:lnTo>
                  <a:lnTo>
                    <a:pt x="5" y="52"/>
                  </a:lnTo>
                  <a:lnTo>
                    <a:pt x="6" y="51"/>
                  </a:lnTo>
                  <a:lnTo>
                    <a:pt x="6" y="53"/>
                  </a:lnTo>
                  <a:lnTo>
                    <a:pt x="6" y="56"/>
                  </a:lnTo>
                  <a:lnTo>
                    <a:pt x="6" y="51"/>
                  </a:lnTo>
                  <a:lnTo>
                    <a:pt x="6" y="42"/>
                  </a:lnTo>
                  <a:lnTo>
                    <a:pt x="6" y="39"/>
                  </a:lnTo>
                  <a:lnTo>
                    <a:pt x="6" y="35"/>
                  </a:lnTo>
                  <a:lnTo>
                    <a:pt x="7" y="29"/>
                  </a:lnTo>
                  <a:lnTo>
                    <a:pt x="7" y="23"/>
                  </a:lnTo>
                  <a:lnTo>
                    <a:pt x="7" y="15"/>
                  </a:lnTo>
                  <a:lnTo>
                    <a:pt x="7" y="10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5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3"/>
                  </a:lnTo>
                  <a:lnTo>
                    <a:pt x="9" y="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85" name="Freeform 729"/>
            <p:cNvSpPr/>
            <p:nvPr/>
          </p:nvSpPr>
          <p:spPr bwMode="auto">
            <a:xfrm>
              <a:off x="3398838" y="1889126"/>
              <a:ext cx="14288" cy="128588"/>
            </a:xfrm>
            <a:custGeom>
              <a:avLst/>
              <a:gdLst>
                <a:gd name="T0" fmla="*/ 0 w 9"/>
                <a:gd name="T1" fmla="*/ 24 h 81"/>
                <a:gd name="T2" fmla="*/ 1 w 9"/>
                <a:gd name="T3" fmla="*/ 25 h 81"/>
                <a:gd name="T4" fmla="*/ 1 w 9"/>
                <a:gd name="T5" fmla="*/ 25 h 81"/>
                <a:gd name="T6" fmla="*/ 1 w 9"/>
                <a:gd name="T7" fmla="*/ 29 h 81"/>
                <a:gd name="T8" fmla="*/ 1 w 9"/>
                <a:gd name="T9" fmla="*/ 33 h 81"/>
                <a:gd name="T10" fmla="*/ 1 w 9"/>
                <a:gd name="T11" fmla="*/ 29 h 81"/>
                <a:gd name="T12" fmla="*/ 1 w 9"/>
                <a:gd name="T13" fmla="*/ 26 h 81"/>
                <a:gd name="T14" fmla="*/ 1 w 9"/>
                <a:gd name="T15" fmla="*/ 30 h 81"/>
                <a:gd name="T16" fmla="*/ 2 w 9"/>
                <a:gd name="T17" fmla="*/ 30 h 81"/>
                <a:gd name="T18" fmla="*/ 2 w 9"/>
                <a:gd name="T19" fmla="*/ 21 h 81"/>
                <a:gd name="T20" fmla="*/ 2 w 9"/>
                <a:gd name="T21" fmla="*/ 13 h 81"/>
                <a:gd name="T22" fmla="*/ 2 w 9"/>
                <a:gd name="T23" fmla="*/ 14 h 81"/>
                <a:gd name="T24" fmla="*/ 2 w 9"/>
                <a:gd name="T25" fmla="*/ 20 h 81"/>
                <a:gd name="T26" fmla="*/ 3 w 9"/>
                <a:gd name="T27" fmla="*/ 25 h 81"/>
                <a:gd name="T28" fmla="*/ 3 w 9"/>
                <a:gd name="T29" fmla="*/ 31 h 81"/>
                <a:gd name="T30" fmla="*/ 3 w 9"/>
                <a:gd name="T31" fmla="*/ 31 h 81"/>
                <a:gd name="T32" fmla="*/ 3 w 9"/>
                <a:gd name="T33" fmla="*/ 22 h 81"/>
                <a:gd name="T34" fmla="*/ 3 w 9"/>
                <a:gd name="T35" fmla="*/ 21 h 81"/>
                <a:gd name="T36" fmla="*/ 3 w 9"/>
                <a:gd name="T37" fmla="*/ 30 h 81"/>
                <a:gd name="T38" fmla="*/ 3 w 9"/>
                <a:gd name="T39" fmla="*/ 26 h 81"/>
                <a:gd name="T40" fmla="*/ 4 w 9"/>
                <a:gd name="T41" fmla="*/ 11 h 81"/>
                <a:gd name="T42" fmla="*/ 4 w 9"/>
                <a:gd name="T43" fmla="*/ 5 h 81"/>
                <a:gd name="T44" fmla="*/ 4 w 9"/>
                <a:gd name="T45" fmla="*/ 6 h 81"/>
                <a:gd name="T46" fmla="*/ 4 w 9"/>
                <a:gd name="T47" fmla="*/ 2 h 81"/>
                <a:gd name="T48" fmla="*/ 5 w 9"/>
                <a:gd name="T49" fmla="*/ 0 h 81"/>
                <a:gd name="T50" fmla="*/ 5 w 9"/>
                <a:gd name="T51" fmla="*/ 8 h 81"/>
                <a:gd name="T52" fmla="*/ 5 w 9"/>
                <a:gd name="T53" fmla="*/ 14 h 81"/>
                <a:gd name="T54" fmla="*/ 5 w 9"/>
                <a:gd name="T55" fmla="*/ 15 h 81"/>
                <a:gd name="T56" fmla="*/ 5 w 9"/>
                <a:gd name="T57" fmla="*/ 17 h 81"/>
                <a:gd name="T58" fmla="*/ 5 w 9"/>
                <a:gd name="T59" fmla="*/ 16 h 81"/>
                <a:gd name="T60" fmla="*/ 5 w 9"/>
                <a:gd name="T61" fmla="*/ 11 h 81"/>
                <a:gd name="T62" fmla="*/ 6 w 9"/>
                <a:gd name="T63" fmla="*/ 13 h 81"/>
                <a:gd name="T64" fmla="*/ 6 w 9"/>
                <a:gd name="T65" fmla="*/ 21 h 81"/>
                <a:gd name="T66" fmla="*/ 6 w 9"/>
                <a:gd name="T67" fmla="*/ 20 h 81"/>
                <a:gd name="T68" fmla="*/ 6 w 9"/>
                <a:gd name="T69" fmla="*/ 11 h 81"/>
                <a:gd name="T70" fmla="*/ 6 w 9"/>
                <a:gd name="T71" fmla="*/ 13 h 81"/>
                <a:gd name="T72" fmla="*/ 6 w 9"/>
                <a:gd name="T73" fmla="*/ 22 h 81"/>
                <a:gd name="T74" fmla="*/ 6 w 9"/>
                <a:gd name="T75" fmla="*/ 24 h 81"/>
                <a:gd name="T76" fmla="*/ 7 w 9"/>
                <a:gd name="T77" fmla="*/ 27 h 81"/>
                <a:gd name="T78" fmla="*/ 7 w 9"/>
                <a:gd name="T79" fmla="*/ 38 h 81"/>
                <a:gd name="T80" fmla="*/ 7 w 9"/>
                <a:gd name="T81" fmla="*/ 44 h 81"/>
                <a:gd name="T82" fmla="*/ 7 w 9"/>
                <a:gd name="T83" fmla="*/ 40 h 81"/>
                <a:gd name="T84" fmla="*/ 7 w 9"/>
                <a:gd name="T85" fmla="*/ 38 h 81"/>
                <a:gd name="T86" fmla="*/ 8 w 9"/>
                <a:gd name="T87" fmla="*/ 46 h 81"/>
                <a:gd name="T88" fmla="*/ 8 w 9"/>
                <a:gd name="T89" fmla="*/ 54 h 81"/>
                <a:gd name="T90" fmla="*/ 8 w 9"/>
                <a:gd name="T91" fmla="*/ 58 h 81"/>
                <a:gd name="T92" fmla="*/ 8 w 9"/>
                <a:gd name="T93" fmla="*/ 59 h 81"/>
                <a:gd name="T94" fmla="*/ 8 w 9"/>
                <a:gd name="T95" fmla="*/ 60 h 81"/>
                <a:gd name="T96" fmla="*/ 8 w 9"/>
                <a:gd name="T97" fmla="*/ 62 h 81"/>
                <a:gd name="T98" fmla="*/ 9 w 9"/>
                <a:gd name="T99" fmla="*/ 67 h 81"/>
                <a:gd name="T100" fmla="*/ 9 w 9"/>
                <a:gd name="T101" fmla="*/ 76 h 81"/>
                <a:gd name="T102" fmla="*/ 9 w 9"/>
                <a:gd name="T10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81">
                  <a:moveTo>
                    <a:pt x="0" y="24"/>
                  </a:moveTo>
                  <a:lnTo>
                    <a:pt x="1" y="25"/>
                  </a:lnTo>
                  <a:lnTo>
                    <a:pt x="1" y="25"/>
                  </a:lnTo>
                  <a:lnTo>
                    <a:pt x="1" y="29"/>
                  </a:lnTo>
                  <a:lnTo>
                    <a:pt x="1" y="33"/>
                  </a:lnTo>
                  <a:lnTo>
                    <a:pt x="1" y="29"/>
                  </a:lnTo>
                  <a:lnTo>
                    <a:pt x="1" y="26"/>
                  </a:lnTo>
                  <a:lnTo>
                    <a:pt x="1" y="30"/>
                  </a:lnTo>
                  <a:lnTo>
                    <a:pt x="2" y="30"/>
                  </a:lnTo>
                  <a:lnTo>
                    <a:pt x="2" y="21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20"/>
                  </a:lnTo>
                  <a:lnTo>
                    <a:pt x="3" y="25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3" y="22"/>
                  </a:lnTo>
                  <a:lnTo>
                    <a:pt x="3" y="21"/>
                  </a:lnTo>
                  <a:lnTo>
                    <a:pt x="3" y="30"/>
                  </a:lnTo>
                  <a:lnTo>
                    <a:pt x="3" y="26"/>
                  </a:lnTo>
                  <a:lnTo>
                    <a:pt x="4" y="11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2"/>
                  </a:lnTo>
                  <a:lnTo>
                    <a:pt x="5" y="0"/>
                  </a:lnTo>
                  <a:lnTo>
                    <a:pt x="5" y="8"/>
                  </a:lnTo>
                  <a:lnTo>
                    <a:pt x="5" y="14"/>
                  </a:lnTo>
                  <a:lnTo>
                    <a:pt x="5" y="15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5" y="11"/>
                  </a:lnTo>
                  <a:lnTo>
                    <a:pt x="6" y="13"/>
                  </a:lnTo>
                  <a:lnTo>
                    <a:pt x="6" y="21"/>
                  </a:lnTo>
                  <a:lnTo>
                    <a:pt x="6" y="20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6" y="22"/>
                  </a:lnTo>
                  <a:lnTo>
                    <a:pt x="6" y="24"/>
                  </a:lnTo>
                  <a:lnTo>
                    <a:pt x="7" y="27"/>
                  </a:lnTo>
                  <a:lnTo>
                    <a:pt x="7" y="38"/>
                  </a:lnTo>
                  <a:lnTo>
                    <a:pt x="7" y="44"/>
                  </a:lnTo>
                  <a:lnTo>
                    <a:pt x="7" y="40"/>
                  </a:lnTo>
                  <a:lnTo>
                    <a:pt x="7" y="38"/>
                  </a:lnTo>
                  <a:lnTo>
                    <a:pt x="8" y="46"/>
                  </a:lnTo>
                  <a:lnTo>
                    <a:pt x="8" y="54"/>
                  </a:lnTo>
                  <a:lnTo>
                    <a:pt x="8" y="58"/>
                  </a:lnTo>
                  <a:lnTo>
                    <a:pt x="8" y="59"/>
                  </a:lnTo>
                  <a:lnTo>
                    <a:pt x="8" y="60"/>
                  </a:lnTo>
                  <a:lnTo>
                    <a:pt x="8" y="62"/>
                  </a:lnTo>
                  <a:lnTo>
                    <a:pt x="9" y="67"/>
                  </a:lnTo>
                  <a:lnTo>
                    <a:pt x="9" y="76"/>
                  </a:lnTo>
                  <a:lnTo>
                    <a:pt x="9" y="8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86" name="Freeform 730"/>
            <p:cNvSpPr/>
            <p:nvPr/>
          </p:nvSpPr>
          <p:spPr bwMode="auto">
            <a:xfrm>
              <a:off x="3413125" y="2009776"/>
              <a:ext cx="12700" cy="200025"/>
            </a:xfrm>
            <a:custGeom>
              <a:avLst/>
              <a:gdLst>
                <a:gd name="T0" fmla="*/ 0 w 8"/>
                <a:gd name="T1" fmla="*/ 0 h 126"/>
                <a:gd name="T2" fmla="*/ 0 w 8"/>
                <a:gd name="T3" fmla="*/ 5 h 126"/>
                <a:gd name="T4" fmla="*/ 0 w 8"/>
                <a:gd name="T5" fmla="*/ 2 h 126"/>
                <a:gd name="T6" fmla="*/ 0 w 8"/>
                <a:gd name="T7" fmla="*/ 3 h 126"/>
                <a:gd name="T8" fmla="*/ 1 w 8"/>
                <a:gd name="T9" fmla="*/ 7 h 126"/>
                <a:gd name="T10" fmla="*/ 1 w 8"/>
                <a:gd name="T11" fmla="*/ 5 h 126"/>
                <a:gd name="T12" fmla="*/ 1 w 8"/>
                <a:gd name="T13" fmla="*/ 4 h 126"/>
                <a:gd name="T14" fmla="*/ 1 w 8"/>
                <a:gd name="T15" fmla="*/ 9 h 126"/>
                <a:gd name="T16" fmla="*/ 1 w 8"/>
                <a:gd name="T17" fmla="*/ 10 h 126"/>
                <a:gd name="T18" fmla="*/ 1 w 8"/>
                <a:gd name="T19" fmla="*/ 6 h 126"/>
                <a:gd name="T20" fmla="*/ 1 w 8"/>
                <a:gd name="T21" fmla="*/ 3 h 126"/>
                <a:gd name="T22" fmla="*/ 2 w 8"/>
                <a:gd name="T23" fmla="*/ 1 h 126"/>
                <a:gd name="T24" fmla="*/ 2 w 8"/>
                <a:gd name="T25" fmla="*/ 1 h 126"/>
                <a:gd name="T26" fmla="*/ 2 w 8"/>
                <a:gd name="T27" fmla="*/ 7 h 126"/>
                <a:gd name="T28" fmla="*/ 2 w 8"/>
                <a:gd name="T29" fmla="*/ 13 h 126"/>
                <a:gd name="T30" fmla="*/ 2 w 8"/>
                <a:gd name="T31" fmla="*/ 11 h 126"/>
                <a:gd name="T32" fmla="*/ 2 w 8"/>
                <a:gd name="T33" fmla="*/ 11 h 126"/>
                <a:gd name="T34" fmla="*/ 2 w 8"/>
                <a:gd name="T35" fmla="*/ 21 h 126"/>
                <a:gd name="T36" fmla="*/ 3 w 8"/>
                <a:gd name="T37" fmla="*/ 30 h 126"/>
                <a:gd name="T38" fmla="*/ 3 w 8"/>
                <a:gd name="T39" fmla="*/ 28 h 126"/>
                <a:gd name="T40" fmla="*/ 3 w 8"/>
                <a:gd name="T41" fmla="*/ 30 h 126"/>
                <a:gd name="T42" fmla="*/ 3 w 8"/>
                <a:gd name="T43" fmla="*/ 39 h 126"/>
                <a:gd name="T44" fmla="*/ 4 w 8"/>
                <a:gd name="T45" fmla="*/ 42 h 126"/>
                <a:gd name="T46" fmla="*/ 4 w 8"/>
                <a:gd name="T47" fmla="*/ 43 h 126"/>
                <a:gd name="T48" fmla="*/ 4 w 8"/>
                <a:gd name="T49" fmla="*/ 49 h 126"/>
                <a:gd name="T50" fmla="*/ 4 w 8"/>
                <a:gd name="T51" fmla="*/ 53 h 126"/>
                <a:gd name="T52" fmla="*/ 4 w 8"/>
                <a:gd name="T53" fmla="*/ 52 h 126"/>
                <a:gd name="T54" fmla="*/ 4 w 8"/>
                <a:gd name="T55" fmla="*/ 57 h 126"/>
                <a:gd name="T56" fmla="*/ 4 w 8"/>
                <a:gd name="T57" fmla="*/ 64 h 126"/>
                <a:gd name="T58" fmla="*/ 5 w 8"/>
                <a:gd name="T59" fmla="*/ 66 h 126"/>
                <a:gd name="T60" fmla="*/ 5 w 8"/>
                <a:gd name="T61" fmla="*/ 67 h 126"/>
                <a:gd name="T62" fmla="*/ 5 w 8"/>
                <a:gd name="T63" fmla="*/ 73 h 126"/>
                <a:gd name="T64" fmla="*/ 5 w 8"/>
                <a:gd name="T65" fmla="*/ 80 h 126"/>
                <a:gd name="T66" fmla="*/ 5 w 8"/>
                <a:gd name="T67" fmla="*/ 78 h 126"/>
                <a:gd name="T68" fmla="*/ 6 w 8"/>
                <a:gd name="T69" fmla="*/ 79 h 126"/>
                <a:gd name="T70" fmla="*/ 6 w 8"/>
                <a:gd name="T71" fmla="*/ 90 h 126"/>
                <a:gd name="T72" fmla="*/ 6 w 8"/>
                <a:gd name="T73" fmla="*/ 100 h 126"/>
                <a:gd name="T74" fmla="*/ 6 w 8"/>
                <a:gd name="T75" fmla="*/ 99 h 126"/>
                <a:gd name="T76" fmla="*/ 6 w 8"/>
                <a:gd name="T77" fmla="*/ 95 h 126"/>
                <a:gd name="T78" fmla="*/ 6 w 8"/>
                <a:gd name="T79" fmla="*/ 97 h 126"/>
                <a:gd name="T80" fmla="*/ 6 w 8"/>
                <a:gd name="T81" fmla="*/ 102 h 126"/>
                <a:gd name="T82" fmla="*/ 7 w 8"/>
                <a:gd name="T83" fmla="*/ 105 h 126"/>
                <a:gd name="T84" fmla="*/ 7 w 8"/>
                <a:gd name="T85" fmla="*/ 109 h 126"/>
                <a:gd name="T86" fmla="*/ 7 w 8"/>
                <a:gd name="T87" fmla="*/ 108 h 126"/>
                <a:gd name="T88" fmla="*/ 7 w 8"/>
                <a:gd name="T89" fmla="*/ 99 h 126"/>
                <a:gd name="T90" fmla="*/ 7 w 8"/>
                <a:gd name="T91" fmla="*/ 97 h 126"/>
                <a:gd name="T92" fmla="*/ 7 w 8"/>
                <a:gd name="T93" fmla="*/ 108 h 126"/>
                <a:gd name="T94" fmla="*/ 7 w 8"/>
                <a:gd name="T95" fmla="*/ 109 h 126"/>
                <a:gd name="T96" fmla="*/ 8 w 8"/>
                <a:gd name="T97" fmla="*/ 92 h 126"/>
                <a:gd name="T98" fmla="*/ 8 w 8"/>
                <a:gd name="T99" fmla="*/ 90 h 126"/>
                <a:gd name="T100" fmla="*/ 8 w 8"/>
                <a:gd name="T101" fmla="*/ 113 h 126"/>
                <a:gd name="T102" fmla="*/ 8 w 8"/>
                <a:gd name="T103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26">
                  <a:moveTo>
                    <a:pt x="0" y="0"/>
                  </a:moveTo>
                  <a:lnTo>
                    <a:pt x="0" y="5"/>
                  </a:lnTo>
                  <a:lnTo>
                    <a:pt x="0" y="2"/>
                  </a:lnTo>
                  <a:lnTo>
                    <a:pt x="0" y="3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6"/>
                  </a:lnTo>
                  <a:lnTo>
                    <a:pt x="1" y="3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7"/>
                  </a:lnTo>
                  <a:lnTo>
                    <a:pt x="2" y="13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21"/>
                  </a:lnTo>
                  <a:lnTo>
                    <a:pt x="3" y="30"/>
                  </a:lnTo>
                  <a:lnTo>
                    <a:pt x="3" y="28"/>
                  </a:lnTo>
                  <a:lnTo>
                    <a:pt x="3" y="30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4" y="43"/>
                  </a:lnTo>
                  <a:lnTo>
                    <a:pt x="4" y="49"/>
                  </a:lnTo>
                  <a:lnTo>
                    <a:pt x="4" y="53"/>
                  </a:lnTo>
                  <a:lnTo>
                    <a:pt x="4" y="52"/>
                  </a:lnTo>
                  <a:lnTo>
                    <a:pt x="4" y="57"/>
                  </a:lnTo>
                  <a:lnTo>
                    <a:pt x="4" y="64"/>
                  </a:lnTo>
                  <a:lnTo>
                    <a:pt x="5" y="66"/>
                  </a:lnTo>
                  <a:lnTo>
                    <a:pt x="5" y="67"/>
                  </a:lnTo>
                  <a:lnTo>
                    <a:pt x="5" y="73"/>
                  </a:lnTo>
                  <a:lnTo>
                    <a:pt x="5" y="80"/>
                  </a:lnTo>
                  <a:lnTo>
                    <a:pt x="5" y="78"/>
                  </a:lnTo>
                  <a:lnTo>
                    <a:pt x="6" y="79"/>
                  </a:lnTo>
                  <a:lnTo>
                    <a:pt x="6" y="90"/>
                  </a:lnTo>
                  <a:lnTo>
                    <a:pt x="6" y="100"/>
                  </a:lnTo>
                  <a:lnTo>
                    <a:pt x="6" y="99"/>
                  </a:lnTo>
                  <a:lnTo>
                    <a:pt x="6" y="95"/>
                  </a:lnTo>
                  <a:lnTo>
                    <a:pt x="6" y="97"/>
                  </a:lnTo>
                  <a:lnTo>
                    <a:pt x="6" y="102"/>
                  </a:lnTo>
                  <a:lnTo>
                    <a:pt x="7" y="105"/>
                  </a:lnTo>
                  <a:lnTo>
                    <a:pt x="7" y="109"/>
                  </a:lnTo>
                  <a:lnTo>
                    <a:pt x="7" y="108"/>
                  </a:lnTo>
                  <a:lnTo>
                    <a:pt x="7" y="99"/>
                  </a:lnTo>
                  <a:lnTo>
                    <a:pt x="7" y="97"/>
                  </a:lnTo>
                  <a:lnTo>
                    <a:pt x="7" y="108"/>
                  </a:lnTo>
                  <a:lnTo>
                    <a:pt x="7" y="109"/>
                  </a:lnTo>
                  <a:lnTo>
                    <a:pt x="8" y="92"/>
                  </a:lnTo>
                  <a:lnTo>
                    <a:pt x="8" y="90"/>
                  </a:lnTo>
                  <a:lnTo>
                    <a:pt x="8" y="113"/>
                  </a:lnTo>
                  <a:lnTo>
                    <a:pt x="8" y="12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87" name="Freeform 731"/>
            <p:cNvSpPr/>
            <p:nvPr/>
          </p:nvSpPr>
          <p:spPr bwMode="auto">
            <a:xfrm>
              <a:off x="3425825" y="1933576"/>
              <a:ext cx="14288" cy="293688"/>
            </a:xfrm>
            <a:custGeom>
              <a:avLst/>
              <a:gdLst>
                <a:gd name="T0" fmla="*/ 0 w 9"/>
                <a:gd name="T1" fmla="*/ 161 h 185"/>
                <a:gd name="T2" fmla="*/ 0 w 9"/>
                <a:gd name="T3" fmla="*/ 174 h 185"/>
                <a:gd name="T4" fmla="*/ 1 w 9"/>
                <a:gd name="T5" fmla="*/ 165 h 185"/>
                <a:gd name="T6" fmla="*/ 1 w 9"/>
                <a:gd name="T7" fmla="*/ 164 h 185"/>
                <a:gd name="T8" fmla="*/ 1 w 9"/>
                <a:gd name="T9" fmla="*/ 175 h 185"/>
                <a:gd name="T10" fmla="*/ 1 w 9"/>
                <a:gd name="T11" fmla="*/ 182 h 185"/>
                <a:gd name="T12" fmla="*/ 1 w 9"/>
                <a:gd name="T13" fmla="*/ 185 h 185"/>
                <a:gd name="T14" fmla="*/ 1 w 9"/>
                <a:gd name="T15" fmla="*/ 183 h 185"/>
                <a:gd name="T16" fmla="*/ 1 w 9"/>
                <a:gd name="T17" fmla="*/ 160 h 185"/>
                <a:gd name="T18" fmla="*/ 2 w 9"/>
                <a:gd name="T19" fmla="*/ 139 h 185"/>
                <a:gd name="T20" fmla="*/ 2 w 9"/>
                <a:gd name="T21" fmla="*/ 147 h 185"/>
                <a:gd name="T22" fmla="*/ 2 w 9"/>
                <a:gd name="T23" fmla="*/ 156 h 185"/>
                <a:gd name="T24" fmla="*/ 2 w 9"/>
                <a:gd name="T25" fmla="*/ 139 h 185"/>
                <a:gd name="T26" fmla="*/ 2 w 9"/>
                <a:gd name="T27" fmla="*/ 119 h 185"/>
                <a:gd name="T28" fmla="*/ 3 w 9"/>
                <a:gd name="T29" fmla="*/ 122 h 185"/>
                <a:gd name="T30" fmla="*/ 3 w 9"/>
                <a:gd name="T31" fmla="*/ 127 h 185"/>
                <a:gd name="T32" fmla="*/ 3 w 9"/>
                <a:gd name="T33" fmla="*/ 119 h 185"/>
                <a:gd name="T34" fmla="*/ 3 w 9"/>
                <a:gd name="T35" fmla="*/ 108 h 185"/>
                <a:gd name="T36" fmla="*/ 3 w 9"/>
                <a:gd name="T37" fmla="*/ 96 h 185"/>
                <a:gd name="T38" fmla="*/ 3 w 9"/>
                <a:gd name="T39" fmla="*/ 76 h 185"/>
                <a:gd name="T40" fmla="*/ 3 w 9"/>
                <a:gd name="T41" fmla="*/ 61 h 185"/>
                <a:gd name="T42" fmla="*/ 4 w 9"/>
                <a:gd name="T43" fmla="*/ 55 h 185"/>
                <a:gd name="T44" fmla="*/ 4 w 9"/>
                <a:gd name="T45" fmla="*/ 42 h 185"/>
                <a:gd name="T46" fmla="*/ 4 w 9"/>
                <a:gd name="T47" fmla="*/ 24 h 185"/>
                <a:gd name="T48" fmla="*/ 4 w 9"/>
                <a:gd name="T49" fmla="*/ 20 h 185"/>
                <a:gd name="T50" fmla="*/ 5 w 9"/>
                <a:gd name="T51" fmla="*/ 21 h 185"/>
                <a:gd name="T52" fmla="*/ 5 w 9"/>
                <a:gd name="T53" fmla="*/ 11 h 185"/>
                <a:gd name="T54" fmla="*/ 5 w 9"/>
                <a:gd name="T55" fmla="*/ 3 h 185"/>
                <a:gd name="T56" fmla="*/ 5 w 9"/>
                <a:gd name="T57" fmla="*/ 6 h 185"/>
                <a:gd name="T58" fmla="*/ 5 w 9"/>
                <a:gd name="T59" fmla="*/ 11 h 185"/>
                <a:gd name="T60" fmla="*/ 5 w 9"/>
                <a:gd name="T61" fmla="*/ 8 h 185"/>
                <a:gd name="T62" fmla="*/ 5 w 9"/>
                <a:gd name="T63" fmla="*/ 2 h 185"/>
                <a:gd name="T64" fmla="*/ 6 w 9"/>
                <a:gd name="T65" fmla="*/ 1 h 185"/>
                <a:gd name="T66" fmla="*/ 6 w 9"/>
                <a:gd name="T67" fmla="*/ 6 h 185"/>
                <a:gd name="T68" fmla="*/ 6 w 9"/>
                <a:gd name="T69" fmla="*/ 7 h 185"/>
                <a:gd name="T70" fmla="*/ 6 w 9"/>
                <a:gd name="T71" fmla="*/ 4 h 185"/>
                <a:gd name="T72" fmla="*/ 6 w 9"/>
                <a:gd name="T73" fmla="*/ 1 h 185"/>
                <a:gd name="T74" fmla="*/ 6 w 9"/>
                <a:gd name="T75" fmla="*/ 0 h 185"/>
                <a:gd name="T76" fmla="*/ 6 w 9"/>
                <a:gd name="T77" fmla="*/ 6 h 185"/>
                <a:gd name="T78" fmla="*/ 7 w 9"/>
                <a:gd name="T79" fmla="*/ 17 h 185"/>
                <a:gd name="T80" fmla="*/ 7 w 9"/>
                <a:gd name="T81" fmla="*/ 25 h 185"/>
                <a:gd name="T82" fmla="*/ 7 w 9"/>
                <a:gd name="T83" fmla="*/ 27 h 185"/>
                <a:gd name="T84" fmla="*/ 7 w 9"/>
                <a:gd name="T85" fmla="*/ 29 h 185"/>
                <a:gd name="T86" fmla="*/ 7 w 9"/>
                <a:gd name="T87" fmla="*/ 34 h 185"/>
                <a:gd name="T88" fmla="*/ 8 w 9"/>
                <a:gd name="T89" fmla="*/ 39 h 185"/>
                <a:gd name="T90" fmla="*/ 8 w 9"/>
                <a:gd name="T91" fmla="*/ 42 h 185"/>
                <a:gd name="T92" fmla="*/ 8 w 9"/>
                <a:gd name="T93" fmla="*/ 45 h 185"/>
                <a:gd name="T94" fmla="*/ 8 w 9"/>
                <a:gd name="T95" fmla="*/ 45 h 185"/>
                <a:gd name="T96" fmla="*/ 8 w 9"/>
                <a:gd name="T97" fmla="*/ 39 h 185"/>
                <a:gd name="T98" fmla="*/ 8 w 9"/>
                <a:gd name="T99" fmla="*/ 33 h 185"/>
                <a:gd name="T100" fmla="*/ 9 w 9"/>
                <a:gd name="T101" fmla="*/ 35 h 185"/>
                <a:gd name="T102" fmla="*/ 9 w 9"/>
                <a:gd name="T103" fmla="*/ 4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85">
                  <a:moveTo>
                    <a:pt x="0" y="161"/>
                  </a:moveTo>
                  <a:lnTo>
                    <a:pt x="0" y="174"/>
                  </a:lnTo>
                  <a:lnTo>
                    <a:pt x="1" y="165"/>
                  </a:lnTo>
                  <a:lnTo>
                    <a:pt x="1" y="164"/>
                  </a:lnTo>
                  <a:lnTo>
                    <a:pt x="1" y="175"/>
                  </a:lnTo>
                  <a:lnTo>
                    <a:pt x="1" y="182"/>
                  </a:lnTo>
                  <a:lnTo>
                    <a:pt x="1" y="185"/>
                  </a:lnTo>
                  <a:lnTo>
                    <a:pt x="1" y="183"/>
                  </a:lnTo>
                  <a:lnTo>
                    <a:pt x="1" y="160"/>
                  </a:lnTo>
                  <a:lnTo>
                    <a:pt x="2" y="139"/>
                  </a:lnTo>
                  <a:lnTo>
                    <a:pt x="2" y="147"/>
                  </a:lnTo>
                  <a:lnTo>
                    <a:pt x="2" y="156"/>
                  </a:lnTo>
                  <a:lnTo>
                    <a:pt x="2" y="139"/>
                  </a:lnTo>
                  <a:lnTo>
                    <a:pt x="2" y="119"/>
                  </a:lnTo>
                  <a:lnTo>
                    <a:pt x="3" y="122"/>
                  </a:lnTo>
                  <a:lnTo>
                    <a:pt x="3" y="127"/>
                  </a:lnTo>
                  <a:lnTo>
                    <a:pt x="3" y="119"/>
                  </a:lnTo>
                  <a:lnTo>
                    <a:pt x="3" y="108"/>
                  </a:lnTo>
                  <a:lnTo>
                    <a:pt x="3" y="96"/>
                  </a:lnTo>
                  <a:lnTo>
                    <a:pt x="3" y="76"/>
                  </a:lnTo>
                  <a:lnTo>
                    <a:pt x="3" y="61"/>
                  </a:lnTo>
                  <a:lnTo>
                    <a:pt x="4" y="55"/>
                  </a:lnTo>
                  <a:lnTo>
                    <a:pt x="4" y="42"/>
                  </a:lnTo>
                  <a:lnTo>
                    <a:pt x="4" y="24"/>
                  </a:lnTo>
                  <a:lnTo>
                    <a:pt x="4" y="20"/>
                  </a:lnTo>
                  <a:lnTo>
                    <a:pt x="5" y="21"/>
                  </a:lnTo>
                  <a:lnTo>
                    <a:pt x="5" y="11"/>
                  </a:lnTo>
                  <a:lnTo>
                    <a:pt x="5" y="3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8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6"/>
                  </a:lnTo>
                  <a:lnTo>
                    <a:pt x="6" y="7"/>
                  </a:lnTo>
                  <a:lnTo>
                    <a:pt x="6" y="4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6"/>
                  </a:lnTo>
                  <a:lnTo>
                    <a:pt x="7" y="17"/>
                  </a:lnTo>
                  <a:lnTo>
                    <a:pt x="7" y="25"/>
                  </a:lnTo>
                  <a:lnTo>
                    <a:pt x="7" y="27"/>
                  </a:lnTo>
                  <a:lnTo>
                    <a:pt x="7" y="29"/>
                  </a:lnTo>
                  <a:lnTo>
                    <a:pt x="7" y="34"/>
                  </a:lnTo>
                  <a:lnTo>
                    <a:pt x="8" y="39"/>
                  </a:lnTo>
                  <a:lnTo>
                    <a:pt x="8" y="42"/>
                  </a:lnTo>
                  <a:lnTo>
                    <a:pt x="8" y="45"/>
                  </a:lnTo>
                  <a:lnTo>
                    <a:pt x="8" y="45"/>
                  </a:lnTo>
                  <a:lnTo>
                    <a:pt x="8" y="39"/>
                  </a:lnTo>
                  <a:lnTo>
                    <a:pt x="8" y="33"/>
                  </a:lnTo>
                  <a:lnTo>
                    <a:pt x="9" y="35"/>
                  </a:lnTo>
                  <a:lnTo>
                    <a:pt x="9" y="4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88" name="Freeform 732"/>
            <p:cNvSpPr/>
            <p:nvPr/>
          </p:nvSpPr>
          <p:spPr bwMode="auto">
            <a:xfrm>
              <a:off x="3440113" y="1912939"/>
              <a:ext cx="12700" cy="127000"/>
            </a:xfrm>
            <a:custGeom>
              <a:avLst/>
              <a:gdLst>
                <a:gd name="T0" fmla="*/ 0 w 8"/>
                <a:gd name="T1" fmla="*/ 48 h 80"/>
                <a:gd name="T2" fmla="*/ 0 w 8"/>
                <a:gd name="T3" fmla="*/ 53 h 80"/>
                <a:gd name="T4" fmla="*/ 0 w 8"/>
                <a:gd name="T5" fmla="*/ 57 h 80"/>
                <a:gd name="T6" fmla="*/ 0 w 8"/>
                <a:gd name="T7" fmla="*/ 58 h 80"/>
                <a:gd name="T8" fmla="*/ 0 w 8"/>
                <a:gd name="T9" fmla="*/ 56 h 80"/>
                <a:gd name="T10" fmla="*/ 1 w 8"/>
                <a:gd name="T11" fmla="*/ 49 h 80"/>
                <a:gd name="T12" fmla="*/ 1 w 8"/>
                <a:gd name="T13" fmla="*/ 47 h 80"/>
                <a:gd name="T14" fmla="*/ 1 w 8"/>
                <a:gd name="T15" fmla="*/ 50 h 80"/>
                <a:gd name="T16" fmla="*/ 1 w 8"/>
                <a:gd name="T17" fmla="*/ 50 h 80"/>
                <a:gd name="T18" fmla="*/ 1 w 8"/>
                <a:gd name="T19" fmla="*/ 43 h 80"/>
                <a:gd name="T20" fmla="*/ 1 w 8"/>
                <a:gd name="T21" fmla="*/ 40 h 80"/>
                <a:gd name="T22" fmla="*/ 1 w 8"/>
                <a:gd name="T23" fmla="*/ 39 h 80"/>
                <a:gd name="T24" fmla="*/ 2 w 8"/>
                <a:gd name="T25" fmla="*/ 35 h 80"/>
                <a:gd name="T26" fmla="*/ 2 w 8"/>
                <a:gd name="T27" fmla="*/ 28 h 80"/>
                <a:gd name="T28" fmla="*/ 2 w 8"/>
                <a:gd name="T29" fmla="*/ 21 h 80"/>
                <a:gd name="T30" fmla="*/ 2 w 8"/>
                <a:gd name="T31" fmla="*/ 21 h 80"/>
                <a:gd name="T32" fmla="*/ 2 w 8"/>
                <a:gd name="T33" fmla="*/ 21 h 80"/>
                <a:gd name="T34" fmla="*/ 2 w 8"/>
                <a:gd name="T35" fmla="*/ 13 h 80"/>
                <a:gd name="T36" fmla="*/ 2 w 8"/>
                <a:gd name="T37" fmla="*/ 6 h 80"/>
                <a:gd name="T38" fmla="*/ 3 w 8"/>
                <a:gd name="T39" fmla="*/ 8 h 80"/>
                <a:gd name="T40" fmla="*/ 3 w 8"/>
                <a:gd name="T41" fmla="*/ 19 h 80"/>
                <a:gd name="T42" fmla="*/ 3 w 8"/>
                <a:gd name="T43" fmla="*/ 36 h 80"/>
                <a:gd name="T44" fmla="*/ 3 w 8"/>
                <a:gd name="T45" fmla="*/ 45 h 80"/>
                <a:gd name="T46" fmla="*/ 4 w 8"/>
                <a:gd name="T47" fmla="*/ 42 h 80"/>
                <a:gd name="T48" fmla="*/ 4 w 8"/>
                <a:gd name="T49" fmla="*/ 42 h 80"/>
                <a:gd name="T50" fmla="*/ 4 w 8"/>
                <a:gd name="T51" fmla="*/ 52 h 80"/>
                <a:gd name="T52" fmla="*/ 4 w 8"/>
                <a:gd name="T53" fmla="*/ 61 h 80"/>
                <a:gd name="T54" fmla="*/ 4 w 8"/>
                <a:gd name="T55" fmla="*/ 63 h 80"/>
                <a:gd name="T56" fmla="*/ 4 w 8"/>
                <a:gd name="T57" fmla="*/ 59 h 80"/>
                <a:gd name="T58" fmla="*/ 4 w 8"/>
                <a:gd name="T59" fmla="*/ 52 h 80"/>
                <a:gd name="T60" fmla="*/ 5 w 8"/>
                <a:gd name="T61" fmla="*/ 52 h 80"/>
                <a:gd name="T62" fmla="*/ 5 w 8"/>
                <a:gd name="T63" fmla="*/ 60 h 80"/>
                <a:gd name="T64" fmla="*/ 5 w 8"/>
                <a:gd name="T65" fmla="*/ 67 h 80"/>
                <a:gd name="T66" fmla="*/ 5 w 8"/>
                <a:gd name="T67" fmla="*/ 70 h 80"/>
                <a:gd name="T68" fmla="*/ 5 w 8"/>
                <a:gd name="T69" fmla="*/ 72 h 80"/>
                <a:gd name="T70" fmla="*/ 6 w 8"/>
                <a:gd name="T71" fmla="*/ 75 h 80"/>
                <a:gd name="T72" fmla="*/ 6 w 8"/>
                <a:gd name="T73" fmla="*/ 80 h 80"/>
                <a:gd name="T74" fmla="*/ 6 w 8"/>
                <a:gd name="T75" fmla="*/ 75 h 80"/>
                <a:gd name="T76" fmla="*/ 6 w 8"/>
                <a:gd name="T77" fmla="*/ 64 h 80"/>
                <a:gd name="T78" fmla="*/ 6 w 8"/>
                <a:gd name="T79" fmla="*/ 63 h 80"/>
                <a:gd name="T80" fmla="*/ 6 w 8"/>
                <a:gd name="T81" fmla="*/ 63 h 80"/>
                <a:gd name="T82" fmla="*/ 6 w 8"/>
                <a:gd name="T83" fmla="*/ 51 h 80"/>
                <a:gd name="T84" fmla="*/ 7 w 8"/>
                <a:gd name="T85" fmla="*/ 38 h 80"/>
                <a:gd name="T86" fmla="*/ 7 w 8"/>
                <a:gd name="T87" fmla="*/ 38 h 80"/>
                <a:gd name="T88" fmla="*/ 7 w 8"/>
                <a:gd name="T89" fmla="*/ 40 h 80"/>
                <a:gd name="T90" fmla="*/ 7 w 8"/>
                <a:gd name="T91" fmla="*/ 33 h 80"/>
                <a:gd name="T92" fmla="*/ 7 w 8"/>
                <a:gd name="T93" fmla="*/ 25 h 80"/>
                <a:gd name="T94" fmla="*/ 7 w 8"/>
                <a:gd name="T95" fmla="*/ 25 h 80"/>
                <a:gd name="T96" fmla="*/ 7 w 8"/>
                <a:gd name="T97" fmla="*/ 25 h 80"/>
                <a:gd name="T98" fmla="*/ 8 w 8"/>
                <a:gd name="T99" fmla="*/ 17 h 80"/>
                <a:gd name="T100" fmla="*/ 8 w 8"/>
                <a:gd name="T101" fmla="*/ 8 h 80"/>
                <a:gd name="T102" fmla="*/ 8 w 8"/>
                <a:gd name="T10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0">
                  <a:moveTo>
                    <a:pt x="0" y="48"/>
                  </a:moveTo>
                  <a:lnTo>
                    <a:pt x="0" y="53"/>
                  </a:lnTo>
                  <a:lnTo>
                    <a:pt x="0" y="57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50"/>
                  </a:lnTo>
                  <a:lnTo>
                    <a:pt x="1" y="50"/>
                  </a:lnTo>
                  <a:lnTo>
                    <a:pt x="1" y="43"/>
                  </a:lnTo>
                  <a:lnTo>
                    <a:pt x="1" y="40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28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2" y="13"/>
                  </a:lnTo>
                  <a:lnTo>
                    <a:pt x="2" y="6"/>
                  </a:lnTo>
                  <a:lnTo>
                    <a:pt x="3" y="8"/>
                  </a:lnTo>
                  <a:lnTo>
                    <a:pt x="3" y="19"/>
                  </a:lnTo>
                  <a:lnTo>
                    <a:pt x="3" y="36"/>
                  </a:lnTo>
                  <a:lnTo>
                    <a:pt x="3" y="45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4" y="52"/>
                  </a:lnTo>
                  <a:lnTo>
                    <a:pt x="4" y="61"/>
                  </a:lnTo>
                  <a:lnTo>
                    <a:pt x="4" y="63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5" y="52"/>
                  </a:lnTo>
                  <a:lnTo>
                    <a:pt x="5" y="60"/>
                  </a:lnTo>
                  <a:lnTo>
                    <a:pt x="5" y="67"/>
                  </a:lnTo>
                  <a:lnTo>
                    <a:pt x="5" y="70"/>
                  </a:lnTo>
                  <a:lnTo>
                    <a:pt x="5" y="72"/>
                  </a:lnTo>
                  <a:lnTo>
                    <a:pt x="6" y="75"/>
                  </a:lnTo>
                  <a:lnTo>
                    <a:pt x="6" y="80"/>
                  </a:lnTo>
                  <a:lnTo>
                    <a:pt x="6" y="75"/>
                  </a:lnTo>
                  <a:lnTo>
                    <a:pt x="6" y="64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6" y="51"/>
                  </a:lnTo>
                  <a:lnTo>
                    <a:pt x="7" y="38"/>
                  </a:lnTo>
                  <a:lnTo>
                    <a:pt x="7" y="38"/>
                  </a:lnTo>
                  <a:lnTo>
                    <a:pt x="7" y="40"/>
                  </a:lnTo>
                  <a:lnTo>
                    <a:pt x="7" y="33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8" y="17"/>
                  </a:lnTo>
                  <a:lnTo>
                    <a:pt x="8" y="8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89" name="Freeform 733"/>
            <p:cNvSpPr/>
            <p:nvPr/>
          </p:nvSpPr>
          <p:spPr bwMode="auto">
            <a:xfrm>
              <a:off x="3452813" y="1885951"/>
              <a:ext cx="14288" cy="119063"/>
            </a:xfrm>
            <a:custGeom>
              <a:avLst/>
              <a:gdLst>
                <a:gd name="T0" fmla="*/ 0 w 9"/>
                <a:gd name="T1" fmla="*/ 25 h 75"/>
                <a:gd name="T2" fmla="*/ 0 w 9"/>
                <a:gd name="T3" fmla="*/ 17 h 75"/>
                <a:gd name="T4" fmla="*/ 0 w 9"/>
                <a:gd name="T5" fmla="*/ 11 h 75"/>
                <a:gd name="T6" fmla="*/ 1 w 9"/>
                <a:gd name="T7" fmla="*/ 12 h 75"/>
                <a:gd name="T8" fmla="*/ 1 w 9"/>
                <a:gd name="T9" fmla="*/ 16 h 75"/>
                <a:gd name="T10" fmla="*/ 1 w 9"/>
                <a:gd name="T11" fmla="*/ 13 h 75"/>
                <a:gd name="T12" fmla="*/ 1 w 9"/>
                <a:gd name="T13" fmla="*/ 3 h 75"/>
                <a:gd name="T14" fmla="*/ 1 w 9"/>
                <a:gd name="T15" fmla="*/ 0 h 75"/>
                <a:gd name="T16" fmla="*/ 1 w 9"/>
                <a:gd name="T17" fmla="*/ 8 h 75"/>
                <a:gd name="T18" fmla="*/ 1 w 9"/>
                <a:gd name="T19" fmla="*/ 12 h 75"/>
                <a:gd name="T20" fmla="*/ 2 w 9"/>
                <a:gd name="T21" fmla="*/ 10 h 75"/>
                <a:gd name="T22" fmla="*/ 2 w 9"/>
                <a:gd name="T23" fmla="*/ 11 h 75"/>
                <a:gd name="T24" fmla="*/ 2 w 9"/>
                <a:gd name="T25" fmla="*/ 18 h 75"/>
                <a:gd name="T26" fmla="*/ 2 w 9"/>
                <a:gd name="T27" fmla="*/ 22 h 75"/>
                <a:gd name="T28" fmla="*/ 2 w 9"/>
                <a:gd name="T29" fmla="*/ 22 h 75"/>
                <a:gd name="T30" fmla="*/ 3 w 9"/>
                <a:gd name="T31" fmla="*/ 24 h 75"/>
                <a:gd name="T32" fmla="*/ 3 w 9"/>
                <a:gd name="T33" fmla="*/ 27 h 75"/>
                <a:gd name="T34" fmla="*/ 3 w 9"/>
                <a:gd name="T35" fmla="*/ 31 h 75"/>
                <a:gd name="T36" fmla="*/ 3 w 9"/>
                <a:gd name="T37" fmla="*/ 32 h 75"/>
                <a:gd name="T38" fmla="*/ 3 w 9"/>
                <a:gd name="T39" fmla="*/ 26 h 75"/>
                <a:gd name="T40" fmla="*/ 3 w 9"/>
                <a:gd name="T41" fmla="*/ 15 h 75"/>
                <a:gd name="T42" fmla="*/ 3 w 9"/>
                <a:gd name="T43" fmla="*/ 11 h 75"/>
                <a:gd name="T44" fmla="*/ 4 w 9"/>
                <a:gd name="T45" fmla="*/ 16 h 75"/>
                <a:gd name="T46" fmla="*/ 4 w 9"/>
                <a:gd name="T47" fmla="*/ 23 h 75"/>
                <a:gd name="T48" fmla="*/ 4 w 9"/>
                <a:gd name="T49" fmla="*/ 23 h 75"/>
                <a:gd name="T50" fmla="*/ 4 w 9"/>
                <a:gd name="T51" fmla="*/ 18 h 75"/>
                <a:gd name="T52" fmla="*/ 4 w 9"/>
                <a:gd name="T53" fmla="*/ 16 h 75"/>
                <a:gd name="T54" fmla="*/ 4 w 9"/>
                <a:gd name="T55" fmla="*/ 19 h 75"/>
                <a:gd name="T56" fmla="*/ 5 w 9"/>
                <a:gd name="T57" fmla="*/ 21 h 75"/>
                <a:gd name="T58" fmla="*/ 5 w 9"/>
                <a:gd name="T59" fmla="*/ 18 h 75"/>
                <a:gd name="T60" fmla="*/ 5 w 9"/>
                <a:gd name="T61" fmla="*/ 15 h 75"/>
                <a:gd name="T62" fmla="*/ 5 w 9"/>
                <a:gd name="T63" fmla="*/ 10 h 75"/>
                <a:gd name="T64" fmla="*/ 5 w 9"/>
                <a:gd name="T65" fmla="*/ 3 h 75"/>
                <a:gd name="T66" fmla="*/ 6 w 9"/>
                <a:gd name="T67" fmla="*/ 1 h 75"/>
                <a:gd name="T68" fmla="*/ 6 w 9"/>
                <a:gd name="T69" fmla="*/ 2 h 75"/>
                <a:gd name="T70" fmla="*/ 6 w 9"/>
                <a:gd name="T71" fmla="*/ 6 h 75"/>
                <a:gd name="T72" fmla="*/ 6 w 9"/>
                <a:gd name="T73" fmla="*/ 12 h 75"/>
                <a:gd name="T74" fmla="*/ 6 w 9"/>
                <a:gd name="T75" fmla="*/ 18 h 75"/>
                <a:gd name="T76" fmla="*/ 6 w 9"/>
                <a:gd name="T77" fmla="*/ 19 h 75"/>
                <a:gd name="T78" fmla="*/ 6 w 9"/>
                <a:gd name="T79" fmla="*/ 20 h 75"/>
                <a:gd name="T80" fmla="*/ 7 w 9"/>
                <a:gd name="T81" fmla="*/ 26 h 75"/>
                <a:gd name="T82" fmla="*/ 7 w 9"/>
                <a:gd name="T83" fmla="*/ 36 h 75"/>
                <a:gd name="T84" fmla="*/ 7 w 9"/>
                <a:gd name="T85" fmla="*/ 44 h 75"/>
                <a:gd name="T86" fmla="*/ 7 w 9"/>
                <a:gd name="T87" fmla="*/ 47 h 75"/>
                <a:gd name="T88" fmla="*/ 8 w 9"/>
                <a:gd name="T89" fmla="*/ 48 h 75"/>
                <a:gd name="T90" fmla="*/ 8 w 9"/>
                <a:gd name="T91" fmla="*/ 52 h 75"/>
                <a:gd name="T92" fmla="*/ 8 w 9"/>
                <a:gd name="T93" fmla="*/ 58 h 75"/>
                <a:gd name="T94" fmla="*/ 8 w 9"/>
                <a:gd name="T95" fmla="*/ 61 h 75"/>
                <a:gd name="T96" fmla="*/ 8 w 9"/>
                <a:gd name="T97" fmla="*/ 64 h 75"/>
                <a:gd name="T98" fmla="*/ 8 w 9"/>
                <a:gd name="T99" fmla="*/ 70 h 75"/>
                <a:gd name="T100" fmla="*/ 8 w 9"/>
                <a:gd name="T101" fmla="*/ 75 h 75"/>
                <a:gd name="T102" fmla="*/ 9 w 9"/>
                <a:gd name="T103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75">
                  <a:moveTo>
                    <a:pt x="0" y="25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1" y="12"/>
                  </a:lnTo>
                  <a:lnTo>
                    <a:pt x="1" y="16"/>
                  </a:lnTo>
                  <a:lnTo>
                    <a:pt x="1" y="13"/>
                  </a:lnTo>
                  <a:lnTo>
                    <a:pt x="1" y="3"/>
                  </a:lnTo>
                  <a:lnTo>
                    <a:pt x="1" y="0"/>
                  </a:lnTo>
                  <a:lnTo>
                    <a:pt x="1" y="8"/>
                  </a:lnTo>
                  <a:lnTo>
                    <a:pt x="1" y="12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2" y="18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3" y="31"/>
                  </a:lnTo>
                  <a:lnTo>
                    <a:pt x="3" y="32"/>
                  </a:lnTo>
                  <a:lnTo>
                    <a:pt x="3" y="26"/>
                  </a:lnTo>
                  <a:lnTo>
                    <a:pt x="3" y="15"/>
                  </a:lnTo>
                  <a:lnTo>
                    <a:pt x="3" y="11"/>
                  </a:lnTo>
                  <a:lnTo>
                    <a:pt x="4" y="16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4" y="18"/>
                  </a:lnTo>
                  <a:lnTo>
                    <a:pt x="4" y="16"/>
                  </a:lnTo>
                  <a:lnTo>
                    <a:pt x="4" y="19"/>
                  </a:lnTo>
                  <a:lnTo>
                    <a:pt x="5" y="21"/>
                  </a:lnTo>
                  <a:lnTo>
                    <a:pt x="5" y="18"/>
                  </a:lnTo>
                  <a:lnTo>
                    <a:pt x="5" y="15"/>
                  </a:lnTo>
                  <a:lnTo>
                    <a:pt x="5" y="10"/>
                  </a:lnTo>
                  <a:lnTo>
                    <a:pt x="5" y="3"/>
                  </a:lnTo>
                  <a:lnTo>
                    <a:pt x="6" y="1"/>
                  </a:lnTo>
                  <a:lnTo>
                    <a:pt x="6" y="2"/>
                  </a:lnTo>
                  <a:lnTo>
                    <a:pt x="6" y="6"/>
                  </a:lnTo>
                  <a:lnTo>
                    <a:pt x="6" y="12"/>
                  </a:lnTo>
                  <a:lnTo>
                    <a:pt x="6" y="18"/>
                  </a:lnTo>
                  <a:lnTo>
                    <a:pt x="6" y="19"/>
                  </a:lnTo>
                  <a:lnTo>
                    <a:pt x="6" y="20"/>
                  </a:lnTo>
                  <a:lnTo>
                    <a:pt x="7" y="26"/>
                  </a:lnTo>
                  <a:lnTo>
                    <a:pt x="7" y="36"/>
                  </a:lnTo>
                  <a:lnTo>
                    <a:pt x="7" y="44"/>
                  </a:lnTo>
                  <a:lnTo>
                    <a:pt x="7" y="47"/>
                  </a:lnTo>
                  <a:lnTo>
                    <a:pt x="8" y="48"/>
                  </a:lnTo>
                  <a:lnTo>
                    <a:pt x="8" y="52"/>
                  </a:lnTo>
                  <a:lnTo>
                    <a:pt x="8" y="58"/>
                  </a:lnTo>
                  <a:lnTo>
                    <a:pt x="8" y="61"/>
                  </a:lnTo>
                  <a:lnTo>
                    <a:pt x="8" y="64"/>
                  </a:lnTo>
                  <a:lnTo>
                    <a:pt x="8" y="70"/>
                  </a:lnTo>
                  <a:lnTo>
                    <a:pt x="8" y="75"/>
                  </a:lnTo>
                  <a:lnTo>
                    <a:pt x="9" y="7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90" name="Freeform 734"/>
            <p:cNvSpPr/>
            <p:nvPr/>
          </p:nvSpPr>
          <p:spPr bwMode="auto">
            <a:xfrm>
              <a:off x="3465513" y="2005014"/>
              <a:ext cx="14288" cy="176213"/>
            </a:xfrm>
            <a:custGeom>
              <a:avLst/>
              <a:gdLst>
                <a:gd name="T0" fmla="*/ 0 w 9"/>
                <a:gd name="T1" fmla="*/ 0 h 111"/>
                <a:gd name="T2" fmla="*/ 1 w 9"/>
                <a:gd name="T3" fmla="*/ 0 h 111"/>
                <a:gd name="T4" fmla="*/ 1 w 9"/>
                <a:gd name="T5" fmla="*/ 5 h 111"/>
                <a:gd name="T6" fmla="*/ 1 w 9"/>
                <a:gd name="T7" fmla="*/ 11 h 111"/>
                <a:gd name="T8" fmla="*/ 1 w 9"/>
                <a:gd name="T9" fmla="*/ 16 h 111"/>
                <a:gd name="T10" fmla="*/ 1 w 9"/>
                <a:gd name="T11" fmla="*/ 23 h 111"/>
                <a:gd name="T12" fmla="*/ 1 w 9"/>
                <a:gd name="T13" fmla="*/ 27 h 111"/>
                <a:gd name="T14" fmla="*/ 1 w 9"/>
                <a:gd name="T15" fmla="*/ 24 h 111"/>
                <a:gd name="T16" fmla="*/ 2 w 9"/>
                <a:gd name="T17" fmla="*/ 25 h 111"/>
                <a:gd name="T18" fmla="*/ 2 w 9"/>
                <a:gd name="T19" fmla="*/ 31 h 111"/>
                <a:gd name="T20" fmla="*/ 2 w 9"/>
                <a:gd name="T21" fmla="*/ 31 h 111"/>
                <a:gd name="T22" fmla="*/ 2 w 9"/>
                <a:gd name="T23" fmla="*/ 25 h 111"/>
                <a:gd name="T24" fmla="*/ 2 w 9"/>
                <a:gd name="T25" fmla="*/ 20 h 111"/>
                <a:gd name="T26" fmla="*/ 3 w 9"/>
                <a:gd name="T27" fmla="*/ 21 h 111"/>
                <a:gd name="T28" fmla="*/ 3 w 9"/>
                <a:gd name="T29" fmla="*/ 27 h 111"/>
                <a:gd name="T30" fmla="*/ 3 w 9"/>
                <a:gd name="T31" fmla="*/ 26 h 111"/>
                <a:gd name="T32" fmla="*/ 3 w 9"/>
                <a:gd name="T33" fmla="*/ 18 h 111"/>
                <a:gd name="T34" fmla="*/ 3 w 9"/>
                <a:gd name="T35" fmla="*/ 16 h 111"/>
                <a:gd name="T36" fmla="*/ 3 w 9"/>
                <a:gd name="T37" fmla="*/ 20 h 111"/>
                <a:gd name="T38" fmla="*/ 3 w 9"/>
                <a:gd name="T39" fmla="*/ 19 h 111"/>
                <a:gd name="T40" fmla="*/ 4 w 9"/>
                <a:gd name="T41" fmla="*/ 14 h 111"/>
                <a:gd name="T42" fmla="*/ 4 w 9"/>
                <a:gd name="T43" fmla="*/ 12 h 111"/>
                <a:gd name="T44" fmla="*/ 4 w 9"/>
                <a:gd name="T45" fmla="*/ 12 h 111"/>
                <a:gd name="T46" fmla="*/ 4 w 9"/>
                <a:gd name="T47" fmla="*/ 14 h 111"/>
                <a:gd name="T48" fmla="*/ 5 w 9"/>
                <a:gd name="T49" fmla="*/ 15 h 111"/>
                <a:gd name="T50" fmla="*/ 5 w 9"/>
                <a:gd name="T51" fmla="*/ 21 h 111"/>
                <a:gd name="T52" fmla="*/ 5 w 9"/>
                <a:gd name="T53" fmla="*/ 32 h 111"/>
                <a:gd name="T54" fmla="*/ 5 w 9"/>
                <a:gd name="T55" fmla="*/ 34 h 111"/>
                <a:gd name="T56" fmla="*/ 5 w 9"/>
                <a:gd name="T57" fmla="*/ 32 h 111"/>
                <a:gd name="T58" fmla="*/ 5 w 9"/>
                <a:gd name="T59" fmla="*/ 42 h 111"/>
                <a:gd name="T60" fmla="*/ 5 w 9"/>
                <a:gd name="T61" fmla="*/ 52 h 111"/>
                <a:gd name="T62" fmla="*/ 6 w 9"/>
                <a:gd name="T63" fmla="*/ 51 h 111"/>
                <a:gd name="T64" fmla="*/ 6 w 9"/>
                <a:gd name="T65" fmla="*/ 60 h 111"/>
                <a:gd name="T66" fmla="*/ 6 w 9"/>
                <a:gd name="T67" fmla="*/ 73 h 111"/>
                <a:gd name="T68" fmla="*/ 6 w 9"/>
                <a:gd name="T69" fmla="*/ 70 h 111"/>
                <a:gd name="T70" fmla="*/ 6 w 9"/>
                <a:gd name="T71" fmla="*/ 68 h 111"/>
                <a:gd name="T72" fmla="*/ 6 w 9"/>
                <a:gd name="T73" fmla="*/ 81 h 111"/>
                <a:gd name="T74" fmla="*/ 6 w 9"/>
                <a:gd name="T75" fmla="*/ 88 h 111"/>
                <a:gd name="T76" fmla="*/ 7 w 9"/>
                <a:gd name="T77" fmla="*/ 89 h 111"/>
                <a:gd name="T78" fmla="*/ 7 w 9"/>
                <a:gd name="T79" fmla="*/ 91 h 111"/>
                <a:gd name="T80" fmla="*/ 7 w 9"/>
                <a:gd name="T81" fmla="*/ 85 h 111"/>
                <a:gd name="T82" fmla="*/ 7 w 9"/>
                <a:gd name="T83" fmla="*/ 79 h 111"/>
                <a:gd name="T84" fmla="*/ 7 w 9"/>
                <a:gd name="T85" fmla="*/ 86 h 111"/>
                <a:gd name="T86" fmla="*/ 8 w 9"/>
                <a:gd name="T87" fmla="*/ 93 h 111"/>
                <a:gd name="T88" fmla="*/ 8 w 9"/>
                <a:gd name="T89" fmla="*/ 95 h 111"/>
                <a:gd name="T90" fmla="*/ 8 w 9"/>
                <a:gd name="T91" fmla="*/ 96 h 111"/>
                <a:gd name="T92" fmla="*/ 8 w 9"/>
                <a:gd name="T93" fmla="*/ 94 h 111"/>
                <a:gd name="T94" fmla="*/ 8 w 9"/>
                <a:gd name="T95" fmla="*/ 97 h 111"/>
                <a:gd name="T96" fmla="*/ 8 w 9"/>
                <a:gd name="T97" fmla="*/ 106 h 111"/>
                <a:gd name="T98" fmla="*/ 8 w 9"/>
                <a:gd name="T99" fmla="*/ 111 h 111"/>
                <a:gd name="T100" fmla="*/ 9 w 9"/>
                <a:gd name="T101" fmla="*/ 109 h 111"/>
                <a:gd name="T102" fmla="*/ 9 w 9"/>
                <a:gd name="T103" fmla="*/ 109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11">
                  <a:moveTo>
                    <a:pt x="0" y="0"/>
                  </a:moveTo>
                  <a:lnTo>
                    <a:pt x="1" y="0"/>
                  </a:lnTo>
                  <a:lnTo>
                    <a:pt x="1" y="5"/>
                  </a:lnTo>
                  <a:lnTo>
                    <a:pt x="1" y="11"/>
                  </a:lnTo>
                  <a:lnTo>
                    <a:pt x="1" y="16"/>
                  </a:lnTo>
                  <a:lnTo>
                    <a:pt x="1" y="23"/>
                  </a:lnTo>
                  <a:lnTo>
                    <a:pt x="1" y="27"/>
                  </a:lnTo>
                  <a:lnTo>
                    <a:pt x="1" y="24"/>
                  </a:lnTo>
                  <a:lnTo>
                    <a:pt x="2" y="25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25"/>
                  </a:lnTo>
                  <a:lnTo>
                    <a:pt x="2" y="20"/>
                  </a:lnTo>
                  <a:lnTo>
                    <a:pt x="3" y="21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3" y="18"/>
                  </a:lnTo>
                  <a:lnTo>
                    <a:pt x="3" y="16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5" y="15"/>
                  </a:lnTo>
                  <a:lnTo>
                    <a:pt x="5" y="21"/>
                  </a:lnTo>
                  <a:lnTo>
                    <a:pt x="5" y="32"/>
                  </a:lnTo>
                  <a:lnTo>
                    <a:pt x="5" y="34"/>
                  </a:lnTo>
                  <a:lnTo>
                    <a:pt x="5" y="32"/>
                  </a:lnTo>
                  <a:lnTo>
                    <a:pt x="5" y="42"/>
                  </a:lnTo>
                  <a:lnTo>
                    <a:pt x="5" y="52"/>
                  </a:lnTo>
                  <a:lnTo>
                    <a:pt x="6" y="51"/>
                  </a:lnTo>
                  <a:lnTo>
                    <a:pt x="6" y="60"/>
                  </a:lnTo>
                  <a:lnTo>
                    <a:pt x="6" y="73"/>
                  </a:lnTo>
                  <a:lnTo>
                    <a:pt x="6" y="70"/>
                  </a:lnTo>
                  <a:lnTo>
                    <a:pt x="6" y="68"/>
                  </a:lnTo>
                  <a:lnTo>
                    <a:pt x="6" y="81"/>
                  </a:lnTo>
                  <a:lnTo>
                    <a:pt x="6" y="88"/>
                  </a:lnTo>
                  <a:lnTo>
                    <a:pt x="7" y="89"/>
                  </a:lnTo>
                  <a:lnTo>
                    <a:pt x="7" y="91"/>
                  </a:lnTo>
                  <a:lnTo>
                    <a:pt x="7" y="85"/>
                  </a:lnTo>
                  <a:lnTo>
                    <a:pt x="7" y="79"/>
                  </a:lnTo>
                  <a:lnTo>
                    <a:pt x="7" y="86"/>
                  </a:lnTo>
                  <a:lnTo>
                    <a:pt x="8" y="93"/>
                  </a:lnTo>
                  <a:lnTo>
                    <a:pt x="8" y="95"/>
                  </a:lnTo>
                  <a:lnTo>
                    <a:pt x="8" y="96"/>
                  </a:lnTo>
                  <a:lnTo>
                    <a:pt x="8" y="94"/>
                  </a:lnTo>
                  <a:lnTo>
                    <a:pt x="8" y="97"/>
                  </a:lnTo>
                  <a:lnTo>
                    <a:pt x="8" y="106"/>
                  </a:lnTo>
                  <a:lnTo>
                    <a:pt x="8" y="111"/>
                  </a:lnTo>
                  <a:lnTo>
                    <a:pt x="9" y="109"/>
                  </a:lnTo>
                  <a:lnTo>
                    <a:pt x="9" y="10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91" name="Freeform 735"/>
            <p:cNvSpPr/>
            <p:nvPr/>
          </p:nvSpPr>
          <p:spPr bwMode="auto">
            <a:xfrm>
              <a:off x="3479800" y="1874839"/>
              <a:ext cx="12700" cy="361950"/>
            </a:xfrm>
            <a:custGeom>
              <a:avLst/>
              <a:gdLst>
                <a:gd name="T0" fmla="*/ 0 w 8"/>
                <a:gd name="T1" fmla="*/ 191 h 228"/>
                <a:gd name="T2" fmla="*/ 0 w 8"/>
                <a:gd name="T3" fmla="*/ 191 h 228"/>
                <a:gd name="T4" fmla="*/ 0 w 8"/>
                <a:gd name="T5" fmla="*/ 185 h 228"/>
                <a:gd name="T6" fmla="*/ 0 w 8"/>
                <a:gd name="T7" fmla="*/ 177 h 228"/>
                <a:gd name="T8" fmla="*/ 1 w 8"/>
                <a:gd name="T9" fmla="*/ 176 h 228"/>
                <a:gd name="T10" fmla="*/ 1 w 8"/>
                <a:gd name="T11" fmla="*/ 180 h 228"/>
                <a:gd name="T12" fmla="*/ 1 w 8"/>
                <a:gd name="T13" fmla="*/ 181 h 228"/>
                <a:gd name="T14" fmla="*/ 1 w 8"/>
                <a:gd name="T15" fmla="*/ 180 h 228"/>
                <a:gd name="T16" fmla="*/ 1 w 8"/>
                <a:gd name="T17" fmla="*/ 178 h 228"/>
                <a:gd name="T18" fmla="*/ 1 w 8"/>
                <a:gd name="T19" fmla="*/ 171 h 228"/>
                <a:gd name="T20" fmla="*/ 1 w 8"/>
                <a:gd name="T21" fmla="*/ 166 h 228"/>
                <a:gd name="T22" fmla="*/ 2 w 8"/>
                <a:gd name="T23" fmla="*/ 178 h 228"/>
                <a:gd name="T24" fmla="*/ 2 w 8"/>
                <a:gd name="T25" fmla="*/ 208 h 228"/>
                <a:gd name="T26" fmla="*/ 2 w 8"/>
                <a:gd name="T27" fmla="*/ 226 h 228"/>
                <a:gd name="T28" fmla="*/ 2 w 8"/>
                <a:gd name="T29" fmla="*/ 215 h 228"/>
                <a:gd name="T30" fmla="*/ 2 w 8"/>
                <a:gd name="T31" fmla="*/ 209 h 228"/>
                <a:gd name="T32" fmla="*/ 2 w 8"/>
                <a:gd name="T33" fmla="*/ 221 h 228"/>
                <a:gd name="T34" fmla="*/ 2 w 8"/>
                <a:gd name="T35" fmla="*/ 226 h 228"/>
                <a:gd name="T36" fmla="*/ 3 w 8"/>
                <a:gd name="T37" fmla="*/ 227 h 228"/>
                <a:gd name="T38" fmla="*/ 3 w 8"/>
                <a:gd name="T39" fmla="*/ 228 h 228"/>
                <a:gd name="T40" fmla="*/ 3 w 8"/>
                <a:gd name="T41" fmla="*/ 207 h 228"/>
                <a:gd name="T42" fmla="*/ 3 w 8"/>
                <a:gd name="T43" fmla="*/ 172 h 228"/>
                <a:gd name="T44" fmla="*/ 4 w 8"/>
                <a:gd name="T45" fmla="*/ 171 h 228"/>
                <a:gd name="T46" fmla="*/ 4 w 8"/>
                <a:gd name="T47" fmla="*/ 190 h 228"/>
                <a:gd name="T48" fmla="*/ 4 w 8"/>
                <a:gd name="T49" fmla="*/ 184 h 228"/>
                <a:gd name="T50" fmla="*/ 4 w 8"/>
                <a:gd name="T51" fmla="*/ 162 h 228"/>
                <a:gd name="T52" fmla="*/ 4 w 8"/>
                <a:gd name="T53" fmla="*/ 153 h 228"/>
                <a:gd name="T54" fmla="*/ 4 w 8"/>
                <a:gd name="T55" fmla="*/ 153 h 228"/>
                <a:gd name="T56" fmla="*/ 4 w 8"/>
                <a:gd name="T57" fmla="*/ 144 h 228"/>
                <a:gd name="T58" fmla="*/ 5 w 8"/>
                <a:gd name="T59" fmla="*/ 131 h 228"/>
                <a:gd name="T60" fmla="*/ 5 w 8"/>
                <a:gd name="T61" fmla="*/ 116 h 228"/>
                <a:gd name="T62" fmla="*/ 5 w 8"/>
                <a:gd name="T63" fmla="*/ 89 h 228"/>
                <a:gd name="T64" fmla="*/ 5 w 8"/>
                <a:gd name="T65" fmla="*/ 62 h 228"/>
                <a:gd name="T66" fmla="*/ 5 w 8"/>
                <a:gd name="T67" fmla="*/ 58 h 228"/>
                <a:gd name="T68" fmla="*/ 6 w 8"/>
                <a:gd name="T69" fmla="*/ 55 h 228"/>
                <a:gd name="T70" fmla="*/ 6 w 8"/>
                <a:gd name="T71" fmla="*/ 35 h 228"/>
                <a:gd name="T72" fmla="*/ 6 w 8"/>
                <a:gd name="T73" fmla="*/ 18 h 228"/>
                <a:gd name="T74" fmla="*/ 6 w 8"/>
                <a:gd name="T75" fmla="*/ 15 h 228"/>
                <a:gd name="T76" fmla="*/ 6 w 8"/>
                <a:gd name="T77" fmla="*/ 8 h 228"/>
                <a:gd name="T78" fmla="*/ 6 w 8"/>
                <a:gd name="T79" fmla="*/ 5 h 228"/>
                <a:gd name="T80" fmla="*/ 6 w 8"/>
                <a:gd name="T81" fmla="*/ 12 h 228"/>
                <a:gd name="T82" fmla="*/ 7 w 8"/>
                <a:gd name="T83" fmla="*/ 11 h 228"/>
                <a:gd name="T84" fmla="*/ 7 w 8"/>
                <a:gd name="T85" fmla="*/ 4 h 228"/>
                <a:gd name="T86" fmla="*/ 7 w 8"/>
                <a:gd name="T87" fmla="*/ 0 h 228"/>
                <a:gd name="T88" fmla="*/ 7 w 8"/>
                <a:gd name="T89" fmla="*/ 2 h 228"/>
                <a:gd name="T90" fmla="*/ 7 w 8"/>
                <a:gd name="T91" fmla="*/ 17 h 228"/>
                <a:gd name="T92" fmla="*/ 7 w 8"/>
                <a:gd name="T93" fmla="*/ 27 h 228"/>
                <a:gd name="T94" fmla="*/ 7 w 8"/>
                <a:gd name="T95" fmla="*/ 23 h 228"/>
                <a:gd name="T96" fmla="*/ 8 w 8"/>
                <a:gd name="T97" fmla="*/ 16 h 228"/>
                <a:gd name="T98" fmla="*/ 8 w 8"/>
                <a:gd name="T99" fmla="*/ 12 h 228"/>
                <a:gd name="T100" fmla="*/ 8 w 8"/>
                <a:gd name="T101" fmla="*/ 13 h 228"/>
                <a:gd name="T102" fmla="*/ 8 w 8"/>
                <a:gd name="T103" fmla="*/ 31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228">
                  <a:moveTo>
                    <a:pt x="0" y="191"/>
                  </a:moveTo>
                  <a:lnTo>
                    <a:pt x="0" y="191"/>
                  </a:lnTo>
                  <a:lnTo>
                    <a:pt x="0" y="185"/>
                  </a:lnTo>
                  <a:lnTo>
                    <a:pt x="0" y="177"/>
                  </a:lnTo>
                  <a:lnTo>
                    <a:pt x="1" y="176"/>
                  </a:lnTo>
                  <a:lnTo>
                    <a:pt x="1" y="180"/>
                  </a:lnTo>
                  <a:lnTo>
                    <a:pt x="1" y="181"/>
                  </a:lnTo>
                  <a:lnTo>
                    <a:pt x="1" y="180"/>
                  </a:lnTo>
                  <a:lnTo>
                    <a:pt x="1" y="178"/>
                  </a:lnTo>
                  <a:lnTo>
                    <a:pt x="1" y="171"/>
                  </a:lnTo>
                  <a:lnTo>
                    <a:pt x="1" y="166"/>
                  </a:lnTo>
                  <a:lnTo>
                    <a:pt x="2" y="178"/>
                  </a:lnTo>
                  <a:lnTo>
                    <a:pt x="2" y="208"/>
                  </a:lnTo>
                  <a:lnTo>
                    <a:pt x="2" y="226"/>
                  </a:lnTo>
                  <a:lnTo>
                    <a:pt x="2" y="215"/>
                  </a:lnTo>
                  <a:lnTo>
                    <a:pt x="2" y="209"/>
                  </a:lnTo>
                  <a:lnTo>
                    <a:pt x="2" y="221"/>
                  </a:lnTo>
                  <a:lnTo>
                    <a:pt x="2" y="226"/>
                  </a:lnTo>
                  <a:lnTo>
                    <a:pt x="3" y="227"/>
                  </a:lnTo>
                  <a:lnTo>
                    <a:pt x="3" y="228"/>
                  </a:lnTo>
                  <a:lnTo>
                    <a:pt x="3" y="207"/>
                  </a:lnTo>
                  <a:lnTo>
                    <a:pt x="3" y="172"/>
                  </a:lnTo>
                  <a:lnTo>
                    <a:pt x="4" y="171"/>
                  </a:lnTo>
                  <a:lnTo>
                    <a:pt x="4" y="190"/>
                  </a:lnTo>
                  <a:lnTo>
                    <a:pt x="4" y="184"/>
                  </a:lnTo>
                  <a:lnTo>
                    <a:pt x="4" y="162"/>
                  </a:lnTo>
                  <a:lnTo>
                    <a:pt x="4" y="153"/>
                  </a:lnTo>
                  <a:lnTo>
                    <a:pt x="4" y="153"/>
                  </a:lnTo>
                  <a:lnTo>
                    <a:pt x="4" y="144"/>
                  </a:lnTo>
                  <a:lnTo>
                    <a:pt x="5" y="131"/>
                  </a:lnTo>
                  <a:lnTo>
                    <a:pt x="5" y="116"/>
                  </a:lnTo>
                  <a:lnTo>
                    <a:pt x="5" y="89"/>
                  </a:lnTo>
                  <a:lnTo>
                    <a:pt x="5" y="62"/>
                  </a:lnTo>
                  <a:lnTo>
                    <a:pt x="5" y="58"/>
                  </a:lnTo>
                  <a:lnTo>
                    <a:pt x="6" y="55"/>
                  </a:lnTo>
                  <a:lnTo>
                    <a:pt x="6" y="35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6" y="8"/>
                  </a:lnTo>
                  <a:lnTo>
                    <a:pt x="6" y="5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2"/>
                  </a:lnTo>
                  <a:lnTo>
                    <a:pt x="7" y="17"/>
                  </a:lnTo>
                  <a:lnTo>
                    <a:pt x="7" y="27"/>
                  </a:lnTo>
                  <a:lnTo>
                    <a:pt x="7" y="23"/>
                  </a:lnTo>
                  <a:lnTo>
                    <a:pt x="8" y="16"/>
                  </a:lnTo>
                  <a:lnTo>
                    <a:pt x="8" y="12"/>
                  </a:lnTo>
                  <a:lnTo>
                    <a:pt x="8" y="13"/>
                  </a:lnTo>
                  <a:lnTo>
                    <a:pt x="8" y="3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92" name="Freeform 736"/>
            <p:cNvSpPr/>
            <p:nvPr/>
          </p:nvSpPr>
          <p:spPr bwMode="auto">
            <a:xfrm>
              <a:off x="3492500" y="1895476"/>
              <a:ext cx="14288" cy="141288"/>
            </a:xfrm>
            <a:custGeom>
              <a:avLst/>
              <a:gdLst>
                <a:gd name="T0" fmla="*/ 0 w 9"/>
                <a:gd name="T1" fmla="*/ 0 h 89"/>
                <a:gd name="T2" fmla="*/ 0 w 9"/>
                <a:gd name="T3" fmla="*/ 18 h 89"/>
                <a:gd name="T4" fmla="*/ 1 w 9"/>
                <a:gd name="T5" fmla="*/ 36 h 89"/>
                <a:gd name="T6" fmla="*/ 1 w 9"/>
                <a:gd name="T7" fmla="*/ 36 h 89"/>
                <a:gd name="T8" fmla="*/ 1 w 9"/>
                <a:gd name="T9" fmla="*/ 34 h 89"/>
                <a:gd name="T10" fmla="*/ 1 w 9"/>
                <a:gd name="T11" fmla="*/ 40 h 89"/>
                <a:gd name="T12" fmla="*/ 1 w 9"/>
                <a:gd name="T13" fmla="*/ 46 h 89"/>
                <a:gd name="T14" fmla="*/ 1 w 9"/>
                <a:gd name="T15" fmla="*/ 56 h 89"/>
                <a:gd name="T16" fmla="*/ 1 w 9"/>
                <a:gd name="T17" fmla="*/ 68 h 89"/>
                <a:gd name="T18" fmla="*/ 2 w 9"/>
                <a:gd name="T19" fmla="*/ 73 h 89"/>
                <a:gd name="T20" fmla="*/ 2 w 9"/>
                <a:gd name="T21" fmla="*/ 68 h 89"/>
                <a:gd name="T22" fmla="*/ 2 w 9"/>
                <a:gd name="T23" fmla="*/ 52 h 89"/>
                <a:gd name="T24" fmla="*/ 2 w 9"/>
                <a:gd name="T25" fmla="*/ 44 h 89"/>
                <a:gd name="T26" fmla="*/ 2 w 9"/>
                <a:gd name="T27" fmla="*/ 51 h 89"/>
                <a:gd name="T28" fmla="*/ 3 w 9"/>
                <a:gd name="T29" fmla="*/ 57 h 89"/>
                <a:gd name="T30" fmla="*/ 3 w 9"/>
                <a:gd name="T31" fmla="*/ 56 h 89"/>
                <a:gd name="T32" fmla="*/ 3 w 9"/>
                <a:gd name="T33" fmla="*/ 56 h 89"/>
                <a:gd name="T34" fmla="*/ 3 w 9"/>
                <a:gd name="T35" fmla="*/ 46 h 89"/>
                <a:gd name="T36" fmla="*/ 3 w 9"/>
                <a:gd name="T37" fmla="*/ 31 h 89"/>
                <a:gd name="T38" fmla="*/ 3 w 9"/>
                <a:gd name="T39" fmla="*/ 36 h 89"/>
                <a:gd name="T40" fmla="*/ 3 w 9"/>
                <a:gd name="T41" fmla="*/ 47 h 89"/>
                <a:gd name="T42" fmla="*/ 4 w 9"/>
                <a:gd name="T43" fmla="*/ 42 h 89"/>
                <a:gd name="T44" fmla="*/ 4 w 9"/>
                <a:gd name="T45" fmla="*/ 34 h 89"/>
                <a:gd name="T46" fmla="*/ 4 w 9"/>
                <a:gd name="T47" fmla="*/ 32 h 89"/>
                <a:gd name="T48" fmla="*/ 4 w 9"/>
                <a:gd name="T49" fmla="*/ 26 h 89"/>
                <a:gd name="T50" fmla="*/ 4 w 9"/>
                <a:gd name="T51" fmla="*/ 19 h 89"/>
                <a:gd name="T52" fmla="*/ 4 w 9"/>
                <a:gd name="T53" fmla="*/ 20 h 89"/>
                <a:gd name="T54" fmla="*/ 4 w 9"/>
                <a:gd name="T55" fmla="*/ 21 h 89"/>
                <a:gd name="T56" fmla="*/ 5 w 9"/>
                <a:gd name="T57" fmla="*/ 21 h 89"/>
                <a:gd name="T58" fmla="*/ 5 w 9"/>
                <a:gd name="T59" fmla="*/ 23 h 89"/>
                <a:gd name="T60" fmla="*/ 5 w 9"/>
                <a:gd name="T61" fmla="*/ 21 h 89"/>
                <a:gd name="T62" fmla="*/ 5 w 9"/>
                <a:gd name="T63" fmla="*/ 22 h 89"/>
                <a:gd name="T64" fmla="*/ 6 w 9"/>
                <a:gd name="T65" fmla="*/ 36 h 89"/>
                <a:gd name="T66" fmla="*/ 6 w 9"/>
                <a:gd name="T67" fmla="*/ 52 h 89"/>
                <a:gd name="T68" fmla="*/ 6 w 9"/>
                <a:gd name="T69" fmla="*/ 63 h 89"/>
                <a:gd name="T70" fmla="*/ 6 w 9"/>
                <a:gd name="T71" fmla="*/ 70 h 89"/>
                <a:gd name="T72" fmla="*/ 6 w 9"/>
                <a:gd name="T73" fmla="*/ 72 h 89"/>
                <a:gd name="T74" fmla="*/ 6 w 9"/>
                <a:gd name="T75" fmla="*/ 71 h 89"/>
                <a:gd name="T76" fmla="*/ 6 w 9"/>
                <a:gd name="T77" fmla="*/ 77 h 89"/>
                <a:gd name="T78" fmla="*/ 7 w 9"/>
                <a:gd name="T79" fmla="*/ 84 h 89"/>
                <a:gd name="T80" fmla="*/ 7 w 9"/>
                <a:gd name="T81" fmla="*/ 80 h 89"/>
                <a:gd name="T82" fmla="*/ 7 w 9"/>
                <a:gd name="T83" fmla="*/ 67 h 89"/>
                <a:gd name="T84" fmla="*/ 7 w 9"/>
                <a:gd name="T85" fmla="*/ 65 h 89"/>
                <a:gd name="T86" fmla="*/ 7 w 9"/>
                <a:gd name="T87" fmla="*/ 74 h 89"/>
                <a:gd name="T88" fmla="*/ 8 w 9"/>
                <a:gd name="T89" fmla="*/ 76 h 89"/>
                <a:gd name="T90" fmla="*/ 8 w 9"/>
                <a:gd name="T91" fmla="*/ 74 h 89"/>
                <a:gd name="T92" fmla="*/ 8 w 9"/>
                <a:gd name="T93" fmla="*/ 75 h 89"/>
                <a:gd name="T94" fmla="*/ 8 w 9"/>
                <a:gd name="T95" fmla="*/ 78 h 89"/>
                <a:gd name="T96" fmla="*/ 8 w 9"/>
                <a:gd name="T97" fmla="*/ 82 h 89"/>
                <a:gd name="T98" fmla="*/ 8 w 9"/>
                <a:gd name="T99" fmla="*/ 89 h 89"/>
                <a:gd name="T100" fmla="*/ 9 w 9"/>
                <a:gd name="T101" fmla="*/ 79 h 89"/>
                <a:gd name="T102" fmla="*/ 9 w 9"/>
                <a:gd name="T103" fmla="*/ 5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89">
                  <a:moveTo>
                    <a:pt x="0" y="0"/>
                  </a:moveTo>
                  <a:lnTo>
                    <a:pt x="0" y="18"/>
                  </a:lnTo>
                  <a:lnTo>
                    <a:pt x="1" y="36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40"/>
                  </a:lnTo>
                  <a:lnTo>
                    <a:pt x="1" y="46"/>
                  </a:lnTo>
                  <a:lnTo>
                    <a:pt x="1" y="56"/>
                  </a:lnTo>
                  <a:lnTo>
                    <a:pt x="1" y="68"/>
                  </a:lnTo>
                  <a:lnTo>
                    <a:pt x="2" y="73"/>
                  </a:lnTo>
                  <a:lnTo>
                    <a:pt x="2" y="68"/>
                  </a:lnTo>
                  <a:lnTo>
                    <a:pt x="2" y="52"/>
                  </a:lnTo>
                  <a:lnTo>
                    <a:pt x="2" y="44"/>
                  </a:lnTo>
                  <a:lnTo>
                    <a:pt x="2" y="51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6"/>
                  </a:lnTo>
                  <a:lnTo>
                    <a:pt x="3" y="46"/>
                  </a:lnTo>
                  <a:lnTo>
                    <a:pt x="3" y="31"/>
                  </a:lnTo>
                  <a:lnTo>
                    <a:pt x="3" y="36"/>
                  </a:lnTo>
                  <a:lnTo>
                    <a:pt x="3" y="47"/>
                  </a:lnTo>
                  <a:lnTo>
                    <a:pt x="4" y="42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6"/>
                  </a:lnTo>
                  <a:lnTo>
                    <a:pt x="4" y="19"/>
                  </a:lnTo>
                  <a:lnTo>
                    <a:pt x="4" y="20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5" y="23"/>
                  </a:lnTo>
                  <a:lnTo>
                    <a:pt x="5" y="21"/>
                  </a:lnTo>
                  <a:lnTo>
                    <a:pt x="5" y="22"/>
                  </a:lnTo>
                  <a:lnTo>
                    <a:pt x="6" y="36"/>
                  </a:lnTo>
                  <a:lnTo>
                    <a:pt x="6" y="52"/>
                  </a:lnTo>
                  <a:lnTo>
                    <a:pt x="6" y="63"/>
                  </a:lnTo>
                  <a:lnTo>
                    <a:pt x="6" y="70"/>
                  </a:lnTo>
                  <a:lnTo>
                    <a:pt x="6" y="72"/>
                  </a:lnTo>
                  <a:lnTo>
                    <a:pt x="6" y="71"/>
                  </a:lnTo>
                  <a:lnTo>
                    <a:pt x="6" y="77"/>
                  </a:lnTo>
                  <a:lnTo>
                    <a:pt x="7" y="84"/>
                  </a:lnTo>
                  <a:lnTo>
                    <a:pt x="7" y="80"/>
                  </a:lnTo>
                  <a:lnTo>
                    <a:pt x="7" y="67"/>
                  </a:lnTo>
                  <a:lnTo>
                    <a:pt x="7" y="65"/>
                  </a:lnTo>
                  <a:lnTo>
                    <a:pt x="7" y="74"/>
                  </a:lnTo>
                  <a:lnTo>
                    <a:pt x="8" y="76"/>
                  </a:lnTo>
                  <a:lnTo>
                    <a:pt x="8" y="74"/>
                  </a:lnTo>
                  <a:lnTo>
                    <a:pt x="8" y="75"/>
                  </a:lnTo>
                  <a:lnTo>
                    <a:pt x="8" y="78"/>
                  </a:lnTo>
                  <a:lnTo>
                    <a:pt x="8" y="82"/>
                  </a:lnTo>
                  <a:lnTo>
                    <a:pt x="8" y="89"/>
                  </a:lnTo>
                  <a:lnTo>
                    <a:pt x="9" y="79"/>
                  </a:lnTo>
                  <a:lnTo>
                    <a:pt x="9" y="5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93" name="Freeform 737"/>
            <p:cNvSpPr/>
            <p:nvPr/>
          </p:nvSpPr>
          <p:spPr bwMode="auto">
            <a:xfrm>
              <a:off x="3506788" y="1858964"/>
              <a:ext cx="12700" cy="161925"/>
            </a:xfrm>
            <a:custGeom>
              <a:avLst/>
              <a:gdLst>
                <a:gd name="T0" fmla="*/ 0 w 8"/>
                <a:gd name="T1" fmla="*/ 102 h 102"/>
                <a:gd name="T2" fmla="*/ 0 w 8"/>
                <a:gd name="T3" fmla="*/ 81 h 102"/>
                <a:gd name="T4" fmla="*/ 0 w 8"/>
                <a:gd name="T5" fmla="*/ 75 h 102"/>
                <a:gd name="T6" fmla="*/ 0 w 8"/>
                <a:gd name="T7" fmla="*/ 79 h 102"/>
                <a:gd name="T8" fmla="*/ 0 w 8"/>
                <a:gd name="T9" fmla="*/ 73 h 102"/>
                <a:gd name="T10" fmla="*/ 0 w 8"/>
                <a:gd name="T11" fmla="*/ 67 h 102"/>
                <a:gd name="T12" fmla="*/ 0 w 8"/>
                <a:gd name="T13" fmla="*/ 61 h 102"/>
                <a:gd name="T14" fmla="*/ 1 w 8"/>
                <a:gd name="T15" fmla="*/ 48 h 102"/>
                <a:gd name="T16" fmla="*/ 1 w 8"/>
                <a:gd name="T17" fmla="*/ 42 h 102"/>
                <a:gd name="T18" fmla="*/ 1 w 8"/>
                <a:gd name="T19" fmla="*/ 49 h 102"/>
                <a:gd name="T20" fmla="*/ 1 w 8"/>
                <a:gd name="T21" fmla="*/ 45 h 102"/>
                <a:gd name="T22" fmla="*/ 1 w 8"/>
                <a:gd name="T23" fmla="*/ 33 h 102"/>
                <a:gd name="T24" fmla="*/ 2 w 8"/>
                <a:gd name="T25" fmla="*/ 37 h 102"/>
                <a:gd name="T26" fmla="*/ 2 w 8"/>
                <a:gd name="T27" fmla="*/ 40 h 102"/>
                <a:gd name="T28" fmla="*/ 2 w 8"/>
                <a:gd name="T29" fmla="*/ 31 h 102"/>
                <a:gd name="T30" fmla="*/ 2 w 8"/>
                <a:gd name="T31" fmla="*/ 29 h 102"/>
                <a:gd name="T32" fmla="*/ 2 w 8"/>
                <a:gd name="T33" fmla="*/ 37 h 102"/>
                <a:gd name="T34" fmla="*/ 2 w 8"/>
                <a:gd name="T35" fmla="*/ 40 h 102"/>
                <a:gd name="T36" fmla="*/ 2 w 8"/>
                <a:gd name="T37" fmla="*/ 43 h 102"/>
                <a:gd name="T38" fmla="*/ 3 w 8"/>
                <a:gd name="T39" fmla="*/ 44 h 102"/>
                <a:gd name="T40" fmla="*/ 3 w 8"/>
                <a:gd name="T41" fmla="*/ 34 h 102"/>
                <a:gd name="T42" fmla="*/ 3 w 8"/>
                <a:gd name="T43" fmla="*/ 24 h 102"/>
                <a:gd name="T44" fmla="*/ 3 w 8"/>
                <a:gd name="T45" fmla="*/ 32 h 102"/>
                <a:gd name="T46" fmla="*/ 4 w 8"/>
                <a:gd name="T47" fmla="*/ 43 h 102"/>
                <a:gd name="T48" fmla="*/ 4 w 8"/>
                <a:gd name="T49" fmla="*/ 42 h 102"/>
                <a:gd name="T50" fmla="*/ 4 w 8"/>
                <a:gd name="T51" fmla="*/ 39 h 102"/>
                <a:gd name="T52" fmla="*/ 4 w 8"/>
                <a:gd name="T53" fmla="*/ 43 h 102"/>
                <a:gd name="T54" fmla="*/ 4 w 8"/>
                <a:gd name="T55" fmla="*/ 45 h 102"/>
                <a:gd name="T56" fmla="*/ 4 w 8"/>
                <a:gd name="T57" fmla="*/ 42 h 102"/>
                <a:gd name="T58" fmla="*/ 4 w 8"/>
                <a:gd name="T59" fmla="*/ 47 h 102"/>
                <a:gd name="T60" fmla="*/ 5 w 8"/>
                <a:gd name="T61" fmla="*/ 48 h 102"/>
                <a:gd name="T62" fmla="*/ 5 w 8"/>
                <a:gd name="T63" fmla="*/ 34 h 102"/>
                <a:gd name="T64" fmla="*/ 5 w 8"/>
                <a:gd name="T65" fmla="*/ 23 h 102"/>
                <a:gd name="T66" fmla="*/ 5 w 8"/>
                <a:gd name="T67" fmla="*/ 13 h 102"/>
                <a:gd name="T68" fmla="*/ 5 w 8"/>
                <a:gd name="T69" fmla="*/ 1 h 102"/>
                <a:gd name="T70" fmla="*/ 5 w 8"/>
                <a:gd name="T71" fmla="*/ 2 h 102"/>
                <a:gd name="T72" fmla="*/ 5 w 8"/>
                <a:gd name="T73" fmla="*/ 12 h 102"/>
                <a:gd name="T74" fmla="*/ 6 w 8"/>
                <a:gd name="T75" fmla="*/ 11 h 102"/>
                <a:gd name="T76" fmla="*/ 6 w 8"/>
                <a:gd name="T77" fmla="*/ 3 h 102"/>
                <a:gd name="T78" fmla="*/ 6 w 8"/>
                <a:gd name="T79" fmla="*/ 1 h 102"/>
                <a:gd name="T80" fmla="*/ 6 w 8"/>
                <a:gd name="T81" fmla="*/ 2 h 102"/>
                <a:gd name="T82" fmla="*/ 6 w 8"/>
                <a:gd name="T83" fmla="*/ 5 h 102"/>
                <a:gd name="T84" fmla="*/ 7 w 8"/>
                <a:gd name="T85" fmla="*/ 11 h 102"/>
                <a:gd name="T86" fmla="*/ 7 w 8"/>
                <a:gd name="T87" fmla="*/ 11 h 102"/>
                <a:gd name="T88" fmla="*/ 7 w 8"/>
                <a:gd name="T89" fmla="*/ 2 h 102"/>
                <a:gd name="T90" fmla="*/ 7 w 8"/>
                <a:gd name="T91" fmla="*/ 0 h 102"/>
                <a:gd name="T92" fmla="*/ 7 w 8"/>
                <a:gd name="T93" fmla="*/ 6 h 102"/>
                <a:gd name="T94" fmla="*/ 7 w 8"/>
                <a:gd name="T95" fmla="*/ 10 h 102"/>
                <a:gd name="T96" fmla="*/ 7 w 8"/>
                <a:gd name="T97" fmla="*/ 11 h 102"/>
                <a:gd name="T98" fmla="*/ 8 w 8"/>
                <a:gd name="T99" fmla="*/ 23 h 102"/>
                <a:gd name="T100" fmla="*/ 8 w 8"/>
                <a:gd name="T101" fmla="*/ 35 h 102"/>
                <a:gd name="T102" fmla="*/ 8 w 8"/>
                <a:gd name="T103" fmla="*/ 36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02">
                  <a:moveTo>
                    <a:pt x="0" y="102"/>
                  </a:moveTo>
                  <a:lnTo>
                    <a:pt x="0" y="81"/>
                  </a:lnTo>
                  <a:lnTo>
                    <a:pt x="0" y="75"/>
                  </a:lnTo>
                  <a:lnTo>
                    <a:pt x="0" y="79"/>
                  </a:lnTo>
                  <a:lnTo>
                    <a:pt x="0" y="73"/>
                  </a:lnTo>
                  <a:lnTo>
                    <a:pt x="0" y="67"/>
                  </a:lnTo>
                  <a:lnTo>
                    <a:pt x="0" y="61"/>
                  </a:lnTo>
                  <a:lnTo>
                    <a:pt x="1" y="48"/>
                  </a:lnTo>
                  <a:lnTo>
                    <a:pt x="1" y="42"/>
                  </a:lnTo>
                  <a:lnTo>
                    <a:pt x="1" y="49"/>
                  </a:lnTo>
                  <a:lnTo>
                    <a:pt x="1" y="45"/>
                  </a:lnTo>
                  <a:lnTo>
                    <a:pt x="1" y="33"/>
                  </a:lnTo>
                  <a:lnTo>
                    <a:pt x="2" y="37"/>
                  </a:lnTo>
                  <a:lnTo>
                    <a:pt x="2" y="40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2" y="37"/>
                  </a:lnTo>
                  <a:lnTo>
                    <a:pt x="2" y="40"/>
                  </a:lnTo>
                  <a:lnTo>
                    <a:pt x="2" y="43"/>
                  </a:lnTo>
                  <a:lnTo>
                    <a:pt x="3" y="44"/>
                  </a:lnTo>
                  <a:lnTo>
                    <a:pt x="3" y="34"/>
                  </a:lnTo>
                  <a:lnTo>
                    <a:pt x="3" y="24"/>
                  </a:lnTo>
                  <a:lnTo>
                    <a:pt x="3" y="32"/>
                  </a:lnTo>
                  <a:lnTo>
                    <a:pt x="4" y="43"/>
                  </a:lnTo>
                  <a:lnTo>
                    <a:pt x="4" y="42"/>
                  </a:lnTo>
                  <a:lnTo>
                    <a:pt x="4" y="39"/>
                  </a:lnTo>
                  <a:lnTo>
                    <a:pt x="4" y="43"/>
                  </a:lnTo>
                  <a:lnTo>
                    <a:pt x="4" y="45"/>
                  </a:lnTo>
                  <a:lnTo>
                    <a:pt x="4" y="42"/>
                  </a:lnTo>
                  <a:lnTo>
                    <a:pt x="4" y="47"/>
                  </a:lnTo>
                  <a:lnTo>
                    <a:pt x="5" y="48"/>
                  </a:lnTo>
                  <a:lnTo>
                    <a:pt x="5" y="34"/>
                  </a:lnTo>
                  <a:lnTo>
                    <a:pt x="5" y="23"/>
                  </a:lnTo>
                  <a:lnTo>
                    <a:pt x="5" y="13"/>
                  </a:lnTo>
                  <a:lnTo>
                    <a:pt x="5" y="1"/>
                  </a:lnTo>
                  <a:lnTo>
                    <a:pt x="5" y="2"/>
                  </a:lnTo>
                  <a:lnTo>
                    <a:pt x="5" y="12"/>
                  </a:lnTo>
                  <a:lnTo>
                    <a:pt x="6" y="11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2"/>
                  </a:lnTo>
                  <a:lnTo>
                    <a:pt x="6" y="5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2"/>
                  </a:lnTo>
                  <a:lnTo>
                    <a:pt x="7" y="0"/>
                  </a:lnTo>
                  <a:lnTo>
                    <a:pt x="7" y="6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8" y="23"/>
                  </a:lnTo>
                  <a:lnTo>
                    <a:pt x="8" y="35"/>
                  </a:lnTo>
                  <a:lnTo>
                    <a:pt x="8" y="3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94" name="Freeform 738"/>
            <p:cNvSpPr/>
            <p:nvPr/>
          </p:nvSpPr>
          <p:spPr bwMode="auto">
            <a:xfrm>
              <a:off x="3519488" y="1914526"/>
              <a:ext cx="7938" cy="109538"/>
            </a:xfrm>
            <a:custGeom>
              <a:avLst/>
              <a:gdLst>
                <a:gd name="T0" fmla="*/ 0 w 5"/>
                <a:gd name="T1" fmla="*/ 0 h 69"/>
                <a:gd name="T2" fmla="*/ 0 w 5"/>
                <a:gd name="T3" fmla="*/ 1 h 69"/>
                <a:gd name="T4" fmla="*/ 0 w 5"/>
                <a:gd name="T5" fmla="*/ 3 h 69"/>
                <a:gd name="T6" fmla="*/ 1 w 5"/>
                <a:gd name="T7" fmla="*/ 11 h 69"/>
                <a:gd name="T8" fmla="*/ 1 w 5"/>
                <a:gd name="T9" fmla="*/ 21 h 69"/>
                <a:gd name="T10" fmla="*/ 1 w 5"/>
                <a:gd name="T11" fmla="*/ 30 h 69"/>
                <a:gd name="T12" fmla="*/ 1 w 5"/>
                <a:gd name="T13" fmla="*/ 33 h 69"/>
                <a:gd name="T14" fmla="*/ 1 w 5"/>
                <a:gd name="T15" fmla="*/ 31 h 69"/>
                <a:gd name="T16" fmla="*/ 1 w 5"/>
                <a:gd name="T17" fmla="*/ 32 h 69"/>
                <a:gd name="T18" fmla="*/ 1 w 5"/>
                <a:gd name="T19" fmla="*/ 38 h 69"/>
                <a:gd name="T20" fmla="*/ 2 w 5"/>
                <a:gd name="T21" fmla="*/ 42 h 69"/>
                <a:gd name="T22" fmla="*/ 2 w 5"/>
                <a:gd name="T23" fmla="*/ 39 h 69"/>
                <a:gd name="T24" fmla="*/ 2 w 5"/>
                <a:gd name="T25" fmla="*/ 40 h 69"/>
                <a:gd name="T26" fmla="*/ 2 w 5"/>
                <a:gd name="T27" fmla="*/ 47 h 69"/>
                <a:gd name="T28" fmla="*/ 2 w 5"/>
                <a:gd name="T29" fmla="*/ 49 h 69"/>
                <a:gd name="T30" fmla="*/ 3 w 5"/>
                <a:gd name="T31" fmla="*/ 50 h 69"/>
                <a:gd name="T32" fmla="*/ 3 w 5"/>
                <a:gd name="T33" fmla="*/ 53 h 69"/>
                <a:gd name="T34" fmla="*/ 3 w 5"/>
                <a:gd name="T35" fmla="*/ 49 h 69"/>
                <a:gd name="T36" fmla="*/ 3 w 5"/>
                <a:gd name="T37" fmla="*/ 49 h 69"/>
                <a:gd name="T38" fmla="*/ 3 w 5"/>
                <a:gd name="T39" fmla="*/ 63 h 69"/>
                <a:gd name="T40" fmla="*/ 3 w 5"/>
                <a:gd name="T41" fmla="*/ 69 h 69"/>
                <a:gd name="T42" fmla="*/ 3 w 5"/>
                <a:gd name="T43" fmla="*/ 58 h 69"/>
                <a:gd name="T44" fmla="*/ 4 w 5"/>
                <a:gd name="T45" fmla="*/ 56 h 69"/>
                <a:gd name="T46" fmla="*/ 4 w 5"/>
                <a:gd name="T47" fmla="*/ 63 h 69"/>
                <a:gd name="T48" fmla="*/ 4 w 5"/>
                <a:gd name="T49" fmla="*/ 61 h 69"/>
                <a:gd name="T50" fmla="*/ 4 w 5"/>
                <a:gd name="T51" fmla="*/ 51 h 69"/>
                <a:gd name="T52" fmla="*/ 4 w 5"/>
                <a:gd name="T53" fmla="*/ 51 h 69"/>
                <a:gd name="T54" fmla="*/ 4 w 5"/>
                <a:gd name="T55" fmla="*/ 62 h 69"/>
                <a:gd name="T56" fmla="*/ 5 w 5"/>
                <a:gd name="T57" fmla="*/ 59 h 69"/>
                <a:gd name="T58" fmla="*/ 5 w 5"/>
                <a:gd name="T59" fmla="*/ 50 h 69"/>
                <a:gd name="T60" fmla="*/ 5 w 5"/>
                <a:gd name="T61" fmla="*/ 55 h 69"/>
                <a:gd name="T62" fmla="*/ 5 w 5"/>
                <a:gd name="T63" fmla="*/ 62 h 69"/>
                <a:gd name="T64" fmla="*/ 5 w 5"/>
                <a:gd name="T65" fmla="*/ 6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" h="69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1" y="11"/>
                  </a:lnTo>
                  <a:lnTo>
                    <a:pt x="1" y="21"/>
                  </a:lnTo>
                  <a:lnTo>
                    <a:pt x="1" y="30"/>
                  </a:lnTo>
                  <a:lnTo>
                    <a:pt x="1" y="33"/>
                  </a:lnTo>
                  <a:lnTo>
                    <a:pt x="1" y="31"/>
                  </a:lnTo>
                  <a:lnTo>
                    <a:pt x="1" y="32"/>
                  </a:lnTo>
                  <a:lnTo>
                    <a:pt x="1" y="38"/>
                  </a:lnTo>
                  <a:lnTo>
                    <a:pt x="2" y="42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7"/>
                  </a:lnTo>
                  <a:lnTo>
                    <a:pt x="2" y="49"/>
                  </a:lnTo>
                  <a:lnTo>
                    <a:pt x="3" y="50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3" y="63"/>
                  </a:lnTo>
                  <a:lnTo>
                    <a:pt x="3" y="69"/>
                  </a:lnTo>
                  <a:lnTo>
                    <a:pt x="3" y="58"/>
                  </a:lnTo>
                  <a:lnTo>
                    <a:pt x="4" y="56"/>
                  </a:lnTo>
                  <a:lnTo>
                    <a:pt x="4" y="63"/>
                  </a:lnTo>
                  <a:lnTo>
                    <a:pt x="4" y="61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4" y="62"/>
                  </a:lnTo>
                  <a:lnTo>
                    <a:pt x="5" y="59"/>
                  </a:lnTo>
                  <a:lnTo>
                    <a:pt x="5" y="50"/>
                  </a:lnTo>
                  <a:lnTo>
                    <a:pt x="5" y="55"/>
                  </a:lnTo>
                  <a:lnTo>
                    <a:pt x="5" y="62"/>
                  </a:lnTo>
                  <a:lnTo>
                    <a:pt x="5" y="6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95" name="Freeform 739"/>
            <p:cNvSpPr>
              <a:spLocks noEditPoints="1"/>
            </p:cNvSpPr>
            <p:nvPr/>
          </p:nvSpPr>
          <p:spPr bwMode="auto">
            <a:xfrm>
              <a:off x="1398588" y="1858964"/>
              <a:ext cx="688975" cy="300038"/>
            </a:xfrm>
            <a:custGeom>
              <a:avLst/>
              <a:gdLst>
                <a:gd name="T0" fmla="*/ 196 w 434"/>
                <a:gd name="T1" fmla="*/ 189 h 189"/>
                <a:gd name="T2" fmla="*/ 356 w 434"/>
                <a:gd name="T3" fmla="*/ 189 h 189"/>
                <a:gd name="T4" fmla="*/ 412 w 434"/>
                <a:gd name="T5" fmla="*/ 189 h 189"/>
                <a:gd name="T6" fmla="*/ 420 w 434"/>
                <a:gd name="T7" fmla="*/ 188 h 189"/>
                <a:gd name="T8" fmla="*/ 427 w 434"/>
                <a:gd name="T9" fmla="*/ 186 h 189"/>
                <a:gd name="T10" fmla="*/ 431 w 434"/>
                <a:gd name="T11" fmla="*/ 183 h 189"/>
                <a:gd name="T12" fmla="*/ 433 w 434"/>
                <a:gd name="T13" fmla="*/ 181 h 189"/>
                <a:gd name="T14" fmla="*/ 434 w 434"/>
                <a:gd name="T15" fmla="*/ 178 h 189"/>
                <a:gd name="T16" fmla="*/ 432 w 434"/>
                <a:gd name="T17" fmla="*/ 178 h 189"/>
                <a:gd name="T18" fmla="*/ 432 w 434"/>
                <a:gd name="T19" fmla="*/ 179 h 189"/>
                <a:gd name="T20" fmla="*/ 431 w 434"/>
                <a:gd name="T21" fmla="*/ 180 h 189"/>
                <a:gd name="T22" fmla="*/ 430 w 434"/>
                <a:gd name="T23" fmla="*/ 181 h 189"/>
                <a:gd name="T24" fmla="*/ 429 w 434"/>
                <a:gd name="T25" fmla="*/ 182 h 189"/>
                <a:gd name="T26" fmla="*/ 423 w 434"/>
                <a:gd name="T27" fmla="*/ 183 h 189"/>
                <a:gd name="T28" fmla="*/ 417 w 434"/>
                <a:gd name="T29" fmla="*/ 185 h 189"/>
                <a:gd name="T30" fmla="*/ 393 w 434"/>
                <a:gd name="T31" fmla="*/ 185 h 189"/>
                <a:gd name="T32" fmla="*/ 434 w 434"/>
                <a:gd name="T33" fmla="*/ 122 h 189"/>
                <a:gd name="T34" fmla="*/ 434 w 434"/>
                <a:gd name="T35" fmla="*/ 10 h 189"/>
                <a:gd name="T36" fmla="*/ 432 w 434"/>
                <a:gd name="T37" fmla="*/ 7 h 189"/>
                <a:gd name="T38" fmla="*/ 430 w 434"/>
                <a:gd name="T39" fmla="*/ 5 h 189"/>
                <a:gd name="T40" fmla="*/ 425 w 434"/>
                <a:gd name="T41" fmla="*/ 2 h 189"/>
                <a:gd name="T42" fmla="*/ 417 w 434"/>
                <a:gd name="T43" fmla="*/ 0 h 189"/>
                <a:gd name="T44" fmla="*/ 385 w 434"/>
                <a:gd name="T45" fmla="*/ 0 h 189"/>
                <a:gd name="T46" fmla="*/ 415 w 434"/>
                <a:gd name="T47" fmla="*/ 5 h 189"/>
                <a:gd name="T48" fmla="*/ 423 w 434"/>
                <a:gd name="T49" fmla="*/ 6 h 189"/>
                <a:gd name="T50" fmla="*/ 428 w 434"/>
                <a:gd name="T51" fmla="*/ 8 h 189"/>
                <a:gd name="T52" fmla="*/ 428 w 434"/>
                <a:gd name="T53" fmla="*/ 9 h 189"/>
                <a:gd name="T54" fmla="*/ 429 w 434"/>
                <a:gd name="T55" fmla="*/ 10 h 189"/>
                <a:gd name="T56" fmla="*/ 430 w 434"/>
                <a:gd name="T57" fmla="*/ 11 h 189"/>
                <a:gd name="T58" fmla="*/ 430 w 434"/>
                <a:gd name="T59" fmla="*/ 11 h 189"/>
                <a:gd name="T60" fmla="*/ 287 w 434"/>
                <a:gd name="T61" fmla="*/ 0 h 189"/>
                <a:gd name="T62" fmla="*/ 188 w 434"/>
                <a:gd name="T63" fmla="*/ 4 h 189"/>
                <a:gd name="T64" fmla="*/ 151 w 434"/>
                <a:gd name="T65" fmla="*/ 4 h 189"/>
                <a:gd name="T66" fmla="*/ 19 w 434"/>
                <a:gd name="T67" fmla="*/ 0 h 189"/>
                <a:gd name="T68" fmla="*/ 11 w 434"/>
                <a:gd name="T69" fmla="*/ 1 h 189"/>
                <a:gd name="T70" fmla="*/ 4 w 434"/>
                <a:gd name="T71" fmla="*/ 5 h 189"/>
                <a:gd name="T72" fmla="*/ 2 w 434"/>
                <a:gd name="T73" fmla="*/ 6 h 189"/>
                <a:gd name="T74" fmla="*/ 0 w 434"/>
                <a:gd name="T75" fmla="*/ 9 h 189"/>
                <a:gd name="T76" fmla="*/ 0 w 434"/>
                <a:gd name="T77" fmla="*/ 11 h 189"/>
                <a:gd name="T78" fmla="*/ 4 w 434"/>
                <a:gd name="T79" fmla="*/ 11 h 189"/>
                <a:gd name="T80" fmla="*/ 4 w 434"/>
                <a:gd name="T81" fmla="*/ 10 h 189"/>
                <a:gd name="T82" fmla="*/ 5 w 434"/>
                <a:gd name="T83" fmla="*/ 10 h 189"/>
                <a:gd name="T84" fmla="*/ 6 w 434"/>
                <a:gd name="T85" fmla="*/ 9 h 189"/>
                <a:gd name="T86" fmla="*/ 7 w 434"/>
                <a:gd name="T87" fmla="*/ 8 h 189"/>
                <a:gd name="T88" fmla="*/ 12 w 434"/>
                <a:gd name="T89" fmla="*/ 6 h 189"/>
                <a:gd name="T90" fmla="*/ 20 w 434"/>
                <a:gd name="T91" fmla="*/ 4 h 189"/>
                <a:gd name="T92" fmla="*/ 0 w 434"/>
                <a:gd name="T93" fmla="*/ 55 h 189"/>
                <a:gd name="T94" fmla="*/ 0 w 434"/>
                <a:gd name="T95" fmla="*/ 178 h 189"/>
                <a:gd name="T96" fmla="*/ 0 w 434"/>
                <a:gd name="T97" fmla="*/ 180 h 189"/>
                <a:gd name="T98" fmla="*/ 2 w 434"/>
                <a:gd name="T99" fmla="*/ 183 h 189"/>
                <a:gd name="T100" fmla="*/ 4 w 434"/>
                <a:gd name="T101" fmla="*/ 185 h 189"/>
                <a:gd name="T102" fmla="*/ 11 w 434"/>
                <a:gd name="T103" fmla="*/ 188 h 189"/>
                <a:gd name="T104" fmla="*/ 19 w 434"/>
                <a:gd name="T105" fmla="*/ 189 h 189"/>
                <a:gd name="T106" fmla="*/ 23 w 434"/>
                <a:gd name="T107" fmla="*/ 185 h 189"/>
                <a:gd name="T108" fmla="*/ 16 w 434"/>
                <a:gd name="T109" fmla="*/ 184 h 189"/>
                <a:gd name="T110" fmla="*/ 9 w 434"/>
                <a:gd name="T111" fmla="*/ 182 h 189"/>
                <a:gd name="T112" fmla="*/ 6 w 434"/>
                <a:gd name="T113" fmla="*/ 181 h 189"/>
                <a:gd name="T114" fmla="*/ 5 w 434"/>
                <a:gd name="T115" fmla="*/ 180 h 189"/>
                <a:gd name="T116" fmla="*/ 4 w 434"/>
                <a:gd name="T117" fmla="*/ 179 h 189"/>
                <a:gd name="T118" fmla="*/ 4 w 434"/>
                <a:gd name="T119" fmla="*/ 178 h 189"/>
                <a:gd name="T120" fmla="*/ 4 w 434"/>
                <a:gd name="T121" fmla="*/ 17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34" h="189">
                  <a:moveTo>
                    <a:pt x="97" y="189"/>
                  </a:moveTo>
                  <a:lnTo>
                    <a:pt x="159" y="189"/>
                  </a:lnTo>
                  <a:lnTo>
                    <a:pt x="159" y="185"/>
                  </a:lnTo>
                  <a:lnTo>
                    <a:pt x="97" y="185"/>
                  </a:lnTo>
                  <a:lnTo>
                    <a:pt x="97" y="189"/>
                  </a:lnTo>
                  <a:close/>
                  <a:moveTo>
                    <a:pt x="196" y="189"/>
                  </a:moveTo>
                  <a:lnTo>
                    <a:pt x="257" y="189"/>
                  </a:lnTo>
                  <a:lnTo>
                    <a:pt x="257" y="185"/>
                  </a:lnTo>
                  <a:lnTo>
                    <a:pt x="196" y="185"/>
                  </a:lnTo>
                  <a:lnTo>
                    <a:pt x="196" y="189"/>
                  </a:lnTo>
                  <a:close/>
                  <a:moveTo>
                    <a:pt x="294" y="189"/>
                  </a:moveTo>
                  <a:lnTo>
                    <a:pt x="356" y="189"/>
                  </a:lnTo>
                  <a:lnTo>
                    <a:pt x="356" y="185"/>
                  </a:lnTo>
                  <a:lnTo>
                    <a:pt x="294" y="185"/>
                  </a:lnTo>
                  <a:lnTo>
                    <a:pt x="294" y="189"/>
                  </a:lnTo>
                  <a:close/>
                  <a:moveTo>
                    <a:pt x="393" y="189"/>
                  </a:moveTo>
                  <a:lnTo>
                    <a:pt x="410" y="189"/>
                  </a:lnTo>
                  <a:lnTo>
                    <a:pt x="412" y="189"/>
                  </a:lnTo>
                  <a:lnTo>
                    <a:pt x="413" y="189"/>
                  </a:lnTo>
                  <a:lnTo>
                    <a:pt x="415" y="189"/>
                  </a:lnTo>
                  <a:lnTo>
                    <a:pt x="416" y="189"/>
                  </a:lnTo>
                  <a:lnTo>
                    <a:pt x="417" y="188"/>
                  </a:lnTo>
                  <a:lnTo>
                    <a:pt x="419" y="188"/>
                  </a:lnTo>
                  <a:lnTo>
                    <a:pt x="420" y="188"/>
                  </a:lnTo>
                  <a:lnTo>
                    <a:pt x="422" y="188"/>
                  </a:lnTo>
                  <a:lnTo>
                    <a:pt x="423" y="188"/>
                  </a:lnTo>
                  <a:lnTo>
                    <a:pt x="424" y="187"/>
                  </a:lnTo>
                  <a:lnTo>
                    <a:pt x="425" y="187"/>
                  </a:lnTo>
                  <a:lnTo>
                    <a:pt x="426" y="186"/>
                  </a:lnTo>
                  <a:lnTo>
                    <a:pt x="427" y="186"/>
                  </a:lnTo>
                  <a:lnTo>
                    <a:pt x="428" y="185"/>
                  </a:lnTo>
                  <a:lnTo>
                    <a:pt x="429" y="185"/>
                  </a:lnTo>
                  <a:lnTo>
                    <a:pt x="430" y="184"/>
                  </a:lnTo>
                  <a:lnTo>
                    <a:pt x="430" y="184"/>
                  </a:lnTo>
                  <a:lnTo>
                    <a:pt x="431" y="183"/>
                  </a:lnTo>
                  <a:lnTo>
                    <a:pt x="431" y="183"/>
                  </a:lnTo>
                  <a:lnTo>
                    <a:pt x="432" y="183"/>
                  </a:lnTo>
                  <a:lnTo>
                    <a:pt x="432" y="183"/>
                  </a:lnTo>
                  <a:lnTo>
                    <a:pt x="432" y="182"/>
                  </a:lnTo>
                  <a:lnTo>
                    <a:pt x="432" y="182"/>
                  </a:lnTo>
                  <a:lnTo>
                    <a:pt x="433" y="181"/>
                  </a:lnTo>
                  <a:lnTo>
                    <a:pt x="433" y="181"/>
                  </a:lnTo>
                  <a:lnTo>
                    <a:pt x="433" y="181"/>
                  </a:lnTo>
                  <a:lnTo>
                    <a:pt x="433" y="180"/>
                  </a:lnTo>
                  <a:lnTo>
                    <a:pt x="434" y="180"/>
                  </a:lnTo>
                  <a:lnTo>
                    <a:pt x="434" y="180"/>
                  </a:lnTo>
                  <a:lnTo>
                    <a:pt x="434" y="179"/>
                  </a:lnTo>
                  <a:lnTo>
                    <a:pt x="434" y="178"/>
                  </a:lnTo>
                  <a:lnTo>
                    <a:pt x="434" y="178"/>
                  </a:lnTo>
                  <a:lnTo>
                    <a:pt x="434" y="178"/>
                  </a:lnTo>
                  <a:lnTo>
                    <a:pt x="434" y="159"/>
                  </a:lnTo>
                  <a:lnTo>
                    <a:pt x="430" y="159"/>
                  </a:lnTo>
                  <a:lnTo>
                    <a:pt x="430" y="178"/>
                  </a:lnTo>
                  <a:lnTo>
                    <a:pt x="432" y="178"/>
                  </a:lnTo>
                  <a:lnTo>
                    <a:pt x="430" y="178"/>
                  </a:lnTo>
                  <a:lnTo>
                    <a:pt x="430" y="178"/>
                  </a:lnTo>
                  <a:lnTo>
                    <a:pt x="432" y="178"/>
                  </a:lnTo>
                  <a:lnTo>
                    <a:pt x="430" y="178"/>
                  </a:lnTo>
                  <a:lnTo>
                    <a:pt x="430" y="178"/>
                  </a:lnTo>
                  <a:lnTo>
                    <a:pt x="432" y="179"/>
                  </a:lnTo>
                  <a:lnTo>
                    <a:pt x="430" y="178"/>
                  </a:lnTo>
                  <a:lnTo>
                    <a:pt x="429" y="179"/>
                  </a:lnTo>
                  <a:lnTo>
                    <a:pt x="431" y="180"/>
                  </a:lnTo>
                  <a:lnTo>
                    <a:pt x="429" y="179"/>
                  </a:lnTo>
                  <a:lnTo>
                    <a:pt x="429" y="179"/>
                  </a:lnTo>
                  <a:lnTo>
                    <a:pt x="431" y="180"/>
                  </a:lnTo>
                  <a:lnTo>
                    <a:pt x="429" y="179"/>
                  </a:lnTo>
                  <a:lnTo>
                    <a:pt x="429" y="180"/>
                  </a:lnTo>
                  <a:lnTo>
                    <a:pt x="430" y="181"/>
                  </a:lnTo>
                  <a:lnTo>
                    <a:pt x="429" y="180"/>
                  </a:lnTo>
                  <a:lnTo>
                    <a:pt x="428" y="180"/>
                  </a:lnTo>
                  <a:lnTo>
                    <a:pt x="430" y="181"/>
                  </a:lnTo>
                  <a:lnTo>
                    <a:pt x="428" y="180"/>
                  </a:lnTo>
                  <a:lnTo>
                    <a:pt x="428" y="180"/>
                  </a:lnTo>
                  <a:lnTo>
                    <a:pt x="429" y="182"/>
                  </a:lnTo>
                  <a:lnTo>
                    <a:pt x="428" y="180"/>
                  </a:lnTo>
                  <a:lnTo>
                    <a:pt x="427" y="181"/>
                  </a:lnTo>
                  <a:lnTo>
                    <a:pt x="429" y="182"/>
                  </a:lnTo>
                  <a:lnTo>
                    <a:pt x="428" y="181"/>
                  </a:lnTo>
                  <a:lnTo>
                    <a:pt x="427" y="181"/>
                  </a:lnTo>
                  <a:lnTo>
                    <a:pt x="426" y="182"/>
                  </a:lnTo>
                  <a:lnTo>
                    <a:pt x="425" y="182"/>
                  </a:lnTo>
                  <a:lnTo>
                    <a:pt x="425" y="183"/>
                  </a:lnTo>
                  <a:lnTo>
                    <a:pt x="423" y="183"/>
                  </a:lnTo>
                  <a:lnTo>
                    <a:pt x="423" y="183"/>
                  </a:lnTo>
                  <a:lnTo>
                    <a:pt x="422" y="183"/>
                  </a:lnTo>
                  <a:lnTo>
                    <a:pt x="420" y="184"/>
                  </a:lnTo>
                  <a:lnTo>
                    <a:pt x="419" y="184"/>
                  </a:lnTo>
                  <a:lnTo>
                    <a:pt x="418" y="184"/>
                  </a:lnTo>
                  <a:lnTo>
                    <a:pt x="417" y="185"/>
                  </a:lnTo>
                  <a:lnTo>
                    <a:pt x="415" y="185"/>
                  </a:lnTo>
                  <a:lnTo>
                    <a:pt x="414" y="185"/>
                  </a:lnTo>
                  <a:lnTo>
                    <a:pt x="413" y="185"/>
                  </a:lnTo>
                  <a:lnTo>
                    <a:pt x="412" y="185"/>
                  </a:lnTo>
                  <a:lnTo>
                    <a:pt x="410" y="185"/>
                  </a:lnTo>
                  <a:lnTo>
                    <a:pt x="393" y="185"/>
                  </a:lnTo>
                  <a:lnTo>
                    <a:pt x="393" y="189"/>
                  </a:lnTo>
                  <a:close/>
                  <a:moveTo>
                    <a:pt x="434" y="122"/>
                  </a:moveTo>
                  <a:lnTo>
                    <a:pt x="434" y="60"/>
                  </a:lnTo>
                  <a:lnTo>
                    <a:pt x="430" y="60"/>
                  </a:lnTo>
                  <a:lnTo>
                    <a:pt x="430" y="122"/>
                  </a:lnTo>
                  <a:lnTo>
                    <a:pt x="434" y="122"/>
                  </a:lnTo>
                  <a:close/>
                  <a:moveTo>
                    <a:pt x="434" y="23"/>
                  </a:moveTo>
                  <a:lnTo>
                    <a:pt x="434" y="11"/>
                  </a:lnTo>
                  <a:lnTo>
                    <a:pt x="434" y="11"/>
                  </a:lnTo>
                  <a:lnTo>
                    <a:pt x="434" y="10"/>
                  </a:lnTo>
                  <a:lnTo>
                    <a:pt x="434" y="10"/>
                  </a:lnTo>
                  <a:lnTo>
                    <a:pt x="434" y="10"/>
                  </a:lnTo>
                  <a:lnTo>
                    <a:pt x="434" y="9"/>
                  </a:lnTo>
                  <a:lnTo>
                    <a:pt x="433" y="9"/>
                  </a:lnTo>
                  <a:lnTo>
                    <a:pt x="433" y="8"/>
                  </a:lnTo>
                  <a:lnTo>
                    <a:pt x="433" y="8"/>
                  </a:lnTo>
                  <a:lnTo>
                    <a:pt x="433" y="8"/>
                  </a:lnTo>
                  <a:lnTo>
                    <a:pt x="432" y="7"/>
                  </a:lnTo>
                  <a:lnTo>
                    <a:pt x="432" y="7"/>
                  </a:lnTo>
                  <a:lnTo>
                    <a:pt x="432" y="6"/>
                  </a:lnTo>
                  <a:lnTo>
                    <a:pt x="432" y="6"/>
                  </a:lnTo>
                  <a:lnTo>
                    <a:pt x="431" y="6"/>
                  </a:lnTo>
                  <a:lnTo>
                    <a:pt x="431" y="6"/>
                  </a:lnTo>
                  <a:lnTo>
                    <a:pt x="430" y="5"/>
                  </a:lnTo>
                  <a:lnTo>
                    <a:pt x="430" y="5"/>
                  </a:lnTo>
                  <a:lnTo>
                    <a:pt x="429" y="5"/>
                  </a:lnTo>
                  <a:lnTo>
                    <a:pt x="428" y="4"/>
                  </a:lnTo>
                  <a:lnTo>
                    <a:pt x="427" y="3"/>
                  </a:lnTo>
                  <a:lnTo>
                    <a:pt x="426" y="3"/>
                  </a:lnTo>
                  <a:lnTo>
                    <a:pt x="425" y="2"/>
                  </a:lnTo>
                  <a:lnTo>
                    <a:pt x="424" y="2"/>
                  </a:lnTo>
                  <a:lnTo>
                    <a:pt x="423" y="1"/>
                  </a:lnTo>
                  <a:lnTo>
                    <a:pt x="422" y="1"/>
                  </a:lnTo>
                  <a:lnTo>
                    <a:pt x="420" y="1"/>
                  </a:lnTo>
                  <a:lnTo>
                    <a:pt x="419" y="1"/>
                  </a:lnTo>
                  <a:lnTo>
                    <a:pt x="417" y="0"/>
                  </a:lnTo>
                  <a:lnTo>
                    <a:pt x="416" y="0"/>
                  </a:lnTo>
                  <a:lnTo>
                    <a:pt x="415" y="0"/>
                  </a:lnTo>
                  <a:lnTo>
                    <a:pt x="413" y="0"/>
                  </a:lnTo>
                  <a:lnTo>
                    <a:pt x="412" y="0"/>
                  </a:lnTo>
                  <a:lnTo>
                    <a:pt x="410" y="0"/>
                  </a:lnTo>
                  <a:lnTo>
                    <a:pt x="385" y="0"/>
                  </a:lnTo>
                  <a:lnTo>
                    <a:pt x="385" y="4"/>
                  </a:lnTo>
                  <a:lnTo>
                    <a:pt x="410" y="4"/>
                  </a:lnTo>
                  <a:lnTo>
                    <a:pt x="412" y="4"/>
                  </a:lnTo>
                  <a:lnTo>
                    <a:pt x="413" y="4"/>
                  </a:lnTo>
                  <a:lnTo>
                    <a:pt x="414" y="4"/>
                  </a:lnTo>
                  <a:lnTo>
                    <a:pt x="415" y="5"/>
                  </a:lnTo>
                  <a:lnTo>
                    <a:pt x="417" y="5"/>
                  </a:lnTo>
                  <a:lnTo>
                    <a:pt x="418" y="5"/>
                  </a:lnTo>
                  <a:lnTo>
                    <a:pt x="419" y="5"/>
                  </a:lnTo>
                  <a:lnTo>
                    <a:pt x="420" y="5"/>
                  </a:lnTo>
                  <a:lnTo>
                    <a:pt x="422" y="6"/>
                  </a:lnTo>
                  <a:lnTo>
                    <a:pt x="423" y="6"/>
                  </a:lnTo>
                  <a:lnTo>
                    <a:pt x="423" y="6"/>
                  </a:lnTo>
                  <a:lnTo>
                    <a:pt x="425" y="6"/>
                  </a:lnTo>
                  <a:lnTo>
                    <a:pt x="425" y="7"/>
                  </a:lnTo>
                  <a:lnTo>
                    <a:pt x="426" y="8"/>
                  </a:lnTo>
                  <a:lnTo>
                    <a:pt x="427" y="8"/>
                  </a:lnTo>
                  <a:lnTo>
                    <a:pt x="428" y="8"/>
                  </a:lnTo>
                  <a:lnTo>
                    <a:pt x="429" y="6"/>
                  </a:lnTo>
                  <a:lnTo>
                    <a:pt x="427" y="8"/>
                  </a:lnTo>
                  <a:lnTo>
                    <a:pt x="428" y="9"/>
                  </a:lnTo>
                  <a:lnTo>
                    <a:pt x="429" y="7"/>
                  </a:lnTo>
                  <a:lnTo>
                    <a:pt x="428" y="9"/>
                  </a:lnTo>
                  <a:lnTo>
                    <a:pt x="428" y="9"/>
                  </a:lnTo>
                  <a:lnTo>
                    <a:pt x="430" y="8"/>
                  </a:lnTo>
                  <a:lnTo>
                    <a:pt x="428" y="9"/>
                  </a:lnTo>
                  <a:lnTo>
                    <a:pt x="429" y="10"/>
                  </a:lnTo>
                  <a:lnTo>
                    <a:pt x="430" y="8"/>
                  </a:lnTo>
                  <a:lnTo>
                    <a:pt x="429" y="10"/>
                  </a:lnTo>
                  <a:lnTo>
                    <a:pt x="429" y="10"/>
                  </a:lnTo>
                  <a:lnTo>
                    <a:pt x="431" y="9"/>
                  </a:lnTo>
                  <a:lnTo>
                    <a:pt x="429" y="10"/>
                  </a:lnTo>
                  <a:lnTo>
                    <a:pt x="429" y="10"/>
                  </a:lnTo>
                  <a:lnTo>
                    <a:pt x="431" y="10"/>
                  </a:lnTo>
                  <a:lnTo>
                    <a:pt x="429" y="10"/>
                  </a:lnTo>
                  <a:lnTo>
                    <a:pt x="430" y="11"/>
                  </a:lnTo>
                  <a:lnTo>
                    <a:pt x="432" y="10"/>
                  </a:lnTo>
                  <a:lnTo>
                    <a:pt x="430" y="11"/>
                  </a:lnTo>
                  <a:lnTo>
                    <a:pt x="430" y="11"/>
                  </a:lnTo>
                  <a:lnTo>
                    <a:pt x="432" y="11"/>
                  </a:lnTo>
                  <a:lnTo>
                    <a:pt x="430" y="11"/>
                  </a:lnTo>
                  <a:lnTo>
                    <a:pt x="430" y="11"/>
                  </a:lnTo>
                  <a:lnTo>
                    <a:pt x="432" y="11"/>
                  </a:lnTo>
                  <a:lnTo>
                    <a:pt x="430" y="11"/>
                  </a:lnTo>
                  <a:lnTo>
                    <a:pt x="430" y="23"/>
                  </a:lnTo>
                  <a:lnTo>
                    <a:pt x="434" y="23"/>
                  </a:lnTo>
                  <a:close/>
                  <a:moveTo>
                    <a:pt x="348" y="0"/>
                  </a:moveTo>
                  <a:lnTo>
                    <a:pt x="287" y="0"/>
                  </a:lnTo>
                  <a:lnTo>
                    <a:pt x="287" y="4"/>
                  </a:lnTo>
                  <a:lnTo>
                    <a:pt x="348" y="4"/>
                  </a:lnTo>
                  <a:lnTo>
                    <a:pt x="348" y="0"/>
                  </a:lnTo>
                  <a:close/>
                  <a:moveTo>
                    <a:pt x="250" y="0"/>
                  </a:moveTo>
                  <a:lnTo>
                    <a:pt x="188" y="0"/>
                  </a:lnTo>
                  <a:lnTo>
                    <a:pt x="188" y="4"/>
                  </a:lnTo>
                  <a:lnTo>
                    <a:pt x="250" y="4"/>
                  </a:lnTo>
                  <a:lnTo>
                    <a:pt x="250" y="0"/>
                  </a:lnTo>
                  <a:close/>
                  <a:moveTo>
                    <a:pt x="151" y="0"/>
                  </a:moveTo>
                  <a:lnTo>
                    <a:pt x="90" y="0"/>
                  </a:lnTo>
                  <a:lnTo>
                    <a:pt x="90" y="4"/>
                  </a:lnTo>
                  <a:lnTo>
                    <a:pt x="151" y="4"/>
                  </a:lnTo>
                  <a:lnTo>
                    <a:pt x="151" y="0"/>
                  </a:lnTo>
                  <a:close/>
                  <a:moveTo>
                    <a:pt x="53" y="0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3"/>
                  </a:lnTo>
                  <a:lnTo>
                    <a:pt x="6" y="3"/>
                  </a:lnTo>
                  <a:lnTo>
                    <a:pt x="5" y="4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4" y="18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3" y="8"/>
                  </a:lnTo>
                  <a:lnTo>
                    <a:pt x="4" y="10"/>
                  </a:lnTo>
                  <a:lnTo>
                    <a:pt x="5" y="9"/>
                  </a:lnTo>
                  <a:lnTo>
                    <a:pt x="4" y="8"/>
                  </a:lnTo>
                  <a:lnTo>
                    <a:pt x="5" y="9"/>
                  </a:lnTo>
                  <a:lnTo>
                    <a:pt x="6" y="9"/>
                  </a:lnTo>
                  <a:lnTo>
                    <a:pt x="4" y="7"/>
                  </a:lnTo>
                  <a:lnTo>
                    <a:pt x="5" y="9"/>
                  </a:lnTo>
                  <a:lnTo>
                    <a:pt x="6" y="8"/>
                  </a:lnTo>
                  <a:lnTo>
                    <a:pt x="5" y="6"/>
                  </a:lnTo>
                  <a:lnTo>
                    <a:pt x="6" y="8"/>
                  </a:lnTo>
                  <a:lnTo>
                    <a:pt x="7" y="8"/>
                  </a:lnTo>
                  <a:lnTo>
                    <a:pt x="8" y="7"/>
                  </a:lnTo>
                  <a:lnTo>
                    <a:pt x="8" y="7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20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4"/>
                  </a:lnTo>
                  <a:lnTo>
                    <a:pt x="53" y="4"/>
                  </a:lnTo>
                  <a:lnTo>
                    <a:pt x="53" y="0"/>
                  </a:lnTo>
                  <a:close/>
                  <a:moveTo>
                    <a:pt x="0" y="55"/>
                  </a:moveTo>
                  <a:lnTo>
                    <a:pt x="0" y="117"/>
                  </a:lnTo>
                  <a:lnTo>
                    <a:pt x="4" y="117"/>
                  </a:lnTo>
                  <a:lnTo>
                    <a:pt x="4" y="55"/>
                  </a:lnTo>
                  <a:lnTo>
                    <a:pt x="0" y="55"/>
                  </a:lnTo>
                  <a:close/>
                  <a:moveTo>
                    <a:pt x="0" y="154"/>
                  </a:moveTo>
                  <a:lnTo>
                    <a:pt x="0" y="178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1" y="181"/>
                  </a:lnTo>
                  <a:lnTo>
                    <a:pt x="1" y="181"/>
                  </a:lnTo>
                  <a:lnTo>
                    <a:pt x="1" y="181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4" y="184"/>
                  </a:lnTo>
                  <a:lnTo>
                    <a:pt x="4" y="184"/>
                  </a:lnTo>
                  <a:lnTo>
                    <a:pt x="4" y="185"/>
                  </a:lnTo>
                  <a:lnTo>
                    <a:pt x="5" y="185"/>
                  </a:lnTo>
                  <a:lnTo>
                    <a:pt x="6" y="186"/>
                  </a:lnTo>
                  <a:lnTo>
                    <a:pt x="8" y="186"/>
                  </a:lnTo>
                  <a:lnTo>
                    <a:pt x="8" y="186"/>
                  </a:lnTo>
                  <a:lnTo>
                    <a:pt x="9" y="187"/>
                  </a:lnTo>
                  <a:lnTo>
                    <a:pt x="11" y="188"/>
                  </a:lnTo>
                  <a:lnTo>
                    <a:pt x="12" y="188"/>
                  </a:lnTo>
                  <a:lnTo>
                    <a:pt x="13" y="188"/>
                  </a:lnTo>
                  <a:lnTo>
                    <a:pt x="15" y="188"/>
                  </a:lnTo>
                  <a:lnTo>
                    <a:pt x="16" y="188"/>
                  </a:lnTo>
                  <a:lnTo>
                    <a:pt x="18" y="189"/>
                  </a:lnTo>
                  <a:lnTo>
                    <a:pt x="19" y="189"/>
                  </a:lnTo>
                  <a:lnTo>
                    <a:pt x="21" y="189"/>
                  </a:lnTo>
                  <a:lnTo>
                    <a:pt x="22" y="189"/>
                  </a:lnTo>
                  <a:lnTo>
                    <a:pt x="23" y="189"/>
                  </a:lnTo>
                  <a:lnTo>
                    <a:pt x="60" y="189"/>
                  </a:lnTo>
                  <a:lnTo>
                    <a:pt x="60" y="185"/>
                  </a:lnTo>
                  <a:lnTo>
                    <a:pt x="23" y="185"/>
                  </a:lnTo>
                  <a:lnTo>
                    <a:pt x="22" y="185"/>
                  </a:lnTo>
                  <a:lnTo>
                    <a:pt x="21" y="185"/>
                  </a:lnTo>
                  <a:lnTo>
                    <a:pt x="20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6" y="184"/>
                  </a:lnTo>
                  <a:lnTo>
                    <a:pt x="15" y="184"/>
                  </a:lnTo>
                  <a:lnTo>
                    <a:pt x="13" y="184"/>
                  </a:lnTo>
                  <a:lnTo>
                    <a:pt x="12" y="183"/>
                  </a:lnTo>
                  <a:lnTo>
                    <a:pt x="11" y="183"/>
                  </a:lnTo>
                  <a:lnTo>
                    <a:pt x="10" y="183"/>
                  </a:lnTo>
                  <a:lnTo>
                    <a:pt x="9" y="182"/>
                  </a:lnTo>
                  <a:lnTo>
                    <a:pt x="8" y="182"/>
                  </a:lnTo>
                  <a:lnTo>
                    <a:pt x="7" y="181"/>
                  </a:lnTo>
                  <a:lnTo>
                    <a:pt x="7" y="181"/>
                  </a:lnTo>
                  <a:lnTo>
                    <a:pt x="6" y="181"/>
                  </a:lnTo>
                  <a:lnTo>
                    <a:pt x="5" y="182"/>
                  </a:lnTo>
                  <a:lnTo>
                    <a:pt x="6" y="181"/>
                  </a:lnTo>
                  <a:lnTo>
                    <a:pt x="5" y="180"/>
                  </a:lnTo>
                  <a:lnTo>
                    <a:pt x="4" y="182"/>
                  </a:lnTo>
                  <a:lnTo>
                    <a:pt x="6" y="180"/>
                  </a:lnTo>
                  <a:lnTo>
                    <a:pt x="5" y="180"/>
                  </a:lnTo>
                  <a:lnTo>
                    <a:pt x="4" y="181"/>
                  </a:lnTo>
                  <a:lnTo>
                    <a:pt x="5" y="180"/>
                  </a:lnTo>
                  <a:lnTo>
                    <a:pt x="4" y="180"/>
                  </a:lnTo>
                  <a:lnTo>
                    <a:pt x="3" y="181"/>
                  </a:lnTo>
                  <a:lnTo>
                    <a:pt x="5" y="180"/>
                  </a:lnTo>
                  <a:lnTo>
                    <a:pt x="4" y="179"/>
                  </a:lnTo>
                  <a:lnTo>
                    <a:pt x="3" y="180"/>
                  </a:lnTo>
                  <a:lnTo>
                    <a:pt x="4" y="179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2" y="179"/>
                  </a:lnTo>
                  <a:lnTo>
                    <a:pt x="4" y="178"/>
                  </a:lnTo>
                  <a:lnTo>
                    <a:pt x="4" y="178"/>
                  </a:lnTo>
                  <a:lnTo>
                    <a:pt x="2" y="178"/>
                  </a:lnTo>
                  <a:lnTo>
                    <a:pt x="4" y="178"/>
                  </a:lnTo>
                  <a:lnTo>
                    <a:pt x="4" y="178"/>
                  </a:lnTo>
                  <a:lnTo>
                    <a:pt x="2" y="178"/>
                  </a:lnTo>
                  <a:lnTo>
                    <a:pt x="4" y="178"/>
                  </a:lnTo>
                  <a:lnTo>
                    <a:pt x="4" y="154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96" name="Freeform 740"/>
            <p:cNvSpPr>
              <a:spLocks noEditPoints="1"/>
            </p:cNvSpPr>
            <p:nvPr/>
          </p:nvSpPr>
          <p:spPr bwMode="auto">
            <a:xfrm>
              <a:off x="2081213" y="1858964"/>
              <a:ext cx="687388" cy="300038"/>
            </a:xfrm>
            <a:custGeom>
              <a:avLst/>
              <a:gdLst>
                <a:gd name="T0" fmla="*/ 195 w 433"/>
                <a:gd name="T1" fmla="*/ 189 h 189"/>
                <a:gd name="T2" fmla="*/ 355 w 433"/>
                <a:gd name="T3" fmla="*/ 189 h 189"/>
                <a:gd name="T4" fmla="*/ 411 w 433"/>
                <a:gd name="T5" fmla="*/ 189 h 189"/>
                <a:gd name="T6" fmla="*/ 420 w 433"/>
                <a:gd name="T7" fmla="*/ 188 h 189"/>
                <a:gd name="T8" fmla="*/ 427 w 433"/>
                <a:gd name="T9" fmla="*/ 186 h 189"/>
                <a:gd name="T10" fmla="*/ 431 w 433"/>
                <a:gd name="T11" fmla="*/ 183 h 189"/>
                <a:gd name="T12" fmla="*/ 433 w 433"/>
                <a:gd name="T13" fmla="*/ 181 h 189"/>
                <a:gd name="T14" fmla="*/ 433 w 433"/>
                <a:gd name="T15" fmla="*/ 178 h 189"/>
                <a:gd name="T16" fmla="*/ 431 w 433"/>
                <a:gd name="T17" fmla="*/ 178 h 189"/>
                <a:gd name="T18" fmla="*/ 431 w 433"/>
                <a:gd name="T19" fmla="*/ 179 h 189"/>
                <a:gd name="T20" fmla="*/ 431 w 433"/>
                <a:gd name="T21" fmla="*/ 180 h 189"/>
                <a:gd name="T22" fmla="*/ 430 w 433"/>
                <a:gd name="T23" fmla="*/ 181 h 189"/>
                <a:gd name="T24" fmla="*/ 429 w 433"/>
                <a:gd name="T25" fmla="*/ 182 h 189"/>
                <a:gd name="T26" fmla="*/ 423 w 433"/>
                <a:gd name="T27" fmla="*/ 183 h 189"/>
                <a:gd name="T28" fmla="*/ 416 w 433"/>
                <a:gd name="T29" fmla="*/ 185 h 189"/>
                <a:gd name="T30" fmla="*/ 392 w 433"/>
                <a:gd name="T31" fmla="*/ 185 h 189"/>
                <a:gd name="T32" fmla="*/ 433 w 433"/>
                <a:gd name="T33" fmla="*/ 122 h 189"/>
                <a:gd name="T34" fmla="*/ 433 w 433"/>
                <a:gd name="T35" fmla="*/ 10 h 189"/>
                <a:gd name="T36" fmla="*/ 432 w 433"/>
                <a:gd name="T37" fmla="*/ 7 h 189"/>
                <a:gd name="T38" fmla="*/ 430 w 433"/>
                <a:gd name="T39" fmla="*/ 5 h 189"/>
                <a:gd name="T40" fmla="*/ 425 w 433"/>
                <a:gd name="T41" fmla="*/ 2 h 189"/>
                <a:gd name="T42" fmla="*/ 417 w 433"/>
                <a:gd name="T43" fmla="*/ 0 h 189"/>
                <a:gd name="T44" fmla="*/ 385 w 433"/>
                <a:gd name="T45" fmla="*/ 0 h 189"/>
                <a:gd name="T46" fmla="*/ 415 w 433"/>
                <a:gd name="T47" fmla="*/ 5 h 189"/>
                <a:gd name="T48" fmla="*/ 422 w 433"/>
                <a:gd name="T49" fmla="*/ 6 h 189"/>
                <a:gd name="T50" fmla="*/ 428 w 433"/>
                <a:gd name="T51" fmla="*/ 8 h 189"/>
                <a:gd name="T52" fmla="*/ 428 w 433"/>
                <a:gd name="T53" fmla="*/ 9 h 189"/>
                <a:gd name="T54" fmla="*/ 429 w 433"/>
                <a:gd name="T55" fmla="*/ 10 h 189"/>
                <a:gd name="T56" fmla="*/ 429 w 433"/>
                <a:gd name="T57" fmla="*/ 11 h 189"/>
                <a:gd name="T58" fmla="*/ 429 w 433"/>
                <a:gd name="T59" fmla="*/ 11 h 189"/>
                <a:gd name="T60" fmla="*/ 287 w 433"/>
                <a:gd name="T61" fmla="*/ 0 h 189"/>
                <a:gd name="T62" fmla="*/ 188 w 433"/>
                <a:gd name="T63" fmla="*/ 4 h 189"/>
                <a:gd name="T64" fmla="*/ 151 w 433"/>
                <a:gd name="T65" fmla="*/ 4 h 189"/>
                <a:gd name="T66" fmla="*/ 19 w 433"/>
                <a:gd name="T67" fmla="*/ 0 h 189"/>
                <a:gd name="T68" fmla="*/ 11 w 433"/>
                <a:gd name="T69" fmla="*/ 1 h 189"/>
                <a:gd name="T70" fmla="*/ 4 w 433"/>
                <a:gd name="T71" fmla="*/ 5 h 189"/>
                <a:gd name="T72" fmla="*/ 2 w 433"/>
                <a:gd name="T73" fmla="*/ 6 h 189"/>
                <a:gd name="T74" fmla="*/ 0 w 433"/>
                <a:gd name="T75" fmla="*/ 9 h 189"/>
                <a:gd name="T76" fmla="*/ 0 w 433"/>
                <a:gd name="T77" fmla="*/ 11 h 189"/>
                <a:gd name="T78" fmla="*/ 4 w 433"/>
                <a:gd name="T79" fmla="*/ 11 h 189"/>
                <a:gd name="T80" fmla="*/ 4 w 433"/>
                <a:gd name="T81" fmla="*/ 10 h 189"/>
                <a:gd name="T82" fmla="*/ 5 w 433"/>
                <a:gd name="T83" fmla="*/ 10 h 189"/>
                <a:gd name="T84" fmla="*/ 5 w 433"/>
                <a:gd name="T85" fmla="*/ 9 h 189"/>
                <a:gd name="T86" fmla="*/ 7 w 433"/>
                <a:gd name="T87" fmla="*/ 8 h 189"/>
                <a:gd name="T88" fmla="*/ 12 w 433"/>
                <a:gd name="T89" fmla="*/ 6 h 189"/>
                <a:gd name="T90" fmla="*/ 19 w 433"/>
                <a:gd name="T91" fmla="*/ 4 h 189"/>
                <a:gd name="T92" fmla="*/ 0 w 433"/>
                <a:gd name="T93" fmla="*/ 55 h 189"/>
                <a:gd name="T94" fmla="*/ 0 w 433"/>
                <a:gd name="T95" fmla="*/ 178 h 189"/>
                <a:gd name="T96" fmla="*/ 0 w 433"/>
                <a:gd name="T97" fmla="*/ 180 h 189"/>
                <a:gd name="T98" fmla="*/ 2 w 433"/>
                <a:gd name="T99" fmla="*/ 183 h 189"/>
                <a:gd name="T100" fmla="*/ 4 w 433"/>
                <a:gd name="T101" fmla="*/ 185 h 189"/>
                <a:gd name="T102" fmla="*/ 10 w 433"/>
                <a:gd name="T103" fmla="*/ 188 h 189"/>
                <a:gd name="T104" fmla="*/ 19 w 433"/>
                <a:gd name="T105" fmla="*/ 189 h 189"/>
                <a:gd name="T106" fmla="*/ 23 w 433"/>
                <a:gd name="T107" fmla="*/ 185 h 189"/>
                <a:gd name="T108" fmla="*/ 15 w 433"/>
                <a:gd name="T109" fmla="*/ 184 h 189"/>
                <a:gd name="T110" fmla="*/ 9 w 433"/>
                <a:gd name="T111" fmla="*/ 182 h 189"/>
                <a:gd name="T112" fmla="*/ 6 w 433"/>
                <a:gd name="T113" fmla="*/ 181 h 189"/>
                <a:gd name="T114" fmla="*/ 5 w 433"/>
                <a:gd name="T115" fmla="*/ 180 h 189"/>
                <a:gd name="T116" fmla="*/ 4 w 433"/>
                <a:gd name="T117" fmla="*/ 179 h 189"/>
                <a:gd name="T118" fmla="*/ 4 w 433"/>
                <a:gd name="T119" fmla="*/ 178 h 189"/>
                <a:gd name="T120" fmla="*/ 4 w 433"/>
                <a:gd name="T121" fmla="*/ 17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33" h="189">
                  <a:moveTo>
                    <a:pt x="97" y="189"/>
                  </a:moveTo>
                  <a:lnTo>
                    <a:pt x="158" y="189"/>
                  </a:lnTo>
                  <a:lnTo>
                    <a:pt x="158" y="185"/>
                  </a:lnTo>
                  <a:lnTo>
                    <a:pt x="97" y="185"/>
                  </a:lnTo>
                  <a:lnTo>
                    <a:pt x="97" y="189"/>
                  </a:lnTo>
                  <a:close/>
                  <a:moveTo>
                    <a:pt x="195" y="189"/>
                  </a:moveTo>
                  <a:lnTo>
                    <a:pt x="257" y="189"/>
                  </a:lnTo>
                  <a:lnTo>
                    <a:pt x="257" y="185"/>
                  </a:lnTo>
                  <a:lnTo>
                    <a:pt x="195" y="185"/>
                  </a:lnTo>
                  <a:lnTo>
                    <a:pt x="195" y="189"/>
                  </a:lnTo>
                  <a:close/>
                  <a:moveTo>
                    <a:pt x="294" y="189"/>
                  </a:moveTo>
                  <a:lnTo>
                    <a:pt x="355" y="189"/>
                  </a:lnTo>
                  <a:lnTo>
                    <a:pt x="355" y="185"/>
                  </a:lnTo>
                  <a:lnTo>
                    <a:pt x="294" y="185"/>
                  </a:lnTo>
                  <a:lnTo>
                    <a:pt x="294" y="189"/>
                  </a:lnTo>
                  <a:close/>
                  <a:moveTo>
                    <a:pt x="392" y="189"/>
                  </a:moveTo>
                  <a:lnTo>
                    <a:pt x="410" y="189"/>
                  </a:lnTo>
                  <a:lnTo>
                    <a:pt x="411" y="189"/>
                  </a:lnTo>
                  <a:lnTo>
                    <a:pt x="413" y="189"/>
                  </a:lnTo>
                  <a:lnTo>
                    <a:pt x="414" y="189"/>
                  </a:lnTo>
                  <a:lnTo>
                    <a:pt x="416" y="189"/>
                  </a:lnTo>
                  <a:lnTo>
                    <a:pt x="417" y="188"/>
                  </a:lnTo>
                  <a:lnTo>
                    <a:pt x="418" y="188"/>
                  </a:lnTo>
                  <a:lnTo>
                    <a:pt x="420" y="188"/>
                  </a:lnTo>
                  <a:lnTo>
                    <a:pt x="421" y="188"/>
                  </a:lnTo>
                  <a:lnTo>
                    <a:pt x="422" y="188"/>
                  </a:lnTo>
                  <a:lnTo>
                    <a:pt x="424" y="187"/>
                  </a:lnTo>
                  <a:lnTo>
                    <a:pt x="425" y="187"/>
                  </a:lnTo>
                  <a:lnTo>
                    <a:pt x="426" y="186"/>
                  </a:lnTo>
                  <a:lnTo>
                    <a:pt x="427" y="186"/>
                  </a:lnTo>
                  <a:lnTo>
                    <a:pt x="428" y="185"/>
                  </a:lnTo>
                  <a:lnTo>
                    <a:pt x="429" y="185"/>
                  </a:lnTo>
                  <a:lnTo>
                    <a:pt x="430" y="184"/>
                  </a:lnTo>
                  <a:lnTo>
                    <a:pt x="430" y="184"/>
                  </a:lnTo>
                  <a:lnTo>
                    <a:pt x="431" y="183"/>
                  </a:lnTo>
                  <a:lnTo>
                    <a:pt x="431" y="183"/>
                  </a:lnTo>
                  <a:lnTo>
                    <a:pt x="431" y="183"/>
                  </a:lnTo>
                  <a:lnTo>
                    <a:pt x="431" y="183"/>
                  </a:lnTo>
                  <a:lnTo>
                    <a:pt x="432" y="182"/>
                  </a:lnTo>
                  <a:lnTo>
                    <a:pt x="432" y="182"/>
                  </a:lnTo>
                  <a:lnTo>
                    <a:pt x="433" y="181"/>
                  </a:lnTo>
                  <a:lnTo>
                    <a:pt x="433" y="181"/>
                  </a:lnTo>
                  <a:lnTo>
                    <a:pt x="433" y="181"/>
                  </a:lnTo>
                  <a:lnTo>
                    <a:pt x="433" y="180"/>
                  </a:lnTo>
                  <a:lnTo>
                    <a:pt x="433" y="180"/>
                  </a:lnTo>
                  <a:lnTo>
                    <a:pt x="433" y="180"/>
                  </a:lnTo>
                  <a:lnTo>
                    <a:pt x="433" y="179"/>
                  </a:lnTo>
                  <a:lnTo>
                    <a:pt x="433" y="178"/>
                  </a:lnTo>
                  <a:lnTo>
                    <a:pt x="433" y="178"/>
                  </a:lnTo>
                  <a:lnTo>
                    <a:pt x="433" y="178"/>
                  </a:lnTo>
                  <a:lnTo>
                    <a:pt x="433" y="159"/>
                  </a:lnTo>
                  <a:lnTo>
                    <a:pt x="429" y="159"/>
                  </a:lnTo>
                  <a:lnTo>
                    <a:pt x="429" y="178"/>
                  </a:lnTo>
                  <a:lnTo>
                    <a:pt x="431" y="178"/>
                  </a:lnTo>
                  <a:lnTo>
                    <a:pt x="429" y="178"/>
                  </a:lnTo>
                  <a:lnTo>
                    <a:pt x="429" y="178"/>
                  </a:lnTo>
                  <a:lnTo>
                    <a:pt x="431" y="178"/>
                  </a:lnTo>
                  <a:lnTo>
                    <a:pt x="429" y="178"/>
                  </a:lnTo>
                  <a:lnTo>
                    <a:pt x="429" y="178"/>
                  </a:lnTo>
                  <a:lnTo>
                    <a:pt x="431" y="179"/>
                  </a:lnTo>
                  <a:lnTo>
                    <a:pt x="429" y="178"/>
                  </a:lnTo>
                  <a:lnTo>
                    <a:pt x="429" y="179"/>
                  </a:lnTo>
                  <a:lnTo>
                    <a:pt x="431" y="180"/>
                  </a:lnTo>
                  <a:lnTo>
                    <a:pt x="429" y="179"/>
                  </a:lnTo>
                  <a:lnTo>
                    <a:pt x="429" y="179"/>
                  </a:lnTo>
                  <a:lnTo>
                    <a:pt x="431" y="180"/>
                  </a:lnTo>
                  <a:lnTo>
                    <a:pt x="429" y="179"/>
                  </a:lnTo>
                  <a:lnTo>
                    <a:pt x="429" y="180"/>
                  </a:lnTo>
                  <a:lnTo>
                    <a:pt x="430" y="181"/>
                  </a:lnTo>
                  <a:lnTo>
                    <a:pt x="429" y="180"/>
                  </a:lnTo>
                  <a:lnTo>
                    <a:pt x="428" y="180"/>
                  </a:lnTo>
                  <a:lnTo>
                    <a:pt x="430" y="181"/>
                  </a:lnTo>
                  <a:lnTo>
                    <a:pt x="428" y="180"/>
                  </a:lnTo>
                  <a:lnTo>
                    <a:pt x="428" y="180"/>
                  </a:lnTo>
                  <a:lnTo>
                    <a:pt x="429" y="182"/>
                  </a:lnTo>
                  <a:lnTo>
                    <a:pt x="428" y="180"/>
                  </a:lnTo>
                  <a:lnTo>
                    <a:pt x="427" y="181"/>
                  </a:lnTo>
                  <a:lnTo>
                    <a:pt x="429" y="182"/>
                  </a:lnTo>
                  <a:lnTo>
                    <a:pt x="428" y="181"/>
                  </a:lnTo>
                  <a:lnTo>
                    <a:pt x="427" y="181"/>
                  </a:lnTo>
                  <a:lnTo>
                    <a:pt x="426" y="182"/>
                  </a:lnTo>
                  <a:lnTo>
                    <a:pt x="425" y="182"/>
                  </a:lnTo>
                  <a:lnTo>
                    <a:pt x="424" y="183"/>
                  </a:lnTo>
                  <a:lnTo>
                    <a:pt x="423" y="183"/>
                  </a:lnTo>
                  <a:lnTo>
                    <a:pt x="422" y="183"/>
                  </a:lnTo>
                  <a:lnTo>
                    <a:pt x="421" y="183"/>
                  </a:lnTo>
                  <a:lnTo>
                    <a:pt x="420" y="184"/>
                  </a:lnTo>
                  <a:lnTo>
                    <a:pt x="419" y="184"/>
                  </a:lnTo>
                  <a:lnTo>
                    <a:pt x="418" y="184"/>
                  </a:lnTo>
                  <a:lnTo>
                    <a:pt x="416" y="185"/>
                  </a:lnTo>
                  <a:lnTo>
                    <a:pt x="415" y="185"/>
                  </a:lnTo>
                  <a:lnTo>
                    <a:pt x="414" y="185"/>
                  </a:lnTo>
                  <a:lnTo>
                    <a:pt x="412" y="185"/>
                  </a:lnTo>
                  <a:lnTo>
                    <a:pt x="411" y="185"/>
                  </a:lnTo>
                  <a:lnTo>
                    <a:pt x="410" y="185"/>
                  </a:lnTo>
                  <a:lnTo>
                    <a:pt x="392" y="185"/>
                  </a:lnTo>
                  <a:lnTo>
                    <a:pt x="392" y="189"/>
                  </a:lnTo>
                  <a:close/>
                  <a:moveTo>
                    <a:pt x="433" y="122"/>
                  </a:moveTo>
                  <a:lnTo>
                    <a:pt x="433" y="60"/>
                  </a:lnTo>
                  <a:lnTo>
                    <a:pt x="429" y="60"/>
                  </a:lnTo>
                  <a:lnTo>
                    <a:pt x="429" y="122"/>
                  </a:lnTo>
                  <a:lnTo>
                    <a:pt x="433" y="122"/>
                  </a:lnTo>
                  <a:close/>
                  <a:moveTo>
                    <a:pt x="433" y="23"/>
                  </a:moveTo>
                  <a:lnTo>
                    <a:pt x="433" y="11"/>
                  </a:lnTo>
                  <a:lnTo>
                    <a:pt x="433" y="11"/>
                  </a:lnTo>
                  <a:lnTo>
                    <a:pt x="433" y="10"/>
                  </a:lnTo>
                  <a:lnTo>
                    <a:pt x="433" y="10"/>
                  </a:lnTo>
                  <a:lnTo>
                    <a:pt x="433" y="10"/>
                  </a:lnTo>
                  <a:lnTo>
                    <a:pt x="433" y="9"/>
                  </a:lnTo>
                  <a:lnTo>
                    <a:pt x="433" y="9"/>
                  </a:lnTo>
                  <a:lnTo>
                    <a:pt x="433" y="8"/>
                  </a:lnTo>
                  <a:lnTo>
                    <a:pt x="433" y="8"/>
                  </a:lnTo>
                  <a:lnTo>
                    <a:pt x="433" y="8"/>
                  </a:lnTo>
                  <a:lnTo>
                    <a:pt x="432" y="7"/>
                  </a:lnTo>
                  <a:lnTo>
                    <a:pt x="432" y="7"/>
                  </a:lnTo>
                  <a:lnTo>
                    <a:pt x="431" y="6"/>
                  </a:lnTo>
                  <a:lnTo>
                    <a:pt x="431" y="6"/>
                  </a:lnTo>
                  <a:lnTo>
                    <a:pt x="431" y="6"/>
                  </a:lnTo>
                  <a:lnTo>
                    <a:pt x="431" y="6"/>
                  </a:lnTo>
                  <a:lnTo>
                    <a:pt x="430" y="5"/>
                  </a:lnTo>
                  <a:lnTo>
                    <a:pt x="430" y="5"/>
                  </a:lnTo>
                  <a:lnTo>
                    <a:pt x="429" y="5"/>
                  </a:lnTo>
                  <a:lnTo>
                    <a:pt x="428" y="4"/>
                  </a:lnTo>
                  <a:lnTo>
                    <a:pt x="427" y="3"/>
                  </a:lnTo>
                  <a:lnTo>
                    <a:pt x="426" y="3"/>
                  </a:lnTo>
                  <a:lnTo>
                    <a:pt x="425" y="2"/>
                  </a:lnTo>
                  <a:lnTo>
                    <a:pt x="424" y="2"/>
                  </a:lnTo>
                  <a:lnTo>
                    <a:pt x="422" y="1"/>
                  </a:lnTo>
                  <a:lnTo>
                    <a:pt x="421" y="1"/>
                  </a:lnTo>
                  <a:lnTo>
                    <a:pt x="420" y="1"/>
                  </a:lnTo>
                  <a:lnTo>
                    <a:pt x="419" y="1"/>
                  </a:lnTo>
                  <a:lnTo>
                    <a:pt x="417" y="0"/>
                  </a:lnTo>
                  <a:lnTo>
                    <a:pt x="416" y="0"/>
                  </a:lnTo>
                  <a:lnTo>
                    <a:pt x="414" y="0"/>
                  </a:lnTo>
                  <a:lnTo>
                    <a:pt x="413" y="0"/>
                  </a:lnTo>
                  <a:lnTo>
                    <a:pt x="411" y="0"/>
                  </a:lnTo>
                  <a:lnTo>
                    <a:pt x="410" y="0"/>
                  </a:lnTo>
                  <a:lnTo>
                    <a:pt x="385" y="0"/>
                  </a:lnTo>
                  <a:lnTo>
                    <a:pt x="385" y="4"/>
                  </a:lnTo>
                  <a:lnTo>
                    <a:pt x="410" y="4"/>
                  </a:lnTo>
                  <a:lnTo>
                    <a:pt x="411" y="4"/>
                  </a:lnTo>
                  <a:lnTo>
                    <a:pt x="412" y="4"/>
                  </a:lnTo>
                  <a:lnTo>
                    <a:pt x="414" y="4"/>
                  </a:lnTo>
                  <a:lnTo>
                    <a:pt x="415" y="5"/>
                  </a:lnTo>
                  <a:lnTo>
                    <a:pt x="417" y="5"/>
                  </a:lnTo>
                  <a:lnTo>
                    <a:pt x="418" y="5"/>
                  </a:lnTo>
                  <a:lnTo>
                    <a:pt x="419" y="5"/>
                  </a:lnTo>
                  <a:lnTo>
                    <a:pt x="420" y="5"/>
                  </a:lnTo>
                  <a:lnTo>
                    <a:pt x="421" y="6"/>
                  </a:lnTo>
                  <a:lnTo>
                    <a:pt x="422" y="6"/>
                  </a:lnTo>
                  <a:lnTo>
                    <a:pt x="423" y="6"/>
                  </a:lnTo>
                  <a:lnTo>
                    <a:pt x="424" y="6"/>
                  </a:lnTo>
                  <a:lnTo>
                    <a:pt x="425" y="7"/>
                  </a:lnTo>
                  <a:lnTo>
                    <a:pt x="426" y="8"/>
                  </a:lnTo>
                  <a:lnTo>
                    <a:pt x="427" y="8"/>
                  </a:lnTo>
                  <a:lnTo>
                    <a:pt x="428" y="8"/>
                  </a:lnTo>
                  <a:lnTo>
                    <a:pt x="429" y="6"/>
                  </a:lnTo>
                  <a:lnTo>
                    <a:pt x="427" y="8"/>
                  </a:lnTo>
                  <a:lnTo>
                    <a:pt x="428" y="9"/>
                  </a:lnTo>
                  <a:lnTo>
                    <a:pt x="429" y="7"/>
                  </a:lnTo>
                  <a:lnTo>
                    <a:pt x="428" y="9"/>
                  </a:lnTo>
                  <a:lnTo>
                    <a:pt x="428" y="9"/>
                  </a:lnTo>
                  <a:lnTo>
                    <a:pt x="430" y="8"/>
                  </a:lnTo>
                  <a:lnTo>
                    <a:pt x="428" y="9"/>
                  </a:lnTo>
                  <a:lnTo>
                    <a:pt x="429" y="10"/>
                  </a:lnTo>
                  <a:lnTo>
                    <a:pt x="430" y="8"/>
                  </a:lnTo>
                  <a:lnTo>
                    <a:pt x="429" y="10"/>
                  </a:lnTo>
                  <a:lnTo>
                    <a:pt x="429" y="10"/>
                  </a:lnTo>
                  <a:lnTo>
                    <a:pt x="431" y="9"/>
                  </a:lnTo>
                  <a:lnTo>
                    <a:pt x="429" y="10"/>
                  </a:lnTo>
                  <a:lnTo>
                    <a:pt x="429" y="10"/>
                  </a:lnTo>
                  <a:lnTo>
                    <a:pt x="431" y="10"/>
                  </a:lnTo>
                  <a:lnTo>
                    <a:pt x="429" y="10"/>
                  </a:lnTo>
                  <a:lnTo>
                    <a:pt x="429" y="11"/>
                  </a:lnTo>
                  <a:lnTo>
                    <a:pt x="431" y="10"/>
                  </a:lnTo>
                  <a:lnTo>
                    <a:pt x="429" y="11"/>
                  </a:lnTo>
                  <a:lnTo>
                    <a:pt x="429" y="11"/>
                  </a:lnTo>
                  <a:lnTo>
                    <a:pt x="431" y="11"/>
                  </a:lnTo>
                  <a:lnTo>
                    <a:pt x="429" y="11"/>
                  </a:lnTo>
                  <a:lnTo>
                    <a:pt x="429" y="11"/>
                  </a:lnTo>
                  <a:lnTo>
                    <a:pt x="431" y="11"/>
                  </a:lnTo>
                  <a:lnTo>
                    <a:pt x="429" y="11"/>
                  </a:lnTo>
                  <a:lnTo>
                    <a:pt x="429" y="23"/>
                  </a:lnTo>
                  <a:lnTo>
                    <a:pt x="433" y="23"/>
                  </a:lnTo>
                  <a:close/>
                  <a:moveTo>
                    <a:pt x="348" y="0"/>
                  </a:moveTo>
                  <a:lnTo>
                    <a:pt x="287" y="0"/>
                  </a:lnTo>
                  <a:lnTo>
                    <a:pt x="287" y="4"/>
                  </a:lnTo>
                  <a:lnTo>
                    <a:pt x="348" y="4"/>
                  </a:lnTo>
                  <a:lnTo>
                    <a:pt x="348" y="0"/>
                  </a:lnTo>
                  <a:close/>
                  <a:moveTo>
                    <a:pt x="250" y="0"/>
                  </a:moveTo>
                  <a:lnTo>
                    <a:pt x="188" y="0"/>
                  </a:lnTo>
                  <a:lnTo>
                    <a:pt x="188" y="4"/>
                  </a:lnTo>
                  <a:lnTo>
                    <a:pt x="250" y="4"/>
                  </a:lnTo>
                  <a:lnTo>
                    <a:pt x="250" y="0"/>
                  </a:lnTo>
                  <a:close/>
                  <a:moveTo>
                    <a:pt x="151" y="0"/>
                  </a:moveTo>
                  <a:lnTo>
                    <a:pt x="89" y="0"/>
                  </a:lnTo>
                  <a:lnTo>
                    <a:pt x="89" y="4"/>
                  </a:lnTo>
                  <a:lnTo>
                    <a:pt x="151" y="4"/>
                  </a:lnTo>
                  <a:lnTo>
                    <a:pt x="151" y="0"/>
                  </a:lnTo>
                  <a:close/>
                  <a:moveTo>
                    <a:pt x="52" y="0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3"/>
                  </a:lnTo>
                  <a:lnTo>
                    <a:pt x="6" y="3"/>
                  </a:lnTo>
                  <a:lnTo>
                    <a:pt x="5" y="4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4" y="18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2" y="9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3" y="8"/>
                  </a:lnTo>
                  <a:lnTo>
                    <a:pt x="4" y="10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9"/>
                  </a:lnTo>
                  <a:lnTo>
                    <a:pt x="5" y="9"/>
                  </a:lnTo>
                  <a:lnTo>
                    <a:pt x="4" y="7"/>
                  </a:lnTo>
                  <a:lnTo>
                    <a:pt x="5" y="9"/>
                  </a:lnTo>
                  <a:lnTo>
                    <a:pt x="6" y="8"/>
                  </a:lnTo>
                  <a:lnTo>
                    <a:pt x="5" y="6"/>
                  </a:lnTo>
                  <a:lnTo>
                    <a:pt x="6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7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4"/>
                  </a:lnTo>
                  <a:lnTo>
                    <a:pt x="52" y="4"/>
                  </a:lnTo>
                  <a:lnTo>
                    <a:pt x="52" y="0"/>
                  </a:lnTo>
                  <a:close/>
                  <a:moveTo>
                    <a:pt x="0" y="55"/>
                  </a:moveTo>
                  <a:lnTo>
                    <a:pt x="0" y="117"/>
                  </a:lnTo>
                  <a:lnTo>
                    <a:pt x="4" y="117"/>
                  </a:lnTo>
                  <a:lnTo>
                    <a:pt x="4" y="55"/>
                  </a:lnTo>
                  <a:lnTo>
                    <a:pt x="0" y="55"/>
                  </a:lnTo>
                  <a:close/>
                  <a:moveTo>
                    <a:pt x="0" y="154"/>
                  </a:moveTo>
                  <a:lnTo>
                    <a:pt x="0" y="178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1" y="181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3" y="183"/>
                  </a:lnTo>
                  <a:lnTo>
                    <a:pt x="3" y="184"/>
                  </a:lnTo>
                  <a:lnTo>
                    <a:pt x="4" y="184"/>
                  </a:lnTo>
                  <a:lnTo>
                    <a:pt x="4" y="185"/>
                  </a:lnTo>
                  <a:lnTo>
                    <a:pt x="5" y="185"/>
                  </a:lnTo>
                  <a:lnTo>
                    <a:pt x="6" y="186"/>
                  </a:lnTo>
                  <a:lnTo>
                    <a:pt x="7" y="186"/>
                  </a:lnTo>
                  <a:lnTo>
                    <a:pt x="8" y="186"/>
                  </a:lnTo>
                  <a:lnTo>
                    <a:pt x="9" y="187"/>
                  </a:lnTo>
                  <a:lnTo>
                    <a:pt x="10" y="188"/>
                  </a:lnTo>
                  <a:lnTo>
                    <a:pt x="12" y="188"/>
                  </a:lnTo>
                  <a:lnTo>
                    <a:pt x="13" y="188"/>
                  </a:lnTo>
                  <a:lnTo>
                    <a:pt x="15" y="188"/>
                  </a:lnTo>
                  <a:lnTo>
                    <a:pt x="16" y="188"/>
                  </a:lnTo>
                  <a:lnTo>
                    <a:pt x="17" y="189"/>
                  </a:lnTo>
                  <a:lnTo>
                    <a:pt x="19" y="189"/>
                  </a:lnTo>
                  <a:lnTo>
                    <a:pt x="20" y="189"/>
                  </a:lnTo>
                  <a:lnTo>
                    <a:pt x="22" y="189"/>
                  </a:lnTo>
                  <a:lnTo>
                    <a:pt x="23" y="189"/>
                  </a:lnTo>
                  <a:lnTo>
                    <a:pt x="60" y="189"/>
                  </a:lnTo>
                  <a:lnTo>
                    <a:pt x="60" y="185"/>
                  </a:lnTo>
                  <a:lnTo>
                    <a:pt x="23" y="185"/>
                  </a:lnTo>
                  <a:lnTo>
                    <a:pt x="22" y="185"/>
                  </a:lnTo>
                  <a:lnTo>
                    <a:pt x="20" y="185"/>
                  </a:lnTo>
                  <a:lnTo>
                    <a:pt x="19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5" y="184"/>
                  </a:lnTo>
                  <a:lnTo>
                    <a:pt x="14" y="184"/>
                  </a:lnTo>
                  <a:lnTo>
                    <a:pt x="13" y="184"/>
                  </a:lnTo>
                  <a:lnTo>
                    <a:pt x="12" y="183"/>
                  </a:lnTo>
                  <a:lnTo>
                    <a:pt x="11" y="183"/>
                  </a:lnTo>
                  <a:lnTo>
                    <a:pt x="10" y="183"/>
                  </a:lnTo>
                  <a:lnTo>
                    <a:pt x="9" y="182"/>
                  </a:lnTo>
                  <a:lnTo>
                    <a:pt x="8" y="182"/>
                  </a:lnTo>
                  <a:lnTo>
                    <a:pt x="7" y="181"/>
                  </a:lnTo>
                  <a:lnTo>
                    <a:pt x="6" y="181"/>
                  </a:lnTo>
                  <a:lnTo>
                    <a:pt x="6" y="181"/>
                  </a:lnTo>
                  <a:lnTo>
                    <a:pt x="5" y="182"/>
                  </a:lnTo>
                  <a:lnTo>
                    <a:pt x="6" y="181"/>
                  </a:lnTo>
                  <a:lnTo>
                    <a:pt x="5" y="180"/>
                  </a:lnTo>
                  <a:lnTo>
                    <a:pt x="4" y="182"/>
                  </a:lnTo>
                  <a:lnTo>
                    <a:pt x="5" y="180"/>
                  </a:lnTo>
                  <a:lnTo>
                    <a:pt x="5" y="180"/>
                  </a:lnTo>
                  <a:lnTo>
                    <a:pt x="3" y="181"/>
                  </a:lnTo>
                  <a:lnTo>
                    <a:pt x="5" y="180"/>
                  </a:lnTo>
                  <a:lnTo>
                    <a:pt x="4" y="180"/>
                  </a:lnTo>
                  <a:lnTo>
                    <a:pt x="3" y="181"/>
                  </a:lnTo>
                  <a:lnTo>
                    <a:pt x="5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79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2" y="179"/>
                  </a:lnTo>
                  <a:lnTo>
                    <a:pt x="4" y="178"/>
                  </a:lnTo>
                  <a:lnTo>
                    <a:pt x="4" y="178"/>
                  </a:lnTo>
                  <a:lnTo>
                    <a:pt x="2" y="178"/>
                  </a:lnTo>
                  <a:lnTo>
                    <a:pt x="4" y="178"/>
                  </a:lnTo>
                  <a:lnTo>
                    <a:pt x="4" y="178"/>
                  </a:lnTo>
                  <a:lnTo>
                    <a:pt x="2" y="178"/>
                  </a:lnTo>
                  <a:lnTo>
                    <a:pt x="4" y="178"/>
                  </a:lnTo>
                  <a:lnTo>
                    <a:pt x="4" y="154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97" name="Freeform 741"/>
            <p:cNvSpPr>
              <a:spLocks noEditPoints="1"/>
            </p:cNvSpPr>
            <p:nvPr/>
          </p:nvSpPr>
          <p:spPr bwMode="auto">
            <a:xfrm>
              <a:off x="2762250" y="1858964"/>
              <a:ext cx="688975" cy="300038"/>
            </a:xfrm>
            <a:custGeom>
              <a:avLst/>
              <a:gdLst>
                <a:gd name="T0" fmla="*/ 196 w 434"/>
                <a:gd name="T1" fmla="*/ 189 h 189"/>
                <a:gd name="T2" fmla="*/ 356 w 434"/>
                <a:gd name="T3" fmla="*/ 189 h 189"/>
                <a:gd name="T4" fmla="*/ 412 w 434"/>
                <a:gd name="T5" fmla="*/ 189 h 189"/>
                <a:gd name="T6" fmla="*/ 421 w 434"/>
                <a:gd name="T7" fmla="*/ 188 h 189"/>
                <a:gd name="T8" fmla="*/ 428 w 434"/>
                <a:gd name="T9" fmla="*/ 186 h 189"/>
                <a:gd name="T10" fmla="*/ 431 w 434"/>
                <a:gd name="T11" fmla="*/ 183 h 189"/>
                <a:gd name="T12" fmla="*/ 433 w 434"/>
                <a:gd name="T13" fmla="*/ 181 h 189"/>
                <a:gd name="T14" fmla="*/ 434 w 434"/>
                <a:gd name="T15" fmla="*/ 178 h 189"/>
                <a:gd name="T16" fmla="*/ 432 w 434"/>
                <a:gd name="T17" fmla="*/ 178 h 189"/>
                <a:gd name="T18" fmla="*/ 432 w 434"/>
                <a:gd name="T19" fmla="*/ 179 h 189"/>
                <a:gd name="T20" fmla="*/ 431 w 434"/>
                <a:gd name="T21" fmla="*/ 180 h 189"/>
                <a:gd name="T22" fmla="*/ 431 w 434"/>
                <a:gd name="T23" fmla="*/ 181 h 189"/>
                <a:gd name="T24" fmla="*/ 429 w 434"/>
                <a:gd name="T25" fmla="*/ 182 h 189"/>
                <a:gd name="T26" fmla="*/ 424 w 434"/>
                <a:gd name="T27" fmla="*/ 183 h 189"/>
                <a:gd name="T28" fmla="*/ 417 w 434"/>
                <a:gd name="T29" fmla="*/ 185 h 189"/>
                <a:gd name="T30" fmla="*/ 393 w 434"/>
                <a:gd name="T31" fmla="*/ 185 h 189"/>
                <a:gd name="T32" fmla="*/ 434 w 434"/>
                <a:gd name="T33" fmla="*/ 122 h 189"/>
                <a:gd name="T34" fmla="*/ 434 w 434"/>
                <a:gd name="T35" fmla="*/ 10 h 189"/>
                <a:gd name="T36" fmla="*/ 433 w 434"/>
                <a:gd name="T37" fmla="*/ 7 h 189"/>
                <a:gd name="T38" fmla="*/ 431 w 434"/>
                <a:gd name="T39" fmla="*/ 5 h 189"/>
                <a:gd name="T40" fmla="*/ 426 w 434"/>
                <a:gd name="T41" fmla="*/ 2 h 189"/>
                <a:gd name="T42" fmla="*/ 418 w 434"/>
                <a:gd name="T43" fmla="*/ 0 h 189"/>
                <a:gd name="T44" fmla="*/ 386 w 434"/>
                <a:gd name="T45" fmla="*/ 0 h 189"/>
                <a:gd name="T46" fmla="*/ 416 w 434"/>
                <a:gd name="T47" fmla="*/ 5 h 189"/>
                <a:gd name="T48" fmla="*/ 423 w 434"/>
                <a:gd name="T49" fmla="*/ 6 h 189"/>
                <a:gd name="T50" fmla="*/ 428 w 434"/>
                <a:gd name="T51" fmla="*/ 8 h 189"/>
                <a:gd name="T52" fmla="*/ 429 w 434"/>
                <a:gd name="T53" fmla="*/ 9 h 189"/>
                <a:gd name="T54" fmla="*/ 430 w 434"/>
                <a:gd name="T55" fmla="*/ 10 h 189"/>
                <a:gd name="T56" fmla="*/ 430 w 434"/>
                <a:gd name="T57" fmla="*/ 11 h 189"/>
                <a:gd name="T58" fmla="*/ 430 w 434"/>
                <a:gd name="T59" fmla="*/ 11 h 189"/>
                <a:gd name="T60" fmla="*/ 287 w 434"/>
                <a:gd name="T61" fmla="*/ 0 h 189"/>
                <a:gd name="T62" fmla="*/ 189 w 434"/>
                <a:gd name="T63" fmla="*/ 4 h 189"/>
                <a:gd name="T64" fmla="*/ 152 w 434"/>
                <a:gd name="T65" fmla="*/ 4 h 189"/>
                <a:gd name="T66" fmla="*/ 20 w 434"/>
                <a:gd name="T67" fmla="*/ 0 h 189"/>
                <a:gd name="T68" fmla="*/ 12 w 434"/>
                <a:gd name="T69" fmla="*/ 1 h 189"/>
                <a:gd name="T70" fmla="*/ 5 w 434"/>
                <a:gd name="T71" fmla="*/ 5 h 189"/>
                <a:gd name="T72" fmla="*/ 2 w 434"/>
                <a:gd name="T73" fmla="*/ 6 h 189"/>
                <a:gd name="T74" fmla="*/ 1 w 434"/>
                <a:gd name="T75" fmla="*/ 9 h 189"/>
                <a:gd name="T76" fmla="*/ 0 w 434"/>
                <a:gd name="T77" fmla="*/ 11 h 189"/>
                <a:gd name="T78" fmla="*/ 5 w 434"/>
                <a:gd name="T79" fmla="*/ 11 h 189"/>
                <a:gd name="T80" fmla="*/ 5 w 434"/>
                <a:gd name="T81" fmla="*/ 10 h 189"/>
                <a:gd name="T82" fmla="*/ 5 w 434"/>
                <a:gd name="T83" fmla="*/ 10 h 189"/>
                <a:gd name="T84" fmla="*/ 6 w 434"/>
                <a:gd name="T85" fmla="*/ 9 h 189"/>
                <a:gd name="T86" fmla="*/ 7 w 434"/>
                <a:gd name="T87" fmla="*/ 8 h 189"/>
                <a:gd name="T88" fmla="*/ 12 w 434"/>
                <a:gd name="T89" fmla="*/ 6 h 189"/>
                <a:gd name="T90" fmla="*/ 20 w 434"/>
                <a:gd name="T91" fmla="*/ 4 h 189"/>
                <a:gd name="T92" fmla="*/ 0 w 434"/>
                <a:gd name="T93" fmla="*/ 55 h 189"/>
                <a:gd name="T94" fmla="*/ 0 w 434"/>
                <a:gd name="T95" fmla="*/ 178 h 189"/>
                <a:gd name="T96" fmla="*/ 1 w 434"/>
                <a:gd name="T97" fmla="*/ 180 h 189"/>
                <a:gd name="T98" fmla="*/ 2 w 434"/>
                <a:gd name="T99" fmla="*/ 183 h 189"/>
                <a:gd name="T100" fmla="*/ 5 w 434"/>
                <a:gd name="T101" fmla="*/ 185 h 189"/>
                <a:gd name="T102" fmla="*/ 11 w 434"/>
                <a:gd name="T103" fmla="*/ 188 h 189"/>
                <a:gd name="T104" fmla="*/ 19 w 434"/>
                <a:gd name="T105" fmla="*/ 189 h 189"/>
                <a:gd name="T106" fmla="*/ 24 w 434"/>
                <a:gd name="T107" fmla="*/ 185 h 189"/>
                <a:gd name="T108" fmla="*/ 16 w 434"/>
                <a:gd name="T109" fmla="*/ 184 h 189"/>
                <a:gd name="T110" fmla="*/ 9 w 434"/>
                <a:gd name="T111" fmla="*/ 182 h 189"/>
                <a:gd name="T112" fmla="*/ 7 w 434"/>
                <a:gd name="T113" fmla="*/ 181 h 189"/>
                <a:gd name="T114" fmla="*/ 5 w 434"/>
                <a:gd name="T115" fmla="*/ 180 h 189"/>
                <a:gd name="T116" fmla="*/ 5 w 434"/>
                <a:gd name="T117" fmla="*/ 179 h 189"/>
                <a:gd name="T118" fmla="*/ 5 w 434"/>
                <a:gd name="T119" fmla="*/ 178 h 189"/>
                <a:gd name="T120" fmla="*/ 4 w 434"/>
                <a:gd name="T121" fmla="*/ 17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34" h="189">
                  <a:moveTo>
                    <a:pt x="97" y="189"/>
                  </a:moveTo>
                  <a:lnTo>
                    <a:pt x="159" y="189"/>
                  </a:lnTo>
                  <a:lnTo>
                    <a:pt x="159" y="185"/>
                  </a:lnTo>
                  <a:lnTo>
                    <a:pt x="97" y="185"/>
                  </a:lnTo>
                  <a:lnTo>
                    <a:pt x="97" y="189"/>
                  </a:lnTo>
                  <a:close/>
                  <a:moveTo>
                    <a:pt x="196" y="189"/>
                  </a:moveTo>
                  <a:lnTo>
                    <a:pt x="258" y="189"/>
                  </a:lnTo>
                  <a:lnTo>
                    <a:pt x="258" y="185"/>
                  </a:lnTo>
                  <a:lnTo>
                    <a:pt x="196" y="185"/>
                  </a:lnTo>
                  <a:lnTo>
                    <a:pt x="196" y="189"/>
                  </a:lnTo>
                  <a:close/>
                  <a:moveTo>
                    <a:pt x="295" y="189"/>
                  </a:moveTo>
                  <a:lnTo>
                    <a:pt x="356" y="189"/>
                  </a:lnTo>
                  <a:lnTo>
                    <a:pt x="356" y="185"/>
                  </a:lnTo>
                  <a:lnTo>
                    <a:pt x="295" y="185"/>
                  </a:lnTo>
                  <a:lnTo>
                    <a:pt x="295" y="189"/>
                  </a:lnTo>
                  <a:close/>
                  <a:moveTo>
                    <a:pt x="393" y="189"/>
                  </a:moveTo>
                  <a:lnTo>
                    <a:pt x="411" y="189"/>
                  </a:lnTo>
                  <a:lnTo>
                    <a:pt x="412" y="189"/>
                  </a:lnTo>
                  <a:lnTo>
                    <a:pt x="414" y="189"/>
                  </a:lnTo>
                  <a:lnTo>
                    <a:pt x="415" y="189"/>
                  </a:lnTo>
                  <a:lnTo>
                    <a:pt x="416" y="189"/>
                  </a:lnTo>
                  <a:lnTo>
                    <a:pt x="418" y="188"/>
                  </a:lnTo>
                  <a:lnTo>
                    <a:pt x="419" y="188"/>
                  </a:lnTo>
                  <a:lnTo>
                    <a:pt x="421" y="188"/>
                  </a:lnTo>
                  <a:lnTo>
                    <a:pt x="422" y="188"/>
                  </a:lnTo>
                  <a:lnTo>
                    <a:pt x="423" y="188"/>
                  </a:lnTo>
                  <a:lnTo>
                    <a:pt x="424" y="187"/>
                  </a:lnTo>
                  <a:lnTo>
                    <a:pt x="426" y="187"/>
                  </a:lnTo>
                  <a:lnTo>
                    <a:pt x="427" y="186"/>
                  </a:lnTo>
                  <a:lnTo>
                    <a:pt x="428" y="186"/>
                  </a:lnTo>
                  <a:lnTo>
                    <a:pt x="429" y="185"/>
                  </a:lnTo>
                  <a:lnTo>
                    <a:pt x="429" y="185"/>
                  </a:lnTo>
                  <a:lnTo>
                    <a:pt x="430" y="184"/>
                  </a:lnTo>
                  <a:lnTo>
                    <a:pt x="431" y="184"/>
                  </a:lnTo>
                  <a:lnTo>
                    <a:pt x="431" y="183"/>
                  </a:lnTo>
                  <a:lnTo>
                    <a:pt x="431" y="183"/>
                  </a:lnTo>
                  <a:lnTo>
                    <a:pt x="432" y="183"/>
                  </a:lnTo>
                  <a:lnTo>
                    <a:pt x="432" y="183"/>
                  </a:lnTo>
                  <a:lnTo>
                    <a:pt x="433" y="182"/>
                  </a:lnTo>
                  <a:lnTo>
                    <a:pt x="433" y="182"/>
                  </a:lnTo>
                  <a:lnTo>
                    <a:pt x="433" y="181"/>
                  </a:lnTo>
                  <a:lnTo>
                    <a:pt x="433" y="181"/>
                  </a:lnTo>
                  <a:lnTo>
                    <a:pt x="434" y="181"/>
                  </a:lnTo>
                  <a:lnTo>
                    <a:pt x="434" y="180"/>
                  </a:lnTo>
                  <a:lnTo>
                    <a:pt x="434" y="180"/>
                  </a:lnTo>
                  <a:lnTo>
                    <a:pt x="434" y="180"/>
                  </a:lnTo>
                  <a:lnTo>
                    <a:pt x="434" y="179"/>
                  </a:lnTo>
                  <a:lnTo>
                    <a:pt x="434" y="178"/>
                  </a:lnTo>
                  <a:lnTo>
                    <a:pt x="434" y="178"/>
                  </a:lnTo>
                  <a:lnTo>
                    <a:pt x="434" y="178"/>
                  </a:lnTo>
                  <a:lnTo>
                    <a:pt x="434" y="159"/>
                  </a:lnTo>
                  <a:lnTo>
                    <a:pt x="430" y="159"/>
                  </a:lnTo>
                  <a:lnTo>
                    <a:pt x="430" y="178"/>
                  </a:lnTo>
                  <a:lnTo>
                    <a:pt x="432" y="178"/>
                  </a:lnTo>
                  <a:lnTo>
                    <a:pt x="430" y="178"/>
                  </a:lnTo>
                  <a:lnTo>
                    <a:pt x="430" y="178"/>
                  </a:lnTo>
                  <a:lnTo>
                    <a:pt x="432" y="178"/>
                  </a:lnTo>
                  <a:lnTo>
                    <a:pt x="430" y="178"/>
                  </a:lnTo>
                  <a:lnTo>
                    <a:pt x="430" y="178"/>
                  </a:lnTo>
                  <a:lnTo>
                    <a:pt x="432" y="179"/>
                  </a:lnTo>
                  <a:lnTo>
                    <a:pt x="430" y="178"/>
                  </a:lnTo>
                  <a:lnTo>
                    <a:pt x="430" y="179"/>
                  </a:lnTo>
                  <a:lnTo>
                    <a:pt x="432" y="180"/>
                  </a:lnTo>
                  <a:lnTo>
                    <a:pt x="430" y="179"/>
                  </a:lnTo>
                  <a:lnTo>
                    <a:pt x="429" y="179"/>
                  </a:lnTo>
                  <a:lnTo>
                    <a:pt x="431" y="180"/>
                  </a:lnTo>
                  <a:lnTo>
                    <a:pt x="430" y="179"/>
                  </a:lnTo>
                  <a:lnTo>
                    <a:pt x="429" y="180"/>
                  </a:lnTo>
                  <a:lnTo>
                    <a:pt x="431" y="181"/>
                  </a:lnTo>
                  <a:lnTo>
                    <a:pt x="429" y="180"/>
                  </a:lnTo>
                  <a:lnTo>
                    <a:pt x="429" y="180"/>
                  </a:lnTo>
                  <a:lnTo>
                    <a:pt x="431" y="181"/>
                  </a:lnTo>
                  <a:lnTo>
                    <a:pt x="429" y="180"/>
                  </a:lnTo>
                  <a:lnTo>
                    <a:pt x="429" y="180"/>
                  </a:lnTo>
                  <a:lnTo>
                    <a:pt x="430" y="182"/>
                  </a:lnTo>
                  <a:lnTo>
                    <a:pt x="429" y="180"/>
                  </a:lnTo>
                  <a:lnTo>
                    <a:pt x="428" y="181"/>
                  </a:lnTo>
                  <a:lnTo>
                    <a:pt x="429" y="182"/>
                  </a:lnTo>
                  <a:lnTo>
                    <a:pt x="428" y="181"/>
                  </a:lnTo>
                  <a:lnTo>
                    <a:pt x="427" y="181"/>
                  </a:lnTo>
                  <a:lnTo>
                    <a:pt x="427" y="182"/>
                  </a:lnTo>
                  <a:lnTo>
                    <a:pt x="426" y="182"/>
                  </a:lnTo>
                  <a:lnTo>
                    <a:pt x="425" y="183"/>
                  </a:lnTo>
                  <a:lnTo>
                    <a:pt x="424" y="183"/>
                  </a:lnTo>
                  <a:lnTo>
                    <a:pt x="423" y="183"/>
                  </a:lnTo>
                  <a:lnTo>
                    <a:pt x="422" y="183"/>
                  </a:lnTo>
                  <a:lnTo>
                    <a:pt x="421" y="184"/>
                  </a:lnTo>
                  <a:lnTo>
                    <a:pt x="420" y="184"/>
                  </a:lnTo>
                  <a:lnTo>
                    <a:pt x="418" y="184"/>
                  </a:lnTo>
                  <a:lnTo>
                    <a:pt x="417" y="185"/>
                  </a:lnTo>
                  <a:lnTo>
                    <a:pt x="416" y="185"/>
                  </a:lnTo>
                  <a:lnTo>
                    <a:pt x="414" y="185"/>
                  </a:lnTo>
                  <a:lnTo>
                    <a:pt x="413" y="185"/>
                  </a:lnTo>
                  <a:lnTo>
                    <a:pt x="412" y="185"/>
                  </a:lnTo>
                  <a:lnTo>
                    <a:pt x="411" y="185"/>
                  </a:lnTo>
                  <a:lnTo>
                    <a:pt x="393" y="185"/>
                  </a:lnTo>
                  <a:lnTo>
                    <a:pt x="393" y="189"/>
                  </a:lnTo>
                  <a:close/>
                  <a:moveTo>
                    <a:pt x="434" y="122"/>
                  </a:moveTo>
                  <a:lnTo>
                    <a:pt x="434" y="60"/>
                  </a:lnTo>
                  <a:lnTo>
                    <a:pt x="430" y="60"/>
                  </a:lnTo>
                  <a:lnTo>
                    <a:pt x="430" y="122"/>
                  </a:lnTo>
                  <a:lnTo>
                    <a:pt x="434" y="122"/>
                  </a:lnTo>
                  <a:close/>
                  <a:moveTo>
                    <a:pt x="434" y="23"/>
                  </a:moveTo>
                  <a:lnTo>
                    <a:pt x="434" y="11"/>
                  </a:lnTo>
                  <a:lnTo>
                    <a:pt x="434" y="11"/>
                  </a:lnTo>
                  <a:lnTo>
                    <a:pt x="434" y="10"/>
                  </a:lnTo>
                  <a:lnTo>
                    <a:pt x="434" y="10"/>
                  </a:lnTo>
                  <a:lnTo>
                    <a:pt x="434" y="10"/>
                  </a:lnTo>
                  <a:lnTo>
                    <a:pt x="434" y="9"/>
                  </a:lnTo>
                  <a:lnTo>
                    <a:pt x="434" y="9"/>
                  </a:lnTo>
                  <a:lnTo>
                    <a:pt x="434" y="8"/>
                  </a:lnTo>
                  <a:lnTo>
                    <a:pt x="433" y="8"/>
                  </a:lnTo>
                  <a:lnTo>
                    <a:pt x="433" y="8"/>
                  </a:lnTo>
                  <a:lnTo>
                    <a:pt x="433" y="7"/>
                  </a:lnTo>
                  <a:lnTo>
                    <a:pt x="433" y="7"/>
                  </a:lnTo>
                  <a:lnTo>
                    <a:pt x="432" y="6"/>
                  </a:lnTo>
                  <a:lnTo>
                    <a:pt x="432" y="6"/>
                  </a:lnTo>
                  <a:lnTo>
                    <a:pt x="431" y="6"/>
                  </a:lnTo>
                  <a:lnTo>
                    <a:pt x="431" y="6"/>
                  </a:lnTo>
                  <a:lnTo>
                    <a:pt x="431" y="5"/>
                  </a:lnTo>
                  <a:lnTo>
                    <a:pt x="430" y="5"/>
                  </a:lnTo>
                  <a:lnTo>
                    <a:pt x="430" y="5"/>
                  </a:lnTo>
                  <a:lnTo>
                    <a:pt x="429" y="4"/>
                  </a:lnTo>
                  <a:lnTo>
                    <a:pt x="428" y="3"/>
                  </a:lnTo>
                  <a:lnTo>
                    <a:pt x="427" y="3"/>
                  </a:lnTo>
                  <a:lnTo>
                    <a:pt x="426" y="2"/>
                  </a:lnTo>
                  <a:lnTo>
                    <a:pt x="424" y="2"/>
                  </a:lnTo>
                  <a:lnTo>
                    <a:pt x="423" y="1"/>
                  </a:lnTo>
                  <a:lnTo>
                    <a:pt x="422" y="1"/>
                  </a:lnTo>
                  <a:lnTo>
                    <a:pt x="421" y="1"/>
                  </a:lnTo>
                  <a:lnTo>
                    <a:pt x="419" y="1"/>
                  </a:lnTo>
                  <a:lnTo>
                    <a:pt x="418" y="0"/>
                  </a:lnTo>
                  <a:lnTo>
                    <a:pt x="416" y="0"/>
                  </a:lnTo>
                  <a:lnTo>
                    <a:pt x="415" y="0"/>
                  </a:lnTo>
                  <a:lnTo>
                    <a:pt x="414" y="0"/>
                  </a:lnTo>
                  <a:lnTo>
                    <a:pt x="412" y="0"/>
                  </a:lnTo>
                  <a:lnTo>
                    <a:pt x="411" y="0"/>
                  </a:lnTo>
                  <a:lnTo>
                    <a:pt x="386" y="0"/>
                  </a:lnTo>
                  <a:lnTo>
                    <a:pt x="386" y="4"/>
                  </a:lnTo>
                  <a:lnTo>
                    <a:pt x="411" y="4"/>
                  </a:lnTo>
                  <a:lnTo>
                    <a:pt x="412" y="4"/>
                  </a:lnTo>
                  <a:lnTo>
                    <a:pt x="413" y="4"/>
                  </a:lnTo>
                  <a:lnTo>
                    <a:pt x="415" y="4"/>
                  </a:lnTo>
                  <a:lnTo>
                    <a:pt x="416" y="5"/>
                  </a:lnTo>
                  <a:lnTo>
                    <a:pt x="417" y="5"/>
                  </a:lnTo>
                  <a:lnTo>
                    <a:pt x="419" y="5"/>
                  </a:lnTo>
                  <a:lnTo>
                    <a:pt x="420" y="5"/>
                  </a:lnTo>
                  <a:lnTo>
                    <a:pt x="421" y="5"/>
                  </a:lnTo>
                  <a:lnTo>
                    <a:pt x="422" y="6"/>
                  </a:lnTo>
                  <a:lnTo>
                    <a:pt x="423" y="6"/>
                  </a:lnTo>
                  <a:lnTo>
                    <a:pt x="424" y="6"/>
                  </a:lnTo>
                  <a:lnTo>
                    <a:pt x="425" y="6"/>
                  </a:lnTo>
                  <a:lnTo>
                    <a:pt x="426" y="7"/>
                  </a:lnTo>
                  <a:lnTo>
                    <a:pt x="427" y="8"/>
                  </a:lnTo>
                  <a:lnTo>
                    <a:pt x="428" y="8"/>
                  </a:lnTo>
                  <a:lnTo>
                    <a:pt x="428" y="8"/>
                  </a:lnTo>
                  <a:lnTo>
                    <a:pt x="429" y="6"/>
                  </a:lnTo>
                  <a:lnTo>
                    <a:pt x="428" y="8"/>
                  </a:lnTo>
                  <a:lnTo>
                    <a:pt x="429" y="9"/>
                  </a:lnTo>
                  <a:lnTo>
                    <a:pt x="430" y="7"/>
                  </a:lnTo>
                  <a:lnTo>
                    <a:pt x="429" y="9"/>
                  </a:lnTo>
                  <a:lnTo>
                    <a:pt x="429" y="9"/>
                  </a:lnTo>
                  <a:lnTo>
                    <a:pt x="431" y="8"/>
                  </a:lnTo>
                  <a:lnTo>
                    <a:pt x="429" y="9"/>
                  </a:lnTo>
                  <a:lnTo>
                    <a:pt x="429" y="10"/>
                  </a:lnTo>
                  <a:lnTo>
                    <a:pt x="431" y="8"/>
                  </a:lnTo>
                  <a:lnTo>
                    <a:pt x="429" y="10"/>
                  </a:lnTo>
                  <a:lnTo>
                    <a:pt x="430" y="10"/>
                  </a:lnTo>
                  <a:lnTo>
                    <a:pt x="431" y="9"/>
                  </a:lnTo>
                  <a:lnTo>
                    <a:pt x="429" y="10"/>
                  </a:lnTo>
                  <a:lnTo>
                    <a:pt x="430" y="10"/>
                  </a:lnTo>
                  <a:lnTo>
                    <a:pt x="432" y="10"/>
                  </a:lnTo>
                  <a:lnTo>
                    <a:pt x="430" y="10"/>
                  </a:lnTo>
                  <a:lnTo>
                    <a:pt x="430" y="11"/>
                  </a:lnTo>
                  <a:lnTo>
                    <a:pt x="432" y="10"/>
                  </a:lnTo>
                  <a:lnTo>
                    <a:pt x="430" y="11"/>
                  </a:lnTo>
                  <a:lnTo>
                    <a:pt x="430" y="11"/>
                  </a:lnTo>
                  <a:lnTo>
                    <a:pt x="432" y="11"/>
                  </a:lnTo>
                  <a:lnTo>
                    <a:pt x="430" y="11"/>
                  </a:lnTo>
                  <a:lnTo>
                    <a:pt x="430" y="11"/>
                  </a:lnTo>
                  <a:lnTo>
                    <a:pt x="432" y="11"/>
                  </a:lnTo>
                  <a:lnTo>
                    <a:pt x="430" y="11"/>
                  </a:lnTo>
                  <a:lnTo>
                    <a:pt x="430" y="23"/>
                  </a:lnTo>
                  <a:lnTo>
                    <a:pt x="434" y="23"/>
                  </a:lnTo>
                  <a:close/>
                  <a:moveTo>
                    <a:pt x="349" y="0"/>
                  </a:moveTo>
                  <a:lnTo>
                    <a:pt x="287" y="0"/>
                  </a:lnTo>
                  <a:lnTo>
                    <a:pt x="287" y="4"/>
                  </a:lnTo>
                  <a:lnTo>
                    <a:pt x="349" y="4"/>
                  </a:lnTo>
                  <a:lnTo>
                    <a:pt x="349" y="0"/>
                  </a:lnTo>
                  <a:close/>
                  <a:moveTo>
                    <a:pt x="250" y="0"/>
                  </a:moveTo>
                  <a:lnTo>
                    <a:pt x="189" y="0"/>
                  </a:lnTo>
                  <a:lnTo>
                    <a:pt x="189" y="4"/>
                  </a:lnTo>
                  <a:lnTo>
                    <a:pt x="250" y="4"/>
                  </a:lnTo>
                  <a:lnTo>
                    <a:pt x="250" y="0"/>
                  </a:lnTo>
                  <a:close/>
                  <a:moveTo>
                    <a:pt x="152" y="0"/>
                  </a:moveTo>
                  <a:lnTo>
                    <a:pt x="90" y="0"/>
                  </a:lnTo>
                  <a:lnTo>
                    <a:pt x="90" y="4"/>
                  </a:lnTo>
                  <a:lnTo>
                    <a:pt x="152" y="4"/>
                  </a:lnTo>
                  <a:lnTo>
                    <a:pt x="152" y="0"/>
                  </a:lnTo>
                  <a:close/>
                  <a:moveTo>
                    <a:pt x="53" y="0"/>
                  </a:moveTo>
                  <a:lnTo>
                    <a:pt x="24" y="0"/>
                  </a:lnTo>
                  <a:lnTo>
                    <a:pt x="22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3"/>
                  </a:lnTo>
                  <a:lnTo>
                    <a:pt x="7" y="3"/>
                  </a:lnTo>
                  <a:lnTo>
                    <a:pt x="6" y="4"/>
                  </a:lnTo>
                  <a:lnTo>
                    <a:pt x="5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4" y="18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3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3" y="9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4" y="8"/>
                  </a:lnTo>
                  <a:lnTo>
                    <a:pt x="5" y="10"/>
                  </a:lnTo>
                  <a:lnTo>
                    <a:pt x="5" y="9"/>
                  </a:lnTo>
                  <a:lnTo>
                    <a:pt x="4" y="8"/>
                  </a:lnTo>
                  <a:lnTo>
                    <a:pt x="5" y="9"/>
                  </a:lnTo>
                  <a:lnTo>
                    <a:pt x="6" y="9"/>
                  </a:lnTo>
                  <a:lnTo>
                    <a:pt x="5" y="7"/>
                  </a:lnTo>
                  <a:lnTo>
                    <a:pt x="6" y="9"/>
                  </a:lnTo>
                  <a:lnTo>
                    <a:pt x="7" y="8"/>
                  </a:lnTo>
                  <a:lnTo>
                    <a:pt x="5" y="6"/>
                  </a:lnTo>
                  <a:lnTo>
                    <a:pt x="7" y="8"/>
                  </a:lnTo>
                  <a:lnTo>
                    <a:pt x="7" y="8"/>
                  </a:lnTo>
                  <a:lnTo>
                    <a:pt x="8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9" y="5"/>
                  </a:lnTo>
                  <a:lnTo>
                    <a:pt x="20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4" y="4"/>
                  </a:lnTo>
                  <a:lnTo>
                    <a:pt x="53" y="4"/>
                  </a:lnTo>
                  <a:lnTo>
                    <a:pt x="53" y="0"/>
                  </a:lnTo>
                  <a:close/>
                  <a:moveTo>
                    <a:pt x="0" y="55"/>
                  </a:moveTo>
                  <a:lnTo>
                    <a:pt x="0" y="117"/>
                  </a:lnTo>
                  <a:lnTo>
                    <a:pt x="4" y="117"/>
                  </a:lnTo>
                  <a:lnTo>
                    <a:pt x="4" y="55"/>
                  </a:lnTo>
                  <a:lnTo>
                    <a:pt x="0" y="55"/>
                  </a:lnTo>
                  <a:close/>
                  <a:moveTo>
                    <a:pt x="0" y="154"/>
                  </a:moveTo>
                  <a:lnTo>
                    <a:pt x="0" y="178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" y="181"/>
                  </a:lnTo>
                  <a:lnTo>
                    <a:pt x="1" y="181"/>
                  </a:lnTo>
                  <a:lnTo>
                    <a:pt x="2" y="181"/>
                  </a:lnTo>
                  <a:lnTo>
                    <a:pt x="2" y="182"/>
                  </a:lnTo>
                  <a:lnTo>
                    <a:pt x="2" y="182"/>
                  </a:lnTo>
                  <a:lnTo>
                    <a:pt x="2" y="18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4" y="184"/>
                  </a:lnTo>
                  <a:lnTo>
                    <a:pt x="4" y="184"/>
                  </a:lnTo>
                  <a:lnTo>
                    <a:pt x="5" y="185"/>
                  </a:lnTo>
                  <a:lnTo>
                    <a:pt x="6" y="185"/>
                  </a:lnTo>
                  <a:lnTo>
                    <a:pt x="7" y="186"/>
                  </a:lnTo>
                  <a:lnTo>
                    <a:pt x="8" y="186"/>
                  </a:lnTo>
                  <a:lnTo>
                    <a:pt x="9" y="186"/>
                  </a:lnTo>
                  <a:lnTo>
                    <a:pt x="10" y="187"/>
                  </a:lnTo>
                  <a:lnTo>
                    <a:pt x="11" y="188"/>
                  </a:lnTo>
                  <a:lnTo>
                    <a:pt x="13" y="188"/>
                  </a:lnTo>
                  <a:lnTo>
                    <a:pt x="14" y="188"/>
                  </a:lnTo>
                  <a:lnTo>
                    <a:pt x="15" y="188"/>
                  </a:lnTo>
                  <a:lnTo>
                    <a:pt x="17" y="188"/>
                  </a:lnTo>
                  <a:lnTo>
                    <a:pt x="18" y="189"/>
                  </a:lnTo>
                  <a:lnTo>
                    <a:pt x="19" y="189"/>
                  </a:lnTo>
                  <a:lnTo>
                    <a:pt x="21" y="189"/>
                  </a:lnTo>
                  <a:lnTo>
                    <a:pt x="22" y="189"/>
                  </a:lnTo>
                  <a:lnTo>
                    <a:pt x="24" y="189"/>
                  </a:lnTo>
                  <a:lnTo>
                    <a:pt x="61" y="189"/>
                  </a:lnTo>
                  <a:lnTo>
                    <a:pt x="61" y="185"/>
                  </a:lnTo>
                  <a:lnTo>
                    <a:pt x="24" y="185"/>
                  </a:lnTo>
                  <a:lnTo>
                    <a:pt x="22" y="185"/>
                  </a:lnTo>
                  <a:lnTo>
                    <a:pt x="21" y="185"/>
                  </a:lnTo>
                  <a:lnTo>
                    <a:pt x="20" y="185"/>
                  </a:lnTo>
                  <a:lnTo>
                    <a:pt x="19" y="185"/>
                  </a:lnTo>
                  <a:lnTo>
                    <a:pt x="17" y="185"/>
                  </a:lnTo>
                  <a:lnTo>
                    <a:pt x="16" y="184"/>
                  </a:lnTo>
                  <a:lnTo>
                    <a:pt x="15" y="184"/>
                  </a:lnTo>
                  <a:lnTo>
                    <a:pt x="14" y="184"/>
                  </a:lnTo>
                  <a:lnTo>
                    <a:pt x="12" y="183"/>
                  </a:lnTo>
                  <a:lnTo>
                    <a:pt x="11" y="183"/>
                  </a:lnTo>
                  <a:lnTo>
                    <a:pt x="10" y="183"/>
                  </a:lnTo>
                  <a:lnTo>
                    <a:pt x="9" y="182"/>
                  </a:lnTo>
                  <a:lnTo>
                    <a:pt x="9" y="182"/>
                  </a:lnTo>
                  <a:lnTo>
                    <a:pt x="8" y="181"/>
                  </a:lnTo>
                  <a:lnTo>
                    <a:pt x="7" y="181"/>
                  </a:lnTo>
                  <a:lnTo>
                    <a:pt x="7" y="181"/>
                  </a:lnTo>
                  <a:lnTo>
                    <a:pt x="5" y="182"/>
                  </a:lnTo>
                  <a:lnTo>
                    <a:pt x="7" y="181"/>
                  </a:lnTo>
                  <a:lnTo>
                    <a:pt x="6" y="180"/>
                  </a:lnTo>
                  <a:lnTo>
                    <a:pt x="5" y="182"/>
                  </a:lnTo>
                  <a:lnTo>
                    <a:pt x="6" y="180"/>
                  </a:lnTo>
                  <a:lnTo>
                    <a:pt x="5" y="180"/>
                  </a:lnTo>
                  <a:lnTo>
                    <a:pt x="4" y="181"/>
                  </a:lnTo>
                  <a:lnTo>
                    <a:pt x="5" y="180"/>
                  </a:lnTo>
                  <a:lnTo>
                    <a:pt x="5" y="180"/>
                  </a:lnTo>
                  <a:lnTo>
                    <a:pt x="4" y="181"/>
                  </a:lnTo>
                  <a:lnTo>
                    <a:pt x="5" y="180"/>
                  </a:lnTo>
                  <a:lnTo>
                    <a:pt x="5" y="179"/>
                  </a:lnTo>
                  <a:lnTo>
                    <a:pt x="3" y="180"/>
                  </a:lnTo>
                  <a:lnTo>
                    <a:pt x="5" y="179"/>
                  </a:lnTo>
                  <a:lnTo>
                    <a:pt x="5" y="179"/>
                  </a:lnTo>
                  <a:lnTo>
                    <a:pt x="3" y="180"/>
                  </a:lnTo>
                  <a:lnTo>
                    <a:pt x="5" y="179"/>
                  </a:lnTo>
                  <a:lnTo>
                    <a:pt x="5" y="178"/>
                  </a:lnTo>
                  <a:lnTo>
                    <a:pt x="3" y="179"/>
                  </a:lnTo>
                  <a:lnTo>
                    <a:pt x="5" y="178"/>
                  </a:lnTo>
                  <a:lnTo>
                    <a:pt x="4" y="178"/>
                  </a:lnTo>
                  <a:lnTo>
                    <a:pt x="2" y="178"/>
                  </a:lnTo>
                  <a:lnTo>
                    <a:pt x="5" y="178"/>
                  </a:lnTo>
                  <a:lnTo>
                    <a:pt x="4" y="178"/>
                  </a:lnTo>
                  <a:lnTo>
                    <a:pt x="2" y="178"/>
                  </a:lnTo>
                  <a:lnTo>
                    <a:pt x="4" y="178"/>
                  </a:lnTo>
                  <a:lnTo>
                    <a:pt x="4" y="154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grpSp>
        <p:nvGrpSpPr>
          <p:cNvPr id="2030" name="组合 2029"/>
          <p:cNvGrpSpPr/>
          <p:nvPr/>
        </p:nvGrpSpPr>
        <p:grpSpPr>
          <a:xfrm rot="0">
            <a:off x="3122930" y="3460750"/>
            <a:ext cx="955675" cy="530225"/>
            <a:chOff x="2227263" y="2671764"/>
            <a:chExt cx="955675" cy="530225"/>
          </a:xfrm>
        </p:grpSpPr>
        <p:sp>
          <p:nvSpPr>
            <p:cNvPr id="1998" name="Freeform 742"/>
            <p:cNvSpPr/>
            <p:nvPr/>
          </p:nvSpPr>
          <p:spPr bwMode="auto">
            <a:xfrm>
              <a:off x="2227263" y="2671764"/>
              <a:ext cx="474663" cy="528638"/>
            </a:xfrm>
            <a:custGeom>
              <a:avLst/>
              <a:gdLst>
                <a:gd name="T0" fmla="*/ 0 w 299"/>
                <a:gd name="T1" fmla="*/ 331 h 333"/>
                <a:gd name="T2" fmla="*/ 7 w 299"/>
                <a:gd name="T3" fmla="*/ 328 h 333"/>
                <a:gd name="T4" fmla="*/ 13 w 299"/>
                <a:gd name="T5" fmla="*/ 324 h 333"/>
                <a:gd name="T6" fmla="*/ 19 w 299"/>
                <a:gd name="T7" fmla="*/ 314 h 333"/>
                <a:gd name="T8" fmla="*/ 25 w 299"/>
                <a:gd name="T9" fmla="*/ 225 h 333"/>
                <a:gd name="T10" fmla="*/ 31 w 299"/>
                <a:gd name="T11" fmla="*/ 0 h 333"/>
                <a:gd name="T12" fmla="*/ 37 w 299"/>
                <a:gd name="T13" fmla="*/ 280 h 333"/>
                <a:gd name="T14" fmla="*/ 43 w 299"/>
                <a:gd name="T15" fmla="*/ 290 h 333"/>
                <a:gd name="T16" fmla="*/ 49 w 299"/>
                <a:gd name="T17" fmla="*/ 277 h 333"/>
                <a:gd name="T18" fmla="*/ 55 w 299"/>
                <a:gd name="T19" fmla="*/ 199 h 333"/>
                <a:gd name="T20" fmla="*/ 61 w 299"/>
                <a:gd name="T21" fmla="*/ 162 h 333"/>
                <a:gd name="T22" fmla="*/ 67 w 299"/>
                <a:gd name="T23" fmla="*/ 307 h 333"/>
                <a:gd name="T24" fmla="*/ 74 w 299"/>
                <a:gd name="T25" fmla="*/ 326 h 333"/>
                <a:gd name="T26" fmla="*/ 80 w 299"/>
                <a:gd name="T27" fmla="*/ 316 h 333"/>
                <a:gd name="T28" fmla="*/ 86 w 299"/>
                <a:gd name="T29" fmla="*/ 247 h 333"/>
                <a:gd name="T30" fmla="*/ 92 w 299"/>
                <a:gd name="T31" fmla="*/ 240 h 333"/>
                <a:gd name="T32" fmla="*/ 98 w 299"/>
                <a:gd name="T33" fmla="*/ 299 h 333"/>
                <a:gd name="T34" fmla="*/ 104 w 299"/>
                <a:gd name="T35" fmla="*/ 304 h 333"/>
                <a:gd name="T36" fmla="*/ 110 w 299"/>
                <a:gd name="T37" fmla="*/ 310 h 333"/>
                <a:gd name="T38" fmla="*/ 116 w 299"/>
                <a:gd name="T39" fmla="*/ 270 h 333"/>
                <a:gd name="T40" fmla="*/ 122 w 299"/>
                <a:gd name="T41" fmla="*/ 311 h 333"/>
                <a:gd name="T42" fmla="*/ 128 w 299"/>
                <a:gd name="T43" fmla="*/ 326 h 333"/>
                <a:gd name="T44" fmla="*/ 134 w 299"/>
                <a:gd name="T45" fmla="*/ 323 h 333"/>
                <a:gd name="T46" fmla="*/ 140 w 299"/>
                <a:gd name="T47" fmla="*/ 317 h 333"/>
                <a:gd name="T48" fmla="*/ 146 w 299"/>
                <a:gd name="T49" fmla="*/ 287 h 333"/>
                <a:gd name="T50" fmla="*/ 153 w 299"/>
                <a:gd name="T51" fmla="*/ 329 h 333"/>
                <a:gd name="T52" fmla="*/ 159 w 299"/>
                <a:gd name="T53" fmla="*/ 333 h 333"/>
                <a:gd name="T54" fmla="*/ 165 w 299"/>
                <a:gd name="T55" fmla="*/ 317 h 333"/>
                <a:gd name="T56" fmla="*/ 171 w 299"/>
                <a:gd name="T57" fmla="*/ 321 h 333"/>
                <a:gd name="T58" fmla="*/ 177 w 299"/>
                <a:gd name="T59" fmla="*/ 264 h 333"/>
                <a:gd name="T60" fmla="*/ 183 w 299"/>
                <a:gd name="T61" fmla="*/ 285 h 333"/>
                <a:gd name="T62" fmla="*/ 189 w 299"/>
                <a:gd name="T63" fmla="*/ 317 h 333"/>
                <a:gd name="T64" fmla="*/ 195 w 299"/>
                <a:gd name="T65" fmla="*/ 330 h 333"/>
                <a:gd name="T66" fmla="*/ 201 w 299"/>
                <a:gd name="T67" fmla="*/ 332 h 333"/>
                <a:gd name="T68" fmla="*/ 207 w 299"/>
                <a:gd name="T69" fmla="*/ 310 h 333"/>
                <a:gd name="T70" fmla="*/ 213 w 299"/>
                <a:gd name="T71" fmla="*/ 325 h 333"/>
                <a:gd name="T72" fmla="*/ 220 w 299"/>
                <a:gd name="T73" fmla="*/ 329 h 333"/>
                <a:gd name="T74" fmla="*/ 225 w 299"/>
                <a:gd name="T75" fmla="*/ 332 h 333"/>
                <a:gd name="T76" fmla="*/ 232 w 299"/>
                <a:gd name="T77" fmla="*/ 332 h 333"/>
                <a:gd name="T78" fmla="*/ 238 w 299"/>
                <a:gd name="T79" fmla="*/ 326 h 333"/>
                <a:gd name="T80" fmla="*/ 244 w 299"/>
                <a:gd name="T81" fmla="*/ 329 h 333"/>
                <a:gd name="T82" fmla="*/ 250 w 299"/>
                <a:gd name="T83" fmla="*/ 331 h 333"/>
                <a:gd name="T84" fmla="*/ 256 w 299"/>
                <a:gd name="T85" fmla="*/ 332 h 333"/>
                <a:gd name="T86" fmla="*/ 262 w 299"/>
                <a:gd name="T87" fmla="*/ 328 h 333"/>
                <a:gd name="T88" fmla="*/ 268 w 299"/>
                <a:gd name="T89" fmla="*/ 326 h 333"/>
                <a:gd name="T90" fmla="*/ 274 w 299"/>
                <a:gd name="T91" fmla="*/ 332 h 333"/>
                <a:gd name="T92" fmla="*/ 280 w 299"/>
                <a:gd name="T93" fmla="*/ 331 h 333"/>
                <a:gd name="T94" fmla="*/ 286 w 299"/>
                <a:gd name="T95" fmla="*/ 329 h 333"/>
                <a:gd name="T96" fmla="*/ 292 w 299"/>
                <a:gd name="T97" fmla="*/ 323 h 333"/>
                <a:gd name="T98" fmla="*/ 299 w 299"/>
                <a:gd name="T99" fmla="*/ 326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99" h="333">
                  <a:moveTo>
                    <a:pt x="0" y="331"/>
                  </a:moveTo>
                  <a:lnTo>
                    <a:pt x="7" y="328"/>
                  </a:lnTo>
                  <a:lnTo>
                    <a:pt x="13" y="324"/>
                  </a:lnTo>
                  <a:lnTo>
                    <a:pt x="19" y="314"/>
                  </a:lnTo>
                  <a:lnTo>
                    <a:pt x="25" y="225"/>
                  </a:lnTo>
                  <a:lnTo>
                    <a:pt x="31" y="0"/>
                  </a:lnTo>
                  <a:lnTo>
                    <a:pt x="37" y="280"/>
                  </a:lnTo>
                  <a:lnTo>
                    <a:pt x="43" y="290"/>
                  </a:lnTo>
                  <a:lnTo>
                    <a:pt x="49" y="277"/>
                  </a:lnTo>
                  <a:lnTo>
                    <a:pt x="55" y="199"/>
                  </a:lnTo>
                  <a:lnTo>
                    <a:pt x="61" y="162"/>
                  </a:lnTo>
                  <a:lnTo>
                    <a:pt x="67" y="307"/>
                  </a:lnTo>
                  <a:lnTo>
                    <a:pt x="74" y="326"/>
                  </a:lnTo>
                  <a:lnTo>
                    <a:pt x="80" y="316"/>
                  </a:lnTo>
                  <a:lnTo>
                    <a:pt x="86" y="247"/>
                  </a:lnTo>
                  <a:lnTo>
                    <a:pt x="92" y="240"/>
                  </a:lnTo>
                  <a:lnTo>
                    <a:pt x="98" y="299"/>
                  </a:lnTo>
                  <a:lnTo>
                    <a:pt x="104" y="304"/>
                  </a:lnTo>
                  <a:lnTo>
                    <a:pt x="110" y="310"/>
                  </a:lnTo>
                  <a:lnTo>
                    <a:pt x="116" y="270"/>
                  </a:lnTo>
                  <a:lnTo>
                    <a:pt x="122" y="311"/>
                  </a:lnTo>
                  <a:lnTo>
                    <a:pt x="128" y="326"/>
                  </a:lnTo>
                  <a:lnTo>
                    <a:pt x="134" y="323"/>
                  </a:lnTo>
                  <a:lnTo>
                    <a:pt x="140" y="317"/>
                  </a:lnTo>
                  <a:lnTo>
                    <a:pt x="146" y="287"/>
                  </a:lnTo>
                  <a:lnTo>
                    <a:pt x="153" y="329"/>
                  </a:lnTo>
                  <a:lnTo>
                    <a:pt x="159" y="333"/>
                  </a:lnTo>
                  <a:lnTo>
                    <a:pt x="165" y="317"/>
                  </a:lnTo>
                  <a:lnTo>
                    <a:pt x="171" y="321"/>
                  </a:lnTo>
                  <a:lnTo>
                    <a:pt x="177" y="264"/>
                  </a:lnTo>
                  <a:lnTo>
                    <a:pt x="183" y="285"/>
                  </a:lnTo>
                  <a:lnTo>
                    <a:pt x="189" y="317"/>
                  </a:lnTo>
                  <a:lnTo>
                    <a:pt x="195" y="330"/>
                  </a:lnTo>
                  <a:lnTo>
                    <a:pt x="201" y="332"/>
                  </a:lnTo>
                  <a:lnTo>
                    <a:pt x="207" y="310"/>
                  </a:lnTo>
                  <a:lnTo>
                    <a:pt x="213" y="325"/>
                  </a:lnTo>
                  <a:lnTo>
                    <a:pt x="220" y="329"/>
                  </a:lnTo>
                  <a:lnTo>
                    <a:pt x="225" y="332"/>
                  </a:lnTo>
                  <a:lnTo>
                    <a:pt x="232" y="332"/>
                  </a:lnTo>
                  <a:lnTo>
                    <a:pt x="238" y="326"/>
                  </a:lnTo>
                  <a:lnTo>
                    <a:pt x="244" y="329"/>
                  </a:lnTo>
                  <a:lnTo>
                    <a:pt x="250" y="331"/>
                  </a:lnTo>
                  <a:lnTo>
                    <a:pt x="256" y="332"/>
                  </a:lnTo>
                  <a:lnTo>
                    <a:pt x="262" y="328"/>
                  </a:lnTo>
                  <a:lnTo>
                    <a:pt x="268" y="326"/>
                  </a:lnTo>
                  <a:lnTo>
                    <a:pt x="274" y="332"/>
                  </a:lnTo>
                  <a:lnTo>
                    <a:pt x="280" y="331"/>
                  </a:lnTo>
                  <a:lnTo>
                    <a:pt x="286" y="329"/>
                  </a:lnTo>
                  <a:lnTo>
                    <a:pt x="292" y="323"/>
                  </a:lnTo>
                  <a:lnTo>
                    <a:pt x="299" y="32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99" name="Freeform 743"/>
            <p:cNvSpPr/>
            <p:nvPr/>
          </p:nvSpPr>
          <p:spPr bwMode="auto">
            <a:xfrm>
              <a:off x="2690813" y="3151189"/>
              <a:ext cx="492125" cy="50800"/>
            </a:xfrm>
            <a:custGeom>
              <a:avLst/>
              <a:gdLst>
                <a:gd name="T0" fmla="*/ 0 w 310"/>
                <a:gd name="T1" fmla="*/ 21 h 32"/>
                <a:gd name="T2" fmla="*/ 7 w 310"/>
                <a:gd name="T3" fmla="*/ 24 h 32"/>
                <a:gd name="T4" fmla="*/ 13 w 310"/>
                <a:gd name="T5" fmla="*/ 32 h 32"/>
                <a:gd name="T6" fmla="*/ 18 w 310"/>
                <a:gd name="T7" fmla="*/ 31 h 32"/>
                <a:gd name="T8" fmla="*/ 25 w 310"/>
                <a:gd name="T9" fmla="*/ 31 h 32"/>
                <a:gd name="T10" fmla="*/ 31 w 310"/>
                <a:gd name="T11" fmla="*/ 29 h 32"/>
                <a:gd name="T12" fmla="*/ 37 w 310"/>
                <a:gd name="T13" fmla="*/ 32 h 32"/>
                <a:gd name="T14" fmla="*/ 43 w 310"/>
                <a:gd name="T15" fmla="*/ 32 h 32"/>
                <a:gd name="T16" fmla="*/ 49 w 310"/>
                <a:gd name="T17" fmla="*/ 31 h 32"/>
                <a:gd name="T18" fmla="*/ 55 w 310"/>
                <a:gd name="T19" fmla="*/ 31 h 32"/>
                <a:gd name="T20" fmla="*/ 61 w 310"/>
                <a:gd name="T21" fmla="*/ 29 h 32"/>
                <a:gd name="T22" fmla="*/ 67 w 310"/>
                <a:gd name="T23" fmla="*/ 23 h 32"/>
                <a:gd name="T24" fmla="*/ 73 w 310"/>
                <a:gd name="T25" fmla="*/ 30 h 32"/>
                <a:gd name="T26" fmla="*/ 79 w 310"/>
                <a:gd name="T27" fmla="*/ 30 h 32"/>
                <a:gd name="T28" fmla="*/ 85 w 310"/>
                <a:gd name="T29" fmla="*/ 31 h 32"/>
                <a:gd name="T30" fmla="*/ 92 w 310"/>
                <a:gd name="T31" fmla="*/ 27 h 32"/>
                <a:gd name="T32" fmla="*/ 98 w 310"/>
                <a:gd name="T33" fmla="*/ 31 h 32"/>
                <a:gd name="T34" fmla="*/ 104 w 310"/>
                <a:gd name="T35" fmla="*/ 30 h 32"/>
                <a:gd name="T36" fmla="*/ 110 w 310"/>
                <a:gd name="T37" fmla="*/ 29 h 32"/>
                <a:gd name="T38" fmla="*/ 116 w 310"/>
                <a:gd name="T39" fmla="*/ 25 h 32"/>
                <a:gd name="T40" fmla="*/ 122 w 310"/>
                <a:gd name="T41" fmla="*/ 29 h 32"/>
                <a:gd name="T42" fmla="*/ 128 w 310"/>
                <a:gd name="T43" fmla="*/ 29 h 32"/>
                <a:gd name="T44" fmla="*/ 134 w 310"/>
                <a:gd name="T45" fmla="*/ 27 h 32"/>
                <a:gd name="T46" fmla="*/ 140 w 310"/>
                <a:gd name="T47" fmla="*/ 24 h 32"/>
                <a:gd name="T48" fmla="*/ 146 w 310"/>
                <a:gd name="T49" fmla="*/ 0 h 32"/>
                <a:gd name="T50" fmla="*/ 152 w 310"/>
                <a:gd name="T51" fmla="*/ 32 h 32"/>
                <a:gd name="T52" fmla="*/ 158 w 310"/>
                <a:gd name="T53" fmla="*/ 31 h 32"/>
                <a:gd name="T54" fmla="*/ 164 w 310"/>
                <a:gd name="T55" fmla="*/ 31 h 32"/>
                <a:gd name="T56" fmla="*/ 171 w 310"/>
                <a:gd name="T57" fmla="*/ 30 h 32"/>
                <a:gd name="T58" fmla="*/ 177 w 310"/>
                <a:gd name="T59" fmla="*/ 25 h 32"/>
                <a:gd name="T60" fmla="*/ 183 w 310"/>
                <a:gd name="T61" fmla="*/ 31 h 32"/>
                <a:gd name="T62" fmla="*/ 189 w 310"/>
                <a:gd name="T63" fmla="*/ 30 h 32"/>
                <a:gd name="T64" fmla="*/ 195 w 310"/>
                <a:gd name="T65" fmla="*/ 32 h 32"/>
                <a:gd name="T66" fmla="*/ 201 w 310"/>
                <a:gd name="T67" fmla="*/ 32 h 32"/>
                <a:gd name="T68" fmla="*/ 207 w 310"/>
                <a:gd name="T69" fmla="*/ 29 h 32"/>
                <a:gd name="T70" fmla="*/ 213 w 310"/>
                <a:gd name="T71" fmla="*/ 32 h 32"/>
                <a:gd name="T72" fmla="*/ 219 w 310"/>
                <a:gd name="T73" fmla="*/ 32 h 32"/>
                <a:gd name="T74" fmla="*/ 225 w 310"/>
                <a:gd name="T75" fmla="*/ 31 h 32"/>
                <a:gd name="T76" fmla="*/ 231 w 310"/>
                <a:gd name="T77" fmla="*/ 32 h 32"/>
                <a:gd name="T78" fmla="*/ 238 w 310"/>
                <a:gd name="T79" fmla="*/ 28 h 32"/>
                <a:gd name="T80" fmla="*/ 243 w 310"/>
                <a:gd name="T81" fmla="*/ 30 h 32"/>
                <a:gd name="T82" fmla="*/ 250 w 310"/>
                <a:gd name="T83" fmla="*/ 29 h 32"/>
                <a:gd name="T84" fmla="*/ 256 w 310"/>
                <a:gd name="T85" fmla="*/ 30 h 32"/>
                <a:gd name="T86" fmla="*/ 262 w 310"/>
                <a:gd name="T87" fmla="*/ 27 h 32"/>
                <a:gd name="T88" fmla="*/ 268 w 310"/>
                <a:gd name="T89" fmla="*/ 26 h 32"/>
                <a:gd name="T90" fmla="*/ 274 w 310"/>
                <a:gd name="T91" fmla="*/ 30 h 32"/>
                <a:gd name="T92" fmla="*/ 280 w 310"/>
                <a:gd name="T93" fmla="*/ 31 h 32"/>
                <a:gd name="T94" fmla="*/ 286 w 310"/>
                <a:gd name="T95" fmla="*/ 32 h 32"/>
                <a:gd name="T96" fmla="*/ 292 w 310"/>
                <a:gd name="T97" fmla="*/ 26 h 32"/>
                <a:gd name="T98" fmla="*/ 298 w 310"/>
                <a:gd name="T99" fmla="*/ 31 h 32"/>
                <a:gd name="T100" fmla="*/ 304 w 310"/>
                <a:gd name="T101" fmla="*/ 32 h 32"/>
                <a:gd name="T102" fmla="*/ 310 w 310"/>
                <a:gd name="T10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0" h="32">
                  <a:moveTo>
                    <a:pt x="0" y="21"/>
                  </a:moveTo>
                  <a:lnTo>
                    <a:pt x="7" y="24"/>
                  </a:lnTo>
                  <a:lnTo>
                    <a:pt x="13" y="32"/>
                  </a:lnTo>
                  <a:lnTo>
                    <a:pt x="18" y="31"/>
                  </a:lnTo>
                  <a:lnTo>
                    <a:pt x="25" y="31"/>
                  </a:lnTo>
                  <a:lnTo>
                    <a:pt x="31" y="29"/>
                  </a:lnTo>
                  <a:lnTo>
                    <a:pt x="37" y="32"/>
                  </a:lnTo>
                  <a:lnTo>
                    <a:pt x="43" y="32"/>
                  </a:lnTo>
                  <a:lnTo>
                    <a:pt x="49" y="31"/>
                  </a:lnTo>
                  <a:lnTo>
                    <a:pt x="55" y="31"/>
                  </a:lnTo>
                  <a:lnTo>
                    <a:pt x="61" y="29"/>
                  </a:lnTo>
                  <a:lnTo>
                    <a:pt x="67" y="23"/>
                  </a:lnTo>
                  <a:lnTo>
                    <a:pt x="73" y="30"/>
                  </a:lnTo>
                  <a:lnTo>
                    <a:pt x="79" y="30"/>
                  </a:lnTo>
                  <a:lnTo>
                    <a:pt x="85" y="31"/>
                  </a:lnTo>
                  <a:lnTo>
                    <a:pt x="92" y="27"/>
                  </a:lnTo>
                  <a:lnTo>
                    <a:pt x="98" y="31"/>
                  </a:lnTo>
                  <a:lnTo>
                    <a:pt x="104" y="30"/>
                  </a:lnTo>
                  <a:lnTo>
                    <a:pt x="110" y="29"/>
                  </a:lnTo>
                  <a:lnTo>
                    <a:pt x="116" y="25"/>
                  </a:lnTo>
                  <a:lnTo>
                    <a:pt x="122" y="29"/>
                  </a:lnTo>
                  <a:lnTo>
                    <a:pt x="128" y="29"/>
                  </a:lnTo>
                  <a:lnTo>
                    <a:pt x="134" y="27"/>
                  </a:lnTo>
                  <a:lnTo>
                    <a:pt x="140" y="24"/>
                  </a:lnTo>
                  <a:lnTo>
                    <a:pt x="146" y="0"/>
                  </a:lnTo>
                  <a:lnTo>
                    <a:pt x="152" y="32"/>
                  </a:lnTo>
                  <a:lnTo>
                    <a:pt x="158" y="31"/>
                  </a:lnTo>
                  <a:lnTo>
                    <a:pt x="164" y="31"/>
                  </a:lnTo>
                  <a:lnTo>
                    <a:pt x="171" y="30"/>
                  </a:lnTo>
                  <a:lnTo>
                    <a:pt x="177" y="25"/>
                  </a:lnTo>
                  <a:lnTo>
                    <a:pt x="183" y="31"/>
                  </a:lnTo>
                  <a:lnTo>
                    <a:pt x="189" y="30"/>
                  </a:lnTo>
                  <a:lnTo>
                    <a:pt x="195" y="32"/>
                  </a:lnTo>
                  <a:lnTo>
                    <a:pt x="201" y="32"/>
                  </a:lnTo>
                  <a:lnTo>
                    <a:pt x="207" y="29"/>
                  </a:lnTo>
                  <a:lnTo>
                    <a:pt x="213" y="32"/>
                  </a:lnTo>
                  <a:lnTo>
                    <a:pt x="219" y="32"/>
                  </a:lnTo>
                  <a:lnTo>
                    <a:pt x="225" y="31"/>
                  </a:lnTo>
                  <a:lnTo>
                    <a:pt x="231" y="32"/>
                  </a:lnTo>
                  <a:lnTo>
                    <a:pt x="238" y="28"/>
                  </a:lnTo>
                  <a:lnTo>
                    <a:pt x="243" y="30"/>
                  </a:lnTo>
                  <a:lnTo>
                    <a:pt x="250" y="29"/>
                  </a:lnTo>
                  <a:lnTo>
                    <a:pt x="256" y="30"/>
                  </a:lnTo>
                  <a:lnTo>
                    <a:pt x="262" y="27"/>
                  </a:lnTo>
                  <a:lnTo>
                    <a:pt x="268" y="26"/>
                  </a:lnTo>
                  <a:lnTo>
                    <a:pt x="274" y="30"/>
                  </a:lnTo>
                  <a:lnTo>
                    <a:pt x="280" y="31"/>
                  </a:lnTo>
                  <a:lnTo>
                    <a:pt x="286" y="32"/>
                  </a:lnTo>
                  <a:lnTo>
                    <a:pt x="292" y="26"/>
                  </a:lnTo>
                  <a:lnTo>
                    <a:pt x="298" y="31"/>
                  </a:lnTo>
                  <a:lnTo>
                    <a:pt x="304" y="32"/>
                  </a:lnTo>
                  <a:lnTo>
                    <a:pt x="310" y="3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00" name="Line 744"/>
            <p:cNvSpPr>
              <a:spLocks noChangeShapeType="1"/>
            </p:cNvSpPr>
            <p:nvPr/>
          </p:nvSpPr>
          <p:spPr bwMode="auto">
            <a:xfrm>
              <a:off x="3173413" y="3201989"/>
              <a:ext cx="9525" cy="0"/>
            </a:xfrm>
            <a:prstGeom prst="line">
              <a:avLst/>
            </a:pr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grpSp>
        <p:nvGrpSpPr>
          <p:cNvPr id="2031" name="组合 2030"/>
          <p:cNvGrpSpPr/>
          <p:nvPr/>
        </p:nvGrpSpPr>
        <p:grpSpPr>
          <a:xfrm rot="0">
            <a:off x="3148965" y="4432300"/>
            <a:ext cx="955675" cy="500380"/>
            <a:chOff x="2227263" y="3602039"/>
            <a:chExt cx="955675" cy="500063"/>
          </a:xfrm>
        </p:grpSpPr>
        <p:sp>
          <p:nvSpPr>
            <p:cNvPr id="2001" name="Freeform 745"/>
            <p:cNvSpPr/>
            <p:nvPr/>
          </p:nvSpPr>
          <p:spPr bwMode="auto">
            <a:xfrm>
              <a:off x="2227263" y="3602039"/>
              <a:ext cx="474663" cy="500063"/>
            </a:xfrm>
            <a:custGeom>
              <a:avLst/>
              <a:gdLst>
                <a:gd name="T0" fmla="*/ 0 w 299"/>
                <a:gd name="T1" fmla="*/ 307 h 315"/>
                <a:gd name="T2" fmla="*/ 7 w 299"/>
                <a:gd name="T3" fmla="*/ 274 h 315"/>
                <a:gd name="T4" fmla="*/ 13 w 299"/>
                <a:gd name="T5" fmla="*/ 299 h 315"/>
                <a:gd name="T6" fmla="*/ 19 w 299"/>
                <a:gd name="T7" fmla="*/ 287 h 315"/>
                <a:gd name="T8" fmla="*/ 25 w 299"/>
                <a:gd name="T9" fmla="*/ 260 h 315"/>
                <a:gd name="T10" fmla="*/ 31 w 299"/>
                <a:gd name="T11" fmla="*/ 125 h 315"/>
                <a:gd name="T12" fmla="*/ 37 w 299"/>
                <a:gd name="T13" fmla="*/ 293 h 315"/>
                <a:gd name="T14" fmla="*/ 43 w 299"/>
                <a:gd name="T15" fmla="*/ 276 h 315"/>
                <a:gd name="T16" fmla="*/ 49 w 299"/>
                <a:gd name="T17" fmla="*/ 164 h 315"/>
                <a:gd name="T18" fmla="*/ 55 w 299"/>
                <a:gd name="T19" fmla="*/ 81 h 315"/>
                <a:gd name="T20" fmla="*/ 61 w 299"/>
                <a:gd name="T21" fmla="*/ 0 h 315"/>
                <a:gd name="T22" fmla="*/ 67 w 299"/>
                <a:gd name="T23" fmla="*/ 211 h 315"/>
                <a:gd name="T24" fmla="*/ 74 w 299"/>
                <a:gd name="T25" fmla="*/ 310 h 315"/>
                <a:gd name="T26" fmla="*/ 80 w 299"/>
                <a:gd name="T27" fmla="*/ 304 h 315"/>
                <a:gd name="T28" fmla="*/ 86 w 299"/>
                <a:gd name="T29" fmla="*/ 268 h 315"/>
                <a:gd name="T30" fmla="*/ 92 w 299"/>
                <a:gd name="T31" fmla="*/ 281 h 315"/>
                <a:gd name="T32" fmla="*/ 98 w 299"/>
                <a:gd name="T33" fmla="*/ 274 h 315"/>
                <a:gd name="T34" fmla="*/ 104 w 299"/>
                <a:gd name="T35" fmla="*/ 296 h 315"/>
                <a:gd name="T36" fmla="*/ 110 w 299"/>
                <a:gd name="T37" fmla="*/ 287 h 315"/>
                <a:gd name="T38" fmla="*/ 116 w 299"/>
                <a:gd name="T39" fmla="*/ 239 h 315"/>
                <a:gd name="T40" fmla="*/ 122 w 299"/>
                <a:gd name="T41" fmla="*/ 299 h 315"/>
                <a:gd name="T42" fmla="*/ 128 w 299"/>
                <a:gd name="T43" fmla="*/ 307 h 315"/>
                <a:gd name="T44" fmla="*/ 134 w 299"/>
                <a:gd name="T45" fmla="*/ 303 h 315"/>
                <a:gd name="T46" fmla="*/ 140 w 299"/>
                <a:gd name="T47" fmla="*/ 307 h 315"/>
                <a:gd name="T48" fmla="*/ 146 w 299"/>
                <a:gd name="T49" fmla="*/ 303 h 315"/>
                <a:gd name="T50" fmla="*/ 153 w 299"/>
                <a:gd name="T51" fmla="*/ 297 h 315"/>
                <a:gd name="T52" fmla="*/ 159 w 299"/>
                <a:gd name="T53" fmla="*/ 294 h 315"/>
                <a:gd name="T54" fmla="*/ 165 w 299"/>
                <a:gd name="T55" fmla="*/ 291 h 315"/>
                <a:gd name="T56" fmla="*/ 171 w 299"/>
                <a:gd name="T57" fmla="*/ 315 h 315"/>
                <a:gd name="T58" fmla="*/ 177 w 299"/>
                <a:gd name="T59" fmla="*/ 302 h 315"/>
                <a:gd name="T60" fmla="*/ 183 w 299"/>
                <a:gd name="T61" fmla="*/ 291 h 315"/>
                <a:gd name="T62" fmla="*/ 189 w 299"/>
                <a:gd name="T63" fmla="*/ 309 h 315"/>
                <a:gd name="T64" fmla="*/ 195 w 299"/>
                <a:gd name="T65" fmla="*/ 311 h 315"/>
                <a:gd name="T66" fmla="*/ 201 w 299"/>
                <a:gd name="T67" fmla="*/ 313 h 315"/>
                <a:gd name="T68" fmla="*/ 207 w 299"/>
                <a:gd name="T69" fmla="*/ 283 h 315"/>
                <a:gd name="T70" fmla="*/ 213 w 299"/>
                <a:gd name="T71" fmla="*/ 293 h 315"/>
                <a:gd name="T72" fmla="*/ 220 w 299"/>
                <a:gd name="T73" fmla="*/ 308 h 315"/>
                <a:gd name="T74" fmla="*/ 225 w 299"/>
                <a:gd name="T75" fmla="*/ 308 h 315"/>
                <a:gd name="T76" fmla="*/ 232 w 299"/>
                <a:gd name="T77" fmla="*/ 284 h 315"/>
                <a:gd name="T78" fmla="*/ 238 w 299"/>
                <a:gd name="T79" fmla="*/ 284 h 315"/>
                <a:gd name="T80" fmla="*/ 244 w 299"/>
                <a:gd name="T81" fmla="*/ 310 h 315"/>
                <a:gd name="T82" fmla="*/ 250 w 299"/>
                <a:gd name="T83" fmla="*/ 305 h 315"/>
                <a:gd name="T84" fmla="*/ 256 w 299"/>
                <a:gd name="T85" fmla="*/ 302 h 315"/>
                <a:gd name="T86" fmla="*/ 262 w 299"/>
                <a:gd name="T87" fmla="*/ 220 h 315"/>
                <a:gd name="T88" fmla="*/ 268 w 299"/>
                <a:gd name="T89" fmla="*/ 305 h 315"/>
                <a:gd name="T90" fmla="*/ 274 w 299"/>
                <a:gd name="T91" fmla="*/ 302 h 315"/>
                <a:gd name="T92" fmla="*/ 280 w 299"/>
                <a:gd name="T93" fmla="*/ 292 h 315"/>
                <a:gd name="T94" fmla="*/ 286 w 299"/>
                <a:gd name="T95" fmla="*/ 309 h 315"/>
                <a:gd name="T96" fmla="*/ 292 w 299"/>
                <a:gd name="T97" fmla="*/ 309 h 315"/>
                <a:gd name="T98" fmla="*/ 299 w 299"/>
                <a:gd name="T99" fmla="*/ 283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99" h="315">
                  <a:moveTo>
                    <a:pt x="0" y="307"/>
                  </a:moveTo>
                  <a:lnTo>
                    <a:pt x="7" y="274"/>
                  </a:lnTo>
                  <a:lnTo>
                    <a:pt x="13" y="299"/>
                  </a:lnTo>
                  <a:lnTo>
                    <a:pt x="19" y="287"/>
                  </a:lnTo>
                  <a:lnTo>
                    <a:pt x="25" y="260"/>
                  </a:lnTo>
                  <a:lnTo>
                    <a:pt x="31" y="125"/>
                  </a:lnTo>
                  <a:lnTo>
                    <a:pt x="37" y="293"/>
                  </a:lnTo>
                  <a:lnTo>
                    <a:pt x="43" y="276"/>
                  </a:lnTo>
                  <a:lnTo>
                    <a:pt x="49" y="164"/>
                  </a:lnTo>
                  <a:lnTo>
                    <a:pt x="55" y="81"/>
                  </a:lnTo>
                  <a:lnTo>
                    <a:pt x="61" y="0"/>
                  </a:lnTo>
                  <a:lnTo>
                    <a:pt x="67" y="211"/>
                  </a:lnTo>
                  <a:lnTo>
                    <a:pt x="74" y="310"/>
                  </a:lnTo>
                  <a:lnTo>
                    <a:pt x="80" y="304"/>
                  </a:lnTo>
                  <a:lnTo>
                    <a:pt x="86" y="268"/>
                  </a:lnTo>
                  <a:lnTo>
                    <a:pt x="92" y="281"/>
                  </a:lnTo>
                  <a:lnTo>
                    <a:pt x="98" y="274"/>
                  </a:lnTo>
                  <a:lnTo>
                    <a:pt x="104" y="296"/>
                  </a:lnTo>
                  <a:lnTo>
                    <a:pt x="110" y="287"/>
                  </a:lnTo>
                  <a:lnTo>
                    <a:pt x="116" y="239"/>
                  </a:lnTo>
                  <a:lnTo>
                    <a:pt x="122" y="299"/>
                  </a:lnTo>
                  <a:lnTo>
                    <a:pt x="128" y="307"/>
                  </a:lnTo>
                  <a:lnTo>
                    <a:pt x="134" y="303"/>
                  </a:lnTo>
                  <a:lnTo>
                    <a:pt x="140" y="307"/>
                  </a:lnTo>
                  <a:lnTo>
                    <a:pt x="146" y="303"/>
                  </a:lnTo>
                  <a:lnTo>
                    <a:pt x="153" y="297"/>
                  </a:lnTo>
                  <a:lnTo>
                    <a:pt x="159" y="294"/>
                  </a:lnTo>
                  <a:lnTo>
                    <a:pt x="165" y="291"/>
                  </a:lnTo>
                  <a:lnTo>
                    <a:pt x="171" y="315"/>
                  </a:lnTo>
                  <a:lnTo>
                    <a:pt x="177" y="302"/>
                  </a:lnTo>
                  <a:lnTo>
                    <a:pt x="183" y="291"/>
                  </a:lnTo>
                  <a:lnTo>
                    <a:pt x="189" y="309"/>
                  </a:lnTo>
                  <a:lnTo>
                    <a:pt x="195" y="311"/>
                  </a:lnTo>
                  <a:lnTo>
                    <a:pt x="201" y="313"/>
                  </a:lnTo>
                  <a:lnTo>
                    <a:pt x="207" y="283"/>
                  </a:lnTo>
                  <a:lnTo>
                    <a:pt x="213" y="293"/>
                  </a:lnTo>
                  <a:lnTo>
                    <a:pt x="220" y="308"/>
                  </a:lnTo>
                  <a:lnTo>
                    <a:pt x="225" y="308"/>
                  </a:lnTo>
                  <a:lnTo>
                    <a:pt x="232" y="284"/>
                  </a:lnTo>
                  <a:lnTo>
                    <a:pt x="238" y="284"/>
                  </a:lnTo>
                  <a:lnTo>
                    <a:pt x="244" y="310"/>
                  </a:lnTo>
                  <a:lnTo>
                    <a:pt x="250" y="305"/>
                  </a:lnTo>
                  <a:lnTo>
                    <a:pt x="256" y="302"/>
                  </a:lnTo>
                  <a:lnTo>
                    <a:pt x="262" y="220"/>
                  </a:lnTo>
                  <a:lnTo>
                    <a:pt x="268" y="305"/>
                  </a:lnTo>
                  <a:lnTo>
                    <a:pt x="274" y="302"/>
                  </a:lnTo>
                  <a:lnTo>
                    <a:pt x="280" y="292"/>
                  </a:lnTo>
                  <a:lnTo>
                    <a:pt x="286" y="309"/>
                  </a:lnTo>
                  <a:lnTo>
                    <a:pt x="292" y="309"/>
                  </a:lnTo>
                  <a:lnTo>
                    <a:pt x="299" y="28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02" name="Freeform 746"/>
            <p:cNvSpPr/>
            <p:nvPr/>
          </p:nvSpPr>
          <p:spPr bwMode="auto">
            <a:xfrm>
              <a:off x="2690813" y="3919539"/>
              <a:ext cx="492125" cy="180975"/>
            </a:xfrm>
            <a:custGeom>
              <a:avLst/>
              <a:gdLst>
                <a:gd name="T0" fmla="*/ 0 w 310"/>
                <a:gd name="T1" fmla="*/ 109 h 114"/>
                <a:gd name="T2" fmla="*/ 7 w 310"/>
                <a:gd name="T3" fmla="*/ 83 h 114"/>
                <a:gd name="T4" fmla="*/ 13 w 310"/>
                <a:gd name="T5" fmla="*/ 93 h 114"/>
                <a:gd name="T6" fmla="*/ 18 w 310"/>
                <a:gd name="T7" fmla="*/ 114 h 114"/>
                <a:gd name="T8" fmla="*/ 25 w 310"/>
                <a:gd name="T9" fmla="*/ 110 h 114"/>
                <a:gd name="T10" fmla="*/ 31 w 310"/>
                <a:gd name="T11" fmla="*/ 98 h 114"/>
                <a:gd name="T12" fmla="*/ 37 w 310"/>
                <a:gd name="T13" fmla="*/ 89 h 114"/>
                <a:gd name="T14" fmla="*/ 43 w 310"/>
                <a:gd name="T15" fmla="*/ 100 h 114"/>
                <a:gd name="T16" fmla="*/ 49 w 310"/>
                <a:gd name="T17" fmla="*/ 91 h 114"/>
                <a:gd name="T18" fmla="*/ 55 w 310"/>
                <a:gd name="T19" fmla="*/ 93 h 114"/>
                <a:gd name="T20" fmla="*/ 61 w 310"/>
                <a:gd name="T21" fmla="*/ 73 h 114"/>
                <a:gd name="T22" fmla="*/ 67 w 310"/>
                <a:gd name="T23" fmla="*/ 72 h 114"/>
                <a:gd name="T24" fmla="*/ 73 w 310"/>
                <a:gd name="T25" fmla="*/ 88 h 114"/>
                <a:gd name="T26" fmla="*/ 79 w 310"/>
                <a:gd name="T27" fmla="*/ 88 h 114"/>
                <a:gd name="T28" fmla="*/ 85 w 310"/>
                <a:gd name="T29" fmla="*/ 91 h 114"/>
                <a:gd name="T30" fmla="*/ 92 w 310"/>
                <a:gd name="T31" fmla="*/ 42 h 114"/>
                <a:gd name="T32" fmla="*/ 98 w 310"/>
                <a:gd name="T33" fmla="*/ 86 h 114"/>
                <a:gd name="T34" fmla="*/ 104 w 310"/>
                <a:gd name="T35" fmla="*/ 97 h 114"/>
                <a:gd name="T36" fmla="*/ 110 w 310"/>
                <a:gd name="T37" fmla="*/ 96 h 114"/>
                <a:gd name="T38" fmla="*/ 116 w 310"/>
                <a:gd name="T39" fmla="*/ 76 h 114"/>
                <a:gd name="T40" fmla="*/ 122 w 310"/>
                <a:gd name="T41" fmla="*/ 97 h 114"/>
                <a:gd name="T42" fmla="*/ 128 w 310"/>
                <a:gd name="T43" fmla="*/ 68 h 114"/>
                <a:gd name="T44" fmla="*/ 134 w 310"/>
                <a:gd name="T45" fmla="*/ 98 h 114"/>
                <a:gd name="T46" fmla="*/ 140 w 310"/>
                <a:gd name="T47" fmla="*/ 87 h 114"/>
                <a:gd name="T48" fmla="*/ 146 w 310"/>
                <a:gd name="T49" fmla="*/ 92 h 114"/>
                <a:gd name="T50" fmla="*/ 152 w 310"/>
                <a:gd name="T51" fmla="*/ 73 h 114"/>
                <a:gd name="T52" fmla="*/ 158 w 310"/>
                <a:gd name="T53" fmla="*/ 93 h 114"/>
                <a:gd name="T54" fmla="*/ 164 w 310"/>
                <a:gd name="T55" fmla="*/ 85 h 114"/>
                <a:gd name="T56" fmla="*/ 171 w 310"/>
                <a:gd name="T57" fmla="*/ 92 h 114"/>
                <a:gd name="T58" fmla="*/ 177 w 310"/>
                <a:gd name="T59" fmla="*/ 31 h 114"/>
                <a:gd name="T60" fmla="*/ 183 w 310"/>
                <a:gd name="T61" fmla="*/ 54 h 114"/>
                <a:gd name="T62" fmla="*/ 189 w 310"/>
                <a:gd name="T63" fmla="*/ 11 h 114"/>
                <a:gd name="T64" fmla="*/ 195 w 310"/>
                <a:gd name="T65" fmla="*/ 57 h 114"/>
                <a:gd name="T66" fmla="*/ 201 w 310"/>
                <a:gd name="T67" fmla="*/ 66 h 114"/>
                <a:gd name="T68" fmla="*/ 207 w 310"/>
                <a:gd name="T69" fmla="*/ 0 h 114"/>
                <a:gd name="T70" fmla="*/ 213 w 310"/>
                <a:gd name="T71" fmla="*/ 49 h 114"/>
                <a:gd name="T72" fmla="*/ 219 w 310"/>
                <a:gd name="T73" fmla="*/ 47 h 114"/>
                <a:gd name="T74" fmla="*/ 225 w 310"/>
                <a:gd name="T75" fmla="*/ 63 h 114"/>
                <a:gd name="T76" fmla="*/ 231 w 310"/>
                <a:gd name="T77" fmla="*/ 16 h 114"/>
                <a:gd name="T78" fmla="*/ 238 w 310"/>
                <a:gd name="T79" fmla="*/ 70 h 114"/>
                <a:gd name="T80" fmla="*/ 243 w 310"/>
                <a:gd name="T81" fmla="*/ 90 h 114"/>
                <a:gd name="T82" fmla="*/ 250 w 310"/>
                <a:gd name="T83" fmla="*/ 75 h 114"/>
                <a:gd name="T84" fmla="*/ 256 w 310"/>
                <a:gd name="T85" fmla="*/ 68 h 114"/>
                <a:gd name="T86" fmla="*/ 262 w 310"/>
                <a:gd name="T87" fmla="*/ 98 h 114"/>
                <a:gd name="T88" fmla="*/ 268 w 310"/>
                <a:gd name="T89" fmla="*/ 83 h 114"/>
                <a:gd name="T90" fmla="*/ 274 w 310"/>
                <a:gd name="T91" fmla="*/ 107 h 114"/>
                <a:gd name="T92" fmla="*/ 280 w 310"/>
                <a:gd name="T93" fmla="*/ 107 h 114"/>
                <a:gd name="T94" fmla="*/ 286 w 310"/>
                <a:gd name="T95" fmla="*/ 102 h 114"/>
                <a:gd name="T96" fmla="*/ 292 w 310"/>
                <a:gd name="T97" fmla="*/ 87 h 114"/>
                <a:gd name="T98" fmla="*/ 298 w 310"/>
                <a:gd name="T99" fmla="*/ 34 h 114"/>
                <a:gd name="T100" fmla="*/ 304 w 310"/>
                <a:gd name="T101" fmla="*/ 102 h 114"/>
                <a:gd name="T102" fmla="*/ 310 w 310"/>
                <a:gd name="T103" fmla="*/ 75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0" h="114">
                  <a:moveTo>
                    <a:pt x="0" y="109"/>
                  </a:moveTo>
                  <a:lnTo>
                    <a:pt x="7" y="83"/>
                  </a:lnTo>
                  <a:lnTo>
                    <a:pt x="13" y="93"/>
                  </a:lnTo>
                  <a:lnTo>
                    <a:pt x="18" y="114"/>
                  </a:lnTo>
                  <a:lnTo>
                    <a:pt x="25" y="110"/>
                  </a:lnTo>
                  <a:lnTo>
                    <a:pt x="31" y="98"/>
                  </a:lnTo>
                  <a:lnTo>
                    <a:pt x="37" y="89"/>
                  </a:lnTo>
                  <a:lnTo>
                    <a:pt x="43" y="100"/>
                  </a:lnTo>
                  <a:lnTo>
                    <a:pt x="49" y="91"/>
                  </a:lnTo>
                  <a:lnTo>
                    <a:pt x="55" y="93"/>
                  </a:lnTo>
                  <a:lnTo>
                    <a:pt x="61" y="73"/>
                  </a:lnTo>
                  <a:lnTo>
                    <a:pt x="67" y="72"/>
                  </a:lnTo>
                  <a:lnTo>
                    <a:pt x="73" y="88"/>
                  </a:lnTo>
                  <a:lnTo>
                    <a:pt x="79" y="88"/>
                  </a:lnTo>
                  <a:lnTo>
                    <a:pt x="85" y="91"/>
                  </a:lnTo>
                  <a:lnTo>
                    <a:pt x="92" y="42"/>
                  </a:lnTo>
                  <a:lnTo>
                    <a:pt x="98" y="86"/>
                  </a:lnTo>
                  <a:lnTo>
                    <a:pt x="104" y="97"/>
                  </a:lnTo>
                  <a:lnTo>
                    <a:pt x="110" y="96"/>
                  </a:lnTo>
                  <a:lnTo>
                    <a:pt x="116" y="76"/>
                  </a:lnTo>
                  <a:lnTo>
                    <a:pt x="122" y="97"/>
                  </a:lnTo>
                  <a:lnTo>
                    <a:pt x="128" y="68"/>
                  </a:lnTo>
                  <a:lnTo>
                    <a:pt x="134" y="98"/>
                  </a:lnTo>
                  <a:lnTo>
                    <a:pt x="140" y="87"/>
                  </a:lnTo>
                  <a:lnTo>
                    <a:pt x="146" y="92"/>
                  </a:lnTo>
                  <a:lnTo>
                    <a:pt x="152" y="73"/>
                  </a:lnTo>
                  <a:lnTo>
                    <a:pt x="158" y="93"/>
                  </a:lnTo>
                  <a:lnTo>
                    <a:pt x="164" y="85"/>
                  </a:lnTo>
                  <a:lnTo>
                    <a:pt x="171" y="92"/>
                  </a:lnTo>
                  <a:lnTo>
                    <a:pt x="177" y="31"/>
                  </a:lnTo>
                  <a:lnTo>
                    <a:pt x="183" y="54"/>
                  </a:lnTo>
                  <a:lnTo>
                    <a:pt x="189" y="11"/>
                  </a:lnTo>
                  <a:lnTo>
                    <a:pt x="195" y="57"/>
                  </a:lnTo>
                  <a:lnTo>
                    <a:pt x="201" y="66"/>
                  </a:lnTo>
                  <a:lnTo>
                    <a:pt x="207" y="0"/>
                  </a:lnTo>
                  <a:lnTo>
                    <a:pt x="213" y="49"/>
                  </a:lnTo>
                  <a:lnTo>
                    <a:pt x="219" y="47"/>
                  </a:lnTo>
                  <a:lnTo>
                    <a:pt x="225" y="63"/>
                  </a:lnTo>
                  <a:lnTo>
                    <a:pt x="231" y="16"/>
                  </a:lnTo>
                  <a:lnTo>
                    <a:pt x="238" y="70"/>
                  </a:lnTo>
                  <a:lnTo>
                    <a:pt x="243" y="90"/>
                  </a:lnTo>
                  <a:lnTo>
                    <a:pt x="250" y="75"/>
                  </a:lnTo>
                  <a:lnTo>
                    <a:pt x="256" y="68"/>
                  </a:lnTo>
                  <a:lnTo>
                    <a:pt x="262" y="98"/>
                  </a:lnTo>
                  <a:lnTo>
                    <a:pt x="268" y="83"/>
                  </a:lnTo>
                  <a:lnTo>
                    <a:pt x="274" y="107"/>
                  </a:lnTo>
                  <a:lnTo>
                    <a:pt x="280" y="107"/>
                  </a:lnTo>
                  <a:lnTo>
                    <a:pt x="286" y="102"/>
                  </a:lnTo>
                  <a:lnTo>
                    <a:pt x="292" y="87"/>
                  </a:lnTo>
                  <a:lnTo>
                    <a:pt x="298" y="34"/>
                  </a:lnTo>
                  <a:lnTo>
                    <a:pt x="304" y="102"/>
                  </a:lnTo>
                  <a:lnTo>
                    <a:pt x="310" y="7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03" name="Line 747"/>
            <p:cNvSpPr>
              <a:spLocks noChangeShapeType="1"/>
            </p:cNvSpPr>
            <p:nvPr/>
          </p:nvSpPr>
          <p:spPr bwMode="auto">
            <a:xfrm flipV="1">
              <a:off x="3173413" y="4038601"/>
              <a:ext cx="9525" cy="42863"/>
            </a:xfrm>
            <a:prstGeom prst="line">
              <a:avLst/>
            </a:pr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grpSp>
        <p:nvGrpSpPr>
          <p:cNvPr id="2032" name="组合 2031"/>
          <p:cNvGrpSpPr/>
          <p:nvPr/>
        </p:nvGrpSpPr>
        <p:grpSpPr>
          <a:xfrm rot="0">
            <a:off x="1978660" y="5373370"/>
            <a:ext cx="3783013" cy="459105"/>
            <a:chOff x="1057275" y="4543426"/>
            <a:chExt cx="3783013" cy="458788"/>
          </a:xfrm>
        </p:grpSpPr>
        <p:sp>
          <p:nvSpPr>
            <p:cNvPr id="2004" name="Freeform 748"/>
            <p:cNvSpPr/>
            <p:nvPr/>
          </p:nvSpPr>
          <p:spPr bwMode="auto">
            <a:xfrm>
              <a:off x="1060450" y="4705351"/>
              <a:ext cx="9525" cy="3175"/>
            </a:xfrm>
            <a:custGeom>
              <a:avLst/>
              <a:gdLst>
                <a:gd name="T0" fmla="*/ 0 w 6"/>
                <a:gd name="T1" fmla="*/ 2 h 2"/>
                <a:gd name="T2" fmla="*/ 0 w 6"/>
                <a:gd name="T3" fmla="*/ 2 h 2"/>
                <a:gd name="T4" fmla="*/ 0 w 6"/>
                <a:gd name="T5" fmla="*/ 2 h 2"/>
                <a:gd name="T6" fmla="*/ 0 w 6"/>
                <a:gd name="T7" fmla="*/ 2 h 2"/>
                <a:gd name="T8" fmla="*/ 1 w 6"/>
                <a:gd name="T9" fmla="*/ 2 h 2"/>
                <a:gd name="T10" fmla="*/ 1 w 6"/>
                <a:gd name="T11" fmla="*/ 2 h 2"/>
                <a:gd name="T12" fmla="*/ 1 w 6"/>
                <a:gd name="T13" fmla="*/ 2 h 2"/>
                <a:gd name="T14" fmla="*/ 1 w 6"/>
                <a:gd name="T15" fmla="*/ 2 h 2"/>
                <a:gd name="T16" fmla="*/ 1 w 6"/>
                <a:gd name="T17" fmla="*/ 2 h 2"/>
                <a:gd name="T18" fmla="*/ 1 w 6"/>
                <a:gd name="T19" fmla="*/ 2 h 2"/>
                <a:gd name="T20" fmla="*/ 1 w 6"/>
                <a:gd name="T21" fmla="*/ 2 h 2"/>
                <a:gd name="T22" fmla="*/ 1 w 6"/>
                <a:gd name="T23" fmla="*/ 2 h 2"/>
                <a:gd name="T24" fmla="*/ 1 w 6"/>
                <a:gd name="T25" fmla="*/ 2 h 2"/>
                <a:gd name="T26" fmla="*/ 2 w 6"/>
                <a:gd name="T27" fmla="*/ 2 h 2"/>
                <a:gd name="T28" fmla="*/ 2 w 6"/>
                <a:gd name="T29" fmla="*/ 2 h 2"/>
                <a:gd name="T30" fmla="*/ 2 w 6"/>
                <a:gd name="T31" fmla="*/ 2 h 2"/>
                <a:gd name="T32" fmla="*/ 2 w 6"/>
                <a:gd name="T33" fmla="*/ 1 h 2"/>
                <a:gd name="T34" fmla="*/ 2 w 6"/>
                <a:gd name="T35" fmla="*/ 1 h 2"/>
                <a:gd name="T36" fmla="*/ 2 w 6"/>
                <a:gd name="T37" fmla="*/ 1 h 2"/>
                <a:gd name="T38" fmla="*/ 3 w 6"/>
                <a:gd name="T39" fmla="*/ 1 h 2"/>
                <a:gd name="T40" fmla="*/ 3 w 6"/>
                <a:gd name="T41" fmla="*/ 1 h 2"/>
                <a:gd name="T42" fmla="*/ 3 w 6"/>
                <a:gd name="T43" fmla="*/ 1 h 2"/>
                <a:gd name="T44" fmla="*/ 3 w 6"/>
                <a:gd name="T45" fmla="*/ 1 h 2"/>
                <a:gd name="T46" fmla="*/ 3 w 6"/>
                <a:gd name="T47" fmla="*/ 1 h 2"/>
                <a:gd name="T48" fmla="*/ 3 w 6"/>
                <a:gd name="T49" fmla="*/ 1 h 2"/>
                <a:gd name="T50" fmla="*/ 3 w 6"/>
                <a:gd name="T51" fmla="*/ 1 h 2"/>
                <a:gd name="T52" fmla="*/ 3 w 6"/>
                <a:gd name="T53" fmla="*/ 2 h 2"/>
                <a:gd name="T54" fmla="*/ 3 w 6"/>
                <a:gd name="T55" fmla="*/ 2 h 2"/>
                <a:gd name="T56" fmla="*/ 4 w 6"/>
                <a:gd name="T57" fmla="*/ 2 h 2"/>
                <a:gd name="T58" fmla="*/ 4 w 6"/>
                <a:gd name="T59" fmla="*/ 2 h 2"/>
                <a:gd name="T60" fmla="*/ 4 w 6"/>
                <a:gd name="T61" fmla="*/ 2 h 2"/>
                <a:gd name="T62" fmla="*/ 4 w 6"/>
                <a:gd name="T63" fmla="*/ 2 h 2"/>
                <a:gd name="T64" fmla="*/ 4 w 6"/>
                <a:gd name="T65" fmla="*/ 2 h 2"/>
                <a:gd name="T66" fmla="*/ 4 w 6"/>
                <a:gd name="T67" fmla="*/ 2 h 2"/>
                <a:gd name="T68" fmla="*/ 5 w 6"/>
                <a:gd name="T69" fmla="*/ 2 h 2"/>
                <a:gd name="T70" fmla="*/ 5 w 6"/>
                <a:gd name="T71" fmla="*/ 2 h 2"/>
                <a:gd name="T72" fmla="*/ 5 w 6"/>
                <a:gd name="T73" fmla="*/ 2 h 2"/>
                <a:gd name="T74" fmla="*/ 5 w 6"/>
                <a:gd name="T75" fmla="*/ 2 h 2"/>
                <a:gd name="T76" fmla="*/ 5 w 6"/>
                <a:gd name="T77" fmla="*/ 1 h 2"/>
                <a:gd name="T78" fmla="*/ 5 w 6"/>
                <a:gd name="T79" fmla="*/ 1 h 2"/>
                <a:gd name="T80" fmla="*/ 5 w 6"/>
                <a:gd name="T81" fmla="*/ 1 h 2"/>
                <a:gd name="T82" fmla="*/ 5 w 6"/>
                <a:gd name="T83" fmla="*/ 1 h 2"/>
                <a:gd name="T84" fmla="*/ 5 w 6"/>
                <a:gd name="T85" fmla="*/ 1 h 2"/>
                <a:gd name="T86" fmla="*/ 6 w 6"/>
                <a:gd name="T87" fmla="*/ 0 h 2"/>
                <a:gd name="T88" fmla="*/ 6 w 6"/>
                <a:gd name="T89" fmla="*/ 0 h 2"/>
                <a:gd name="T90" fmla="*/ 6 w 6"/>
                <a:gd name="T91" fmla="*/ 0 h 2"/>
                <a:gd name="T92" fmla="*/ 6 w 6"/>
                <a:gd name="T93" fmla="*/ 0 h 2"/>
                <a:gd name="T94" fmla="*/ 6 w 6"/>
                <a:gd name="T95" fmla="*/ 0 h 2"/>
                <a:gd name="T96" fmla="*/ 6 w 6"/>
                <a:gd name="T97" fmla="*/ 0 h 2"/>
                <a:gd name="T98" fmla="*/ 6 w 6"/>
                <a:gd name="T9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05" name="Freeform 749"/>
            <p:cNvSpPr/>
            <p:nvPr/>
          </p:nvSpPr>
          <p:spPr bwMode="auto">
            <a:xfrm>
              <a:off x="1069975" y="4705351"/>
              <a:ext cx="11113" cy="9525"/>
            </a:xfrm>
            <a:custGeom>
              <a:avLst/>
              <a:gdLst>
                <a:gd name="T0" fmla="*/ 0 w 7"/>
                <a:gd name="T1" fmla="*/ 0 h 6"/>
                <a:gd name="T2" fmla="*/ 0 w 7"/>
                <a:gd name="T3" fmla="*/ 1 h 6"/>
                <a:gd name="T4" fmla="*/ 0 w 7"/>
                <a:gd name="T5" fmla="*/ 1 h 6"/>
                <a:gd name="T6" fmla="*/ 0 w 7"/>
                <a:gd name="T7" fmla="*/ 2 h 6"/>
                <a:gd name="T8" fmla="*/ 1 w 7"/>
                <a:gd name="T9" fmla="*/ 2 h 6"/>
                <a:gd name="T10" fmla="*/ 1 w 7"/>
                <a:gd name="T11" fmla="*/ 2 h 6"/>
                <a:gd name="T12" fmla="*/ 1 w 7"/>
                <a:gd name="T13" fmla="*/ 2 h 6"/>
                <a:gd name="T14" fmla="*/ 1 w 7"/>
                <a:gd name="T15" fmla="*/ 2 h 6"/>
                <a:gd name="T16" fmla="*/ 1 w 7"/>
                <a:gd name="T17" fmla="*/ 2 h 6"/>
                <a:gd name="T18" fmla="*/ 1 w 7"/>
                <a:gd name="T19" fmla="*/ 2 h 6"/>
                <a:gd name="T20" fmla="*/ 2 w 7"/>
                <a:gd name="T21" fmla="*/ 2 h 6"/>
                <a:gd name="T22" fmla="*/ 2 w 7"/>
                <a:gd name="T23" fmla="*/ 3 h 6"/>
                <a:gd name="T24" fmla="*/ 2 w 7"/>
                <a:gd name="T25" fmla="*/ 2 h 6"/>
                <a:gd name="T26" fmla="*/ 2 w 7"/>
                <a:gd name="T27" fmla="*/ 2 h 6"/>
                <a:gd name="T28" fmla="*/ 2 w 7"/>
                <a:gd name="T29" fmla="*/ 3 h 6"/>
                <a:gd name="T30" fmla="*/ 2 w 7"/>
                <a:gd name="T31" fmla="*/ 3 h 6"/>
                <a:gd name="T32" fmla="*/ 2 w 7"/>
                <a:gd name="T33" fmla="*/ 3 h 6"/>
                <a:gd name="T34" fmla="*/ 2 w 7"/>
                <a:gd name="T35" fmla="*/ 2 h 6"/>
                <a:gd name="T36" fmla="*/ 2 w 7"/>
                <a:gd name="T37" fmla="*/ 2 h 6"/>
                <a:gd name="T38" fmla="*/ 2 w 7"/>
                <a:gd name="T39" fmla="*/ 2 h 6"/>
                <a:gd name="T40" fmla="*/ 3 w 7"/>
                <a:gd name="T41" fmla="*/ 2 h 6"/>
                <a:gd name="T42" fmla="*/ 3 w 7"/>
                <a:gd name="T43" fmla="*/ 3 h 6"/>
                <a:gd name="T44" fmla="*/ 3 w 7"/>
                <a:gd name="T45" fmla="*/ 3 h 6"/>
                <a:gd name="T46" fmla="*/ 3 w 7"/>
                <a:gd name="T47" fmla="*/ 3 h 6"/>
                <a:gd name="T48" fmla="*/ 3 w 7"/>
                <a:gd name="T49" fmla="*/ 4 h 6"/>
                <a:gd name="T50" fmla="*/ 3 w 7"/>
                <a:gd name="T51" fmla="*/ 4 h 6"/>
                <a:gd name="T52" fmla="*/ 4 w 7"/>
                <a:gd name="T53" fmla="*/ 4 h 6"/>
                <a:gd name="T54" fmla="*/ 4 w 7"/>
                <a:gd name="T55" fmla="*/ 4 h 6"/>
                <a:gd name="T56" fmla="*/ 4 w 7"/>
                <a:gd name="T57" fmla="*/ 5 h 6"/>
                <a:gd name="T58" fmla="*/ 4 w 7"/>
                <a:gd name="T59" fmla="*/ 5 h 6"/>
                <a:gd name="T60" fmla="*/ 4 w 7"/>
                <a:gd name="T61" fmla="*/ 5 h 6"/>
                <a:gd name="T62" fmla="*/ 4 w 7"/>
                <a:gd name="T63" fmla="*/ 5 h 6"/>
                <a:gd name="T64" fmla="*/ 4 w 7"/>
                <a:gd name="T65" fmla="*/ 6 h 6"/>
                <a:gd name="T66" fmla="*/ 4 w 7"/>
                <a:gd name="T67" fmla="*/ 6 h 6"/>
                <a:gd name="T68" fmla="*/ 4 w 7"/>
                <a:gd name="T69" fmla="*/ 6 h 6"/>
                <a:gd name="T70" fmla="*/ 5 w 7"/>
                <a:gd name="T71" fmla="*/ 6 h 6"/>
                <a:gd name="T72" fmla="*/ 5 w 7"/>
                <a:gd name="T73" fmla="*/ 6 h 6"/>
                <a:gd name="T74" fmla="*/ 5 w 7"/>
                <a:gd name="T75" fmla="*/ 6 h 6"/>
                <a:gd name="T76" fmla="*/ 5 w 7"/>
                <a:gd name="T77" fmla="*/ 6 h 6"/>
                <a:gd name="T78" fmla="*/ 5 w 7"/>
                <a:gd name="T79" fmla="*/ 5 h 6"/>
                <a:gd name="T80" fmla="*/ 5 w 7"/>
                <a:gd name="T81" fmla="*/ 5 h 6"/>
                <a:gd name="T82" fmla="*/ 5 w 7"/>
                <a:gd name="T83" fmla="*/ 6 h 6"/>
                <a:gd name="T84" fmla="*/ 5 w 7"/>
                <a:gd name="T85" fmla="*/ 6 h 6"/>
                <a:gd name="T86" fmla="*/ 5 w 7"/>
                <a:gd name="T87" fmla="*/ 6 h 6"/>
                <a:gd name="T88" fmla="*/ 6 w 7"/>
                <a:gd name="T89" fmla="*/ 6 h 6"/>
                <a:gd name="T90" fmla="*/ 6 w 7"/>
                <a:gd name="T91" fmla="*/ 6 h 6"/>
                <a:gd name="T92" fmla="*/ 6 w 7"/>
                <a:gd name="T93" fmla="*/ 6 h 6"/>
                <a:gd name="T94" fmla="*/ 6 w 7"/>
                <a:gd name="T95" fmla="*/ 6 h 6"/>
                <a:gd name="T96" fmla="*/ 6 w 7"/>
                <a:gd name="T97" fmla="*/ 6 h 6"/>
                <a:gd name="T98" fmla="*/ 6 w 7"/>
                <a:gd name="T99" fmla="*/ 5 h 6"/>
                <a:gd name="T100" fmla="*/ 7 w 7"/>
                <a:gd name="T101" fmla="*/ 5 h 6"/>
                <a:gd name="T102" fmla="*/ 7 w 7"/>
                <a:gd name="T103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5"/>
                  </a:lnTo>
                  <a:lnTo>
                    <a:pt x="7" y="5"/>
                  </a:lnTo>
                  <a:lnTo>
                    <a:pt x="7" y="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06" name="Freeform 750"/>
            <p:cNvSpPr/>
            <p:nvPr/>
          </p:nvSpPr>
          <p:spPr bwMode="auto">
            <a:xfrm>
              <a:off x="1081088" y="4713289"/>
              <a:ext cx="9525" cy="6350"/>
            </a:xfrm>
            <a:custGeom>
              <a:avLst/>
              <a:gdLst>
                <a:gd name="T0" fmla="*/ 0 w 6"/>
                <a:gd name="T1" fmla="*/ 0 h 4"/>
                <a:gd name="T2" fmla="*/ 0 w 6"/>
                <a:gd name="T3" fmla="*/ 0 h 4"/>
                <a:gd name="T4" fmla="*/ 0 w 6"/>
                <a:gd name="T5" fmla="*/ 1 h 4"/>
                <a:gd name="T6" fmla="*/ 0 w 6"/>
                <a:gd name="T7" fmla="*/ 1 h 4"/>
                <a:gd name="T8" fmla="*/ 0 w 6"/>
                <a:gd name="T9" fmla="*/ 2 h 4"/>
                <a:gd name="T10" fmla="*/ 0 w 6"/>
                <a:gd name="T11" fmla="*/ 2 h 4"/>
                <a:gd name="T12" fmla="*/ 0 w 6"/>
                <a:gd name="T13" fmla="*/ 4 h 4"/>
                <a:gd name="T14" fmla="*/ 0 w 6"/>
                <a:gd name="T15" fmla="*/ 4 h 4"/>
                <a:gd name="T16" fmla="*/ 0 w 6"/>
                <a:gd name="T17" fmla="*/ 3 h 4"/>
                <a:gd name="T18" fmla="*/ 1 w 6"/>
                <a:gd name="T19" fmla="*/ 2 h 4"/>
                <a:gd name="T20" fmla="*/ 1 w 6"/>
                <a:gd name="T21" fmla="*/ 1 h 4"/>
                <a:gd name="T22" fmla="*/ 1 w 6"/>
                <a:gd name="T23" fmla="*/ 0 h 4"/>
                <a:gd name="T24" fmla="*/ 1 w 6"/>
                <a:gd name="T25" fmla="*/ 1 h 4"/>
                <a:gd name="T26" fmla="*/ 1 w 6"/>
                <a:gd name="T27" fmla="*/ 1 h 4"/>
                <a:gd name="T28" fmla="*/ 1 w 6"/>
                <a:gd name="T29" fmla="*/ 1 h 4"/>
                <a:gd name="T30" fmla="*/ 2 w 6"/>
                <a:gd name="T31" fmla="*/ 0 h 4"/>
                <a:gd name="T32" fmla="*/ 2 w 6"/>
                <a:gd name="T33" fmla="*/ 0 h 4"/>
                <a:gd name="T34" fmla="*/ 2 w 6"/>
                <a:gd name="T35" fmla="*/ 0 h 4"/>
                <a:gd name="T36" fmla="*/ 2 w 6"/>
                <a:gd name="T37" fmla="*/ 0 h 4"/>
                <a:gd name="T38" fmla="*/ 2 w 6"/>
                <a:gd name="T39" fmla="*/ 0 h 4"/>
                <a:gd name="T40" fmla="*/ 2 w 6"/>
                <a:gd name="T41" fmla="*/ 0 h 4"/>
                <a:gd name="T42" fmla="*/ 2 w 6"/>
                <a:gd name="T43" fmla="*/ 1 h 4"/>
                <a:gd name="T44" fmla="*/ 2 w 6"/>
                <a:gd name="T45" fmla="*/ 1 h 4"/>
                <a:gd name="T46" fmla="*/ 2 w 6"/>
                <a:gd name="T47" fmla="*/ 1 h 4"/>
                <a:gd name="T48" fmla="*/ 3 w 6"/>
                <a:gd name="T49" fmla="*/ 1 h 4"/>
                <a:gd name="T50" fmla="*/ 3 w 6"/>
                <a:gd name="T51" fmla="*/ 0 h 4"/>
                <a:gd name="T52" fmla="*/ 3 w 6"/>
                <a:gd name="T53" fmla="*/ 0 h 4"/>
                <a:gd name="T54" fmla="*/ 3 w 6"/>
                <a:gd name="T55" fmla="*/ 1 h 4"/>
                <a:gd name="T56" fmla="*/ 3 w 6"/>
                <a:gd name="T57" fmla="*/ 2 h 4"/>
                <a:gd name="T58" fmla="*/ 3 w 6"/>
                <a:gd name="T59" fmla="*/ 3 h 4"/>
                <a:gd name="T60" fmla="*/ 3 w 6"/>
                <a:gd name="T61" fmla="*/ 3 h 4"/>
                <a:gd name="T62" fmla="*/ 3 w 6"/>
                <a:gd name="T63" fmla="*/ 2 h 4"/>
                <a:gd name="T64" fmla="*/ 3 w 6"/>
                <a:gd name="T65" fmla="*/ 2 h 4"/>
                <a:gd name="T66" fmla="*/ 3 w 6"/>
                <a:gd name="T67" fmla="*/ 1 h 4"/>
                <a:gd name="T68" fmla="*/ 4 w 6"/>
                <a:gd name="T69" fmla="*/ 2 h 4"/>
                <a:gd name="T70" fmla="*/ 4 w 6"/>
                <a:gd name="T71" fmla="*/ 2 h 4"/>
                <a:gd name="T72" fmla="*/ 4 w 6"/>
                <a:gd name="T73" fmla="*/ 1 h 4"/>
                <a:gd name="T74" fmla="*/ 4 w 6"/>
                <a:gd name="T75" fmla="*/ 1 h 4"/>
                <a:gd name="T76" fmla="*/ 4 w 6"/>
                <a:gd name="T77" fmla="*/ 1 h 4"/>
                <a:gd name="T78" fmla="*/ 4 w 6"/>
                <a:gd name="T79" fmla="*/ 0 h 4"/>
                <a:gd name="T80" fmla="*/ 5 w 6"/>
                <a:gd name="T81" fmla="*/ 0 h 4"/>
                <a:gd name="T82" fmla="*/ 5 w 6"/>
                <a:gd name="T83" fmla="*/ 1 h 4"/>
                <a:gd name="T84" fmla="*/ 5 w 6"/>
                <a:gd name="T85" fmla="*/ 1 h 4"/>
                <a:gd name="T86" fmla="*/ 5 w 6"/>
                <a:gd name="T87" fmla="*/ 1 h 4"/>
                <a:gd name="T88" fmla="*/ 5 w 6"/>
                <a:gd name="T89" fmla="*/ 2 h 4"/>
                <a:gd name="T90" fmla="*/ 5 w 6"/>
                <a:gd name="T91" fmla="*/ 2 h 4"/>
                <a:gd name="T92" fmla="*/ 5 w 6"/>
                <a:gd name="T93" fmla="*/ 2 h 4"/>
                <a:gd name="T94" fmla="*/ 5 w 6"/>
                <a:gd name="T95" fmla="*/ 2 h 4"/>
                <a:gd name="T96" fmla="*/ 5 w 6"/>
                <a:gd name="T97" fmla="*/ 2 h 4"/>
                <a:gd name="T98" fmla="*/ 6 w 6"/>
                <a:gd name="T99" fmla="*/ 2 h 4"/>
                <a:gd name="T100" fmla="*/ 6 w 6"/>
                <a:gd name="T101" fmla="*/ 2 h 4"/>
                <a:gd name="T102" fmla="*/ 6 w 6"/>
                <a:gd name="T10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07" name="Freeform 751"/>
            <p:cNvSpPr/>
            <p:nvPr/>
          </p:nvSpPr>
          <p:spPr bwMode="auto">
            <a:xfrm>
              <a:off x="1090613" y="4710114"/>
              <a:ext cx="9525" cy="7938"/>
            </a:xfrm>
            <a:custGeom>
              <a:avLst/>
              <a:gdLst>
                <a:gd name="T0" fmla="*/ 0 w 6"/>
                <a:gd name="T1" fmla="*/ 4 h 5"/>
                <a:gd name="T2" fmla="*/ 0 w 6"/>
                <a:gd name="T3" fmla="*/ 4 h 5"/>
                <a:gd name="T4" fmla="*/ 0 w 6"/>
                <a:gd name="T5" fmla="*/ 5 h 5"/>
                <a:gd name="T6" fmla="*/ 0 w 6"/>
                <a:gd name="T7" fmla="*/ 5 h 5"/>
                <a:gd name="T8" fmla="*/ 0 w 6"/>
                <a:gd name="T9" fmla="*/ 5 h 5"/>
                <a:gd name="T10" fmla="*/ 1 w 6"/>
                <a:gd name="T11" fmla="*/ 4 h 5"/>
                <a:gd name="T12" fmla="*/ 1 w 6"/>
                <a:gd name="T13" fmla="*/ 4 h 5"/>
                <a:gd name="T14" fmla="*/ 1 w 6"/>
                <a:gd name="T15" fmla="*/ 3 h 5"/>
                <a:gd name="T16" fmla="*/ 1 w 6"/>
                <a:gd name="T17" fmla="*/ 3 h 5"/>
                <a:gd name="T18" fmla="*/ 1 w 6"/>
                <a:gd name="T19" fmla="*/ 4 h 5"/>
                <a:gd name="T20" fmla="*/ 1 w 6"/>
                <a:gd name="T21" fmla="*/ 4 h 5"/>
                <a:gd name="T22" fmla="*/ 1 w 6"/>
                <a:gd name="T23" fmla="*/ 4 h 5"/>
                <a:gd name="T24" fmla="*/ 1 w 6"/>
                <a:gd name="T25" fmla="*/ 3 h 5"/>
                <a:gd name="T26" fmla="*/ 1 w 6"/>
                <a:gd name="T27" fmla="*/ 2 h 5"/>
                <a:gd name="T28" fmla="*/ 2 w 6"/>
                <a:gd name="T29" fmla="*/ 2 h 5"/>
                <a:gd name="T30" fmla="*/ 2 w 6"/>
                <a:gd name="T31" fmla="*/ 3 h 5"/>
                <a:gd name="T32" fmla="*/ 2 w 6"/>
                <a:gd name="T33" fmla="*/ 3 h 5"/>
                <a:gd name="T34" fmla="*/ 2 w 6"/>
                <a:gd name="T35" fmla="*/ 3 h 5"/>
                <a:gd name="T36" fmla="*/ 2 w 6"/>
                <a:gd name="T37" fmla="*/ 2 h 5"/>
                <a:gd name="T38" fmla="*/ 2 w 6"/>
                <a:gd name="T39" fmla="*/ 2 h 5"/>
                <a:gd name="T40" fmla="*/ 2 w 6"/>
                <a:gd name="T41" fmla="*/ 3 h 5"/>
                <a:gd name="T42" fmla="*/ 2 w 6"/>
                <a:gd name="T43" fmla="*/ 3 h 5"/>
                <a:gd name="T44" fmla="*/ 2 w 6"/>
                <a:gd name="T45" fmla="*/ 3 h 5"/>
                <a:gd name="T46" fmla="*/ 3 w 6"/>
                <a:gd name="T47" fmla="*/ 2 h 5"/>
                <a:gd name="T48" fmla="*/ 3 w 6"/>
                <a:gd name="T49" fmla="*/ 2 h 5"/>
                <a:gd name="T50" fmla="*/ 3 w 6"/>
                <a:gd name="T51" fmla="*/ 2 h 5"/>
                <a:gd name="T52" fmla="*/ 3 w 6"/>
                <a:gd name="T53" fmla="*/ 2 h 5"/>
                <a:gd name="T54" fmla="*/ 3 w 6"/>
                <a:gd name="T55" fmla="*/ 2 h 5"/>
                <a:gd name="T56" fmla="*/ 3 w 6"/>
                <a:gd name="T57" fmla="*/ 2 h 5"/>
                <a:gd name="T58" fmla="*/ 4 w 6"/>
                <a:gd name="T59" fmla="*/ 2 h 5"/>
                <a:gd name="T60" fmla="*/ 4 w 6"/>
                <a:gd name="T61" fmla="*/ 1 h 5"/>
                <a:gd name="T62" fmla="*/ 4 w 6"/>
                <a:gd name="T63" fmla="*/ 2 h 5"/>
                <a:gd name="T64" fmla="*/ 4 w 6"/>
                <a:gd name="T65" fmla="*/ 2 h 5"/>
                <a:gd name="T66" fmla="*/ 4 w 6"/>
                <a:gd name="T67" fmla="*/ 2 h 5"/>
                <a:gd name="T68" fmla="*/ 4 w 6"/>
                <a:gd name="T69" fmla="*/ 1 h 5"/>
                <a:gd name="T70" fmla="*/ 4 w 6"/>
                <a:gd name="T71" fmla="*/ 1 h 5"/>
                <a:gd name="T72" fmla="*/ 4 w 6"/>
                <a:gd name="T73" fmla="*/ 1 h 5"/>
                <a:gd name="T74" fmla="*/ 4 w 6"/>
                <a:gd name="T75" fmla="*/ 1 h 5"/>
                <a:gd name="T76" fmla="*/ 5 w 6"/>
                <a:gd name="T77" fmla="*/ 0 h 5"/>
                <a:gd name="T78" fmla="*/ 5 w 6"/>
                <a:gd name="T79" fmla="*/ 1 h 5"/>
                <a:gd name="T80" fmla="*/ 5 w 6"/>
                <a:gd name="T81" fmla="*/ 1 h 5"/>
                <a:gd name="T82" fmla="*/ 5 w 6"/>
                <a:gd name="T83" fmla="*/ 2 h 5"/>
                <a:gd name="T84" fmla="*/ 5 w 6"/>
                <a:gd name="T85" fmla="*/ 1 h 5"/>
                <a:gd name="T86" fmla="*/ 5 w 6"/>
                <a:gd name="T87" fmla="*/ 1 h 5"/>
                <a:gd name="T88" fmla="*/ 6 w 6"/>
                <a:gd name="T89" fmla="*/ 1 h 5"/>
                <a:gd name="T90" fmla="*/ 6 w 6"/>
                <a:gd name="T91" fmla="*/ 2 h 5"/>
                <a:gd name="T92" fmla="*/ 6 w 6"/>
                <a:gd name="T93" fmla="*/ 2 h 5"/>
                <a:gd name="T94" fmla="*/ 6 w 6"/>
                <a:gd name="T95" fmla="*/ 2 h 5"/>
                <a:gd name="T96" fmla="*/ 6 w 6"/>
                <a:gd name="T97" fmla="*/ 2 h 5"/>
                <a:gd name="T98" fmla="*/ 6 w 6"/>
                <a:gd name="T99" fmla="*/ 3 h 5"/>
                <a:gd name="T100" fmla="*/ 6 w 6"/>
                <a:gd name="T101" fmla="*/ 4 h 5"/>
                <a:gd name="T102" fmla="*/ 6 w 6"/>
                <a:gd name="T10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">
                  <a:moveTo>
                    <a:pt x="0" y="4"/>
                  </a:move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0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08" name="Freeform 752"/>
            <p:cNvSpPr/>
            <p:nvPr/>
          </p:nvSpPr>
          <p:spPr bwMode="auto">
            <a:xfrm>
              <a:off x="1100138" y="4713289"/>
              <a:ext cx="9525" cy="6350"/>
            </a:xfrm>
            <a:custGeom>
              <a:avLst/>
              <a:gdLst>
                <a:gd name="T0" fmla="*/ 0 w 6"/>
                <a:gd name="T1" fmla="*/ 2 h 4"/>
                <a:gd name="T2" fmla="*/ 0 w 6"/>
                <a:gd name="T3" fmla="*/ 2 h 4"/>
                <a:gd name="T4" fmla="*/ 0 w 6"/>
                <a:gd name="T5" fmla="*/ 2 h 4"/>
                <a:gd name="T6" fmla="*/ 0 w 6"/>
                <a:gd name="T7" fmla="*/ 3 h 4"/>
                <a:gd name="T8" fmla="*/ 1 w 6"/>
                <a:gd name="T9" fmla="*/ 4 h 4"/>
                <a:gd name="T10" fmla="*/ 1 w 6"/>
                <a:gd name="T11" fmla="*/ 4 h 4"/>
                <a:gd name="T12" fmla="*/ 1 w 6"/>
                <a:gd name="T13" fmla="*/ 4 h 4"/>
                <a:gd name="T14" fmla="*/ 1 w 6"/>
                <a:gd name="T15" fmla="*/ 4 h 4"/>
                <a:gd name="T16" fmla="*/ 1 w 6"/>
                <a:gd name="T17" fmla="*/ 3 h 4"/>
                <a:gd name="T18" fmla="*/ 1 w 6"/>
                <a:gd name="T19" fmla="*/ 3 h 4"/>
                <a:gd name="T20" fmla="*/ 1 w 6"/>
                <a:gd name="T21" fmla="*/ 2 h 4"/>
                <a:gd name="T22" fmla="*/ 1 w 6"/>
                <a:gd name="T23" fmla="*/ 2 h 4"/>
                <a:gd name="T24" fmla="*/ 1 w 6"/>
                <a:gd name="T25" fmla="*/ 1 h 4"/>
                <a:gd name="T26" fmla="*/ 2 w 6"/>
                <a:gd name="T27" fmla="*/ 0 h 4"/>
                <a:gd name="T28" fmla="*/ 2 w 6"/>
                <a:gd name="T29" fmla="*/ 0 h 4"/>
                <a:gd name="T30" fmla="*/ 2 w 6"/>
                <a:gd name="T31" fmla="*/ 0 h 4"/>
                <a:gd name="T32" fmla="*/ 2 w 6"/>
                <a:gd name="T33" fmla="*/ 0 h 4"/>
                <a:gd name="T34" fmla="*/ 2 w 6"/>
                <a:gd name="T35" fmla="*/ 0 h 4"/>
                <a:gd name="T36" fmla="*/ 2 w 6"/>
                <a:gd name="T37" fmla="*/ 0 h 4"/>
                <a:gd name="T38" fmla="*/ 3 w 6"/>
                <a:gd name="T39" fmla="*/ 0 h 4"/>
                <a:gd name="T40" fmla="*/ 3 w 6"/>
                <a:gd name="T41" fmla="*/ 0 h 4"/>
                <a:gd name="T42" fmla="*/ 3 w 6"/>
                <a:gd name="T43" fmla="*/ 1 h 4"/>
                <a:gd name="T44" fmla="*/ 3 w 6"/>
                <a:gd name="T45" fmla="*/ 1 h 4"/>
                <a:gd name="T46" fmla="*/ 3 w 6"/>
                <a:gd name="T47" fmla="*/ 1 h 4"/>
                <a:gd name="T48" fmla="*/ 3 w 6"/>
                <a:gd name="T49" fmla="*/ 1 h 4"/>
                <a:gd name="T50" fmla="*/ 3 w 6"/>
                <a:gd name="T51" fmla="*/ 2 h 4"/>
                <a:gd name="T52" fmla="*/ 3 w 6"/>
                <a:gd name="T53" fmla="*/ 2 h 4"/>
                <a:gd name="T54" fmla="*/ 3 w 6"/>
                <a:gd name="T55" fmla="*/ 3 h 4"/>
                <a:gd name="T56" fmla="*/ 4 w 6"/>
                <a:gd name="T57" fmla="*/ 3 h 4"/>
                <a:gd name="T58" fmla="*/ 4 w 6"/>
                <a:gd name="T59" fmla="*/ 3 h 4"/>
                <a:gd name="T60" fmla="*/ 4 w 6"/>
                <a:gd name="T61" fmla="*/ 3 h 4"/>
                <a:gd name="T62" fmla="*/ 4 w 6"/>
                <a:gd name="T63" fmla="*/ 3 h 4"/>
                <a:gd name="T64" fmla="*/ 4 w 6"/>
                <a:gd name="T65" fmla="*/ 3 h 4"/>
                <a:gd name="T66" fmla="*/ 4 w 6"/>
                <a:gd name="T67" fmla="*/ 3 h 4"/>
                <a:gd name="T68" fmla="*/ 5 w 6"/>
                <a:gd name="T69" fmla="*/ 2 h 4"/>
                <a:gd name="T70" fmla="*/ 5 w 6"/>
                <a:gd name="T71" fmla="*/ 2 h 4"/>
                <a:gd name="T72" fmla="*/ 5 w 6"/>
                <a:gd name="T73" fmla="*/ 3 h 4"/>
                <a:gd name="T74" fmla="*/ 5 w 6"/>
                <a:gd name="T75" fmla="*/ 3 h 4"/>
                <a:gd name="T76" fmla="*/ 5 w 6"/>
                <a:gd name="T77" fmla="*/ 3 h 4"/>
                <a:gd name="T78" fmla="*/ 5 w 6"/>
                <a:gd name="T79" fmla="*/ 3 h 4"/>
                <a:gd name="T80" fmla="*/ 5 w 6"/>
                <a:gd name="T81" fmla="*/ 3 h 4"/>
                <a:gd name="T82" fmla="*/ 5 w 6"/>
                <a:gd name="T83" fmla="*/ 4 h 4"/>
                <a:gd name="T84" fmla="*/ 5 w 6"/>
                <a:gd name="T85" fmla="*/ 4 h 4"/>
                <a:gd name="T86" fmla="*/ 6 w 6"/>
                <a:gd name="T87" fmla="*/ 3 h 4"/>
                <a:gd name="T88" fmla="*/ 6 w 6"/>
                <a:gd name="T89" fmla="*/ 3 h 4"/>
                <a:gd name="T90" fmla="*/ 6 w 6"/>
                <a:gd name="T91" fmla="*/ 3 h 4"/>
                <a:gd name="T92" fmla="*/ 6 w 6"/>
                <a:gd name="T93" fmla="*/ 3 h 4"/>
                <a:gd name="T94" fmla="*/ 6 w 6"/>
                <a:gd name="T95" fmla="*/ 3 h 4"/>
                <a:gd name="T96" fmla="*/ 6 w 6"/>
                <a:gd name="T97" fmla="*/ 3 h 4"/>
                <a:gd name="T98" fmla="*/ 6 w 6"/>
                <a:gd name="T99" fmla="*/ 2 h 4"/>
                <a:gd name="T100" fmla="*/ 6 w 6"/>
                <a:gd name="T101" fmla="*/ 2 h 4"/>
                <a:gd name="T102" fmla="*/ 6 w 6"/>
                <a:gd name="T103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4"/>
                  </a:lnTo>
                  <a:lnTo>
                    <a:pt x="5" y="4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09" name="Freeform 753"/>
            <p:cNvSpPr/>
            <p:nvPr/>
          </p:nvSpPr>
          <p:spPr bwMode="auto">
            <a:xfrm>
              <a:off x="1109663" y="4697414"/>
              <a:ext cx="11113" cy="19050"/>
            </a:xfrm>
            <a:custGeom>
              <a:avLst/>
              <a:gdLst>
                <a:gd name="T0" fmla="*/ 0 w 7"/>
                <a:gd name="T1" fmla="*/ 12 h 12"/>
                <a:gd name="T2" fmla="*/ 0 w 7"/>
                <a:gd name="T3" fmla="*/ 11 h 12"/>
                <a:gd name="T4" fmla="*/ 1 w 7"/>
                <a:gd name="T5" fmla="*/ 11 h 12"/>
                <a:gd name="T6" fmla="*/ 1 w 7"/>
                <a:gd name="T7" fmla="*/ 10 h 12"/>
                <a:gd name="T8" fmla="*/ 1 w 7"/>
                <a:gd name="T9" fmla="*/ 10 h 12"/>
                <a:gd name="T10" fmla="*/ 1 w 7"/>
                <a:gd name="T11" fmla="*/ 10 h 12"/>
                <a:gd name="T12" fmla="*/ 1 w 7"/>
                <a:gd name="T13" fmla="*/ 10 h 12"/>
                <a:gd name="T14" fmla="*/ 1 w 7"/>
                <a:gd name="T15" fmla="*/ 10 h 12"/>
                <a:gd name="T16" fmla="*/ 2 w 7"/>
                <a:gd name="T17" fmla="*/ 10 h 12"/>
                <a:gd name="T18" fmla="*/ 2 w 7"/>
                <a:gd name="T19" fmla="*/ 9 h 12"/>
                <a:gd name="T20" fmla="*/ 2 w 7"/>
                <a:gd name="T21" fmla="*/ 9 h 12"/>
                <a:gd name="T22" fmla="*/ 2 w 7"/>
                <a:gd name="T23" fmla="*/ 8 h 12"/>
                <a:gd name="T24" fmla="*/ 2 w 7"/>
                <a:gd name="T25" fmla="*/ 7 h 12"/>
                <a:gd name="T26" fmla="*/ 2 w 7"/>
                <a:gd name="T27" fmla="*/ 6 h 12"/>
                <a:gd name="T28" fmla="*/ 2 w 7"/>
                <a:gd name="T29" fmla="*/ 5 h 12"/>
                <a:gd name="T30" fmla="*/ 2 w 7"/>
                <a:gd name="T31" fmla="*/ 5 h 12"/>
                <a:gd name="T32" fmla="*/ 2 w 7"/>
                <a:gd name="T33" fmla="*/ 4 h 12"/>
                <a:gd name="T34" fmla="*/ 2 w 7"/>
                <a:gd name="T35" fmla="*/ 4 h 12"/>
                <a:gd name="T36" fmla="*/ 3 w 7"/>
                <a:gd name="T37" fmla="*/ 4 h 12"/>
                <a:gd name="T38" fmla="*/ 3 w 7"/>
                <a:gd name="T39" fmla="*/ 3 h 12"/>
                <a:gd name="T40" fmla="*/ 3 w 7"/>
                <a:gd name="T41" fmla="*/ 2 h 12"/>
                <a:gd name="T42" fmla="*/ 3 w 7"/>
                <a:gd name="T43" fmla="*/ 2 h 12"/>
                <a:gd name="T44" fmla="*/ 3 w 7"/>
                <a:gd name="T45" fmla="*/ 2 h 12"/>
                <a:gd name="T46" fmla="*/ 3 w 7"/>
                <a:gd name="T47" fmla="*/ 1 h 12"/>
                <a:gd name="T48" fmla="*/ 4 w 7"/>
                <a:gd name="T49" fmla="*/ 1 h 12"/>
                <a:gd name="T50" fmla="*/ 4 w 7"/>
                <a:gd name="T51" fmla="*/ 1 h 12"/>
                <a:gd name="T52" fmla="*/ 4 w 7"/>
                <a:gd name="T53" fmla="*/ 0 h 12"/>
                <a:gd name="T54" fmla="*/ 4 w 7"/>
                <a:gd name="T55" fmla="*/ 0 h 12"/>
                <a:gd name="T56" fmla="*/ 4 w 7"/>
                <a:gd name="T57" fmla="*/ 0 h 12"/>
                <a:gd name="T58" fmla="*/ 4 w 7"/>
                <a:gd name="T59" fmla="*/ 0 h 12"/>
                <a:gd name="T60" fmla="*/ 4 w 7"/>
                <a:gd name="T61" fmla="*/ 0 h 12"/>
                <a:gd name="T62" fmla="*/ 4 w 7"/>
                <a:gd name="T63" fmla="*/ 0 h 12"/>
                <a:gd name="T64" fmla="*/ 4 w 7"/>
                <a:gd name="T65" fmla="*/ 0 h 12"/>
                <a:gd name="T66" fmla="*/ 5 w 7"/>
                <a:gd name="T67" fmla="*/ 0 h 12"/>
                <a:gd name="T68" fmla="*/ 5 w 7"/>
                <a:gd name="T69" fmla="*/ 0 h 12"/>
                <a:gd name="T70" fmla="*/ 5 w 7"/>
                <a:gd name="T71" fmla="*/ 1 h 12"/>
                <a:gd name="T72" fmla="*/ 5 w 7"/>
                <a:gd name="T73" fmla="*/ 1 h 12"/>
                <a:gd name="T74" fmla="*/ 5 w 7"/>
                <a:gd name="T75" fmla="*/ 1 h 12"/>
                <a:gd name="T76" fmla="*/ 5 w 7"/>
                <a:gd name="T77" fmla="*/ 2 h 12"/>
                <a:gd name="T78" fmla="*/ 5 w 7"/>
                <a:gd name="T79" fmla="*/ 3 h 12"/>
                <a:gd name="T80" fmla="*/ 5 w 7"/>
                <a:gd name="T81" fmla="*/ 3 h 12"/>
                <a:gd name="T82" fmla="*/ 5 w 7"/>
                <a:gd name="T83" fmla="*/ 3 h 12"/>
                <a:gd name="T84" fmla="*/ 6 w 7"/>
                <a:gd name="T85" fmla="*/ 3 h 12"/>
                <a:gd name="T86" fmla="*/ 6 w 7"/>
                <a:gd name="T87" fmla="*/ 3 h 12"/>
                <a:gd name="T88" fmla="*/ 6 w 7"/>
                <a:gd name="T89" fmla="*/ 3 h 12"/>
                <a:gd name="T90" fmla="*/ 6 w 7"/>
                <a:gd name="T91" fmla="*/ 3 h 12"/>
                <a:gd name="T92" fmla="*/ 6 w 7"/>
                <a:gd name="T93" fmla="*/ 3 h 12"/>
                <a:gd name="T94" fmla="*/ 6 w 7"/>
                <a:gd name="T95" fmla="*/ 3 h 12"/>
                <a:gd name="T96" fmla="*/ 7 w 7"/>
                <a:gd name="T97" fmla="*/ 3 h 12"/>
                <a:gd name="T98" fmla="*/ 7 w 7"/>
                <a:gd name="T99" fmla="*/ 3 h 12"/>
                <a:gd name="T100" fmla="*/ 7 w 7"/>
                <a:gd name="T101" fmla="*/ 3 h 12"/>
                <a:gd name="T102" fmla="*/ 7 w 7"/>
                <a:gd name="T103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2">
                  <a:moveTo>
                    <a:pt x="0" y="12"/>
                  </a:moveTo>
                  <a:lnTo>
                    <a:pt x="0" y="11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2" y="10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8"/>
                  </a:lnTo>
                  <a:lnTo>
                    <a:pt x="2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2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10" name="Freeform 754"/>
            <p:cNvSpPr/>
            <p:nvPr/>
          </p:nvSpPr>
          <p:spPr bwMode="auto">
            <a:xfrm>
              <a:off x="1120775" y="4702176"/>
              <a:ext cx="9525" cy="17463"/>
            </a:xfrm>
            <a:custGeom>
              <a:avLst/>
              <a:gdLst>
                <a:gd name="T0" fmla="*/ 0 w 6"/>
                <a:gd name="T1" fmla="*/ 0 h 11"/>
                <a:gd name="T2" fmla="*/ 0 w 6"/>
                <a:gd name="T3" fmla="*/ 1 h 11"/>
                <a:gd name="T4" fmla="*/ 0 w 6"/>
                <a:gd name="T5" fmla="*/ 2 h 11"/>
                <a:gd name="T6" fmla="*/ 0 w 6"/>
                <a:gd name="T7" fmla="*/ 3 h 11"/>
                <a:gd name="T8" fmla="*/ 0 w 6"/>
                <a:gd name="T9" fmla="*/ 4 h 11"/>
                <a:gd name="T10" fmla="*/ 0 w 6"/>
                <a:gd name="T11" fmla="*/ 5 h 11"/>
                <a:gd name="T12" fmla="*/ 0 w 6"/>
                <a:gd name="T13" fmla="*/ 6 h 11"/>
                <a:gd name="T14" fmla="*/ 1 w 6"/>
                <a:gd name="T15" fmla="*/ 7 h 11"/>
                <a:gd name="T16" fmla="*/ 1 w 6"/>
                <a:gd name="T17" fmla="*/ 7 h 11"/>
                <a:gd name="T18" fmla="*/ 1 w 6"/>
                <a:gd name="T19" fmla="*/ 7 h 11"/>
                <a:gd name="T20" fmla="*/ 1 w 6"/>
                <a:gd name="T21" fmla="*/ 7 h 11"/>
                <a:gd name="T22" fmla="*/ 1 w 6"/>
                <a:gd name="T23" fmla="*/ 7 h 11"/>
                <a:gd name="T24" fmla="*/ 1 w 6"/>
                <a:gd name="T25" fmla="*/ 6 h 11"/>
                <a:gd name="T26" fmla="*/ 2 w 6"/>
                <a:gd name="T27" fmla="*/ 6 h 11"/>
                <a:gd name="T28" fmla="*/ 2 w 6"/>
                <a:gd name="T29" fmla="*/ 6 h 11"/>
                <a:gd name="T30" fmla="*/ 2 w 6"/>
                <a:gd name="T31" fmla="*/ 7 h 11"/>
                <a:gd name="T32" fmla="*/ 2 w 6"/>
                <a:gd name="T33" fmla="*/ 7 h 11"/>
                <a:gd name="T34" fmla="*/ 2 w 6"/>
                <a:gd name="T35" fmla="*/ 8 h 11"/>
                <a:gd name="T36" fmla="*/ 2 w 6"/>
                <a:gd name="T37" fmla="*/ 9 h 11"/>
                <a:gd name="T38" fmla="*/ 2 w 6"/>
                <a:gd name="T39" fmla="*/ 10 h 11"/>
                <a:gd name="T40" fmla="*/ 2 w 6"/>
                <a:gd name="T41" fmla="*/ 11 h 11"/>
                <a:gd name="T42" fmla="*/ 2 w 6"/>
                <a:gd name="T43" fmla="*/ 11 h 11"/>
                <a:gd name="T44" fmla="*/ 3 w 6"/>
                <a:gd name="T45" fmla="*/ 11 h 11"/>
                <a:gd name="T46" fmla="*/ 3 w 6"/>
                <a:gd name="T47" fmla="*/ 11 h 11"/>
                <a:gd name="T48" fmla="*/ 3 w 6"/>
                <a:gd name="T49" fmla="*/ 10 h 11"/>
                <a:gd name="T50" fmla="*/ 3 w 6"/>
                <a:gd name="T51" fmla="*/ 9 h 11"/>
                <a:gd name="T52" fmla="*/ 3 w 6"/>
                <a:gd name="T53" fmla="*/ 9 h 11"/>
                <a:gd name="T54" fmla="*/ 3 w 6"/>
                <a:gd name="T55" fmla="*/ 7 h 11"/>
                <a:gd name="T56" fmla="*/ 3 w 6"/>
                <a:gd name="T57" fmla="*/ 6 h 11"/>
                <a:gd name="T58" fmla="*/ 3 w 6"/>
                <a:gd name="T59" fmla="*/ 6 h 11"/>
                <a:gd name="T60" fmla="*/ 3 w 6"/>
                <a:gd name="T61" fmla="*/ 5 h 11"/>
                <a:gd name="T62" fmla="*/ 3 w 6"/>
                <a:gd name="T63" fmla="*/ 4 h 11"/>
                <a:gd name="T64" fmla="*/ 4 w 6"/>
                <a:gd name="T65" fmla="*/ 2 h 11"/>
                <a:gd name="T66" fmla="*/ 4 w 6"/>
                <a:gd name="T67" fmla="*/ 2 h 11"/>
                <a:gd name="T68" fmla="*/ 4 w 6"/>
                <a:gd name="T69" fmla="*/ 2 h 11"/>
                <a:gd name="T70" fmla="*/ 4 w 6"/>
                <a:gd name="T71" fmla="*/ 2 h 11"/>
                <a:gd name="T72" fmla="*/ 4 w 6"/>
                <a:gd name="T73" fmla="*/ 2 h 11"/>
                <a:gd name="T74" fmla="*/ 4 w 6"/>
                <a:gd name="T75" fmla="*/ 2 h 11"/>
                <a:gd name="T76" fmla="*/ 5 w 6"/>
                <a:gd name="T77" fmla="*/ 2 h 11"/>
                <a:gd name="T78" fmla="*/ 5 w 6"/>
                <a:gd name="T79" fmla="*/ 3 h 11"/>
                <a:gd name="T80" fmla="*/ 5 w 6"/>
                <a:gd name="T81" fmla="*/ 3 h 11"/>
                <a:gd name="T82" fmla="*/ 5 w 6"/>
                <a:gd name="T83" fmla="*/ 4 h 11"/>
                <a:gd name="T84" fmla="*/ 5 w 6"/>
                <a:gd name="T85" fmla="*/ 4 h 11"/>
                <a:gd name="T86" fmla="*/ 5 w 6"/>
                <a:gd name="T87" fmla="*/ 4 h 11"/>
                <a:gd name="T88" fmla="*/ 5 w 6"/>
                <a:gd name="T89" fmla="*/ 5 h 11"/>
                <a:gd name="T90" fmla="*/ 5 w 6"/>
                <a:gd name="T91" fmla="*/ 6 h 11"/>
                <a:gd name="T92" fmla="*/ 5 w 6"/>
                <a:gd name="T93" fmla="*/ 6 h 11"/>
                <a:gd name="T94" fmla="*/ 6 w 6"/>
                <a:gd name="T95" fmla="*/ 7 h 11"/>
                <a:gd name="T96" fmla="*/ 6 w 6"/>
                <a:gd name="T97" fmla="*/ 8 h 11"/>
                <a:gd name="T98" fmla="*/ 6 w 6"/>
                <a:gd name="T99" fmla="*/ 9 h 11"/>
                <a:gd name="T100" fmla="*/ 6 w 6"/>
                <a:gd name="T101" fmla="*/ 9 h 11"/>
                <a:gd name="T102" fmla="*/ 6 w 6"/>
                <a:gd name="T103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7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5"/>
                  </a:lnTo>
                  <a:lnTo>
                    <a:pt x="3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5"/>
                  </a:lnTo>
                  <a:lnTo>
                    <a:pt x="5" y="6"/>
                  </a:lnTo>
                  <a:lnTo>
                    <a:pt x="5" y="6"/>
                  </a:lnTo>
                  <a:lnTo>
                    <a:pt x="6" y="7"/>
                  </a:lnTo>
                  <a:lnTo>
                    <a:pt x="6" y="8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11" name="Freeform 755"/>
            <p:cNvSpPr/>
            <p:nvPr/>
          </p:nvSpPr>
          <p:spPr bwMode="auto">
            <a:xfrm>
              <a:off x="1130300" y="4710114"/>
              <a:ext cx="9525" cy="23813"/>
            </a:xfrm>
            <a:custGeom>
              <a:avLst/>
              <a:gdLst>
                <a:gd name="T0" fmla="*/ 0 w 6"/>
                <a:gd name="T1" fmla="*/ 4 h 15"/>
                <a:gd name="T2" fmla="*/ 0 w 6"/>
                <a:gd name="T3" fmla="*/ 4 h 15"/>
                <a:gd name="T4" fmla="*/ 0 w 6"/>
                <a:gd name="T5" fmla="*/ 5 h 15"/>
                <a:gd name="T6" fmla="*/ 1 w 6"/>
                <a:gd name="T7" fmla="*/ 6 h 15"/>
                <a:gd name="T8" fmla="*/ 1 w 6"/>
                <a:gd name="T9" fmla="*/ 7 h 15"/>
                <a:gd name="T10" fmla="*/ 1 w 6"/>
                <a:gd name="T11" fmla="*/ 8 h 15"/>
                <a:gd name="T12" fmla="*/ 1 w 6"/>
                <a:gd name="T13" fmla="*/ 9 h 15"/>
                <a:gd name="T14" fmla="*/ 1 w 6"/>
                <a:gd name="T15" fmla="*/ 9 h 15"/>
                <a:gd name="T16" fmla="*/ 1 w 6"/>
                <a:gd name="T17" fmla="*/ 10 h 15"/>
                <a:gd name="T18" fmla="*/ 1 w 6"/>
                <a:gd name="T19" fmla="*/ 11 h 15"/>
                <a:gd name="T20" fmla="*/ 1 w 6"/>
                <a:gd name="T21" fmla="*/ 12 h 15"/>
                <a:gd name="T22" fmla="*/ 1 w 6"/>
                <a:gd name="T23" fmla="*/ 12 h 15"/>
                <a:gd name="T24" fmla="*/ 2 w 6"/>
                <a:gd name="T25" fmla="*/ 12 h 15"/>
                <a:gd name="T26" fmla="*/ 2 w 6"/>
                <a:gd name="T27" fmla="*/ 12 h 15"/>
                <a:gd name="T28" fmla="*/ 2 w 6"/>
                <a:gd name="T29" fmla="*/ 13 h 15"/>
                <a:gd name="T30" fmla="*/ 2 w 6"/>
                <a:gd name="T31" fmla="*/ 14 h 15"/>
                <a:gd name="T32" fmla="*/ 2 w 6"/>
                <a:gd name="T33" fmla="*/ 14 h 15"/>
                <a:gd name="T34" fmla="*/ 2 w 6"/>
                <a:gd name="T35" fmla="*/ 13 h 15"/>
                <a:gd name="T36" fmla="*/ 3 w 6"/>
                <a:gd name="T37" fmla="*/ 14 h 15"/>
                <a:gd name="T38" fmla="*/ 3 w 6"/>
                <a:gd name="T39" fmla="*/ 14 h 15"/>
                <a:gd name="T40" fmla="*/ 3 w 6"/>
                <a:gd name="T41" fmla="*/ 15 h 15"/>
                <a:gd name="T42" fmla="*/ 3 w 6"/>
                <a:gd name="T43" fmla="*/ 15 h 15"/>
                <a:gd name="T44" fmla="*/ 3 w 6"/>
                <a:gd name="T45" fmla="*/ 14 h 15"/>
                <a:gd name="T46" fmla="*/ 3 w 6"/>
                <a:gd name="T47" fmla="*/ 14 h 15"/>
                <a:gd name="T48" fmla="*/ 3 w 6"/>
                <a:gd name="T49" fmla="*/ 14 h 15"/>
                <a:gd name="T50" fmla="*/ 3 w 6"/>
                <a:gd name="T51" fmla="*/ 14 h 15"/>
                <a:gd name="T52" fmla="*/ 3 w 6"/>
                <a:gd name="T53" fmla="*/ 12 h 15"/>
                <a:gd name="T54" fmla="*/ 4 w 6"/>
                <a:gd name="T55" fmla="*/ 11 h 15"/>
                <a:gd name="T56" fmla="*/ 4 w 6"/>
                <a:gd name="T57" fmla="*/ 10 h 15"/>
                <a:gd name="T58" fmla="*/ 4 w 6"/>
                <a:gd name="T59" fmla="*/ 9 h 15"/>
                <a:gd name="T60" fmla="*/ 4 w 6"/>
                <a:gd name="T61" fmla="*/ 7 h 15"/>
                <a:gd name="T62" fmla="*/ 4 w 6"/>
                <a:gd name="T63" fmla="*/ 6 h 15"/>
                <a:gd name="T64" fmla="*/ 4 w 6"/>
                <a:gd name="T65" fmla="*/ 4 h 15"/>
                <a:gd name="T66" fmla="*/ 4 w 6"/>
                <a:gd name="T67" fmla="*/ 4 h 15"/>
                <a:gd name="T68" fmla="*/ 4 w 6"/>
                <a:gd name="T69" fmla="*/ 3 h 15"/>
                <a:gd name="T70" fmla="*/ 4 w 6"/>
                <a:gd name="T71" fmla="*/ 2 h 15"/>
                <a:gd name="T72" fmla="*/ 5 w 6"/>
                <a:gd name="T73" fmla="*/ 2 h 15"/>
                <a:gd name="T74" fmla="*/ 5 w 6"/>
                <a:gd name="T75" fmla="*/ 2 h 15"/>
                <a:gd name="T76" fmla="*/ 5 w 6"/>
                <a:gd name="T77" fmla="*/ 2 h 15"/>
                <a:gd name="T78" fmla="*/ 5 w 6"/>
                <a:gd name="T79" fmla="*/ 2 h 15"/>
                <a:gd name="T80" fmla="*/ 5 w 6"/>
                <a:gd name="T81" fmla="*/ 2 h 15"/>
                <a:gd name="T82" fmla="*/ 5 w 6"/>
                <a:gd name="T83" fmla="*/ 2 h 15"/>
                <a:gd name="T84" fmla="*/ 6 w 6"/>
                <a:gd name="T85" fmla="*/ 1 h 15"/>
                <a:gd name="T86" fmla="*/ 6 w 6"/>
                <a:gd name="T87" fmla="*/ 1 h 15"/>
                <a:gd name="T88" fmla="*/ 6 w 6"/>
                <a:gd name="T89" fmla="*/ 1 h 15"/>
                <a:gd name="T90" fmla="*/ 6 w 6"/>
                <a:gd name="T91" fmla="*/ 0 h 15"/>
                <a:gd name="T92" fmla="*/ 6 w 6"/>
                <a:gd name="T93" fmla="*/ 0 h 15"/>
                <a:gd name="T94" fmla="*/ 6 w 6"/>
                <a:gd name="T95" fmla="*/ 0 h 15"/>
                <a:gd name="T96" fmla="*/ 6 w 6"/>
                <a:gd name="T97" fmla="*/ 0 h 15"/>
                <a:gd name="T98" fmla="*/ 6 w 6"/>
                <a:gd name="T99" fmla="*/ 0 h 15"/>
                <a:gd name="T100" fmla="*/ 6 w 6"/>
                <a:gd name="T101" fmla="*/ 1 h 15"/>
                <a:gd name="T102" fmla="*/ 6 w 6"/>
                <a:gd name="T103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5">
                  <a:moveTo>
                    <a:pt x="0" y="4"/>
                  </a:moveTo>
                  <a:lnTo>
                    <a:pt x="0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3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4" y="9"/>
                  </a:lnTo>
                  <a:lnTo>
                    <a:pt x="4" y="7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12" name="Freeform 756"/>
            <p:cNvSpPr/>
            <p:nvPr/>
          </p:nvSpPr>
          <p:spPr bwMode="auto">
            <a:xfrm>
              <a:off x="1139825" y="4697414"/>
              <a:ext cx="11113" cy="25400"/>
            </a:xfrm>
            <a:custGeom>
              <a:avLst/>
              <a:gdLst>
                <a:gd name="T0" fmla="*/ 0 w 7"/>
                <a:gd name="T1" fmla="*/ 9 h 16"/>
                <a:gd name="T2" fmla="*/ 0 w 7"/>
                <a:gd name="T3" fmla="*/ 9 h 16"/>
                <a:gd name="T4" fmla="*/ 1 w 7"/>
                <a:gd name="T5" fmla="*/ 9 h 16"/>
                <a:gd name="T6" fmla="*/ 1 w 7"/>
                <a:gd name="T7" fmla="*/ 10 h 16"/>
                <a:gd name="T8" fmla="*/ 1 w 7"/>
                <a:gd name="T9" fmla="*/ 11 h 16"/>
                <a:gd name="T10" fmla="*/ 1 w 7"/>
                <a:gd name="T11" fmla="*/ 12 h 16"/>
                <a:gd name="T12" fmla="*/ 1 w 7"/>
                <a:gd name="T13" fmla="*/ 14 h 16"/>
                <a:gd name="T14" fmla="*/ 1 w 7"/>
                <a:gd name="T15" fmla="*/ 13 h 16"/>
                <a:gd name="T16" fmla="*/ 2 w 7"/>
                <a:gd name="T17" fmla="*/ 13 h 16"/>
                <a:gd name="T18" fmla="*/ 2 w 7"/>
                <a:gd name="T19" fmla="*/ 13 h 16"/>
                <a:gd name="T20" fmla="*/ 2 w 7"/>
                <a:gd name="T21" fmla="*/ 13 h 16"/>
                <a:gd name="T22" fmla="*/ 2 w 7"/>
                <a:gd name="T23" fmla="*/ 12 h 16"/>
                <a:gd name="T24" fmla="*/ 2 w 7"/>
                <a:gd name="T25" fmla="*/ 11 h 16"/>
                <a:gd name="T26" fmla="*/ 2 w 7"/>
                <a:gd name="T27" fmla="*/ 11 h 16"/>
                <a:gd name="T28" fmla="*/ 2 w 7"/>
                <a:gd name="T29" fmla="*/ 11 h 16"/>
                <a:gd name="T30" fmla="*/ 2 w 7"/>
                <a:gd name="T31" fmla="*/ 11 h 16"/>
                <a:gd name="T32" fmla="*/ 2 w 7"/>
                <a:gd name="T33" fmla="*/ 12 h 16"/>
                <a:gd name="T34" fmla="*/ 3 w 7"/>
                <a:gd name="T35" fmla="*/ 12 h 16"/>
                <a:gd name="T36" fmla="*/ 3 w 7"/>
                <a:gd name="T37" fmla="*/ 13 h 16"/>
                <a:gd name="T38" fmla="*/ 3 w 7"/>
                <a:gd name="T39" fmla="*/ 14 h 16"/>
                <a:gd name="T40" fmla="*/ 3 w 7"/>
                <a:gd name="T41" fmla="*/ 15 h 16"/>
                <a:gd name="T42" fmla="*/ 3 w 7"/>
                <a:gd name="T43" fmla="*/ 15 h 16"/>
                <a:gd name="T44" fmla="*/ 3 w 7"/>
                <a:gd name="T45" fmla="*/ 16 h 16"/>
                <a:gd name="T46" fmla="*/ 3 w 7"/>
                <a:gd name="T47" fmla="*/ 16 h 16"/>
                <a:gd name="T48" fmla="*/ 3 w 7"/>
                <a:gd name="T49" fmla="*/ 16 h 16"/>
                <a:gd name="T50" fmla="*/ 3 w 7"/>
                <a:gd name="T51" fmla="*/ 15 h 16"/>
                <a:gd name="T52" fmla="*/ 4 w 7"/>
                <a:gd name="T53" fmla="*/ 15 h 16"/>
                <a:gd name="T54" fmla="*/ 4 w 7"/>
                <a:gd name="T55" fmla="*/ 14 h 16"/>
                <a:gd name="T56" fmla="*/ 4 w 7"/>
                <a:gd name="T57" fmla="*/ 13 h 16"/>
                <a:gd name="T58" fmla="*/ 4 w 7"/>
                <a:gd name="T59" fmla="*/ 12 h 16"/>
                <a:gd name="T60" fmla="*/ 4 w 7"/>
                <a:gd name="T61" fmla="*/ 12 h 16"/>
                <a:gd name="T62" fmla="*/ 4 w 7"/>
                <a:gd name="T63" fmla="*/ 11 h 16"/>
                <a:gd name="T64" fmla="*/ 5 w 7"/>
                <a:gd name="T65" fmla="*/ 11 h 16"/>
                <a:gd name="T66" fmla="*/ 5 w 7"/>
                <a:gd name="T67" fmla="*/ 11 h 16"/>
                <a:gd name="T68" fmla="*/ 5 w 7"/>
                <a:gd name="T69" fmla="*/ 11 h 16"/>
                <a:gd name="T70" fmla="*/ 5 w 7"/>
                <a:gd name="T71" fmla="*/ 11 h 16"/>
                <a:gd name="T72" fmla="*/ 5 w 7"/>
                <a:gd name="T73" fmla="*/ 12 h 16"/>
                <a:gd name="T74" fmla="*/ 5 w 7"/>
                <a:gd name="T75" fmla="*/ 13 h 16"/>
                <a:gd name="T76" fmla="*/ 5 w 7"/>
                <a:gd name="T77" fmla="*/ 13 h 16"/>
                <a:gd name="T78" fmla="*/ 5 w 7"/>
                <a:gd name="T79" fmla="*/ 13 h 16"/>
                <a:gd name="T80" fmla="*/ 5 w 7"/>
                <a:gd name="T81" fmla="*/ 14 h 16"/>
                <a:gd name="T82" fmla="*/ 6 w 7"/>
                <a:gd name="T83" fmla="*/ 14 h 16"/>
                <a:gd name="T84" fmla="*/ 6 w 7"/>
                <a:gd name="T85" fmla="*/ 13 h 16"/>
                <a:gd name="T86" fmla="*/ 6 w 7"/>
                <a:gd name="T87" fmla="*/ 12 h 16"/>
                <a:gd name="T88" fmla="*/ 6 w 7"/>
                <a:gd name="T89" fmla="*/ 11 h 16"/>
                <a:gd name="T90" fmla="*/ 6 w 7"/>
                <a:gd name="T91" fmla="*/ 10 h 16"/>
                <a:gd name="T92" fmla="*/ 6 w 7"/>
                <a:gd name="T93" fmla="*/ 8 h 16"/>
                <a:gd name="T94" fmla="*/ 7 w 7"/>
                <a:gd name="T95" fmla="*/ 7 h 16"/>
                <a:gd name="T96" fmla="*/ 7 w 7"/>
                <a:gd name="T97" fmla="*/ 5 h 16"/>
                <a:gd name="T98" fmla="*/ 7 w 7"/>
                <a:gd name="T99" fmla="*/ 3 h 16"/>
                <a:gd name="T100" fmla="*/ 7 w 7"/>
                <a:gd name="T101" fmla="*/ 2 h 16"/>
                <a:gd name="T102" fmla="*/ 7 w 7"/>
                <a:gd name="T10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6">
                  <a:moveTo>
                    <a:pt x="0" y="9"/>
                  </a:moveTo>
                  <a:lnTo>
                    <a:pt x="0" y="9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5"/>
                  </a:lnTo>
                  <a:lnTo>
                    <a:pt x="4" y="15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6" y="14"/>
                  </a:lnTo>
                  <a:lnTo>
                    <a:pt x="6" y="13"/>
                  </a:lnTo>
                  <a:lnTo>
                    <a:pt x="6" y="12"/>
                  </a:lnTo>
                  <a:lnTo>
                    <a:pt x="6" y="11"/>
                  </a:lnTo>
                  <a:lnTo>
                    <a:pt x="6" y="10"/>
                  </a:lnTo>
                  <a:lnTo>
                    <a:pt x="6" y="8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3"/>
                  </a:lnTo>
                  <a:lnTo>
                    <a:pt x="7" y="2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13" name="Freeform 757"/>
            <p:cNvSpPr/>
            <p:nvPr/>
          </p:nvSpPr>
          <p:spPr bwMode="auto">
            <a:xfrm>
              <a:off x="1150938" y="4687889"/>
              <a:ext cx="9525" cy="33338"/>
            </a:xfrm>
            <a:custGeom>
              <a:avLst/>
              <a:gdLst>
                <a:gd name="T0" fmla="*/ 0 w 6"/>
                <a:gd name="T1" fmla="*/ 8 h 21"/>
                <a:gd name="T2" fmla="*/ 0 w 6"/>
                <a:gd name="T3" fmla="*/ 6 h 21"/>
                <a:gd name="T4" fmla="*/ 0 w 6"/>
                <a:gd name="T5" fmla="*/ 5 h 21"/>
                <a:gd name="T6" fmla="*/ 0 w 6"/>
                <a:gd name="T7" fmla="*/ 4 h 21"/>
                <a:gd name="T8" fmla="*/ 0 w 6"/>
                <a:gd name="T9" fmla="*/ 3 h 21"/>
                <a:gd name="T10" fmla="*/ 0 w 6"/>
                <a:gd name="T11" fmla="*/ 3 h 21"/>
                <a:gd name="T12" fmla="*/ 1 w 6"/>
                <a:gd name="T13" fmla="*/ 3 h 21"/>
                <a:gd name="T14" fmla="*/ 1 w 6"/>
                <a:gd name="T15" fmla="*/ 2 h 21"/>
                <a:gd name="T16" fmla="*/ 1 w 6"/>
                <a:gd name="T17" fmla="*/ 1 h 21"/>
                <a:gd name="T18" fmla="*/ 1 w 6"/>
                <a:gd name="T19" fmla="*/ 1 h 21"/>
                <a:gd name="T20" fmla="*/ 1 w 6"/>
                <a:gd name="T21" fmla="*/ 1 h 21"/>
                <a:gd name="T22" fmla="*/ 1 w 6"/>
                <a:gd name="T23" fmla="*/ 0 h 21"/>
                <a:gd name="T24" fmla="*/ 1 w 6"/>
                <a:gd name="T25" fmla="*/ 0 h 21"/>
                <a:gd name="T26" fmla="*/ 1 w 6"/>
                <a:gd name="T27" fmla="*/ 1 h 21"/>
                <a:gd name="T28" fmla="*/ 1 w 6"/>
                <a:gd name="T29" fmla="*/ 1 h 21"/>
                <a:gd name="T30" fmla="*/ 1 w 6"/>
                <a:gd name="T31" fmla="*/ 1 h 21"/>
                <a:gd name="T32" fmla="*/ 2 w 6"/>
                <a:gd name="T33" fmla="*/ 1 h 21"/>
                <a:gd name="T34" fmla="*/ 2 w 6"/>
                <a:gd name="T35" fmla="*/ 1 h 21"/>
                <a:gd name="T36" fmla="*/ 2 w 6"/>
                <a:gd name="T37" fmla="*/ 1 h 21"/>
                <a:gd name="T38" fmla="*/ 2 w 6"/>
                <a:gd name="T39" fmla="*/ 2 h 21"/>
                <a:gd name="T40" fmla="*/ 2 w 6"/>
                <a:gd name="T41" fmla="*/ 3 h 21"/>
                <a:gd name="T42" fmla="*/ 2 w 6"/>
                <a:gd name="T43" fmla="*/ 3 h 21"/>
                <a:gd name="T44" fmla="*/ 3 w 6"/>
                <a:gd name="T45" fmla="*/ 4 h 21"/>
                <a:gd name="T46" fmla="*/ 3 w 6"/>
                <a:gd name="T47" fmla="*/ 5 h 21"/>
                <a:gd name="T48" fmla="*/ 3 w 6"/>
                <a:gd name="T49" fmla="*/ 6 h 21"/>
                <a:gd name="T50" fmla="*/ 3 w 6"/>
                <a:gd name="T51" fmla="*/ 6 h 21"/>
                <a:gd name="T52" fmla="*/ 3 w 6"/>
                <a:gd name="T53" fmla="*/ 6 h 21"/>
                <a:gd name="T54" fmla="*/ 3 w 6"/>
                <a:gd name="T55" fmla="*/ 8 h 21"/>
                <a:gd name="T56" fmla="*/ 3 w 6"/>
                <a:gd name="T57" fmla="*/ 9 h 21"/>
                <a:gd name="T58" fmla="*/ 3 w 6"/>
                <a:gd name="T59" fmla="*/ 9 h 21"/>
                <a:gd name="T60" fmla="*/ 3 w 6"/>
                <a:gd name="T61" fmla="*/ 9 h 21"/>
                <a:gd name="T62" fmla="*/ 4 w 6"/>
                <a:gd name="T63" fmla="*/ 9 h 21"/>
                <a:gd name="T64" fmla="*/ 4 w 6"/>
                <a:gd name="T65" fmla="*/ 10 h 21"/>
                <a:gd name="T66" fmla="*/ 4 w 6"/>
                <a:gd name="T67" fmla="*/ 10 h 21"/>
                <a:gd name="T68" fmla="*/ 4 w 6"/>
                <a:gd name="T69" fmla="*/ 11 h 21"/>
                <a:gd name="T70" fmla="*/ 4 w 6"/>
                <a:gd name="T71" fmla="*/ 13 h 21"/>
                <a:gd name="T72" fmla="*/ 4 w 6"/>
                <a:gd name="T73" fmla="*/ 14 h 21"/>
                <a:gd name="T74" fmla="*/ 5 w 6"/>
                <a:gd name="T75" fmla="*/ 15 h 21"/>
                <a:gd name="T76" fmla="*/ 5 w 6"/>
                <a:gd name="T77" fmla="*/ 17 h 21"/>
                <a:gd name="T78" fmla="*/ 5 w 6"/>
                <a:gd name="T79" fmla="*/ 18 h 21"/>
                <a:gd name="T80" fmla="*/ 5 w 6"/>
                <a:gd name="T81" fmla="*/ 20 h 21"/>
                <a:gd name="T82" fmla="*/ 5 w 6"/>
                <a:gd name="T83" fmla="*/ 20 h 21"/>
                <a:gd name="T84" fmla="*/ 5 w 6"/>
                <a:gd name="T85" fmla="*/ 21 h 21"/>
                <a:gd name="T86" fmla="*/ 5 w 6"/>
                <a:gd name="T87" fmla="*/ 21 h 21"/>
                <a:gd name="T88" fmla="*/ 5 w 6"/>
                <a:gd name="T89" fmla="*/ 20 h 21"/>
                <a:gd name="T90" fmla="*/ 5 w 6"/>
                <a:gd name="T91" fmla="*/ 20 h 21"/>
                <a:gd name="T92" fmla="*/ 6 w 6"/>
                <a:gd name="T93" fmla="*/ 20 h 21"/>
                <a:gd name="T94" fmla="*/ 6 w 6"/>
                <a:gd name="T95" fmla="*/ 19 h 21"/>
                <a:gd name="T96" fmla="*/ 6 w 6"/>
                <a:gd name="T97" fmla="*/ 18 h 21"/>
                <a:gd name="T98" fmla="*/ 6 w 6"/>
                <a:gd name="T99" fmla="*/ 17 h 21"/>
                <a:gd name="T100" fmla="*/ 6 w 6"/>
                <a:gd name="T101" fmla="*/ 16 h 21"/>
                <a:gd name="T102" fmla="*/ 6 w 6"/>
                <a:gd name="T103" fmla="*/ 1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21">
                  <a:moveTo>
                    <a:pt x="0" y="8"/>
                  </a:move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5" y="15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6" y="20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6" y="1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14" name="Freeform 758"/>
            <p:cNvSpPr/>
            <p:nvPr/>
          </p:nvSpPr>
          <p:spPr bwMode="auto">
            <a:xfrm>
              <a:off x="1160463" y="4710114"/>
              <a:ext cx="11113" cy="19050"/>
            </a:xfrm>
            <a:custGeom>
              <a:avLst/>
              <a:gdLst>
                <a:gd name="T0" fmla="*/ 0 w 7"/>
                <a:gd name="T1" fmla="*/ 2 h 12"/>
                <a:gd name="T2" fmla="*/ 0 w 7"/>
                <a:gd name="T3" fmla="*/ 2 h 12"/>
                <a:gd name="T4" fmla="*/ 0 w 7"/>
                <a:gd name="T5" fmla="*/ 2 h 12"/>
                <a:gd name="T6" fmla="*/ 0 w 7"/>
                <a:gd name="T7" fmla="*/ 2 h 12"/>
                <a:gd name="T8" fmla="*/ 0 w 7"/>
                <a:gd name="T9" fmla="*/ 2 h 12"/>
                <a:gd name="T10" fmla="*/ 1 w 7"/>
                <a:gd name="T11" fmla="*/ 1 h 12"/>
                <a:gd name="T12" fmla="*/ 1 w 7"/>
                <a:gd name="T13" fmla="*/ 1 h 12"/>
                <a:gd name="T14" fmla="*/ 1 w 7"/>
                <a:gd name="T15" fmla="*/ 1 h 12"/>
                <a:gd name="T16" fmla="*/ 1 w 7"/>
                <a:gd name="T17" fmla="*/ 0 h 12"/>
                <a:gd name="T18" fmla="*/ 1 w 7"/>
                <a:gd name="T19" fmla="*/ 0 h 12"/>
                <a:gd name="T20" fmla="*/ 1 w 7"/>
                <a:gd name="T21" fmla="*/ 0 h 12"/>
                <a:gd name="T22" fmla="*/ 2 w 7"/>
                <a:gd name="T23" fmla="*/ 0 h 12"/>
                <a:gd name="T24" fmla="*/ 2 w 7"/>
                <a:gd name="T25" fmla="*/ 0 h 12"/>
                <a:gd name="T26" fmla="*/ 2 w 7"/>
                <a:gd name="T27" fmla="*/ 1 h 12"/>
                <a:gd name="T28" fmla="*/ 2 w 7"/>
                <a:gd name="T29" fmla="*/ 2 h 12"/>
                <a:gd name="T30" fmla="*/ 2 w 7"/>
                <a:gd name="T31" fmla="*/ 2 h 12"/>
                <a:gd name="T32" fmla="*/ 2 w 7"/>
                <a:gd name="T33" fmla="*/ 3 h 12"/>
                <a:gd name="T34" fmla="*/ 2 w 7"/>
                <a:gd name="T35" fmla="*/ 4 h 12"/>
                <a:gd name="T36" fmla="*/ 2 w 7"/>
                <a:gd name="T37" fmla="*/ 6 h 12"/>
                <a:gd name="T38" fmla="*/ 2 w 7"/>
                <a:gd name="T39" fmla="*/ 7 h 12"/>
                <a:gd name="T40" fmla="*/ 3 w 7"/>
                <a:gd name="T41" fmla="*/ 8 h 12"/>
                <a:gd name="T42" fmla="*/ 3 w 7"/>
                <a:gd name="T43" fmla="*/ 9 h 12"/>
                <a:gd name="T44" fmla="*/ 3 w 7"/>
                <a:gd name="T45" fmla="*/ 11 h 12"/>
                <a:gd name="T46" fmla="*/ 3 w 7"/>
                <a:gd name="T47" fmla="*/ 11 h 12"/>
                <a:gd name="T48" fmla="*/ 3 w 7"/>
                <a:gd name="T49" fmla="*/ 11 h 12"/>
                <a:gd name="T50" fmla="*/ 3 w 7"/>
                <a:gd name="T51" fmla="*/ 11 h 12"/>
                <a:gd name="T52" fmla="*/ 4 w 7"/>
                <a:gd name="T53" fmla="*/ 11 h 12"/>
                <a:gd name="T54" fmla="*/ 4 w 7"/>
                <a:gd name="T55" fmla="*/ 11 h 12"/>
                <a:gd name="T56" fmla="*/ 4 w 7"/>
                <a:gd name="T57" fmla="*/ 10 h 12"/>
                <a:gd name="T58" fmla="*/ 4 w 7"/>
                <a:gd name="T59" fmla="*/ 10 h 12"/>
                <a:gd name="T60" fmla="*/ 4 w 7"/>
                <a:gd name="T61" fmla="*/ 9 h 12"/>
                <a:gd name="T62" fmla="*/ 4 w 7"/>
                <a:gd name="T63" fmla="*/ 9 h 12"/>
                <a:gd name="T64" fmla="*/ 4 w 7"/>
                <a:gd name="T65" fmla="*/ 9 h 12"/>
                <a:gd name="T66" fmla="*/ 4 w 7"/>
                <a:gd name="T67" fmla="*/ 9 h 12"/>
                <a:gd name="T68" fmla="*/ 4 w 7"/>
                <a:gd name="T69" fmla="*/ 9 h 12"/>
                <a:gd name="T70" fmla="*/ 4 w 7"/>
                <a:gd name="T71" fmla="*/ 10 h 12"/>
                <a:gd name="T72" fmla="*/ 5 w 7"/>
                <a:gd name="T73" fmla="*/ 10 h 12"/>
                <a:gd name="T74" fmla="*/ 5 w 7"/>
                <a:gd name="T75" fmla="*/ 11 h 12"/>
                <a:gd name="T76" fmla="*/ 5 w 7"/>
                <a:gd name="T77" fmla="*/ 11 h 12"/>
                <a:gd name="T78" fmla="*/ 5 w 7"/>
                <a:gd name="T79" fmla="*/ 12 h 12"/>
                <a:gd name="T80" fmla="*/ 5 w 7"/>
                <a:gd name="T81" fmla="*/ 12 h 12"/>
                <a:gd name="T82" fmla="*/ 5 w 7"/>
                <a:gd name="T83" fmla="*/ 12 h 12"/>
                <a:gd name="T84" fmla="*/ 5 w 7"/>
                <a:gd name="T85" fmla="*/ 12 h 12"/>
                <a:gd name="T86" fmla="*/ 5 w 7"/>
                <a:gd name="T87" fmla="*/ 11 h 12"/>
                <a:gd name="T88" fmla="*/ 5 w 7"/>
                <a:gd name="T89" fmla="*/ 10 h 12"/>
                <a:gd name="T90" fmla="*/ 6 w 7"/>
                <a:gd name="T91" fmla="*/ 8 h 12"/>
                <a:gd name="T92" fmla="*/ 6 w 7"/>
                <a:gd name="T93" fmla="*/ 7 h 12"/>
                <a:gd name="T94" fmla="*/ 6 w 7"/>
                <a:gd name="T95" fmla="*/ 6 h 12"/>
                <a:gd name="T96" fmla="*/ 6 w 7"/>
                <a:gd name="T97" fmla="*/ 4 h 12"/>
                <a:gd name="T98" fmla="*/ 6 w 7"/>
                <a:gd name="T99" fmla="*/ 4 h 12"/>
                <a:gd name="T100" fmla="*/ 6 w 7"/>
                <a:gd name="T101" fmla="*/ 3 h 12"/>
                <a:gd name="T102" fmla="*/ 7 w 7"/>
                <a:gd name="T103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6"/>
                  </a:lnTo>
                  <a:lnTo>
                    <a:pt x="2" y="7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6" y="8"/>
                  </a:lnTo>
                  <a:lnTo>
                    <a:pt x="6" y="7"/>
                  </a:lnTo>
                  <a:lnTo>
                    <a:pt x="6" y="6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3"/>
                  </a:lnTo>
                  <a:lnTo>
                    <a:pt x="7" y="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15" name="Freeform 759"/>
            <p:cNvSpPr/>
            <p:nvPr/>
          </p:nvSpPr>
          <p:spPr bwMode="auto">
            <a:xfrm>
              <a:off x="1169988" y="4676776"/>
              <a:ext cx="11113" cy="41275"/>
            </a:xfrm>
            <a:custGeom>
              <a:avLst/>
              <a:gdLst>
                <a:gd name="T0" fmla="*/ 0 w 7"/>
                <a:gd name="T1" fmla="*/ 24 h 26"/>
                <a:gd name="T2" fmla="*/ 1 w 7"/>
                <a:gd name="T3" fmla="*/ 23 h 26"/>
                <a:gd name="T4" fmla="*/ 1 w 7"/>
                <a:gd name="T5" fmla="*/ 23 h 26"/>
                <a:gd name="T6" fmla="*/ 1 w 7"/>
                <a:gd name="T7" fmla="*/ 24 h 26"/>
                <a:gd name="T8" fmla="*/ 1 w 7"/>
                <a:gd name="T9" fmla="*/ 25 h 26"/>
                <a:gd name="T10" fmla="*/ 1 w 7"/>
                <a:gd name="T11" fmla="*/ 25 h 26"/>
                <a:gd name="T12" fmla="*/ 1 w 7"/>
                <a:gd name="T13" fmla="*/ 25 h 26"/>
                <a:gd name="T14" fmla="*/ 1 w 7"/>
                <a:gd name="T15" fmla="*/ 25 h 26"/>
                <a:gd name="T16" fmla="*/ 1 w 7"/>
                <a:gd name="T17" fmla="*/ 26 h 26"/>
                <a:gd name="T18" fmla="*/ 1 w 7"/>
                <a:gd name="T19" fmla="*/ 25 h 26"/>
                <a:gd name="T20" fmla="*/ 2 w 7"/>
                <a:gd name="T21" fmla="*/ 24 h 26"/>
                <a:gd name="T22" fmla="*/ 2 w 7"/>
                <a:gd name="T23" fmla="*/ 23 h 26"/>
                <a:gd name="T24" fmla="*/ 2 w 7"/>
                <a:gd name="T25" fmla="*/ 23 h 26"/>
                <a:gd name="T26" fmla="*/ 2 w 7"/>
                <a:gd name="T27" fmla="*/ 22 h 26"/>
                <a:gd name="T28" fmla="*/ 2 w 7"/>
                <a:gd name="T29" fmla="*/ 21 h 26"/>
                <a:gd name="T30" fmla="*/ 2 w 7"/>
                <a:gd name="T31" fmla="*/ 19 h 26"/>
                <a:gd name="T32" fmla="*/ 3 w 7"/>
                <a:gd name="T33" fmla="*/ 17 h 26"/>
                <a:gd name="T34" fmla="*/ 3 w 7"/>
                <a:gd name="T35" fmla="*/ 16 h 26"/>
                <a:gd name="T36" fmla="*/ 3 w 7"/>
                <a:gd name="T37" fmla="*/ 15 h 26"/>
                <a:gd name="T38" fmla="*/ 3 w 7"/>
                <a:gd name="T39" fmla="*/ 13 h 26"/>
                <a:gd name="T40" fmla="*/ 3 w 7"/>
                <a:gd name="T41" fmla="*/ 12 h 26"/>
                <a:gd name="T42" fmla="*/ 3 w 7"/>
                <a:gd name="T43" fmla="*/ 10 h 26"/>
                <a:gd name="T44" fmla="*/ 3 w 7"/>
                <a:gd name="T45" fmla="*/ 8 h 26"/>
                <a:gd name="T46" fmla="*/ 3 w 7"/>
                <a:gd name="T47" fmla="*/ 7 h 26"/>
                <a:gd name="T48" fmla="*/ 3 w 7"/>
                <a:gd name="T49" fmla="*/ 6 h 26"/>
                <a:gd name="T50" fmla="*/ 4 w 7"/>
                <a:gd name="T51" fmla="*/ 5 h 26"/>
                <a:gd name="T52" fmla="*/ 4 w 7"/>
                <a:gd name="T53" fmla="*/ 4 h 26"/>
                <a:gd name="T54" fmla="*/ 4 w 7"/>
                <a:gd name="T55" fmla="*/ 3 h 26"/>
                <a:gd name="T56" fmla="*/ 4 w 7"/>
                <a:gd name="T57" fmla="*/ 2 h 26"/>
                <a:gd name="T58" fmla="*/ 4 w 7"/>
                <a:gd name="T59" fmla="*/ 2 h 26"/>
                <a:gd name="T60" fmla="*/ 4 w 7"/>
                <a:gd name="T61" fmla="*/ 1 h 26"/>
                <a:gd name="T62" fmla="*/ 4 w 7"/>
                <a:gd name="T63" fmla="*/ 0 h 26"/>
                <a:gd name="T64" fmla="*/ 4 w 7"/>
                <a:gd name="T65" fmla="*/ 1 h 26"/>
                <a:gd name="T66" fmla="*/ 4 w 7"/>
                <a:gd name="T67" fmla="*/ 2 h 26"/>
                <a:gd name="T68" fmla="*/ 5 w 7"/>
                <a:gd name="T69" fmla="*/ 3 h 26"/>
                <a:gd name="T70" fmla="*/ 5 w 7"/>
                <a:gd name="T71" fmla="*/ 3 h 26"/>
                <a:gd name="T72" fmla="*/ 5 w 7"/>
                <a:gd name="T73" fmla="*/ 5 h 26"/>
                <a:gd name="T74" fmla="*/ 5 w 7"/>
                <a:gd name="T75" fmla="*/ 6 h 26"/>
                <a:gd name="T76" fmla="*/ 5 w 7"/>
                <a:gd name="T77" fmla="*/ 7 h 26"/>
                <a:gd name="T78" fmla="*/ 5 w 7"/>
                <a:gd name="T79" fmla="*/ 8 h 26"/>
                <a:gd name="T80" fmla="*/ 6 w 7"/>
                <a:gd name="T81" fmla="*/ 9 h 26"/>
                <a:gd name="T82" fmla="*/ 6 w 7"/>
                <a:gd name="T83" fmla="*/ 10 h 26"/>
                <a:gd name="T84" fmla="*/ 6 w 7"/>
                <a:gd name="T85" fmla="*/ 10 h 26"/>
                <a:gd name="T86" fmla="*/ 6 w 7"/>
                <a:gd name="T87" fmla="*/ 11 h 26"/>
                <a:gd name="T88" fmla="*/ 6 w 7"/>
                <a:gd name="T89" fmla="*/ 12 h 26"/>
                <a:gd name="T90" fmla="*/ 6 w 7"/>
                <a:gd name="T91" fmla="*/ 12 h 26"/>
                <a:gd name="T92" fmla="*/ 6 w 7"/>
                <a:gd name="T93" fmla="*/ 12 h 26"/>
                <a:gd name="T94" fmla="*/ 6 w 7"/>
                <a:gd name="T95" fmla="*/ 12 h 26"/>
                <a:gd name="T96" fmla="*/ 6 w 7"/>
                <a:gd name="T97" fmla="*/ 13 h 26"/>
                <a:gd name="T98" fmla="*/ 6 w 7"/>
                <a:gd name="T99" fmla="*/ 13 h 26"/>
                <a:gd name="T100" fmla="*/ 7 w 7"/>
                <a:gd name="T101" fmla="*/ 13 h 26"/>
                <a:gd name="T102" fmla="*/ 7 w 7"/>
                <a:gd name="T103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26">
                  <a:moveTo>
                    <a:pt x="0" y="24"/>
                  </a:moveTo>
                  <a:lnTo>
                    <a:pt x="1" y="23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1" y="25"/>
                  </a:lnTo>
                  <a:lnTo>
                    <a:pt x="1" y="25"/>
                  </a:lnTo>
                  <a:lnTo>
                    <a:pt x="1" y="25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2" y="24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2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3" y="15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6"/>
                  </a:lnTo>
                  <a:lnTo>
                    <a:pt x="4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2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6"/>
                  </a:lnTo>
                  <a:lnTo>
                    <a:pt x="5" y="7"/>
                  </a:lnTo>
                  <a:lnTo>
                    <a:pt x="5" y="8"/>
                  </a:lnTo>
                  <a:lnTo>
                    <a:pt x="6" y="9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7" y="13"/>
                  </a:lnTo>
                  <a:lnTo>
                    <a:pt x="7" y="1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16" name="Freeform 760"/>
            <p:cNvSpPr/>
            <p:nvPr/>
          </p:nvSpPr>
          <p:spPr bwMode="auto">
            <a:xfrm>
              <a:off x="1181100" y="4697414"/>
              <a:ext cx="9525" cy="47625"/>
            </a:xfrm>
            <a:custGeom>
              <a:avLst/>
              <a:gdLst>
                <a:gd name="T0" fmla="*/ 0 w 6"/>
                <a:gd name="T1" fmla="*/ 0 h 30"/>
                <a:gd name="T2" fmla="*/ 0 w 6"/>
                <a:gd name="T3" fmla="*/ 1 h 30"/>
                <a:gd name="T4" fmla="*/ 0 w 6"/>
                <a:gd name="T5" fmla="*/ 2 h 30"/>
                <a:gd name="T6" fmla="*/ 0 w 6"/>
                <a:gd name="T7" fmla="*/ 4 h 30"/>
                <a:gd name="T8" fmla="*/ 0 w 6"/>
                <a:gd name="T9" fmla="*/ 5 h 30"/>
                <a:gd name="T10" fmla="*/ 0 w 6"/>
                <a:gd name="T11" fmla="*/ 7 h 30"/>
                <a:gd name="T12" fmla="*/ 1 w 6"/>
                <a:gd name="T13" fmla="*/ 9 h 30"/>
                <a:gd name="T14" fmla="*/ 1 w 6"/>
                <a:gd name="T15" fmla="*/ 10 h 30"/>
                <a:gd name="T16" fmla="*/ 1 w 6"/>
                <a:gd name="T17" fmla="*/ 10 h 30"/>
                <a:gd name="T18" fmla="*/ 1 w 6"/>
                <a:gd name="T19" fmla="*/ 12 h 30"/>
                <a:gd name="T20" fmla="*/ 1 w 6"/>
                <a:gd name="T21" fmla="*/ 13 h 30"/>
                <a:gd name="T22" fmla="*/ 1 w 6"/>
                <a:gd name="T23" fmla="*/ 13 h 30"/>
                <a:gd name="T24" fmla="*/ 1 w 6"/>
                <a:gd name="T25" fmla="*/ 13 h 30"/>
                <a:gd name="T26" fmla="*/ 1 w 6"/>
                <a:gd name="T27" fmla="*/ 13 h 30"/>
                <a:gd name="T28" fmla="*/ 1 w 6"/>
                <a:gd name="T29" fmla="*/ 13 h 30"/>
                <a:gd name="T30" fmla="*/ 2 w 6"/>
                <a:gd name="T31" fmla="*/ 13 h 30"/>
                <a:gd name="T32" fmla="*/ 2 w 6"/>
                <a:gd name="T33" fmla="*/ 13 h 30"/>
                <a:gd name="T34" fmla="*/ 2 w 6"/>
                <a:gd name="T35" fmla="*/ 14 h 30"/>
                <a:gd name="T36" fmla="*/ 2 w 6"/>
                <a:gd name="T37" fmla="*/ 14 h 30"/>
                <a:gd name="T38" fmla="*/ 2 w 6"/>
                <a:gd name="T39" fmla="*/ 14 h 30"/>
                <a:gd name="T40" fmla="*/ 2 w 6"/>
                <a:gd name="T41" fmla="*/ 14 h 30"/>
                <a:gd name="T42" fmla="*/ 2 w 6"/>
                <a:gd name="T43" fmla="*/ 14 h 30"/>
                <a:gd name="T44" fmla="*/ 2 w 6"/>
                <a:gd name="T45" fmla="*/ 15 h 30"/>
                <a:gd name="T46" fmla="*/ 2 w 6"/>
                <a:gd name="T47" fmla="*/ 15 h 30"/>
                <a:gd name="T48" fmla="*/ 3 w 6"/>
                <a:gd name="T49" fmla="*/ 15 h 30"/>
                <a:gd name="T50" fmla="*/ 3 w 6"/>
                <a:gd name="T51" fmla="*/ 14 h 30"/>
                <a:gd name="T52" fmla="*/ 3 w 6"/>
                <a:gd name="T53" fmla="*/ 14 h 30"/>
                <a:gd name="T54" fmla="*/ 3 w 6"/>
                <a:gd name="T55" fmla="*/ 14 h 30"/>
                <a:gd name="T56" fmla="*/ 3 w 6"/>
                <a:gd name="T57" fmla="*/ 14 h 30"/>
                <a:gd name="T58" fmla="*/ 3 w 6"/>
                <a:gd name="T59" fmla="*/ 14 h 30"/>
                <a:gd name="T60" fmla="*/ 4 w 6"/>
                <a:gd name="T61" fmla="*/ 15 h 30"/>
                <a:gd name="T62" fmla="*/ 4 w 6"/>
                <a:gd name="T63" fmla="*/ 16 h 30"/>
                <a:gd name="T64" fmla="*/ 4 w 6"/>
                <a:gd name="T65" fmla="*/ 17 h 30"/>
                <a:gd name="T66" fmla="*/ 4 w 6"/>
                <a:gd name="T67" fmla="*/ 18 h 30"/>
                <a:gd name="T68" fmla="*/ 4 w 6"/>
                <a:gd name="T69" fmla="*/ 19 h 30"/>
                <a:gd name="T70" fmla="*/ 4 w 6"/>
                <a:gd name="T71" fmla="*/ 21 h 30"/>
                <a:gd name="T72" fmla="*/ 4 w 6"/>
                <a:gd name="T73" fmla="*/ 23 h 30"/>
                <a:gd name="T74" fmla="*/ 4 w 6"/>
                <a:gd name="T75" fmla="*/ 25 h 30"/>
                <a:gd name="T76" fmla="*/ 4 w 6"/>
                <a:gd name="T77" fmla="*/ 27 h 30"/>
                <a:gd name="T78" fmla="*/ 5 w 6"/>
                <a:gd name="T79" fmla="*/ 28 h 30"/>
                <a:gd name="T80" fmla="*/ 5 w 6"/>
                <a:gd name="T81" fmla="*/ 29 h 30"/>
                <a:gd name="T82" fmla="*/ 5 w 6"/>
                <a:gd name="T83" fmla="*/ 30 h 30"/>
                <a:gd name="T84" fmla="*/ 5 w 6"/>
                <a:gd name="T85" fmla="*/ 30 h 30"/>
                <a:gd name="T86" fmla="*/ 5 w 6"/>
                <a:gd name="T87" fmla="*/ 29 h 30"/>
                <a:gd name="T88" fmla="*/ 5 w 6"/>
                <a:gd name="T89" fmla="*/ 29 h 30"/>
                <a:gd name="T90" fmla="*/ 6 w 6"/>
                <a:gd name="T91" fmla="*/ 27 h 30"/>
                <a:gd name="T92" fmla="*/ 6 w 6"/>
                <a:gd name="T93" fmla="*/ 26 h 30"/>
                <a:gd name="T94" fmla="*/ 6 w 6"/>
                <a:gd name="T95" fmla="*/ 25 h 30"/>
                <a:gd name="T96" fmla="*/ 6 w 6"/>
                <a:gd name="T97" fmla="*/ 24 h 30"/>
                <a:gd name="T98" fmla="*/ 6 w 6"/>
                <a:gd name="T99" fmla="*/ 23 h 30"/>
                <a:gd name="T100" fmla="*/ 6 w 6"/>
                <a:gd name="T101" fmla="*/ 22 h 30"/>
                <a:gd name="T102" fmla="*/ 6 w 6"/>
                <a:gd name="T103" fmla="*/ 2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30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4" y="23"/>
                  </a:lnTo>
                  <a:lnTo>
                    <a:pt x="4" y="25"/>
                  </a:lnTo>
                  <a:lnTo>
                    <a:pt x="4" y="27"/>
                  </a:lnTo>
                  <a:lnTo>
                    <a:pt x="5" y="28"/>
                  </a:lnTo>
                  <a:lnTo>
                    <a:pt x="5" y="29"/>
                  </a:lnTo>
                  <a:lnTo>
                    <a:pt x="5" y="30"/>
                  </a:lnTo>
                  <a:lnTo>
                    <a:pt x="5" y="30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6" y="27"/>
                  </a:lnTo>
                  <a:lnTo>
                    <a:pt x="6" y="26"/>
                  </a:lnTo>
                  <a:lnTo>
                    <a:pt x="6" y="25"/>
                  </a:lnTo>
                  <a:lnTo>
                    <a:pt x="6" y="24"/>
                  </a:lnTo>
                  <a:lnTo>
                    <a:pt x="6" y="23"/>
                  </a:lnTo>
                  <a:lnTo>
                    <a:pt x="6" y="22"/>
                  </a:lnTo>
                  <a:lnTo>
                    <a:pt x="6" y="2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17" name="Freeform 761"/>
            <p:cNvSpPr/>
            <p:nvPr/>
          </p:nvSpPr>
          <p:spPr bwMode="auto">
            <a:xfrm>
              <a:off x="1190625" y="4665664"/>
              <a:ext cx="9525" cy="66675"/>
            </a:xfrm>
            <a:custGeom>
              <a:avLst/>
              <a:gdLst>
                <a:gd name="T0" fmla="*/ 0 w 6"/>
                <a:gd name="T1" fmla="*/ 42 h 42"/>
                <a:gd name="T2" fmla="*/ 0 w 6"/>
                <a:gd name="T3" fmla="*/ 42 h 42"/>
                <a:gd name="T4" fmla="*/ 0 w 6"/>
                <a:gd name="T5" fmla="*/ 41 h 42"/>
                <a:gd name="T6" fmla="*/ 0 w 6"/>
                <a:gd name="T7" fmla="*/ 41 h 42"/>
                <a:gd name="T8" fmla="*/ 1 w 6"/>
                <a:gd name="T9" fmla="*/ 41 h 42"/>
                <a:gd name="T10" fmla="*/ 1 w 6"/>
                <a:gd name="T11" fmla="*/ 41 h 42"/>
                <a:gd name="T12" fmla="*/ 1 w 6"/>
                <a:gd name="T13" fmla="*/ 41 h 42"/>
                <a:gd name="T14" fmla="*/ 1 w 6"/>
                <a:gd name="T15" fmla="*/ 40 h 42"/>
                <a:gd name="T16" fmla="*/ 1 w 6"/>
                <a:gd name="T17" fmla="*/ 40 h 42"/>
                <a:gd name="T18" fmla="*/ 1 w 6"/>
                <a:gd name="T19" fmla="*/ 39 h 42"/>
                <a:gd name="T20" fmla="*/ 1 w 6"/>
                <a:gd name="T21" fmla="*/ 38 h 42"/>
                <a:gd name="T22" fmla="*/ 1 w 6"/>
                <a:gd name="T23" fmla="*/ 37 h 42"/>
                <a:gd name="T24" fmla="*/ 1 w 6"/>
                <a:gd name="T25" fmla="*/ 36 h 42"/>
                <a:gd name="T26" fmla="*/ 1 w 6"/>
                <a:gd name="T27" fmla="*/ 35 h 42"/>
                <a:gd name="T28" fmla="*/ 2 w 6"/>
                <a:gd name="T29" fmla="*/ 34 h 42"/>
                <a:gd name="T30" fmla="*/ 2 w 6"/>
                <a:gd name="T31" fmla="*/ 33 h 42"/>
                <a:gd name="T32" fmla="*/ 2 w 6"/>
                <a:gd name="T33" fmla="*/ 32 h 42"/>
                <a:gd name="T34" fmla="*/ 2 w 6"/>
                <a:gd name="T35" fmla="*/ 32 h 42"/>
                <a:gd name="T36" fmla="*/ 2 w 6"/>
                <a:gd name="T37" fmla="*/ 31 h 42"/>
                <a:gd name="T38" fmla="*/ 2 w 6"/>
                <a:gd name="T39" fmla="*/ 31 h 42"/>
                <a:gd name="T40" fmla="*/ 3 w 6"/>
                <a:gd name="T41" fmla="*/ 30 h 42"/>
                <a:gd name="T42" fmla="*/ 3 w 6"/>
                <a:gd name="T43" fmla="*/ 30 h 42"/>
                <a:gd name="T44" fmla="*/ 3 w 6"/>
                <a:gd name="T45" fmla="*/ 30 h 42"/>
                <a:gd name="T46" fmla="*/ 3 w 6"/>
                <a:gd name="T47" fmla="*/ 30 h 42"/>
                <a:gd name="T48" fmla="*/ 3 w 6"/>
                <a:gd name="T49" fmla="*/ 30 h 42"/>
                <a:gd name="T50" fmla="*/ 3 w 6"/>
                <a:gd name="T51" fmla="*/ 31 h 42"/>
                <a:gd name="T52" fmla="*/ 3 w 6"/>
                <a:gd name="T53" fmla="*/ 31 h 42"/>
                <a:gd name="T54" fmla="*/ 3 w 6"/>
                <a:gd name="T55" fmla="*/ 30 h 42"/>
                <a:gd name="T56" fmla="*/ 3 w 6"/>
                <a:gd name="T57" fmla="*/ 30 h 42"/>
                <a:gd name="T58" fmla="*/ 4 w 6"/>
                <a:gd name="T59" fmla="*/ 29 h 42"/>
                <a:gd name="T60" fmla="*/ 4 w 6"/>
                <a:gd name="T61" fmla="*/ 29 h 42"/>
                <a:gd name="T62" fmla="*/ 4 w 6"/>
                <a:gd name="T63" fmla="*/ 28 h 42"/>
                <a:gd name="T64" fmla="*/ 4 w 6"/>
                <a:gd name="T65" fmla="*/ 26 h 42"/>
                <a:gd name="T66" fmla="*/ 4 w 6"/>
                <a:gd name="T67" fmla="*/ 25 h 42"/>
                <a:gd name="T68" fmla="*/ 4 w 6"/>
                <a:gd name="T69" fmla="*/ 24 h 42"/>
                <a:gd name="T70" fmla="*/ 5 w 6"/>
                <a:gd name="T71" fmla="*/ 21 h 42"/>
                <a:gd name="T72" fmla="*/ 5 w 6"/>
                <a:gd name="T73" fmla="*/ 20 h 42"/>
                <a:gd name="T74" fmla="*/ 5 w 6"/>
                <a:gd name="T75" fmla="*/ 22 h 42"/>
                <a:gd name="T76" fmla="*/ 5 w 6"/>
                <a:gd name="T77" fmla="*/ 21 h 42"/>
                <a:gd name="T78" fmla="*/ 5 w 6"/>
                <a:gd name="T79" fmla="*/ 17 h 42"/>
                <a:gd name="T80" fmla="*/ 5 w 6"/>
                <a:gd name="T81" fmla="*/ 17 h 42"/>
                <a:gd name="T82" fmla="*/ 5 w 6"/>
                <a:gd name="T83" fmla="*/ 15 h 42"/>
                <a:gd name="T84" fmla="*/ 5 w 6"/>
                <a:gd name="T85" fmla="*/ 12 h 42"/>
                <a:gd name="T86" fmla="*/ 5 w 6"/>
                <a:gd name="T87" fmla="*/ 10 h 42"/>
                <a:gd name="T88" fmla="*/ 6 w 6"/>
                <a:gd name="T89" fmla="*/ 10 h 42"/>
                <a:gd name="T90" fmla="*/ 6 w 6"/>
                <a:gd name="T91" fmla="*/ 11 h 42"/>
                <a:gd name="T92" fmla="*/ 6 w 6"/>
                <a:gd name="T93" fmla="*/ 12 h 42"/>
                <a:gd name="T94" fmla="*/ 6 w 6"/>
                <a:gd name="T95" fmla="*/ 9 h 42"/>
                <a:gd name="T96" fmla="*/ 6 w 6"/>
                <a:gd name="T97" fmla="*/ 1 h 42"/>
                <a:gd name="T98" fmla="*/ 6 w 6"/>
                <a:gd name="T99" fmla="*/ 0 h 42"/>
                <a:gd name="T100" fmla="*/ 6 w 6"/>
                <a:gd name="T101" fmla="*/ 5 h 42"/>
                <a:gd name="T102" fmla="*/ 6 w 6"/>
                <a:gd name="T10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2">
                  <a:moveTo>
                    <a:pt x="0" y="42"/>
                  </a:moveTo>
                  <a:lnTo>
                    <a:pt x="0" y="42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1" y="39"/>
                  </a:lnTo>
                  <a:lnTo>
                    <a:pt x="1" y="38"/>
                  </a:lnTo>
                  <a:lnTo>
                    <a:pt x="1" y="37"/>
                  </a:lnTo>
                  <a:lnTo>
                    <a:pt x="1" y="36"/>
                  </a:lnTo>
                  <a:lnTo>
                    <a:pt x="1" y="35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8"/>
                  </a:lnTo>
                  <a:lnTo>
                    <a:pt x="4" y="26"/>
                  </a:lnTo>
                  <a:lnTo>
                    <a:pt x="4" y="25"/>
                  </a:lnTo>
                  <a:lnTo>
                    <a:pt x="4" y="24"/>
                  </a:lnTo>
                  <a:lnTo>
                    <a:pt x="5" y="21"/>
                  </a:lnTo>
                  <a:lnTo>
                    <a:pt x="5" y="20"/>
                  </a:lnTo>
                  <a:lnTo>
                    <a:pt x="5" y="22"/>
                  </a:lnTo>
                  <a:lnTo>
                    <a:pt x="5" y="21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5" y="12"/>
                  </a:lnTo>
                  <a:lnTo>
                    <a:pt x="5" y="10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9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5"/>
                  </a:lnTo>
                  <a:lnTo>
                    <a:pt x="6" y="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18" name="Freeform 762"/>
            <p:cNvSpPr/>
            <p:nvPr/>
          </p:nvSpPr>
          <p:spPr bwMode="auto">
            <a:xfrm>
              <a:off x="1200150" y="4670426"/>
              <a:ext cx="11113" cy="46038"/>
            </a:xfrm>
            <a:custGeom>
              <a:avLst/>
              <a:gdLst>
                <a:gd name="T0" fmla="*/ 0 w 7"/>
                <a:gd name="T1" fmla="*/ 2 h 29"/>
                <a:gd name="T2" fmla="*/ 0 w 7"/>
                <a:gd name="T3" fmla="*/ 3 h 29"/>
                <a:gd name="T4" fmla="*/ 0 w 7"/>
                <a:gd name="T5" fmla="*/ 1 h 29"/>
                <a:gd name="T6" fmla="*/ 1 w 7"/>
                <a:gd name="T7" fmla="*/ 0 h 29"/>
                <a:gd name="T8" fmla="*/ 1 w 7"/>
                <a:gd name="T9" fmla="*/ 2 h 29"/>
                <a:gd name="T10" fmla="*/ 1 w 7"/>
                <a:gd name="T11" fmla="*/ 4 h 29"/>
                <a:gd name="T12" fmla="*/ 1 w 7"/>
                <a:gd name="T13" fmla="*/ 5 h 29"/>
                <a:gd name="T14" fmla="*/ 1 w 7"/>
                <a:gd name="T15" fmla="*/ 6 h 29"/>
                <a:gd name="T16" fmla="*/ 1 w 7"/>
                <a:gd name="T17" fmla="*/ 10 h 29"/>
                <a:gd name="T18" fmla="*/ 2 w 7"/>
                <a:gd name="T19" fmla="*/ 14 h 29"/>
                <a:gd name="T20" fmla="*/ 2 w 7"/>
                <a:gd name="T21" fmla="*/ 13 h 29"/>
                <a:gd name="T22" fmla="*/ 2 w 7"/>
                <a:gd name="T23" fmla="*/ 9 h 29"/>
                <a:gd name="T24" fmla="*/ 2 w 7"/>
                <a:gd name="T25" fmla="*/ 7 h 29"/>
                <a:gd name="T26" fmla="*/ 2 w 7"/>
                <a:gd name="T27" fmla="*/ 7 h 29"/>
                <a:gd name="T28" fmla="*/ 2 w 7"/>
                <a:gd name="T29" fmla="*/ 6 h 29"/>
                <a:gd name="T30" fmla="*/ 2 w 7"/>
                <a:gd name="T31" fmla="*/ 5 h 29"/>
                <a:gd name="T32" fmla="*/ 2 w 7"/>
                <a:gd name="T33" fmla="*/ 10 h 29"/>
                <a:gd name="T34" fmla="*/ 2 w 7"/>
                <a:gd name="T35" fmla="*/ 16 h 29"/>
                <a:gd name="T36" fmla="*/ 3 w 7"/>
                <a:gd name="T37" fmla="*/ 15 h 29"/>
                <a:gd name="T38" fmla="*/ 3 w 7"/>
                <a:gd name="T39" fmla="*/ 9 h 29"/>
                <a:gd name="T40" fmla="*/ 3 w 7"/>
                <a:gd name="T41" fmla="*/ 9 h 29"/>
                <a:gd name="T42" fmla="*/ 3 w 7"/>
                <a:gd name="T43" fmla="*/ 11 h 29"/>
                <a:gd name="T44" fmla="*/ 3 w 7"/>
                <a:gd name="T45" fmla="*/ 12 h 29"/>
                <a:gd name="T46" fmla="*/ 3 w 7"/>
                <a:gd name="T47" fmla="*/ 15 h 29"/>
                <a:gd name="T48" fmla="*/ 4 w 7"/>
                <a:gd name="T49" fmla="*/ 22 h 29"/>
                <a:gd name="T50" fmla="*/ 4 w 7"/>
                <a:gd name="T51" fmla="*/ 23 h 29"/>
                <a:gd name="T52" fmla="*/ 4 w 7"/>
                <a:gd name="T53" fmla="*/ 19 h 29"/>
                <a:gd name="T54" fmla="*/ 4 w 7"/>
                <a:gd name="T55" fmla="*/ 18 h 29"/>
                <a:gd name="T56" fmla="*/ 4 w 7"/>
                <a:gd name="T57" fmla="*/ 20 h 29"/>
                <a:gd name="T58" fmla="*/ 4 w 7"/>
                <a:gd name="T59" fmla="*/ 20 h 29"/>
                <a:gd name="T60" fmla="*/ 4 w 7"/>
                <a:gd name="T61" fmla="*/ 22 h 29"/>
                <a:gd name="T62" fmla="*/ 4 w 7"/>
                <a:gd name="T63" fmla="*/ 26 h 29"/>
                <a:gd name="T64" fmla="*/ 4 w 7"/>
                <a:gd name="T65" fmla="*/ 27 h 29"/>
                <a:gd name="T66" fmla="*/ 4 w 7"/>
                <a:gd name="T67" fmla="*/ 23 h 29"/>
                <a:gd name="T68" fmla="*/ 5 w 7"/>
                <a:gd name="T69" fmla="*/ 21 h 29"/>
                <a:gd name="T70" fmla="*/ 5 w 7"/>
                <a:gd name="T71" fmla="*/ 22 h 29"/>
                <a:gd name="T72" fmla="*/ 5 w 7"/>
                <a:gd name="T73" fmla="*/ 21 h 29"/>
                <a:gd name="T74" fmla="*/ 5 w 7"/>
                <a:gd name="T75" fmla="*/ 19 h 29"/>
                <a:gd name="T76" fmla="*/ 5 w 7"/>
                <a:gd name="T77" fmla="*/ 24 h 29"/>
                <a:gd name="T78" fmla="*/ 5 w 7"/>
                <a:gd name="T79" fmla="*/ 27 h 29"/>
                <a:gd name="T80" fmla="*/ 5 w 7"/>
                <a:gd name="T81" fmla="*/ 27 h 29"/>
                <a:gd name="T82" fmla="*/ 5 w 7"/>
                <a:gd name="T83" fmla="*/ 24 h 29"/>
                <a:gd name="T84" fmla="*/ 5 w 7"/>
                <a:gd name="T85" fmla="*/ 22 h 29"/>
                <a:gd name="T86" fmla="*/ 6 w 7"/>
                <a:gd name="T87" fmla="*/ 19 h 29"/>
                <a:gd name="T88" fmla="*/ 6 w 7"/>
                <a:gd name="T89" fmla="*/ 20 h 29"/>
                <a:gd name="T90" fmla="*/ 6 w 7"/>
                <a:gd name="T91" fmla="*/ 24 h 29"/>
                <a:gd name="T92" fmla="*/ 6 w 7"/>
                <a:gd name="T93" fmla="*/ 24 h 29"/>
                <a:gd name="T94" fmla="*/ 6 w 7"/>
                <a:gd name="T95" fmla="*/ 25 h 29"/>
                <a:gd name="T96" fmla="*/ 6 w 7"/>
                <a:gd name="T97" fmla="*/ 28 h 29"/>
                <a:gd name="T98" fmla="*/ 7 w 7"/>
                <a:gd name="T99" fmla="*/ 29 h 29"/>
                <a:gd name="T100" fmla="*/ 7 w 7"/>
                <a:gd name="T101" fmla="*/ 26 h 29"/>
                <a:gd name="T102" fmla="*/ 7 w 7"/>
                <a:gd name="T103" fmla="*/ 2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29">
                  <a:moveTo>
                    <a:pt x="0" y="2"/>
                  </a:moveTo>
                  <a:lnTo>
                    <a:pt x="0" y="3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10"/>
                  </a:lnTo>
                  <a:lnTo>
                    <a:pt x="2" y="14"/>
                  </a:lnTo>
                  <a:lnTo>
                    <a:pt x="2" y="13"/>
                  </a:lnTo>
                  <a:lnTo>
                    <a:pt x="2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10"/>
                  </a:lnTo>
                  <a:lnTo>
                    <a:pt x="2" y="16"/>
                  </a:lnTo>
                  <a:lnTo>
                    <a:pt x="3" y="15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4" y="22"/>
                  </a:lnTo>
                  <a:lnTo>
                    <a:pt x="4" y="23"/>
                  </a:lnTo>
                  <a:lnTo>
                    <a:pt x="4" y="19"/>
                  </a:lnTo>
                  <a:lnTo>
                    <a:pt x="4" y="18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4" y="22"/>
                  </a:lnTo>
                  <a:lnTo>
                    <a:pt x="4" y="26"/>
                  </a:lnTo>
                  <a:lnTo>
                    <a:pt x="4" y="27"/>
                  </a:lnTo>
                  <a:lnTo>
                    <a:pt x="4" y="23"/>
                  </a:lnTo>
                  <a:lnTo>
                    <a:pt x="5" y="21"/>
                  </a:lnTo>
                  <a:lnTo>
                    <a:pt x="5" y="22"/>
                  </a:lnTo>
                  <a:lnTo>
                    <a:pt x="5" y="21"/>
                  </a:lnTo>
                  <a:lnTo>
                    <a:pt x="5" y="19"/>
                  </a:lnTo>
                  <a:lnTo>
                    <a:pt x="5" y="24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5" y="24"/>
                  </a:lnTo>
                  <a:lnTo>
                    <a:pt x="5" y="22"/>
                  </a:lnTo>
                  <a:lnTo>
                    <a:pt x="6" y="19"/>
                  </a:lnTo>
                  <a:lnTo>
                    <a:pt x="6" y="20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6" y="25"/>
                  </a:lnTo>
                  <a:lnTo>
                    <a:pt x="6" y="28"/>
                  </a:lnTo>
                  <a:lnTo>
                    <a:pt x="7" y="29"/>
                  </a:lnTo>
                  <a:lnTo>
                    <a:pt x="7" y="26"/>
                  </a:lnTo>
                  <a:lnTo>
                    <a:pt x="7" y="2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19" name="Freeform 763"/>
            <p:cNvSpPr/>
            <p:nvPr/>
          </p:nvSpPr>
          <p:spPr bwMode="auto">
            <a:xfrm>
              <a:off x="1211263" y="4710114"/>
              <a:ext cx="9525" cy="31750"/>
            </a:xfrm>
            <a:custGeom>
              <a:avLst/>
              <a:gdLst>
                <a:gd name="T0" fmla="*/ 0 w 6"/>
                <a:gd name="T1" fmla="*/ 1 h 20"/>
                <a:gd name="T2" fmla="*/ 0 w 6"/>
                <a:gd name="T3" fmla="*/ 0 h 20"/>
                <a:gd name="T4" fmla="*/ 0 w 6"/>
                <a:gd name="T5" fmla="*/ 4 h 20"/>
                <a:gd name="T6" fmla="*/ 0 w 6"/>
                <a:gd name="T7" fmla="*/ 9 h 20"/>
                <a:gd name="T8" fmla="*/ 0 w 6"/>
                <a:gd name="T9" fmla="*/ 13 h 20"/>
                <a:gd name="T10" fmla="*/ 0 w 6"/>
                <a:gd name="T11" fmla="*/ 13 h 20"/>
                <a:gd name="T12" fmla="*/ 0 w 6"/>
                <a:gd name="T13" fmla="*/ 12 h 20"/>
                <a:gd name="T14" fmla="*/ 0 w 6"/>
                <a:gd name="T15" fmla="*/ 14 h 20"/>
                <a:gd name="T16" fmla="*/ 1 w 6"/>
                <a:gd name="T17" fmla="*/ 19 h 20"/>
                <a:gd name="T18" fmla="*/ 1 w 6"/>
                <a:gd name="T19" fmla="*/ 20 h 20"/>
                <a:gd name="T20" fmla="*/ 1 w 6"/>
                <a:gd name="T21" fmla="*/ 17 h 20"/>
                <a:gd name="T22" fmla="*/ 1 w 6"/>
                <a:gd name="T23" fmla="*/ 16 h 20"/>
                <a:gd name="T24" fmla="*/ 1 w 6"/>
                <a:gd name="T25" fmla="*/ 17 h 20"/>
                <a:gd name="T26" fmla="*/ 1 w 6"/>
                <a:gd name="T27" fmla="*/ 19 h 20"/>
                <a:gd name="T28" fmla="*/ 2 w 6"/>
                <a:gd name="T29" fmla="*/ 18 h 20"/>
                <a:gd name="T30" fmla="*/ 2 w 6"/>
                <a:gd name="T31" fmla="*/ 17 h 20"/>
                <a:gd name="T32" fmla="*/ 2 w 6"/>
                <a:gd name="T33" fmla="*/ 18 h 20"/>
                <a:gd name="T34" fmla="*/ 2 w 6"/>
                <a:gd name="T35" fmla="*/ 18 h 20"/>
                <a:gd name="T36" fmla="*/ 2 w 6"/>
                <a:gd name="T37" fmla="*/ 15 h 20"/>
                <a:gd name="T38" fmla="*/ 2 w 6"/>
                <a:gd name="T39" fmla="*/ 14 h 20"/>
                <a:gd name="T40" fmla="*/ 2 w 6"/>
                <a:gd name="T41" fmla="*/ 17 h 20"/>
                <a:gd name="T42" fmla="*/ 2 w 6"/>
                <a:gd name="T43" fmla="*/ 18 h 20"/>
                <a:gd name="T44" fmla="*/ 2 w 6"/>
                <a:gd name="T45" fmla="*/ 17 h 20"/>
                <a:gd name="T46" fmla="*/ 3 w 6"/>
                <a:gd name="T47" fmla="*/ 19 h 20"/>
                <a:gd name="T48" fmla="*/ 3 w 6"/>
                <a:gd name="T49" fmla="*/ 18 h 20"/>
                <a:gd name="T50" fmla="*/ 3 w 6"/>
                <a:gd name="T51" fmla="*/ 15 h 20"/>
                <a:gd name="T52" fmla="*/ 3 w 6"/>
                <a:gd name="T53" fmla="*/ 12 h 20"/>
                <a:gd name="T54" fmla="*/ 3 w 6"/>
                <a:gd name="T55" fmla="*/ 14 h 20"/>
                <a:gd name="T56" fmla="*/ 3 w 6"/>
                <a:gd name="T57" fmla="*/ 15 h 20"/>
                <a:gd name="T58" fmla="*/ 3 w 6"/>
                <a:gd name="T59" fmla="*/ 14 h 20"/>
                <a:gd name="T60" fmla="*/ 3 w 6"/>
                <a:gd name="T61" fmla="*/ 12 h 20"/>
                <a:gd name="T62" fmla="*/ 3 w 6"/>
                <a:gd name="T63" fmla="*/ 11 h 20"/>
                <a:gd name="T64" fmla="*/ 4 w 6"/>
                <a:gd name="T65" fmla="*/ 10 h 20"/>
                <a:gd name="T66" fmla="*/ 4 w 6"/>
                <a:gd name="T67" fmla="*/ 9 h 20"/>
                <a:gd name="T68" fmla="*/ 4 w 6"/>
                <a:gd name="T69" fmla="*/ 7 h 20"/>
                <a:gd name="T70" fmla="*/ 4 w 6"/>
                <a:gd name="T71" fmla="*/ 8 h 20"/>
                <a:gd name="T72" fmla="*/ 4 w 6"/>
                <a:gd name="T73" fmla="*/ 9 h 20"/>
                <a:gd name="T74" fmla="*/ 4 w 6"/>
                <a:gd name="T75" fmla="*/ 12 h 20"/>
                <a:gd name="T76" fmla="*/ 5 w 6"/>
                <a:gd name="T77" fmla="*/ 14 h 20"/>
                <a:gd name="T78" fmla="*/ 5 w 6"/>
                <a:gd name="T79" fmla="*/ 13 h 20"/>
                <a:gd name="T80" fmla="*/ 5 w 6"/>
                <a:gd name="T81" fmla="*/ 12 h 20"/>
                <a:gd name="T82" fmla="*/ 5 w 6"/>
                <a:gd name="T83" fmla="*/ 13 h 20"/>
                <a:gd name="T84" fmla="*/ 5 w 6"/>
                <a:gd name="T85" fmla="*/ 14 h 20"/>
                <a:gd name="T86" fmla="*/ 5 w 6"/>
                <a:gd name="T87" fmla="*/ 16 h 20"/>
                <a:gd name="T88" fmla="*/ 5 w 6"/>
                <a:gd name="T89" fmla="*/ 17 h 20"/>
                <a:gd name="T90" fmla="*/ 5 w 6"/>
                <a:gd name="T91" fmla="*/ 14 h 20"/>
                <a:gd name="T92" fmla="*/ 5 w 6"/>
                <a:gd name="T93" fmla="*/ 12 h 20"/>
                <a:gd name="T94" fmla="*/ 5 w 6"/>
                <a:gd name="T95" fmla="*/ 11 h 20"/>
                <a:gd name="T96" fmla="*/ 6 w 6"/>
                <a:gd name="T97" fmla="*/ 10 h 20"/>
                <a:gd name="T98" fmla="*/ 6 w 6"/>
                <a:gd name="T99" fmla="*/ 7 h 20"/>
                <a:gd name="T100" fmla="*/ 6 w 6"/>
                <a:gd name="T101" fmla="*/ 7 h 20"/>
                <a:gd name="T102" fmla="*/ 6 w 6"/>
                <a:gd name="T103" fmla="*/ 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20">
                  <a:moveTo>
                    <a:pt x="0" y="1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9"/>
                  </a:lnTo>
                  <a:lnTo>
                    <a:pt x="1" y="20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1" y="19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5"/>
                  </a:lnTo>
                  <a:lnTo>
                    <a:pt x="3" y="12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3" y="11"/>
                  </a:lnTo>
                  <a:lnTo>
                    <a:pt x="4" y="10"/>
                  </a:lnTo>
                  <a:lnTo>
                    <a:pt x="4" y="9"/>
                  </a:lnTo>
                  <a:lnTo>
                    <a:pt x="4" y="7"/>
                  </a:lnTo>
                  <a:lnTo>
                    <a:pt x="4" y="8"/>
                  </a:lnTo>
                  <a:lnTo>
                    <a:pt x="4" y="9"/>
                  </a:lnTo>
                  <a:lnTo>
                    <a:pt x="4" y="12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5" y="12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14"/>
                  </a:lnTo>
                  <a:lnTo>
                    <a:pt x="5" y="12"/>
                  </a:lnTo>
                  <a:lnTo>
                    <a:pt x="5" y="11"/>
                  </a:lnTo>
                  <a:lnTo>
                    <a:pt x="6" y="10"/>
                  </a:lnTo>
                  <a:lnTo>
                    <a:pt x="6" y="7"/>
                  </a:lnTo>
                  <a:lnTo>
                    <a:pt x="6" y="7"/>
                  </a:lnTo>
                  <a:lnTo>
                    <a:pt x="6" y="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20" name="Freeform 764"/>
            <p:cNvSpPr/>
            <p:nvPr/>
          </p:nvSpPr>
          <p:spPr bwMode="auto">
            <a:xfrm>
              <a:off x="1220788" y="4681539"/>
              <a:ext cx="9525" cy="39688"/>
            </a:xfrm>
            <a:custGeom>
              <a:avLst/>
              <a:gdLst>
                <a:gd name="T0" fmla="*/ 0 w 6"/>
                <a:gd name="T1" fmla="*/ 25 h 25"/>
                <a:gd name="T2" fmla="*/ 0 w 6"/>
                <a:gd name="T3" fmla="*/ 25 h 25"/>
                <a:gd name="T4" fmla="*/ 0 w 6"/>
                <a:gd name="T5" fmla="*/ 23 h 25"/>
                <a:gd name="T6" fmla="*/ 0 w 6"/>
                <a:gd name="T7" fmla="*/ 22 h 25"/>
                <a:gd name="T8" fmla="*/ 1 w 6"/>
                <a:gd name="T9" fmla="*/ 22 h 25"/>
                <a:gd name="T10" fmla="*/ 1 w 6"/>
                <a:gd name="T11" fmla="*/ 19 h 25"/>
                <a:gd name="T12" fmla="*/ 1 w 6"/>
                <a:gd name="T13" fmla="*/ 17 h 25"/>
                <a:gd name="T14" fmla="*/ 1 w 6"/>
                <a:gd name="T15" fmla="*/ 18 h 25"/>
                <a:gd name="T16" fmla="*/ 1 w 6"/>
                <a:gd name="T17" fmla="*/ 19 h 25"/>
                <a:gd name="T18" fmla="*/ 1 w 6"/>
                <a:gd name="T19" fmla="*/ 15 h 25"/>
                <a:gd name="T20" fmla="*/ 1 w 6"/>
                <a:gd name="T21" fmla="*/ 14 h 25"/>
                <a:gd name="T22" fmla="*/ 1 w 6"/>
                <a:gd name="T23" fmla="*/ 14 h 25"/>
                <a:gd name="T24" fmla="*/ 1 w 6"/>
                <a:gd name="T25" fmla="*/ 13 h 25"/>
                <a:gd name="T26" fmla="*/ 2 w 6"/>
                <a:gd name="T27" fmla="*/ 12 h 25"/>
                <a:gd name="T28" fmla="*/ 2 w 6"/>
                <a:gd name="T29" fmla="*/ 10 h 25"/>
                <a:gd name="T30" fmla="*/ 2 w 6"/>
                <a:gd name="T31" fmla="*/ 7 h 25"/>
                <a:gd name="T32" fmla="*/ 2 w 6"/>
                <a:gd name="T33" fmla="*/ 5 h 25"/>
                <a:gd name="T34" fmla="*/ 2 w 6"/>
                <a:gd name="T35" fmla="*/ 7 h 25"/>
                <a:gd name="T36" fmla="*/ 2 w 6"/>
                <a:gd name="T37" fmla="*/ 7 h 25"/>
                <a:gd name="T38" fmla="*/ 3 w 6"/>
                <a:gd name="T39" fmla="*/ 4 h 25"/>
                <a:gd name="T40" fmla="*/ 3 w 6"/>
                <a:gd name="T41" fmla="*/ 4 h 25"/>
                <a:gd name="T42" fmla="*/ 3 w 6"/>
                <a:gd name="T43" fmla="*/ 6 h 25"/>
                <a:gd name="T44" fmla="*/ 3 w 6"/>
                <a:gd name="T45" fmla="*/ 3 h 25"/>
                <a:gd name="T46" fmla="*/ 3 w 6"/>
                <a:gd name="T47" fmla="*/ 0 h 25"/>
                <a:gd name="T48" fmla="*/ 3 w 6"/>
                <a:gd name="T49" fmla="*/ 1 h 25"/>
                <a:gd name="T50" fmla="*/ 3 w 6"/>
                <a:gd name="T51" fmla="*/ 3 h 25"/>
                <a:gd name="T52" fmla="*/ 3 w 6"/>
                <a:gd name="T53" fmla="*/ 2 h 25"/>
                <a:gd name="T54" fmla="*/ 3 w 6"/>
                <a:gd name="T55" fmla="*/ 2 h 25"/>
                <a:gd name="T56" fmla="*/ 4 w 6"/>
                <a:gd name="T57" fmla="*/ 2 h 25"/>
                <a:gd name="T58" fmla="*/ 4 w 6"/>
                <a:gd name="T59" fmla="*/ 2 h 25"/>
                <a:gd name="T60" fmla="*/ 4 w 6"/>
                <a:gd name="T61" fmla="*/ 2 h 25"/>
                <a:gd name="T62" fmla="*/ 4 w 6"/>
                <a:gd name="T63" fmla="*/ 1 h 25"/>
                <a:gd name="T64" fmla="*/ 4 w 6"/>
                <a:gd name="T65" fmla="*/ 2 h 25"/>
                <a:gd name="T66" fmla="*/ 4 w 6"/>
                <a:gd name="T67" fmla="*/ 5 h 25"/>
                <a:gd name="T68" fmla="*/ 4 w 6"/>
                <a:gd name="T69" fmla="*/ 7 h 25"/>
                <a:gd name="T70" fmla="*/ 4 w 6"/>
                <a:gd name="T71" fmla="*/ 7 h 25"/>
                <a:gd name="T72" fmla="*/ 4 w 6"/>
                <a:gd name="T73" fmla="*/ 8 h 25"/>
                <a:gd name="T74" fmla="*/ 5 w 6"/>
                <a:gd name="T75" fmla="*/ 9 h 25"/>
                <a:gd name="T76" fmla="*/ 5 w 6"/>
                <a:gd name="T77" fmla="*/ 10 h 25"/>
                <a:gd name="T78" fmla="*/ 5 w 6"/>
                <a:gd name="T79" fmla="*/ 12 h 25"/>
                <a:gd name="T80" fmla="*/ 5 w 6"/>
                <a:gd name="T81" fmla="*/ 14 h 25"/>
                <a:gd name="T82" fmla="*/ 5 w 6"/>
                <a:gd name="T83" fmla="*/ 18 h 25"/>
                <a:gd name="T84" fmla="*/ 5 w 6"/>
                <a:gd name="T85" fmla="*/ 20 h 25"/>
                <a:gd name="T86" fmla="*/ 6 w 6"/>
                <a:gd name="T87" fmla="*/ 22 h 25"/>
                <a:gd name="T88" fmla="*/ 6 w 6"/>
                <a:gd name="T89" fmla="*/ 22 h 25"/>
                <a:gd name="T90" fmla="*/ 6 w 6"/>
                <a:gd name="T91" fmla="*/ 22 h 25"/>
                <a:gd name="T92" fmla="*/ 6 w 6"/>
                <a:gd name="T93" fmla="*/ 22 h 25"/>
                <a:gd name="T94" fmla="*/ 6 w 6"/>
                <a:gd name="T95" fmla="*/ 24 h 25"/>
                <a:gd name="T96" fmla="*/ 6 w 6"/>
                <a:gd name="T97" fmla="*/ 24 h 25"/>
                <a:gd name="T98" fmla="*/ 6 w 6"/>
                <a:gd name="T99" fmla="*/ 23 h 25"/>
                <a:gd name="T100" fmla="*/ 6 w 6"/>
                <a:gd name="T101" fmla="*/ 24 h 25"/>
                <a:gd name="T102" fmla="*/ 6 w 6"/>
                <a:gd name="T103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25">
                  <a:moveTo>
                    <a:pt x="0" y="25"/>
                  </a:moveTo>
                  <a:lnTo>
                    <a:pt x="0" y="25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1" y="22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7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6"/>
                  </a:lnTo>
                  <a:lnTo>
                    <a:pt x="3" y="3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2"/>
                  </a:lnTo>
                  <a:lnTo>
                    <a:pt x="4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8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5" y="14"/>
                  </a:lnTo>
                  <a:lnTo>
                    <a:pt x="5" y="18"/>
                  </a:lnTo>
                  <a:lnTo>
                    <a:pt x="5" y="20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6" y="23"/>
                  </a:lnTo>
                  <a:lnTo>
                    <a:pt x="6" y="24"/>
                  </a:lnTo>
                  <a:lnTo>
                    <a:pt x="6" y="2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21" name="Freeform 765"/>
            <p:cNvSpPr/>
            <p:nvPr/>
          </p:nvSpPr>
          <p:spPr bwMode="auto">
            <a:xfrm>
              <a:off x="1230313" y="4719639"/>
              <a:ext cx="11113" cy="66675"/>
            </a:xfrm>
            <a:custGeom>
              <a:avLst/>
              <a:gdLst>
                <a:gd name="T0" fmla="*/ 0 w 7"/>
                <a:gd name="T1" fmla="*/ 0 h 42"/>
                <a:gd name="T2" fmla="*/ 0 w 7"/>
                <a:gd name="T3" fmla="*/ 1 h 42"/>
                <a:gd name="T4" fmla="*/ 1 w 7"/>
                <a:gd name="T5" fmla="*/ 1 h 42"/>
                <a:gd name="T6" fmla="*/ 1 w 7"/>
                <a:gd name="T7" fmla="*/ 0 h 42"/>
                <a:gd name="T8" fmla="*/ 1 w 7"/>
                <a:gd name="T9" fmla="*/ 0 h 42"/>
                <a:gd name="T10" fmla="*/ 1 w 7"/>
                <a:gd name="T11" fmla="*/ 3 h 42"/>
                <a:gd name="T12" fmla="*/ 1 w 7"/>
                <a:gd name="T13" fmla="*/ 6 h 42"/>
                <a:gd name="T14" fmla="*/ 1 w 7"/>
                <a:gd name="T15" fmla="*/ 7 h 42"/>
                <a:gd name="T16" fmla="*/ 2 w 7"/>
                <a:gd name="T17" fmla="*/ 8 h 42"/>
                <a:gd name="T18" fmla="*/ 2 w 7"/>
                <a:gd name="T19" fmla="*/ 9 h 42"/>
                <a:gd name="T20" fmla="*/ 2 w 7"/>
                <a:gd name="T21" fmla="*/ 9 h 42"/>
                <a:gd name="T22" fmla="*/ 2 w 7"/>
                <a:gd name="T23" fmla="*/ 10 h 42"/>
                <a:gd name="T24" fmla="*/ 2 w 7"/>
                <a:gd name="T25" fmla="*/ 10 h 42"/>
                <a:gd name="T26" fmla="*/ 2 w 7"/>
                <a:gd name="T27" fmla="*/ 10 h 42"/>
                <a:gd name="T28" fmla="*/ 2 w 7"/>
                <a:gd name="T29" fmla="*/ 12 h 42"/>
                <a:gd name="T30" fmla="*/ 2 w 7"/>
                <a:gd name="T31" fmla="*/ 15 h 42"/>
                <a:gd name="T32" fmla="*/ 2 w 7"/>
                <a:gd name="T33" fmla="*/ 16 h 42"/>
                <a:gd name="T34" fmla="*/ 2 w 7"/>
                <a:gd name="T35" fmla="*/ 16 h 42"/>
                <a:gd name="T36" fmla="*/ 3 w 7"/>
                <a:gd name="T37" fmla="*/ 17 h 42"/>
                <a:gd name="T38" fmla="*/ 3 w 7"/>
                <a:gd name="T39" fmla="*/ 20 h 42"/>
                <a:gd name="T40" fmla="*/ 3 w 7"/>
                <a:gd name="T41" fmla="*/ 23 h 42"/>
                <a:gd name="T42" fmla="*/ 3 w 7"/>
                <a:gd name="T43" fmla="*/ 26 h 42"/>
                <a:gd name="T44" fmla="*/ 3 w 7"/>
                <a:gd name="T45" fmla="*/ 27 h 42"/>
                <a:gd name="T46" fmla="*/ 3 w 7"/>
                <a:gd name="T47" fmla="*/ 30 h 42"/>
                <a:gd name="T48" fmla="*/ 3 w 7"/>
                <a:gd name="T49" fmla="*/ 34 h 42"/>
                <a:gd name="T50" fmla="*/ 3 w 7"/>
                <a:gd name="T51" fmla="*/ 37 h 42"/>
                <a:gd name="T52" fmla="*/ 3 w 7"/>
                <a:gd name="T53" fmla="*/ 38 h 42"/>
                <a:gd name="T54" fmla="*/ 4 w 7"/>
                <a:gd name="T55" fmla="*/ 38 h 42"/>
                <a:gd name="T56" fmla="*/ 4 w 7"/>
                <a:gd name="T57" fmla="*/ 39 h 42"/>
                <a:gd name="T58" fmla="*/ 4 w 7"/>
                <a:gd name="T59" fmla="*/ 40 h 42"/>
                <a:gd name="T60" fmla="*/ 4 w 7"/>
                <a:gd name="T61" fmla="*/ 40 h 42"/>
                <a:gd name="T62" fmla="*/ 4 w 7"/>
                <a:gd name="T63" fmla="*/ 38 h 42"/>
                <a:gd name="T64" fmla="*/ 4 w 7"/>
                <a:gd name="T65" fmla="*/ 37 h 42"/>
                <a:gd name="T66" fmla="*/ 5 w 7"/>
                <a:gd name="T67" fmla="*/ 38 h 42"/>
                <a:gd name="T68" fmla="*/ 5 w 7"/>
                <a:gd name="T69" fmla="*/ 40 h 42"/>
                <a:gd name="T70" fmla="*/ 5 w 7"/>
                <a:gd name="T71" fmla="*/ 39 h 42"/>
                <a:gd name="T72" fmla="*/ 5 w 7"/>
                <a:gd name="T73" fmla="*/ 38 h 42"/>
                <a:gd name="T74" fmla="*/ 5 w 7"/>
                <a:gd name="T75" fmla="*/ 37 h 42"/>
                <a:gd name="T76" fmla="*/ 5 w 7"/>
                <a:gd name="T77" fmla="*/ 38 h 42"/>
                <a:gd name="T78" fmla="*/ 5 w 7"/>
                <a:gd name="T79" fmla="*/ 40 h 42"/>
                <a:gd name="T80" fmla="*/ 5 w 7"/>
                <a:gd name="T81" fmla="*/ 42 h 42"/>
                <a:gd name="T82" fmla="*/ 5 w 7"/>
                <a:gd name="T83" fmla="*/ 42 h 42"/>
                <a:gd name="T84" fmla="*/ 6 w 7"/>
                <a:gd name="T85" fmla="*/ 40 h 42"/>
                <a:gd name="T86" fmla="*/ 6 w 7"/>
                <a:gd name="T87" fmla="*/ 39 h 42"/>
                <a:gd name="T88" fmla="*/ 6 w 7"/>
                <a:gd name="T89" fmla="*/ 39 h 42"/>
                <a:gd name="T90" fmla="*/ 6 w 7"/>
                <a:gd name="T91" fmla="*/ 37 h 42"/>
                <a:gd name="T92" fmla="*/ 6 w 7"/>
                <a:gd name="T93" fmla="*/ 36 h 42"/>
                <a:gd name="T94" fmla="*/ 6 w 7"/>
                <a:gd name="T95" fmla="*/ 35 h 42"/>
                <a:gd name="T96" fmla="*/ 7 w 7"/>
                <a:gd name="T97" fmla="*/ 35 h 42"/>
                <a:gd name="T98" fmla="*/ 7 w 7"/>
                <a:gd name="T99" fmla="*/ 35 h 42"/>
                <a:gd name="T100" fmla="*/ 7 w 7"/>
                <a:gd name="T101" fmla="*/ 36 h 42"/>
                <a:gd name="T102" fmla="*/ 7 w 7"/>
                <a:gd name="T103" fmla="*/ 3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42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3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3" y="30"/>
                  </a:lnTo>
                  <a:lnTo>
                    <a:pt x="3" y="34"/>
                  </a:lnTo>
                  <a:lnTo>
                    <a:pt x="3" y="37"/>
                  </a:lnTo>
                  <a:lnTo>
                    <a:pt x="3" y="38"/>
                  </a:lnTo>
                  <a:lnTo>
                    <a:pt x="4" y="38"/>
                  </a:lnTo>
                  <a:lnTo>
                    <a:pt x="4" y="39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4" y="38"/>
                  </a:lnTo>
                  <a:lnTo>
                    <a:pt x="4" y="37"/>
                  </a:lnTo>
                  <a:lnTo>
                    <a:pt x="5" y="38"/>
                  </a:lnTo>
                  <a:lnTo>
                    <a:pt x="5" y="40"/>
                  </a:lnTo>
                  <a:lnTo>
                    <a:pt x="5" y="39"/>
                  </a:lnTo>
                  <a:lnTo>
                    <a:pt x="5" y="38"/>
                  </a:lnTo>
                  <a:lnTo>
                    <a:pt x="5" y="37"/>
                  </a:lnTo>
                  <a:lnTo>
                    <a:pt x="5" y="38"/>
                  </a:lnTo>
                  <a:lnTo>
                    <a:pt x="5" y="40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6" y="40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6" y="37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7" y="36"/>
                  </a:lnTo>
                  <a:lnTo>
                    <a:pt x="7" y="3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22" name="Freeform 766"/>
            <p:cNvSpPr/>
            <p:nvPr/>
          </p:nvSpPr>
          <p:spPr bwMode="auto">
            <a:xfrm>
              <a:off x="1241425" y="4683126"/>
              <a:ext cx="9525" cy="93663"/>
            </a:xfrm>
            <a:custGeom>
              <a:avLst/>
              <a:gdLst>
                <a:gd name="T0" fmla="*/ 0 w 6"/>
                <a:gd name="T1" fmla="*/ 59 h 59"/>
                <a:gd name="T2" fmla="*/ 0 w 6"/>
                <a:gd name="T3" fmla="*/ 57 h 59"/>
                <a:gd name="T4" fmla="*/ 0 w 6"/>
                <a:gd name="T5" fmla="*/ 53 h 59"/>
                <a:gd name="T6" fmla="*/ 0 w 6"/>
                <a:gd name="T7" fmla="*/ 51 h 59"/>
                <a:gd name="T8" fmla="*/ 0 w 6"/>
                <a:gd name="T9" fmla="*/ 53 h 59"/>
                <a:gd name="T10" fmla="*/ 0 w 6"/>
                <a:gd name="T11" fmla="*/ 55 h 59"/>
                <a:gd name="T12" fmla="*/ 0 w 6"/>
                <a:gd name="T13" fmla="*/ 52 h 59"/>
                <a:gd name="T14" fmla="*/ 1 w 6"/>
                <a:gd name="T15" fmla="*/ 50 h 59"/>
                <a:gd name="T16" fmla="*/ 1 w 6"/>
                <a:gd name="T17" fmla="*/ 51 h 59"/>
                <a:gd name="T18" fmla="*/ 1 w 6"/>
                <a:gd name="T19" fmla="*/ 50 h 59"/>
                <a:gd name="T20" fmla="*/ 1 w 6"/>
                <a:gd name="T21" fmla="*/ 48 h 59"/>
                <a:gd name="T22" fmla="*/ 1 w 6"/>
                <a:gd name="T23" fmla="*/ 45 h 59"/>
                <a:gd name="T24" fmla="*/ 1 w 6"/>
                <a:gd name="T25" fmla="*/ 43 h 59"/>
                <a:gd name="T26" fmla="*/ 1 w 6"/>
                <a:gd name="T27" fmla="*/ 43 h 59"/>
                <a:gd name="T28" fmla="*/ 1 w 6"/>
                <a:gd name="T29" fmla="*/ 43 h 59"/>
                <a:gd name="T30" fmla="*/ 1 w 6"/>
                <a:gd name="T31" fmla="*/ 41 h 59"/>
                <a:gd name="T32" fmla="*/ 2 w 6"/>
                <a:gd name="T33" fmla="*/ 38 h 59"/>
                <a:gd name="T34" fmla="*/ 2 w 6"/>
                <a:gd name="T35" fmla="*/ 35 h 59"/>
                <a:gd name="T36" fmla="*/ 2 w 6"/>
                <a:gd name="T37" fmla="*/ 33 h 59"/>
                <a:gd name="T38" fmla="*/ 2 w 6"/>
                <a:gd name="T39" fmla="*/ 32 h 59"/>
                <a:gd name="T40" fmla="*/ 2 w 6"/>
                <a:gd name="T41" fmla="*/ 31 h 59"/>
                <a:gd name="T42" fmla="*/ 2 w 6"/>
                <a:gd name="T43" fmla="*/ 28 h 59"/>
                <a:gd name="T44" fmla="*/ 3 w 6"/>
                <a:gd name="T45" fmla="*/ 27 h 59"/>
                <a:gd name="T46" fmla="*/ 3 w 6"/>
                <a:gd name="T47" fmla="*/ 27 h 59"/>
                <a:gd name="T48" fmla="*/ 3 w 6"/>
                <a:gd name="T49" fmla="*/ 26 h 59"/>
                <a:gd name="T50" fmla="*/ 3 w 6"/>
                <a:gd name="T51" fmla="*/ 22 h 59"/>
                <a:gd name="T52" fmla="*/ 3 w 6"/>
                <a:gd name="T53" fmla="*/ 19 h 59"/>
                <a:gd name="T54" fmla="*/ 3 w 6"/>
                <a:gd name="T55" fmla="*/ 18 h 59"/>
                <a:gd name="T56" fmla="*/ 3 w 6"/>
                <a:gd name="T57" fmla="*/ 18 h 59"/>
                <a:gd name="T58" fmla="*/ 3 w 6"/>
                <a:gd name="T59" fmla="*/ 17 h 59"/>
                <a:gd name="T60" fmla="*/ 3 w 6"/>
                <a:gd name="T61" fmla="*/ 15 h 59"/>
                <a:gd name="T62" fmla="*/ 3 w 6"/>
                <a:gd name="T63" fmla="*/ 13 h 59"/>
                <a:gd name="T64" fmla="*/ 4 w 6"/>
                <a:gd name="T65" fmla="*/ 11 h 59"/>
                <a:gd name="T66" fmla="*/ 4 w 6"/>
                <a:gd name="T67" fmla="*/ 9 h 59"/>
                <a:gd name="T68" fmla="*/ 4 w 6"/>
                <a:gd name="T69" fmla="*/ 6 h 59"/>
                <a:gd name="T70" fmla="*/ 4 w 6"/>
                <a:gd name="T71" fmla="*/ 2 h 59"/>
                <a:gd name="T72" fmla="*/ 4 w 6"/>
                <a:gd name="T73" fmla="*/ 0 h 59"/>
                <a:gd name="T74" fmla="*/ 4 w 6"/>
                <a:gd name="T75" fmla="*/ 2 h 59"/>
                <a:gd name="T76" fmla="*/ 5 w 6"/>
                <a:gd name="T77" fmla="*/ 3 h 59"/>
                <a:gd name="T78" fmla="*/ 5 w 6"/>
                <a:gd name="T79" fmla="*/ 3 h 59"/>
                <a:gd name="T80" fmla="*/ 5 w 6"/>
                <a:gd name="T81" fmla="*/ 2 h 59"/>
                <a:gd name="T82" fmla="*/ 5 w 6"/>
                <a:gd name="T83" fmla="*/ 2 h 59"/>
                <a:gd name="T84" fmla="*/ 5 w 6"/>
                <a:gd name="T85" fmla="*/ 2 h 59"/>
                <a:gd name="T86" fmla="*/ 5 w 6"/>
                <a:gd name="T87" fmla="*/ 2 h 59"/>
                <a:gd name="T88" fmla="*/ 5 w 6"/>
                <a:gd name="T89" fmla="*/ 2 h 59"/>
                <a:gd name="T90" fmla="*/ 5 w 6"/>
                <a:gd name="T91" fmla="*/ 4 h 59"/>
                <a:gd name="T92" fmla="*/ 5 w 6"/>
                <a:gd name="T93" fmla="*/ 5 h 59"/>
                <a:gd name="T94" fmla="*/ 6 w 6"/>
                <a:gd name="T95" fmla="*/ 4 h 59"/>
                <a:gd name="T96" fmla="*/ 6 w 6"/>
                <a:gd name="T97" fmla="*/ 4 h 59"/>
                <a:gd name="T98" fmla="*/ 6 w 6"/>
                <a:gd name="T99" fmla="*/ 4 h 59"/>
                <a:gd name="T100" fmla="*/ 6 w 6"/>
                <a:gd name="T101" fmla="*/ 2 h 59"/>
                <a:gd name="T102" fmla="*/ 6 w 6"/>
                <a:gd name="T103" fmla="*/ 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9">
                  <a:moveTo>
                    <a:pt x="0" y="59"/>
                  </a:moveTo>
                  <a:lnTo>
                    <a:pt x="0" y="57"/>
                  </a:lnTo>
                  <a:lnTo>
                    <a:pt x="0" y="53"/>
                  </a:lnTo>
                  <a:lnTo>
                    <a:pt x="0" y="51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0" y="52"/>
                  </a:lnTo>
                  <a:lnTo>
                    <a:pt x="1" y="50"/>
                  </a:lnTo>
                  <a:lnTo>
                    <a:pt x="1" y="51"/>
                  </a:lnTo>
                  <a:lnTo>
                    <a:pt x="1" y="50"/>
                  </a:lnTo>
                  <a:lnTo>
                    <a:pt x="1" y="48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3"/>
                  </a:lnTo>
                  <a:lnTo>
                    <a:pt x="1" y="43"/>
                  </a:lnTo>
                  <a:lnTo>
                    <a:pt x="1" y="41"/>
                  </a:lnTo>
                  <a:lnTo>
                    <a:pt x="2" y="38"/>
                  </a:lnTo>
                  <a:lnTo>
                    <a:pt x="2" y="35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28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3" y="22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3" y="15"/>
                  </a:lnTo>
                  <a:lnTo>
                    <a:pt x="3" y="13"/>
                  </a:lnTo>
                  <a:lnTo>
                    <a:pt x="4" y="11"/>
                  </a:lnTo>
                  <a:lnTo>
                    <a:pt x="4" y="9"/>
                  </a:lnTo>
                  <a:lnTo>
                    <a:pt x="4" y="6"/>
                  </a:lnTo>
                  <a:lnTo>
                    <a:pt x="4" y="2"/>
                  </a:lnTo>
                  <a:lnTo>
                    <a:pt x="4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5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2"/>
                  </a:lnTo>
                  <a:lnTo>
                    <a:pt x="6" y="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23" name="Freeform 767"/>
            <p:cNvSpPr/>
            <p:nvPr/>
          </p:nvSpPr>
          <p:spPr bwMode="auto">
            <a:xfrm>
              <a:off x="1250950" y="4686301"/>
              <a:ext cx="9525" cy="79375"/>
            </a:xfrm>
            <a:custGeom>
              <a:avLst/>
              <a:gdLst>
                <a:gd name="T0" fmla="*/ 0 w 6"/>
                <a:gd name="T1" fmla="*/ 0 h 50"/>
                <a:gd name="T2" fmla="*/ 0 w 6"/>
                <a:gd name="T3" fmla="*/ 2 h 50"/>
                <a:gd name="T4" fmla="*/ 0 w 6"/>
                <a:gd name="T5" fmla="*/ 5 h 50"/>
                <a:gd name="T6" fmla="*/ 0 w 6"/>
                <a:gd name="T7" fmla="*/ 6 h 50"/>
                <a:gd name="T8" fmla="*/ 0 w 6"/>
                <a:gd name="T9" fmla="*/ 6 h 50"/>
                <a:gd name="T10" fmla="*/ 0 w 6"/>
                <a:gd name="T11" fmla="*/ 7 h 50"/>
                <a:gd name="T12" fmla="*/ 1 w 6"/>
                <a:gd name="T13" fmla="*/ 9 h 50"/>
                <a:gd name="T14" fmla="*/ 1 w 6"/>
                <a:gd name="T15" fmla="*/ 10 h 50"/>
                <a:gd name="T16" fmla="*/ 1 w 6"/>
                <a:gd name="T17" fmla="*/ 11 h 50"/>
                <a:gd name="T18" fmla="*/ 1 w 6"/>
                <a:gd name="T19" fmla="*/ 12 h 50"/>
                <a:gd name="T20" fmla="*/ 1 w 6"/>
                <a:gd name="T21" fmla="*/ 13 h 50"/>
                <a:gd name="T22" fmla="*/ 1 w 6"/>
                <a:gd name="T23" fmla="*/ 14 h 50"/>
                <a:gd name="T24" fmla="*/ 2 w 6"/>
                <a:gd name="T25" fmla="*/ 15 h 50"/>
                <a:gd name="T26" fmla="*/ 2 w 6"/>
                <a:gd name="T27" fmla="*/ 16 h 50"/>
                <a:gd name="T28" fmla="*/ 2 w 6"/>
                <a:gd name="T29" fmla="*/ 15 h 50"/>
                <a:gd name="T30" fmla="*/ 2 w 6"/>
                <a:gd name="T31" fmla="*/ 15 h 50"/>
                <a:gd name="T32" fmla="*/ 2 w 6"/>
                <a:gd name="T33" fmla="*/ 16 h 50"/>
                <a:gd name="T34" fmla="*/ 2 w 6"/>
                <a:gd name="T35" fmla="*/ 17 h 50"/>
                <a:gd name="T36" fmla="*/ 2 w 6"/>
                <a:gd name="T37" fmla="*/ 19 h 50"/>
                <a:gd name="T38" fmla="*/ 2 w 6"/>
                <a:gd name="T39" fmla="*/ 19 h 50"/>
                <a:gd name="T40" fmla="*/ 2 w 6"/>
                <a:gd name="T41" fmla="*/ 21 h 50"/>
                <a:gd name="T42" fmla="*/ 3 w 6"/>
                <a:gd name="T43" fmla="*/ 24 h 50"/>
                <a:gd name="T44" fmla="*/ 3 w 6"/>
                <a:gd name="T45" fmla="*/ 26 h 50"/>
                <a:gd name="T46" fmla="*/ 3 w 6"/>
                <a:gd name="T47" fmla="*/ 27 h 50"/>
                <a:gd name="T48" fmla="*/ 3 w 6"/>
                <a:gd name="T49" fmla="*/ 27 h 50"/>
                <a:gd name="T50" fmla="*/ 3 w 6"/>
                <a:gd name="T51" fmla="*/ 28 h 50"/>
                <a:gd name="T52" fmla="*/ 3 w 6"/>
                <a:gd name="T53" fmla="*/ 29 h 50"/>
                <a:gd name="T54" fmla="*/ 4 w 6"/>
                <a:gd name="T55" fmla="*/ 31 h 50"/>
                <a:gd name="T56" fmla="*/ 4 w 6"/>
                <a:gd name="T57" fmla="*/ 32 h 50"/>
                <a:gd name="T58" fmla="*/ 4 w 6"/>
                <a:gd name="T59" fmla="*/ 31 h 50"/>
                <a:gd name="T60" fmla="*/ 4 w 6"/>
                <a:gd name="T61" fmla="*/ 31 h 50"/>
                <a:gd name="T62" fmla="*/ 4 w 6"/>
                <a:gd name="T63" fmla="*/ 31 h 50"/>
                <a:gd name="T64" fmla="*/ 4 w 6"/>
                <a:gd name="T65" fmla="*/ 30 h 50"/>
                <a:gd name="T66" fmla="*/ 4 w 6"/>
                <a:gd name="T67" fmla="*/ 29 h 50"/>
                <a:gd name="T68" fmla="*/ 4 w 6"/>
                <a:gd name="T69" fmla="*/ 29 h 50"/>
                <a:gd name="T70" fmla="*/ 4 w 6"/>
                <a:gd name="T71" fmla="*/ 31 h 50"/>
                <a:gd name="T72" fmla="*/ 5 w 6"/>
                <a:gd name="T73" fmla="*/ 32 h 50"/>
                <a:gd name="T74" fmla="*/ 5 w 6"/>
                <a:gd name="T75" fmla="*/ 32 h 50"/>
                <a:gd name="T76" fmla="*/ 5 w 6"/>
                <a:gd name="T77" fmla="*/ 32 h 50"/>
                <a:gd name="T78" fmla="*/ 5 w 6"/>
                <a:gd name="T79" fmla="*/ 33 h 50"/>
                <a:gd name="T80" fmla="*/ 5 w 6"/>
                <a:gd name="T81" fmla="*/ 35 h 50"/>
                <a:gd name="T82" fmla="*/ 5 w 6"/>
                <a:gd name="T83" fmla="*/ 37 h 50"/>
                <a:gd name="T84" fmla="*/ 5 w 6"/>
                <a:gd name="T85" fmla="*/ 40 h 50"/>
                <a:gd name="T86" fmla="*/ 5 w 6"/>
                <a:gd name="T87" fmla="*/ 41 h 50"/>
                <a:gd name="T88" fmla="*/ 5 w 6"/>
                <a:gd name="T89" fmla="*/ 43 h 50"/>
                <a:gd name="T90" fmla="*/ 5 w 6"/>
                <a:gd name="T91" fmla="*/ 44 h 50"/>
                <a:gd name="T92" fmla="*/ 6 w 6"/>
                <a:gd name="T93" fmla="*/ 46 h 50"/>
                <a:gd name="T94" fmla="*/ 6 w 6"/>
                <a:gd name="T95" fmla="*/ 47 h 50"/>
                <a:gd name="T96" fmla="*/ 6 w 6"/>
                <a:gd name="T97" fmla="*/ 47 h 50"/>
                <a:gd name="T98" fmla="*/ 6 w 6"/>
                <a:gd name="T99" fmla="*/ 48 h 50"/>
                <a:gd name="T100" fmla="*/ 6 w 6"/>
                <a:gd name="T101" fmla="*/ 49 h 50"/>
                <a:gd name="T102" fmla="*/ 6 w 6"/>
                <a:gd name="T10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0">
                  <a:moveTo>
                    <a:pt x="0" y="0"/>
                  </a:moveTo>
                  <a:lnTo>
                    <a:pt x="0" y="2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1" y="12"/>
                  </a:lnTo>
                  <a:lnTo>
                    <a:pt x="1" y="13"/>
                  </a:lnTo>
                  <a:lnTo>
                    <a:pt x="1" y="14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3" y="24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3" y="28"/>
                  </a:lnTo>
                  <a:lnTo>
                    <a:pt x="3" y="29"/>
                  </a:lnTo>
                  <a:lnTo>
                    <a:pt x="4" y="31"/>
                  </a:lnTo>
                  <a:lnTo>
                    <a:pt x="4" y="32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0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31"/>
                  </a:lnTo>
                  <a:lnTo>
                    <a:pt x="5" y="32"/>
                  </a:lnTo>
                  <a:lnTo>
                    <a:pt x="5" y="32"/>
                  </a:lnTo>
                  <a:lnTo>
                    <a:pt x="5" y="32"/>
                  </a:lnTo>
                  <a:lnTo>
                    <a:pt x="5" y="33"/>
                  </a:lnTo>
                  <a:lnTo>
                    <a:pt x="5" y="35"/>
                  </a:lnTo>
                  <a:lnTo>
                    <a:pt x="5" y="37"/>
                  </a:lnTo>
                  <a:lnTo>
                    <a:pt x="5" y="40"/>
                  </a:lnTo>
                  <a:lnTo>
                    <a:pt x="5" y="41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6" y="47"/>
                  </a:lnTo>
                  <a:lnTo>
                    <a:pt x="6" y="48"/>
                  </a:lnTo>
                  <a:lnTo>
                    <a:pt x="6" y="49"/>
                  </a:lnTo>
                  <a:lnTo>
                    <a:pt x="6" y="5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24" name="Freeform 768"/>
            <p:cNvSpPr/>
            <p:nvPr/>
          </p:nvSpPr>
          <p:spPr bwMode="auto">
            <a:xfrm>
              <a:off x="1260475" y="4675189"/>
              <a:ext cx="11113" cy="92075"/>
            </a:xfrm>
            <a:custGeom>
              <a:avLst/>
              <a:gdLst>
                <a:gd name="T0" fmla="*/ 0 w 7"/>
                <a:gd name="T1" fmla="*/ 56 h 58"/>
                <a:gd name="T2" fmla="*/ 0 w 7"/>
                <a:gd name="T3" fmla="*/ 57 h 58"/>
                <a:gd name="T4" fmla="*/ 1 w 7"/>
                <a:gd name="T5" fmla="*/ 58 h 58"/>
                <a:gd name="T6" fmla="*/ 1 w 7"/>
                <a:gd name="T7" fmla="*/ 58 h 58"/>
                <a:gd name="T8" fmla="*/ 1 w 7"/>
                <a:gd name="T9" fmla="*/ 58 h 58"/>
                <a:gd name="T10" fmla="*/ 1 w 7"/>
                <a:gd name="T11" fmla="*/ 58 h 58"/>
                <a:gd name="T12" fmla="*/ 1 w 7"/>
                <a:gd name="T13" fmla="*/ 58 h 58"/>
                <a:gd name="T14" fmla="*/ 1 w 7"/>
                <a:gd name="T15" fmla="*/ 57 h 58"/>
                <a:gd name="T16" fmla="*/ 1 w 7"/>
                <a:gd name="T17" fmla="*/ 56 h 58"/>
                <a:gd name="T18" fmla="*/ 1 w 7"/>
                <a:gd name="T19" fmla="*/ 56 h 58"/>
                <a:gd name="T20" fmla="*/ 1 w 7"/>
                <a:gd name="T21" fmla="*/ 54 h 58"/>
                <a:gd name="T22" fmla="*/ 2 w 7"/>
                <a:gd name="T23" fmla="*/ 52 h 58"/>
                <a:gd name="T24" fmla="*/ 2 w 7"/>
                <a:gd name="T25" fmla="*/ 50 h 58"/>
                <a:gd name="T26" fmla="*/ 2 w 7"/>
                <a:gd name="T27" fmla="*/ 48 h 58"/>
                <a:gd name="T28" fmla="*/ 2 w 7"/>
                <a:gd name="T29" fmla="*/ 47 h 58"/>
                <a:gd name="T30" fmla="*/ 2 w 7"/>
                <a:gd name="T31" fmla="*/ 46 h 58"/>
                <a:gd name="T32" fmla="*/ 2 w 7"/>
                <a:gd name="T33" fmla="*/ 45 h 58"/>
                <a:gd name="T34" fmla="*/ 3 w 7"/>
                <a:gd name="T35" fmla="*/ 43 h 58"/>
                <a:gd name="T36" fmla="*/ 3 w 7"/>
                <a:gd name="T37" fmla="*/ 43 h 58"/>
                <a:gd name="T38" fmla="*/ 3 w 7"/>
                <a:gd name="T39" fmla="*/ 43 h 58"/>
                <a:gd name="T40" fmla="*/ 3 w 7"/>
                <a:gd name="T41" fmla="*/ 43 h 58"/>
                <a:gd name="T42" fmla="*/ 3 w 7"/>
                <a:gd name="T43" fmla="*/ 42 h 58"/>
                <a:gd name="T44" fmla="*/ 3 w 7"/>
                <a:gd name="T45" fmla="*/ 41 h 58"/>
                <a:gd name="T46" fmla="*/ 3 w 7"/>
                <a:gd name="T47" fmla="*/ 43 h 58"/>
                <a:gd name="T48" fmla="*/ 3 w 7"/>
                <a:gd name="T49" fmla="*/ 43 h 58"/>
                <a:gd name="T50" fmla="*/ 3 w 7"/>
                <a:gd name="T51" fmla="*/ 43 h 58"/>
                <a:gd name="T52" fmla="*/ 4 w 7"/>
                <a:gd name="T53" fmla="*/ 43 h 58"/>
                <a:gd name="T54" fmla="*/ 4 w 7"/>
                <a:gd name="T55" fmla="*/ 43 h 58"/>
                <a:gd name="T56" fmla="*/ 4 w 7"/>
                <a:gd name="T57" fmla="*/ 41 h 58"/>
                <a:gd name="T58" fmla="*/ 4 w 7"/>
                <a:gd name="T59" fmla="*/ 39 h 58"/>
                <a:gd name="T60" fmla="*/ 4 w 7"/>
                <a:gd name="T61" fmla="*/ 38 h 58"/>
                <a:gd name="T62" fmla="*/ 4 w 7"/>
                <a:gd name="T63" fmla="*/ 36 h 58"/>
                <a:gd name="T64" fmla="*/ 4 w 7"/>
                <a:gd name="T65" fmla="*/ 34 h 58"/>
                <a:gd name="T66" fmla="*/ 4 w 7"/>
                <a:gd name="T67" fmla="*/ 31 h 58"/>
                <a:gd name="T68" fmla="*/ 4 w 7"/>
                <a:gd name="T69" fmla="*/ 30 h 58"/>
                <a:gd name="T70" fmla="*/ 5 w 7"/>
                <a:gd name="T71" fmla="*/ 28 h 58"/>
                <a:gd name="T72" fmla="*/ 5 w 7"/>
                <a:gd name="T73" fmla="*/ 25 h 58"/>
                <a:gd name="T74" fmla="*/ 5 w 7"/>
                <a:gd name="T75" fmla="*/ 24 h 58"/>
                <a:gd name="T76" fmla="*/ 5 w 7"/>
                <a:gd name="T77" fmla="*/ 24 h 58"/>
                <a:gd name="T78" fmla="*/ 5 w 7"/>
                <a:gd name="T79" fmla="*/ 23 h 58"/>
                <a:gd name="T80" fmla="*/ 5 w 7"/>
                <a:gd name="T81" fmla="*/ 21 h 58"/>
                <a:gd name="T82" fmla="*/ 6 w 7"/>
                <a:gd name="T83" fmla="*/ 20 h 58"/>
                <a:gd name="T84" fmla="*/ 6 w 7"/>
                <a:gd name="T85" fmla="*/ 19 h 58"/>
                <a:gd name="T86" fmla="*/ 6 w 7"/>
                <a:gd name="T87" fmla="*/ 18 h 58"/>
                <a:gd name="T88" fmla="*/ 6 w 7"/>
                <a:gd name="T89" fmla="*/ 17 h 58"/>
                <a:gd name="T90" fmla="*/ 6 w 7"/>
                <a:gd name="T91" fmla="*/ 16 h 58"/>
                <a:gd name="T92" fmla="*/ 6 w 7"/>
                <a:gd name="T93" fmla="*/ 15 h 58"/>
                <a:gd name="T94" fmla="*/ 6 w 7"/>
                <a:gd name="T95" fmla="*/ 13 h 58"/>
                <a:gd name="T96" fmla="*/ 6 w 7"/>
                <a:gd name="T97" fmla="*/ 10 h 58"/>
                <a:gd name="T98" fmla="*/ 6 w 7"/>
                <a:gd name="T99" fmla="*/ 6 h 58"/>
                <a:gd name="T100" fmla="*/ 7 w 7"/>
                <a:gd name="T101" fmla="*/ 3 h 58"/>
                <a:gd name="T102" fmla="*/ 7 w 7"/>
                <a:gd name="T10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8">
                  <a:moveTo>
                    <a:pt x="0" y="56"/>
                  </a:moveTo>
                  <a:lnTo>
                    <a:pt x="0" y="57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1" y="57"/>
                  </a:lnTo>
                  <a:lnTo>
                    <a:pt x="1" y="56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2" y="52"/>
                  </a:lnTo>
                  <a:lnTo>
                    <a:pt x="2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2" y="46"/>
                  </a:lnTo>
                  <a:lnTo>
                    <a:pt x="2" y="45"/>
                  </a:lnTo>
                  <a:lnTo>
                    <a:pt x="3" y="43"/>
                  </a:lnTo>
                  <a:lnTo>
                    <a:pt x="3" y="43"/>
                  </a:lnTo>
                  <a:lnTo>
                    <a:pt x="3" y="43"/>
                  </a:lnTo>
                  <a:lnTo>
                    <a:pt x="3" y="43"/>
                  </a:lnTo>
                  <a:lnTo>
                    <a:pt x="3" y="42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3" y="43"/>
                  </a:lnTo>
                  <a:lnTo>
                    <a:pt x="3" y="43"/>
                  </a:lnTo>
                  <a:lnTo>
                    <a:pt x="4" y="43"/>
                  </a:lnTo>
                  <a:lnTo>
                    <a:pt x="4" y="43"/>
                  </a:lnTo>
                  <a:lnTo>
                    <a:pt x="4" y="41"/>
                  </a:lnTo>
                  <a:lnTo>
                    <a:pt x="4" y="39"/>
                  </a:lnTo>
                  <a:lnTo>
                    <a:pt x="4" y="38"/>
                  </a:lnTo>
                  <a:lnTo>
                    <a:pt x="4" y="36"/>
                  </a:lnTo>
                  <a:lnTo>
                    <a:pt x="4" y="34"/>
                  </a:lnTo>
                  <a:lnTo>
                    <a:pt x="4" y="31"/>
                  </a:lnTo>
                  <a:lnTo>
                    <a:pt x="4" y="30"/>
                  </a:lnTo>
                  <a:lnTo>
                    <a:pt x="5" y="28"/>
                  </a:lnTo>
                  <a:lnTo>
                    <a:pt x="5" y="25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5" y="23"/>
                  </a:lnTo>
                  <a:lnTo>
                    <a:pt x="5" y="21"/>
                  </a:lnTo>
                  <a:lnTo>
                    <a:pt x="6" y="20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6" y="15"/>
                  </a:lnTo>
                  <a:lnTo>
                    <a:pt x="6" y="13"/>
                  </a:lnTo>
                  <a:lnTo>
                    <a:pt x="6" y="10"/>
                  </a:lnTo>
                  <a:lnTo>
                    <a:pt x="6" y="6"/>
                  </a:lnTo>
                  <a:lnTo>
                    <a:pt x="7" y="3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25" name="Freeform 769"/>
            <p:cNvSpPr/>
            <p:nvPr/>
          </p:nvSpPr>
          <p:spPr bwMode="auto">
            <a:xfrm>
              <a:off x="1271588" y="4660901"/>
              <a:ext cx="9525" cy="39688"/>
            </a:xfrm>
            <a:custGeom>
              <a:avLst/>
              <a:gdLst>
                <a:gd name="T0" fmla="*/ 0 w 6"/>
                <a:gd name="T1" fmla="*/ 12 h 25"/>
                <a:gd name="T2" fmla="*/ 0 w 6"/>
                <a:gd name="T3" fmla="*/ 9 h 25"/>
                <a:gd name="T4" fmla="*/ 0 w 6"/>
                <a:gd name="T5" fmla="*/ 7 h 25"/>
                <a:gd name="T6" fmla="*/ 0 w 6"/>
                <a:gd name="T7" fmla="*/ 5 h 25"/>
                <a:gd name="T8" fmla="*/ 0 w 6"/>
                <a:gd name="T9" fmla="*/ 2 h 25"/>
                <a:gd name="T10" fmla="*/ 0 w 6"/>
                <a:gd name="T11" fmla="*/ 2 h 25"/>
                <a:gd name="T12" fmla="*/ 1 w 6"/>
                <a:gd name="T13" fmla="*/ 2 h 25"/>
                <a:gd name="T14" fmla="*/ 1 w 6"/>
                <a:gd name="T15" fmla="*/ 2 h 25"/>
                <a:gd name="T16" fmla="*/ 1 w 6"/>
                <a:gd name="T17" fmla="*/ 2 h 25"/>
                <a:gd name="T18" fmla="*/ 1 w 6"/>
                <a:gd name="T19" fmla="*/ 2 h 25"/>
                <a:gd name="T20" fmla="*/ 1 w 6"/>
                <a:gd name="T21" fmla="*/ 1 h 25"/>
                <a:gd name="T22" fmla="*/ 1 w 6"/>
                <a:gd name="T23" fmla="*/ 0 h 25"/>
                <a:gd name="T24" fmla="*/ 1 w 6"/>
                <a:gd name="T25" fmla="*/ 0 h 25"/>
                <a:gd name="T26" fmla="*/ 1 w 6"/>
                <a:gd name="T27" fmla="*/ 1 h 25"/>
                <a:gd name="T28" fmla="*/ 1 w 6"/>
                <a:gd name="T29" fmla="*/ 1 h 25"/>
                <a:gd name="T30" fmla="*/ 1 w 6"/>
                <a:gd name="T31" fmla="*/ 1 h 25"/>
                <a:gd name="T32" fmla="*/ 2 w 6"/>
                <a:gd name="T33" fmla="*/ 2 h 25"/>
                <a:gd name="T34" fmla="*/ 2 w 6"/>
                <a:gd name="T35" fmla="*/ 4 h 25"/>
                <a:gd name="T36" fmla="*/ 2 w 6"/>
                <a:gd name="T37" fmla="*/ 5 h 25"/>
                <a:gd name="T38" fmla="*/ 2 w 6"/>
                <a:gd name="T39" fmla="*/ 6 h 25"/>
                <a:gd name="T40" fmla="*/ 2 w 6"/>
                <a:gd name="T41" fmla="*/ 6 h 25"/>
                <a:gd name="T42" fmla="*/ 2 w 6"/>
                <a:gd name="T43" fmla="*/ 7 h 25"/>
                <a:gd name="T44" fmla="*/ 2 w 6"/>
                <a:gd name="T45" fmla="*/ 9 h 25"/>
                <a:gd name="T46" fmla="*/ 2 w 6"/>
                <a:gd name="T47" fmla="*/ 10 h 25"/>
                <a:gd name="T48" fmla="*/ 2 w 6"/>
                <a:gd name="T49" fmla="*/ 11 h 25"/>
                <a:gd name="T50" fmla="*/ 3 w 6"/>
                <a:gd name="T51" fmla="*/ 12 h 25"/>
                <a:gd name="T52" fmla="*/ 3 w 6"/>
                <a:gd name="T53" fmla="*/ 13 h 25"/>
                <a:gd name="T54" fmla="*/ 3 w 6"/>
                <a:gd name="T55" fmla="*/ 15 h 25"/>
                <a:gd name="T56" fmla="*/ 3 w 6"/>
                <a:gd name="T57" fmla="*/ 16 h 25"/>
                <a:gd name="T58" fmla="*/ 3 w 6"/>
                <a:gd name="T59" fmla="*/ 16 h 25"/>
                <a:gd name="T60" fmla="*/ 3 w 6"/>
                <a:gd name="T61" fmla="*/ 16 h 25"/>
                <a:gd name="T62" fmla="*/ 4 w 6"/>
                <a:gd name="T63" fmla="*/ 16 h 25"/>
                <a:gd name="T64" fmla="*/ 4 w 6"/>
                <a:gd name="T65" fmla="*/ 16 h 25"/>
                <a:gd name="T66" fmla="*/ 4 w 6"/>
                <a:gd name="T67" fmla="*/ 16 h 25"/>
                <a:gd name="T68" fmla="*/ 4 w 6"/>
                <a:gd name="T69" fmla="*/ 15 h 25"/>
                <a:gd name="T70" fmla="*/ 4 w 6"/>
                <a:gd name="T71" fmla="*/ 15 h 25"/>
                <a:gd name="T72" fmla="*/ 4 w 6"/>
                <a:gd name="T73" fmla="*/ 17 h 25"/>
                <a:gd name="T74" fmla="*/ 4 w 6"/>
                <a:gd name="T75" fmla="*/ 17 h 25"/>
                <a:gd name="T76" fmla="*/ 4 w 6"/>
                <a:gd name="T77" fmla="*/ 18 h 25"/>
                <a:gd name="T78" fmla="*/ 4 w 6"/>
                <a:gd name="T79" fmla="*/ 18 h 25"/>
                <a:gd name="T80" fmla="*/ 5 w 6"/>
                <a:gd name="T81" fmla="*/ 20 h 25"/>
                <a:gd name="T82" fmla="*/ 5 w 6"/>
                <a:gd name="T83" fmla="*/ 20 h 25"/>
                <a:gd name="T84" fmla="*/ 5 w 6"/>
                <a:gd name="T85" fmla="*/ 22 h 25"/>
                <a:gd name="T86" fmla="*/ 5 w 6"/>
                <a:gd name="T87" fmla="*/ 23 h 25"/>
                <a:gd name="T88" fmla="*/ 5 w 6"/>
                <a:gd name="T89" fmla="*/ 22 h 25"/>
                <a:gd name="T90" fmla="*/ 5 w 6"/>
                <a:gd name="T91" fmla="*/ 22 h 25"/>
                <a:gd name="T92" fmla="*/ 6 w 6"/>
                <a:gd name="T93" fmla="*/ 23 h 25"/>
                <a:gd name="T94" fmla="*/ 6 w 6"/>
                <a:gd name="T95" fmla="*/ 25 h 25"/>
                <a:gd name="T96" fmla="*/ 6 w 6"/>
                <a:gd name="T97" fmla="*/ 25 h 25"/>
                <a:gd name="T98" fmla="*/ 6 w 6"/>
                <a:gd name="T99" fmla="*/ 25 h 25"/>
                <a:gd name="T100" fmla="*/ 6 w 6"/>
                <a:gd name="T101" fmla="*/ 25 h 25"/>
                <a:gd name="T102" fmla="*/ 6 w 6"/>
                <a:gd name="T103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25">
                  <a:moveTo>
                    <a:pt x="0" y="12"/>
                  </a:moveTo>
                  <a:lnTo>
                    <a:pt x="0" y="9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22"/>
                  </a:lnTo>
                  <a:lnTo>
                    <a:pt x="5" y="23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6" y="23"/>
                  </a:lnTo>
                  <a:lnTo>
                    <a:pt x="6" y="25"/>
                  </a:lnTo>
                  <a:lnTo>
                    <a:pt x="6" y="25"/>
                  </a:lnTo>
                  <a:lnTo>
                    <a:pt x="6" y="25"/>
                  </a:lnTo>
                  <a:lnTo>
                    <a:pt x="6" y="25"/>
                  </a:lnTo>
                  <a:lnTo>
                    <a:pt x="6" y="2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26" name="Freeform 770"/>
            <p:cNvSpPr/>
            <p:nvPr/>
          </p:nvSpPr>
          <p:spPr bwMode="auto">
            <a:xfrm>
              <a:off x="1281113" y="4699001"/>
              <a:ext cx="9525" cy="49213"/>
            </a:xfrm>
            <a:custGeom>
              <a:avLst/>
              <a:gdLst>
                <a:gd name="T0" fmla="*/ 0 w 6"/>
                <a:gd name="T1" fmla="*/ 1 h 31"/>
                <a:gd name="T2" fmla="*/ 0 w 6"/>
                <a:gd name="T3" fmla="*/ 1 h 31"/>
                <a:gd name="T4" fmla="*/ 0 w 6"/>
                <a:gd name="T5" fmla="*/ 0 h 31"/>
                <a:gd name="T6" fmla="*/ 0 w 6"/>
                <a:gd name="T7" fmla="*/ 1 h 31"/>
                <a:gd name="T8" fmla="*/ 0 w 6"/>
                <a:gd name="T9" fmla="*/ 3 h 31"/>
                <a:gd name="T10" fmla="*/ 1 w 6"/>
                <a:gd name="T11" fmla="*/ 5 h 31"/>
                <a:gd name="T12" fmla="*/ 1 w 6"/>
                <a:gd name="T13" fmla="*/ 6 h 31"/>
                <a:gd name="T14" fmla="*/ 1 w 6"/>
                <a:gd name="T15" fmla="*/ 9 h 31"/>
                <a:gd name="T16" fmla="*/ 1 w 6"/>
                <a:gd name="T17" fmla="*/ 11 h 31"/>
                <a:gd name="T18" fmla="*/ 1 w 6"/>
                <a:gd name="T19" fmla="*/ 13 h 31"/>
                <a:gd name="T20" fmla="*/ 1 w 6"/>
                <a:gd name="T21" fmla="*/ 16 h 31"/>
                <a:gd name="T22" fmla="*/ 1 w 6"/>
                <a:gd name="T23" fmla="*/ 18 h 31"/>
                <a:gd name="T24" fmla="*/ 1 w 6"/>
                <a:gd name="T25" fmla="*/ 19 h 31"/>
                <a:gd name="T26" fmla="*/ 1 w 6"/>
                <a:gd name="T27" fmla="*/ 19 h 31"/>
                <a:gd name="T28" fmla="*/ 2 w 6"/>
                <a:gd name="T29" fmla="*/ 20 h 31"/>
                <a:gd name="T30" fmla="*/ 2 w 6"/>
                <a:gd name="T31" fmla="*/ 21 h 31"/>
                <a:gd name="T32" fmla="*/ 2 w 6"/>
                <a:gd name="T33" fmla="*/ 22 h 31"/>
                <a:gd name="T34" fmla="*/ 2 w 6"/>
                <a:gd name="T35" fmla="*/ 23 h 31"/>
                <a:gd name="T36" fmla="*/ 2 w 6"/>
                <a:gd name="T37" fmla="*/ 25 h 31"/>
                <a:gd name="T38" fmla="*/ 2 w 6"/>
                <a:gd name="T39" fmla="*/ 26 h 31"/>
                <a:gd name="T40" fmla="*/ 3 w 6"/>
                <a:gd name="T41" fmla="*/ 27 h 31"/>
                <a:gd name="T42" fmla="*/ 3 w 6"/>
                <a:gd name="T43" fmla="*/ 28 h 31"/>
                <a:gd name="T44" fmla="*/ 3 w 6"/>
                <a:gd name="T45" fmla="*/ 29 h 31"/>
                <a:gd name="T46" fmla="*/ 3 w 6"/>
                <a:gd name="T47" fmla="*/ 29 h 31"/>
                <a:gd name="T48" fmla="*/ 3 w 6"/>
                <a:gd name="T49" fmla="*/ 29 h 31"/>
                <a:gd name="T50" fmla="*/ 3 w 6"/>
                <a:gd name="T51" fmla="*/ 30 h 31"/>
                <a:gd name="T52" fmla="*/ 3 w 6"/>
                <a:gd name="T53" fmla="*/ 31 h 31"/>
                <a:gd name="T54" fmla="*/ 3 w 6"/>
                <a:gd name="T55" fmla="*/ 31 h 31"/>
                <a:gd name="T56" fmla="*/ 3 w 6"/>
                <a:gd name="T57" fmla="*/ 31 h 31"/>
                <a:gd name="T58" fmla="*/ 3 w 6"/>
                <a:gd name="T59" fmla="*/ 29 h 31"/>
                <a:gd name="T60" fmla="*/ 4 w 6"/>
                <a:gd name="T61" fmla="*/ 29 h 31"/>
                <a:gd name="T62" fmla="*/ 4 w 6"/>
                <a:gd name="T63" fmla="*/ 28 h 31"/>
                <a:gd name="T64" fmla="*/ 4 w 6"/>
                <a:gd name="T65" fmla="*/ 27 h 31"/>
                <a:gd name="T66" fmla="*/ 4 w 6"/>
                <a:gd name="T67" fmla="*/ 26 h 31"/>
                <a:gd name="T68" fmla="*/ 4 w 6"/>
                <a:gd name="T69" fmla="*/ 24 h 31"/>
                <a:gd name="T70" fmla="*/ 4 w 6"/>
                <a:gd name="T71" fmla="*/ 23 h 31"/>
                <a:gd name="T72" fmla="*/ 5 w 6"/>
                <a:gd name="T73" fmla="*/ 21 h 31"/>
                <a:gd name="T74" fmla="*/ 5 w 6"/>
                <a:gd name="T75" fmla="*/ 21 h 31"/>
                <a:gd name="T76" fmla="*/ 5 w 6"/>
                <a:gd name="T77" fmla="*/ 21 h 31"/>
                <a:gd name="T78" fmla="*/ 5 w 6"/>
                <a:gd name="T79" fmla="*/ 21 h 31"/>
                <a:gd name="T80" fmla="*/ 5 w 6"/>
                <a:gd name="T81" fmla="*/ 21 h 31"/>
                <a:gd name="T82" fmla="*/ 5 w 6"/>
                <a:gd name="T83" fmla="*/ 21 h 31"/>
                <a:gd name="T84" fmla="*/ 5 w 6"/>
                <a:gd name="T85" fmla="*/ 21 h 31"/>
                <a:gd name="T86" fmla="*/ 5 w 6"/>
                <a:gd name="T87" fmla="*/ 20 h 31"/>
                <a:gd name="T88" fmla="*/ 5 w 6"/>
                <a:gd name="T89" fmla="*/ 19 h 31"/>
                <a:gd name="T90" fmla="*/ 6 w 6"/>
                <a:gd name="T91" fmla="*/ 19 h 31"/>
                <a:gd name="T92" fmla="*/ 6 w 6"/>
                <a:gd name="T93" fmla="*/ 18 h 31"/>
                <a:gd name="T94" fmla="*/ 6 w 6"/>
                <a:gd name="T95" fmla="*/ 16 h 31"/>
                <a:gd name="T96" fmla="*/ 6 w 6"/>
                <a:gd name="T97" fmla="*/ 15 h 31"/>
                <a:gd name="T98" fmla="*/ 6 w 6"/>
                <a:gd name="T99" fmla="*/ 14 h 31"/>
                <a:gd name="T100" fmla="*/ 6 w 6"/>
                <a:gd name="T101" fmla="*/ 13 h 31"/>
                <a:gd name="T102" fmla="*/ 6 w 6"/>
                <a:gd name="T103" fmla="*/ 1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31">
                  <a:moveTo>
                    <a:pt x="0" y="1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9"/>
                  </a:lnTo>
                  <a:lnTo>
                    <a:pt x="1" y="11"/>
                  </a:lnTo>
                  <a:lnTo>
                    <a:pt x="1" y="13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19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3" y="27"/>
                  </a:lnTo>
                  <a:lnTo>
                    <a:pt x="3" y="28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30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3" y="29"/>
                  </a:lnTo>
                  <a:lnTo>
                    <a:pt x="4" y="29"/>
                  </a:lnTo>
                  <a:lnTo>
                    <a:pt x="4" y="28"/>
                  </a:lnTo>
                  <a:lnTo>
                    <a:pt x="4" y="27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4" y="23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6" y="16"/>
                  </a:lnTo>
                  <a:lnTo>
                    <a:pt x="6" y="15"/>
                  </a:lnTo>
                  <a:lnTo>
                    <a:pt x="6" y="14"/>
                  </a:lnTo>
                  <a:lnTo>
                    <a:pt x="6" y="13"/>
                  </a:lnTo>
                  <a:lnTo>
                    <a:pt x="6" y="1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27" name="Freeform 771"/>
            <p:cNvSpPr/>
            <p:nvPr/>
          </p:nvSpPr>
          <p:spPr bwMode="auto">
            <a:xfrm>
              <a:off x="1290638" y="4632326"/>
              <a:ext cx="11113" cy="87313"/>
            </a:xfrm>
            <a:custGeom>
              <a:avLst/>
              <a:gdLst>
                <a:gd name="T0" fmla="*/ 0 w 7"/>
                <a:gd name="T1" fmla="*/ 55 h 55"/>
                <a:gd name="T2" fmla="*/ 0 w 7"/>
                <a:gd name="T3" fmla="*/ 54 h 55"/>
                <a:gd name="T4" fmla="*/ 0 w 7"/>
                <a:gd name="T5" fmla="*/ 54 h 55"/>
                <a:gd name="T6" fmla="*/ 0 w 7"/>
                <a:gd name="T7" fmla="*/ 52 h 55"/>
                <a:gd name="T8" fmla="*/ 1 w 7"/>
                <a:gd name="T9" fmla="*/ 49 h 55"/>
                <a:gd name="T10" fmla="*/ 1 w 7"/>
                <a:gd name="T11" fmla="*/ 46 h 55"/>
                <a:gd name="T12" fmla="*/ 1 w 7"/>
                <a:gd name="T13" fmla="*/ 46 h 55"/>
                <a:gd name="T14" fmla="*/ 1 w 7"/>
                <a:gd name="T15" fmla="*/ 46 h 55"/>
                <a:gd name="T16" fmla="*/ 1 w 7"/>
                <a:gd name="T17" fmla="*/ 45 h 55"/>
                <a:gd name="T18" fmla="*/ 1 w 7"/>
                <a:gd name="T19" fmla="*/ 44 h 55"/>
                <a:gd name="T20" fmla="*/ 2 w 7"/>
                <a:gd name="T21" fmla="*/ 42 h 55"/>
                <a:gd name="T22" fmla="*/ 2 w 7"/>
                <a:gd name="T23" fmla="*/ 41 h 55"/>
                <a:gd name="T24" fmla="*/ 2 w 7"/>
                <a:gd name="T25" fmla="*/ 38 h 55"/>
                <a:gd name="T26" fmla="*/ 2 w 7"/>
                <a:gd name="T27" fmla="*/ 36 h 55"/>
                <a:gd name="T28" fmla="*/ 2 w 7"/>
                <a:gd name="T29" fmla="*/ 33 h 55"/>
                <a:gd name="T30" fmla="*/ 2 w 7"/>
                <a:gd name="T31" fmla="*/ 31 h 55"/>
                <a:gd name="T32" fmla="*/ 2 w 7"/>
                <a:gd name="T33" fmla="*/ 28 h 55"/>
                <a:gd name="T34" fmla="*/ 2 w 7"/>
                <a:gd name="T35" fmla="*/ 24 h 55"/>
                <a:gd name="T36" fmla="*/ 2 w 7"/>
                <a:gd name="T37" fmla="*/ 19 h 55"/>
                <a:gd name="T38" fmla="*/ 3 w 7"/>
                <a:gd name="T39" fmla="*/ 16 h 55"/>
                <a:gd name="T40" fmla="*/ 3 w 7"/>
                <a:gd name="T41" fmla="*/ 13 h 55"/>
                <a:gd name="T42" fmla="*/ 3 w 7"/>
                <a:gd name="T43" fmla="*/ 12 h 55"/>
                <a:gd name="T44" fmla="*/ 3 w 7"/>
                <a:gd name="T45" fmla="*/ 10 h 55"/>
                <a:gd name="T46" fmla="*/ 3 w 7"/>
                <a:gd name="T47" fmla="*/ 9 h 55"/>
                <a:gd name="T48" fmla="*/ 3 w 7"/>
                <a:gd name="T49" fmla="*/ 8 h 55"/>
                <a:gd name="T50" fmla="*/ 4 w 7"/>
                <a:gd name="T51" fmla="*/ 8 h 55"/>
                <a:gd name="T52" fmla="*/ 4 w 7"/>
                <a:gd name="T53" fmla="*/ 6 h 55"/>
                <a:gd name="T54" fmla="*/ 4 w 7"/>
                <a:gd name="T55" fmla="*/ 4 h 55"/>
                <a:gd name="T56" fmla="*/ 4 w 7"/>
                <a:gd name="T57" fmla="*/ 4 h 55"/>
                <a:gd name="T58" fmla="*/ 4 w 7"/>
                <a:gd name="T59" fmla="*/ 4 h 55"/>
                <a:gd name="T60" fmla="*/ 4 w 7"/>
                <a:gd name="T61" fmla="*/ 4 h 55"/>
                <a:gd name="T62" fmla="*/ 4 w 7"/>
                <a:gd name="T63" fmla="*/ 3 h 55"/>
                <a:gd name="T64" fmla="*/ 4 w 7"/>
                <a:gd name="T65" fmla="*/ 2 h 55"/>
                <a:gd name="T66" fmla="*/ 4 w 7"/>
                <a:gd name="T67" fmla="*/ 1 h 55"/>
                <a:gd name="T68" fmla="*/ 5 w 7"/>
                <a:gd name="T69" fmla="*/ 1 h 55"/>
                <a:gd name="T70" fmla="*/ 5 w 7"/>
                <a:gd name="T71" fmla="*/ 1 h 55"/>
                <a:gd name="T72" fmla="*/ 5 w 7"/>
                <a:gd name="T73" fmla="*/ 1 h 55"/>
                <a:gd name="T74" fmla="*/ 5 w 7"/>
                <a:gd name="T75" fmla="*/ 0 h 55"/>
                <a:gd name="T76" fmla="*/ 5 w 7"/>
                <a:gd name="T77" fmla="*/ 0 h 55"/>
                <a:gd name="T78" fmla="*/ 5 w 7"/>
                <a:gd name="T79" fmla="*/ 2 h 55"/>
                <a:gd name="T80" fmla="*/ 5 w 7"/>
                <a:gd name="T81" fmla="*/ 4 h 55"/>
                <a:gd name="T82" fmla="*/ 5 w 7"/>
                <a:gd name="T83" fmla="*/ 4 h 55"/>
                <a:gd name="T84" fmla="*/ 5 w 7"/>
                <a:gd name="T85" fmla="*/ 6 h 55"/>
                <a:gd name="T86" fmla="*/ 5 w 7"/>
                <a:gd name="T87" fmla="*/ 7 h 55"/>
                <a:gd name="T88" fmla="*/ 6 w 7"/>
                <a:gd name="T89" fmla="*/ 9 h 55"/>
                <a:gd name="T90" fmla="*/ 6 w 7"/>
                <a:gd name="T91" fmla="*/ 9 h 55"/>
                <a:gd name="T92" fmla="*/ 6 w 7"/>
                <a:gd name="T93" fmla="*/ 9 h 55"/>
                <a:gd name="T94" fmla="*/ 6 w 7"/>
                <a:gd name="T95" fmla="*/ 10 h 55"/>
                <a:gd name="T96" fmla="*/ 6 w 7"/>
                <a:gd name="T97" fmla="*/ 11 h 55"/>
                <a:gd name="T98" fmla="*/ 6 w 7"/>
                <a:gd name="T99" fmla="*/ 13 h 55"/>
                <a:gd name="T100" fmla="*/ 7 w 7"/>
                <a:gd name="T101" fmla="*/ 14 h 55"/>
                <a:gd name="T102" fmla="*/ 7 w 7"/>
                <a:gd name="T103" fmla="*/ 1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5">
                  <a:moveTo>
                    <a:pt x="0" y="55"/>
                  </a:moveTo>
                  <a:lnTo>
                    <a:pt x="0" y="54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1" y="49"/>
                  </a:lnTo>
                  <a:lnTo>
                    <a:pt x="1" y="46"/>
                  </a:lnTo>
                  <a:lnTo>
                    <a:pt x="1" y="46"/>
                  </a:lnTo>
                  <a:lnTo>
                    <a:pt x="1" y="46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1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8"/>
                  </a:lnTo>
                  <a:lnTo>
                    <a:pt x="2" y="24"/>
                  </a:lnTo>
                  <a:lnTo>
                    <a:pt x="2" y="19"/>
                  </a:lnTo>
                  <a:lnTo>
                    <a:pt x="3" y="16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8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6"/>
                  </a:lnTo>
                  <a:lnTo>
                    <a:pt x="5" y="7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7" y="14"/>
                  </a:lnTo>
                  <a:lnTo>
                    <a:pt x="7" y="1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28" name="Freeform 772"/>
            <p:cNvSpPr/>
            <p:nvPr/>
          </p:nvSpPr>
          <p:spPr bwMode="auto">
            <a:xfrm>
              <a:off x="1301750" y="4654551"/>
              <a:ext cx="9525" cy="88900"/>
            </a:xfrm>
            <a:custGeom>
              <a:avLst/>
              <a:gdLst>
                <a:gd name="T0" fmla="*/ 0 w 6"/>
                <a:gd name="T1" fmla="*/ 0 h 56"/>
                <a:gd name="T2" fmla="*/ 0 w 6"/>
                <a:gd name="T3" fmla="*/ 0 h 56"/>
                <a:gd name="T4" fmla="*/ 0 w 6"/>
                <a:gd name="T5" fmla="*/ 0 h 56"/>
                <a:gd name="T6" fmla="*/ 0 w 6"/>
                <a:gd name="T7" fmla="*/ 2 h 56"/>
                <a:gd name="T8" fmla="*/ 0 w 6"/>
                <a:gd name="T9" fmla="*/ 4 h 56"/>
                <a:gd name="T10" fmla="*/ 0 w 6"/>
                <a:gd name="T11" fmla="*/ 6 h 56"/>
                <a:gd name="T12" fmla="*/ 0 w 6"/>
                <a:gd name="T13" fmla="*/ 8 h 56"/>
                <a:gd name="T14" fmla="*/ 0 w 6"/>
                <a:gd name="T15" fmla="*/ 9 h 56"/>
                <a:gd name="T16" fmla="*/ 0 w 6"/>
                <a:gd name="T17" fmla="*/ 10 h 56"/>
                <a:gd name="T18" fmla="*/ 1 w 6"/>
                <a:gd name="T19" fmla="*/ 11 h 56"/>
                <a:gd name="T20" fmla="*/ 1 w 6"/>
                <a:gd name="T21" fmla="*/ 12 h 56"/>
                <a:gd name="T22" fmla="*/ 1 w 6"/>
                <a:gd name="T23" fmla="*/ 13 h 56"/>
                <a:gd name="T24" fmla="*/ 1 w 6"/>
                <a:gd name="T25" fmla="*/ 14 h 56"/>
                <a:gd name="T26" fmla="*/ 1 w 6"/>
                <a:gd name="T27" fmla="*/ 15 h 56"/>
                <a:gd name="T28" fmla="*/ 1 w 6"/>
                <a:gd name="T29" fmla="*/ 16 h 56"/>
                <a:gd name="T30" fmla="*/ 2 w 6"/>
                <a:gd name="T31" fmla="*/ 16 h 56"/>
                <a:gd name="T32" fmla="*/ 2 w 6"/>
                <a:gd name="T33" fmla="*/ 15 h 56"/>
                <a:gd name="T34" fmla="*/ 2 w 6"/>
                <a:gd name="T35" fmla="*/ 15 h 56"/>
                <a:gd name="T36" fmla="*/ 2 w 6"/>
                <a:gd name="T37" fmla="*/ 15 h 56"/>
                <a:gd name="T38" fmla="*/ 2 w 6"/>
                <a:gd name="T39" fmla="*/ 15 h 56"/>
                <a:gd name="T40" fmla="*/ 2 w 6"/>
                <a:gd name="T41" fmla="*/ 16 h 56"/>
                <a:gd name="T42" fmla="*/ 2 w 6"/>
                <a:gd name="T43" fmla="*/ 17 h 56"/>
                <a:gd name="T44" fmla="*/ 2 w 6"/>
                <a:gd name="T45" fmla="*/ 19 h 56"/>
                <a:gd name="T46" fmla="*/ 2 w 6"/>
                <a:gd name="T47" fmla="*/ 21 h 56"/>
                <a:gd name="T48" fmla="*/ 3 w 6"/>
                <a:gd name="T49" fmla="*/ 23 h 56"/>
                <a:gd name="T50" fmla="*/ 3 w 6"/>
                <a:gd name="T51" fmla="*/ 26 h 56"/>
                <a:gd name="T52" fmla="*/ 3 w 6"/>
                <a:gd name="T53" fmla="*/ 27 h 56"/>
                <a:gd name="T54" fmla="*/ 3 w 6"/>
                <a:gd name="T55" fmla="*/ 29 h 56"/>
                <a:gd name="T56" fmla="*/ 3 w 6"/>
                <a:gd name="T57" fmla="*/ 31 h 56"/>
                <a:gd name="T58" fmla="*/ 3 w 6"/>
                <a:gd name="T59" fmla="*/ 33 h 56"/>
                <a:gd name="T60" fmla="*/ 3 w 6"/>
                <a:gd name="T61" fmla="*/ 34 h 56"/>
                <a:gd name="T62" fmla="*/ 3 w 6"/>
                <a:gd name="T63" fmla="*/ 34 h 56"/>
                <a:gd name="T64" fmla="*/ 3 w 6"/>
                <a:gd name="T65" fmla="*/ 36 h 56"/>
                <a:gd name="T66" fmla="*/ 4 w 6"/>
                <a:gd name="T67" fmla="*/ 38 h 56"/>
                <a:gd name="T68" fmla="*/ 4 w 6"/>
                <a:gd name="T69" fmla="*/ 40 h 56"/>
                <a:gd name="T70" fmla="*/ 4 w 6"/>
                <a:gd name="T71" fmla="*/ 41 h 56"/>
                <a:gd name="T72" fmla="*/ 4 w 6"/>
                <a:gd name="T73" fmla="*/ 43 h 56"/>
                <a:gd name="T74" fmla="*/ 4 w 6"/>
                <a:gd name="T75" fmla="*/ 45 h 56"/>
                <a:gd name="T76" fmla="*/ 4 w 6"/>
                <a:gd name="T77" fmla="*/ 47 h 56"/>
                <a:gd name="T78" fmla="*/ 5 w 6"/>
                <a:gd name="T79" fmla="*/ 49 h 56"/>
                <a:gd name="T80" fmla="*/ 5 w 6"/>
                <a:gd name="T81" fmla="*/ 51 h 56"/>
                <a:gd name="T82" fmla="*/ 5 w 6"/>
                <a:gd name="T83" fmla="*/ 52 h 56"/>
                <a:gd name="T84" fmla="*/ 5 w 6"/>
                <a:gd name="T85" fmla="*/ 53 h 56"/>
                <a:gd name="T86" fmla="*/ 5 w 6"/>
                <a:gd name="T87" fmla="*/ 54 h 56"/>
                <a:gd name="T88" fmla="*/ 5 w 6"/>
                <a:gd name="T89" fmla="*/ 55 h 56"/>
                <a:gd name="T90" fmla="*/ 5 w 6"/>
                <a:gd name="T91" fmla="*/ 56 h 56"/>
                <a:gd name="T92" fmla="*/ 5 w 6"/>
                <a:gd name="T93" fmla="*/ 56 h 56"/>
                <a:gd name="T94" fmla="*/ 5 w 6"/>
                <a:gd name="T95" fmla="*/ 56 h 56"/>
                <a:gd name="T96" fmla="*/ 6 w 6"/>
                <a:gd name="T97" fmla="*/ 56 h 56"/>
                <a:gd name="T98" fmla="*/ 6 w 6"/>
                <a:gd name="T99" fmla="*/ 54 h 56"/>
                <a:gd name="T100" fmla="*/ 6 w 6"/>
                <a:gd name="T101" fmla="*/ 52 h 56"/>
                <a:gd name="T102" fmla="*/ 6 w 6"/>
                <a:gd name="T103" fmla="*/ 5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0"/>
                  </a:lnTo>
                  <a:lnTo>
                    <a:pt x="1" y="11"/>
                  </a:lnTo>
                  <a:lnTo>
                    <a:pt x="1" y="12"/>
                  </a:lnTo>
                  <a:lnTo>
                    <a:pt x="1" y="13"/>
                  </a:lnTo>
                  <a:lnTo>
                    <a:pt x="1" y="14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3" y="29"/>
                  </a:lnTo>
                  <a:lnTo>
                    <a:pt x="3" y="31"/>
                  </a:lnTo>
                  <a:lnTo>
                    <a:pt x="3" y="33"/>
                  </a:lnTo>
                  <a:lnTo>
                    <a:pt x="3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41"/>
                  </a:lnTo>
                  <a:lnTo>
                    <a:pt x="4" y="43"/>
                  </a:lnTo>
                  <a:lnTo>
                    <a:pt x="4" y="45"/>
                  </a:lnTo>
                  <a:lnTo>
                    <a:pt x="4" y="47"/>
                  </a:lnTo>
                  <a:lnTo>
                    <a:pt x="5" y="49"/>
                  </a:lnTo>
                  <a:lnTo>
                    <a:pt x="5" y="51"/>
                  </a:lnTo>
                  <a:lnTo>
                    <a:pt x="5" y="52"/>
                  </a:lnTo>
                  <a:lnTo>
                    <a:pt x="5" y="53"/>
                  </a:lnTo>
                  <a:lnTo>
                    <a:pt x="5" y="54"/>
                  </a:lnTo>
                  <a:lnTo>
                    <a:pt x="5" y="55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6" y="56"/>
                  </a:lnTo>
                  <a:lnTo>
                    <a:pt x="6" y="54"/>
                  </a:lnTo>
                  <a:lnTo>
                    <a:pt x="6" y="52"/>
                  </a:lnTo>
                  <a:lnTo>
                    <a:pt x="6" y="5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grpSp>
          <p:nvGrpSpPr>
            <p:cNvPr id="1468" name="Group 974"/>
            <p:cNvGrpSpPr/>
            <p:nvPr/>
          </p:nvGrpSpPr>
          <p:grpSpPr bwMode="auto">
            <a:xfrm>
              <a:off x="1311275" y="4543426"/>
              <a:ext cx="2006600" cy="458788"/>
              <a:chOff x="826" y="2862"/>
              <a:chExt cx="1264" cy="289"/>
            </a:xfrm>
          </p:grpSpPr>
          <p:sp>
            <p:nvSpPr>
              <p:cNvPr id="1629" name="Freeform 774"/>
              <p:cNvSpPr/>
              <p:nvPr/>
            </p:nvSpPr>
            <p:spPr bwMode="auto">
              <a:xfrm>
                <a:off x="826" y="2925"/>
                <a:ext cx="6" cy="59"/>
              </a:xfrm>
              <a:custGeom>
                <a:avLst/>
                <a:gdLst>
                  <a:gd name="T0" fmla="*/ 0 w 6"/>
                  <a:gd name="T1" fmla="*/ 59 h 59"/>
                  <a:gd name="T2" fmla="*/ 0 w 6"/>
                  <a:gd name="T3" fmla="*/ 58 h 59"/>
                  <a:gd name="T4" fmla="*/ 0 w 6"/>
                  <a:gd name="T5" fmla="*/ 57 h 59"/>
                  <a:gd name="T6" fmla="*/ 0 w 6"/>
                  <a:gd name="T7" fmla="*/ 56 h 59"/>
                  <a:gd name="T8" fmla="*/ 1 w 6"/>
                  <a:gd name="T9" fmla="*/ 56 h 59"/>
                  <a:gd name="T10" fmla="*/ 1 w 6"/>
                  <a:gd name="T11" fmla="*/ 55 h 59"/>
                  <a:gd name="T12" fmla="*/ 1 w 6"/>
                  <a:gd name="T13" fmla="*/ 55 h 59"/>
                  <a:gd name="T14" fmla="*/ 1 w 6"/>
                  <a:gd name="T15" fmla="*/ 55 h 59"/>
                  <a:gd name="T16" fmla="*/ 1 w 6"/>
                  <a:gd name="T17" fmla="*/ 55 h 59"/>
                  <a:gd name="T18" fmla="*/ 1 w 6"/>
                  <a:gd name="T19" fmla="*/ 54 h 59"/>
                  <a:gd name="T20" fmla="*/ 1 w 6"/>
                  <a:gd name="T21" fmla="*/ 54 h 59"/>
                  <a:gd name="T22" fmla="*/ 1 w 6"/>
                  <a:gd name="T23" fmla="*/ 55 h 59"/>
                  <a:gd name="T24" fmla="*/ 1 w 6"/>
                  <a:gd name="T25" fmla="*/ 54 h 59"/>
                  <a:gd name="T26" fmla="*/ 1 w 6"/>
                  <a:gd name="T27" fmla="*/ 54 h 59"/>
                  <a:gd name="T28" fmla="*/ 2 w 6"/>
                  <a:gd name="T29" fmla="*/ 54 h 59"/>
                  <a:gd name="T30" fmla="*/ 2 w 6"/>
                  <a:gd name="T31" fmla="*/ 53 h 59"/>
                  <a:gd name="T32" fmla="*/ 2 w 6"/>
                  <a:gd name="T33" fmla="*/ 53 h 59"/>
                  <a:gd name="T34" fmla="*/ 2 w 6"/>
                  <a:gd name="T35" fmla="*/ 52 h 59"/>
                  <a:gd name="T36" fmla="*/ 2 w 6"/>
                  <a:gd name="T37" fmla="*/ 52 h 59"/>
                  <a:gd name="T38" fmla="*/ 2 w 6"/>
                  <a:gd name="T39" fmla="*/ 51 h 59"/>
                  <a:gd name="T40" fmla="*/ 2 w 6"/>
                  <a:gd name="T41" fmla="*/ 49 h 59"/>
                  <a:gd name="T42" fmla="*/ 2 w 6"/>
                  <a:gd name="T43" fmla="*/ 48 h 59"/>
                  <a:gd name="T44" fmla="*/ 2 w 6"/>
                  <a:gd name="T45" fmla="*/ 46 h 59"/>
                  <a:gd name="T46" fmla="*/ 3 w 6"/>
                  <a:gd name="T47" fmla="*/ 45 h 59"/>
                  <a:gd name="T48" fmla="*/ 3 w 6"/>
                  <a:gd name="T49" fmla="*/ 44 h 59"/>
                  <a:gd name="T50" fmla="*/ 3 w 6"/>
                  <a:gd name="T51" fmla="*/ 44 h 59"/>
                  <a:gd name="T52" fmla="*/ 3 w 6"/>
                  <a:gd name="T53" fmla="*/ 43 h 59"/>
                  <a:gd name="T54" fmla="*/ 3 w 6"/>
                  <a:gd name="T55" fmla="*/ 41 h 59"/>
                  <a:gd name="T56" fmla="*/ 3 w 6"/>
                  <a:gd name="T57" fmla="*/ 40 h 59"/>
                  <a:gd name="T58" fmla="*/ 4 w 6"/>
                  <a:gd name="T59" fmla="*/ 38 h 59"/>
                  <a:gd name="T60" fmla="*/ 4 w 6"/>
                  <a:gd name="T61" fmla="*/ 36 h 59"/>
                  <a:gd name="T62" fmla="*/ 4 w 6"/>
                  <a:gd name="T63" fmla="*/ 33 h 59"/>
                  <a:gd name="T64" fmla="*/ 4 w 6"/>
                  <a:gd name="T65" fmla="*/ 30 h 59"/>
                  <a:gd name="T66" fmla="*/ 4 w 6"/>
                  <a:gd name="T67" fmla="*/ 27 h 59"/>
                  <a:gd name="T68" fmla="*/ 4 w 6"/>
                  <a:gd name="T69" fmla="*/ 24 h 59"/>
                  <a:gd name="T70" fmla="*/ 4 w 6"/>
                  <a:gd name="T71" fmla="*/ 21 h 59"/>
                  <a:gd name="T72" fmla="*/ 4 w 6"/>
                  <a:gd name="T73" fmla="*/ 18 h 59"/>
                  <a:gd name="T74" fmla="*/ 4 w 6"/>
                  <a:gd name="T75" fmla="*/ 16 h 59"/>
                  <a:gd name="T76" fmla="*/ 5 w 6"/>
                  <a:gd name="T77" fmla="*/ 13 h 59"/>
                  <a:gd name="T78" fmla="*/ 5 w 6"/>
                  <a:gd name="T79" fmla="*/ 11 h 59"/>
                  <a:gd name="T80" fmla="*/ 5 w 6"/>
                  <a:gd name="T81" fmla="*/ 10 h 59"/>
                  <a:gd name="T82" fmla="*/ 5 w 6"/>
                  <a:gd name="T83" fmla="*/ 8 h 59"/>
                  <a:gd name="T84" fmla="*/ 5 w 6"/>
                  <a:gd name="T85" fmla="*/ 6 h 59"/>
                  <a:gd name="T86" fmla="*/ 5 w 6"/>
                  <a:gd name="T87" fmla="*/ 6 h 59"/>
                  <a:gd name="T88" fmla="*/ 6 w 6"/>
                  <a:gd name="T89" fmla="*/ 5 h 59"/>
                  <a:gd name="T90" fmla="*/ 6 w 6"/>
                  <a:gd name="T91" fmla="*/ 5 h 59"/>
                  <a:gd name="T92" fmla="*/ 6 w 6"/>
                  <a:gd name="T93" fmla="*/ 5 h 59"/>
                  <a:gd name="T94" fmla="*/ 6 w 6"/>
                  <a:gd name="T95" fmla="*/ 4 h 59"/>
                  <a:gd name="T96" fmla="*/ 6 w 6"/>
                  <a:gd name="T97" fmla="*/ 3 h 59"/>
                  <a:gd name="T98" fmla="*/ 6 w 6"/>
                  <a:gd name="T99" fmla="*/ 2 h 59"/>
                  <a:gd name="T100" fmla="*/ 6 w 6"/>
                  <a:gd name="T101" fmla="*/ 0 h 59"/>
                  <a:gd name="T102" fmla="*/ 6 w 6"/>
                  <a:gd name="T103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9">
                    <a:moveTo>
                      <a:pt x="0" y="59"/>
                    </a:move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5"/>
                    </a:lnTo>
                    <a:lnTo>
                      <a:pt x="1" y="55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3"/>
                    </a:lnTo>
                    <a:lnTo>
                      <a:pt x="2" y="52"/>
                    </a:lnTo>
                    <a:lnTo>
                      <a:pt x="2" y="52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3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3" y="41"/>
                    </a:lnTo>
                    <a:lnTo>
                      <a:pt x="3" y="40"/>
                    </a:lnTo>
                    <a:lnTo>
                      <a:pt x="4" y="38"/>
                    </a:lnTo>
                    <a:lnTo>
                      <a:pt x="4" y="36"/>
                    </a:lnTo>
                    <a:lnTo>
                      <a:pt x="4" y="33"/>
                    </a:lnTo>
                    <a:lnTo>
                      <a:pt x="4" y="30"/>
                    </a:lnTo>
                    <a:lnTo>
                      <a:pt x="4" y="27"/>
                    </a:lnTo>
                    <a:lnTo>
                      <a:pt x="4" y="24"/>
                    </a:lnTo>
                    <a:lnTo>
                      <a:pt x="4" y="21"/>
                    </a:lnTo>
                    <a:lnTo>
                      <a:pt x="4" y="18"/>
                    </a:lnTo>
                    <a:lnTo>
                      <a:pt x="4" y="16"/>
                    </a:lnTo>
                    <a:lnTo>
                      <a:pt x="5" y="13"/>
                    </a:lnTo>
                    <a:lnTo>
                      <a:pt x="5" y="11"/>
                    </a:lnTo>
                    <a:lnTo>
                      <a:pt x="5" y="10"/>
                    </a:lnTo>
                    <a:lnTo>
                      <a:pt x="5" y="8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4"/>
                    </a:lnTo>
                    <a:lnTo>
                      <a:pt x="6" y="3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30" name="Freeform 775"/>
              <p:cNvSpPr/>
              <p:nvPr/>
            </p:nvSpPr>
            <p:spPr bwMode="auto">
              <a:xfrm>
                <a:off x="832" y="2925"/>
                <a:ext cx="7" cy="56"/>
              </a:xfrm>
              <a:custGeom>
                <a:avLst/>
                <a:gdLst>
                  <a:gd name="T0" fmla="*/ 0 w 7"/>
                  <a:gd name="T1" fmla="*/ 0 h 56"/>
                  <a:gd name="T2" fmla="*/ 0 w 7"/>
                  <a:gd name="T3" fmla="*/ 0 h 56"/>
                  <a:gd name="T4" fmla="*/ 0 w 7"/>
                  <a:gd name="T5" fmla="*/ 0 h 56"/>
                  <a:gd name="T6" fmla="*/ 1 w 7"/>
                  <a:gd name="T7" fmla="*/ 0 h 56"/>
                  <a:gd name="T8" fmla="*/ 1 w 7"/>
                  <a:gd name="T9" fmla="*/ 0 h 56"/>
                  <a:gd name="T10" fmla="*/ 1 w 7"/>
                  <a:gd name="T11" fmla="*/ 0 h 56"/>
                  <a:gd name="T12" fmla="*/ 1 w 7"/>
                  <a:gd name="T13" fmla="*/ 1 h 56"/>
                  <a:gd name="T14" fmla="*/ 1 w 7"/>
                  <a:gd name="T15" fmla="*/ 4 h 56"/>
                  <a:gd name="T16" fmla="*/ 1 w 7"/>
                  <a:gd name="T17" fmla="*/ 6 h 56"/>
                  <a:gd name="T18" fmla="*/ 2 w 7"/>
                  <a:gd name="T19" fmla="*/ 7 h 56"/>
                  <a:gd name="T20" fmla="*/ 2 w 7"/>
                  <a:gd name="T21" fmla="*/ 9 h 56"/>
                  <a:gd name="T22" fmla="*/ 2 w 7"/>
                  <a:gd name="T23" fmla="*/ 11 h 56"/>
                  <a:gd name="T24" fmla="*/ 2 w 7"/>
                  <a:gd name="T25" fmla="*/ 11 h 56"/>
                  <a:gd name="T26" fmla="*/ 2 w 7"/>
                  <a:gd name="T27" fmla="*/ 12 h 56"/>
                  <a:gd name="T28" fmla="*/ 2 w 7"/>
                  <a:gd name="T29" fmla="*/ 12 h 56"/>
                  <a:gd name="T30" fmla="*/ 2 w 7"/>
                  <a:gd name="T31" fmla="*/ 14 h 56"/>
                  <a:gd name="T32" fmla="*/ 2 w 7"/>
                  <a:gd name="T33" fmla="*/ 16 h 56"/>
                  <a:gd name="T34" fmla="*/ 2 w 7"/>
                  <a:gd name="T35" fmla="*/ 16 h 56"/>
                  <a:gd name="T36" fmla="*/ 3 w 7"/>
                  <a:gd name="T37" fmla="*/ 17 h 56"/>
                  <a:gd name="T38" fmla="*/ 3 w 7"/>
                  <a:gd name="T39" fmla="*/ 18 h 56"/>
                  <a:gd name="T40" fmla="*/ 3 w 7"/>
                  <a:gd name="T41" fmla="*/ 19 h 56"/>
                  <a:gd name="T42" fmla="*/ 3 w 7"/>
                  <a:gd name="T43" fmla="*/ 19 h 56"/>
                  <a:gd name="T44" fmla="*/ 3 w 7"/>
                  <a:gd name="T45" fmla="*/ 20 h 56"/>
                  <a:gd name="T46" fmla="*/ 3 w 7"/>
                  <a:gd name="T47" fmla="*/ 22 h 56"/>
                  <a:gd name="T48" fmla="*/ 3 w 7"/>
                  <a:gd name="T49" fmla="*/ 22 h 56"/>
                  <a:gd name="T50" fmla="*/ 3 w 7"/>
                  <a:gd name="T51" fmla="*/ 23 h 56"/>
                  <a:gd name="T52" fmla="*/ 3 w 7"/>
                  <a:gd name="T53" fmla="*/ 25 h 56"/>
                  <a:gd name="T54" fmla="*/ 3 w 7"/>
                  <a:gd name="T55" fmla="*/ 27 h 56"/>
                  <a:gd name="T56" fmla="*/ 4 w 7"/>
                  <a:gd name="T57" fmla="*/ 28 h 56"/>
                  <a:gd name="T58" fmla="*/ 4 w 7"/>
                  <a:gd name="T59" fmla="*/ 28 h 56"/>
                  <a:gd name="T60" fmla="*/ 4 w 7"/>
                  <a:gd name="T61" fmla="*/ 28 h 56"/>
                  <a:gd name="T62" fmla="*/ 4 w 7"/>
                  <a:gd name="T63" fmla="*/ 28 h 56"/>
                  <a:gd name="T64" fmla="*/ 4 w 7"/>
                  <a:gd name="T65" fmla="*/ 28 h 56"/>
                  <a:gd name="T66" fmla="*/ 4 w 7"/>
                  <a:gd name="T67" fmla="*/ 28 h 56"/>
                  <a:gd name="T68" fmla="*/ 5 w 7"/>
                  <a:gd name="T69" fmla="*/ 29 h 56"/>
                  <a:gd name="T70" fmla="*/ 5 w 7"/>
                  <a:gd name="T71" fmla="*/ 29 h 56"/>
                  <a:gd name="T72" fmla="*/ 5 w 7"/>
                  <a:gd name="T73" fmla="*/ 29 h 56"/>
                  <a:gd name="T74" fmla="*/ 5 w 7"/>
                  <a:gd name="T75" fmla="*/ 31 h 56"/>
                  <a:gd name="T76" fmla="*/ 5 w 7"/>
                  <a:gd name="T77" fmla="*/ 32 h 56"/>
                  <a:gd name="T78" fmla="*/ 5 w 7"/>
                  <a:gd name="T79" fmla="*/ 34 h 56"/>
                  <a:gd name="T80" fmla="*/ 5 w 7"/>
                  <a:gd name="T81" fmla="*/ 35 h 56"/>
                  <a:gd name="T82" fmla="*/ 5 w 7"/>
                  <a:gd name="T83" fmla="*/ 37 h 56"/>
                  <a:gd name="T84" fmla="*/ 5 w 7"/>
                  <a:gd name="T85" fmla="*/ 39 h 56"/>
                  <a:gd name="T86" fmla="*/ 6 w 7"/>
                  <a:gd name="T87" fmla="*/ 41 h 56"/>
                  <a:gd name="T88" fmla="*/ 6 w 7"/>
                  <a:gd name="T89" fmla="*/ 43 h 56"/>
                  <a:gd name="T90" fmla="*/ 6 w 7"/>
                  <a:gd name="T91" fmla="*/ 44 h 56"/>
                  <a:gd name="T92" fmla="*/ 6 w 7"/>
                  <a:gd name="T93" fmla="*/ 46 h 56"/>
                  <a:gd name="T94" fmla="*/ 6 w 7"/>
                  <a:gd name="T95" fmla="*/ 48 h 56"/>
                  <a:gd name="T96" fmla="*/ 6 w 7"/>
                  <a:gd name="T97" fmla="*/ 51 h 56"/>
                  <a:gd name="T98" fmla="*/ 7 w 7"/>
                  <a:gd name="T99" fmla="*/ 53 h 56"/>
                  <a:gd name="T100" fmla="*/ 7 w 7"/>
                  <a:gd name="T101" fmla="*/ 54 h 56"/>
                  <a:gd name="T102" fmla="*/ 7 w 7"/>
                  <a:gd name="T103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6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4"/>
                    </a:lnTo>
                    <a:lnTo>
                      <a:pt x="1" y="6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2" y="11"/>
                    </a:lnTo>
                    <a:lnTo>
                      <a:pt x="2" y="11"/>
                    </a:lnTo>
                    <a:lnTo>
                      <a:pt x="2" y="12"/>
                    </a:lnTo>
                    <a:lnTo>
                      <a:pt x="2" y="12"/>
                    </a:lnTo>
                    <a:lnTo>
                      <a:pt x="2" y="14"/>
                    </a:lnTo>
                    <a:lnTo>
                      <a:pt x="2" y="16"/>
                    </a:lnTo>
                    <a:lnTo>
                      <a:pt x="2" y="16"/>
                    </a:lnTo>
                    <a:lnTo>
                      <a:pt x="3" y="17"/>
                    </a:lnTo>
                    <a:lnTo>
                      <a:pt x="3" y="18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20"/>
                    </a:lnTo>
                    <a:lnTo>
                      <a:pt x="3" y="22"/>
                    </a:lnTo>
                    <a:lnTo>
                      <a:pt x="3" y="22"/>
                    </a:lnTo>
                    <a:lnTo>
                      <a:pt x="3" y="23"/>
                    </a:lnTo>
                    <a:lnTo>
                      <a:pt x="3" y="25"/>
                    </a:lnTo>
                    <a:lnTo>
                      <a:pt x="3" y="27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5" y="29"/>
                    </a:lnTo>
                    <a:lnTo>
                      <a:pt x="5" y="29"/>
                    </a:lnTo>
                    <a:lnTo>
                      <a:pt x="5" y="29"/>
                    </a:lnTo>
                    <a:lnTo>
                      <a:pt x="5" y="31"/>
                    </a:lnTo>
                    <a:lnTo>
                      <a:pt x="5" y="32"/>
                    </a:lnTo>
                    <a:lnTo>
                      <a:pt x="5" y="34"/>
                    </a:lnTo>
                    <a:lnTo>
                      <a:pt x="5" y="35"/>
                    </a:lnTo>
                    <a:lnTo>
                      <a:pt x="5" y="37"/>
                    </a:lnTo>
                    <a:lnTo>
                      <a:pt x="5" y="39"/>
                    </a:lnTo>
                    <a:lnTo>
                      <a:pt x="6" y="41"/>
                    </a:lnTo>
                    <a:lnTo>
                      <a:pt x="6" y="43"/>
                    </a:lnTo>
                    <a:lnTo>
                      <a:pt x="6" y="44"/>
                    </a:lnTo>
                    <a:lnTo>
                      <a:pt x="6" y="46"/>
                    </a:lnTo>
                    <a:lnTo>
                      <a:pt x="6" y="48"/>
                    </a:lnTo>
                    <a:lnTo>
                      <a:pt x="6" y="51"/>
                    </a:lnTo>
                    <a:lnTo>
                      <a:pt x="7" y="53"/>
                    </a:lnTo>
                    <a:lnTo>
                      <a:pt x="7" y="54"/>
                    </a:lnTo>
                    <a:lnTo>
                      <a:pt x="7" y="5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31" name="Freeform 776"/>
              <p:cNvSpPr/>
              <p:nvPr/>
            </p:nvSpPr>
            <p:spPr bwMode="auto">
              <a:xfrm>
                <a:off x="839" y="2956"/>
                <a:ext cx="6" cy="38"/>
              </a:xfrm>
              <a:custGeom>
                <a:avLst/>
                <a:gdLst>
                  <a:gd name="T0" fmla="*/ 0 w 6"/>
                  <a:gd name="T1" fmla="*/ 23 h 38"/>
                  <a:gd name="T2" fmla="*/ 0 w 6"/>
                  <a:gd name="T3" fmla="*/ 25 h 38"/>
                  <a:gd name="T4" fmla="*/ 0 w 6"/>
                  <a:gd name="T5" fmla="*/ 26 h 38"/>
                  <a:gd name="T6" fmla="*/ 0 w 6"/>
                  <a:gd name="T7" fmla="*/ 27 h 38"/>
                  <a:gd name="T8" fmla="*/ 0 w 6"/>
                  <a:gd name="T9" fmla="*/ 28 h 38"/>
                  <a:gd name="T10" fmla="*/ 0 w 6"/>
                  <a:gd name="T11" fmla="*/ 30 h 38"/>
                  <a:gd name="T12" fmla="*/ 0 w 6"/>
                  <a:gd name="T13" fmla="*/ 32 h 38"/>
                  <a:gd name="T14" fmla="*/ 0 w 6"/>
                  <a:gd name="T15" fmla="*/ 34 h 38"/>
                  <a:gd name="T16" fmla="*/ 1 w 6"/>
                  <a:gd name="T17" fmla="*/ 35 h 38"/>
                  <a:gd name="T18" fmla="*/ 1 w 6"/>
                  <a:gd name="T19" fmla="*/ 36 h 38"/>
                  <a:gd name="T20" fmla="*/ 1 w 6"/>
                  <a:gd name="T21" fmla="*/ 37 h 38"/>
                  <a:gd name="T22" fmla="*/ 1 w 6"/>
                  <a:gd name="T23" fmla="*/ 37 h 38"/>
                  <a:gd name="T24" fmla="*/ 1 w 6"/>
                  <a:gd name="T25" fmla="*/ 38 h 38"/>
                  <a:gd name="T26" fmla="*/ 1 w 6"/>
                  <a:gd name="T27" fmla="*/ 37 h 38"/>
                  <a:gd name="T28" fmla="*/ 1 w 6"/>
                  <a:gd name="T29" fmla="*/ 37 h 38"/>
                  <a:gd name="T30" fmla="*/ 1 w 6"/>
                  <a:gd name="T31" fmla="*/ 35 h 38"/>
                  <a:gd name="T32" fmla="*/ 1 w 6"/>
                  <a:gd name="T33" fmla="*/ 34 h 38"/>
                  <a:gd name="T34" fmla="*/ 2 w 6"/>
                  <a:gd name="T35" fmla="*/ 33 h 38"/>
                  <a:gd name="T36" fmla="*/ 2 w 6"/>
                  <a:gd name="T37" fmla="*/ 32 h 38"/>
                  <a:gd name="T38" fmla="*/ 2 w 6"/>
                  <a:gd name="T39" fmla="*/ 31 h 38"/>
                  <a:gd name="T40" fmla="*/ 2 w 6"/>
                  <a:gd name="T41" fmla="*/ 30 h 38"/>
                  <a:gd name="T42" fmla="*/ 2 w 6"/>
                  <a:gd name="T43" fmla="*/ 29 h 38"/>
                  <a:gd name="T44" fmla="*/ 2 w 6"/>
                  <a:gd name="T45" fmla="*/ 29 h 38"/>
                  <a:gd name="T46" fmla="*/ 3 w 6"/>
                  <a:gd name="T47" fmla="*/ 29 h 38"/>
                  <a:gd name="T48" fmla="*/ 3 w 6"/>
                  <a:gd name="T49" fmla="*/ 28 h 38"/>
                  <a:gd name="T50" fmla="*/ 3 w 6"/>
                  <a:gd name="T51" fmla="*/ 28 h 38"/>
                  <a:gd name="T52" fmla="*/ 3 w 6"/>
                  <a:gd name="T53" fmla="*/ 29 h 38"/>
                  <a:gd name="T54" fmla="*/ 3 w 6"/>
                  <a:gd name="T55" fmla="*/ 30 h 38"/>
                  <a:gd name="T56" fmla="*/ 3 w 6"/>
                  <a:gd name="T57" fmla="*/ 30 h 38"/>
                  <a:gd name="T58" fmla="*/ 3 w 6"/>
                  <a:gd name="T59" fmla="*/ 30 h 38"/>
                  <a:gd name="T60" fmla="*/ 3 w 6"/>
                  <a:gd name="T61" fmla="*/ 30 h 38"/>
                  <a:gd name="T62" fmla="*/ 3 w 6"/>
                  <a:gd name="T63" fmla="*/ 30 h 38"/>
                  <a:gd name="T64" fmla="*/ 4 w 6"/>
                  <a:gd name="T65" fmla="*/ 30 h 38"/>
                  <a:gd name="T66" fmla="*/ 4 w 6"/>
                  <a:gd name="T67" fmla="*/ 30 h 38"/>
                  <a:gd name="T68" fmla="*/ 4 w 6"/>
                  <a:gd name="T69" fmla="*/ 29 h 38"/>
                  <a:gd name="T70" fmla="*/ 4 w 6"/>
                  <a:gd name="T71" fmla="*/ 27 h 38"/>
                  <a:gd name="T72" fmla="*/ 4 w 6"/>
                  <a:gd name="T73" fmla="*/ 27 h 38"/>
                  <a:gd name="T74" fmla="*/ 4 w 6"/>
                  <a:gd name="T75" fmla="*/ 26 h 38"/>
                  <a:gd name="T76" fmla="*/ 5 w 6"/>
                  <a:gd name="T77" fmla="*/ 24 h 38"/>
                  <a:gd name="T78" fmla="*/ 5 w 6"/>
                  <a:gd name="T79" fmla="*/ 23 h 38"/>
                  <a:gd name="T80" fmla="*/ 5 w 6"/>
                  <a:gd name="T81" fmla="*/ 22 h 38"/>
                  <a:gd name="T82" fmla="*/ 5 w 6"/>
                  <a:gd name="T83" fmla="*/ 21 h 38"/>
                  <a:gd name="T84" fmla="*/ 5 w 6"/>
                  <a:gd name="T85" fmla="*/ 20 h 38"/>
                  <a:gd name="T86" fmla="*/ 5 w 6"/>
                  <a:gd name="T87" fmla="*/ 19 h 38"/>
                  <a:gd name="T88" fmla="*/ 5 w 6"/>
                  <a:gd name="T89" fmla="*/ 18 h 38"/>
                  <a:gd name="T90" fmla="*/ 5 w 6"/>
                  <a:gd name="T91" fmla="*/ 16 h 38"/>
                  <a:gd name="T92" fmla="*/ 5 w 6"/>
                  <a:gd name="T93" fmla="*/ 14 h 38"/>
                  <a:gd name="T94" fmla="*/ 5 w 6"/>
                  <a:gd name="T95" fmla="*/ 12 h 38"/>
                  <a:gd name="T96" fmla="*/ 6 w 6"/>
                  <a:gd name="T97" fmla="*/ 10 h 38"/>
                  <a:gd name="T98" fmla="*/ 6 w 6"/>
                  <a:gd name="T99" fmla="*/ 6 h 38"/>
                  <a:gd name="T100" fmla="*/ 6 w 6"/>
                  <a:gd name="T101" fmla="*/ 3 h 38"/>
                  <a:gd name="T102" fmla="*/ 6 w 6"/>
                  <a:gd name="T10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8">
                    <a:moveTo>
                      <a:pt x="0" y="23"/>
                    </a:moveTo>
                    <a:lnTo>
                      <a:pt x="0" y="25"/>
                    </a:lnTo>
                    <a:lnTo>
                      <a:pt x="0" y="26"/>
                    </a:lnTo>
                    <a:lnTo>
                      <a:pt x="0" y="27"/>
                    </a:lnTo>
                    <a:lnTo>
                      <a:pt x="0" y="28"/>
                    </a:lnTo>
                    <a:lnTo>
                      <a:pt x="0" y="30"/>
                    </a:lnTo>
                    <a:lnTo>
                      <a:pt x="0" y="32"/>
                    </a:lnTo>
                    <a:lnTo>
                      <a:pt x="0" y="34"/>
                    </a:lnTo>
                    <a:lnTo>
                      <a:pt x="1" y="35"/>
                    </a:lnTo>
                    <a:lnTo>
                      <a:pt x="1" y="36"/>
                    </a:lnTo>
                    <a:lnTo>
                      <a:pt x="1" y="37"/>
                    </a:lnTo>
                    <a:lnTo>
                      <a:pt x="1" y="37"/>
                    </a:lnTo>
                    <a:lnTo>
                      <a:pt x="1" y="38"/>
                    </a:lnTo>
                    <a:lnTo>
                      <a:pt x="1" y="37"/>
                    </a:lnTo>
                    <a:lnTo>
                      <a:pt x="1" y="37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2" y="33"/>
                    </a:lnTo>
                    <a:lnTo>
                      <a:pt x="2" y="32"/>
                    </a:lnTo>
                    <a:lnTo>
                      <a:pt x="2" y="31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3" y="29"/>
                    </a:lnTo>
                    <a:lnTo>
                      <a:pt x="3" y="28"/>
                    </a:lnTo>
                    <a:lnTo>
                      <a:pt x="3" y="28"/>
                    </a:lnTo>
                    <a:lnTo>
                      <a:pt x="3" y="29"/>
                    </a:lnTo>
                    <a:lnTo>
                      <a:pt x="3" y="30"/>
                    </a:lnTo>
                    <a:lnTo>
                      <a:pt x="3" y="30"/>
                    </a:lnTo>
                    <a:lnTo>
                      <a:pt x="3" y="30"/>
                    </a:lnTo>
                    <a:lnTo>
                      <a:pt x="3" y="30"/>
                    </a:lnTo>
                    <a:lnTo>
                      <a:pt x="3" y="30"/>
                    </a:lnTo>
                    <a:lnTo>
                      <a:pt x="4" y="30"/>
                    </a:lnTo>
                    <a:lnTo>
                      <a:pt x="4" y="30"/>
                    </a:lnTo>
                    <a:lnTo>
                      <a:pt x="4" y="29"/>
                    </a:lnTo>
                    <a:lnTo>
                      <a:pt x="4" y="27"/>
                    </a:lnTo>
                    <a:lnTo>
                      <a:pt x="4" y="27"/>
                    </a:lnTo>
                    <a:lnTo>
                      <a:pt x="4" y="26"/>
                    </a:lnTo>
                    <a:lnTo>
                      <a:pt x="5" y="24"/>
                    </a:lnTo>
                    <a:lnTo>
                      <a:pt x="5" y="23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5" y="19"/>
                    </a:lnTo>
                    <a:lnTo>
                      <a:pt x="5" y="18"/>
                    </a:lnTo>
                    <a:lnTo>
                      <a:pt x="5" y="16"/>
                    </a:lnTo>
                    <a:lnTo>
                      <a:pt x="5" y="14"/>
                    </a:lnTo>
                    <a:lnTo>
                      <a:pt x="5" y="12"/>
                    </a:lnTo>
                    <a:lnTo>
                      <a:pt x="6" y="10"/>
                    </a:lnTo>
                    <a:lnTo>
                      <a:pt x="6" y="6"/>
                    </a:lnTo>
                    <a:lnTo>
                      <a:pt x="6" y="3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32" name="Freeform 777"/>
              <p:cNvSpPr/>
              <p:nvPr/>
            </p:nvSpPr>
            <p:spPr bwMode="auto">
              <a:xfrm>
                <a:off x="845" y="2924"/>
                <a:ext cx="6" cy="35"/>
              </a:xfrm>
              <a:custGeom>
                <a:avLst/>
                <a:gdLst>
                  <a:gd name="T0" fmla="*/ 0 w 6"/>
                  <a:gd name="T1" fmla="*/ 35 h 35"/>
                  <a:gd name="T2" fmla="*/ 0 w 6"/>
                  <a:gd name="T3" fmla="*/ 32 h 35"/>
                  <a:gd name="T4" fmla="*/ 0 w 6"/>
                  <a:gd name="T5" fmla="*/ 28 h 35"/>
                  <a:gd name="T6" fmla="*/ 0 w 6"/>
                  <a:gd name="T7" fmla="*/ 25 h 35"/>
                  <a:gd name="T8" fmla="*/ 0 w 6"/>
                  <a:gd name="T9" fmla="*/ 22 h 35"/>
                  <a:gd name="T10" fmla="*/ 0 w 6"/>
                  <a:gd name="T11" fmla="*/ 20 h 35"/>
                  <a:gd name="T12" fmla="*/ 0 w 6"/>
                  <a:gd name="T13" fmla="*/ 19 h 35"/>
                  <a:gd name="T14" fmla="*/ 1 w 6"/>
                  <a:gd name="T15" fmla="*/ 17 h 35"/>
                  <a:gd name="T16" fmla="*/ 1 w 6"/>
                  <a:gd name="T17" fmla="*/ 14 h 35"/>
                  <a:gd name="T18" fmla="*/ 1 w 6"/>
                  <a:gd name="T19" fmla="*/ 13 h 35"/>
                  <a:gd name="T20" fmla="*/ 1 w 6"/>
                  <a:gd name="T21" fmla="*/ 13 h 35"/>
                  <a:gd name="T22" fmla="*/ 1 w 6"/>
                  <a:gd name="T23" fmla="*/ 12 h 35"/>
                  <a:gd name="T24" fmla="*/ 1 w 6"/>
                  <a:gd name="T25" fmla="*/ 10 h 35"/>
                  <a:gd name="T26" fmla="*/ 2 w 6"/>
                  <a:gd name="T27" fmla="*/ 10 h 35"/>
                  <a:gd name="T28" fmla="*/ 2 w 6"/>
                  <a:gd name="T29" fmla="*/ 10 h 35"/>
                  <a:gd name="T30" fmla="*/ 2 w 6"/>
                  <a:gd name="T31" fmla="*/ 8 h 35"/>
                  <a:gd name="T32" fmla="*/ 2 w 6"/>
                  <a:gd name="T33" fmla="*/ 6 h 35"/>
                  <a:gd name="T34" fmla="*/ 2 w 6"/>
                  <a:gd name="T35" fmla="*/ 5 h 35"/>
                  <a:gd name="T36" fmla="*/ 2 w 6"/>
                  <a:gd name="T37" fmla="*/ 3 h 35"/>
                  <a:gd name="T38" fmla="*/ 2 w 6"/>
                  <a:gd name="T39" fmla="*/ 2 h 35"/>
                  <a:gd name="T40" fmla="*/ 2 w 6"/>
                  <a:gd name="T41" fmla="*/ 1 h 35"/>
                  <a:gd name="T42" fmla="*/ 2 w 6"/>
                  <a:gd name="T43" fmla="*/ 1 h 35"/>
                  <a:gd name="T44" fmla="*/ 3 w 6"/>
                  <a:gd name="T45" fmla="*/ 0 h 35"/>
                  <a:gd name="T46" fmla="*/ 3 w 6"/>
                  <a:gd name="T47" fmla="*/ 0 h 35"/>
                  <a:gd name="T48" fmla="*/ 3 w 6"/>
                  <a:gd name="T49" fmla="*/ 2 h 35"/>
                  <a:gd name="T50" fmla="*/ 3 w 6"/>
                  <a:gd name="T51" fmla="*/ 3 h 35"/>
                  <a:gd name="T52" fmla="*/ 3 w 6"/>
                  <a:gd name="T53" fmla="*/ 5 h 35"/>
                  <a:gd name="T54" fmla="*/ 3 w 6"/>
                  <a:gd name="T55" fmla="*/ 6 h 35"/>
                  <a:gd name="T56" fmla="*/ 4 w 6"/>
                  <a:gd name="T57" fmla="*/ 7 h 35"/>
                  <a:gd name="T58" fmla="*/ 4 w 6"/>
                  <a:gd name="T59" fmla="*/ 8 h 35"/>
                  <a:gd name="T60" fmla="*/ 4 w 6"/>
                  <a:gd name="T61" fmla="*/ 10 h 35"/>
                  <a:gd name="T62" fmla="*/ 4 w 6"/>
                  <a:gd name="T63" fmla="*/ 10 h 35"/>
                  <a:gd name="T64" fmla="*/ 4 w 6"/>
                  <a:gd name="T65" fmla="*/ 11 h 35"/>
                  <a:gd name="T66" fmla="*/ 4 w 6"/>
                  <a:gd name="T67" fmla="*/ 12 h 35"/>
                  <a:gd name="T68" fmla="*/ 4 w 6"/>
                  <a:gd name="T69" fmla="*/ 12 h 35"/>
                  <a:gd name="T70" fmla="*/ 4 w 6"/>
                  <a:gd name="T71" fmla="*/ 12 h 35"/>
                  <a:gd name="T72" fmla="*/ 4 w 6"/>
                  <a:gd name="T73" fmla="*/ 13 h 35"/>
                  <a:gd name="T74" fmla="*/ 5 w 6"/>
                  <a:gd name="T75" fmla="*/ 13 h 35"/>
                  <a:gd name="T76" fmla="*/ 5 w 6"/>
                  <a:gd name="T77" fmla="*/ 13 h 35"/>
                  <a:gd name="T78" fmla="*/ 5 w 6"/>
                  <a:gd name="T79" fmla="*/ 14 h 35"/>
                  <a:gd name="T80" fmla="*/ 5 w 6"/>
                  <a:gd name="T81" fmla="*/ 15 h 35"/>
                  <a:gd name="T82" fmla="*/ 5 w 6"/>
                  <a:gd name="T83" fmla="*/ 17 h 35"/>
                  <a:gd name="T84" fmla="*/ 5 w 6"/>
                  <a:gd name="T85" fmla="*/ 18 h 35"/>
                  <a:gd name="T86" fmla="*/ 5 w 6"/>
                  <a:gd name="T87" fmla="*/ 19 h 35"/>
                  <a:gd name="T88" fmla="*/ 5 w 6"/>
                  <a:gd name="T89" fmla="*/ 20 h 35"/>
                  <a:gd name="T90" fmla="*/ 5 w 6"/>
                  <a:gd name="T91" fmla="*/ 21 h 35"/>
                  <a:gd name="T92" fmla="*/ 6 w 6"/>
                  <a:gd name="T93" fmla="*/ 22 h 35"/>
                  <a:gd name="T94" fmla="*/ 6 w 6"/>
                  <a:gd name="T95" fmla="*/ 22 h 35"/>
                  <a:gd name="T96" fmla="*/ 6 w 6"/>
                  <a:gd name="T97" fmla="*/ 21 h 35"/>
                  <a:gd name="T98" fmla="*/ 6 w 6"/>
                  <a:gd name="T99" fmla="*/ 21 h 35"/>
                  <a:gd name="T100" fmla="*/ 6 w 6"/>
                  <a:gd name="T101" fmla="*/ 20 h 35"/>
                  <a:gd name="T102" fmla="*/ 6 w 6"/>
                  <a:gd name="T103" fmla="*/ 19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5">
                    <a:moveTo>
                      <a:pt x="0" y="35"/>
                    </a:moveTo>
                    <a:lnTo>
                      <a:pt x="0" y="32"/>
                    </a:lnTo>
                    <a:lnTo>
                      <a:pt x="0" y="28"/>
                    </a:lnTo>
                    <a:lnTo>
                      <a:pt x="0" y="25"/>
                    </a:lnTo>
                    <a:lnTo>
                      <a:pt x="0" y="22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1" y="10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8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3"/>
                    </a:lnTo>
                    <a:lnTo>
                      <a:pt x="3" y="5"/>
                    </a:lnTo>
                    <a:lnTo>
                      <a:pt x="3" y="6"/>
                    </a:lnTo>
                    <a:lnTo>
                      <a:pt x="4" y="7"/>
                    </a:lnTo>
                    <a:lnTo>
                      <a:pt x="4" y="8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4" y="11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4" y="13"/>
                    </a:lnTo>
                    <a:lnTo>
                      <a:pt x="5" y="13"/>
                    </a:lnTo>
                    <a:lnTo>
                      <a:pt x="5" y="13"/>
                    </a:lnTo>
                    <a:lnTo>
                      <a:pt x="5" y="14"/>
                    </a:lnTo>
                    <a:lnTo>
                      <a:pt x="5" y="15"/>
                    </a:lnTo>
                    <a:lnTo>
                      <a:pt x="5" y="17"/>
                    </a:lnTo>
                    <a:lnTo>
                      <a:pt x="5" y="18"/>
                    </a:lnTo>
                    <a:lnTo>
                      <a:pt x="5" y="19"/>
                    </a:lnTo>
                    <a:lnTo>
                      <a:pt x="5" y="20"/>
                    </a:lnTo>
                    <a:lnTo>
                      <a:pt x="5" y="21"/>
                    </a:lnTo>
                    <a:lnTo>
                      <a:pt x="6" y="22"/>
                    </a:lnTo>
                    <a:lnTo>
                      <a:pt x="6" y="22"/>
                    </a:lnTo>
                    <a:lnTo>
                      <a:pt x="6" y="21"/>
                    </a:lnTo>
                    <a:lnTo>
                      <a:pt x="6" y="21"/>
                    </a:lnTo>
                    <a:lnTo>
                      <a:pt x="6" y="20"/>
                    </a:lnTo>
                    <a:lnTo>
                      <a:pt x="6" y="1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33" name="Freeform 778"/>
              <p:cNvSpPr/>
              <p:nvPr/>
            </p:nvSpPr>
            <p:spPr bwMode="auto">
              <a:xfrm>
                <a:off x="851" y="2943"/>
                <a:ext cx="7" cy="42"/>
              </a:xfrm>
              <a:custGeom>
                <a:avLst/>
                <a:gdLst>
                  <a:gd name="T0" fmla="*/ 0 w 7"/>
                  <a:gd name="T1" fmla="*/ 1 h 42"/>
                  <a:gd name="T2" fmla="*/ 0 w 7"/>
                  <a:gd name="T3" fmla="*/ 0 h 42"/>
                  <a:gd name="T4" fmla="*/ 1 w 7"/>
                  <a:gd name="T5" fmla="*/ 0 h 42"/>
                  <a:gd name="T6" fmla="*/ 1 w 7"/>
                  <a:gd name="T7" fmla="*/ 0 h 42"/>
                  <a:gd name="T8" fmla="*/ 1 w 7"/>
                  <a:gd name="T9" fmla="*/ 1 h 42"/>
                  <a:gd name="T10" fmla="*/ 1 w 7"/>
                  <a:gd name="T11" fmla="*/ 2 h 42"/>
                  <a:gd name="T12" fmla="*/ 1 w 7"/>
                  <a:gd name="T13" fmla="*/ 3 h 42"/>
                  <a:gd name="T14" fmla="*/ 1 w 7"/>
                  <a:gd name="T15" fmla="*/ 4 h 42"/>
                  <a:gd name="T16" fmla="*/ 1 w 7"/>
                  <a:gd name="T17" fmla="*/ 5 h 42"/>
                  <a:gd name="T18" fmla="*/ 1 w 7"/>
                  <a:gd name="T19" fmla="*/ 7 h 42"/>
                  <a:gd name="T20" fmla="*/ 1 w 7"/>
                  <a:gd name="T21" fmla="*/ 9 h 42"/>
                  <a:gd name="T22" fmla="*/ 1 w 7"/>
                  <a:gd name="T23" fmla="*/ 10 h 42"/>
                  <a:gd name="T24" fmla="*/ 2 w 7"/>
                  <a:gd name="T25" fmla="*/ 11 h 42"/>
                  <a:gd name="T26" fmla="*/ 2 w 7"/>
                  <a:gd name="T27" fmla="*/ 13 h 42"/>
                  <a:gd name="T28" fmla="*/ 2 w 7"/>
                  <a:gd name="T29" fmla="*/ 15 h 42"/>
                  <a:gd name="T30" fmla="*/ 2 w 7"/>
                  <a:gd name="T31" fmla="*/ 16 h 42"/>
                  <a:gd name="T32" fmla="*/ 2 w 7"/>
                  <a:gd name="T33" fmla="*/ 18 h 42"/>
                  <a:gd name="T34" fmla="*/ 2 w 7"/>
                  <a:gd name="T35" fmla="*/ 19 h 42"/>
                  <a:gd name="T36" fmla="*/ 3 w 7"/>
                  <a:gd name="T37" fmla="*/ 20 h 42"/>
                  <a:gd name="T38" fmla="*/ 3 w 7"/>
                  <a:gd name="T39" fmla="*/ 23 h 42"/>
                  <a:gd name="T40" fmla="*/ 3 w 7"/>
                  <a:gd name="T41" fmla="*/ 25 h 42"/>
                  <a:gd name="T42" fmla="*/ 3 w 7"/>
                  <a:gd name="T43" fmla="*/ 26 h 42"/>
                  <a:gd name="T44" fmla="*/ 3 w 7"/>
                  <a:gd name="T45" fmla="*/ 28 h 42"/>
                  <a:gd name="T46" fmla="*/ 3 w 7"/>
                  <a:gd name="T47" fmla="*/ 30 h 42"/>
                  <a:gd name="T48" fmla="*/ 3 w 7"/>
                  <a:gd name="T49" fmla="*/ 33 h 42"/>
                  <a:gd name="T50" fmla="*/ 3 w 7"/>
                  <a:gd name="T51" fmla="*/ 35 h 42"/>
                  <a:gd name="T52" fmla="*/ 3 w 7"/>
                  <a:gd name="T53" fmla="*/ 36 h 42"/>
                  <a:gd name="T54" fmla="*/ 4 w 7"/>
                  <a:gd name="T55" fmla="*/ 38 h 42"/>
                  <a:gd name="T56" fmla="*/ 4 w 7"/>
                  <a:gd name="T57" fmla="*/ 40 h 42"/>
                  <a:gd name="T58" fmla="*/ 4 w 7"/>
                  <a:gd name="T59" fmla="*/ 41 h 42"/>
                  <a:gd name="T60" fmla="*/ 4 w 7"/>
                  <a:gd name="T61" fmla="*/ 41 h 42"/>
                  <a:gd name="T62" fmla="*/ 4 w 7"/>
                  <a:gd name="T63" fmla="*/ 42 h 42"/>
                  <a:gd name="T64" fmla="*/ 4 w 7"/>
                  <a:gd name="T65" fmla="*/ 42 h 42"/>
                  <a:gd name="T66" fmla="*/ 4 w 7"/>
                  <a:gd name="T67" fmla="*/ 42 h 42"/>
                  <a:gd name="T68" fmla="*/ 4 w 7"/>
                  <a:gd name="T69" fmla="*/ 42 h 42"/>
                  <a:gd name="T70" fmla="*/ 4 w 7"/>
                  <a:gd name="T71" fmla="*/ 41 h 42"/>
                  <a:gd name="T72" fmla="*/ 5 w 7"/>
                  <a:gd name="T73" fmla="*/ 40 h 42"/>
                  <a:gd name="T74" fmla="*/ 5 w 7"/>
                  <a:gd name="T75" fmla="*/ 40 h 42"/>
                  <a:gd name="T76" fmla="*/ 5 w 7"/>
                  <a:gd name="T77" fmla="*/ 39 h 42"/>
                  <a:gd name="T78" fmla="*/ 5 w 7"/>
                  <a:gd name="T79" fmla="*/ 40 h 42"/>
                  <a:gd name="T80" fmla="*/ 5 w 7"/>
                  <a:gd name="T81" fmla="*/ 40 h 42"/>
                  <a:gd name="T82" fmla="*/ 5 w 7"/>
                  <a:gd name="T83" fmla="*/ 40 h 42"/>
                  <a:gd name="T84" fmla="*/ 6 w 7"/>
                  <a:gd name="T85" fmla="*/ 40 h 42"/>
                  <a:gd name="T86" fmla="*/ 6 w 7"/>
                  <a:gd name="T87" fmla="*/ 41 h 42"/>
                  <a:gd name="T88" fmla="*/ 6 w 7"/>
                  <a:gd name="T89" fmla="*/ 41 h 42"/>
                  <a:gd name="T90" fmla="*/ 6 w 7"/>
                  <a:gd name="T91" fmla="*/ 40 h 42"/>
                  <a:gd name="T92" fmla="*/ 6 w 7"/>
                  <a:gd name="T93" fmla="*/ 41 h 42"/>
                  <a:gd name="T94" fmla="*/ 6 w 7"/>
                  <a:gd name="T95" fmla="*/ 41 h 42"/>
                  <a:gd name="T96" fmla="*/ 6 w 7"/>
                  <a:gd name="T97" fmla="*/ 41 h 42"/>
                  <a:gd name="T98" fmla="*/ 6 w 7"/>
                  <a:gd name="T99" fmla="*/ 41 h 42"/>
                  <a:gd name="T100" fmla="*/ 6 w 7"/>
                  <a:gd name="T101" fmla="*/ 41 h 42"/>
                  <a:gd name="T102" fmla="*/ 7 w 7"/>
                  <a:gd name="T103" fmla="*/ 4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2">
                    <a:moveTo>
                      <a:pt x="0" y="1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9"/>
                    </a:lnTo>
                    <a:lnTo>
                      <a:pt x="1" y="10"/>
                    </a:lnTo>
                    <a:lnTo>
                      <a:pt x="2" y="11"/>
                    </a:lnTo>
                    <a:lnTo>
                      <a:pt x="2" y="13"/>
                    </a:lnTo>
                    <a:lnTo>
                      <a:pt x="2" y="15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2" y="19"/>
                    </a:lnTo>
                    <a:lnTo>
                      <a:pt x="3" y="20"/>
                    </a:lnTo>
                    <a:lnTo>
                      <a:pt x="3" y="23"/>
                    </a:lnTo>
                    <a:lnTo>
                      <a:pt x="3" y="25"/>
                    </a:lnTo>
                    <a:lnTo>
                      <a:pt x="3" y="26"/>
                    </a:lnTo>
                    <a:lnTo>
                      <a:pt x="3" y="28"/>
                    </a:lnTo>
                    <a:lnTo>
                      <a:pt x="3" y="30"/>
                    </a:lnTo>
                    <a:lnTo>
                      <a:pt x="3" y="33"/>
                    </a:lnTo>
                    <a:lnTo>
                      <a:pt x="3" y="35"/>
                    </a:lnTo>
                    <a:lnTo>
                      <a:pt x="3" y="36"/>
                    </a:lnTo>
                    <a:lnTo>
                      <a:pt x="4" y="38"/>
                    </a:lnTo>
                    <a:lnTo>
                      <a:pt x="4" y="40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4" y="42"/>
                    </a:lnTo>
                    <a:lnTo>
                      <a:pt x="4" y="42"/>
                    </a:lnTo>
                    <a:lnTo>
                      <a:pt x="4" y="42"/>
                    </a:lnTo>
                    <a:lnTo>
                      <a:pt x="4" y="42"/>
                    </a:lnTo>
                    <a:lnTo>
                      <a:pt x="4" y="41"/>
                    </a:lnTo>
                    <a:lnTo>
                      <a:pt x="5" y="40"/>
                    </a:lnTo>
                    <a:lnTo>
                      <a:pt x="5" y="40"/>
                    </a:lnTo>
                    <a:lnTo>
                      <a:pt x="5" y="39"/>
                    </a:lnTo>
                    <a:lnTo>
                      <a:pt x="5" y="40"/>
                    </a:lnTo>
                    <a:lnTo>
                      <a:pt x="5" y="40"/>
                    </a:lnTo>
                    <a:lnTo>
                      <a:pt x="5" y="40"/>
                    </a:lnTo>
                    <a:lnTo>
                      <a:pt x="6" y="40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6" y="40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34" name="Freeform 779"/>
              <p:cNvSpPr/>
              <p:nvPr/>
            </p:nvSpPr>
            <p:spPr bwMode="auto">
              <a:xfrm>
                <a:off x="857" y="2930"/>
                <a:ext cx="7" cy="54"/>
              </a:xfrm>
              <a:custGeom>
                <a:avLst/>
                <a:gdLst>
                  <a:gd name="T0" fmla="*/ 0 w 7"/>
                  <a:gd name="T1" fmla="*/ 54 h 54"/>
                  <a:gd name="T2" fmla="*/ 1 w 7"/>
                  <a:gd name="T3" fmla="*/ 54 h 54"/>
                  <a:gd name="T4" fmla="*/ 1 w 7"/>
                  <a:gd name="T5" fmla="*/ 53 h 54"/>
                  <a:gd name="T6" fmla="*/ 1 w 7"/>
                  <a:gd name="T7" fmla="*/ 53 h 54"/>
                  <a:gd name="T8" fmla="*/ 1 w 7"/>
                  <a:gd name="T9" fmla="*/ 53 h 54"/>
                  <a:gd name="T10" fmla="*/ 1 w 7"/>
                  <a:gd name="T11" fmla="*/ 52 h 54"/>
                  <a:gd name="T12" fmla="*/ 1 w 7"/>
                  <a:gd name="T13" fmla="*/ 51 h 54"/>
                  <a:gd name="T14" fmla="*/ 2 w 7"/>
                  <a:gd name="T15" fmla="*/ 52 h 54"/>
                  <a:gd name="T16" fmla="*/ 2 w 7"/>
                  <a:gd name="T17" fmla="*/ 52 h 54"/>
                  <a:gd name="T18" fmla="*/ 2 w 7"/>
                  <a:gd name="T19" fmla="*/ 51 h 54"/>
                  <a:gd name="T20" fmla="*/ 2 w 7"/>
                  <a:gd name="T21" fmla="*/ 51 h 54"/>
                  <a:gd name="T22" fmla="*/ 2 w 7"/>
                  <a:gd name="T23" fmla="*/ 51 h 54"/>
                  <a:gd name="T24" fmla="*/ 2 w 7"/>
                  <a:gd name="T25" fmla="*/ 50 h 54"/>
                  <a:gd name="T26" fmla="*/ 2 w 7"/>
                  <a:gd name="T27" fmla="*/ 49 h 54"/>
                  <a:gd name="T28" fmla="*/ 2 w 7"/>
                  <a:gd name="T29" fmla="*/ 48 h 54"/>
                  <a:gd name="T30" fmla="*/ 2 w 7"/>
                  <a:gd name="T31" fmla="*/ 46 h 54"/>
                  <a:gd name="T32" fmla="*/ 3 w 7"/>
                  <a:gd name="T33" fmla="*/ 43 h 54"/>
                  <a:gd name="T34" fmla="*/ 3 w 7"/>
                  <a:gd name="T35" fmla="*/ 40 h 54"/>
                  <a:gd name="T36" fmla="*/ 3 w 7"/>
                  <a:gd name="T37" fmla="*/ 38 h 54"/>
                  <a:gd name="T38" fmla="*/ 3 w 7"/>
                  <a:gd name="T39" fmla="*/ 36 h 54"/>
                  <a:gd name="T40" fmla="*/ 3 w 7"/>
                  <a:gd name="T41" fmla="*/ 33 h 54"/>
                  <a:gd name="T42" fmla="*/ 3 w 7"/>
                  <a:gd name="T43" fmla="*/ 31 h 54"/>
                  <a:gd name="T44" fmla="*/ 3 w 7"/>
                  <a:gd name="T45" fmla="*/ 29 h 54"/>
                  <a:gd name="T46" fmla="*/ 3 w 7"/>
                  <a:gd name="T47" fmla="*/ 26 h 54"/>
                  <a:gd name="T48" fmla="*/ 3 w 7"/>
                  <a:gd name="T49" fmla="*/ 24 h 54"/>
                  <a:gd name="T50" fmla="*/ 4 w 7"/>
                  <a:gd name="T51" fmla="*/ 23 h 54"/>
                  <a:gd name="T52" fmla="*/ 4 w 7"/>
                  <a:gd name="T53" fmla="*/ 22 h 54"/>
                  <a:gd name="T54" fmla="*/ 4 w 7"/>
                  <a:gd name="T55" fmla="*/ 20 h 54"/>
                  <a:gd name="T56" fmla="*/ 4 w 7"/>
                  <a:gd name="T57" fmla="*/ 18 h 54"/>
                  <a:gd name="T58" fmla="*/ 4 w 7"/>
                  <a:gd name="T59" fmla="*/ 16 h 54"/>
                  <a:gd name="T60" fmla="*/ 4 w 7"/>
                  <a:gd name="T61" fmla="*/ 14 h 54"/>
                  <a:gd name="T62" fmla="*/ 4 w 7"/>
                  <a:gd name="T63" fmla="*/ 12 h 54"/>
                  <a:gd name="T64" fmla="*/ 5 w 7"/>
                  <a:gd name="T65" fmla="*/ 9 h 54"/>
                  <a:gd name="T66" fmla="*/ 5 w 7"/>
                  <a:gd name="T67" fmla="*/ 7 h 54"/>
                  <a:gd name="T68" fmla="*/ 5 w 7"/>
                  <a:gd name="T69" fmla="*/ 6 h 54"/>
                  <a:gd name="T70" fmla="*/ 5 w 7"/>
                  <a:gd name="T71" fmla="*/ 5 h 54"/>
                  <a:gd name="T72" fmla="*/ 5 w 7"/>
                  <a:gd name="T73" fmla="*/ 3 h 54"/>
                  <a:gd name="T74" fmla="*/ 5 w 7"/>
                  <a:gd name="T75" fmla="*/ 2 h 54"/>
                  <a:gd name="T76" fmla="*/ 5 w 7"/>
                  <a:gd name="T77" fmla="*/ 0 h 54"/>
                  <a:gd name="T78" fmla="*/ 5 w 7"/>
                  <a:gd name="T79" fmla="*/ 0 h 54"/>
                  <a:gd name="T80" fmla="*/ 5 w 7"/>
                  <a:gd name="T81" fmla="*/ 0 h 54"/>
                  <a:gd name="T82" fmla="*/ 6 w 7"/>
                  <a:gd name="T83" fmla="*/ 1 h 54"/>
                  <a:gd name="T84" fmla="*/ 6 w 7"/>
                  <a:gd name="T85" fmla="*/ 2 h 54"/>
                  <a:gd name="T86" fmla="*/ 6 w 7"/>
                  <a:gd name="T87" fmla="*/ 2 h 54"/>
                  <a:gd name="T88" fmla="*/ 6 w 7"/>
                  <a:gd name="T89" fmla="*/ 3 h 54"/>
                  <a:gd name="T90" fmla="*/ 6 w 7"/>
                  <a:gd name="T91" fmla="*/ 4 h 54"/>
                  <a:gd name="T92" fmla="*/ 6 w 7"/>
                  <a:gd name="T93" fmla="*/ 5 h 54"/>
                  <a:gd name="T94" fmla="*/ 7 w 7"/>
                  <a:gd name="T95" fmla="*/ 5 h 54"/>
                  <a:gd name="T96" fmla="*/ 7 w 7"/>
                  <a:gd name="T97" fmla="*/ 6 h 54"/>
                  <a:gd name="T98" fmla="*/ 7 w 7"/>
                  <a:gd name="T99" fmla="*/ 7 h 54"/>
                  <a:gd name="T100" fmla="*/ 7 w 7"/>
                  <a:gd name="T101" fmla="*/ 8 h 54"/>
                  <a:gd name="T102" fmla="*/ 7 w 7"/>
                  <a:gd name="T103" fmla="*/ 9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4">
                    <a:moveTo>
                      <a:pt x="0" y="54"/>
                    </a:moveTo>
                    <a:lnTo>
                      <a:pt x="1" y="54"/>
                    </a:lnTo>
                    <a:lnTo>
                      <a:pt x="1" y="53"/>
                    </a:lnTo>
                    <a:lnTo>
                      <a:pt x="1" y="53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2" y="52"/>
                    </a:lnTo>
                    <a:lnTo>
                      <a:pt x="2" y="52"/>
                    </a:lnTo>
                    <a:lnTo>
                      <a:pt x="2" y="51"/>
                    </a:lnTo>
                    <a:lnTo>
                      <a:pt x="2" y="51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3" y="43"/>
                    </a:lnTo>
                    <a:lnTo>
                      <a:pt x="3" y="40"/>
                    </a:lnTo>
                    <a:lnTo>
                      <a:pt x="3" y="38"/>
                    </a:lnTo>
                    <a:lnTo>
                      <a:pt x="3" y="36"/>
                    </a:lnTo>
                    <a:lnTo>
                      <a:pt x="3" y="33"/>
                    </a:lnTo>
                    <a:lnTo>
                      <a:pt x="3" y="31"/>
                    </a:lnTo>
                    <a:lnTo>
                      <a:pt x="3" y="29"/>
                    </a:lnTo>
                    <a:lnTo>
                      <a:pt x="3" y="26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0"/>
                    </a:lnTo>
                    <a:lnTo>
                      <a:pt x="4" y="18"/>
                    </a:lnTo>
                    <a:lnTo>
                      <a:pt x="4" y="16"/>
                    </a:lnTo>
                    <a:lnTo>
                      <a:pt x="4" y="14"/>
                    </a:lnTo>
                    <a:lnTo>
                      <a:pt x="4" y="12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5" y="6"/>
                    </a:lnTo>
                    <a:lnTo>
                      <a:pt x="5" y="5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6" y="3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7" y="5"/>
                    </a:lnTo>
                    <a:lnTo>
                      <a:pt x="7" y="6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7" y="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35" name="Freeform 780"/>
              <p:cNvSpPr/>
              <p:nvPr/>
            </p:nvSpPr>
            <p:spPr bwMode="auto">
              <a:xfrm>
                <a:off x="864" y="2938"/>
                <a:ext cx="6" cy="60"/>
              </a:xfrm>
              <a:custGeom>
                <a:avLst/>
                <a:gdLst>
                  <a:gd name="T0" fmla="*/ 0 w 6"/>
                  <a:gd name="T1" fmla="*/ 0 h 60"/>
                  <a:gd name="T2" fmla="*/ 0 w 6"/>
                  <a:gd name="T3" fmla="*/ 1 h 60"/>
                  <a:gd name="T4" fmla="*/ 0 w 6"/>
                  <a:gd name="T5" fmla="*/ 1 h 60"/>
                  <a:gd name="T6" fmla="*/ 0 w 6"/>
                  <a:gd name="T7" fmla="*/ 2 h 60"/>
                  <a:gd name="T8" fmla="*/ 0 w 6"/>
                  <a:gd name="T9" fmla="*/ 4 h 60"/>
                  <a:gd name="T10" fmla="*/ 0 w 6"/>
                  <a:gd name="T11" fmla="*/ 5 h 60"/>
                  <a:gd name="T12" fmla="*/ 1 w 6"/>
                  <a:gd name="T13" fmla="*/ 6 h 60"/>
                  <a:gd name="T14" fmla="*/ 1 w 6"/>
                  <a:gd name="T15" fmla="*/ 8 h 60"/>
                  <a:gd name="T16" fmla="*/ 1 w 6"/>
                  <a:gd name="T17" fmla="*/ 8 h 60"/>
                  <a:gd name="T18" fmla="*/ 1 w 6"/>
                  <a:gd name="T19" fmla="*/ 9 h 60"/>
                  <a:gd name="T20" fmla="*/ 1 w 6"/>
                  <a:gd name="T21" fmla="*/ 10 h 60"/>
                  <a:gd name="T22" fmla="*/ 1 w 6"/>
                  <a:gd name="T23" fmla="*/ 11 h 60"/>
                  <a:gd name="T24" fmla="*/ 1 w 6"/>
                  <a:gd name="T25" fmla="*/ 11 h 60"/>
                  <a:gd name="T26" fmla="*/ 1 w 6"/>
                  <a:gd name="T27" fmla="*/ 11 h 60"/>
                  <a:gd name="T28" fmla="*/ 1 w 6"/>
                  <a:gd name="T29" fmla="*/ 11 h 60"/>
                  <a:gd name="T30" fmla="*/ 2 w 6"/>
                  <a:gd name="T31" fmla="*/ 11 h 60"/>
                  <a:gd name="T32" fmla="*/ 2 w 6"/>
                  <a:gd name="T33" fmla="*/ 11 h 60"/>
                  <a:gd name="T34" fmla="*/ 2 w 6"/>
                  <a:gd name="T35" fmla="*/ 10 h 60"/>
                  <a:gd name="T36" fmla="*/ 2 w 6"/>
                  <a:gd name="T37" fmla="*/ 9 h 60"/>
                  <a:gd name="T38" fmla="*/ 2 w 6"/>
                  <a:gd name="T39" fmla="*/ 9 h 60"/>
                  <a:gd name="T40" fmla="*/ 2 w 6"/>
                  <a:gd name="T41" fmla="*/ 9 h 60"/>
                  <a:gd name="T42" fmla="*/ 3 w 6"/>
                  <a:gd name="T43" fmla="*/ 9 h 60"/>
                  <a:gd name="T44" fmla="*/ 3 w 6"/>
                  <a:gd name="T45" fmla="*/ 10 h 60"/>
                  <a:gd name="T46" fmla="*/ 3 w 6"/>
                  <a:gd name="T47" fmla="*/ 10 h 60"/>
                  <a:gd name="T48" fmla="*/ 3 w 6"/>
                  <a:gd name="T49" fmla="*/ 12 h 60"/>
                  <a:gd name="T50" fmla="*/ 3 w 6"/>
                  <a:gd name="T51" fmla="*/ 14 h 60"/>
                  <a:gd name="T52" fmla="*/ 3 w 6"/>
                  <a:gd name="T53" fmla="*/ 16 h 60"/>
                  <a:gd name="T54" fmla="*/ 3 w 6"/>
                  <a:gd name="T55" fmla="*/ 19 h 60"/>
                  <a:gd name="T56" fmla="*/ 3 w 6"/>
                  <a:gd name="T57" fmla="*/ 22 h 60"/>
                  <a:gd name="T58" fmla="*/ 3 w 6"/>
                  <a:gd name="T59" fmla="*/ 25 h 60"/>
                  <a:gd name="T60" fmla="*/ 4 w 6"/>
                  <a:gd name="T61" fmla="*/ 26 h 60"/>
                  <a:gd name="T62" fmla="*/ 4 w 6"/>
                  <a:gd name="T63" fmla="*/ 28 h 60"/>
                  <a:gd name="T64" fmla="*/ 4 w 6"/>
                  <a:gd name="T65" fmla="*/ 30 h 60"/>
                  <a:gd name="T66" fmla="*/ 4 w 6"/>
                  <a:gd name="T67" fmla="*/ 31 h 60"/>
                  <a:gd name="T68" fmla="*/ 4 w 6"/>
                  <a:gd name="T69" fmla="*/ 33 h 60"/>
                  <a:gd name="T70" fmla="*/ 4 w 6"/>
                  <a:gd name="T71" fmla="*/ 35 h 60"/>
                  <a:gd name="T72" fmla="*/ 5 w 6"/>
                  <a:gd name="T73" fmla="*/ 36 h 60"/>
                  <a:gd name="T74" fmla="*/ 5 w 6"/>
                  <a:gd name="T75" fmla="*/ 38 h 60"/>
                  <a:gd name="T76" fmla="*/ 5 w 6"/>
                  <a:gd name="T77" fmla="*/ 40 h 60"/>
                  <a:gd name="T78" fmla="*/ 5 w 6"/>
                  <a:gd name="T79" fmla="*/ 42 h 60"/>
                  <a:gd name="T80" fmla="*/ 5 w 6"/>
                  <a:gd name="T81" fmla="*/ 45 h 60"/>
                  <a:gd name="T82" fmla="*/ 5 w 6"/>
                  <a:gd name="T83" fmla="*/ 47 h 60"/>
                  <a:gd name="T84" fmla="*/ 5 w 6"/>
                  <a:gd name="T85" fmla="*/ 49 h 60"/>
                  <a:gd name="T86" fmla="*/ 5 w 6"/>
                  <a:gd name="T87" fmla="*/ 51 h 60"/>
                  <a:gd name="T88" fmla="*/ 5 w 6"/>
                  <a:gd name="T89" fmla="*/ 53 h 60"/>
                  <a:gd name="T90" fmla="*/ 5 w 6"/>
                  <a:gd name="T91" fmla="*/ 56 h 60"/>
                  <a:gd name="T92" fmla="*/ 6 w 6"/>
                  <a:gd name="T93" fmla="*/ 57 h 60"/>
                  <a:gd name="T94" fmla="*/ 6 w 6"/>
                  <a:gd name="T95" fmla="*/ 58 h 60"/>
                  <a:gd name="T96" fmla="*/ 6 w 6"/>
                  <a:gd name="T97" fmla="*/ 59 h 60"/>
                  <a:gd name="T98" fmla="*/ 6 w 6"/>
                  <a:gd name="T99" fmla="*/ 59 h 60"/>
                  <a:gd name="T100" fmla="*/ 6 w 6"/>
                  <a:gd name="T101" fmla="*/ 60 h 60"/>
                  <a:gd name="T102" fmla="*/ 6 w 6"/>
                  <a:gd name="T103" fmla="*/ 59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0">
                    <a:moveTo>
                      <a:pt x="0" y="0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1" y="9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2" y="11"/>
                    </a:lnTo>
                    <a:lnTo>
                      <a:pt x="2" y="11"/>
                    </a:lnTo>
                    <a:lnTo>
                      <a:pt x="2" y="10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3" y="9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3" y="12"/>
                    </a:lnTo>
                    <a:lnTo>
                      <a:pt x="3" y="14"/>
                    </a:lnTo>
                    <a:lnTo>
                      <a:pt x="3" y="16"/>
                    </a:lnTo>
                    <a:lnTo>
                      <a:pt x="3" y="19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4" y="26"/>
                    </a:lnTo>
                    <a:lnTo>
                      <a:pt x="4" y="28"/>
                    </a:lnTo>
                    <a:lnTo>
                      <a:pt x="4" y="30"/>
                    </a:lnTo>
                    <a:lnTo>
                      <a:pt x="4" y="31"/>
                    </a:lnTo>
                    <a:lnTo>
                      <a:pt x="4" y="33"/>
                    </a:lnTo>
                    <a:lnTo>
                      <a:pt x="4" y="35"/>
                    </a:lnTo>
                    <a:lnTo>
                      <a:pt x="5" y="36"/>
                    </a:lnTo>
                    <a:lnTo>
                      <a:pt x="5" y="38"/>
                    </a:lnTo>
                    <a:lnTo>
                      <a:pt x="5" y="40"/>
                    </a:lnTo>
                    <a:lnTo>
                      <a:pt x="5" y="42"/>
                    </a:lnTo>
                    <a:lnTo>
                      <a:pt x="5" y="45"/>
                    </a:lnTo>
                    <a:lnTo>
                      <a:pt x="5" y="47"/>
                    </a:lnTo>
                    <a:lnTo>
                      <a:pt x="5" y="49"/>
                    </a:lnTo>
                    <a:lnTo>
                      <a:pt x="5" y="51"/>
                    </a:lnTo>
                    <a:lnTo>
                      <a:pt x="5" y="53"/>
                    </a:lnTo>
                    <a:lnTo>
                      <a:pt x="5" y="56"/>
                    </a:lnTo>
                    <a:lnTo>
                      <a:pt x="6" y="57"/>
                    </a:lnTo>
                    <a:lnTo>
                      <a:pt x="6" y="58"/>
                    </a:lnTo>
                    <a:lnTo>
                      <a:pt x="6" y="59"/>
                    </a:lnTo>
                    <a:lnTo>
                      <a:pt x="6" y="59"/>
                    </a:lnTo>
                    <a:lnTo>
                      <a:pt x="6" y="60"/>
                    </a:lnTo>
                    <a:lnTo>
                      <a:pt x="6" y="5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36" name="Freeform 781"/>
              <p:cNvSpPr/>
              <p:nvPr/>
            </p:nvSpPr>
            <p:spPr bwMode="auto">
              <a:xfrm>
                <a:off x="870" y="2941"/>
                <a:ext cx="7" cy="57"/>
              </a:xfrm>
              <a:custGeom>
                <a:avLst/>
                <a:gdLst>
                  <a:gd name="T0" fmla="*/ 0 w 7"/>
                  <a:gd name="T1" fmla="*/ 57 h 57"/>
                  <a:gd name="T2" fmla="*/ 0 w 7"/>
                  <a:gd name="T3" fmla="*/ 56 h 57"/>
                  <a:gd name="T4" fmla="*/ 0 w 7"/>
                  <a:gd name="T5" fmla="*/ 55 h 57"/>
                  <a:gd name="T6" fmla="*/ 0 w 7"/>
                  <a:gd name="T7" fmla="*/ 55 h 57"/>
                  <a:gd name="T8" fmla="*/ 0 w 7"/>
                  <a:gd name="T9" fmla="*/ 54 h 57"/>
                  <a:gd name="T10" fmla="*/ 1 w 7"/>
                  <a:gd name="T11" fmla="*/ 54 h 57"/>
                  <a:gd name="T12" fmla="*/ 1 w 7"/>
                  <a:gd name="T13" fmla="*/ 53 h 57"/>
                  <a:gd name="T14" fmla="*/ 1 w 7"/>
                  <a:gd name="T15" fmla="*/ 52 h 57"/>
                  <a:gd name="T16" fmla="*/ 1 w 7"/>
                  <a:gd name="T17" fmla="*/ 52 h 57"/>
                  <a:gd name="T18" fmla="*/ 1 w 7"/>
                  <a:gd name="T19" fmla="*/ 51 h 57"/>
                  <a:gd name="T20" fmla="*/ 1 w 7"/>
                  <a:gd name="T21" fmla="*/ 51 h 57"/>
                  <a:gd name="T22" fmla="*/ 2 w 7"/>
                  <a:gd name="T23" fmla="*/ 52 h 57"/>
                  <a:gd name="T24" fmla="*/ 2 w 7"/>
                  <a:gd name="T25" fmla="*/ 52 h 57"/>
                  <a:gd name="T26" fmla="*/ 2 w 7"/>
                  <a:gd name="T27" fmla="*/ 51 h 57"/>
                  <a:gd name="T28" fmla="*/ 2 w 7"/>
                  <a:gd name="T29" fmla="*/ 52 h 57"/>
                  <a:gd name="T30" fmla="*/ 2 w 7"/>
                  <a:gd name="T31" fmla="*/ 52 h 57"/>
                  <a:gd name="T32" fmla="*/ 2 w 7"/>
                  <a:gd name="T33" fmla="*/ 51 h 57"/>
                  <a:gd name="T34" fmla="*/ 2 w 7"/>
                  <a:gd name="T35" fmla="*/ 50 h 57"/>
                  <a:gd name="T36" fmla="*/ 2 w 7"/>
                  <a:gd name="T37" fmla="*/ 51 h 57"/>
                  <a:gd name="T38" fmla="*/ 2 w 7"/>
                  <a:gd name="T39" fmla="*/ 51 h 57"/>
                  <a:gd name="T40" fmla="*/ 3 w 7"/>
                  <a:gd name="T41" fmla="*/ 50 h 57"/>
                  <a:gd name="T42" fmla="*/ 3 w 7"/>
                  <a:gd name="T43" fmla="*/ 50 h 57"/>
                  <a:gd name="T44" fmla="*/ 3 w 7"/>
                  <a:gd name="T45" fmla="*/ 50 h 57"/>
                  <a:gd name="T46" fmla="*/ 3 w 7"/>
                  <a:gd name="T47" fmla="*/ 49 h 57"/>
                  <a:gd name="T48" fmla="*/ 3 w 7"/>
                  <a:gd name="T49" fmla="*/ 49 h 57"/>
                  <a:gd name="T50" fmla="*/ 3 w 7"/>
                  <a:gd name="T51" fmla="*/ 49 h 57"/>
                  <a:gd name="T52" fmla="*/ 4 w 7"/>
                  <a:gd name="T53" fmla="*/ 50 h 57"/>
                  <a:gd name="T54" fmla="*/ 4 w 7"/>
                  <a:gd name="T55" fmla="*/ 50 h 57"/>
                  <a:gd name="T56" fmla="*/ 4 w 7"/>
                  <a:gd name="T57" fmla="*/ 48 h 57"/>
                  <a:gd name="T58" fmla="*/ 4 w 7"/>
                  <a:gd name="T59" fmla="*/ 47 h 57"/>
                  <a:gd name="T60" fmla="*/ 4 w 7"/>
                  <a:gd name="T61" fmla="*/ 45 h 57"/>
                  <a:gd name="T62" fmla="*/ 4 w 7"/>
                  <a:gd name="T63" fmla="*/ 43 h 57"/>
                  <a:gd name="T64" fmla="*/ 4 w 7"/>
                  <a:gd name="T65" fmla="*/ 41 h 57"/>
                  <a:gd name="T66" fmla="*/ 4 w 7"/>
                  <a:gd name="T67" fmla="*/ 38 h 57"/>
                  <a:gd name="T68" fmla="*/ 4 w 7"/>
                  <a:gd name="T69" fmla="*/ 34 h 57"/>
                  <a:gd name="T70" fmla="*/ 5 w 7"/>
                  <a:gd name="T71" fmla="*/ 30 h 57"/>
                  <a:gd name="T72" fmla="*/ 5 w 7"/>
                  <a:gd name="T73" fmla="*/ 27 h 57"/>
                  <a:gd name="T74" fmla="*/ 5 w 7"/>
                  <a:gd name="T75" fmla="*/ 24 h 57"/>
                  <a:gd name="T76" fmla="*/ 5 w 7"/>
                  <a:gd name="T77" fmla="*/ 22 h 57"/>
                  <a:gd name="T78" fmla="*/ 5 w 7"/>
                  <a:gd name="T79" fmla="*/ 18 h 57"/>
                  <a:gd name="T80" fmla="*/ 5 w 7"/>
                  <a:gd name="T81" fmla="*/ 17 h 57"/>
                  <a:gd name="T82" fmla="*/ 5 w 7"/>
                  <a:gd name="T83" fmla="*/ 15 h 57"/>
                  <a:gd name="T84" fmla="*/ 5 w 7"/>
                  <a:gd name="T85" fmla="*/ 14 h 57"/>
                  <a:gd name="T86" fmla="*/ 5 w 7"/>
                  <a:gd name="T87" fmla="*/ 12 h 57"/>
                  <a:gd name="T88" fmla="*/ 6 w 7"/>
                  <a:gd name="T89" fmla="*/ 11 h 57"/>
                  <a:gd name="T90" fmla="*/ 6 w 7"/>
                  <a:gd name="T91" fmla="*/ 10 h 57"/>
                  <a:gd name="T92" fmla="*/ 6 w 7"/>
                  <a:gd name="T93" fmla="*/ 8 h 57"/>
                  <a:gd name="T94" fmla="*/ 6 w 7"/>
                  <a:gd name="T95" fmla="*/ 6 h 57"/>
                  <a:gd name="T96" fmla="*/ 6 w 7"/>
                  <a:gd name="T97" fmla="*/ 5 h 57"/>
                  <a:gd name="T98" fmla="*/ 6 w 7"/>
                  <a:gd name="T99" fmla="*/ 3 h 57"/>
                  <a:gd name="T100" fmla="*/ 7 w 7"/>
                  <a:gd name="T101" fmla="*/ 2 h 57"/>
                  <a:gd name="T102" fmla="*/ 7 w 7"/>
                  <a:gd name="T103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7">
                    <a:moveTo>
                      <a:pt x="0" y="57"/>
                    </a:moveTo>
                    <a:lnTo>
                      <a:pt x="0" y="56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0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1" y="51"/>
                    </a:lnTo>
                    <a:lnTo>
                      <a:pt x="2" y="52"/>
                    </a:lnTo>
                    <a:lnTo>
                      <a:pt x="2" y="52"/>
                    </a:lnTo>
                    <a:lnTo>
                      <a:pt x="2" y="51"/>
                    </a:lnTo>
                    <a:lnTo>
                      <a:pt x="2" y="52"/>
                    </a:lnTo>
                    <a:lnTo>
                      <a:pt x="2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1"/>
                    </a:lnTo>
                    <a:lnTo>
                      <a:pt x="2" y="51"/>
                    </a:lnTo>
                    <a:lnTo>
                      <a:pt x="3" y="50"/>
                    </a:lnTo>
                    <a:lnTo>
                      <a:pt x="3" y="50"/>
                    </a:lnTo>
                    <a:lnTo>
                      <a:pt x="3" y="50"/>
                    </a:lnTo>
                    <a:lnTo>
                      <a:pt x="3" y="49"/>
                    </a:lnTo>
                    <a:lnTo>
                      <a:pt x="3" y="49"/>
                    </a:lnTo>
                    <a:lnTo>
                      <a:pt x="3" y="49"/>
                    </a:lnTo>
                    <a:lnTo>
                      <a:pt x="4" y="50"/>
                    </a:lnTo>
                    <a:lnTo>
                      <a:pt x="4" y="50"/>
                    </a:lnTo>
                    <a:lnTo>
                      <a:pt x="4" y="48"/>
                    </a:lnTo>
                    <a:lnTo>
                      <a:pt x="4" y="47"/>
                    </a:lnTo>
                    <a:lnTo>
                      <a:pt x="4" y="45"/>
                    </a:lnTo>
                    <a:lnTo>
                      <a:pt x="4" y="43"/>
                    </a:lnTo>
                    <a:lnTo>
                      <a:pt x="4" y="41"/>
                    </a:lnTo>
                    <a:lnTo>
                      <a:pt x="4" y="38"/>
                    </a:lnTo>
                    <a:lnTo>
                      <a:pt x="4" y="34"/>
                    </a:lnTo>
                    <a:lnTo>
                      <a:pt x="5" y="30"/>
                    </a:lnTo>
                    <a:lnTo>
                      <a:pt x="5" y="27"/>
                    </a:lnTo>
                    <a:lnTo>
                      <a:pt x="5" y="24"/>
                    </a:lnTo>
                    <a:lnTo>
                      <a:pt x="5" y="22"/>
                    </a:lnTo>
                    <a:lnTo>
                      <a:pt x="5" y="18"/>
                    </a:lnTo>
                    <a:lnTo>
                      <a:pt x="5" y="17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5" y="12"/>
                    </a:lnTo>
                    <a:lnTo>
                      <a:pt x="6" y="11"/>
                    </a:lnTo>
                    <a:lnTo>
                      <a:pt x="6" y="10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6" y="5"/>
                    </a:lnTo>
                    <a:lnTo>
                      <a:pt x="6" y="3"/>
                    </a:lnTo>
                    <a:lnTo>
                      <a:pt x="7" y="2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37" name="Freeform 782"/>
              <p:cNvSpPr/>
              <p:nvPr/>
            </p:nvSpPr>
            <p:spPr bwMode="auto">
              <a:xfrm>
                <a:off x="877" y="2937"/>
                <a:ext cx="6" cy="37"/>
              </a:xfrm>
              <a:custGeom>
                <a:avLst/>
                <a:gdLst>
                  <a:gd name="T0" fmla="*/ 0 w 6"/>
                  <a:gd name="T1" fmla="*/ 6 h 37"/>
                  <a:gd name="T2" fmla="*/ 0 w 6"/>
                  <a:gd name="T3" fmla="*/ 4 h 37"/>
                  <a:gd name="T4" fmla="*/ 0 w 6"/>
                  <a:gd name="T5" fmla="*/ 4 h 37"/>
                  <a:gd name="T6" fmla="*/ 0 w 6"/>
                  <a:gd name="T7" fmla="*/ 3 h 37"/>
                  <a:gd name="T8" fmla="*/ 0 w 6"/>
                  <a:gd name="T9" fmla="*/ 1 h 37"/>
                  <a:gd name="T10" fmla="*/ 0 w 6"/>
                  <a:gd name="T11" fmla="*/ 0 h 37"/>
                  <a:gd name="T12" fmla="*/ 0 w 6"/>
                  <a:gd name="T13" fmla="*/ 1 h 37"/>
                  <a:gd name="T14" fmla="*/ 0 w 6"/>
                  <a:gd name="T15" fmla="*/ 1 h 37"/>
                  <a:gd name="T16" fmla="*/ 0 w 6"/>
                  <a:gd name="T17" fmla="*/ 1 h 37"/>
                  <a:gd name="T18" fmla="*/ 0 w 6"/>
                  <a:gd name="T19" fmla="*/ 2 h 37"/>
                  <a:gd name="T20" fmla="*/ 1 w 6"/>
                  <a:gd name="T21" fmla="*/ 4 h 37"/>
                  <a:gd name="T22" fmla="*/ 1 w 6"/>
                  <a:gd name="T23" fmla="*/ 5 h 37"/>
                  <a:gd name="T24" fmla="*/ 1 w 6"/>
                  <a:gd name="T25" fmla="*/ 7 h 37"/>
                  <a:gd name="T26" fmla="*/ 1 w 6"/>
                  <a:gd name="T27" fmla="*/ 8 h 37"/>
                  <a:gd name="T28" fmla="*/ 1 w 6"/>
                  <a:gd name="T29" fmla="*/ 10 h 37"/>
                  <a:gd name="T30" fmla="*/ 1 w 6"/>
                  <a:gd name="T31" fmla="*/ 11 h 37"/>
                  <a:gd name="T32" fmla="*/ 2 w 6"/>
                  <a:gd name="T33" fmla="*/ 12 h 37"/>
                  <a:gd name="T34" fmla="*/ 2 w 6"/>
                  <a:gd name="T35" fmla="*/ 12 h 37"/>
                  <a:gd name="T36" fmla="*/ 2 w 6"/>
                  <a:gd name="T37" fmla="*/ 13 h 37"/>
                  <a:gd name="T38" fmla="*/ 2 w 6"/>
                  <a:gd name="T39" fmla="*/ 14 h 37"/>
                  <a:gd name="T40" fmla="*/ 2 w 6"/>
                  <a:gd name="T41" fmla="*/ 14 h 37"/>
                  <a:gd name="T42" fmla="*/ 2 w 6"/>
                  <a:gd name="T43" fmla="*/ 15 h 37"/>
                  <a:gd name="T44" fmla="*/ 2 w 6"/>
                  <a:gd name="T45" fmla="*/ 15 h 37"/>
                  <a:gd name="T46" fmla="*/ 2 w 6"/>
                  <a:gd name="T47" fmla="*/ 15 h 37"/>
                  <a:gd name="T48" fmla="*/ 2 w 6"/>
                  <a:gd name="T49" fmla="*/ 17 h 37"/>
                  <a:gd name="T50" fmla="*/ 3 w 6"/>
                  <a:gd name="T51" fmla="*/ 19 h 37"/>
                  <a:gd name="T52" fmla="*/ 3 w 6"/>
                  <a:gd name="T53" fmla="*/ 20 h 37"/>
                  <a:gd name="T54" fmla="*/ 3 w 6"/>
                  <a:gd name="T55" fmla="*/ 20 h 37"/>
                  <a:gd name="T56" fmla="*/ 3 w 6"/>
                  <a:gd name="T57" fmla="*/ 21 h 37"/>
                  <a:gd name="T58" fmla="*/ 3 w 6"/>
                  <a:gd name="T59" fmla="*/ 22 h 37"/>
                  <a:gd name="T60" fmla="*/ 3 w 6"/>
                  <a:gd name="T61" fmla="*/ 24 h 37"/>
                  <a:gd name="T62" fmla="*/ 3 w 6"/>
                  <a:gd name="T63" fmla="*/ 23 h 37"/>
                  <a:gd name="T64" fmla="*/ 3 w 6"/>
                  <a:gd name="T65" fmla="*/ 22 h 37"/>
                  <a:gd name="T66" fmla="*/ 3 w 6"/>
                  <a:gd name="T67" fmla="*/ 23 h 37"/>
                  <a:gd name="T68" fmla="*/ 4 w 6"/>
                  <a:gd name="T69" fmla="*/ 23 h 37"/>
                  <a:gd name="T70" fmla="*/ 4 w 6"/>
                  <a:gd name="T71" fmla="*/ 23 h 37"/>
                  <a:gd name="T72" fmla="*/ 4 w 6"/>
                  <a:gd name="T73" fmla="*/ 22 h 37"/>
                  <a:gd name="T74" fmla="*/ 4 w 6"/>
                  <a:gd name="T75" fmla="*/ 22 h 37"/>
                  <a:gd name="T76" fmla="*/ 4 w 6"/>
                  <a:gd name="T77" fmla="*/ 22 h 37"/>
                  <a:gd name="T78" fmla="*/ 4 w 6"/>
                  <a:gd name="T79" fmla="*/ 22 h 37"/>
                  <a:gd name="T80" fmla="*/ 5 w 6"/>
                  <a:gd name="T81" fmla="*/ 24 h 37"/>
                  <a:gd name="T82" fmla="*/ 5 w 6"/>
                  <a:gd name="T83" fmla="*/ 25 h 37"/>
                  <a:gd name="T84" fmla="*/ 5 w 6"/>
                  <a:gd name="T85" fmla="*/ 25 h 37"/>
                  <a:gd name="T86" fmla="*/ 5 w 6"/>
                  <a:gd name="T87" fmla="*/ 26 h 37"/>
                  <a:gd name="T88" fmla="*/ 5 w 6"/>
                  <a:gd name="T89" fmla="*/ 27 h 37"/>
                  <a:gd name="T90" fmla="*/ 5 w 6"/>
                  <a:gd name="T91" fmla="*/ 29 h 37"/>
                  <a:gd name="T92" fmla="*/ 5 w 6"/>
                  <a:gd name="T93" fmla="*/ 30 h 37"/>
                  <a:gd name="T94" fmla="*/ 5 w 6"/>
                  <a:gd name="T95" fmla="*/ 31 h 37"/>
                  <a:gd name="T96" fmla="*/ 5 w 6"/>
                  <a:gd name="T97" fmla="*/ 33 h 37"/>
                  <a:gd name="T98" fmla="*/ 6 w 6"/>
                  <a:gd name="T99" fmla="*/ 35 h 37"/>
                  <a:gd name="T100" fmla="*/ 6 w 6"/>
                  <a:gd name="T101" fmla="*/ 36 h 37"/>
                  <a:gd name="T102" fmla="*/ 6 w 6"/>
                  <a:gd name="T10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7">
                    <a:moveTo>
                      <a:pt x="0" y="6"/>
                    </a:moveTo>
                    <a:lnTo>
                      <a:pt x="0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8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2" y="12"/>
                    </a:lnTo>
                    <a:lnTo>
                      <a:pt x="2" y="12"/>
                    </a:lnTo>
                    <a:lnTo>
                      <a:pt x="2" y="13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2" y="15"/>
                    </a:lnTo>
                    <a:lnTo>
                      <a:pt x="2" y="15"/>
                    </a:lnTo>
                    <a:lnTo>
                      <a:pt x="2" y="15"/>
                    </a:lnTo>
                    <a:lnTo>
                      <a:pt x="2" y="17"/>
                    </a:lnTo>
                    <a:lnTo>
                      <a:pt x="3" y="19"/>
                    </a:lnTo>
                    <a:lnTo>
                      <a:pt x="3" y="20"/>
                    </a:lnTo>
                    <a:lnTo>
                      <a:pt x="3" y="20"/>
                    </a:lnTo>
                    <a:lnTo>
                      <a:pt x="3" y="21"/>
                    </a:lnTo>
                    <a:lnTo>
                      <a:pt x="3" y="22"/>
                    </a:lnTo>
                    <a:lnTo>
                      <a:pt x="3" y="24"/>
                    </a:lnTo>
                    <a:lnTo>
                      <a:pt x="3" y="23"/>
                    </a:lnTo>
                    <a:lnTo>
                      <a:pt x="3" y="22"/>
                    </a:lnTo>
                    <a:lnTo>
                      <a:pt x="3" y="23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5" y="26"/>
                    </a:lnTo>
                    <a:lnTo>
                      <a:pt x="5" y="27"/>
                    </a:lnTo>
                    <a:lnTo>
                      <a:pt x="5" y="29"/>
                    </a:lnTo>
                    <a:lnTo>
                      <a:pt x="5" y="30"/>
                    </a:lnTo>
                    <a:lnTo>
                      <a:pt x="5" y="31"/>
                    </a:lnTo>
                    <a:lnTo>
                      <a:pt x="5" y="33"/>
                    </a:lnTo>
                    <a:lnTo>
                      <a:pt x="6" y="35"/>
                    </a:lnTo>
                    <a:lnTo>
                      <a:pt x="6" y="36"/>
                    </a:lnTo>
                    <a:lnTo>
                      <a:pt x="6" y="3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38" name="Freeform 783"/>
              <p:cNvSpPr/>
              <p:nvPr/>
            </p:nvSpPr>
            <p:spPr bwMode="auto">
              <a:xfrm>
                <a:off x="883" y="2973"/>
                <a:ext cx="6" cy="28"/>
              </a:xfrm>
              <a:custGeom>
                <a:avLst/>
                <a:gdLst>
                  <a:gd name="T0" fmla="*/ 0 w 6"/>
                  <a:gd name="T1" fmla="*/ 0 h 28"/>
                  <a:gd name="T2" fmla="*/ 0 w 6"/>
                  <a:gd name="T3" fmla="*/ 1 h 28"/>
                  <a:gd name="T4" fmla="*/ 0 w 6"/>
                  <a:gd name="T5" fmla="*/ 3 h 28"/>
                  <a:gd name="T6" fmla="*/ 0 w 6"/>
                  <a:gd name="T7" fmla="*/ 4 h 28"/>
                  <a:gd name="T8" fmla="*/ 0 w 6"/>
                  <a:gd name="T9" fmla="*/ 5 h 28"/>
                  <a:gd name="T10" fmla="*/ 1 w 6"/>
                  <a:gd name="T11" fmla="*/ 6 h 28"/>
                  <a:gd name="T12" fmla="*/ 1 w 6"/>
                  <a:gd name="T13" fmla="*/ 10 h 28"/>
                  <a:gd name="T14" fmla="*/ 1 w 6"/>
                  <a:gd name="T15" fmla="*/ 11 h 28"/>
                  <a:gd name="T16" fmla="*/ 1 w 6"/>
                  <a:gd name="T17" fmla="*/ 12 h 28"/>
                  <a:gd name="T18" fmla="*/ 1 w 6"/>
                  <a:gd name="T19" fmla="*/ 14 h 28"/>
                  <a:gd name="T20" fmla="*/ 1 w 6"/>
                  <a:gd name="T21" fmla="*/ 16 h 28"/>
                  <a:gd name="T22" fmla="*/ 1 w 6"/>
                  <a:gd name="T23" fmla="*/ 18 h 28"/>
                  <a:gd name="T24" fmla="*/ 1 w 6"/>
                  <a:gd name="T25" fmla="*/ 21 h 28"/>
                  <a:gd name="T26" fmla="*/ 1 w 6"/>
                  <a:gd name="T27" fmla="*/ 22 h 28"/>
                  <a:gd name="T28" fmla="*/ 2 w 6"/>
                  <a:gd name="T29" fmla="*/ 24 h 28"/>
                  <a:gd name="T30" fmla="*/ 2 w 6"/>
                  <a:gd name="T31" fmla="*/ 25 h 28"/>
                  <a:gd name="T32" fmla="*/ 2 w 6"/>
                  <a:gd name="T33" fmla="*/ 26 h 28"/>
                  <a:gd name="T34" fmla="*/ 2 w 6"/>
                  <a:gd name="T35" fmla="*/ 27 h 28"/>
                  <a:gd name="T36" fmla="*/ 2 w 6"/>
                  <a:gd name="T37" fmla="*/ 27 h 28"/>
                  <a:gd name="T38" fmla="*/ 2 w 6"/>
                  <a:gd name="T39" fmla="*/ 27 h 28"/>
                  <a:gd name="T40" fmla="*/ 2 w 6"/>
                  <a:gd name="T41" fmla="*/ 27 h 28"/>
                  <a:gd name="T42" fmla="*/ 2 w 6"/>
                  <a:gd name="T43" fmla="*/ 27 h 28"/>
                  <a:gd name="T44" fmla="*/ 2 w 6"/>
                  <a:gd name="T45" fmla="*/ 27 h 28"/>
                  <a:gd name="T46" fmla="*/ 3 w 6"/>
                  <a:gd name="T47" fmla="*/ 26 h 28"/>
                  <a:gd name="T48" fmla="*/ 3 w 6"/>
                  <a:gd name="T49" fmla="*/ 26 h 28"/>
                  <a:gd name="T50" fmla="*/ 3 w 6"/>
                  <a:gd name="T51" fmla="*/ 27 h 28"/>
                  <a:gd name="T52" fmla="*/ 3 w 6"/>
                  <a:gd name="T53" fmla="*/ 27 h 28"/>
                  <a:gd name="T54" fmla="*/ 3 w 6"/>
                  <a:gd name="T55" fmla="*/ 26 h 28"/>
                  <a:gd name="T56" fmla="*/ 3 w 6"/>
                  <a:gd name="T57" fmla="*/ 27 h 28"/>
                  <a:gd name="T58" fmla="*/ 3 w 6"/>
                  <a:gd name="T59" fmla="*/ 27 h 28"/>
                  <a:gd name="T60" fmla="*/ 4 w 6"/>
                  <a:gd name="T61" fmla="*/ 28 h 28"/>
                  <a:gd name="T62" fmla="*/ 4 w 6"/>
                  <a:gd name="T63" fmla="*/ 27 h 28"/>
                  <a:gd name="T64" fmla="*/ 4 w 6"/>
                  <a:gd name="T65" fmla="*/ 27 h 28"/>
                  <a:gd name="T66" fmla="*/ 4 w 6"/>
                  <a:gd name="T67" fmla="*/ 25 h 28"/>
                  <a:gd name="T68" fmla="*/ 4 w 6"/>
                  <a:gd name="T69" fmla="*/ 24 h 28"/>
                  <a:gd name="T70" fmla="*/ 4 w 6"/>
                  <a:gd name="T71" fmla="*/ 23 h 28"/>
                  <a:gd name="T72" fmla="*/ 4 w 6"/>
                  <a:gd name="T73" fmla="*/ 22 h 28"/>
                  <a:gd name="T74" fmla="*/ 4 w 6"/>
                  <a:gd name="T75" fmla="*/ 22 h 28"/>
                  <a:gd name="T76" fmla="*/ 4 w 6"/>
                  <a:gd name="T77" fmla="*/ 21 h 28"/>
                  <a:gd name="T78" fmla="*/ 5 w 6"/>
                  <a:gd name="T79" fmla="*/ 22 h 28"/>
                  <a:gd name="T80" fmla="*/ 5 w 6"/>
                  <a:gd name="T81" fmla="*/ 22 h 28"/>
                  <a:gd name="T82" fmla="*/ 5 w 6"/>
                  <a:gd name="T83" fmla="*/ 23 h 28"/>
                  <a:gd name="T84" fmla="*/ 5 w 6"/>
                  <a:gd name="T85" fmla="*/ 22 h 28"/>
                  <a:gd name="T86" fmla="*/ 5 w 6"/>
                  <a:gd name="T87" fmla="*/ 22 h 28"/>
                  <a:gd name="T88" fmla="*/ 5 w 6"/>
                  <a:gd name="T89" fmla="*/ 23 h 28"/>
                  <a:gd name="T90" fmla="*/ 6 w 6"/>
                  <a:gd name="T91" fmla="*/ 23 h 28"/>
                  <a:gd name="T92" fmla="*/ 6 w 6"/>
                  <a:gd name="T93" fmla="*/ 22 h 28"/>
                  <a:gd name="T94" fmla="*/ 6 w 6"/>
                  <a:gd name="T95" fmla="*/ 21 h 28"/>
                  <a:gd name="T96" fmla="*/ 6 w 6"/>
                  <a:gd name="T97" fmla="*/ 20 h 28"/>
                  <a:gd name="T98" fmla="*/ 6 w 6"/>
                  <a:gd name="T99" fmla="*/ 19 h 28"/>
                  <a:gd name="T100" fmla="*/ 6 w 6"/>
                  <a:gd name="T101" fmla="*/ 17 h 28"/>
                  <a:gd name="T102" fmla="*/ 6 w 6"/>
                  <a:gd name="T103" fmla="*/ 1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28">
                    <a:moveTo>
                      <a:pt x="0" y="0"/>
                    </a:moveTo>
                    <a:lnTo>
                      <a:pt x="0" y="1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1" y="6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1" y="12"/>
                    </a:lnTo>
                    <a:lnTo>
                      <a:pt x="1" y="14"/>
                    </a:lnTo>
                    <a:lnTo>
                      <a:pt x="1" y="16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2" y="25"/>
                    </a:lnTo>
                    <a:lnTo>
                      <a:pt x="2" y="26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7"/>
                    </a:lnTo>
                    <a:lnTo>
                      <a:pt x="3" y="27"/>
                    </a:lnTo>
                    <a:lnTo>
                      <a:pt x="3" y="26"/>
                    </a:lnTo>
                    <a:lnTo>
                      <a:pt x="3" y="27"/>
                    </a:lnTo>
                    <a:lnTo>
                      <a:pt x="3" y="27"/>
                    </a:lnTo>
                    <a:lnTo>
                      <a:pt x="4" y="28"/>
                    </a:lnTo>
                    <a:lnTo>
                      <a:pt x="4" y="27"/>
                    </a:lnTo>
                    <a:lnTo>
                      <a:pt x="4" y="27"/>
                    </a:lnTo>
                    <a:lnTo>
                      <a:pt x="4" y="25"/>
                    </a:lnTo>
                    <a:lnTo>
                      <a:pt x="4" y="24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1"/>
                    </a:lnTo>
                    <a:lnTo>
                      <a:pt x="5" y="22"/>
                    </a:lnTo>
                    <a:lnTo>
                      <a:pt x="5" y="22"/>
                    </a:lnTo>
                    <a:lnTo>
                      <a:pt x="5" y="23"/>
                    </a:lnTo>
                    <a:lnTo>
                      <a:pt x="5" y="22"/>
                    </a:lnTo>
                    <a:lnTo>
                      <a:pt x="5" y="22"/>
                    </a:lnTo>
                    <a:lnTo>
                      <a:pt x="5" y="23"/>
                    </a:lnTo>
                    <a:lnTo>
                      <a:pt x="6" y="23"/>
                    </a:lnTo>
                    <a:lnTo>
                      <a:pt x="6" y="22"/>
                    </a:lnTo>
                    <a:lnTo>
                      <a:pt x="6" y="21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7"/>
                    </a:lnTo>
                    <a:lnTo>
                      <a:pt x="6" y="1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39" name="Freeform 784"/>
              <p:cNvSpPr/>
              <p:nvPr/>
            </p:nvSpPr>
            <p:spPr bwMode="auto">
              <a:xfrm>
                <a:off x="889" y="2951"/>
                <a:ext cx="7" cy="39"/>
              </a:xfrm>
              <a:custGeom>
                <a:avLst/>
                <a:gdLst>
                  <a:gd name="T0" fmla="*/ 0 w 7"/>
                  <a:gd name="T1" fmla="*/ 39 h 39"/>
                  <a:gd name="T2" fmla="*/ 0 w 7"/>
                  <a:gd name="T3" fmla="*/ 37 h 39"/>
                  <a:gd name="T4" fmla="*/ 0 w 7"/>
                  <a:gd name="T5" fmla="*/ 35 h 39"/>
                  <a:gd name="T6" fmla="*/ 0 w 7"/>
                  <a:gd name="T7" fmla="*/ 33 h 39"/>
                  <a:gd name="T8" fmla="*/ 1 w 7"/>
                  <a:gd name="T9" fmla="*/ 30 h 39"/>
                  <a:gd name="T10" fmla="*/ 1 w 7"/>
                  <a:gd name="T11" fmla="*/ 29 h 39"/>
                  <a:gd name="T12" fmla="*/ 1 w 7"/>
                  <a:gd name="T13" fmla="*/ 27 h 39"/>
                  <a:gd name="T14" fmla="*/ 1 w 7"/>
                  <a:gd name="T15" fmla="*/ 24 h 39"/>
                  <a:gd name="T16" fmla="*/ 1 w 7"/>
                  <a:gd name="T17" fmla="*/ 22 h 39"/>
                  <a:gd name="T18" fmla="*/ 1 w 7"/>
                  <a:gd name="T19" fmla="*/ 22 h 39"/>
                  <a:gd name="T20" fmla="*/ 1 w 7"/>
                  <a:gd name="T21" fmla="*/ 22 h 39"/>
                  <a:gd name="T22" fmla="*/ 1 w 7"/>
                  <a:gd name="T23" fmla="*/ 21 h 39"/>
                  <a:gd name="T24" fmla="*/ 1 w 7"/>
                  <a:gd name="T25" fmla="*/ 19 h 39"/>
                  <a:gd name="T26" fmla="*/ 2 w 7"/>
                  <a:gd name="T27" fmla="*/ 17 h 39"/>
                  <a:gd name="T28" fmla="*/ 2 w 7"/>
                  <a:gd name="T29" fmla="*/ 15 h 39"/>
                  <a:gd name="T30" fmla="*/ 2 w 7"/>
                  <a:gd name="T31" fmla="*/ 13 h 39"/>
                  <a:gd name="T32" fmla="*/ 2 w 7"/>
                  <a:gd name="T33" fmla="*/ 13 h 39"/>
                  <a:gd name="T34" fmla="*/ 2 w 7"/>
                  <a:gd name="T35" fmla="*/ 12 h 39"/>
                  <a:gd name="T36" fmla="*/ 2 w 7"/>
                  <a:gd name="T37" fmla="*/ 9 h 39"/>
                  <a:gd name="T38" fmla="*/ 3 w 7"/>
                  <a:gd name="T39" fmla="*/ 7 h 39"/>
                  <a:gd name="T40" fmla="*/ 3 w 7"/>
                  <a:gd name="T41" fmla="*/ 5 h 39"/>
                  <a:gd name="T42" fmla="*/ 3 w 7"/>
                  <a:gd name="T43" fmla="*/ 4 h 39"/>
                  <a:gd name="T44" fmla="*/ 3 w 7"/>
                  <a:gd name="T45" fmla="*/ 2 h 39"/>
                  <a:gd name="T46" fmla="*/ 3 w 7"/>
                  <a:gd name="T47" fmla="*/ 1 h 39"/>
                  <a:gd name="T48" fmla="*/ 3 w 7"/>
                  <a:gd name="T49" fmla="*/ 0 h 39"/>
                  <a:gd name="T50" fmla="*/ 3 w 7"/>
                  <a:gd name="T51" fmla="*/ 1 h 39"/>
                  <a:gd name="T52" fmla="*/ 3 w 7"/>
                  <a:gd name="T53" fmla="*/ 2 h 39"/>
                  <a:gd name="T54" fmla="*/ 3 w 7"/>
                  <a:gd name="T55" fmla="*/ 1 h 39"/>
                  <a:gd name="T56" fmla="*/ 4 w 7"/>
                  <a:gd name="T57" fmla="*/ 1 h 39"/>
                  <a:gd name="T58" fmla="*/ 4 w 7"/>
                  <a:gd name="T59" fmla="*/ 2 h 39"/>
                  <a:gd name="T60" fmla="*/ 4 w 7"/>
                  <a:gd name="T61" fmla="*/ 3 h 39"/>
                  <a:gd name="T62" fmla="*/ 4 w 7"/>
                  <a:gd name="T63" fmla="*/ 4 h 39"/>
                  <a:gd name="T64" fmla="*/ 4 w 7"/>
                  <a:gd name="T65" fmla="*/ 5 h 39"/>
                  <a:gd name="T66" fmla="*/ 4 w 7"/>
                  <a:gd name="T67" fmla="*/ 5 h 39"/>
                  <a:gd name="T68" fmla="*/ 5 w 7"/>
                  <a:gd name="T69" fmla="*/ 4 h 39"/>
                  <a:gd name="T70" fmla="*/ 5 w 7"/>
                  <a:gd name="T71" fmla="*/ 5 h 39"/>
                  <a:gd name="T72" fmla="*/ 5 w 7"/>
                  <a:gd name="T73" fmla="*/ 5 h 39"/>
                  <a:gd name="T74" fmla="*/ 5 w 7"/>
                  <a:gd name="T75" fmla="*/ 5 h 39"/>
                  <a:gd name="T76" fmla="*/ 5 w 7"/>
                  <a:gd name="T77" fmla="*/ 5 h 39"/>
                  <a:gd name="T78" fmla="*/ 5 w 7"/>
                  <a:gd name="T79" fmla="*/ 6 h 39"/>
                  <a:gd name="T80" fmla="*/ 5 w 7"/>
                  <a:gd name="T81" fmla="*/ 7 h 39"/>
                  <a:gd name="T82" fmla="*/ 5 w 7"/>
                  <a:gd name="T83" fmla="*/ 8 h 39"/>
                  <a:gd name="T84" fmla="*/ 5 w 7"/>
                  <a:gd name="T85" fmla="*/ 9 h 39"/>
                  <a:gd name="T86" fmla="*/ 5 w 7"/>
                  <a:gd name="T87" fmla="*/ 10 h 39"/>
                  <a:gd name="T88" fmla="*/ 6 w 7"/>
                  <a:gd name="T89" fmla="*/ 10 h 39"/>
                  <a:gd name="T90" fmla="*/ 6 w 7"/>
                  <a:gd name="T91" fmla="*/ 10 h 39"/>
                  <a:gd name="T92" fmla="*/ 6 w 7"/>
                  <a:gd name="T93" fmla="*/ 11 h 39"/>
                  <a:gd name="T94" fmla="*/ 6 w 7"/>
                  <a:gd name="T95" fmla="*/ 12 h 39"/>
                  <a:gd name="T96" fmla="*/ 6 w 7"/>
                  <a:gd name="T97" fmla="*/ 12 h 39"/>
                  <a:gd name="T98" fmla="*/ 6 w 7"/>
                  <a:gd name="T99" fmla="*/ 12 h 39"/>
                  <a:gd name="T100" fmla="*/ 7 w 7"/>
                  <a:gd name="T101" fmla="*/ 12 h 39"/>
                  <a:gd name="T102" fmla="*/ 7 w 7"/>
                  <a:gd name="T103" fmla="*/ 1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39">
                    <a:moveTo>
                      <a:pt x="0" y="39"/>
                    </a:moveTo>
                    <a:lnTo>
                      <a:pt x="0" y="37"/>
                    </a:lnTo>
                    <a:lnTo>
                      <a:pt x="0" y="35"/>
                    </a:lnTo>
                    <a:lnTo>
                      <a:pt x="0" y="33"/>
                    </a:lnTo>
                    <a:lnTo>
                      <a:pt x="1" y="30"/>
                    </a:lnTo>
                    <a:lnTo>
                      <a:pt x="1" y="29"/>
                    </a:lnTo>
                    <a:lnTo>
                      <a:pt x="1" y="27"/>
                    </a:lnTo>
                    <a:lnTo>
                      <a:pt x="1" y="24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19"/>
                    </a:lnTo>
                    <a:lnTo>
                      <a:pt x="2" y="17"/>
                    </a:lnTo>
                    <a:lnTo>
                      <a:pt x="2" y="15"/>
                    </a:lnTo>
                    <a:lnTo>
                      <a:pt x="2" y="13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9"/>
                    </a:lnTo>
                    <a:lnTo>
                      <a:pt x="3" y="7"/>
                    </a:lnTo>
                    <a:lnTo>
                      <a:pt x="3" y="5"/>
                    </a:lnTo>
                    <a:lnTo>
                      <a:pt x="3" y="4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5" y="6"/>
                    </a:lnTo>
                    <a:lnTo>
                      <a:pt x="5" y="7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5" y="10"/>
                    </a:lnTo>
                    <a:lnTo>
                      <a:pt x="6" y="10"/>
                    </a:lnTo>
                    <a:lnTo>
                      <a:pt x="6" y="10"/>
                    </a:lnTo>
                    <a:lnTo>
                      <a:pt x="6" y="11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7" y="12"/>
                    </a:lnTo>
                    <a:lnTo>
                      <a:pt x="7" y="1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40" name="Freeform 785"/>
              <p:cNvSpPr/>
              <p:nvPr/>
            </p:nvSpPr>
            <p:spPr bwMode="auto">
              <a:xfrm>
                <a:off x="896" y="2960"/>
                <a:ext cx="6" cy="40"/>
              </a:xfrm>
              <a:custGeom>
                <a:avLst/>
                <a:gdLst>
                  <a:gd name="T0" fmla="*/ 0 w 6"/>
                  <a:gd name="T1" fmla="*/ 3 h 40"/>
                  <a:gd name="T2" fmla="*/ 0 w 6"/>
                  <a:gd name="T3" fmla="*/ 2 h 40"/>
                  <a:gd name="T4" fmla="*/ 0 w 6"/>
                  <a:gd name="T5" fmla="*/ 1 h 40"/>
                  <a:gd name="T6" fmla="*/ 0 w 6"/>
                  <a:gd name="T7" fmla="*/ 1 h 40"/>
                  <a:gd name="T8" fmla="*/ 0 w 6"/>
                  <a:gd name="T9" fmla="*/ 1 h 40"/>
                  <a:gd name="T10" fmla="*/ 0 w 6"/>
                  <a:gd name="T11" fmla="*/ 0 h 40"/>
                  <a:gd name="T12" fmla="*/ 0 w 6"/>
                  <a:gd name="T13" fmla="*/ 0 h 40"/>
                  <a:gd name="T14" fmla="*/ 0 w 6"/>
                  <a:gd name="T15" fmla="*/ 0 h 40"/>
                  <a:gd name="T16" fmla="*/ 0 w 6"/>
                  <a:gd name="T17" fmla="*/ 0 h 40"/>
                  <a:gd name="T18" fmla="*/ 1 w 6"/>
                  <a:gd name="T19" fmla="*/ 0 h 40"/>
                  <a:gd name="T20" fmla="*/ 1 w 6"/>
                  <a:gd name="T21" fmla="*/ 1 h 40"/>
                  <a:gd name="T22" fmla="*/ 1 w 6"/>
                  <a:gd name="T23" fmla="*/ 1 h 40"/>
                  <a:gd name="T24" fmla="*/ 1 w 6"/>
                  <a:gd name="T25" fmla="*/ 2 h 40"/>
                  <a:gd name="T26" fmla="*/ 1 w 6"/>
                  <a:gd name="T27" fmla="*/ 3 h 40"/>
                  <a:gd name="T28" fmla="*/ 1 w 6"/>
                  <a:gd name="T29" fmla="*/ 5 h 40"/>
                  <a:gd name="T30" fmla="*/ 1 w 6"/>
                  <a:gd name="T31" fmla="*/ 7 h 40"/>
                  <a:gd name="T32" fmla="*/ 1 w 6"/>
                  <a:gd name="T33" fmla="*/ 9 h 40"/>
                  <a:gd name="T34" fmla="*/ 1 w 6"/>
                  <a:gd name="T35" fmla="*/ 9 h 40"/>
                  <a:gd name="T36" fmla="*/ 2 w 6"/>
                  <a:gd name="T37" fmla="*/ 10 h 40"/>
                  <a:gd name="T38" fmla="*/ 2 w 6"/>
                  <a:gd name="T39" fmla="*/ 11 h 40"/>
                  <a:gd name="T40" fmla="*/ 2 w 6"/>
                  <a:gd name="T41" fmla="*/ 13 h 40"/>
                  <a:gd name="T42" fmla="*/ 2 w 6"/>
                  <a:gd name="T43" fmla="*/ 14 h 40"/>
                  <a:gd name="T44" fmla="*/ 2 w 6"/>
                  <a:gd name="T45" fmla="*/ 16 h 40"/>
                  <a:gd name="T46" fmla="*/ 2 w 6"/>
                  <a:gd name="T47" fmla="*/ 18 h 40"/>
                  <a:gd name="T48" fmla="*/ 3 w 6"/>
                  <a:gd name="T49" fmla="*/ 20 h 40"/>
                  <a:gd name="T50" fmla="*/ 3 w 6"/>
                  <a:gd name="T51" fmla="*/ 22 h 40"/>
                  <a:gd name="T52" fmla="*/ 3 w 6"/>
                  <a:gd name="T53" fmla="*/ 24 h 40"/>
                  <a:gd name="T54" fmla="*/ 3 w 6"/>
                  <a:gd name="T55" fmla="*/ 25 h 40"/>
                  <a:gd name="T56" fmla="*/ 3 w 6"/>
                  <a:gd name="T57" fmla="*/ 27 h 40"/>
                  <a:gd name="T58" fmla="*/ 3 w 6"/>
                  <a:gd name="T59" fmla="*/ 30 h 40"/>
                  <a:gd name="T60" fmla="*/ 3 w 6"/>
                  <a:gd name="T61" fmla="*/ 32 h 40"/>
                  <a:gd name="T62" fmla="*/ 3 w 6"/>
                  <a:gd name="T63" fmla="*/ 34 h 40"/>
                  <a:gd name="T64" fmla="*/ 3 w 6"/>
                  <a:gd name="T65" fmla="*/ 35 h 40"/>
                  <a:gd name="T66" fmla="*/ 4 w 6"/>
                  <a:gd name="T67" fmla="*/ 36 h 40"/>
                  <a:gd name="T68" fmla="*/ 4 w 6"/>
                  <a:gd name="T69" fmla="*/ 38 h 40"/>
                  <a:gd name="T70" fmla="*/ 4 w 6"/>
                  <a:gd name="T71" fmla="*/ 38 h 40"/>
                  <a:gd name="T72" fmla="*/ 4 w 6"/>
                  <a:gd name="T73" fmla="*/ 38 h 40"/>
                  <a:gd name="T74" fmla="*/ 4 w 6"/>
                  <a:gd name="T75" fmla="*/ 38 h 40"/>
                  <a:gd name="T76" fmla="*/ 4 w 6"/>
                  <a:gd name="T77" fmla="*/ 38 h 40"/>
                  <a:gd name="T78" fmla="*/ 5 w 6"/>
                  <a:gd name="T79" fmla="*/ 38 h 40"/>
                  <a:gd name="T80" fmla="*/ 5 w 6"/>
                  <a:gd name="T81" fmla="*/ 38 h 40"/>
                  <a:gd name="T82" fmla="*/ 5 w 6"/>
                  <a:gd name="T83" fmla="*/ 38 h 40"/>
                  <a:gd name="T84" fmla="*/ 5 w 6"/>
                  <a:gd name="T85" fmla="*/ 38 h 40"/>
                  <a:gd name="T86" fmla="*/ 5 w 6"/>
                  <a:gd name="T87" fmla="*/ 38 h 40"/>
                  <a:gd name="T88" fmla="*/ 5 w 6"/>
                  <a:gd name="T89" fmla="*/ 39 h 40"/>
                  <a:gd name="T90" fmla="*/ 5 w 6"/>
                  <a:gd name="T91" fmla="*/ 40 h 40"/>
                  <a:gd name="T92" fmla="*/ 5 w 6"/>
                  <a:gd name="T93" fmla="*/ 40 h 40"/>
                  <a:gd name="T94" fmla="*/ 5 w 6"/>
                  <a:gd name="T95" fmla="*/ 40 h 40"/>
                  <a:gd name="T96" fmla="*/ 6 w 6"/>
                  <a:gd name="T97" fmla="*/ 40 h 40"/>
                  <a:gd name="T98" fmla="*/ 6 w 6"/>
                  <a:gd name="T99" fmla="*/ 39 h 40"/>
                  <a:gd name="T100" fmla="*/ 6 w 6"/>
                  <a:gd name="T101" fmla="*/ 38 h 40"/>
                  <a:gd name="T102" fmla="*/ 6 w 6"/>
                  <a:gd name="T103" fmla="*/ 3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0">
                    <a:moveTo>
                      <a:pt x="0" y="3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9"/>
                    </a:lnTo>
                    <a:lnTo>
                      <a:pt x="1" y="9"/>
                    </a:lnTo>
                    <a:lnTo>
                      <a:pt x="2" y="10"/>
                    </a:lnTo>
                    <a:lnTo>
                      <a:pt x="2" y="11"/>
                    </a:lnTo>
                    <a:lnTo>
                      <a:pt x="2" y="13"/>
                    </a:lnTo>
                    <a:lnTo>
                      <a:pt x="2" y="14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3" y="20"/>
                    </a:lnTo>
                    <a:lnTo>
                      <a:pt x="3" y="22"/>
                    </a:lnTo>
                    <a:lnTo>
                      <a:pt x="3" y="24"/>
                    </a:lnTo>
                    <a:lnTo>
                      <a:pt x="3" y="25"/>
                    </a:lnTo>
                    <a:lnTo>
                      <a:pt x="3" y="27"/>
                    </a:lnTo>
                    <a:lnTo>
                      <a:pt x="3" y="30"/>
                    </a:lnTo>
                    <a:lnTo>
                      <a:pt x="3" y="32"/>
                    </a:lnTo>
                    <a:lnTo>
                      <a:pt x="3" y="34"/>
                    </a:lnTo>
                    <a:lnTo>
                      <a:pt x="3" y="35"/>
                    </a:lnTo>
                    <a:lnTo>
                      <a:pt x="4" y="36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5" y="38"/>
                    </a:lnTo>
                    <a:lnTo>
                      <a:pt x="5" y="38"/>
                    </a:lnTo>
                    <a:lnTo>
                      <a:pt x="5" y="38"/>
                    </a:lnTo>
                    <a:lnTo>
                      <a:pt x="5" y="38"/>
                    </a:lnTo>
                    <a:lnTo>
                      <a:pt x="5" y="38"/>
                    </a:lnTo>
                    <a:lnTo>
                      <a:pt x="5" y="39"/>
                    </a:lnTo>
                    <a:lnTo>
                      <a:pt x="5" y="40"/>
                    </a:lnTo>
                    <a:lnTo>
                      <a:pt x="5" y="40"/>
                    </a:lnTo>
                    <a:lnTo>
                      <a:pt x="5" y="40"/>
                    </a:lnTo>
                    <a:lnTo>
                      <a:pt x="6" y="40"/>
                    </a:lnTo>
                    <a:lnTo>
                      <a:pt x="6" y="39"/>
                    </a:lnTo>
                    <a:lnTo>
                      <a:pt x="6" y="38"/>
                    </a:lnTo>
                    <a:lnTo>
                      <a:pt x="6" y="3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41" name="Freeform 786"/>
              <p:cNvSpPr/>
              <p:nvPr/>
            </p:nvSpPr>
            <p:spPr bwMode="auto">
              <a:xfrm>
                <a:off x="902" y="2942"/>
                <a:ext cx="6" cy="57"/>
              </a:xfrm>
              <a:custGeom>
                <a:avLst/>
                <a:gdLst>
                  <a:gd name="T0" fmla="*/ 0 w 6"/>
                  <a:gd name="T1" fmla="*/ 56 h 57"/>
                  <a:gd name="T2" fmla="*/ 0 w 6"/>
                  <a:gd name="T3" fmla="*/ 56 h 57"/>
                  <a:gd name="T4" fmla="*/ 0 w 6"/>
                  <a:gd name="T5" fmla="*/ 56 h 57"/>
                  <a:gd name="T6" fmla="*/ 0 w 6"/>
                  <a:gd name="T7" fmla="*/ 55 h 57"/>
                  <a:gd name="T8" fmla="*/ 0 w 6"/>
                  <a:gd name="T9" fmla="*/ 54 h 57"/>
                  <a:gd name="T10" fmla="*/ 0 w 6"/>
                  <a:gd name="T11" fmla="*/ 55 h 57"/>
                  <a:gd name="T12" fmla="*/ 0 w 6"/>
                  <a:gd name="T13" fmla="*/ 55 h 57"/>
                  <a:gd name="T14" fmla="*/ 1 w 6"/>
                  <a:gd name="T15" fmla="*/ 55 h 57"/>
                  <a:gd name="T16" fmla="*/ 1 w 6"/>
                  <a:gd name="T17" fmla="*/ 54 h 57"/>
                  <a:gd name="T18" fmla="*/ 1 w 6"/>
                  <a:gd name="T19" fmla="*/ 54 h 57"/>
                  <a:gd name="T20" fmla="*/ 1 w 6"/>
                  <a:gd name="T21" fmla="*/ 55 h 57"/>
                  <a:gd name="T22" fmla="*/ 1 w 6"/>
                  <a:gd name="T23" fmla="*/ 57 h 57"/>
                  <a:gd name="T24" fmla="*/ 1 w 6"/>
                  <a:gd name="T25" fmla="*/ 57 h 57"/>
                  <a:gd name="T26" fmla="*/ 1 w 6"/>
                  <a:gd name="T27" fmla="*/ 57 h 57"/>
                  <a:gd name="T28" fmla="*/ 2 w 6"/>
                  <a:gd name="T29" fmla="*/ 56 h 57"/>
                  <a:gd name="T30" fmla="*/ 2 w 6"/>
                  <a:gd name="T31" fmla="*/ 56 h 57"/>
                  <a:gd name="T32" fmla="*/ 2 w 6"/>
                  <a:gd name="T33" fmla="*/ 54 h 57"/>
                  <a:gd name="T34" fmla="*/ 2 w 6"/>
                  <a:gd name="T35" fmla="*/ 53 h 57"/>
                  <a:gd name="T36" fmla="*/ 2 w 6"/>
                  <a:gd name="T37" fmla="*/ 51 h 57"/>
                  <a:gd name="T38" fmla="*/ 2 w 6"/>
                  <a:gd name="T39" fmla="*/ 49 h 57"/>
                  <a:gd name="T40" fmla="*/ 2 w 6"/>
                  <a:gd name="T41" fmla="*/ 47 h 57"/>
                  <a:gd name="T42" fmla="*/ 2 w 6"/>
                  <a:gd name="T43" fmla="*/ 44 h 57"/>
                  <a:gd name="T44" fmla="*/ 2 w 6"/>
                  <a:gd name="T45" fmla="*/ 41 h 57"/>
                  <a:gd name="T46" fmla="*/ 3 w 6"/>
                  <a:gd name="T47" fmla="*/ 39 h 57"/>
                  <a:gd name="T48" fmla="*/ 3 w 6"/>
                  <a:gd name="T49" fmla="*/ 37 h 57"/>
                  <a:gd name="T50" fmla="*/ 3 w 6"/>
                  <a:gd name="T51" fmla="*/ 35 h 57"/>
                  <a:gd name="T52" fmla="*/ 3 w 6"/>
                  <a:gd name="T53" fmla="*/ 33 h 57"/>
                  <a:gd name="T54" fmla="*/ 3 w 6"/>
                  <a:gd name="T55" fmla="*/ 31 h 57"/>
                  <a:gd name="T56" fmla="*/ 3 w 6"/>
                  <a:gd name="T57" fmla="*/ 29 h 57"/>
                  <a:gd name="T58" fmla="*/ 4 w 6"/>
                  <a:gd name="T59" fmla="*/ 27 h 57"/>
                  <a:gd name="T60" fmla="*/ 4 w 6"/>
                  <a:gd name="T61" fmla="*/ 25 h 57"/>
                  <a:gd name="T62" fmla="*/ 4 w 6"/>
                  <a:gd name="T63" fmla="*/ 23 h 57"/>
                  <a:gd name="T64" fmla="*/ 4 w 6"/>
                  <a:gd name="T65" fmla="*/ 21 h 57"/>
                  <a:gd name="T66" fmla="*/ 4 w 6"/>
                  <a:gd name="T67" fmla="*/ 18 h 57"/>
                  <a:gd name="T68" fmla="*/ 4 w 6"/>
                  <a:gd name="T69" fmla="*/ 16 h 57"/>
                  <a:gd name="T70" fmla="*/ 4 w 6"/>
                  <a:gd name="T71" fmla="*/ 13 h 57"/>
                  <a:gd name="T72" fmla="*/ 4 w 6"/>
                  <a:gd name="T73" fmla="*/ 10 h 57"/>
                  <a:gd name="T74" fmla="*/ 4 w 6"/>
                  <a:gd name="T75" fmla="*/ 8 h 57"/>
                  <a:gd name="T76" fmla="*/ 5 w 6"/>
                  <a:gd name="T77" fmla="*/ 6 h 57"/>
                  <a:gd name="T78" fmla="*/ 5 w 6"/>
                  <a:gd name="T79" fmla="*/ 4 h 57"/>
                  <a:gd name="T80" fmla="*/ 5 w 6"/>
                  <a:gd name="T81" fmla="*/ 2 h 57"/>
                  <a:gd name="T82" fmla="*/ 5 w 6"/>
                  <a:gd name="T83" fmla="*/ 2 h 57"/>
                  <a:gd name="T84" fmla="*/ 5 w 6"/>
                  <a:gd name="T85" fmla="*/ 1 h 57"/>
                  <a:gd name="T86" fmla="*/ 5 w 6"/>
                  <a:gd name="T87" fmla="*/ 1 h 57"/>
                  <a:gd name="T88" fmla="*/ 5 w 6"/>
                  <a:gd name="T89" fmla="*/ 1 h 57"/>
                  <a:gd name="T90" fmla="*/ 5 w 6"/>
                  <a:gd name="T91" fmla="*/ 0 h 57"/>
                  <a:gd name="T92" fmla="*/ 5 w 6"/>
                  <a:gd name="T93" fmla="*/ 0 h 57"/>
                  <a:gd name="T94" fmla="*/ 6 w 6"/>
                  <a:gd name="T95" fmla="*/ 1 h 57"/>
                  <a:gd name="T96" fmla="*/ 6 w 6"/>
                  <a:gd name="T97" fmla="*/ 1 h 57"/>
                  <a:gd name="T98" fmla="*/ 6 w 6"/>
                  <a:gd name="T99" fmla="*/ 1 h 57"/>
                  <a:gd name="T100" fmla="*/ 6 w 6"/>
                  <a:gd name="T101" fmla="*/ 2 h 57"/>
                  <a:gd name="T102" fmla="*/ 6 w 6"/>
                  <a:gd name="T103" fmla="*/ 2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7">
                    <a:moveTo>
                      <a:pt x="0" y="56"/>
                    </a:moveTo>
                    <a:lnTo>
                      <a:pt x="0" y="56"/>
                    </a:lnTo>
                    <a:lnTo>
                      <a:pt x="0" y="56"/>
                    </a:lnTo>
                    <a:lnTo>
                      <a:pt x="0" y="55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5"/>
                    </a:lnTo>
                    <a:lnTo>
                      <a:pt x="1" y="57"/>
                    </a:lnTo>
                    <a:lnTo>
                      <a:pt x="1" y="57"/>
                    </a:lnTo>
                    <a:lnTo>
                      <a:pt x="1" y="57"/>
                    </a:lnTo>
                    <a:lnTo>
                      <a:pt x="2" y="56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7"/>
                    </a:lnTo>
                    <a:lnTo>
                      <a:pt x="2" y="44"/>
                    </a:lnTo>
                    <a:lnTo>
                      <a:pt x="2" y="41"/>
                    </a:lnTo>
                    <a:lnTo>
                      <a:pt x="3" y="39"/>
                    </a:lnTo>
                    <a:lnTo>
                      <a:pt x="3" y="37"/>
                    </a:lnTo>
                    <a:lnTo>
                      <a:pt x="3" y="35"/>
                    </a:lnTo>
                    <a:lnTo>
                      <a:pt x="3" y="33"/>
                    </a:lnTo>
                    <a:lnTo>
                      <a:pt x="3" y="31"/>
                    </a:lnTo>
                    <a:lnTo>
                      <a:pt x="3" y="29"/>
                    </a:lnTo>
                    <a:lnTo>
                      <a:pt x="4" y="27"/>
                    </a:lnTo>
                    <a:lnTo>
                      <a:pt x="4" y="25"/>
                    </a:lnTo>
                    <a:lnTo>
                      <a:pt x="4" y="23"/>
                    </a:lnTo>
                    <a:lnTo>
                      <a:pt x="4" y="21"/>
                    </a:lnTo>
                    <a:lnTo>
                      <a:pt x="4" y="18"/>
                    </a:lnTo>
                    <a:lnTo>
                      <a:pt x="4" y="16"/>
                    </a:lnTo>
                    <a:lnTo>
                      <a:pt x="4" y="13"/>
                    </a:lnTo>
                    <a:lnTo>
                      <a:pt x="4" y="10"/>
                    </a:lnTo>
                    <a:lnTo>
                      <a:pt x="4" y="8"/>
                    </a:lnTo>
                    <a:lnTo>
                      <a:pt x="5" y="6"/>
                    </a:lnTo>
                    <a:lnTo>
                      <a:pt x="5" y="4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6" y="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42" name="Freeform 787"/>
              <p:cNvSpPr/>
              <p:nvPr/>
            </p:nvSpPr>
            <p:spPr bwMode="auto">
              <a:xfrm>
                <a:off x="908" y="2944"/>
                <a:ext cx="6" cy="58"/>
              </a:xfrm>
              <a:custGeom>
                <a:avLst/>
                <a:gdLst>
                  <a:gd name="T0" fmla="*/ 0 w 6"/>
                  <a:gd name="T1" fmla="*/ 0 h 58"/>
                  <a:gd name="T2" fmla="*/ 0 w 6"/>
                  <a:gd name="T3" fmla="*/ 0 h 58"/>
                  <a:gd name="T4" fmla="*/ 0 w 6"/>
                  <a:gd name="T5" fmla="*/ 1 h 58"/>
                  <a:gd name="T6" fmla="*/ 1 w 6"/>
                  <a:gd name="T7" fmla="*/ 2 h 58"/>
                  <a:gd name="T8" fmla="*/ 1 w 6"/>
                  <a:gd name="T9" fmla="*/ 3 h 58"/>
                  <a:gd name="T10" fmla="*/ 1 w 6"/>
                  <a:gd name="T11" fmla="*/ 4 h 58"/>
                  <a:gd name="T12" fmla="*/ 1 w 6"/>
                  <a:gd name="T13" fmla="*/ 5 h 58"/>
                  <a:gd name="T14" fmla="*/ 1 w 6"/>
                  <a:gd name="T15" fmla="*/ 7 h 58"/>
                  <a:gd name="T16" fmla="*/ 1 w 6"/>
                  <a:gd name="T17" fmla="*/ 8 h 58"/>
                  <a:gd name="T18" fmla="*/ 1 w 6"/>
                  <a:gd name="T19" fmla="*/ 9 h 58"/>
                  <a:gd name="T20" fmla="*/ 1 w 6"/>
                  <a:gd name="T21" fmla="*/ 10 h 58"/>
                  <a:gd name="T22" fmla="*/ 1 w 6"/>
                  <a:gd name="T23" fmla="*/ 11 h 58"/>
                  <a:gd name="T24" fmla="*/ 2 w 6"/>
                  <a:gd name="T25" fmla="*/ 12 h 58"/>
                  <a:gd name="T26" fmla="*/ 2 w 6"/>
                  <a:gd name="T27" fmla="*/ 14 h 58"/>
                  <a:gd name="T28" fmla="*/ 2 w 6"/>
                  <a:gd name="T29" fmla="*/ 15 h 58"/>
                  <a:gd name="T30" fmla="*/ 2 w 6"/>
                  <a:gd name="T31" fmla="*/ 16 h 58"/>
                  <a:gd name="T32" fmla="*/ 2 w 6"/>
                  <a:gd name="T33" fmla="*/ 15 h 58"/>
                  <a:gd name="T34" fmla="*/ 2 w 6"/>
                  <a:gd name="T35" fmla="*/ 16 h 58"/>
                  <a:gd name="T36" fmla="*/ 3 w 6"/>
                  <a:gd name="T37" fmla="*/ 16 h 58"/>
                  <a:gd name="T38" fmla="*/ 3 w 6"/>
                  <a:gd name="T39" fmla="*/ 15 h 58"/>
                  <a:gd name="T40" fmla="*/ 3 w 6"/>
                  <a:gd name="T41" fmla="*/ 14 h 58"/>
                  <a:gd name="T42" fmla="*/ 3 w 6"/>
                  <a:gd name="T43" fmla="*/ 14 h 58"/>
                  <a:gd name="T44" fmla="*/ 3 w 6"/>
                  <a:gd name="T45" fmla="*/ 14 h 58"/>
                  <a:gd name="T46" fmla="*/ 3 w 6"/>
                  <a:gd name="T47" fmla="*/ 15 h 58"/>
                  <a:gd name="T48" fmla="*/ 3 w 6"/>
                  <a:gd name="T49" fmla="*/ 14 h 58"/>
                  <a:gd name="T50" fmla="*/ 3 w 6"/>
                  <a:gd name="T51" fmla="*/ 14 h 58"/>
                  <a:gd name="T52" fmla="*/ 3 w 6"/>
                  <a:gd name="T53" fmla="*/ 15 h 58"/>
                  <a:gd name="T54" fmla="*/ 3 w 6"/>
                  <a:gd name="T55" fmla="*/ 16 h 58"/>
                  <a:gd name="T56" fmla="*/ 4 w 6"/>
                  <a:gd name="T57" fmla="*/ 17 h 58"/>
                  <a:gd name="T58" fmla="*/ 4 w 6"/>
                  <a:gd name="T59" fmla="*/ 19 h 58"/>
                  <a:gd name="T60" fmla="*/ 4 w 6"/>
                  <a:gd name="T61" fmla="*/ 20 h 58"/>
                  <a:gd name="T62" fmla="*/ 4 w 6"/>
                  <a:gd name="T63" fmla="*/ 22 h 58"/>
                  <a:gd name="T64" fmla="*/ 4 w 6"/>
                  <a:gd name="T65" fmla="*/ 23 h 58"/>
                  <a:gd name="T66" fmla="*/ 4 w 6"/>
                  <a:gd name="T67" fmla="*/ 25 h 58"/>
                  <a:gd name="T68" fmla="*/ 4 w 6"/>
                  <a:gd name="T69" fmla="*/ 26 h 58"/>
                  <a:gd name="T70" fmla="*/ 4 w 6"/>
                  <a:gd name="T71" fmla="*/ 28 h 58"/>
                  <a:gd name="T72" fmla="*/ 4 w 6"/>
                  <a:gd name="T73" fmla="*/ 29 h 58"/>
                  <a:gd name="T74" fmla="*/ 5 w 6"/>
                  <a:gd name="T75" fmla="*/ 31 h 58"/>
                  <a:gd name="T76" fmla="*/ 5 w 6"/>
                  <a:gd name="T77" fmla="*/ 32 h 58"/>
                  <a:gd name="T78" fmla="*/ 5 w 6"/>
                  <a:gd name="T79" fmla="*/ 33 h 58"/>
                  <a:gd name="T80" fmla="*/ 5 w 6"/>
                  <a:gd name="T81" fmla="*/ 35 h 58"/>
                  <a:gd name="T82" fmla="*/ 5 w 6"/>
                  <a:gd name="T83" fmla="*/ 37 h 58"/>
                  <a:gd name="T84" fmla="*/ 5 w 6"/>
                  <a:gd name="T85" fmla="*/ 39 h 58"/>
                  <a:gd name="T86" fmla="*/ 6 w 6"/>
                  <a:gd name="T87" fmla="*/ 41 h 58"/>
                  <a:gd name="T88" fmla="*/ 6 w 6"/>
                  <a:gd name="T89" fmla="*/ 44 h 58"/>
                  <a:gd name="T90" fmla="*/ 6 w 6"/>
                  <a:gd name="T91" fmla="*/ 47 h 58"/>
                  <a:gd name="T92" fmla="*/ 6 w 6"/>
                  <a:gd name="T93" fmla="*/ 49 h 58"/>
                  <a:gd name="T94" fmla="*/ 6 w 6"/>
                  <a:gd name="T95" fmla="*/ 51 h 58"/>
                  <a:gd name="T96" fmla="*/ 6 w 6"/>
                  <a:gd name="T97" fmla="*/ 54 h 58"/>
                  <a:gd name="T98" fmla="*/ 6 w 6"/>
                  <a:gd name="T99" fmla="*/ 56 h 58"/>
                  <a:gd name="T100" fmla="*/ 6 w 6"/>
                  <a:gd name="T101" fmla="*/ 57 h 58"/>
                  <a:gd name="T102" fmla="*/ 6 w 6"/>
                  <a:gd name="T103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8"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8"/>
                    </a:lnTo>
                    <a:lnTo>
                      <a:pt x="1" y="9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2" y="12"/>
                    </a:lnTo>
                    <a:lnTo>
                      <a:pt x="2" y="14"/>
                    </a:lnTo>
                    <a:lnTo>
                      <a:pt x="2" y="15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2" y="16"/>
                    </a:lnTo>
                    <a:lnTo>
                      <a:pt x="3" y="16"/>
                    </a:lnTo>
                    <a:lnTo>
                      <a:pt x="3" y="15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3" y="15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3" y="15"/>
                    </a:lnTo>
                    <a:lnTo>
                      <a:pt x="3" y="16"/>
                    </a:lnTo>
                    <a:lnTo>
                      <a:pt x="4" y="17"/>
                    </a:lnTo>
                    <a:lnTo>
                      <a:pt x="4" y="19"/>
                    </a:lnTo>
                    <a:lnTo>
                      <a:pt x="4" y="20"/>
                    </a:lnTo>
                    <a:lnTo>
                      <a:pt x="4" y="22"/>
                    </a:lnTo>
                    <a:lnTo>
                      <a:pt x="4" y="23"/>
                    </a:lnTo>
                    <a:lnTo>
                      <a:pt x="4" y="25"/>
                    </a:lnTo>
                    <a:lnTo>
                      <a:pt x="4" y="26"/>
                    </a:lnTo>
                    <a:lnTo>
                      <a:pt x="4" y="28"/>
                    </a:lnTo>
                    <a:lnTo>
                      <a:pt x="4" y="29"/>
                    </a:lnTo>
                    <a:lnTo>
                      <a:pt x="5" y="31"/>
                    </a:lnTo>
                    <a:lnTo>
                      <a:pt x="5" y="32"/>
                    </a:lnTo>
                    <a:lnTo>
                      <a:pt x="5" y="33"/>
                    </a:lnTo>
                    <a:lnTo>
                      <a:pt x="5" y="35"/>
                    </a:lnTo>
                    <a:lnTo>
                      <a:pt x="5" y="37"/>
                    </a:lnTo>
                    <a:lnTo>
                      <a:pt x="5" y="39"/>
                    </a:lnTo>
                    <a:lnTo>
                      <a:pt x="6" y="41"/>
                    </a:lnTo>
                    <a:lnTo>
                      <a:pt x="6" y="44"/>
                    </a:lnTo>
                    <a:lnTo>
                      <a:pt x="6" y="47"/>
                    </a:lnTo>
                    <a:lnTo>
                      <a:pt x="6" y="49"/>
                    </a:lnTo>
                    <a:lnTo>
                      <a:pt x="6" y="51"/>
                    </a:lnTo>
                    <a:lnTo>
                      <a:pt x="6" y="54"/>
                    </a:lnTo>
                    <a:lnTo>
                      <a:pt x="6" y="56"/>
                    </a:lnTo>
                    <a:lnTo>
                      <a:pt x="6" y="57"/>
                    </a:lnTo>
                    <a:lnTo>
                      <a:pt x="6" y="5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43" name="Freeform 788"/>
              <p:cNvSpPr/>
              <p:nvPr/>
            </p:nvSpPr>
            <p:spPr bwMode="auto">
              <a:xfrm>
                <a:off x="914" y="2957"/>
                <a:ext cx="7" cy="47"/>
              </a:xfrm>
              <a:custGeom>
                <a:avLst/>
                <a:gdLst>
                  <a:gd name="T0" fmla="*/ 0 w 7"/>
                  <a:gd name="T1" fmla="*/ 44 h 47"/>
                  <a:gd name="T2" fmla="*/ 0 w 7"/>
                  <a:gd name="T3" fmla="*/ 45 h 47"/>
                  <a:gd name="T4" fmla="*/ 1 w 7"/>
                  <a:gd name="T5" fmla="*/ 46 h 47"/>
                  <a:gd name="T6" fmla="*/ 1 w 7"/>
                  <a:gd name="T7" fmla="*/ 45 h 47"/>
                  <a:gd name="T8" fmla="*/ 1 w 7"/>
                  <a:gd name="T9" fmla="*/ 46 h 47"/>
                  <a:gd name="T10" fmla="*/ 1 w 7"/>
                  <a:gd name="T11" fmla="*/ 47 h 47"/>
                  <a:gd name="T12" fmla="*/ 1 w 7"/>
                  <a:gd name="T13" fmla="*/ 47 h 47"/>
                  <a:gd name="T14" fmla="*/ 1 w 7"/>
                  <a:gd name="T15" fmla="*/ 46 h 47"/>
                  <a:gd name="T16" fmla="*/ 2 w 7"/>
                  <a:gd name="T17" fmla="*/ 46 h 47"/>
                  <a:gd name="T18" fmla="*/ 2 w 7"/>
                  <a:gd name="T19" fmla="*/ 46 h 47"/>
                  <a:gd name="T20" fmla="*/ 2 w 7"/>
                  <a:gd name="T21" fmla="*/ 45 h 47"/>
                  <a:gd name="T22" fmla="*/ 2 w 7"/>
                  <a:gd name="T23" fmla="*/ 45 h 47"/>
                  <a:gd name="T24" fmla="*/ 2 w 7"/>
                  <a:gd name="T25" fmla="*/ 45 h 47"/>
                  <a:gd name="T26" fmla="*/ 2 w 7"/>
                  <a:gd name="T27" fmla="*/ 45 h 47"/>
                  <a:gd name="T28" fmla="*/ 2 w 7"/>
                  <a:gd name="T29" fmla="*/ 44 h 47"/>
                  <a:gd name="T30" fmla="*/ 2 w 7"/>
                  <a:gd name="T31" fmla="*/ 44 h 47"/>
                  <a:gd name="T32" fmla="*/ 2 w 7"/>
                  <a:gd name="T33" fmla="*/ 44 h 47"/>
                  <a:gd name="T34" fmla="*/ 3 w 7"/>
                  <a:gd name="T35" fmla="*/ 43 h 47"/>
                  <a:gd name="T36" fmla="*/ 3 w 7"/>
                  <a:gd name="T37" fmla="*/ 42 h 47"/>
                  <a:gd name="T38" fmla="*/ 3 w 7"/>
                  <a:gd name="T39" fmla="*/ 41 h 47"/>
                  <a:gd name="T40" fmla="*/ 3 w 7"/>
                  <a:gd name="T41" fmla="*/ 41 h 47"/>
                  <a:gd name="T42" fmla="*/ 3 w 7"/>
                  <a:gd name="T43" fmla="*/ 40 h 47"/>
                  <a:gd name="T44" fmla="*/ 3 w 7"/>
                  <a:gd name="T45" fmla="*/ 38 h 47"/>
                  <a:gd name="T46" fmla="*/ 3 w 7"/>
                  <a:gd name="T47" fmla="*/ 37 h 47"/>
                  <a:gd name="T48" fmla="*/ 3 w 7"/>
                  <a:gd name="T49" fmla="*/ 37 h 47"/>
                  <a:gd name="T50" fmla="*/ 3 w 7"/>
                  <a:gd name="T51" fmla="*/ 37 h 47"/>
                  <a:gd name="T52" fmla="*/ 4 w 7"/>
                  <a:gd name="T53" fmla="*/ 37 h 47"/>
                  <a:gd name="T54" fmla="*/ 4 w 7"/>
                  <a:gd name="T55" fmla="*/ 37 h 47"/>
                  <a:gd name="T56" fmla="*/ 4 w 7"/>
                  <a:gd name="T57" fmla="*/ 38 h 47"/>
                  <a:gd name="T58" fmla="*/ 4 w 7"/>
                  <a:gd name="T59" fmla="*/ 38 h 47"/>
                  <a:gd name="T60" fmla="*/ 4 w 7"/>
                  <a:gd name="T61" fmla="*/ 37 h 47"/>
                  <a:gd name="T62" fmla="*/ 4 w 7"/>
                  <a:gd name="T63" fmla="*/ 38 h 47"/>
                  <a:gd name="T64" fmla="*/ 5 w 7"/>
                  <a:gd name="T65" fmla="*/ 38 h 47"/>
                  <a:gd name="T66" fmla="*/ 5 w 7"/>
                  <a:gd name="T67" fmla="*/ 37 h 47"/>
                  <a:gd name="T68" fmla="*/ 5 w 7"/>
                  <a:gd name="T69" fmla="*/ 35 h 47"/>
                  <a:gd name="T70" fmla="*/ 5 w 7"/>
                  <a:gd name="T71" fmla="*/ 34 h 47"/>
                  <a:gd name="T72" fmla="*/ 5 w 7"/>
                  <a:gd name="T73" fmla="*/ 31 h 47"/>
                  <a:gd name="T74" fmla="*/ 5 w 7"/>
                  <a:gd name="T75" fmla="*/ 28 h 47"/>
                  <a:gd name="T76" fmla="*/ 5 w 7"/>
                  <a:gd name="T77" fmla="*/ 26 h 47"/>
                  <a:gd name="T78" fmla="*/ 5 w 7"/>
                  <a:gd name="T79" fmla="*/ 23 h 47"/>
                  <a:gd name="T80" fmla="*/ 5 w 7"/>
                  <a:gd name="T81" fmla="*/ 20 h 47"/>
                  <a:gd name="T82" fmla="*/ 5 w 7"/>
                  <a:gd name="T83" fmla="*/ 17 h 47"/>
                  <a:gd name="T84" fmla="*/ 6 w 7"/>
                  <a:gd name="T85" fmla="*/ 16 h 47"/>
                  <a:gd name="T86" fmla="*/ 6 w 7"/>
                  <a:gd name="T87" fmla="*/ 14 h 47"/>
                  <a:gd name="T88" fmla="*/ 6 w 7"/>
                  <a:gd name="T89" fmla="*/ 12 h 47"/>
                  <a:gd name="T90" fmla="*/ 6 w 7"/>
                  <a:gd name="T91" fmla="*/ 9 h 47"/>
                  <a:gd name="T92" fmla="*/ 6 w 7"/>
                  <a:gd name="T93" fmla="*/ 9 h 47"/>
                  <a:gd name="T94" fmla="*/ 6 w 7"/>
                  <a:gd name="T95" fmla="*/ 8 h 47"/>
                  <a:gd name="T96" fmla="*/ 7 w 7"/>
                  <a:gd name="T97" fmla="*/ 7 h 47"/>
                  <a:gd name="T98" fmla="*/ 7 w 7"/>
                  <a:gd name="T99" fmla="*/ 5 h 47"/>
                  <a:gd name="T100" fmla="*/ 7 w 7"/>
                  <a:gd name="T101" fmla="*/ 2 h 47"/>
                  <a:gd name="T102" fmla="*/ 7 w 7"/>
                  <a:gd name="T10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7">
                    <a:moveTo>
                      <a:pt x="0" y="44"/>
                    </a:moveTo>
                    <a:lnTo>
                      <a:pt x="0" y="45"/>
                    </a:lnTo>
                    <a:lnTo>
                      <a:pt x="1" y="46"/>
                    </a:lnTo>
                    <a:lnTo>
                      <a:pt x="1" y="45"/>
                    </a:lnTo>
                    <a:lnTo>
                      <a:pt x="1" y="46"/>
                    </a:lnTo>
                    <a:lnTo>
                      <a:pt x="1" y="47"/>
                    </a:lnTo>
                    <a:lnTo>
                      <a:pt x="1" y="47"/>
                    </a:lnTo>
                    <a:lnTo>
                      <a:pt x="1" y="46"/>
                    </a:lnTo>
                    <a:lnTo>
                      <a:pt x="2" y="46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5"/>
                    </a:lnTo>
                    <a:lnTo>
                      <a:pt x="2" y="45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2" y="44"/>
                    </a:lnTo>
                    <a:lnTo>
                      <a:pt x="2" y="44"/>
                    </a:lnTo>
                    <a:lnTo>
                      <a:pt x="3" y="43"/>
                    </a:lnTo>
                    <a:lnTo>
                      <a:pt x="3" y="42"/>
                    </a:lnTo>
                    <a:lnTo>
                      <a:pt x="3" y="41"/>
                    </a:lnTo>
                    <a:lnTo>
                      <a:pt x="3" y="41"/>
                    </a:lnTo>
                    <a:lnTo>
                      <a:pt x="3" y="40"/>
                    </a:lnTo>
                    <a:lnTo>
                      <a:pt x="3" y="38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4" y="37"/>
                    </a:lnTo>
                    <a:lnTo>
                      <a:pt x="4" y="37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4" y="37"/>
                    </a:lnTo>
                    <a:lnTo>
                      <a:pt x="4" y="38"/>
                    </a:lnTo>
                    <a:lnTo>
                      <a:pt x="5" y="38"/>
                    </a:lnTo>
                    <a:lnTo>
                      <a:pt x="5" y="37"/>
                    </a:lnTo>
                    <a:lnTo>
                      <a:pt x="5" y="35"/>
                    </a:lnTo>
                    <a:lnTo>
                      <a:pt x="5" y="34"/>
                    </a:lnTo>
                    <a:lnTo>
                      <a:pt x="5" y="31"/>
                    </a:lnTo>
                    <a:lnTo>
                      <a:pt x="5" y="28"/>
                    </a:lnTo>
                    <a:lnTo>
                      <a:pt x="5" y="26"/>
                    </a:lnTo>
                    <a:lnTo>
                      <a:pt x="5" y="23"/>
                    </a:lnTo>
                    <a:lnTo>
                      <a:pt x="5" y="20"/>
                    </a:lnTo>
                    <a:lnTo>
                      <a:pt x="5" y="17"/>
                    </a:lnTo>
                    <a:lnTo>
                      <a:pt x="6" y="16"/>
                    </a:lnTo>
                    <a:lnTo>
                      <a:pt x="6" y="14"/>
                    </a:lnTo>
                    <a:lnTo>
                      <a:pt x="6" y="12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7" y="5"/>
                    </a:lnTo>
                    <a:lnTo>
                      <a:pt x="7" y="2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44" name="Freeform 789"/>
              <p:cNvSpPr/>
              <p:nvPr/>
            </p:nvSpPr>
            <p:spPr bwMode="auto">
              <a:xfrm>
                <a:off x="921" y="2936"/>
                <a:ext cx="6" cy="23"/>
              </a:xfrm>
              <a:custGeom>
                <a:avLst/>
                <a:gdLst>
                  <a:gd name="T0" fmla="*/ 0 w 6"/>
                  <a:gd name="T1" fmla="*/ 23 h 23"/>
                  <a:gd name="T2" fmla="*/ 0 w 6"/>
                  <a:gd name="T3" fmla="*/ 21 h 23"/>
                  <a:gd name="T4" fmla="*/ 0 w 6"/>
                  <a:gd name="T5" fmla="*/ 18 h 23"/>
                  <a:gd name="T6" fmla="*/ 0 w 6"/>
                  <a:gd name="T7" fmla="*/ 16 h 23"/>
                  <a:gd name="T8" fmla="*/ 0 w 6"/>
                  <a:gd name="T9" fmla="*/ 14 h 23"/>
                  <a:gd name="T10" fmla="*/ 0 w 6"/>
                  <a:gd name="T11" fmla="*/ 11 h 23"/>
                  <a:gd name="T12" fmla="*/ 0 w 6"/>
                  <a:gd name="T13" fmla="*/ 9 h 23"/>
                  <a:gd name="T14" fmla="*/ 1 w 6"/>
                  <a:gd name="T15" fmla="*/ 7 h 23"/>
                  <a:gd name="T16" fmla="*/ 1 w 6"/>
                  <a:gd name="T17" fmla="*/ 6 h 23"/>
                  <a:gd name="T18" fmla="*/ 1 w 6"/>
                  <a:gd name="T19" fmla="*/ 4 h 23"/>
                  <a:gd name="T20" fmla="*/ 1 w 6"/>
                  <a:gd name="T21" fmla="*/ 3 h 23"/>
                  <a:gd name="T22" fmla="*/ 1 w 6"/>
                  <a:gd name="T23" fmla="*/ 2 h 23"/>
                  <a:gd name="T24" fmla="*/ 1 w 6"/>
                  <a:gd name="T25" fmla="*/ 2 h 23"/>
                  <a:gd name="T26" fmla="*/ 1 w 6"/>
                  <a:gd name="T27" fmla="*/ 2 h 23"/>
                  <a:gd name="T28" fmla="*/ 1 w 6"/>
                  <a:gd name="T29" fmla="*/ 2 h 23"/>
                  <a:gd name="T30" fmla="*/ 1 w 6"/>
                  <a:gd name="T31" fmla="*/ 2 h 23"/>
                  <a:gd name="T32" fmla="*/ 2 w 6"/>
                  <a:gd name="T33" fmla="*/ 2 h 23"/>
                  <a:gd name="T34" fmla="*/ 2 w 6"/>
                  <a:gd name="T35" fmla="*/ 2 h 23"/>
                  <a:gd name="T36" fmla="*/ 2 w 6"/>
                  <a:gd name="T37" fmla="*/ 2 h 23"/>
                  <a:gd name="T38" fmla="*/ 2 w 6"/>
                  <a:gd name="T39" fmla="*/ 1 h 23"/>
                  <a:gd name="T40" fmla="*/ 2 w 6"/>
                  <a:gd name="T41" fmla="*/ 1 h 23"/>
                  <a:gd name="T42" fmla="*/ 2 w 6"/>
                  <a:gd name="T43" fmla="*/ 0 h 23"/>
                  <a:gd name="T44" fmla="*/ 3 w 6"/>
                  <a:gd name="T45" fmla="*/ 1 h 23"/>
                  <a:gd name="T46" fmla="*/ 3 w 6"/>
                  <a:gd name="T47" fmla="*/ 2 h 23"/>
                  <a:gd name="T48" fmla="*/ 3 w 6"/>
                  <a:gd name="T49" fmla="*/ 3 h 23"/>
                  <a:gd name="T50" fmla="*/ 3 w 6"/>
                  <a:gd name="T51" fmla="*/ 2 h 23"/>
                  <a:gd name="T52" fmla="*/ 3 w 6"/>
                  <a:gd name="T53" fmla="*/ 2 h 23"/>
                  <a:gd name="T54" fmla="*/ 3 w 6"/>
                  <a:gd name="T55" fmla="*/ 4 h 23"/>
                  <a:gd name="T56" fmla="*/ 3 w 6"/>
                  <a:gd name="T57" fmla="*/ 7 h 23"/>
                  <a:gd name="T58" fmla="*/ 3 w 6"/>
                  <a:gd name="T59" fmla="*/ 9 h 23"/>
                  <a:gd name="T60" fmla="*/ 3 w 6"/>
                  <a:gd name="T61" fmla="*/ 10 h 23"/>
                  <a:gd name="T62" fmla="*/ 4 w 6"/>
                  <a:gd name="T63" fmla="*/ 10 h 23"/>
                  <a:gd name="T64" fmla="*/ 4 w 6"/>
                  <a:gd name="T65" fmla="*/ 10 h 23"/>
                  <a:gd name="T66" fmla="*/ 4 w 6"/>
                  <a:gd name="T67" fmla="*/ 11 h 23"/>
                  <a:gd name="T68" fmla="*/ 4 w 6"/>
                  <a:gd name="T69" fmla="*/ 11 h 23"/>
                  <a:gd name="T70" fmla="*/ 4 w 6"/>
                  <a:gd name="T71" fmla="*/ 10 h 23"/>
                  <a:gd name="T72" fmla="*/ 4 w 6"/>
                  <a:gd name="T73" fmla="*/ 9 h 23"/>
                  <a:gd name="T74" fmla="*/ 5 w 6"/>
                  <a:gd name="T75" fmla="*/ 9 h 23"/>
                  <a:gd name="T76" fmla="*/ 5 w 6"/>
                  <a:gd name="T77" fmla="*/ 10 h 23"/>
                  <a:gd name="T78" fmla="*/ 5 w 6"/>
                  <a:gd name="T79" fmla="*/ 10 h 23"/>
                  <a:gd name="T80" fmla="*/ 5 w 6"/>
                  <a:gd name="T81" fmla="*/ 8 h 23"/>
                  <a:gd name="T82" fmla="*/ 5 w 6"/>
                  <a:gd name="T83" fmla="*/ 8 h 23"/>
                  <a:gd name="T84" fmla="*/ 5 w 6"/>
                  <a:gd name="T85" fmla="*/ 9 h 23"/>
                  <a:gd name="T86" fmla="*/ 5 w 6"/>
                  <a:gd name="T87" fmla="*/ 10 h 23"/>
                  <a:gd name="T88" fmla="*/ 5 w 6"/>
                  <a:gd name="T89" fmla="*/ 11 h 23"/>
                  <a:gd name="T90" fmla="*/ 5 w 6"/>
                  <a:gd name="T91" fmla="*/ 11 h 23"/>
                  <a:gd name="T92" fmla="*/ 6 w 6"/>
                  <a:gd name="T93" fmla="*/ 12 h 23"/>
                  <a:gd name="T94" fmla="*/ 6 w 6"/>
                  <a:gd name="T95" fmla="*/ 15 h 23"/>
                  <a:gd name="T96" fmla="*/ 6 w 6"/>
                  <a:gd name="T97" fmla="*/ 17 h 23"/>
                  <a:gd name="T98" fmla="*/ 6 w 6"/>
                  <a:gd name="T99" fmla="*/ 18 h 23"/>
                  <a:gd name="T100" fmla="*/ 6 w 6"/>
                  <a:gd name="T101" fmla="*/ 18 h 23"/>
                  <a:gd name="T102" fmla="*/ 6 w 6"/>
                  <a:gd name="T103" fmla="*/ 1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23">
                    <a:moveTo>
                      <a:pt x="0" y="23"/>
                    </a:moveTo>
                    <a:lnTo>
                      <a:pt x="0" y="21"/>
                    </a:lnTo>
                    <a:lnTo>
                      <a:pt x="0" y="18"/>
                    </a:lnTo>
                    <a:lnTo>
                      <a:pt x="0" y="16"/>
                    </a:lnTo>
                    <a:lnTo>
                      <a:pt x="0" y="14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1" y="7"/>
                    </a:lnTo>
                    <a:lnTo>
                      <a:pt x="1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4"/>
                    </a:lnTo>
                    <a:lnTo>
                      <a:pt x="3" y="7"/>
                    </a:lnTo>
                    <a:lnTo>
                      <a:pt x="3" y="9"/>
                    </a:lnTo>
                    <a:lnTo>
                      <a:pt x="3" y="10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4" y="11"/>
                    </a:lnTo>
                    <a:lnTo>
                      <a:pt x="4" y="11"/>
                    </a:lnTo>
                    <a:lnTo>
                      <a:pt x="4" y="10"/>
                    </a:lnTo>
                    <a:lnTo>
                      <a:pt x="4" y="9"/>
                    </a:lnTo>
                    <a:lnTo>
                      <a:pt x="5" y="9"/>
                    </a:lnTo>
                    <a:lnTo>
                      <a:pt x="5" y="10"/>
                    </a:lnTo>
                    <a:lnTo>
                      <a:pt x="5" y="10"/>
                    </a:lnTo>
                    <a:lnTo>
                      <a:pt x="5" y="8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5" y="10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6" y="12"/>
                    </a:lnTo>
                    <a:lnTo>
                      <a:pt x="6" y="15"/>
                    </a:lnTo>
                    <a:lnTo>
                      <a:pt x="6" y="17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6" y="1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45" name="Freeform 790"/>
              <p:cNvSpPr/>
              <p:nvPr/>
            </p:nvSpPr>
            <p:spPr bwMode="auto">
              <a:xfrm>
                <a:off x="927" y="2954"/>
                <a:ext cx="7" cy="41"/>
              </a:xfrm>
              <a:custGeom>
                <a:avLst/>
                <a:gdLst>
                  <a:gd name="T0" fmla="*/ 0 w 7"/>
                  <a:gd name="T1" fmla="*/ 0 h 41"/>
                  <a:gd name="T2" fmla="*/ 0 w 7"/>
                  <a:gd name="T3" fmla="*/ 1 h 41"/>
                  <a:gd name="T4" fmla="*/ 0 w 7"/>
                  <a:gd name="T5" fmla="*/ 3 h 41"/>
                  <a:gd name="T6" fmla="*/ 0 w 7"/>
                  <a:gd name="T7" fmla="*/ 4 h 41"/>
                  <a:gd name="T8" fmla="*/ 0 w 7"/>
                  <a:gd name="T9" fmla="*/ 4 h 41"/>
                  <a:gd name="T10" fmla="*/ 1 w 7"/>
                  <a:gd name="T11" fmla="*/ 5 h 41"/>
                  <a:gd name="T12" fmla="*/ 1 w 7"/>
                  <a:gd name="T13" fmla="*/ 7 h 41"/>
                  <a:gd name="T14" fmla="*/ 1 w 7"/>
                  <a:gd name="T15" fmla="*/ 8 h 41"/>
                  <a:gd name="T16" fmla="*/ 1 w 7"/>
                  <a:gd name="T17" fmla="*/ 10 h 41"/>
                  <a:gd name="T18" fmla="*/ 1 w 7"/>
                  <a:gd name="T19" fmla="*/ 12 h 41"/>
                  <a:gd name="T20" fmla="*/ 1 w 7"/>
                  <a:gd name="T21" fmla="*/ 13 h 41"/>
                  <a:gd name="T22" fmla="*/ 1 w 7"/>
                  <a:gd name="T23" fmla="*/ 14 h 41"/>
                  <a:gd name="T24" fmla="*/ 2 w 7"/>
                  <a:gd name="T25" fmla="*/ 16 h 41"/>
                  <a:gd name="T26" fmla="*/ 2 w 7"/>
                  <a:gd name="T27" fmla="*/ 19 h 41"/>
                  <a:gd name="T28" fmla="*/ 2 w 7"/>
                  <a:gd name="T29" fmla="*/ 22 h 41"/>
                  <a:gd name="T30" fmla="*/ 2 w 7"/>
                  <a:gd name="T31" fmla="*/ 24 h 41"/>
                  <a:gd name="T32" fmla="*/ 2 w 7"/>
                  <a:gd name="T33" fmla="*/ 25 h 41"/>
                  <a:gd name="T34" fmla="*/ 2 w 7"/>
                  <a:gd name="T35" fmla="*/ 27 h 41"/>
                  <a:gd name="T36" fmla="*/ 2 w 7"/>
                  <a:gd name="T37" fmla="*/ 28 h 41"/>
                  <a:gd name="T38" fmla="*/ 2 w 7"/>
                  <a:gd name="T39" fmla="*/ 29 h 41"/>
                  <a:gd name="T40" fmla="*/ 2 w 7"/>
                  <a:gd name="T41" fmla="*/ 31 h 41"/>
                  <a:gd name="T42" fmla="*/ 3 w 7"/>
                  <a:gd name="T43" fmla="*/ 32 h 41"/>
                  <a:gd name="T44" fmla="*/ 3 w 7"/>
                  <a:gd name="T45" fmla="*/ 32 h 41"/>
                  <a:gd name="T46" fmla="*/ 3 w 7"/>
                  <a:gd name="T47" fmla="*/ 33 h 41"/>
                  <a:gd name="T48" fmla="*/ 3 w 7"/>
                  <a:gd name="T49" fmla="*/ 34 h 41"/>
                  <a:gd name="T50" fmla="*/ 3 w 7"/>
                  <a:gd name="T51" fmla="*/ 35 h 41"/>
                  <a:gd name="T52" fmla="*/ 3 w 7"/>
                  <a:gd name="T53" fmla="*/ 35 h 41"/>
                  <a:gd name="T54" fmla="*/ 4 w 7"/>
                  <a:gd name="T55" fmla="*/ 37 h 41"/>
                  <a:gd name="T56" fmla="*/ 4 w 7"/>
                  <a:gd name="T57" fmla="*/ 38 h 41"/>
                  <a:gd name="T58" fmla="*/ 4 w 7"/>
                  <a:gd name="T59" fmla="*/ 38 h 41"/>
                  <a:gd name="T60" fmla="*/ 4 w 7"/>
                  <a:gd name="T61" fmla="*/ 37 h 41"/>
                  <a:gd name="T62" fmla="*/ 4 w 7"/>
                  <a:gd name="T63" fmla="*/ 38 h 41"/>
                  <a:gd name="T64" fmla="*/ 4 w 7"/>
                  <a:gd name="T65" fmla="*/ 38 h 41"/>
                  <a:gd name="T66" fmla="*/ 4 w 7"/>
                  <a:gd name="T67" fmla="*/ 39 h 41"/>
                  <a:gd name="T68" fmla="*/ 4 w 7"/>
                  <a:gd name="T69" fmla="*/ 39 h 41"/>
                  <a:gd name="T70" fmla="*/ 4 w 7"/>
                  <a:gd name="T71" fmla="*/ 39 h 41"/>
                  <a:gd name="T72" fmla="*/ 5 w 7"/>
                  <a:gd name="T73" fmla="*/ 38 h 41"/>
                  <a:gd name="T74" fmla="*/ 5 w 7"/>
                  <a:gd name="T75" fmla="*/ 39 h 41"/>
                  <a:gd name="T76" fmla="*/ 5 w 7"/>
                  <a:gd name="T77" fmla="*/ 39 h 41"/>
                  <a:gd name="T78" fmla="*/ 5 w 7"/>
                  <a:gd name="T79" fmla="*/ 39 h 41"/>
                  <a:gd name="T80" fmla="*/ 5 w 7"/>
                  <a:gd name="T81" fmla="*/ 39 h 41"/>
                  <a:gd name="T82" fmla="*/ 5 w 7"/>
                  <a:gd name="T83" fmla="*/ 39 h 41"/>
                  <a:gd name="T84" fmla="*/ 5 w 7"/>
                  <a:gd name="T85" fmla="*/ 39 h 41"/>
                  <a:gd name="T86" fmla="*/ 5 w 7"/>
                  <a:gd name="T87" fmla="*/ 39 h 41"/>
                  <a:gd name="T88" fmla="*/ 5 w 7"/>
                  <a:gd name="T89" fmla="*/ 40 h 41"/>
                  <a:gd name="T90" fmla="*/ 6 w 7"/>
                  <a:gd name="T91" fmla="*/ 40 h 41"/>
                  <a:gd name="T92" fmla="*/ 6 w 7"/>
                  <a:gd name="T93" fmla="*/ 40 h 41"/>
                  <a:gd name="T94" fmla="*/ 6 w 7"/>
                  <a:gd name="T95" fmla="*/ 40 h 41"/>
                  <a:gd name="T96" fmla="*/ 6 w 7"/>
                  <a:gd name="T97" fmla="*/ 41 h 41"/>
                  <a:gd name="T98" fmla="*/ 6 w 7"/>
                  <a:gd name="T99" fmla="*/ 41 h 41"/>
                  <a:gd name="T100" fmla="*/ 6 w 7"/>
                  <a:gd name="T101" fmla="*/ 41 h 41"/>
                  <a:gd name="T102" fmla="*/ 7 w 7"/>
                  <a:gd name="T103" fmla="*/ 3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1">
                    <a:moveTo>
                      <a:pt x="0" y="0"/>
                    </a:moveTo>
                    <a:lnTo>
                      <a:pt x="0" y="1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8"/>
                    </a:lnTo>
                    <a:lnTo>
                      <a:pt x="1" y="10"/>
                    </a:lnTo>
                    <a:lnTo>
                      <a:pt x="1" y="12"/>
                    </a:lnTo>
                    <a:lnTo>
                      <a:pt x="1" y="13"/>
                    </a:lnTo>
                    <a:lnTo>
                      <a:pt x="1" y="14"/>
                    </a:lnTo>
                    <a:lnTo>
                      <a:pt x="2" y="16"/>
                    </a:lnTo>
                    <a:lnTo>
                      <a:pt x="2" y="19"/>
                    </a:lnTo>
                    <a:lnTo>
                      <a:pt x="2" y="22"/>
                    </a:lnTo>
                    <a:lnTo>
                      <a:pt x="2" y="24"/>
                    </a:lnTo>
                    <a:lnTo>
                      <a:pt x="2" y="25"/>
                    </a:lnTo>
                    <a:lnTo>
                      <a:pt x="2" y="27"/>
                    </a:lnTo>
                    <a:lnTo>
                      <a:pt x="2" y="28"/>
                    </a:lnTo>
                    <a:lnTo>
                      <a:pt x="2" y="29"/>
                    </a:lnTo>
                    <a:lnTo>
                      <a:pt x="2" y="31"/>
                    </a:lnTo>
                    <a:lnTo>
                      <a:pt x="3" y="32"/>
                    </a:lnTo>
                    <a:lnTo>
                      <a:pt x="3" y="32"/>
                    </a:lnTo>
                    <a:lnTo>
                      <a:pt x="3" y="33"/>
                    </a:lnTo>
                    <a:lnTo>
                      <a:pt x="3" y="34"/>
                    </a:lnTo>
                    <a:lnTo>
                      <a:pt x="3" y="35"/>
                    </a:lnTo>
                    <a:lnTo>
                      <a:pt x="3" y="35"/>
                    </a:lnTo>
                    <a:lnTo>
                      <a:pt x="4" y="37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4" y="37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4" y="39"/>
                    </a:lnTo>
                    <a:lnTo>
                      <a:pt x="4" y="39"/>
                    </a:lnTo>
                    <a:lnTo>
                      <a:pt x="4" y="39"/>
                    </a:lnTo>
                    <a:lnTo>
                      <a:pt x="5" y="38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40"/>
                    </a:lnTo>
                    <a:lnTo>
                      <a:pt x="6" y="40"/>
                    </a:lnTo>
                    <a:lnTo>
                      <a:pt x="6" y="40"/>
                    </a:lnTo>
                    <a:lnTo>
                      <a:pt x="6" y="40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3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46" name="Freeform 791"/>
              <p:cNvSpPr/>
              <p:nvPr/>
            </p:nvSpPr>
            <p:spPr bwMode="auto">
              <a:xfrm>
                <a:off x="933" y="2951"/>
                <a:ext cx="7" cy="44"/>
              </a:xfrm>
              <a:custGeom>
                <a:avLst/>
                <a:gdLst>
                  <a:gd name="T0" fmla="*/ 0 w 7"/>
                  <a:gd name="T1" fmla="*/ 44 h 44"/>
                  <a:gd name="T2" fmla="*/ 1 w 7"/>
                  <a:gd name="T3" fmla="*/ 42 h 44"/>
                  <a:gd name="T4" fmla="*/ 1 w 7"/>
                  <a:gd name="T5" fmla="*/ 41 h 44"/>
                  <a:gd name="T6" fmla="*/ 1 w 7"/>
                  <a:gd name="T7" fmla="*/ 40 h 44"/>
                  <a:gd name="T8" fmla="*/ 1 w 7"/>
                  <a:gd name="T9" fmla="*/ 39 h 44"/>
                  <a:gd name="T10" fmla="*/ 1 w 7"/>
                  <a:gd name="T11" fmla="*/ 38 h 44"/>
                  <a:gd name="T12" fmla="*/ 1 w 7"/>
                  <a:gd name="T13" fmla="*/ 37 h 44"/>
                  <a:gd name="T14" fmla="*/ 1 w 7"/>
                  <a:gd name="T15" fmla="*/ 35 h 44"/>
                  <a:gd name="T16" fmla="*/ 1 w 7"/>
                  <a:gd name="T17" fmla="*/ 34 h 44"/>
                  <a:gd name="T18" fmla="*/ 1 w 7"/>
                  <a:gd name="T19" fmla="*/ 33 h 44"/>
                  <a:gd name="T20" fmla="*/ 2 w 7"/>
                  <a:gd name="T21" fmla="*/ 32 h 44"/>
                  <a:gd name="T22" fmla="*/ 2 w 7"/>
                  <a:gd name="T23" fmla="*/ 32 h 44"/>
                  <a:gd name="T24" fmla="*/ 2 w 7"/>
                  <a:gd name="T25" fmla="*/ 30 h 44"/>
                  <a:gd name="T26" fmla="*/ 2 w 7"/>
                  <a:gd name="T27" fmla="*/ 29 h 44"/>
                  <a:gd name="T28" fmla="*/ 2 w 7"/>
                  <a:gd name="T29" fmla="*/ 28 h 44"/>
                  <a:gd name="T30" fmla="*/ 2 w 7"/>
                  <a:gd name="T31" fmla="*/ 27 h 44"/>
                  <a:gd name="T32" fmla="*/ 3 w 7"/>
                  <a:gd name="T33" fmla="*/ 25 h 44"/>
                  <a:gd name="T34" fmla="*/ 3 w 7"/>
                  <a:gd name="T35" fmla="*/ 24 h 44"/>
                  <a:gd name="T36" fmla="*/ 3 w 7"/>
                  <a:gd name="T37" fmla="*/ 24 h 44"/>
                  <a:gd name="T38" fmla="*/ 3 w 7"/>
                  <a:gd name="T39" fmla="*/ 22 h 44"/>
                  <a:gd name="T40" fmla="*/ 3 w 7"/>
                  <a:gd name="T41" fmla="*/ 20 h 44"/>
                  <a:gd name="T42" fmla="*/ 3 w 7"/>
                  <a:gd name="T43" fmla="*/ 18 h 44"/>
                  <a:gd name="T44" fmla="*/ 3 w 7"/>
                  <a:gd name="T45" fmla="*/ 16 h 44"/>
                  <a:gd name="T46" fmla="*/ 3 w 7"/>
                  <a:gd name="T47" fmla="*/ 14 h 44"/>
                  <a:gd name="T48" fmla="*/ 3 w 7"/>
                  <a:gd name="T49" fmla="*/ 13 h 44"/>
                  <a:gd name="T50" fmla="*/ 3 w 7"/>
                  <a:gd name="T51" fmla="*/ 12 h 44"/>
                  <a:gd name="T52" fmla="*/ 4 w 7"/>
                  <a:gd name="T53" fmla="*/ 10 h 44"/>
                  <a:gd name="T54" fmla="*/ 4 w 7"/>
                  <a:gd name="T55" fmla="*/ 8 h 44"/>
                  <a:gd name="T56" fmla="*/ 4 w 7"/>
                  <a:gd name="T57" fmla="*/ 7 h 44"/>
                  <a:gd name="T58" fmla="*/ 4 w 7"/>
                  <a:gd name="T59" fmla="*/ 6 h 44"/>
                  <a:gd name="T60" fmla="*/ 4 w 7"/>
                  <a:gd name="T61" fmla="*/ 5 h 44"/>
                  <a:gd name="T62" fmla="*/ 4 w 7"/>
                  <a:gd name="T63" fmla="*/ 4 h 44"/>
                  <a:gd name="T64" fmla="*/ 4 w 7"/>
                  <a:gd name="T65" fmla="*/ 4 h 44"/>
                  <a:gd name="T66" fmla="*/ 4 w 7"/>
                  <a:gd name="T67" fmla="*/ 3 h 44"/>
                  <a:gd name="T68" fmla="*/ 4 w 7"/>
                  <a:gd name="T69" fmla="*/ 2 h 44"/>
                  <a:gd name="T70" fmla="*/ 5 w 7"/>
                  <a:gd name="T71" fmla="*/ 0 h 44"/>
                  <a:gd name="T72" fmla="*/ 5 w 7"/>
                  <a:gd name="T73" fmla="*/ 0 h 44"/>
                  <a:gd name="T74" fmla="*/ 5 w 7"/>
                  <a:gd name="T75" fmla="*/ 0 h 44"/>
                  <a:gd name="T76" fmla="*/ 5 w 7"/>
                  <a:gd name="T77" fmla="*/ 0 h 44"/>
                  <a:gd name="T78" fmla="*/ 5 w 7"/>
                  <a:gd name="T79" fmla="*/ 0 h 44"/>
                  <a:gd name="T80" fmla="*/ 5 w 7"/>
                  <a:gd name="T81" fmla="*/ 1 h 44"/>
                  <a:gd name="T82" fmla="*/ 6 w 7"/>
                  <a:gd name="T83" fmla="*/ 3 h 44"/>
                  <a:gd name="T84" fmla="*/ 6 w 7"/>
                  <a:gd name="T85" fmla="*/ 3 h 44"/>
                  <a:gd name="T86" fmla="*/ 6 w 7"/>
                  <a:gd name="T87" fmla="*/ 4 h 44"/>
                  <a:gd name="T88" fmla="*/ 6 w 7"/>
                  <a:gd name="T89" fmla="*/ 5 h 44"/>
                  <a:gd name="T90" fmla="*/ 6 w 7"/>
                  <a:gd name="T91" fmla="*/ 8 h 44"/>
                  <a:gd name="T92" fmla="*/ 6 w 7"/>
                  <a:gd name="T93" fmla="*/ 10 h 44"/>
                  <a:gd name="T94" fmla="*/ 6 w 7"/>
                  <a:gd name="T95" fmla="*/ 11 h 44"/>
                  <a:gd name="T96" fmla="*/ 6 w 7"/>
                  <a:gd name="T97" fmla="*/ 12 h 44"/>
                  <a:gd name="T98" fmla="*/ 6 w 7"/>
                  <a:gd name="T99" fmla="*/ 12 h 44"/>
                  <a:gd name="T100" fmla="*/ 7 w 7"/>
                  <a:gd name="T101" fmla="*/ 12 h 44"/>
                  <a:gd name="T102" fmla="*/ 7 w 7"/>
                  <a:gd name="T103" fmla="*/ 1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4">
                    <a:moveTo>
                      <a:pt x="0" y="44"/>
                    </a:moveTo>
                    <a:lnTo>
                      <a:pt x="1" y="42"/>
                    </a:lnTo>
                    <a:lnTo>
                      <a:pt x="1" y="41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8"/>
                    </a:lnTo>
                    <a:lnTo>
                      <a:pt x="1" y="37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2" y="32"/>
                    </a:lnTo>
                    <a:lnTo>
                      <a:pt x="2" y="32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3" y="22"/>
                    </a:lnTo>
                    <a:lnTo>
                      <a:pt x="3" y="20"/>
                    </a:lnTo>
                    <a:lnTo>
                      <a:pt x="3" y="18"/>
                    </a:lnTo>
                    <a:lnTo>
                      <a:pt x="3" y="16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3" y="12"/>
                    </a:lnTo>
                    <a:lnTo>
                      <a:pt x="4" y="10"/>
                    </a:lnTo>
                    <a:lnTo>
                      <a:pt x="4" y="8"/>
                    </a:lnTo>
                    <a:lnTo>
                      <a:pt x="4" y="7"/>
                    </a:lnTo>
                    <a:lnTo>
                      <a:pt x="4" y="6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4" y="2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6" y="8"/>
                    </a:lnTo>
                    <a:lnTo>
                      <a:pt x="6" y="10"/>
                    </a:lnTo>
                    <a:lnTo>
                      <a:pt x="6" y="11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7" y="12"/>
                    </a:lnTo>
                    <a:lnTo>
                      <a:pt x="7" y="1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47" name="Freeform 792"/>
              <p:cNvSpPr/>
              <p:nvPr/>
            </p:nvSpPr>
            <p:spPr bwMode="auto">
              <a:xfrm>
                <a:off x="940" y="2963"/>
                <a:ext cx="6" cy="44"/>
              </a:xfrm>
              <a:custGeom>
                <a:avLst/>
                <a:gdLst>
                  <a:gd name="T0" fmla="*/ 0 w 6"/>
                  <a:gd name="T1" fmla="*/ 0 h 44"/>
                  <a:gd name="T2" fmla="*/ 0 w 6"/>
                  <a:gd name="T3" fmla="*/ 1 h 44"/>
                  <a:gd name="T4" fmla="*/ 0 w 6"/>
                  <a:gd name="T5" fmla="*/ 1 h 44"/>
                  <a:gd name="T6" fmla="*/ 0 w 6"/>
                  <a:gd name="T7" fmla="*/ 1 h 44"/>
                  <a:gd name="T8" fmla="*/ 0 w 6"/>
                  <a:gd name="T9" fmla="*/ 1 h 44"/>
                  <a:gd name="T10" fmla="*/ 0 w 6"/>
                  <a:gd name="T11" fmla="*/ 1 h 44"/>
                  <a:gd name="T12" fmla="*/ 1 w 6"/>
                  <a:gd name="T13" fmla="*/ 1 h 44"/>
                  <a:gd name="T14" fmla="*/ 1 w 6"/>
                  <a:gd name="T15" fmla="*/ 1 h 44"/>
                  <a:gd name="T16" fmla="*/ 1 w 6"/>
                  <a:gd name="T17" fmla="*/ 1 h 44"/>
                  <a:gd name="T18" fmla="*/ 1 w 6"/>
                  <a:gd name="T19" fmla="*/ 1 h 44"/>
                  <a:gd name="T20" fmla="*/ 1 w 6"/>
                  <a:gd name="T21" fmla="*/ 2 h 44"/>
                  <a:gd name="T22" fmla="*/ 1 w 6"/>
                  <a:gd name="T23" fmla="*/ 1 h 44"/>
                  <a:gd name="T24" fmla="*/ 1 w 6"/>
                  <a:gd name="T25" fmla="*/ 2 h 44"/>
                  <a:gd name="T26" fmla="*/ 1 w 6"/>
                  <a:gd name="T27" fmla="*/ 2 h 44"/>
                  <a:gd name="T28" fmla="*/ 1 w 6"/>
                  <a:gd name="T29" fmla="*/ 3 h 44"/>
                  <a:gd name="T30" fmla="*/ 2 w 6"/>
                  <a:gd name="T31" fmla="*/ 3 h 44"/>
                  <a:gd name="T32" fmla="*/ 2 w 6"/>
                  <a:gd name="T33" fmla="*/ 5 h 44"/>
                  <a:gd name="T34" fmla="*/ 2 w 6"/>
                  <a:gd name="T35" fmla="*/ 6 h 44"/>
                  <a:gd name="T36" fmla="*/ 2 w 6"/>
                  <a:gd name="T37" fmla="*/ 6 h 44"/>
                  <a:gd name="T38" fmla="*/ 2 w 6"/>
                  <a:gd name="T39" fmla="*/ 6 h 44"/>
                  <a:gd name="T40" fmla="*/ 2 w 6"/>
                  <a:gd name="T41" fmla="*/ 7 h 44"/>
                  <a:gd name="T42" fmla="*/ 2 w 6"/>
                  <a:gd name="T43" fmla="*/ 8 h 44"/>
                  <a:gd name="T44" fmla="*/ 2 w 6"/>
                  <a:gd name="T45" fmla="*/ 8 h 44"/>
                  <a:gd name="T46" fmla="*/ 2 w 6"/>
                  <a:gd name="T47" fmla="*/ 8 h 44"/>
                  <a:gd name="T48" fmla="*/ 3 w 6"/>
                  <a:gd name="T49" fmla="*/ 9 h 44"/>
                  <a:gd name="T50" fmla="*/ 3 w 6"/>
                  <a:gd name="T51" fmla="*/ 10 h 44"/>
                  <a:gd name="T52" fmla="*/ 3 w 6"/>
                  <a:gd name="T53" fmla="*/ 11 h 44"/>
                  <a:gd name="T54" fmla="*/ 3 w 6"/>
                  <a:gd name="T55" fmla="*/ 11 h 44"/>
                  <a:gd name="T56" fmla="*/ 3 w 6"/>
                  <a:gd name="T57" fmla="*/ 13 h 44"/>
                  <a:gd name="T58" fmla="*/ 3 w 6"/>
                  <a:gd name="T59" fmla="*/ 15 h 44"/>
                  <a:gd name="T60" fmla="*/ 4 w 6"/>
                  <a:gd name="T61" fmla="*/ 17 h 44"/>
                  <a:gd name="T62" fmla="*/ 4 w 6"/>
                  <a:gd name="T63" fmla="*/ 20 h 44"/>
                  <a:gd name="T64" fmla="*/ 4 w 6"/>
                  <a:gd name="T65" fmla="*/ 23 h 44"/>
                  <a:gd name="T66" fmla="*/ 4 w 6"/>
                  <a:gd name="T67" fmla="*/ 24 h 44"/>
                  <a:gd name="T68" fmla="*/ 4 w 6"/>
                  <a:gd name="T69" fmla="*/ 26 h 44"/>
                  <a:gd name="T70" fmla="*/ 4 w 6"/>
                  <a:gd name="T71" fmla="*/ 30 h 44"/>
                  <a:gd name="T72" fmla="*/ 4 w 6"/>
                  <a:gd name="T73" fmla="*/ 32 h 44"/>
                  <a:gd name="T74" fmla="*/ 4 w 6"/>
                  <a:gd name="T75" fmla="*/ 33 h 44"/>
                  <a:gd name="T76" fmla="*/ 4 w 6"/>
                  <a:gd name="T77" fmla="*/ 33 h 44"/>
                  <a:gd name="T78" fmla="*/ 5 w 6"/>
                  <a:gd name="T79" fmla="*/ 35 h 44"/>
                  <a:gd name="T80" fmla="*/ 5 w 6"/>
                  <a:gd name="T81" fmla="*/ 38 h 44"/>
                  <a:gd name="T82" fmla="*/ 5 w 6"/>
                  <a:gd name="T83" fmla="*/ 39 h 44"/>
                  <a:gd name="T84" fmla="*/ 5 w 6"/>
                  <a:gd name="T85" fmla="*/ 39 h 44"/>
                  <a:gd name="T86" fmla="*/ 5 w 6"/>
                  <a:gd name="T87" fmla="*/ 40 h 44"/>
                  <a:gd name="T88" fmla="*/ 5 w 6"/>
                  <a:gd name="T89" fmla="*/ 41 h 44"/>
                  <a:gd name="T90" fmla="*/ 5 w 6"/>
                  <a:gd name="T91" fmla="*/ 43 h 44"/>
                  <a:gd name="T92" fmla="*/ 6 w 6"/>
                  <a:gd name="T93" fmla="*/ 44 h 44"/>
                  <a:gd name="T94" fmla="*/ 6 w 6"/>
                  <a:gd name="T95" fmla="*/ 43 h 44"/>
                  <a:gd name="T96" fmla="*/ 6 w 6"/>
                  <a:gd name="T97" fmla="*/ 42 h 44"/>
                  <a:gd name="T98" fmla="*/ 6 w 6"/>
                  <a:gd name="T99" fmla="*/ 42 h 44"/>
                  <a:gd name="T100" fmla="*/ 6 w 6"/>
                  <a:gd name="T101" fmla="*/ 44 h 44"/>
                  <a:gd name="T102" fmla="*/ 6 w 6"/>
                  <a:gd name="T103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4">
                    <a:moveTo>
                      <a:pt x="0" y="0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2" y="3"/>
                    </a:lnTo>
                    <a:lnTo>
                      <a:pt x="2" y="5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3" y="9"/>
                    </a:lnTo>
                    <a:lnTo>
                      <a:pt x="3" y="10"/>
                    </a:lnTo>
                    <a:lnTo>
                      <a:pt x="3" y="11"/>
                    </a:lnTo>
                    <a:lnTo>
                      <a:pt x="3" y="11"/>
                    </a:lnTo>
                    <a:lnTo>
                      <a:pt x="3" y="13"/>
                    </a:lnTo>
                    <a:lnTo>
                      <a:pt x="3" y="15"/>
                    </a:lnTo>
                    <a:lnTo>
                      <a:pt x="4" y="17"/>
                    </a:lnTo>
                    <a:lnTo>
                      <a:pt x="4" y="20"/>
                    </a:lnTo>
                    <a:lnTo>
                      <a:pt x="4" y="23"/>
                    </a:lnTo>
                    <a:lnTo>
                      <a:pt x="4" y="24"/>
                    </a:lnTo>
                    <a:lnTo>
                      <a:pt x="4" y="26"/>
                    </a:lnTo>
                    <a:lnTo>
                      <a:pt x="4" y="30"/>
                    </a:lnTo>
                    <a:lnTo>
                      <a:pt x="4" y="32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5" y="35"/>
                    </a:lnTo>
                    <a:lnTo>
                      <a:pt x="5" y="38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40"/>
                    </a:lnTo>
                    <a:lnTo>
                      <a:pt x="5" y="41"/>
                    </a:lnTo>
                    <a:lnTo>
                      <a:pt x="5" y="43"/>
                    </a:lnTo>
                    <a:lnTo>
                      <a:pt x="6" y="44"/>
                    </a:lnTo>
                    <a:lnTo>
                      <a:pt x="6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4"/>
                    </a:lnTo>
                    <a:lnTo>
                      <a:pt x="6" y="4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48" name="Freeform 793"/>
              <p:cNvSpPr/>
              <p:nvPr/>
            </p:nvSpPr>
            <p:spPr bwMode="auto">
              <a:xfrm>
                <a:off x="946" y="2927"/>
                <a:ext cx="7" cy="80"/>
              </a:xfrm>
              <a:custGeom>
                <a:avLst/>
                <a:gdLst>
                  <a:gd name="T0" fmla="*/ 0 w 7"/>
                  <a:gd name="T1" fmla="*/ 80 h 80"/>
                  <a:gd name="T2" fmla="*/ 0 w 7"/>
                  <a:gd name="T3" fmla="*/ 80 h 80"/>
                  <a:gd name="T4" fmla="*/ 0 w 7"/>
                  <a:gd name="T5" fmla="*/ 77 h 80"/>
                  <a:gd name="T6" fmla="*/ 0 w 7"/>
                  <a:gd name="T7" fmla="*/ 74 h 80"/>
                  <a:gd name="T8" fmla="*/ 0 w 7"/>
                  <a:gd name="T9" fmla="*/ 74 h 80"/>
                  <a:gd name="T10" fmla="*/ 1 w 7"/>
                  <a:gd name="T11" fmla="*/ 75 h 80"/>
                  <a:gd name="T12" fmla="*/ 1 w 7"/>
                  <a:gd name="T13" fmla="*/ 75 h 80"/>
                  <a:gd name="T14" fmla="*/ 1 w 7"/>
                  <a:gd name="T15" fmla="*/ 73 h 80"/>
                  <a:gd name="T16" fmla="*/ 1 w 7"/>
                  <a:gd name="T17" fmla="*/ 72 h 80"/>
                  <a:gd name="T18" fmla="*/ 1 w 7"/>
                  <a:gd name="T19" fmla="*/ 72 h 80"/>
                  <a:gd name="T20" fmla="*/ 1 w 7"/>
                  <a:gd name="T21" fmla="*/ 73 h 80"/>
                  <a:gd name="T22" fmla="*/ 1 w 7"/>
                  <a:gd name="T23" fmla="*/ 73 h 80"/>
                  <a:gd name="T24" fmla="*/ 1 w 7"/>
                  <a:gd name="T25" fmla="*/ 73 h 80"/>
                  <a:gd name="T26" fmla="*/ 1 w 7"/>
                  <a:gd name="T27" fmla="*/ 73 h 80"/>
                  <a:gd name="T28" fmla="*/ 2 w 7"/>
                  <a:gd name="T29" fmla="*/ 73 h 80"/>
                  <a:gd name="T30" fmla="*/ 2 w 7"/>
                  <a:gd name="T31" fmla="*/ 74 h 80"/>
                  <a:gd name="T32" fmla="*/ 2 w 7"/>
                  <a:gd name="T33" fmla="*/ 73 h 80"/>
                  <a:gd name="T34" fmla="*/ 2 w 7"/>
                  <a:gd name="T35" fmla="*/ 72 h 80"/>
                  <a:gd name="T36" fmla="*/ 2 w 7"/>
                  <a:gd name="T37" fmla="*/ 72 h 80"/>
                  <a:gd name="T38" fmla="*/ 2 w 7"/>
                  <a:gd name="T39" fmla="*/ 72 h 80"/>
                  <a:gd name="T40" fmla="*/ 3 w 7"/>
                  <a:gd name="T41" fmla="*/ 71 h 80"/>
                  <a:gd name="T42" fmla="*/ 3 w 7"/>
                  <a:gd name="T43" fmla="*/ 69 h 80"/>
                  <a:gd name="T44" fmla="*/ 3 w 7"/>
                  <a:gd name="T45" fmla="*/ 67 h 80"/>
                  <a:gd name="T46" fmla="*/ 3 w 7"/>
                  <a:gd name="T47" fmla="*/ 66 h 80"/>
                  <a:gd name="T48" fmla="*/ 3 w 7"/>
                  <a:gd name="T49" fmla="*/ 65 h 80"/>
                  <a:gd name="T50" fmla="*/ 3 w 7"/>
                  <a:gd name="T51" fmla="*/ 63 h 80"/>
                  <a:gd name="T52" fmla="*/ 3 w 7"/>
                  <a:gd name="T53" fmla="*/ 61 h 80"/>
                  <a:gd name="T54" fmla="*/ 3 w 7"/>
                  <a:gd name="T55" fmla="*/ 59 h 80"/>
                  <a:gd name="T56" fmla="*/ 3 w 7"/>
                  <a:gd name="T57" fmla="*/ 57 h 80"/>
                  <a:gd name="T58" fmla="*/ 4 w 7"/>
                  <a:gd name="T59" fmla="*/ 56 h 80"/>
                  <a:gd name="T60" fmla="*/ 4 w 7"/>
                  <a:gd name="T61" fmla="*/ 54 h 80"/>
                  <a:gd name="T62" fmla="*/ 4 w 7"/>
                  <a:gd name="T63" fmla="*/ 52 h 80"/>
                  <a:gd name="T64" fmla="*/ 4 w 7"/>
                  <a:gd name="T65" fmla="*/ 50 h 80"/>
                  <a:gd name="T66" fmla="*/ 4 w 7"/>
                  <a:gd name="T67" fmla="*/ 48 h 80"/>
                  <a:gd name="T68" fmla="*/ 4 w 7"/>
                  <a:gd name="T69" fmla="*/ 45 h 80"/>
                  <a:gd name="T70" fmla="*/ 5 w 7"/>
                  <a:gd name="T71" fmla="*/ 42 h 80"/>
                  <a:gd name="T72" fmla="*/ 5 w 7"/>
                  <a:gd name="T73" fmla="*/ 39 h 80"/>
                  <a:gd name="T74" fmla="*/ 5 w 7"/>
                  <a:gd name="T75" fmla="*/ 36 h 80"/>
                  <a:gd name="T76" fmla="*/ 5 w 7"/>
                  <a:gd name="T77" fmla="*/ 33 h 80"/>
                  <a:gd name="T78" fmla="*/ 5 w 7"/>
                  <a:gd name="T79" fmla="*/ 30 h 80"/>
                  <a:gd name="T80" fmla="*/ 5 w 7"/>
                  <a:gd name="T81" fmla="*/ 26 h 80"/>
                  <a:gd name="T82" fmla="*/ 5 w 7"/>
                  <a:gd name="T83" fmla="*/ 22 h 80"/>
                  <a:gd name="T84" fmla="*/ 5 w 7"/>
                  <a:gd name="T85" fmla="*/ 20 h 80"/>
                  <a:gd name="T86" fmla="*/ 5 w 7"/>
                  <a:gd name="T87" fmla="*/ 18 h 80"/>
                  <a:gd name="T88" fmla="*/ 6 w 7"/>
                  <a:gd name="T89" fmla="*/ 15 h 80"/>
                  <a:gd name="T90" fmla="*/ 6 w 7"/>
                  <a:gd name="T91" fmla="*/ 11 h 80"/>
                  <a:gd name="T92" fmla="*/ 6 w 7"/>
                  <a:gd name="T93" fmla="*/ 8 h 80"/>
                  <a:gd name="T94" fmla="*/ 6 w 7"/>
                  <a:gd name="T95" fmla="*/ 7 h 80"/>
                  <a:gd name="T96" fmla="*/ 6 w 7"/>
                  <a:gd name="T97" fmla="*/ 5 h 80"/>
                  <a:gd name="T98" fmla="*/ 6 w 7"/>
                  <a:gd name="T99" fmla="*/ 4 h 80"/>
                  <a:gd name="T100" fmla="*/ 7 w 7"/>
                  <a:gd name="T101" fmla="*/ 1 h 80"/>
                  <a:gd name="T102" fmla="*/ 7 w 7"/>
                  <a:gd name="T10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80">
                    <a:moveTo>
                      <a:pt x="0" y="80"/>
                    </a:moveTo>
                    <a:lnTo>
                      <a:pt x="0" y="80"/>
                    </a:lnTo>
                    <a:lnTo>
                      <a:pt x="0" y="77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1" y="75"/>
                    </a:lnTo>
                    <a:lnTo>
                      <a:pt x="1" y="75"/>
                    </a:lnTo>
                    <a:lnTo>
                      <a:pt x="1" y="73"/>
                    </a:lnTo>
                    <a:lnTo>
                      <a:pt x="1" y="72"/>
                    </a:lnTo>
                    <a:lnTo>
                      <a:pt x="1" y="72"/>
                    </a:lnTo>
                    <a:lnTo>
                      <a:pt x="1" y="73"/>
                    </a:lnTo>
                    <a:lnTo>
                      <a:pt x="1" y="73"/>
                    </a:lnTo>
                    <a:lnTo>
                      <a:pt x="1" y="73"/>
                    </a:lnTo>
                    <a:lnTo>
                      <a:pt x="1" y="73"/>
                    </a:lnTo>
                    <a:lnTo>
                      <a:pt x="2" y="73"/>
                    </a:lnTo>
                    <a:lnTo>
                      <a:pt x="2" y="74"/>
                    </a:lnTo>
                    <a:lnTo>
                      <a:pt x="2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3" y="71"/>
                    </a:lnTo>
                    <a:lnTo>
                      <a:pt x="3" y="69"/>
                    </a:lnTo>
                    <a:lnTo>
                      <a:pt x="3" y="67"/>
                    </a:lnTo>
                    <a:lnTo>
                      <a:pt x="3" y="66"/>
                    </a:lnTo>
                    <a:lnTo>
                      <a:pt x="3" y="65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4" y="56"/>
                    </a:lnTo>
                    <a:lnTo>
                      <a:pt x="4" y="54"/>
                    </a:lnTo>
                    <a:lnTo>
                      <a:pt x="4" y="52"/>
                    </a:lnTo>
                    <a:lnTo>
                      <a:pt x="4" y="50"/>
                    </a:lnTo>
                    <a:lnTo>
                      <a:pt x="4" y="48"/>
                    </a:lnTo>
                    <a:lnTo>
                      <a:pt x="4" y="45"/>
                    </a:lnTo>
                    <a:lnTo>
                      <a:pt x="5" y="42"/>
                    </a:lnTo>
                    <a:lnTo>
                      <a:pt x="5" y="39"/>
                    </a:lnTo>
                    <a:lnTo>
                      <a:pt x="5" y="36"/>
                    </a:lnTo>
                    <a:lnTo>
                      <a:pt x="5" y="33"/>
                    </a:lnTo>
                    <a:lnTo>
                      <a:pt x="5" y="30"/>
                    </a:lnTo>
                    <a:lnTo>
                      <a:pt x="5" y="26"/>
                    </a:lnTo>
                    <a:lnTo>
                      <a:pt x="5" y="22"/>
                    </a:lnTo>
                    <a:lnTo>
                      <a:pt x="5" y="20"/>
                    </a:lnTo>
                    <a:lnTo>
                      <a:pt x="5" y="18"/>
                    </a:lnTo>
                    <a:lnTo>
                      <a:pt x="6" y="15"/>
                    </a:lnTo>
                    <a:lnTo>
                      <a:pt x="6" y="11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6" y="5"/>
                    </a:lnTo>
                    <a:lnTo>
                      <a:pt x="6" y="4"/>
                    </a:lnTo>
                    <a:lnTo>
                      <a:pt x="7" y="1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49" name="Freeform 794"/>
              <p:cNvSpPr/>
              <p:nvPr/>
            </p:nvSpPr>
            <p:spPr bwMode="auto">
              <a:xfrm>
                <a:off x="953" y="2922"/>
                <a:ext cx="6" cy="35"/>
              </a:xfrm>
              <a:custGeom>
                <a:avLst/>
                <a:gdLst>
                  <a:gd name="T0" fmla="*/ 0 w 6"/>
                  <a:gd name="T1" fmla="*/ 6 h 35"/>
                  <a:gd name="T2" fmla="*/ 0 w 6"/>
                  <a:gd name="T3" fmla="*/ 5 h 35"/>
                  <a:gd name="T4" fmla="*/ 0 w 6"/>
                  <a:gd name="T5" fmla="*/ 4 h 35"/>
                  <a:gd name="T6" fmla="*/ 0 w 6"/>
                  <a:gd name="T7" fmla="*/ 3 h 35"/>
                  <a:gd name="T8" fmla="*/ 0 w 6"/>
                  <a:gd name="T9" fmla="*/ 2 h 35"/>
                  <a:gd name="T10" fmla="*/ 0 w 6"/>
                  <a:gd name="T11" fmla="*/ 1 h 35"/>
                  <a:gd name="T12" fmla="*/ 0 w 6"/>
                  <a:gd name="T13" fmla="*/ 0 h 35"/>
                  <a:gd name="T14" fmla="*/ 0 w 6"/>
                  <a:gd name="T15" fmla="*/ 0 h 35"/>
                  <a:gd name="T16" fmla="*/ 0 w 6"/>
                  <a:gd name="T17" fmla="*/ 0 h 35"/>
                  <a:gd name="T18" fmla="*/ 0 w 6"/>
                  <a:gd name="T19" fmla="*/ 0 h 35"/>
                  <a:gd name="T20" fmla="*/ 1 w 6"/>
                  <a:gd name="T21" fmla="*/ 0 h 35"/>
                  <a:gd name="T22" fmla="*/ 1 w 6"/>
                  <a:gd name="T23" fmla="*/ 0 h 35"/>
                  <a:gd name="T24" fmla="*/ 1 w 6"/>
                  <a:gd name="T25" fmla="*/ 0 h 35"/>
                  <a:gd name="T26" fmla="*/ 1 w 6"/>
                  <a:gd name="T27" fmla="*/ 2 h 35"/>
                  <a:gd name="T28" fmla="*/ 1 w 6"/>
                  <a:gd name="T29" fmla="*/ 3 h 35"/>
                  <a:gd name="T30" fmla="*/ 1 w 6"/>
                  <a:gd name="T31" fmla="*/ 4 h 35"/>
                  <a:gd name="T32" fmla="*/ 1 w 6"/>
                  <a:gd name="T33" fmla="*/ 5 h 35"/>
                  <a:gd name="T34" fmla="*/ 1 w 6"/>
                  <a:gd name="T35" fmla="*/ 5 h 35"/>
                  <a:gd name="T36" fmla="*/ 1 w 6"/>
                  <a:gd name="T37" fmla="*/ 5 h 35"/>
                  <a:gd name="T38" fmla="*/ 2 w 6"/>
                  <a:gd name="T39" fmla="*/ 5 h 35"/>
                  <a:gd name="T40" fmla="*/ 2 w 6"/>
                  <a:gd name="T41" fmla="*/ 5 h 35"/>
                  <a:gd name="T42" fmla="*/ 2 w 6"/>
                  <a:gd name="T43" fmla="*/ 5 h 35"/>
                  <a:gd name="T44" fmla="*/ 2 w 6"/>
                  <a:gd name="T45" fmla="*/ 4 h 35"/>
                  <a:gd name="T46" fmla="*/ 2 w 6"/>
                  <a:gd name="T47" fmla="*/ 3 h 35"/>
                  <a:gd name="T48" fmla="*/ 2 w 6"/>
                  <a:gd name="T49" fmla="*/ 2 h 35"/>
                  <a:gd name="T50" fmla="*/ 3 w 6"/>
                  <a:gd name="T51" fmla="*/ 1 h 35"/>
                  <a:gd name="T52" fmla="*/ 3 w 6"/>
                  <a:gd name="T53" fmla="*/ 1 h 35"/>
                  <a:gd name="T54" fmla="*/ 3 w 6"/>
                  <a:gd name="T55" fmla="*/ 2 h 35"/>
                  <a:gd name="T56" fmla="*/ 3 w 6"/>
                  <a:gd name="T57" fmla="*/ 2 h 35"/>
                  <a:gd name="T58" fmla="*/ 3 w 6"/>
                  <a:gd name="T59" fmla="*/ 2 h 35"/>
                  <a:gd name="T60" fmla="*/ 3 w 6"/>
                  <a:gd name="T61" fmla="*/ 3 h 35"/>
                  <a:gd name="T62" fmla="*/ 3 w 6"/>
                  <a:gd name="T63" fmla="*/ 4 h 35"/>
                  <a:gd name="T64" fmla="*/ 3 w 6"/>
                  <a:gd name="T65" fmla="*/ 4 h 35"/>
                  <a:gd name="T66" fmla="*/ 3 w 6"/>
                  <a:gd name="T67" fmla="*/ 5 h 35"/>
                  <a:gd name="T68" fmla="*/ 4 w 6"/>
                  <a:gd name="T69" fmla="*/ 6 h 35"/>
                  <a:gd name="T70" fmla="*/ 4 w 6"/>
                  <a:gd name="T71" fmla="*/ 7 h 35"/>
                  <a:gd name="T72" fmla="*/ 4 w 6"/>
                  <a:gd name="T73" fmla="*/ 8 h 35"/>
                  <a:gd name="T74" fmla="*/ 4 w 6"/>
                  <a:gd name="T75" fmla="*/ 8 h 35"/>
                  <a:gd name="T76" fmla="*/ 4 w 6"/>
                  <a:gd name="T77" fmla="*/ 9 h 35"/>
                  <a:gd name="T78" fmla="*/ 4 w 6"/>
                  <a:gd name="T79" fmla="*/ 10 h 35"/>
                  <a:gd name="T80" fmla="*/ 5 w 6"/>
                  <a:gd name="T81" fmla="*/ 12 h 35"/>
                  <a:gd name="T82" fmla="*/ 5 w 6"/>
                  <a:gd name="T83" fmla="*/ 13 h 35"/>
                  <a:gd name="T84" fmla="*/ 5 w 6"/>
                  <a:gd name="T85" fmla="*/ 14 h 35"/>
                  <a:gd name="T86" fmla="*/ 5 w 6"/>
                  <a:gd name="T87" fmla="*/ 16 h 35"/>
                  <a:gd name="T88" fmla="*/ 5 w 6"/>
                  <a:gd name="T89" fmla="*/ 17 h 35"/>
                  <a:gd name="T90" fmla="*/ 5 w 6"/>
                  <a:gd name="T91" fmla="*/ 19 h 35"/>
                  <a:gd name="T92" fmla="*/ 5 w 6"/>
                  <a:gd name="T93" fmla="*/ 22 h 35"/>
                  <a:gd name="T94" fmla="*/ 5 w 6"/>
                  <a:gd name="T95" fmla="*/ 25 h 35"/>
                  <a:gd name="T96" fmla="*/ 5 w 6"/>
                  <a:gd name="T97" fmla="*/ 27 h 35"/>
                  <a:gd name="T98" fmla="*/ 6 w 6"/>
                  <a:gd name="T99" fmla="*/ 30 h 35"/>
                  <a:gd name="T100" fmla="*/ 6 w 6"/>
                  <a:gd name="T101" fmla="*/ 33 h 35"/>
                  <a:gd name="T102" fmla="*/ 6 w 6"/>
                  <a:gd name="T103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5">
                    <a:moveTo>
                      <a:pt x="0" y="6"/>
                    </a:move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4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3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3" y="5"/>
                    </a:lnTo>
                    <a:lnTo>
                      <a:pt x="4" y="6"/>
                    </a:lnTo>
                    <a:lnTo>
                      <a:pt x="4" y="7"/>
                    </a:lnTo>
                    <a:lnTo>
                      <a:pt x="4" y="8"/>
                    </a:lnTo>
                    <a:lnTo>
                      <a:pt x="4" y="8"/>
                    </a:lnTo>
                    <a:lnTo>
                      <a:pt x="4" y="9"/>
                    </a:lnTo>
                    <a:lnTo>
                      <a:pt x="4" y="10"/>
                    </a:lnTo>
                    <a:lnTo>
                      <a:pt x="5" y="12"/>
                    </a:lnTo>
                    <a:lnTo>
                      <a:pt x="5" y="13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5" y="17"/>
                    </a:lnTo>
                    <a:lnTo>
                      <a:pt x="5" y="19"/>
                    </a:lnTo>
                    <a:lnTo>
                      <a:pt x="5" y="22"/>
                    </a:lnTo>
                    <a:lnTo>
                      <a:pt x="5" y="25"/>
                    </a:lnTo>
                    <a:lnTo>
                      <a:pt x="5" y="27"/>
                    </a:lnTo>
                    <a:lnTo>
                      <a:pt x="6" y="30"/>
                    </a:lnTo>
                    <a:lnTo>
                      <a:pt x="6" y="33"/>
                    </a:lnTo>
                    <a:lnTo>
                      <a:pt x="6" y="3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50" name="Freeform 795"/>
              <p:cNvSpPr/>
              <p:nvPr/>
            </p:nvSpPr>
            <p:spPr bwMode="auto">
              <a:xfrm>
                <a:off x="959" y="2955"/>
                <a:ext cx="6" cy="41"/>
              </a:xfrm>
              <a:custGeom>
                <a:avLst/>
                <a:gdLst>
                  <a:gd name="T0" fmla="*/ 0 w 6"/>
                  <a:gd name="T1" fmla="*/ 0 h 41"/>
                  <a:gd name="T2" fmla="*/ 0 w 6"/>
                  <a:gd name="T3" fmla="*/ 2 h 41"/>
                  <a:gd name="T4" fmla="*/ 0 w 6"/>
                  <a:gd name="T5" fmla="*/ 4 h 41"/>
                  <a:gd name="T6" fmla="*/ 0 w 6"/>
                  <a:gd name="T7" fmla="*/ 7 h 41"/>
                  <a:gd name="T8" fmla="*/ 0 w 6"/>
                  <a:gd name="T9" fmla="*/ 9 h 41"/>
                  <a:gd name="T10" fmla="*/ 0 w 6"/>
                  <a:gd name="T11" fmla="*/ 11 h 41"/>
                  <a:gd name="T12" fmla="*/ 0 w 6"/>
                  <a:gd name="T13" fmla="*/ 14 h 41"/>
                  <a:gd name="T14" fmla="*/ 0 w 6"/>
                  <a:gd name="T15" fmla="*/ 16 h 41"/>
                  <a:gd name="T16" fmla="*/ 1 w 6"/>
                  <a:gd name="T17" fmla="*/ 18 h 41"/>
                  <a:gd name="T18" fmla="*/ 1 w 6"/>
                  <a:gd name="T19" fmla="*/ 20 h 41"/>
                  <a:gd name="T20" fmla="*/ 1 w 6"/>
                  <a:gd name="T21" fmla="*/ 22 h 41"/>
                  <a:gd name="T22" fmla="*/ 1 w 6"/>
                  <a:gd name="T23" fmla="*/ 24 h 41"/>
                  <a:gd name="T24" fmla="*/ 1 w 6"/>
                  <a:gd name="T25" fmla="*/ 25 h 41"/>
                  <a:gd name="T26" fmla="*/ 1 w 6"/>
                  <a:gd name="T27" fmla="*/ 26 h 41"/>
                  <a:gd name="T28" fmla="*/ 2 w 6"/>
                  <a:gd name="T29" fmla="*/ 27 h 41"/>
                  <a:gd name="T30" fmla="*/ 2 w 6"/>
                  <a:gd name="T31" fmla="*/ 28 h 41"/>
                  <a:gd name="T32" fmla="*/ 2 w 6"/>
                  <a:gd name="T33" fmla="*/ 28 h 41"/>
                  <a:gd name="T34" fmla="*/ 2 w 6"/>
                  <a:gd name="T35" fmla="*/ 29 h 41"/>
                  <a:gd name="T36" fmla="*/ 2 w 6"/>
                  <a:gd name="T37" fmla="*/ 30 h 41"/>
                  <a:gd name="T38" fmla="*/ 2 w 6"/>
                  <a:gd name="T39" fmla="*/ 30 h 41"/>
                  <a:gd name="T40" fmla="*/ 2 w 6"/>
                  <a:gd name="T41" fmla="*/ 29 h 41"/>
                  <a:gd name="T42" fmla="*/ 2 w 6"/>
                  <a:gd name="T43" fmla="*/ 29 h 41"/>
                  <a:gd name="T44" fmla="*/ 2 w 6"/>
                  <a:gd name="T45" fmla="*/ 28 h 41"/>
                  <a:gd name="T46" fmla="*/ 2 w 6"/>
                  <a:gd name="T47" fmla="*/ 28 h 41"/>
                  <a:gd name="T48" fmla="*/ 3 w 6"/>
                  <a:gd name="T49" fmla="*/ 28 h 41"/>
                  <a:gd name="T50" fmla="*/ 3 w 6"/>
                  <a:gd name="T51" fmla="*/ 28 h 41"/>
                  <a:gd name="T52" fmla="*/ 3 w 6"/>
                  <a:gd name="T53" fmla="*/ 28 h 41"/>
                  <a:gd name="T54" fmla="*/ 3 w 6"/>
                  <a:gd name="T55" fmla="*/ 27 h 41"/>
                  <a:gd name="T56" fmla="*/ 3 w 6"/>
                  <a:gd name="T57" fmla="*/ 28 h 41"/>
                  <a:gd name="T58" fmla="*/ 3 w 6"/>
                  <a:gd name="T59" fmla="*/ 29 h 41"/>
                  <a:gd name="T60" fmla="*/ 4 w 6"/>
                  <a:gd name="T61" fmla="*/ 30 h 41"/>
                  <a:gd name="T62" fmla="*/ 4 w 6"/>
                  <a:gd name="T63" fmla="*/ 32 h 41"/>
                  <a:gd name="T64" fmla="*/ 4 w 6"/>
                  <a:gd name="T65" fmla="*/ 34 h 41"/>
                  <a:gd name="T66" fmla="*/ 4 w 6"/>
                  <a:gd name="T67" fmla="*/ 36 h 41"/>
                  <a:gd name="T68" fmla="*/ 4 w 6"/>
                  <a:gd name="T69" fmla="*/ 38 h 41"/>
                  <a:gd name="T70" fmla="*/ 4 w 6"/>
                  <a:gd name="T71" fmla="*/ 39 h 41"/>
                  <a:gd name="T72" fmla="*/ 4 w 6"/>
                  <a:gd name="T73" fmla="*/ 40 h 41"/>
                  <a:gd name="T74" fmla="*/ 4 w 6"/>
                  <a:gd name="T75" fmla="*/ 41 h 41"/>
                  <a:gd name="T76" fmla="*/ 4 w 6"/>
                  <a:gd name="T77" fmla="*/ 41 h 41"/>
                  <a:gd name="T78" fmla="*/ 5 w 6"/>
                  <a:gd name="T79" fmla="*/ 41 h 41"/>
                  <a:gd name="T80" fmla="*/ 5 w 6"/>
                  <a:gd name="T81" fmla="*/ 41 h 41"/>
                  <a:gd name="T82" fmla="*/ 5 w 6"/>
                  <a:gd name="T83" fmla="*/ 41 h 41"/>
                  <a:gd name="T84" fmla="*/ 5 w 6"/>
                  <a:gd name="T85" fmla="*/ 40 h 41"/>
                  <a:gd name="T86" fmla="*/ 5 w 6"/>
                  <a:gd name="T87" fmla="*/ 40 h 41"/>
                  <a:gd name="T88" fmla="*/ 5 w 6"/>
                  <a:gd name="T89" fmla="*/ 39 h 41"/>
                  <a:gd name="T90" fmla="*/ 5 w 6"/>
                  <a:gd name="T91" fmla="*/ 39 h 41"/>
                  <a:gd name="T92" fmla="*/ 5 w 6"/>
                  <a:gd name="T93" fmla="*/ 38 h 41"/>
                  <a:gd name="T94" fmla="*/ 5 w 6"/>
                  <a:gd name="T95" fmla="*/ 37 h 41"/>
                  <a:gd name="T96" fmla="*/ 6 w 6"/>
                  <a:gd name="T97" fmla="*/ 36 h 41"/>
                  <a:gd name="T98" fmla="*/ 6 w 6"/>
                  <a:gd name="T99" fmla="*/ 35 h 41"/>
                  <a:gd name="T100" fmla="*/ 6 w 6"/>
                  <a:gd name="T101" fmla="*/ 34 h 41"/>
                  <a:gd name="T102" fmla="*/ 6 w 6"/>
                  <a:gd name="T103" fmla="*/ 33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1">
                    <a:moveTo>
                      <a:pt x="0" y="0"/>
                    </a:moveTo>
                    <a:lnTo>
                      <a:pt x="0" y="2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1" y="20"/>
                    </a:lnTo>
                    <a:lnTo>
                      <a:pt x="1" y="22"/>
                    </a:lnTo>
                    <a:lnTo>
                      <a:pt x="1" y="24"/>
                    </a:lnTo>
                    <a:lnTo>
                      <a:pt x="1" y="25"/>
                    </a:lnTo>
                    <a:lnTo>
                      <a:pt x="1" y="26"/>
                    </a:lnTo>
                    <a:lnTo>
                      <a:pt x="2" y="27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9"/>
                    </a:lnTo>
                    <a:lnTo>
                      <a:pt x="2" y="30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3" y="28"/>
                    </a:lnTo>
                    <a:lnTo>
                      <a:pt x="3" y="28"/>
                    </a:lnTo>
                    <a:lnTo>
                      <a:pt x="3" y="28"/>
                    </a:lnTo>
                    <a:lnTo>
                      <a:pt x="3" y="27"/>
                    </a:lnTo>
                    <a:lnTo>
                      <a:pt x="3" y="28"/>
                    </a:lnTo>
                    <a:lnTo>
                      <a:pt x="3" y="29"/>
                    </a:lnTo>
                    <a:lnTo>
                      <a:pt x="4" y="30"/>
                    </a:lnTo>
                    <a:lnTo>
                      <a:pt x="4" y="32"/>
                    </a:lnTo>
                    <a:lnTo>
                      <a:pt x="4" y="34"/>
                    </a:lnTo>
                    <a:lnTo>
                      <a:pt x="4" y="36"/>
                    </a:lnTo>
                    <a:lnTo>
                      <a:pt x="4" y="38"/>
                    </a:lnTo>
                    <a:lnTo>
                      <a:pt x="4" y="39"/>
                    </a:lnTo>
                    <a:lnTo>
                      <a:pt x="4" y="40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5" y="41"/>
                    </a:lnTo>
                    <a:lnTo>
                      <a:pt x="5" y="41"/>
                    </a:lnTo>
                    <a:lnTo>
                      <a:pt x="5" y="41"/>
                    </a:lnTo>
                    <a:lnTo>
                      <a:pt x="5" y="40"/>
                    </a:lnTo>
                    <a:lnTo>
                      <a:pt x="5" y="40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38"/>
                    </a:lnTo>
                    <a:lnTo>
                      <a:pt x="5" y="37"/>
                    </a:lnTo>
                    <a:lnTo>
                      <a:pt x="6" y="36"/>
                    </a:lnTo>
                    <a:lnTo>
                      <a:pt x="6" y="35"/>
                    </a:lnTo>
                    <a:lnTo>
                      <a:pt x="6" y="34"/>
                    </a:lnTo>
                    <a:lnTo>
                      <a:pt x="6" y="3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51" name="Freeform 796"/>
              <p:cNvSpPr/>
              <p:nvPr/>
            </p:nvSpPr>
            <p:spPr bwMode="auto">
              <a:xfrm>
                <a:off x="965" y="2959"/>
                <a:ext cx="6" cy="30"/>
              </a:xfrm>
              <a:custGeom>
                <a:avLst/>
                <a:gdLst>
                  <a:gd name="T0" fmla="*/ 0 w 6"/>
                  <a:gd name="T1" fmla="*/ 30 h 30"/>
                  <a:gd name="T2" fmla="*/ 0 w 6"/>
                  <a:gd name="T3" fmla="*/ 29 h 30"/>
                  <a:gd name="T4" fmla="*/ 0 w 6"/>
                  <a:gd name="T5" fmla="*/ 27 h 30"/>
                  <a:gd name="T6" fmla="*/ 0 w 6"/>
                  <a:gd name="T7" fmla="*/ 25 h 30"/>
                  <a:gd name="T8" fmla="*/ 1 w 6"/>
                  <a:gd name="T9" fmla="*/ 23 h 30"/>
                  <a:gd name="T10" fmla="*/ 1 w 6"/>
                  <a:gd name="T11" fmla="*/ 21 h 30"/>
                  <a:gd name="T12" fmla="*/ 1 w 6"/>
                  <a:gd name="T13" fmla="*/ 20 h 30"/>
                  <a:gd name="T14" fmla="*/ 1 w 6"/>
                  <a:gd name="T15" fmla="*/ 18 h 30"/>
                  <a:gd name="T16" fmla="*/ 1 w 6"/>
                  <a:gd name="T17" fmla="*/ 16 h 30"/>
                  <a:gd name="T18" fmla="*/ 1 w 6"/>
                  <a:gd name="T19" fmla="*/ 15 h 30"/>
                  <a:gd name="T20" fmla="*/ 1 w 6"/>
                  <a:gd name="T21" fmla="*/ 13 h 30"/>
                  <a:gd name="T22" fmla="*/ 1 w 6"/>
                  <a:gd name="T23" fmla="*/ 12 h 30"/>
                  <a:gd name="T24" fmla="*/ 1 w 6"/>
                  <a:gd name="T25" fmla="*/ 10 h 30"/>
                  <a:gd name="T26" fmla="*/ 2 w 6"/>
                  <a:gd name="T27" fmla="*/ 9 h 30"/>
                  <a:gd name="T28" fmla="*/ 2 w 6"/>
                  <a:gd name="T29" fmla="*/ 8 h 30"/>
                  <a:gd name="T30" fmla="*/ 2 w 6"/>
                  <a:gd name="T31" fmla="*/ 8 h 30"/>
                  <a:gd name="T32" fmla="*/ 2 w 6"/>
                  <a:gd name="T33" fmla="*/ 7 h 30"/>
                  <a:gd name="T34" fmla="*/ 2 w 6"/>
                  <a:gd name="T35" fmla="*/ 5 h 30"/>
                  <a:gd name="T36" fmla="*/ 2 w 6"/>
                  <a:gd name="T37" fmla="*/ 4 h 30"/>
                  <a:gd name="T38" fmla="*/ 3 w 6"/>
                  <a:gd name="T39" fmla="*/ 2 h 30"/>
                  <a:gd name="T40" fmla="*/ 3 w 6"/>
                  <a:gd name="T41" fmla="*/ 2 h 30"/>
                  <a:gd name="T42" fmla="*/ 3 w 6"/>
                  <a:gd name="T43" fmla="*/ 2 h 30"/>
                  <a:gd name="T44" fmla="*/ 3 w 6"/>
                  <a:gd name="T45" fmla="*/ 2 h 30"/>
                  <a:gd name="T46" fmla="*/ 3 w 6"/>
                  <a:gd name="T47" fmla="*/ 0 h 30"/>
                  <a:gd name="T48" fmla="*/ 3 w 6"/>
                  <a:gd name="T49" fmla="*/ 1 h 30"/>
                  <a:gd name="T50" fmla="*/ 3 w 6"/>
                  <a:gd name="T51" fmla="*/ 2 h 30"/>
                  <a:gd name="T52" fmla="*/ 3 w 6"/>
                  <a:gd name="T53" fmla="*/ 4 h 30"/>
                  <a:gd name="T54" fmla="*/ 3 w 6"/>
                  <a:gd name="T55" fmla="*/ 5 h 30"/>
                  <a:gd name="T56" fmla="*/ 4 w 6"/>
                  <a:gd name="T57" fmla="*/ 7 h 30"/>
                  <a:gd name="T58" fmla="*/ 4 w 6"/>
                  <a:gd name="T59" fmla="*/ 9 h 30"/>
                  <a:gd name="T60" fmla="*/ 4 w 6"/>
                  <a:gd name="T61" fmla="*/ 10 h 30"/>
                  <a:gd name="T62" fmla="*/ 4 w 6"/>
                  <a:gd name="T63" fmla="*/ 12 h 30"/>
                  <a:gd name="T64" fmla="*/ 4 w 6"/>
                  <a:gd name="T65" fmla="*/ 15 h 30"/>
                  <a:gd name="T66" fmla="*/ 4 w 6"/>
                  <a:gd name="T67" fmla="*/ 16 h 30"/>
                  <a:gd name="T68" fmla="*/ 4 w 6"/>
                  <a:gd name="T69" fmla="*/ 16 h 30"/>
                  <a:gd name="T70" fmla="*/ 4 w 6"/>
                  <a:gd name="T71" fmla="*/ 18 h 30"/>
                  <a:gd name="T72" fmla="*/ 4 w 6"/>
                  <a:gd name="T73" fmla="*/ 20 h 30"/>
                  <a:gd name="T74" fmla="*/ 5 w 6"/>
                  <a:gd name="T75" fmla="*/ 20 h 30"/>
                  <a:gd name="T76" fmla="*/ 5 w 6"/>
                  <a:gd name="T77" fmla="*/ 19 h 30"/>
                  <a:gd name="T78" fmla="*/ 5 w 6"/>
                  <a:gd name="T79" fmla="*/ 20 h 30"/>
                  <a:gd name="T80" fmla="*/ 5 w 6"/>
                  <a:gd name="T81" fmla="*/ 21 h 30"/>
                  <a:gd name="T82" fmla="*/ 5 w 6"/>
                  <a:gd name="T83" fmla="*/ 21 h 30"/>
                  <a:gd name="T84" fmla="*/ 5 w 6"/>
                  <a:gd name="T85" fmla="*/ 20 h 30"/>
                  <a:gd name="T86" fmla="*/ 5 w 6"/>
                  <a:gd name="T87" fmla="*/ 18 h 30"/>
                  <a:gd name="T88" fmla="*/ 6 w 6"/>
                  <a:gd name="T89" fmla="*/ 17 h 30"/>
                  <a:gd name="T90" fmla="*/ 6 w 6"/>
                  <a:gd name="T91" fmla="*/ 17 h 30"/>
                  <a:gd name="T92" fmla="*/ 6 w 6"/>
                  <a:gd name="T93" fmla="*/ 19 h 30"/>
                  <a:gd name="T94" fmla="*/ 6 w 6"/>
                  <a:gd name="T95" fmla="*/ 19 h 30"/>
                  <a:gd name="T96" fmla="*/ 6 w 6"/>
                  <a:gd name="T97" fmla="*/ 18 h 30"/>
                  <a:gd name="T98" fmla="*/ 6 w 6"/>
                  <a:gd name="T99" fmla="*/ 18 h 30"/>
                  <a:gd name="T100" fmla="*/ 6 w 6"/>
                  <a:gd name="T101" fmla="*/ 20 h 30"/>
                  <a:gd name="T102" fmla="*/ 6 w 6"/>
                  <a:gd name="T103" fmla="*/ 2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0">
                    <a:moveTo>
                      <a:pt x="0" y="30"/>
                    </a:moveTo>
                    <a:lnTo>
                      <a:pt x="0" y="29"/>
                    </a:lnTo>
                    <a:lnTo>
                      <a:pt x="0" y="27"/>
                    </a:lnTo>
                    <a:lnTo>
                      <a:pt x="0" y="25"/>
                    </a:lnTo>
                    <a:lnTo>
                      <a:pt x="1" y="23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8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1" y="10"/>
                    </a:lnTo>
                    <a:lnTo>
                      <a:pt x="2" y="9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2" y="4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3" y="4"/>
                    </a:lnTo>
                    <a:lnTo>
                      <a:pt x="3" y="5"/>
                    </a:lnTo>
                    <a:lnTo>
                      <a:pt x="4" y="7"/>
                    </a:lnTo>
                    <a:lnTo>
                      <a:pt x="4" y="9"/>
                    </a:lnTo>
                    <a:lnTo>
                      <a:pt x="4" y="10"/>
                    </a:lnTo>
                    <a:lnTo>
                      <a:pt x="4" y="12"/>
                    </a:lnTo>
                    <a:lnTo>
                      <a:pt x="4" y="15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8"/>
                    </a:lnTo>
                    <a:lnTo>
                      <a:pt x="4" y="20"/>
                    </a:lnTo>
                    <a:lnTo>
                      <a:pt x="5" y="20"/>
                    </a:lnTo>
                    <a:lnTo>
                      <a:pt x="5" y="19"/>
                    </a:lnTo>
                    <a:lnTo>
                      <a:pt x="5" y="20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5" y="18"/>
                    </a:lnTo>
                    <a:lnTo>
                      <a:pt x="6" y="17"/>
                    </a:lnTo>
                    <a:lnTo>
                      <a:pt x="6" y="17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6" y="20"/>
                    </a:lnTo>
                    <a:lnTo>
                      <a:pt x="6" y="2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52" name="Freeform 797"/>
              <p:cNvSpPr/>
              <p:nvPr/>
            </p:nvSpPr>
            <p:spPr bwMode="auto">
              <a:xfrm>
                <a:off x="971" y="2979"/>
                <a:ext cx="7" cy="33"/>
              </a:xfrm>
              <a:custGeom>
                <a:avLst/>
                <a:gdLst>
                  <a:gd name="T0" fmla="*/ 0 w 7"/>
                  <a:gd name="T1" fmla="*/ 0 h 33"/>
                  <a:gd name="T2" fmla="*/ 0 w 7"/>
                  <a:gd name="T3" fmla="*/ 2 h 33"/>
                  <a:gd name="T4" fmla="*/ 0 w 7"/>
                  <a:gd name="T5" fmla="*/ 2 h 33"/>
                  <a:gd name="T6" fmla="*/ 1 w 7"/>
                  <a:gd name="T7" fmla="*/ 2 h 33"/>
                  <a:gd name="T8" fmla="*/ 1 w 7"/>
                  <a:gd name="T9" fmla="*/ 2 h 33"/>
                  <a:gd name="T10" fmla="*/ 1 w 7"/>
                  <a:gd name="T11" fmla="*/ 3 h 33"/>
                  <a:gd name="T12" fmla="*/ 1 w 7"/>
                  <a:gd name="T13" fmla="*/ 4 h 33"/>
                  <a:gd name="T14" fmla="*/ 1 w 7"/>
                  <a:gd name="T15" fmla="*/ 4 h 33"/>
                  <a:gd name="T16" fmla="*/ 1 w 7"/>
                  <a:gd name="T17" fmla="*/ 4 h 33"/>
                  <a:gd name="T18" fmla="*/ 2 w 7"/>
                  <a:gd name="T19" fmla="*/ 5 h 33"/>
                  <a:gd name="T20" fmla="*/ 2 w 7"/>
                  <a:gd name="T21" fmla="*/ 7 h 33"/>
                  <a:gd name="T22" fmla="*/ 2 w 7"/>
                  <a:gd name="T23" fmla="*/ 9 h 33"/>
                  <a:gd name="T24" fmla="*/ 2 w 7"/>
                  <a:gd name="T25" fmla="*/ 10 h 33"/>
                  <a:gd name="T26" fmla="*/ 2 w 7"/>
                  <a:gd name="T27" fmla="*/ 10 h 33"/>
                  <a:gd name="T28" fmla="*/ 2 w 7"/>
                  <a:gd name="T29" fmla="*/ 12 h 33"/>
                  <a:gd name="T30" fmla="*/ 2 w 7"/>
                  <a:gd name="T31" fmla="*/ 17 h 33"/>
                  <a:gd name="T32" fmla="*/ 2 w 7"/>
                  <a:gd name="T33" fmla="*/ 21 h 33"/>
                  <a:gd name="T34" fmla="*/ 2 w 7"/>
                  <a:gd name="T35" fmla="*/ 22 h 33"/>
                  <a:gd name="T36" fmla="*/ 3 w 7"/>
                  <a:gd name="T37" fmla="*/ 21 h 33"/>
                  <a:gd name="T38" fmla="*/ 3 w 7"/>
                  <a:gd name="T39" fmla="*/ 23 h 33"/>
                  <a:gd name="T40" fmla="*/ 3 w 7"/>
                  <a:gd name="T41" fmla="*/ 25 h 33"/>
                  <a:gd name="T42" fmla="*/ 3 w 7"/>
                  <a:gd name="T43" fmla="*/ 27 h 33"/>
                  <a:gd name="T44" fmla="*/ 3 w 7"/>
                  <a:gd name="T45" fmla="*/ 29 h 33"/>
                  <a:gd name="T46" fmla="*/ 3 w 7"/>
                  <a:gd name="T47" fmla="*/ 29 h 33"/>
                  <a:gd name="T48" fmla="*/ 3 w 7"/>
                  <a:gd name="T49" fmla="*/ 29 h 33"/>
                  <a:gd name="T50" fmla="*/ 3 w 7"/>
                  <a:gd name="T51" fmla="*/ 31 h 33"/>
                  <a:gd name="T52" fmla="*/ 3 w 7"/>
                  <a:gd name="T53" fmla="*/ 32 h 33"/>
                  <a:gd name="T54" fmla="*/ 4 w 7"/>
                  <a:gd name="T55" fmla="*/ 32 h 33"/>
                  <a:gd name="T56" fmla="*/ 4 w 7"/>
                  <a:gd name="T57" fmla="*/ 31 h 33"/>
                  <a:gd name="T58" fmla="*/ 4 w 7"/>
                  <a:gd name="T59" fmla="*/ 31 h 33"/>
                  <a:gd name="T60" fmla="*/ 4 w 7"/>
                  <a:gd name="T61" fmla="*/ 32 h 33"/>
                  <a:gd name="T62" fmla="*/ 4 w 7"/>
                  <a:gd name="T63" fmla="*/ 33 h 33"/>
                  <a:gd name="T64" fmla="*/ 4 w 7"/>
                  <a:gd name="T65" fmla="*/ 31 h 33"/>
                  <a:gd name="T66" fmla="*/ 5 w 7"/>
                  <a:gd name="T67" fmla="*/ 27 h 33"/>
                  <a:gd name="T68" fmla="*/ 5 w 7"/>
                  <a:gd name="T69" fmla="*/ 25 h 33"/>
                  <a:gd name="T70" fmla="*/ 5 w 7"/>
                  <a:gd name="T71" fmla="*/ 25 h 33"/>
                  <a:gd name="T72" fmla="*/ 5 w 7"/>
                  <a:gd name="T73" fmla="*/ 24 h 33"/>
                  <a:gd name="T74" fmla="*/ 5 w 7"/>
                  <a:gd name="T75" fmla="*/ 21 h 33"/>
                  <a:gd name="T76" fmla="*/ 5 w 7"/>
                  <a:gd name="T77" fmla="*/ 17 h 33"/>
                  <a:gd name="T78" fmla="*/ 5 w 7"/>
                  <a:gd name="T79" fmla="*/ 15 h 33"/>
                  <a:gd name="T80" fmla="*/ 5 w 7"/>
                  <a:gd name="T81" fmla="*/ 13 h 33"/>
                  <a:gd name="T82" fmla="*/ 5 w 7"/>
                  <a:gd name="T83" fmla="*/ 12 h 33"/>
                  <a:gd name="T84" fmla="*/ 6 w 7"/>
                  <a:gd name="T85" fmla="*/ 10 h 33"/>
                  <a:gd name="T86" fmla="*/ 6 w 7"/>
                  <a:gd name="T87" fmla="*/ 7 h 33"/>
                  <a:gd name="T88" fmla="*/ 6 w 7"/>
                  <a:gd name="T89" fmla="*/ 5 h 33"/>
                  <a:gd name="T90" fmla="*/ 6 w 7"/>
                  <a:gd name="T91" fmla="*/ 5 h 33"/>
                  <a:gd name="T92" fmla="*/ 6 w 7"/>
                  <a:gd name="T93" fmla="*/ 5 h 33"/>
                  <a:gd name="T94" fmla="*/ 6 w 7"/>
                  <a:gd name="T95" fmla="*/ 2 h 33"/>
                  <a:gd name="T96" fmla="*/ 7 w 7"/>
                  <a:gd name="T97" fmla="*/ 0 h 33"/>
                  <a:gd name="T98" fmla="*/ 7 w 7"/>
                  <a:gd name="T99" fmla="*/ 0 h 33"/>
                  <a:gd name="T100" fmla="*/ 7 w 7"/>
                  <a:gd name="T101" fmla="*/ 1 h 33"/>
                  <a:gd name="T102" fmla="*/ 7 w 7"/>
                  <a:gd name="T103" fmla="*/ 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33">
                    <a:moveTo>
                      <a:pt x="0" y="0"/>
                    </a:moveTo>
                    <a:lnTo>
                      <a:pt x="0" y="2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12"/>
                    </a:lnTo>
                    <a:lnTo>
                      <a:pt x="2" y="17"/>
                    </a:lnTo>
                    <a:lnTo>
                      <a:pt x="2" y="21"/>
                    </a:lnTo>
                    <a:lnTo>
                      <a:pt x="2" y="22"/>
                    </a:lnTo>
                    <a:lnTo>
                      <a:pt x="3" y="21"/>
                    </a:lnTo>
                    <a:lnTo>
                      <a:pt x="3" y="23"/>
                    </a:lnTo>
                    <a:lnTo>
                      <a:pt x="3" y="25"/>
                    </a:lnTo>
                    <a:lnTo>
                      <a:pt x="3" y="27"/>
                    </a:lnTo>
                    <a:lnTo>
                      <a:pt x="3" y="29"/>
                    </a:lnTo>
                    <a:lnTo>
                      <a:pt x="3" y="29"/>
                    </a:lnTo>
                    <a:lnTo>
                      <a:pt x="3" y="29"/>
                    </a:lnTo>
                    <a:lnTo>
                      <a:pt x="3" y="31"/>
                    </a:lnTo>
                    <a:lnTo>
                      <a:pt x="3" y="32"/>
                    </a:lnTo>
                    <a:lnTo>
                      <a:pt x="4" y="32"/>
                    </a:lnTo>
                    <a:lnTo>
                      <a:pt x="4" y="31"/>
                    </a:lnTo>
                    <a:lnTo>
                      <a:pt x="4" y="31"/>
                    </a:lnTo>
                    <a:lnTo>
                      <a:pt x="4" y="32"/>
                    </a:lnTo>
                    <a:lnTo>
                      <a:pt x="4" y="33"/>
                    </a:lnTo>
                    <a:lnTo>
                      <a:pt x="4" y="31"/>
                    </a:lnTo>
                    <a:lnTo>
                      <a:pt x="5" y="27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5" y="24"/>
                    </a:lnTo>
                    <a:lnTo>
                      <a:pt x="5" y="21"/>
                    </a:lnTo>
                    <a:lnTo>
                      <a:pt x="5" y="17"/>
                    </a:lnTo>
                    <a:lnTo>
                      <a:pt x="5" y="15"/>
                    </a:lnTo>
                    <a:lnTo>
                      <a:pt x="5" y="13"/>
                    </a:lnTo>
                    <a:lnTo>
                      <a:pt x="5" y="12"/>
                    </a:lnTo>
                    <a:lnTo>
                      <a:pt x="6" y="10"/>
                    </a:lnTo>
                    <a:lnTo>
                      <a:pt x="6" y="7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2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7" y="1"/>
                    </a:lnTo>
                    <a:lnTo>
                      <a:pt x="7" y="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53" name="Freeform 798"/>
              <p:cNvSpPr/>
              <p:nvPr/>
            </p:nvSpPr>
            <p:spPr bwMode="auto">
              <a:xfrm>
                <a:off x="978" y="2894"/>
                <a:ext cx="6" cy="87"/>
              </a:xfrm>
              <a:custGeom>
                <a:avLst/>
                <a:gdLst>
                  <a:gd name="T0" fmla="*/ 0 w 6"/>
                  <a:gd name="T1" fmla="*/ 86 h 87"/>
                  <a:gd name="T2" fmla="*/ 0 w 6"/>
                  <a:gd name="T3" fmla="*/ 87 h 87"/>
                  <a:gd name="T4" fmla="*/ 0 w 6"/>
                  <a:gd name="T5" fmla="*/ 85 h 87"/>
                  <a:gd name="T6" fmla="*/ 0 w 6"/>
                  <a:gd name="T7" fmla="*/ 84 h 87"/>
                  <a:gd name="T8" fmla="*/ 0 w 6"/>
                  <a:gd name="T9" fmla="*/ 82 h 87"/>
                  <a:gd name="T10" fmla="*/ 0 w 6"/>
                  <a:gd name="T11" fmla="*/ 83 h 87"/>
                  <a:gd name="T12" fmla="*/ 0 w 6"/>
                  <a:gd name="T13" fmla="*/ 84 h 87"/>
                  <a:gd name="T14" fmla="*/ 0 w 6"/>
                  <a:gd name="T15" fmla="*/ 82 h 87"/>
                  <a:gd name="T16" fmla="*/ 1 w 6"/>
                  <a:gd name="T17" fmla="*/ 78 h 87"/>
                  <a:gd name="T18" fmla="*/ 1 w 6"/>
                  <a:gd name="T19" fmla="*/ 75 h 87"/>
                  <a:gd name="T20" fmla="*/ 1 w 6"/>
                  <a:gd name="T21" fmla="*/ 75 h 87"/>
                  <a:gd name="T22" fmla="*/ 1 w 6"/>
                  <a:gd name="T23" fmla="*/ 74 h 87"/>
                  <a:gd name="T24" fmla="*/ 1 w 6"/>
                  <a:gd name="T25" fmla="*/ 72 h 87"/>
                  <a:gd name="T26" fmla="*/ 1 w 6"/>
                  <a:gd name="T27" fmla="*/ 69 h 87"/>
                  <a:gd name="T28" fmla="*/ 1 w 6"/>
                  <a:gd name="T29" fmla="*/ 67 h 87"/>
                  <a:gd name="T30" fmla="*/ 1 w 6"/>
                  <a:gd name="T31" fmla="*/ 65 h 87"/>
                  <a:gd name="T32" fmla="*/ 1 w 6"/>
                  <a:gd name="T33" fmla="*/ 64 h 87"/>
                  <a:gd name="T34" fmla="*/ 2 w 6"/>
                  <a:gd name="T35" fmla="*/ 62 h 87"/>
                  <a:gd name="T36" fmla="*/ 2 w 6"/>
                  <a:gd name="T37" fmla="*/ 58 h 87"/>
                  <a:gd name="T38" fmla="*/ 2 w 6"/>
                  <a:gd name="T39" fmla="*/ 56 h 87"/>
                  <a:gd name="T40" fmla="*/ 2 w 6"/>
                  <a:gd name="T41" fmla="*/ 55 h 87"/>
                  <a:gd name="T42" fmla="*/ 2 w 6"/>
                  <a:gd name="T43" fmla="*/ 53 h 87"/>
                  <a:gd name="T44" fmla="*/ 2 w 6"/>
                  <a:gd name="T45" fmla="*/ 49 h 87"/>
                  <a:gd name="T46" fmla="*/ 3 w 6"/>
                  <a:gd name="T47" fmla="*/ 44 h 87"/>
                  <a:gd name="T48" fmla="*/ 3 w 6"/>
                  <a:gd name="T49" fmla="*/ 40 h 87"/>
                  <a:gd name="T50" fmla="*/ 3 w 6"/>
                  <a:gd name="T51" fmla="*/ 38 h 87"/>
                  <a:gd name="T52" fmla="*/ 3 w 6"/>
                  <a:gd name="T53" fmla="*/ 36 h 87"/>
                  <a:gd name="T54" fmla="*/ 3 w 6"/>
                  <a:gd name="T55" fmla="*/ 32 h 87"/>
                  <a:gd name="T56" fmla="*/ 3 w 6"/>
                  <a:gd name="T57" fmla="*/ 28 h 87"/>
                  <a:gd name="T58" fmla="*/ 3 w 6"/>
                  <a:gd name="T59" fmla="*/ 25 h 87"/>
                  <a:gd name="T60" fmla="*/ 3 w 6"/>
                  <a:gd name="T61" fmla="*/ 22 h 87"/>
                  <a:gd name="T62" fmla="*/ 3 w 6"/>
                  <a:gd name="T63" fmla="*/ 20 h 87"/>
                  <a:gd name="T64" fmla="*/ 4 w 6"/>
                  <a:gd name="T65" fmla="*/ 18 h 87"/>
                  <a:gd name="T66" fmla="*/ 4 w 6"/>
                  <a:gd name="T67" fmla="*/ 15 h 87"/>
                  <a:gd name="T68" fmla="*/ 4 w 6"/>
                  <a:gd name="T69" fmla="*/ 12 h 87"/>
                  <a:gd name="T70" fmla="*/ 4 w 6"/>
                  <a:gd name="T71" fmla="*/ 10 h 87"/>
                  <a:gd name="T72" fmla="*/ 4 w 6"/>
                  <a:gd name="T73" fmla="*/ 8 h 87"/>
                  <a:gd name="T74" fmla="*/ 4 w 6"/>
                  <a:gd name="T75" fmla="*/ 5 h 87"/>
                  <a:gd name="T76" fmla="*/ 5 w 6"/>
                  <a:gd name="T77" fmla="*/ 1 h 87"/>
                  <a:gd name="T78" fmla="*/ 5 w 6"/>
                  <a:gd name="T79" fmla="*/ 0 h 87"/>
                  <a:gd name="T80" fmla="*/ 5 w 6"/>
                  <a:gd name="T81" fmla="*/ 0 h 87"/>
                  <a:gd name="T82" fmla="*/ 5 w 6"/>
                  <a:gd name="T83" fmla="*/ 1 h 87"/>
                  <a:gd name="T84" fmla="*/ 5 w 6"/>
                  <a:gd name="T85" fmla="*/ 0 h 87"/>
                  <a:gd name="T86" fmla="*/ 5 w 6"/>
                  <a:gd name="T87" fmla="*/ 0 h 87"/>
                  <a:gd name="T88" fmla="*/ 5 w 6"/>
                  <a:gd name="T89" fmla="*/ 1 h 87"/>
                  <a:gd name="T90" fmla="*/ 5 w 6"/>
                  <a:gd name="T91" fmla="*/ 3 h 87"/>
                  <a:gd name="T92" fmla="*/ 5 w 6"/>
                  <a:gd name="T93" fmla="*/ 6 h 87"/>
                  <a:gd name="T94" fmla="*/ 6 w 6"/>
                  <a:gd name="T95" fmla="*/ 8 h 87"/>
                  <a:gd name="T96" fmla="*/ 6 w 6"/>
                  <a:gd name="T97" fmla="*/ 10 h 87"/>
                  <a:gd name="T98" fmla="*/ 6 w 6"/>
                  <a:gd name="T99" fmla="*/ 12 h 87"/>
                  <a:gd name="T100" fmla="*/ 6 w 6"/>
                  <a:gd name="T101" fmla="*/ 15 h 87"/>
                  <a:gd name="T102" fmla="*/ 6 w 6"/>
                  <a:gd name="T103" fmla="*/ 1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7">
                    <a:moveTo>
                      <a:pt x="0" y="86"/>
                    </a:moveTo>
                    <a:lnTo>
                      <a:pt x="0" y="87"/>
                    </a:lnTo>
                    <a:lnTo>
                      <a:pt x="0" y="85"/>
                    </a:lnTo>
                    <a:lnTo>
                      <a:pt x="0" y="84"/>
                    </a:lnTo>
                    <a:lnTo>
                      <a:pt x="0" y="82"/>
                    </a:lnTo>
                    <a:lnTo>
                      <a:pt x="0" y="83"/>
                    </a:lnTo>
                    <a:lnTo>
                      <a:pt x="0" y="84"/>
                    </a:lnTo>
                    <a:lnTo>
                      <a:pt x="0" y="82"/>
                    </a:lnTo>
                    <a:lnTo>
                      <a:pt x="1" y="78"/>
                    </a:lnTo>
                    <a:lnTo>
                      <a:pt x="1" y="75"/>
                    </a:lnTo>
                    <a:lnTo>
                      <a:pt x="1" y="75"/>
                    </a:lnTo>
                    <a:lnTo>
                      <a:pt x="1" y="74"/>
                    </a:lnTo>
                    <a:lnTo>
                      <a:pt x="1" y="72"/>
                    </a:lnTo>
                    <a:lnTo>
                      <a:pt x="1" y="69"/>
                    </a:lnTo>
                    <a:lnTo>
                      <a:pt x="1" y="67"/>
                    </a:lnTo>
                    <a:lnTo>
                      <a:pt x="1" y="65"/>
                    </a:lnTo>
                    <a:lnTo>
                      <a:pt x="1" y="64"/>
                    </a:lnTo>
                    <a:lnTo>
                      <a:pt x="2" y="62"/>
                    </a:lnTo>
                    <a:lnTo>
                      <a:pt x="2" y="58"/>
                    </a:lnTo>
                    <a:lnTo>
                      <a:pt x="2" y="56"/>
                    </a:lnTo>
                    <a:lnTo>
                      <a:pt x="2" y="55"/>
                    </a:lnTo>
                    <a:lnTo>
                      <a:pt x="2" y="53"/>
                    </a:lnTo>
                    <a:lnTo>
                      <a:pt x="2" y="49"/>
                    </a:lnTo>
                    <a:lnTo>
                      <a:pt x="3" y="44"/>
                    </a:lnTo>
                    <a:lnTo>
                      <a:pt x="3" y="40"/>
                    </a:lnTo>
                    <a:lnTo>
                      <a:pt x="3" y="38"/>
                    </a:lnTo>
                    <a:lnTo>
                      <a:pt x="3" y="36"/>
                    </a:lnTo>
                    <a:lnTo>
                      <a:pt x="3" y="32"/>
                    </a:lnTo>
                    <a:lnTo>
                      <a:pt x="3" y="28"/>
                    </a:lnTo>
                    <a:lnTo>
                      <a:pt x="3" y="25"/>
                    </a:lnTo>
                    <a:lnTo>
                      <a:pt x="3" y="22"/>
                    </a:lnTo>
                    <a:lnTo>
                      <a:pt x="3" y="20"/>
                    </a:lnTo>
                    <a:lnTo>
                      <a:pt x="4" y="18"/>
                    </a:lnTo>
                    <a:lnTo>
                      <a:pt x="4" y="15"/>
                    </a:lnTo>
                    <a:lnTo>
                      <a:pt x="4" y="12"/>
                    </a:lnTo>
                    <a:lnTo>
                      <a:pt x="4" y="10"/>
                    </a:lnTo>
                    <a:lnTo>
                      <a:pt x="4" y="8"/>
                    </a:lnTo>
                    <a:lnTo>
                      <a:pt x="4" y="5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5" y="3"/>
                    </a:lnTo>
                    <a:lnTo>
                      <a:pt x="5" y="6"/>
                    </a:lnTo>
                    <a:lnTo>
                      <a:pt x="6" y="8"/>
                    </a:lnTo>
                    <a:lnTo>
                      <a:pt x="6" y="10"/>
                    </a:lnTo>
                    <a:lnTo>
                      <a:pt x="6" y="12"/>
                    </a:lnTo>
                    <a:lnTo>
                      <a:pt x="6" y="15"/>
                    </a:lnTo>
                    <a:lnTo>
                      <a:pt x="6" y="1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54" name="Freeform 799"/>
              <p:cNvSpPr/>
              <p:nvPr/>
            </p:nvSpPr>
            <p:spPr bwMode="auto">
              <a:xfrm>
                <a:off x="984" y="2909"/>
                <a:ext cx="6" cy="80"/>
              </a:xfrm>
              <a:custGeom>
                <a:avLst/>
                <a:gdLst>
                  <a:gd name="T0" fmla="*/ 0 w 6"/>
                  <a:gd name="T1" fmla="*/ 0 h 80"/>
                  <a:gd name="T2" fmla="*/ 0 w 6"/>
                  <a:gd name="T3" fmla="*/ 2 h 80"/>
                  <a:gd name="T4" fmla="*/ 0 w 6"/>
                  <a:gd name="T5" fmla="*/ 3 h 80"/>
                  <a:gd name="T6" fmla="*/ 0 w 6"/>
                  <a:gd name="T7" fmla="*/ 4 h 80"/>
                  <a:gd name="T8" fmla="*/ 0 w 6"/>
                  <a:gd name="T9" fmla="*/ 6 h 80"/>
                  <a:gd name="T10" fmla="*/ 0 w 6"/>
                  <a:gd name="T11" fmla="*/ 8 h 80"/>
                  <a:gd name="T12" fmla="*/ 1 w 6"/>
                  <a:gd name="T13" fmla="*/ 10 h 80"/>
                  <a:gd name="T14" fmla="*/ 1 w 6"/>
                  <a:gd name="T15" fmla="*/ 10 h 80"/>
                  <a:gd name="T16" fmla="*/ 1 w 6"/>
                  <a:gd name="T17" fmla="*/ 10 h 80"/>
                  <a:gd name="T18" fmla="*/ 1 w 6"/>
                  <a:gd name="T19" fmla="*/ 10 h 80"/>
                  <a:gd name="T20" fmla="*/ 1 w 6"/>
                  <a:gd name="T21" fmla="*/ 11 h 80"/>
                  <a:gd name="T22" fmla="*/ 1 w 6"/>
                  <a:gd name="T23" fmla="*/ 12 h 80"/>
                  <a:gd name="T24" fmla="*/ 2 w 6"/>
                  <a:gd name="T25" fmla="*/ 11 h 80"/>
                  <a:gd name="T26" fmla="*/ 2 w 6"/>
                  <a:gd name="T27" fmla="*/ 10 h 80"/>
                  <a:gd name="T28" fmla="*/ 2 w 6"/>
                  <a:gd name="T29" fmla="*/ 10 h 80"/>
                  <a:gd name="T30" fmla="*/ 2 w 6"/>
                  <a:gd name="T31" fmla="*/ 12 h 80"/>
                  <a:gd name="T32" fmla="*/ 2 w 6"/>
                  <a:gd name="T33" fmla="*/ 13 h 80"/>
                  <a:gd name="T34" fmla="*/ 2 w 6"/>
                  <a:gd name="T35" fmla="*/ 15 h 80"/>
                  <a:gd name="T36" fmla="*/ 2 w 6"/>
                  <a:gd name="T37" fmla="*/ 16 h 80"/>
                  <a:gd name="T38" fmla="*/ 2 w 6"/>
                  <a:gd name="T39" fmla="*/ 17 h 80"/>
                  <a:gd name="T40" fmla="*/ 2 w 6"/>
                  <a:gd name="T41" fmla="*/ 19 h 80"/>
                  <a:gd name="T42" fmla="*/ 3 w 6"/>
                  <a:gd name="T43" fmla="*/ 21 h 80"/>
                  <a:gd name="T44" fmla="*/ 3 w 6"/>
                  <a:gd name="T45" fmla="*/ 22 h 80"/>
                  <a:gd name="T46" fmla="*/ 3 w 6"/>
                  <a:gd name="T47" fmla="*/ 23 h 80"/>
                  <a:gd name="T48" fmla="*/ 3 w 6"/>
                  <a:gd name="T49" fmla="*/ 24 h 80"/>
                  <a:gd name="T50" fmla="*/ 3 w 6"/>
                  <a:gd name="T51" fmla="*/ 25 h 80"/>
                  <a:gd name="T52" fmla="*/ 3 w 6"/>
                  <a:gd name="T53" fmla="*/ 27 h 80"/>
                  <a:gd name="T54" fmla="*/ 3 w 6"/>
                  <a:gd name="T55" fmla="*/ 28 h 80"/>
                  <a:gd name="T56" fmla="*/ 4 w 6"/>
                  <a:gd name="T57" fmla="*/ 29 h 80"/>
                  <a:gd name="T58" fmla="*/ 4 w 6"/>
                  <a:gd name="T59" fmla="*/ 32 h 80"/>
                  <a:gd name="T60" fmla="*/ 4 w 6"/>
                  <a:gd name="T61" fmla="*/ 35 h 80"/>
                  <a:gd name="T62" fmla="*/ 4 w 6"/>
                  <a:gd name="T63" fmla="*/ 38 h 80"/>
                  <a:gd name="T64" fmla="*/ 4 w 6"/>
                  <a:gd name="T65" fmla="*/ 40 h 80"/>
                  <a:gd name="T66" fmla="*/ 4 w 6"/>
                  <a:gd name="T67" fmla="*/ 43 h 80"/>
                  <a:gd name="T68" fmla="*/ 4 w 6"/>
                  <a:gd name="T69" fmla="*/ 45 h 80"/>
                  <a:gd name="T70" fmla="*/ 4 w 6"/>
                  <a:gd name="T71" fmla="*/ 48 h 80"/>
                  <a:gd name="T72" fmla="*/ 4 w 6"/>
                  <a:gd name="T73" fmla="*/ 50 h 80"/>
                  <a:gd name="T74" fmla="*/ 5 w 6"/>
                  <a:gd name="T75" fmla="*/ 53 h 80"/>
                  <a:gd name="T76" fmla="*/ 5 w 6"/>
                  <a:gd name="T77" fmla="*/ 55 h 80"/>
                  <a:gd name="T78" fmla="*/ 5 w 6"/>
                  <a:gd name="T79" fmla="*/ 58 h 80"/>
                  <a:gd name="T80" fmla="*/ 5 w 6"/>
                  <a:gd name="T81" fmla="*/ 60 h 80"/>
                  <a:gd name="T82" fmla="*/ 5 w 6"/>
                  <a:gd name="T83" fmla="*/ 63 h 80"/>
                  <a:gd name="T84" fmla="*/ 5 w 6"/>
                  <a:gd name="T85" fmla="*/ 64 h 80"/>
                  <a:gd name="T86" fmla="*/ 5 w 6"/>
                  <a:gd name="T87" fmla="*/ 66 h 80"/>
                  <a:gd name="T88" fmla="*/ 5 w 6"/>
                  <a:gd name="T89" fmla="*/ 69 h 80"/>
                  <a:gd name="T90" fmla="*/ 5 w 6"/>
                  <a:gd name="T91" fmla="*/ 72 h 80"/>
                  <a:gd name="T92" fmla="*/ 6 w 6"/>
                  <a:gd name="T93" fmla="*/ 74 h 80"/>
                  <a:gd name="T94" fmla="*/ 6 w 6"/>
                  <a:gd name="T95" fmla="*/ 75 h 80"/>
                  <a:gd name="T96" fmla="*/ 6 w 6"/>
                  <a:gd name="T97" fmla="*/ 78 h 80"/>
                  <a:gd name="T98" fmla="*/ 6 w 6"/>
                  <a:gd name="T99" fmla="*/ 80 h 80"/>
                  <a:gd name="T100" fmla="*/ 6 w 6"/>
                  <a:gd name="T101" fmla="*/ 80 h 80"/>
                  <a:gd name="T102" fmla="*/ 6 w 6"/>
                  <a:gd name="T103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0">
                    <a:moveTo>
                      <a:pt x="0" y="0"/>
                    </a:moveTo>
                    <a:lnTo>
                      <a:pt x="0" y="2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" y="10"/>
                    </a:lnTo>
                    <a:lnTo>
                      <a:pt x="1" y="10"/>
                    </a:lnTo>
                    <a:lnTo>
                      <a:pt x="1" y="10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1" y="12"/>
                    </a:lnTo>
                    <a:lnTo>
                      <a:pt x="2" y="11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12"/>
                    </a:lnTo>
                    <a:lnTo>
                      <a:pt x="2" y="13"/>
                    </a:lnTo>
                    <a:lnTo>
                      <a:pt x="2" y="15"/>
                    </a:lnTo>
                    <a:lnTo>
                      <a:pt x="2" y="16"/>
                    </a:lnTo>
                    <a:lnTo>
                      <a:pt x="2" y="17"/>
                    </a:lnTo>
                    <a:lnTo>
                      <a:pt x="2" y="19"/>
                    </a:lnTo>
                    <a:lnTo>
                      <a:pt x="3" y="21"/>
                    </a:lnTo>
                    <a:lnTo>
                      <a:pt x="3" y="22"/>
                    </a:lnTo>
                    <a:lnTo>
                      <a:pt x="3" y="23"/>
                    </a:lnTo>
                    <a:lnTo>
                      <a:pt x="3" y="24"/>
                    </a:lnTo>
                    <a:lnTo>
                      <a:pt x="3" y="25"/>
                    </a:lnTo>
                    <a:lnTo>
                      <a:pt x="3" y="27"/>
                    </a:lnTo>
                    <a:lnTo>
                      <a:pt x="3" y="28"/>
                    </a:lnTo>
                    <a:lnTo>
                      <a:pt x="4" y="29"/>
                    </a:lnTo>
                    <a:lnTo>
                      <a:pt x="4" y="32"/>
                    </a:lnTo>
                    <a:lnTo>
                      <a:pt x="4" y="35"/>
                    </a:lnTo>
                    <a:lnTo>
                      <a:pt x="4" y="38"/>
                    </a:lnTo>
                    <a:lnTo>
                      <a:pt x="4" y="40"/>
                    </a:lnTo>
                    <a:lnTo>
                      <a:pt x="4" y="43"/>
                    </a:lnTo>
                    <a:lnTo>
                      <a:pt x="4" y="45"/>
                    </a:lnTo>
                    <a:lnTo>
                      <a:pt x="4" y="48"/>
                    </a:lnTo>
                    <a:lnTo>
                      <a:pt x="4" y="50"/>
                    </a:lnTo>
                    <a:lnTo>
                      <a:pt x="5" y="53"/>
                    </a:lnTo>
                    <a:lnTo>
                      <a:pt x="5" y="55"/>
                    </a:lnTo>
                    <a:lnTo>
                      <a:pt x="5" y="58"/>
                    </a:lnTo>
                    <a:lnTo>
                      <a:pt x="5" y="60"/>
                    </a:lnTo>
                    <a:lnTo>
                      <a:pt x="5" y="63"/>
                    </a:lnTo>
                    <a:lnTo>
                      <a:pt x="5" y="64"/>
                    </a:lnTo>
                    <a:lnTo>
                      <a:pt x="5" y="66"/>
                    </a:lnTo>
                    <a:lnTo>
                      <a:pt x="5" y="69"/>
                    </a:lnTo>
                    <a:lnTo>
                      <a:pt x="5" y="72"/>
                    </a:lnTo>
                    <a:lnTo>
                      <a:pt x="6" y="74"/>
                    </a:lnTo>
                    <a:lnTo>
                      <a:pt x="6" y="75"/>
                    </a:lnTo>
                    <a:lnTo>
                      <a:pt x="6" y="78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8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55" name="Freeform 800"/>
              <p:cNvSpPr/>
              <p:nvPr/>
            </p:nvSpPr>
            <p:spPr bwMode="auto">
              <a:xfrm>
                <a:off x="990" y="2983"/>
                <a:ext cx="7" cy="27"/>
              </a:xfrm>
              <a:custGeom>
                <a:avLst/>
                <a:gdLst>
                  <a:gd name="T0" fmla="*/ 0 w 7"/>
                  <a:gd name="T1" fmla="*/ 6 h 27"/>
                  <a:gd name="T2" fmla="*/ 0 w 7"/>
                  <a:gd name="T3" fmla="*/ 6 h 27"/>
                  <a:gd name="T4" fmla="*/ 1 w 7"/>
                  <a:gd name="T5" fmla="*/ 6 h 27"/>
                  <a:gd name="T6" fmla="*/ 1 w 7"/>
                  <a:gd name="T7" fmla="*/ 6 h 27"/>
                  <a:gd name="T8" fmla="*/ 1 w 7"/>
                  <a:gd name="T9" fmla="*/ 6 h 27"/>
                  <a:gd name="T10" fmla="*/ 1 w 7"/>
                  <a:gd name="T11" fmla="*/ 5 h 27"/>
                  <a:gd name="T12" fmla="*/ 1 w 7"/>
                  <a:gd name="T13" fmla="*/ 3 h 27"/>
                  <a:gd name="T14" fmla="*/ 1 w 7"/>
                  <a:gd name="T15" fmla="*/ 3 h 27"/>
                  <a:gd name="T16" fmla="*/ 1 w 7"/>
                  <a:gd name="T17" fmla="*/ 2 h 27"/>
                  <a:gd name="T18" fmla="*/ 1 w 7"/>
                  <a:gd name="T19" fmla="*/ 2 h 27"/>
                  <a:gd name="T20" fmla="*/ 1 w 7"/>
                  <a:gd name="T21" fmla="*/ 2 h 27"/>
                  <a:gd name="T22" fmla="*/ 2 w 7"/>
                  <a:gd name="T23" fmla="*/ 1 h 27"/>
                  <a:gd name="T24" fmla="*/ 2 w 7"/>
                  <a:gd name="T25" fmla="*/ 1 h 27"/>
                  <a:gd name="T26" fmla="*/ 2 w 7"/>
                  <a:gd name="T27" fmla="*/ 3 h 27"/>
                  <a:gd name="T28" fmla="*/ 2 w 7"/>
                  <a:gd name="T29" fmla="*/ 5 h 27"/>
                  <a:gd name="T30" fmla="*/ 2 w 7"/>
                  <a:gd name="T31" fmla="*/ 5 h 27"/>
                  <a:gd name="T32" fmla="*/ 2 w 7"/>
                  <a:gd name="T33" fmla="*/ 5 h 27"/>
                  <a:gd name="T34" fmla="*/ 3 w 7"/>
                  <a:gd name="T35" fmla="*/ 8 h 27"/>
                  <a:gd name="T36" fmla="*/ 3 w 7"/>
                  <a:gd name="T37" fmla="*/ 11 h 27"/>
                  <a:gd name="T38" fmla="*/ 3 w 7"/>
                  <a:gd name="T39" fmla="*/ 13 h 27"/>
                  <a:gd name="T40" fmla="*/ 3 w 7"/>
                  <a:gd name="T41" fmla="*/ 13 h 27"/>
                  <a:gd name="T42" fmla="*/ 3 w 7"/>
                  <a:gd name="T43" fmla="*/ 14 h 27"/>
                  <a:gd name="T44" fmla="*/ 3 w 7"/>
                  <a:gd name="T45" fmla="*/ 17 h 27"/>
                  <a:gd name="T46" fmla="*/ 3 w 7"/>
                  <a:gd name="T47" fmla="*/ 19 h 27"/>
                  <a:gd name="T48" fmla="*/ 3 w 7"/>
                  <a:gd name="T49" fmla="*/ 20 h 27"/>
                  <a:gd name="T50" fmla="*/ 3 w 7"/>
                  <a:gd name="T51" fmla="*/ 20 h 27"/>
                  <a:gd name="T52" fmla="*/ 4 w 7"/>
                  <a:gd name="T53" fmla="*/ 20 h 27"/>
                  <a:gd name="T54" fmla="*/ 4 w 7"/>
                  <a:gd name="T55" fmla="*/ 22 h 27"/>
                  <a:gd name="T56" fmla="*/ 4 w 7"/>
                  <a:gd name="T57" fmla="*/ 24 h 27"/>
                  <a:gd name="T58" fmla="*/ 4 w 7"/>
                  <a:gd name="T59" fmla="*/ 25 h 27"/>
                  <a:gd name="T60" fmla="*/ 4 w 7"/>
                  <a:gd name="T61" fmla="*/ 24 h 27"/>
                  <a:gd name="T62" fmla="*/ 4 w 7"/>
                  <a:gd name="T63" fmla="*/ 24 h 27"/>
                  <a:gd name="T64" fmla="*/ 4 w 7"/>
                  <a:gd name="T65" fmla="*/ 25 h 27"/>
                  <a:gd name="T66" fmla="*/ 4 w 7"/>
                  <a:gd name="T67" fmla="*/ 27 h 27"/>
                  <a:gd name="T68" fmla="*/ 4 w 7"/>
                  <a:gd name="T69" fmla="*/ 25 h 27"/>
                  <a:gd name="T70" fmla="*/ 5 w 7"/>
                  <a:gd name="T71" fmla="*/ 23 h 27"/>
                  <a:gd name="T72" fmla="*/ 5 w 7"/>
                  <a:gd name="T73" fmla="*/ 22 h 27"/>
                  <a:gd name="T74" fmla="*/ 5 w 7"/>
                  <a:gd name="T75" fmla="*/ 23 h 27"/>
                  <a:gd name="T76" fmla="*/ 5 w 7"/>
                  <a:gd name="T77" fmla="*/ 22 h 27"/>
                  <a:gd name="T78" fmla="*/ 5 w 7"/>
                  <a:gd name="T79" fmla="*/ 21 h 27"/>
                  <a:gd name="T80" fmla="*/ 5 w 7"/>
                  <a:gd name="T81" fmla="*/ 19 h 27"/>
                  <a:gd name="T82" fmla="*/ 5 w 7"/>
                  <a:gd name="T83" fmla="*/ 18 h 27"/>
                  <a:gd name="T84" fmla="*/ 6 w 7"/>
                  <a:gd name="T85" fmla="*/ 17 h 27"/>
                  <a:gd name="T86" fmla="*/ 6 w 7"/>
                  <a:gd name="T87" fmla="*/ 16 h 27"/>
                  <a:gd name="T88" fmla="*/ 6 w 7"/>
                  <a:gd name="T89" fmla="*/ 13 h 27"/>
                  <a:gd name="T90" fmla="*/ 6 w 7"/>
                  <a:gd name="T91" fmla="*/ 10 h 27"/>
                  <a:gd name="T92" fmla="*/ 6 w 7"/>
                  <a:gd name="T93" fmla="*/ 8 h 27"/>
                  <a:gd name="T94" fmla="*/ 6 w 7"/>
                  <a:gd name="T95" fmla="*/ 8 h 27"/>
                  <a:gd name="T96" fmla="*/ 6 w 7"/>
                  <a:gd name="T97" fmla="*/ 7 h 27"/>
                  <a:gd name="T98" fmla="*/ 6 w 7"/>
                  <a:gd name="T99" fmla="*/ 4 h 27"/>
                  <a:gd name="T100" fmla="*/ 6 w 7"/>
                  <a:gd name="T101" fmla="*/ 1 h 27"/>
                  <a:gd name="T102" fmla="*/ 7 w 7"/>
                  <a:gd name="T103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7">
                    <a:moveTo>
                      <a:pt x="0" y="6"/>
                    </a:moveTo>
                    <a:lnTo>
                      <a:pt x="0" y="6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5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3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3" y="8"/>
                    </a:lnTo>
                    <a:lnTo>
                      <a:pt x="3" y="11"/>
                    </a:lnTo>
                    <a:lnTo>
                      <a:pt x="3" y="13"/>
                    </a:lnTo>
                    <a:lnTo>
                      <a:pt x="3" y="13"/>
                    </a:lnTo>
                    <a:lnTo>
                      <a:pt x="3" y="14"/>
                    </a:lnTo>
                    <a:lnTo>
                      <a:pt x="3" y="17"/>
                    </a:lnTo>
                    <a:lnTo>
                      <a:pt x="3" y="19"/>
                    </a:lnTo>
                    <a:lnTo>
                      <a:pt x="3" y="20"/>
                    </a:lnTo>
                    <a:lnTo>
                      <a:pt x="3" y="20"/>
                    </a:lnTo>
                    <a:lnTo>
                      <a:pt x="4" y="20"/>
                    </a:lnTo>
                    <a:lnTo>
                      <a:pt x="4" y="22"/>
                    </a:lnTo>
                    <a:lnTo>
                      <a:pt x="4" y="24"/>
                    </a:lnTo>
                    <a:lnTo>
                      <a:pt x="4" y="25"/>
                    </a:lnTo>
                    <a:lnTo>
                      <a:pt x="4" y="24"/>
                    </a:lnTo>
                    <a:lnTo>
                      <a:pt x="4" y="24"/>
                    </a:lnTo>
                    <a:lnTo>
                      <a:pt x="4" y="25"/>
                    </a:lnTo>
                    <a:lnTo>
                      <a:pt x="4" y="27"/>
                    </a:lnTo>
                    <a:lnTo>
                      <a:pt x="4" y="25"/>
                    </a:lnTo>
                    <a:lnTo>
                      <a:pt x="5" y="23"/>
                    </a:lnTo>
                    <a:lnTo>
                      <a:pt x="5" y="22"/>
                    </a:lnTo>
                    <a:lnTo>
                      <a:pt x="5" y="23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19"/>
                    </a:lnTo>
                    <a:lnTo>
                      <a:pt x="5" y="18"/>
                    </a:lnTo>
                    <a:lnTo>
                      <a:pt x="6" y="17"/>
                    </a:lnTo>
                    <a:lnTo>
                      <a:pt x="6" y="16"/>
                    </a:lnTo>
                    <a:lnTo>
                      <a:pt x="6" y="13"/>
                    </a:lnTo>
                    <a:lnTo>
                      <a:pt x="6" y="10"/>
                    </a:lnTo>
                    <a:lnTo>
                      <a:pt x="6" y="8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6" y="4"/>
                    </a:lnTo>
                    <a:lnTo>
                      <a:pt x="6" y="1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56" name="Freeform 801"/>
              <p:cNvSpPr/>
              <p:nvPr/>
            </p:nvSpPr>
            <p:spPr bwMode="auto">
              <a:xfrm>
                <a:off x="996" y="2977"/>
                <a:ext cx="7" cy="28"/>
              </a:xfrm>
              <a:custGeom>
                <a:avLst/>
                <a:gdLst>
                  <a:gd name="T0" fmla="*/ 0 w 7"/>
                  <a:gd name="T1" fmla="*/ 7 h 28"/>
                  <a:gd name="T2" fmla="*/ 1 w 7"/>
                  <a:gd name="T3" fmla="*/ 6 h 28"/>
                  <a:gd name="T4" fmla="*/ 1 w 7"/>
                  <a:gd name="T5" fmla="*/ 5 h 28"/>
                  <a:gd name="T6" fmla="*/ 1 w 7"/>
                  <a:gd name="T7" fmla="*/ 4 h 28"/>
                  <a:gd name="T8" fmla="*/ 1 w 7"/>
                  <a:gd name="T9" fmla="*/ 3 h 28"/>
                  <a:gd name="T10" fmla="*/ 1 w 7"/>
                  <a:gd name="T11" fmla="*/ 1 h 28"/>
                  <a:gd name="T12" fmla="*/ 1 w 7"/>
                  <a:gd name="T13" fmla="*/ 0 h 28"/>
                  <a:gd name="T14" fmla="*/ 2 w 7"/>
                  <a:gd name="T15" fmla="*/ 0 h 28"/>
                  <a:gd name="T16" fmla="*/ 2 w 7"/>
                  <a:gd name="T17" fmla="*/ 0 h 28"/>
                  <a:gd name="T18" fmla="*/ 2 w 7"/>
                  <a:gd name="T19" fmla="*/ 0 h 28"/>
                  <a:gd name="T20" fmla="*/ 2 w 7"/>
                  <a:gd name="T21" fmla="*/ 1 h 28"/>
                  <a:gd name="T22" fmla="*/ 2 w 7"/>
                  <a:gd name="T23" fmla="*/ 2 h 28"/>
                  <a:gd name="T24" fmla="*/ 2 w 7"/>
                  <a:gd name="T25" fmla="*/ 4 h 28"/>
                  <a:gd name="T26" fmla="*/ 2 w 7"/>
                  <a:gd name="T27" fmla="*/ 6 h 28"/>
                  <a:gd name="T28" fmla="*/ 2 w 7"/>
                  <a:gd name="T29" fmla="*/ 7 h 28"/>
                  <a:gd name="T30" fmla="*/ 2 w 7"/>
                  <a:gd name="T31" fmla="*/ 9 h 28"/>
                  <a:gd name="T32" fmla="*/ 3 w 7"/>
                  <a:gd name="T33" fmla="*/ 12 h 28"/>
                  <a:gd name="T34" fmla="*/ 3 w 7"/>
                  <a:gd name="T35" fmla="*/ 14 h 28"/>
                  <a:gd name="T36" fmla="*/ 3 w 7"/>
                  <a:gd name="T37" fmla="*/ 16 h 28"/>
                  <a:gd name="T38" fmla="*/ 3 w 7"/>
                  <a:gd name="T39" fmla="*/ 18 h 28"/>
                  <a:gd name="T40" fmla="*/ 3 w 7"/>
                  <a:gd name="T41" fmla="*/ 19 h 28"/>
                  <a:gd name="T42" fmla="*/ 3 w 7"/>
                  <a:gd name="T43" fmla="*/ 22 h 28"/>
                  <a:gd name="T44" fmla="*/ 3 w 7"/>
                  <a:gd name="T45" fmla="*/ 24 h 28"/>
                  <a:gd name="T46" fmla="*/ 3 w 7"/>
                  <a:gd name="T47" fmla="*/ 24 h 28"/>
                  <a:gd name="T48" fmla="*/ 3 w 7"/>
                  <a:gd name="T49" fmla="*/ 24 h 28"/>
                  <a:gd name="T50" fmla="*/ 4 w 7"/>
                  <a:gd name="T51" fmla="*/ 24 h 28"/>
                  <a:gd name="T52" fmla="*/ 4 w 7"/>
                  <a:gd name="T53" fmla="*/ 27 h 28"/>
                  <a:gd name="T54" fmla="*/ 4 w 7"/>
                  <a:gd name="T55" fmla="*/ 28 h 28"/>
                  <a:gd name="T56" fmla="*/ 4 w 7"/>
                  <a:gd name="T57" fmla="*/ 26 h 28"/>
                  <a:gd name="T58" fmla="*/ 4 w 7"/>
                  <a:gd name="T59" fmla="*/ 24 h 28"/>
                  <a:gd name="T60" fmla="*/ 4 w 7"/>
                  <a:gd name="T61" fmla="*/ 24 h 28"/>
                  <a:gd name="T62" fmla="*/ 5 w 7"/>
                  <a:gd name="T63" fmla="*/ 25 h 28"/>
                  <a:gd name="T64" fmla="*/ 5 w 7"/>
                  <a:gd name="T65" fmla="*/ 25 h 28"/>
                  <a:gd name="T66" fmla="*/ 5 w 7"/>
                  <a:gd name="T67" fmla="*/ 23 h 28"/>
                  <a:gd name="T68" fmla="*/ 5 w 7"/>
                  <a:gd name="T69" fmla="*/ 21 h 28"/>
                  <a:gd name="T70" fmla="*/ 5 w 7"/>
                  <a:gd name="T71" fmla="*/ 21 h 28"/>
                  <a:gd name="T72" fmla="*/ 5 w 7"/>
                  <a:gd name="T73" fmla="*/ 22 h 28"/>
                  <a:gd name="T74" fmla="*/ 5 w 7"/>
                  <a:gd name="T75" fmla="*/ 21 h 28"/>
                  <a:gd name="T76" fmla="*/ 5 w 7"/>
                  <a:gd name="T77" fmla="*/ 18 h 28"/>
                  <a:gd name="T78" fmla="*/ 5 w 7"/>
                  <a:gd name="T79" fmla="*/ 17 h 28"/>
                  <a:gd name="T80" fmla="*/ 6 w 7"/>
                  <a:gd name="T81" fmla="*/ 17 h 28"/>
                  <a:gd name="T82" fmla="*/ 6 w 7"/>
                  <a:gd name="T83" fmla="*/ 18 h 28"/>
                  <a:gd name="T84" fmla="*/ 6 w 7"/>
                  <a:gd name="T85" fmla="*/ 15 h 28"/>
                  <a:gd name="T86" fmla="*/ 6 w 7"/>
                  <a:gd name="T87" fmla="*/ 12 h 28"/>
                  <a:gd name="T88" fmla="*/ 6 w 7"/>
                  <a:gd name="T89" fmla="*/ 9 h 28"/>
                  <a:gd name="T90" fmla="*/ 6 w 7"/>
                  <a:gd name="T91" fmla="*/ 9 h 28"/>
                  <a:gd name="T92" fmla="*/ 7 w 7"/>
                  <a:gd name="T93" fmla="*/ 9 h 28"/>
                  <a:gd name="T94" fmla="*/ 7 w 7"/>
                  <a:gd name="T95" fmla="*/ 8 h 28"/>
                  <a:gd name="T96" fmla="*/ 7 w 7"/>
                  <a:gd name="T97" fmla="*/ 6 h 28"/>
                  <a:gd name="T98" fmla="*/ 7 w 7"/>
                  <a:gd name="T99" fmla="*/ 6 h 28"/>
                  <a:gd name="T100" fmla="*/ 7 w 7"/>
                  <a:gd name="T101" fmla="*/ 8 h 28"/>
                  <a:gd name="T102" fmla="*/ 7 w 7"/>
                  <a:gd name="T103" fmla="*/ 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8">
                    <a:moveTo>
                      <a:pt x="0" y="7"/>
                    </a:moveTo>
                    <a:lnTo>
                      <a:pt x="1" y="6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3" y="12"/>
                    </a:lnTo>
                    <a:lnTo>
                      <a:pt x="3" y="14"/>
                    </a:lnTo>
                    <a:lnTo>
                      <a:pt x="3" y="16"/>
                    </a:lnTo>
                    <a:lnTo>
                      <a:pt x="3" y="18"/>
                    </a:lnTo>
                    <a:lnTo>
                      <a:pt x="3" y="19"/>
                    </a:lnTo>
                    <a:lnTo>
                      <a:pt x="3" y="22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4"/>
                    </a:lnTo>
                    <a:lnTo>
                      <a:pt x="4" y="27"/>
                    </a:lnTo>
                    <a:lnTo>
                      <a:pt x="4" y="28"/>
                    </a:lnTo>
                    <a:lnTo>
                      <a:pt x="4" y="26"/>
                    </a:lnTo>
                    <a:lnTo>
                      <a:pt x="4" y="24"/>
                    </a:lnTo>
                    <a:lnTo>
                      <a:pt x="4" y="24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5" y="23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18"/>
                    </a:lnTo>
                    <a:lnTo>
                      <a:pt x="5" y="17"/>
                    </a:lnTo>
                    <a:lnTo>
                      <a:pt x="6" y="17"/>
                    </a:lnTo>
                    <a:lnTo>
                      <a:pt x="6" y="18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7" y="9"/>
                    </a:lnTo>
                    <a:lnTo>
                      <a:pt x="7" y="8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7" y="8"/>
                    </a:lnTo>
                    <a:lnTo>
                      <a:pt x="7" y="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57" name="Freeform 802"/>
              <p:cNvSpPr/>
              <p:nvPr/>
            </p:nvSpPr>
            <p:spPr bwMode="auto">
              <a:xfrm>
                <a:off x="1003" y="2951"/>
                <a:ext cx="6" cy="36"/>
              </a:xfrm>
              <a:custGeom>
                <a:avLst/>
                <a:gdLst>
                  <a:gd name="T0" fmla="*/ 0 w 6"/>
                  <a:gd name="T1" fmla="*/ 34 h 36"/>
                  <a:gd name="T2" fmla="*/ 0 w 6"/>
                  <a:gd name="T3" fmla="*/ 35 h 36"/>
                  <a:gd name="T4" fmla="*/ 0 w 6"/>
                  <a:gd name="T5" fmla="*/ 33 h 36"/>
                  <a:gd name="T6" fmla="*/ 0 w 6"/>
                  <a:gd name="T7" fmla="*/ 30 h 36"/>
                  <a:gd name="T8" fmla="*/ 0 w 6"/>
                  <a:gd name="T9" fmla="*/ 30 h 36"/>
                  <a:gd name="T10" fmla="*/ 1 w 6"/>
                  <a:gd name="T11" fmla="*/ 32 h 36"/>
                  <a:gd name="T12" fmla="*/ 1 w 6"/>
                  <a:gd name="T13" fmla="*/ 32 h 36"/>
                  <a:gd name="T14" fmla="*/ 1 w 6"/>
                  <a:gd name="T15" fmla="*/ 30 h 36"/>
                  <a:gd name="T16" fmla="*/ 1 w 6"/>
                  <a:gd name="T17" fmla="*/ 27 h 36"/>
                  <a:gd name="T18" fmla="*/ 1 w 6"/>
                  <a:gd name="T19" fmla="*/ 28 h 36"/>
                  <a:gd name="T20" fmla="*/ 1 w 6"/>
                  <a:gd name="T21" fmla="*/ 32 h 36"/>
                  <a:gd name="T22" fmla="*/ 1 w 6"/>
                  <a:gd name="T23" fmla="*/ 34 h 36"/>
                  <a:gd name="T24" fmla="*/ 1 w 6"/>
                  <a:gd name="T25" fmla="*/ 34 h 36"/>
                  <a:gd name="T26" fmla="*/ 1 w 6"/>
                  <a:gd name="T27" fmla="*/ 32 h 36"/>
                  <a:gd name="T28" fmla="*/ 1 w 6"/>
                  <a:gd name="T29" fmla="*/ 32 h 36"/>
                  <a:gd name="T30" fmla="*/ 2 w 6"/>
                  <a:gd name="T31" fmla="*/ 33 h 36"/>
                  <a:gd name="T32" fmla="*/ 2 w 6"/>
                  <a:gd name="T33" fmla="*/ 36 h 36"/>
                  <a:gd name="T34" fmla="*/ 2 w 6"/>
                  <a:gd name="T35" fmla="*/ 36 h 36"/>
                  <a:gd name="T36" fmla="*/ 2 w 6"/>
                  <a:gd name="T37" fmla="*/ 34 h 36"/>
                  <a:gd name="T38" fmla="*/ 2 w 6"/>
                  <a:gd name="T39" fmla="*/ 33 h 36"/>
                  <a:gd name="T40" fmla="*/ 2 w 6"/>
                  <a:gd name="T41" fmla="*/ 32 h 36"/>
                  <a:gd name="T42" fmla="*/ 3 w 6"/>
                  <a:gd name="T43" fmla="*/ 32 h 36"/>
                  <a:gd name="T44" fmla="*/ 3 w 6"/>
                  <a:gd name="T45" fmla="*/ 29 h 36"/>
                  <a:gd name="T46" fmla="*/ 3 w 6"/>
                  <a:gd name="T47" fmla="*/ 26 h 36"/>
                  <a:gd name="T48" fmla="*/ 3 w 6"/>
                  <a:gd name="T49" fmla="*/ 25 h 36"/>
                  <a:gd name="T50" fmla="*/ 3 w 6"/>
                  <a:gd name="T51" fmla="*/ 23 h 36"/>
                  <a:gd name="T52" fmla="*/ 3 w 6"/>
                  <a:gd name="T53" fmla="*/ 21 h 36"/>
                  <a:gd name="T54" fmla="*/ 3 w 6"/>
                  <a:gd name="T55" fmla="*/ 18 h 36"/>
                  <a:gd name="T56" fmla="*/ 3 w 6"/>
                  <a:gd name="T57" fmla="*/ 14 h 36"/>
                  <a:gd name="T58" fmla="*/ 3 w 6"/>
                  <a:gd name="T59" fmla="*/ 13 h 36"/>
                  <a:gd name="T60" fmla="*/ 4 w 6"/>
                  <a:gd name="T61" fmla="*/ 14 h 36"/>
                  <a:gd name="T62" fmla="*/ 4 w 6"/>
                  <a:gd name="T63" fmla="*/ 15 h 36"/>
                  <a:gd name="T64" fmla="*/ 4 w 6"/>
                  <a:gd name="T65" fmla="*/ 13 h 36"/>
                  <a:gd name="T66" fmla="*/ 4 w 6"/>
                  <a:gd name="T67" fmla="*/ 12 h 36"/>
                  <a:gd name="T68" fmla="*/ 4 w 6"/>
                  <a:gd name="T69" fmla="*/ 11 h 36"/>
                  <a:gd name="T70" fmla="*/ 4 w 6"/>
                  <a:gd name="T71" fmla="*/ 11 h 36"/>
                  <a:gd name="T72" fmla="*/ 5 w 6"/>
                  <a:gd name="T73" fmla="*/ 12 h 36"/>
                  <a:gd name="T74" fmla="*/ 5 w 6"/>
                  <a:gd name="T75" fmla="*/ 11 h 36"/>
                  <a:gd name="T76" fmla="*/ 5 w 6"/>
                  <a:gd name="T77" fmla="*/ 8 h 36"/>
                  <a:gd name="T78" fmla="*/ 5 w 6"/>
                  <a:gd name="T79" fmla="*/ 7 h 36"/>
                  <a:gd name="T80" fmla="*/ 5 w 6"/>
                  <a:gd name="T81" fmla="*/ 8 h 36"/>
                  <a:gd name="T82" fmla="*/ 5 w 6"/>
                  <a:gd name="T83" fmla="*/ 8 h 36"/>
                  <a:gd name="T84" fmla="*/ 5 w 6"/>
                  <a:gd name="T85" fmla="*/ 6 h 36"/>
                  <a:gd name="T86" fmla="*/ 5 w 6"/>
                  <a:gd name="T87" fmla="*/ 3 h 36"/>
                  <a:gd name="T88" fmla="*/ 5 w 6"/>
                  <a:gd name="T89" fmla="*/ 3 h 36"/>
                  <a:gd name="T90" fmla="*/ 6 w 6"/>
                  <a:gd name="T91" fmla="*/ 3 h 36"/>
                  <a:gd name="T92" fmla="*/ 6 w 6"/>
                  <a:gd name="T93" fmla="*/ 3 h 36"/>
                  <a:gd name="T94" fmla="*/ 6 w 6"/>
                  <a:gd name="T95" fmla="*/ 3 h 36"/>
                  <a:gd name="T96" fmla="*/ 6 w 6"/>
                  <a:gd name="T97" fmla="*/ 0 h 36"/>
                  <a:gd name="T98" fmla="*/ 6 w 6"/>
                  <a:gd name="T99" fmla="*/ 0 h 36"/>
                  <a:gd name="T100" fmla="*/ 6 w 6"/>
                  <a:gd name="T101" fmla="*/ 1 h 36"/>
                  <a:gd name="T102" fmla="*/ 6 w 6"/>
                  <a:gd name="T103" fmla="*/ 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6">
                    <a:moveTo>
                      <a:pt x="0" y="34"/>
                    </a:moveTo>
                    <a:lnTo>
                      <a:pt x="0" y="35"/>
                    </a:lnTo>
                    <a:lnTo>
                      <a:pt x="0" y="33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0"/>
                    </a:lnTo>
                    <a:lnTo>
                      <a:pt x="1" y="27"/>
                    </a:lnTo>
                    <a:lnTo>
                      <a:pt x="1" y="28"/>
                    </a:lnTo>
                    <a:lnTo>
                      <a:pt x="1" y="32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2" y="33"/>
                    </a:lnTo>
                    <a:lnTo>
                      <a:pt x="2" y="36"/>
                    </a:lnTo>
                    <a:lnTo>
                      <a:pt x="2" y="36"/>
                    </a:lnTo>
                    <a:lnTo>
                      <a:pt x="2" y="34"/>
                    </a:lnTo>
                    <a:lnTo>
                      <a:pt x="2" y="33"/>
                    </a:lnTo>
                    <a:lnTo>
                      <a:pt x="2" y="32"/>
                    </a:lnTo>
                    <a:lnTo>
                      <a:pt x="3" y="32"/>
                    </a:lnTo>
                    <a:lnTo>
                      <a:pt x="3" y="29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3"/>
                    </a:lnTo>
                    <a:lnTo>
                      <a:pt x="3" y="21"/>
                    </a:lnTo>
                    <a:lnTo>
                      <a:pt x="3" y="18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4"/>
                    </a:lnTo>
                    <a:lnTo>
                      <a:pt x="4" y="15"/>
                    </a:lnTo>
                    <a:lnTo>
                      <a:pt x="4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4" y="11"/>
                    </a:lnTo>
                    <a:lnTo>
                      <a:pt x="5" y="12"/>
                    </a:lnTo>
                    <a:lnTo>
                      <a:pt x="5" y="11"/>
                    </a:lnTo>
                    <a:lnTo>
                      <a:pt x="5" y="8"/>
                    </a:lnTo>
                    <a:lnTo>
                      <a:pt x="5" y="7"/>
                    </a:lnTo>
                    <a:lnTo>
                      <a:pt x="5" y="8"/>
                    </a:lnTo>
                    <a:lnTo>
                      <a:pt x="5" y="8"/>
                    </a:lnTo>
                    <a:lnTo>
                      <a:pt x="5" y="6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58" name="Freeform 803"/>
              <p:cNvSpPr/>
              <p:nvPr/>
            </p:nvSpPr>
            <p:spPr bwMode="auto">
              <a:xfrm>
                <a:off x="1009" y="2913"/>
                <a:ext cx="7" cy="39"/>
              </a:xfrm>
              <a:custGeom>
                <a:avLst/>
                <a:gdLst>
                  <a:gd name="T0" fmla="*/ 0 w 7"/>
                  <a:gd name="T1" fmla="*/ 39 h 39"/>
                  <a:gd name="T2" fmla="*/ 0 w 7"/>
                  <a:gd name="T3" fmla="*/ 39 h 39"/>
                  <a:gd name="T4" fmla="*/ 0 w 7"/>
                  <a:gd name="T5" fmla="*/ 38 h 39"/>
                  <a:gd name="T6" fmla="*/ 0 w 7"/>
                  <a:gd name="T7" fmla="*/ 36 h 39"/>
                  <a:gd name="T8" fmla="*/ 1 w 7"/>
                  <a:gd name="T9" fmla="*/ 34 h 39"/>
                  <a:gd name="T10" fmla="*/ 1 w 7"/>
                  <a:gd name="T11" fmla="*/ 33 h 39"/>
                  <a:gd name="T12" fmla="*/ 1 w 7"/>
                  <a:gd name="T13" fmla="*/ 33 h 39"/>
                  <a:gd name="T14" fmla="*/ 1 w 7"/>
                  <a:gd name="T15" fmla="*/ 32 h 39"/>
                  <a:gd name="T16" fmla="*/ 1 w 7"/>
                  <a:gd name="T17" fmla="*/ 30 h 39"/>
                  <a:gd name="T18" fmla="*/ 1 w 7"/>
                  <a:gd name="T19" fmla="*/ 28 h 39"/>
                  <a:gd name="T20" fmla="*/ 2 w 7"/>
                  <a:gd name="T21" fmla="*/ 27 h 39"/>
                  <a:gd name="T22" fmla="*/ 2 w 7"/>
                  <a:gd name="T23" fmla="*/ 26 h 39"/>
                  <a:gd name="T24" fmla="*/ 2 w 7"/>
                  <a:gd name="T25" fmla="*/ 23 h 39"/>
                  <a:gd name="T26" fmla="*/ 2 w 7"/>
                  <a:gd name="T27" fmla="*/ 21 h 39"/>
                  <a:gd name="T28" fmla="*/ 2 w 7"/>
                  <a:gd name="T29" fmla="*/ 19 h 39"/>
                  <a:gd name="T30" fmla="*/ 2 w 7"/>
                  <a:gd name="T31" fmla="*/ 18 h 39"/>
                  <a:gd name="T32" fmla="*/ 2 w 7"/>
                  <a:gd name="T33" fmla="*/ 16 h 39"/>
                  <a:gd name="T34" fmla="*/ 2 w 7"/>
                  <a:gd name="T35" fmla="*/ 14 h 39"/>
                  <a:gd name="T36" fmla="*/ 2 w 7"/>
                  <a:gd name="T37" fmla="*/ 11 h 39"/>
                  <a:gd name="T38" fmla="*/ 3 w 7"/>
                  <a:gd name="T39" fmla="*/ 9 h 39"/>
                  <a:gd name="T40" fmla="*/ 3 w 7"/>
                  <a:gd name="T41" fmla="*/ 7 h 39"/>
                  <a:gd name="T42" fmla="*/ 3 w 7"/>
                  <a:gd name="T43" fmla="*/ 7 h 39"/>
                  <a:gd name="T44" fmla="*/ 3 w 7"/>
                  <a:gd name="T45" fmla="*/ 6 h 39"/>
                  <a:gd name="T46" fmla="*/ 3 w 7"/>
                  <a:gd name="T47" fmla="*/ 4 h 39"/>
                  <a:gd name="T48" fmla="*/ 3 w 7"/>
                  <a:gd name="T49" fmla="*/ 2 h 39"/>
                  <a:gd name="T50" fmla="*/ 3 w 7"/>
                  <a:gd name="T51" fmla="*/ 1 h 39"/>
                  <a:gd name="T52" fmla="*/ 4 w 7"/>
                  <a:gd name="T53" fmla="*/ 0 h 39"/>
                  <a:gd name="T54" fmla="*/ 4 w 7"/>
                  <a:gd name="T55" fmla="*/ 0 h 39"/>
                  <a:gd name="T56" fmla="*/ 4 w 7"/>
                  <a:gd name="T57" fmla="*/ 0 h 39"/>
                  <a:gd name="T58" fmla="*/ 4 w 7"/>
                  <a:gd name="T59" fmla="*/ 1 h 39"/>
                  <a:gd name="T60" fmla="*/ 4 w 7"/>
                  <a:gd name="T61" fmla="*/ 1 h 39"/>
                  <a:gd name="T62" fmla="*/ 4 w 7"/>
                  <a:gd name="T63" fmla="*/ 2 h 39"/>
                  <a:gd name="T64" fmla="*/ 4 w 7"/>
                  <a:gd name="T65" fmla="*/ 4 h 39"/>
                  <a:gd name="T66" fmla="*/ 4 w 7"/>
                  <a:gd name="T67" fmla="*/ 6 h 39"/>
                  <a:gd name="T68" fmla="*/ 4 w 7"/>
                  <a:gd name="T69" fmla="*/ 8 h 39"/>
                  <a:gd name="T70" fmla="*/ 5 w 7"/>
                  <a:gd name="T71" fmla="*/ 9 h 39"/>
                  <a:gd name="T72" fmla="*/ 5 w 7"/>
                  <a:gd name="T73" fmla="*/ 11 h 39"/>
                  <a:gd name="T74" fmla="*/ 5 w 7"/>
                  <a:gd name="T75" fmla="*/ 12 h 39"/>
                  <a:gd name="T76" fmla="*/ 5 w 7"/>
                  <a:gd name="T77" fmla="*/ 13 h 39"/>
                  <a:gd name="T78" fmla="*/ 5 w 7"/>
                  <a:gd name="T79" fmla="*/ 14 h 39"/>
                  <a:gd name="T80" fmla="*/ 5 w 7"/>
                  <a:gd name="T81" fmla="*/ 17 h 39"/>
                  <a:gd name="T82" fmla="*/ 6 w 7"/>
                  <a:gd name="T83" fmla="*/ 18 h 39"/>
                  <a:gd name="T84" fmla="*/ 6 w 7"/>
                  <a:gd name="T85" fmla="*/ 19 h 39"/>
                  <a:gd name="T86" fmla="*/ 6 w 7"/>
                  <a:gd name="T87" fmla="*/ 20 h 39"/>
                  <a:gd name="T88" fmla="*/ 6 w 7"/>
                  <a:gd name="T89" fmla="*/ 21 h 39"/>
                  <a:gd name="T90" fmla="*/ 6 w 7"/>
                  <a:gd name="T91" fmla="*/ 21 h 39"/>
                  <a:gd name="T92" fmla="*/ 6 w 7"/>
                  <a:gd name="T93" fmla="*/ 23 h 39"/>
                  <a:gd name="T94" fmla="*/ 6 w 7"/>
                  <a:gd name="T95" fmla="*/ 25 h 39"/>
                  <a:gd name="T96" fmla="*/ 6 w 7"/>
                  <a:gd name="T97" fmla="*/ 27 h 39"/>
                  <a:gd name="T98" fmla="*/ 6 w 7"/>
                  <a:gd name="T99" fmla="*/ 28 h 39"/>
                  <a:gd name="T100" fmla="*/ 7 w 7"/>
                  <a:gd name="T101" fmla="*/ 29 h 39"/>
                  <a:gd name="T102" fmla="*/ 7 w 7"/>
                  <a:gd name="T103" fmla="*/ 3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39">
                    <a:moveTo>
                      <a:pt x="0" y="39"/>
                    </a:moveTo>
                    <a:lnTo>
                      <a:pt x="0" y="39"/>
                    </a:lnTo>
                    <a:lnTo>
                      <a:pt x="0" y="38"/>
                    </a:lnTo>
                    <a:lnTo>
                      <a:pt x="0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0"/>
                    </a:lnTo>
                    <a:lnTo>
                      <a:pt x="1" y="28"/>
                    </a:lnTo>
                    <a:lnTo>
                      <a:pt x="2" y="27"/>
                    </a:lnTo>
                    <a:lnTo>
                      <a:pt x="2" y="26"/>
                    </a:lnTo>
                    <a:lnTo>
                      <a:pt x="2" y="23"/>
                    </a:lnTo>
                    <a:lnTo>
                      <a:pt x="2" y="21"/>
                    </a:lnTo>
                    <a:lnTo>
                      <a:pt x="2" y="19"/>
                    </a:lnTo>
                    <a:lnTo>
                      <a:pt x="2" y="18"/>
                    </a:lnTo>
                    <a:lnTo>
                      <a:pt x="2" y="16"/>
                    </a:lnTo>
                    <a:lnTo>
                      <a:pt x="2" y="14"/>
                    </a:lnTo>
                    <a:lnTo>
                      <a:pt x="2" y="11"/>
                    </a:lnTo>
                    <a:lnTo>
                      <a:pt x="3" y="9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3" y="6"/>
                    </a:lnTo>
                    <a:lnTo>
                      <a:pt x="3" y="4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6"/>
                    </a:lnTo>
                    <a:lnTo>
                      <a:pt x="4" y="8"/>
                    </a:lnTo>
                    <a:lnTo>
                      <a:pt x="5" y="9"/>
                    </a:lnTo>
                    <a:lnTo>
                      <a:pt x="5" y="11"/>
                    </a:lnTo>
                    <a:lnTo>
                      <a:pt x="5" y="12"/>
                    </a:lnTo>
                    <a:lnTo>
                      <a:pt x="5" y="13"/>
                    </a:lnTo>
                    <a:lnTo>
                      <a:pt x="5" y="14"/>
                    </a:lnTo>
                    <a:lnTo>
                      <a:pt x="5" y="17"/>
                    </a:lnTo>
                    <a:lnTo>
                      <a:pt x="6" y="18"/>
                    </a:lnTo>
                    <a:lnTo>
                      <a:pt x="6" y="19"/>
                    </a:lnTo>
                    <a:lnTo>
                      <a:pt x="6" y="20"/>
                    </a:lnTo>
                    <a:lnTo>
                      <a:pt x="6" y="21"/>
                    </a:lnTo>
                    <a:lnTo>
                      <a:pt x="6" y="21"/>
                    </a:lnTo>
                    <a:lnTo>
                      <a:pt x="6" y="23"/>
                    </a:lnTo>
                    <a:lnTo>
                      <a:pt x="6" y="25"/>
                    </a:lnTo>
                    <a:lnTo>
                      <a:pt x="6" y="27"/>
                    </a:lnTo>
                    <a:lnTo>
                      <a:pt x="6" y="28"/>
                    </a:lnTo>
                    <a:lnTo>
                      <a:pt x="7" y="29"/>
                    </a:lnTo>
                    <a:lnTo>
                      <a:pt x="7" y="3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59" name="Freeform 804"/>
              <p:cNvSpPr/>
              <p:nvPr/>
            </p:nvSpPr>
            <p:spPr bwMode="auto">
              <a:xfrm>
                <a:off x="1016" y="2942"/>
                <a:ext cx="6" cy="54"/>
              </a:xfrm>
              <a:custGeom>
                <a:avLst/>
                <a:gdLst>
                  <a:gd name="T0" fmla="*/ 0 w 6"/>
                  <a:gd name="T1" fmla="*/ 0 h 54"/>
                  <a:gd name="T2" fmla="*/ 0 w 6"/>
                  <a:gd name="T3" fmla="*/ 2 h 54"/>
                  <a:gd name="T4" fmla="*/ 0 w 6"/>
                  <a:gd name="T5" fmla="*/ 4 h 54"/>
                  <a:gd name="T6" fmla="*/ 0 w 6"/>
                  <a:gd name="T7" fmla="*/ 4 h 54"/>
                  <a:gd name="T8" fmla="*/ 0 w 6"/>
                  <a:gd name="T9" fmla="*/ 5 h 54"/>
                  <a:gd name="T10" fmla="*/ 0 w 6"/>
                  <a:gd name="T11" fmla="*/ 6 h 54"/>
                  <a:gd name="T12" fmla="*/ 0 w 6"/>
                  <a:gd name="T13" fmla="*/ 5 h 54"/>
                  <a:gd name="T14" fmla="*/ 0 w 6"/>
                  <a:gd name="T15" fmla="*/ 5 h 54"/>
                  <a:gd name="T16" fmla="*/ 0 w 6"/>
                  <a:gd name="T17" fmla="*/ 5 h 54"/>
                  <a:gd name="T18" fmla="*/ 1 w 6"/>
                  <a:gd name="T19" fmla="*/ 5 h 54"/>
                  <a:gd name="T20" fmla="*/ 1 w 6"/>
                  <a:gd name="T21" fmla="*/ 5 h 54"/>
                  <a:gd name="T22" fmla="*/ 1 w 6"/>
                  <a:gd name="T23" fmla="*/ 5 h 54"/>
                  <a:gd name="T24" fmla="*/ 1 w 6"/>
                  <a:gd name="T25" fmla="*/ 6 h 54"/>
                  <a:gd name="T26" fmla="*/ 1 w 6"/>
                  <a:gd name="T27" fmla="*/ 7 h 54"/>
                  <a:gd name="T28" fmla="*/ 1 w 6"/>
                  <a:gd name="T29" fmla="*/ 8 h 54"/>
                  <a:gd name="T30" fmla="*/ 2 w 6"/>
                  <a:gd name="T31" fmla="*/ 10 h 54"/>
                  <a:gd name="T32" fmla="*/ 2 w 6"/>
                  <a:gd name="T33" fmla="*/ 12 h 54"/>
                  <a:gd name="T34" fmla="*/ 2 w 6"/>
                  <a:gd name="T35" fmla="*/ 15 h 54"/>
                  <a:gd name="T36" fmla="*/ 2 w 6"/>
                  <a:gd name="T37" fmla="*/ 16 h 54"/>
                  <a:gd name="T38" fmla="*/ 2 w 6"/>
                  <a:gd name="T39" fmla="*/ 18 h 54"/>
                  <a:gd name="T40" fmla="*/ 2 w 6"/>
                  <a:gd name="T41" fmla="*/ 19 h 54"/>
                  <a:gd name="T42" fmla="*/ 2 w 6"/>
                  <a:gd name="T43" fmla="*/ 19 h 54"/>
                  <a:gd name="T44" fmla="*/ 2 w 6"/>
                  <a:gd name="T45" fmla="*/ 19 h 54"/>
                  <a:gd name="T46" fmla="*/ 2 w 6"/>
                  <a:gd name="T47" fmla="*/ 21 h 54"/>
                  <a:gd name="T48" fmla="*/ 3 w 6"/>
                  <a:gd name="T49" fmla="*/ 23 h 54"/>
                  <a:gd name="T50" fmla="*/ 3 w 6"/>
                  <a:gd name="T51" fmla="*/ 23 h 54"/>
                  <a:gd name="T52" fmla="*/ 3 w 6"/>
                  <a:gd name="T53" fmla="*/ 24 h 54"/>
                  <a:gd name="T54" fmla="*/ 3 w 6"/>
                  <a:gd name="T55" fmla="*/ 27 h 54"/>
                  <a:gd name="T56" fmla="*/ 3 w 6"/>
                  <a:gd name="T57" fmla="*/ 30 h 54"/>
                  <a:gd name="T58" fmla="*/ 3 w 6"/>
                  <a:gd name="T59" fmla="*/ 33 h 54"/>
                  <a:gd name="T60" fmla="*/ 4 w 6"/>
                  <a:gd name="T61" fmla="*/ 37 h 54"/>
                  <a:gd name="T62" fmla="*/ 4 w 6"/>
                  <a:gd name="T63" fmla="*/ 41 h 54"/>
                  <a:gd name="T64" fmla="*/ 4 w 6"/>
                  <a:gd name="T65" fmla="*/ 44 h 54"/>
                  <a:gd name="T66" fmla="*/ 4 w 6"/>
                  <a:gd name="T67" fmla="*/ 48 h 54"/>
                  <a:gd name="T68" fmla="*/ 4 w 6"/>
                  <a:gd name="T69" fmla="*/ 51 h 54"/>
                  <a:gd name="T70" fmla="*/ 4 w 6"/>
                  <a:gd name="T71" fmla="*/ 53 h 54"/>
                  <a:gd name="T72" fmla="*/ 4 w 6"/>
                  <a:gd name="T73" fmla="*/ 54 h 54"/>
                  <a:gd name="T74" fmla="*/ 4 w 6"/>
                  <a:gd name="T75" fmla="*/ 54 h 54"/>
                  <a:gd name="T76" fmla="*/ 4 w 6"/>
                  <a:gd name="T77" fmla="*/ 54 h 54"/>
                  <a:gd name="T78" fmla="*/ 4 w 6"/>
                  <a:gd name="T79" fmla="*/ 51 h 54"/>
                  <a:gd name="T80" fmla="*/ 5 w 6"/>
                  <a:gd name="T81" fmla="*/ 47 h 54"/>
                  <a:gd name="T82" fmla="*/ 5 w 6"/>
                  <a:gd name="T83" fmla="*/ 46 h 54"/>
                  <a:gd name="T84" fmla="*/ 5 w 6"/>
                  <a:gd name="T85" fmla="*/ 46 h 54"/>
                  <a:gd name="T86" fmla="*/ 5 w 6"/>
                  <a:gd name="T87" fmla="*/ 45 h 54"/>
                  <a:gd name="T88" fmla="*/ 5 w 6"/>
                  <a:gd name="T89" fmla="*/ 43 h 54"/>
                  <a:gd name="T90" fmla="*/ 5 w 6"/>
                  <a:gd name="T91" fmla="*/ 42 h 54"/>
                  <a:gd name="T92" fmla="*/ 5 w 6"/>
                  <a:gd name="T93" fmla="*/ 43 h 54"/>
                  <a:gd name="T94" fmla="*/ 5 w 6"/>
                  <a:gd name="T95" fmla="*/ 44 h 54"/>
                  <a:gd name="T96" fmla="*/ 5 w 6"/>
                  <a:gd name="T97" fmla="*/ 46 h 54"/>
                  <a:gd name="T98" fmla="*/ 6 w 6"/>
                  <a:gd name="T99" fmla="*/ 48 h 54"/>
                  <a:gd name="T100" fmla="*/ 6 w 6"/>
                  <a:gd name="T101" fmla="*/ 48 h 54"/>
                  <a:gd name="T102" fmla="*/ 6 w 6"/>
                  <a:gd name="T103" fmla="*/ 48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4">
                    <a:moveTo>
                      <a:pt x="0" y="0"/>
                    </a:moveTo>
                    <a:lnTo>
                      <a:pt x="0" y="2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1" y="6"/>
                    </a:lnTo>
                    <a:lnTo>
                      <a:pt x="1" y="7"/>
                    </a:lnTo>
                    <a:lnTo>
                      <a:pt x="1" y="8"/>
                    </a:lnTo>
                    <a:lnTo>
                      <a:pt x="2" y="10"/>
                    </a:lnTo>
                    <a:lnTo>
                      <a:pt x="2" y="12"/>
                    </a:lnTo>
                    <a:lnTo>
                      <a:pt x="2" y="15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2" y="19"/>
                    </a:lnTo>
                    <a:lnTo>
                      <a:pt x="2" y="19"/>
                    </a:lnTo>
                    <a:lnTo>
                      <a:pt x="2" y="19"/>
                    </a:lnTo>
                    <a:lnTo>
                      <a:pt x="2" y="21"/>
                    </a:lnTo>
                    <a:lnTo>
                      <a:pt x="3" y="23"/>
                    </a:lnTo>
                    <a:lnTo>
                      <a:pt x="3" y="23"/>
                    </a:lnTo>
                    <a:lnTo>
                      <a:pt x="3" y="24"/>
                    </a:lnTo>
                    <a:lnTo>
                      <a:pt x="3" y="27"/>
                    </a:lnTo>
                    <a:lnTo>
                      <a:pt x="3" y="30"/>
                    </a:lnTo>
                    <a:lnTo>
                      <a:pt x="3" y="33"/>
                    </a:lnTo>
                    <a:lnTo>
                      <a:pt x="4" y="37"/>
                    </a:lnTo>
                    <a:lnTo>
                      <a:pt x="4" y="41"/>
                    </a:lnTo>
                    <a:lnTo>
                      <a:pt x="4" y="44"/>
                    </a:lnTo>
                    <a:lnTo>
                      <a:pt x="4" y="48"/>
                    </a:lnTo>
                    <a:lnTo>
                      <a:pt x="4" y="51"/>
                    </a:lnTo>
                    <a:lnTo>
                      <a:pt x="4" y="53"/>
                    </a:lnTo>
                    <a:lnTo>
                      <a:pt x="4" y="54"/>
                    </a:lnTo>
                    <a:lnTo>
                      <a:pt x="4" y="54"/>
                    </a:lnTo>
                    <a:lnTo>
                      <a:pt x="4" y="54"/>
                    </a:lnTo>
                    <a:lnTo>
                      <a:pt x="4" y="51"/>
                    </a:lnTo>
                    <a:lnTo>
                      <a:pt x="5" y="47"/>
                    </a:lnTo>
                    <a:lnTo>
                      <a:pt x="5" y="46"/>
                    </a:lnTo>
                    <a:lnTo>
                      <a:pt x="5" y="46"/>
                    </a:lnTo>
                    <a:lnTo>
                      <a:pt x="5" y="45"/>
                    </a:lnTo>
                    <a:lnTo>
                      <a:pt x="5" y="43"/>
                    </a:lnTo>
                    <a:lnTo>
                      <a:pt x="5" y="42"/>
                    </a:lnTo>
                    <a:lnTo>
                      <a:pt x="5" y="43"/>
                    </a:lnTo>
                    <a:lnTo>
                      <a:pt x="5" y="44"/>
                    </a:lnTo>
                    <a:lnTo>
                      <a:pt x="5" y="46"/>
                    </a:lnTo>
                    <a:lnTo>
                      <a:pt x="6" y="48"/>
                    </a:lnTo>
                    <a:lnTo>
                      <a:pt x="6" y="48"/>
                    </a:lnTo>
                    <a:lnTo>
                      <a:pt x="6" y="4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60" name="Freeform 805"/>
              <p:cNvSpPr/>
              <p:nvPr/>
            </p:nvSpPr>
            <p:spPr bwMode="auto">
              <a:xfrm>
                <a:off x="1022" y="2978"/>
                <a:ext cx="6" cy="20"/>
              </a:xfrm>
              <a:custGeom>
                <a:avLst/>
                <a:gdLst>
                  <a:gd name="T0" fmla="*/ 0 w 6"/>
                  <a:gd name="T1" fmla="*/ 12 h 20"/>
                  <a:gd name="T2" fmla="*/ 0 w 6"/>
                  <a:gd name="T3" fmla="*/ 12 h 20"/>
                  <a:gd name="T4" fmla="*/ 0 w 6"/>
                  <a:gd name="T5" fmla="*/ 13 h 20"/>
                  <a:gd name="T6" fmla="*/ 0 w 6"/>
                  <a:gd name="T7" fmla="*/ 12 h 20"/>
                  <a:gd name="T8" fmla="*/ 0 w 6"/>
                  <a:gd name="T9" fmla="*/ 10 h 20"/>
                  <a:gd name="T10" fmla="*/ 1 w 6"/>
                  <a:gd name="T11" fmla="*/ 7 h 20"/>
                  <a:gd name="T12" fmla="*/ 1 w 6"/>
                  <a:gd name="T13" fmla="*/ 5 h 20"/>
                  <a:gd name="T14" fmla="*/ 1 w 6"/>
                  <a:gd name="T15" fmla="*/ 4 h 20"/>
                  <a:gd name="T16" fmla="*/ 1 w 6"/>
                  <a:gd name="T17" fmla="*/ 3 h 20"/>
                  <a:gd name="T18" fmla="*/ 1 w 6"/>
                  <a:gd name="T19" fmla="*/ 1 h 20"/>
                  <a:gd name="T20" fmla="*/ 1 w 6"/>
                  <a:gd name="T21" fmla="*/ 0 h 20"/>
                  <a:gd name="T22" fmla="*/ 1 w 6"/>
                  <a:gd name="T23" fmla="*/ 0 h 20"/>
                  <a:gd name="T24" fmla="*/ 1 w 6"/>
                  <a:gd name="T25" fmla="*/ 1 h 20"/>
                  <a:gd name="T26" fmla="*/ 1 w 6"/>
                  <a:gd name="T27" fmla="*/ 3 h 20"/>
                  <a:gd name="T28" fmla="*/ 2 w 6"/>
                  <a:gd name="T29" fmla="*/ 5 h 20"/>
                  <a:gd name="T30" fmla="*/ 2 w 6"/>
                  <a:gd name="T31" fmla="*/ 8 h 20"/>
                  <a:gd name="T32" fmla="*/ 2 w 6"/>
                  <a:gd name="T33" fmla="*/ 9 h 20"/>
                  <a:gd name="T34" fmla="*/ 2 w 6"/>
                  <a:gd name="T35" fmla="*/ 11 h 20"/>
                  <a:gd name="T36" fmla="*/ 2 w 6"/>
                  <a:gd name="T37" fmla="*/ 13 h 20"/>
                  <a:gd name="T38" fmla="*/ 2 w 6"/>
                  <a:gd name="T39" fmla="*/ 14 h 20"/>
                  <a:gd name="T40" fmla="*/ 3 w 6"/>
                  <a:gd name="T41" fmla="*/ 13 h 20"/>
                  <a:gd name="T42" fmla="*/ 3 w 6"/>
                  <a:gd name="T43" fmla="*/ 15 h 20"/>
                  <a:gd name="T44" fmla="*/ 3 w 6"/>
                  <a:gd name="T45" fmla="*/ 17 h 20"/>
                  <a:gd name="T46" fmla="*/ 3 w 6"/>
                  <a:gd name="T47" fmla="*/ 18 h 20"/>
                  <a:gd name="T48" fmla="*/ 3 w 6"/>
                  <a:gd name="T49" fmla="*/ 18 h 20"/>
                  <a:gd name="T50" fmla="*/ 3 w 6"/>
                  <a:gd name="T51" fmla="*/ 20 h 20"/>
                  <a:gd name="T52" fmla="*/ 3 w 6"/>
                  <a:gd name="T53" fmla="*/ 20 h 20"/>
                  <a:gd name="T54" fmla="*/ 3 w 6"/>
                  <a:gd name="T55" fmla="*/ 19 h 20"/>
                  <a:gd name="T56" fmla="*/ 3 w 6"/>
                  <a:gd name="T57" fmla="*/ 18 h 20"/>
                  <a:gd name="T58" fmla="*/ 4 w 6"/>
                  <a:gd name="T59" fmla="*/ 18 h 20"/>
                  <a:gd name="T60" fmla="*/ 4 w 6"/>
                  <a:gd name="T61" fmla="*/ 18 h 20"/>
                  <a:gd name="T62" fmla="*/ 4 w 6"/>
                  <a:gd name="T63" fmla="*/ 17 h 20"/>
                  <a:gd name="T64" fmla="*/ 4 w 6"/>
                  <a:gd name="T65" fmla="*/ 17 h 20"/>
                  <a:gd name="T66" fmla="*/ 4 w 6"/>
                  <a:gd name="T67" fmla="*/ 15 h 20"/>
                  <a:gd name="T68" fmla="*/ 4 w 6"/>
                  <a:gd name="T69" fmla="*/ 13 h 20"/>
                  <a:gd name="T70" fmla="*/ 4 w 6"/>
                  <a:gd name="T71" fmla="*/ 13 h 20"/>
                  <a:gd name="T72" fmla="*/ 4 w 6"/>
                  <a:gd name="T73" fmla="*/ 15 h 20"/>
                  <a:gd name="T74" fmla="*/ 4 w 6"/>
                  <a:gd name="T75" fmla="*/ 15 h 20"/>
                  <a:gd name="T76" fmla="*/ 5 w 6"/>
                  <a:gd name="T77" fmla="*/ 11 h 20"/>
                  <a:gd name="T78" fmla="*/ 5 w 6"/>
                  <a:gd name="T79" fmla="*/ 9 h 20"/>
                  <a:gd name="T80" fmla="*/ 5 w 6"/>
                  <a:gd name="T81" fmla="*/ 10 h 20"/>
                  <a:gd name="T82" fmla="*/ 5 w 6"/>
                  <a:gd name="T83" fmla="*/ 11 h 20"/>
                  <a:gd name="T84" fmla="*/ 5 w 6"/>
                  <a:gd name="T85" fmla="*/ 9 h 20"/>
                  <a:gd name="T86" fmla="*/ 5 w 6"/>
                  <a:gd name="T87" fmla="*/ 7 h 20"/>
                  <a:gd name="T88" fmla="*/ 6 w 6"/>
                  <a:gd name="T89" fmla="*/ 6 h 20"/>
                  <a:gd name="T90" fmla="*/ 6 w 6"/>
                  <a:gd name="T91" fmla="*/ 5 h 20"/>
                  <a:gd name="T92" fmla="*/ 6 w 6"/>
                  <a:gd name="T93" fmla="*/ 5 h 20"/>
                  <a:gd name="T94" fmla="*/ 6 w 6"/>
                  <a:gd name="T95" fmla="*/ 7 h 20"/>
                  <a:gd name="T96" fmla="*/ 6 w 6"/>
                  <a:gd name="T97" fmla="*/ 10 h 20"/>
                  <a:gd name="T98" fmla="*/ 6 w 6"/>
                  <a:gd name="T99" fmla="*/ 12 h 20"/>
                  <a:gd name="T100" fmla="*/ 6 w 6"/>
                  <a:gd name="T101" fmla="*/ 14 h 20"/>
                  <a:gd name="T102" fmla="*/ 6 w 6"/>
                  <a:gd name="T103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20">
                    <a:moveTo>
                      <a:pt x="0" y="12"/>
                    </a:moveTo>
                    <a:lnTo>
                      <a:pt x="0" y="12"/>
                    </a:lnTo>
                    <a:lnTo>
                      <a:pt x="0" y="13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1" y="7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3"/>
                    </a:lnTo>
                    <a:lnTo>
                      <a:pt x="2" y="5"/>
                    </a:lnTo>
                    <a:lnTo>
                      <a:pt x="2" y="8"/>
                    </a:lnTo>
                    <a:lnTo>
                      <a:pt x="2" y="9"/>
                    </a:lnTo>
                    <a:lnTo>
                      <a:pt x="2" y="11"/>
                    </a:lnTo>
                    <a:lnTo>
                      <a:pt x="2" y="13"/>
                    </a:lnTo>
                    <a:lnTo>
                      <a:pt x="2" y="14"/>
                    </a:lnTo>
                    <a:lnTo>
                      <a:pt x="3" y="13"/>
                    </a:lnTo>
                    <a:lnTo>
                      <a:pt x="3" y="15"/>
                    </a:lnTo>
                    <a:lnTo>
                      <a:pt x="3" y="17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20"/>
                    </a:lnTo>
                    <a:lnTo>
                      <a:pt x="3" y="20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4" y="18"/>
                    </a:lnTo>
                    <a:lnTo>
                      <a:pt x="4" y="18"/>
                    </a:lnTo>
                    <a:lnTo>
                      <a:pt x="4" y="17"/>
                    </a:lnTo>
                    <a:lnTo>
                      <a:pt x="4" y="17"/>
                    </a:lnTo>
                    <a:lnTo>
                      <a:pt x="4" y="15"/>
                    </a:lnTo>
                    <a:lnTo>
                      <a:pt x="4" y="13"/>
                    </a:lnTo>
                    <a:lnTo>
                      <a:pt x="4" y="13"/>
                    </a:lnTo>
                    <a:lnTo>
                      <a:pt x="4" y="15"/>
                    </a:lnTo>
                    <a:lnTo>
                      <a:pt x="4" y="15"/>
                    </a:lnTo>
                    <a:lnTo>
                      <a:pt x="5" y="11"/>
                    </a:lnTo>
                    <a:lnTo>
                      <a:pt x="5" y="9"/>
                    </a:lnTo>
                    <a:lnTo>
                      <a:pt x="5" y="10"/>
                    </a:lnTo>
                    <a:lnTo>
                      <a:pt x="5" y="11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6" y="6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7"/>
                    </a:lnTo>
                    <a:lnTo>
                      <a:pt x="6" y="10"/>
                    </a:lnTo>
                    <a:lnTo>
                      <a:pt x="6" y="12"/>
                    </a:lnTo>
                    <a:lnTo>
                      <a:pt x="6" y="14"/>
                    </a:lnTo>
                    <a:lnTo>
                      <a:pt x="6" y="1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61" name="Freeform 806"/>
              <p:cNvSpPr/>
              <p:nvPr/>
            </p:nvSpPr>
            <p:spPr bwMode="auto">
              <a:xfrm>
                <a:off x="1028" y="2955"/>
                <a:ext cx="7" cy="51"/>
              </a:xfrm>
              <a:custGeom>
                <a:avLst/>
                <a:gdLst>
                  <a:gd name="T0" fmla="*/ 0 w 7"/>
                  <a:gd name="T1" fmla="*/ 37 h 51"/>
                  <a:gd name="T2" fmla="*/ 0 w 7"/>
                  <a:gd name="T3" fmla="*/ 38 h 51"/>
                  <a:gd name="T4" fmla="*/ 0 w 7"/>
                  <a:gd name="T5" fmla="*/ 38 h 51"/>
                  <a:gd name="T6" fmla="*/ 1 w 7"/>
                  <a:gd name="T7" fmla="*/ 40 h 51"/>
                  <a:gd name="T8" fmla="*/ 1 w 7"/>
                  <a:gd name="T9" fmla="*/ 45 h 51"/>
                  <a:gd name="T10" fmla="*/ 1 w 7"/>
                  <a:gd name="T11" fmla="*/ 51 h 51"/>
                  <a:gd name="T12" fmla="*/ 1 w 7"/>
                  <a:gd name="T13" fmla="*/ 50 h 51"/>
                  <a:gd name="T14" fmla="*/ 1 w 7"/>
                  <a:gd name="T15" fmla="*/ 45 h 51"/>
                  <a:gd name="T16" fmla="*/ 1 w 7"/>
                  <a:gd name="T17" fmla="*/ 43 h 51"/>
                  <a:gd name="T18" fmla="*/ 1 w 7"/>
                  <a:gd name="T19" fmla="*/ 46 h 51"/>
                  <a:gd name="T20" fmla="*/ 2 w 7"/>
                  <a:gd name="T21" fmla="*/ 46 h 51"/>
                  <a:gd name="T22" fmla="*/ 2 w 7"/>
                  <a:gd name="T23" fmla="*/ 40 h 51"/>
                  <a:gd name="T24" fmla="*/ 2 w 7"/>
                  <a:gd name="T25" fmla="*/ 35 h 51"/>
                  <a:gd name="T26" fmla="*/ 2 w 7"/>
                  <a:gd name="T27" fmla="*/ 31 h 51"/>
                  <a:gd name="T28" fmla="*/ 2 w 7"/>
                  <a:gd name="T29" fmla="*/ 27 h 51"/>
                  <a:gd name="T30" fmla="*/ 2 w 7"/>
                  <a:gd name="T31" fmla="*/ 24 h 51"/>
                  <a:gd name="T32" fmla="*/ 2 w 7"/>
                  <a:gd name="T33" fmla="*/ 19 h 51"/>
                  <a:gd name="T34" fmla="*/ 2 w 7"/>
                  <a:gd name="T35" fmla="*/ 15 h 51"/>
                  <a:gd name="T36" fmla="*/ 2 w 7"/>
                  <a:gd name="T37" fmla="*/ 15 h 51"/>
                  <a:gd name="T38" fmla="*/ 3 w 7"/>
                  <a:gd name="T39" fmla="*/ 21 h 51"/>
                  <a:gd name="T40" fmla="*/ 3 w 7"/>
                  <a:gd name="T41" fmla="*/ 25 h 51"/>
                  <a:gd name="T42" fmla="*/ 3 w 7"/>
                  <a:gd name="T43" fmla="*/ 25 h 51"/>
                  <a:gd name="T44" fmla="*/ 3 w 7"/>
                  <a:gd name="T45" fmla="*/ 23 h 51"/>
                  <a:gd name="T46" fmla="*/ 3 w 7"/>
                  <a:gd name="T47" fmla="*/ 24 h 51"/>
                  <a:gd name="T48" fmla="*/ 3 w 7"/>
                  <a:gd name="T49" fmla="*/ 27 h 51"/>
                  <a:gd name="T50" fmla="*/ 3 w 7"/>
                  <a:gd name="T51" fmla="*/ 26 h 51"/>
                  <a:gd name="T52" fmla="*/ 3 w 7"/>
                  <a:gd name="T53" fmla="*/ 19 h 51"/>
                  <a:gd name="T54" fmla="*/ 3 w 7"/>
                  <a:gd name="T55" fmla="*/ 14 h 51"/>
                  <a:gd name="T56" fmla="*/ 4 w 7"/>
                  <a:gd name="T57" fmla="*/ 10 h 51"/>
                  <a:gd name="T58" fmla="*/ 4 w 7"/>
                  <a:gd name="T59" fmla="*/ 6 h 51"/>
                  <a:gd name="T60" fmla="*/ 4 w 7"/>
                  <a:gd name="T61" fmla="*/ 3 h 51"/>
                  <a:gd name="T62" fmla="*/ 4 w 7"/>
                  <a:gd name="T63" fmla="*/ 1 h 51"/>
                  <a:gd name="T64" fmla="*/ 4 w 7"/>
                  <a:gd name="T65" fmla="*/ 0 h 51"/>
                  <a:gd name="T66" fmla="*/ 4 w 7"/>
                  <a:gd name="T67" fmla="*/ 0 h 51"/>
                  <a:gd name="T68" fmla="*/ 5 w 7"/>
                  <a:gd name="T69" fmla="*/ 3 h 51"/>
                  <a:gd name="T70" fmla="*/ 5 w 7"/>
                  <a:gd name="T71" fmla="*/ 6 h 51"/>
                  <a:gd name="T72" fmla="*/ 5 w 7"/>
                  <a:gd name="T73" fmla="*/ 7 h 51"/>
                  <a:gd name="T74" fmla="*/ 5 w 7"/>
                  <a:gd name="T75" fmla="*/ 7 h 51"/>
                  <a:gd name="T76" fmla="*/ 5 w 7"/>
                  <a:gd name="T77" fmla="*/ 10 h 51"/>
                  <a:gd name="T78" fmla="*/ 5 w 7"/>
                  <a:gd name="T79" fmla="*/ 12 h 51"/>
                  <a:gd name="T80" fmla="*/ 5 w 7"/>
                  <a:gd name="T81" fmla="*/ 10 h 51"/>
                  <a:gd name="T82" fmla="*/ 5 w 7"/>
                  <a:gd name="T83" fmla="*/ 5 h 51"/>
                  <a:gd name="T84" fmla="*/ 5 w 7"/>
                  <a:gd name="T85" fmla="*/ 2 h 51"/>
                  <a:gd name="T86" fmla="*/ 6 w 7"/>
                  <a:gd name="T87" fmla="*/ 4 h 51"/>
                  <a:gd name="T88" fmla="*/ 6 w 7"/>
                  <a:gd name="T89" fmla="*/ 6 h 51"/>
                  <a:gd name="T90" fmla="*/ 6 w 7"/>
                  <a:gd name="T91" fmla="*/ 6 h 51"/>
                  <a:gd name="T92" fmla="*/ 6 w 7"/>
                  <a:gd name="T93" fmla="*/ 5 h 51"/>
                  <a:gd name="T94" fmla="*/ 6 w 7"/>
                  <a:gd name="T95" fmla="*/ 4 h 51"/>
                  <a:gd name="T96" fmla="*/ 6 w 7"/>
                  <a:gd name="T97" fmla="*/ 3 h 51"/>
                  <a:gd name="T98" fmla="*/ 7 w 7"/>
                  <a:gd name="T99" fmla="*/ 6 h 51"/>
                  <a:gd name="T100" fmla="*/ 7 w 7"/>
                  <a:gd name="T101" fmla="*/ 11 h 51"/>
                  <a:gd name="T102" fmla="*/ 7 w 7"/>
                  <a:gd name="T103" fmla="*/ 13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1">
                    <a:moveTo>
                      <a:pt x="0" y="37"/>
                    </a:moveTo>
                    <a:lnTo>
                      <a:pt x="0" y="38"/>
                    </a:lnTo>
                    <a:lnTo>
                      <a:pt x="0" y="38"/>
                    </a:lnTo>
                    <a:lnTo>
                      <a:pt x="1" y="40"/>
                    </a:lnTo>
                    <a:lnTo>
                      <a:pt x="1" y="45"/>
                    </a:lnTo>
                    <a:lnTo>
                      <a:pt x="1" y="51"/>
                    </a:lnTo>
                    <a:lnTo>
                      <a:pt x="1" y="50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6"/>
                    </a:lnTo>
                    <a:lnTo>
                      <a:pt x="2" y="46"/>
                    </a:lnTo>
                    <a:lnTo>
                      <a:pt x="2" y="40"/>
                    </a:lnTo>
                    <a:lnTo>
                      <a:pt x="2" y="35"/>
                    </a:lnTo>
                    <a:lnTo>
                      <a:pt x="2" y="31"/>
                    </a:lnTo>
                    <a:lnTo>
                      <a:pt x="2" y="27"/>
                    </a:lnTo>
                    <a:lnTo>
                      <a:pt x="2" y="24"/>
                    </a:lnTo>
                    <a:lnTo>
                      <a:pt x="2" y="19"/>
                    </a:lnTo>
                    <a:lnTo>
                      <a:pt x="2" y="15"/>
                    </a:lnTo>
                    <a:lnTo>
                      <a:pt x="2" y="15"/>
                    </a:lnTo>
                    <a:lnTo>
                      <a:pt x="3" y="21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3"/>
                    </a:lnTo>
                    <a:lnTo>
                      <a:pt x="3" y="24"/>
                    </a:lnTo>
                    <a:lnTo>
                      <a:pt x="3" y="27"/>
                    </a:lnTo>
                    <a:lnTo>
                      <a:pt x="3" y="26"/>
                    </a:lnTo>
                    <a:lnTo>
                      <a:pt x="3" y="19"/>
                    </a:lnTo>
                    <a:lnTo>
                      <a:pt x="3" y="14"/>
                    </a:lnTo>
                    <a:lnTo>
                      <a:pt x="4" y="10"/>
                    </a:lnTo>
                    <a:lnTo>
                      <a:pt x="4" y="6"/>
                    </a:lnTo>
                    <a:lnTo>
                      <a:pt x="4" y="3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5" y="3"/>
                    </a:lnTo>
                    <a:lnTo>
                      <a:pt x="5" y="6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5" y="10"/>
                    </a:lnTo>
                    <a:lnTo>
                      <a:pt x="5" y="12"/>
                    </a:lnTo>
                    <a:lnTo>
                      <a:pt x="5" y="10"/>
                    </a:lnTo>
                    <a:lnTo>
                      <a:pt x="5" y="5"/>
                    </a:lnTo>
                    <a:lnTo>
                      <a:pt x="5" y="2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6" y="5"/>
                    </a:lnTo>
                    <a:lnTo>
                      <a:pt x="6" y="4"/>
                    </a:lnTo>
                    <a:lnTo>
                      <a:pt x="6" y="3"/>
                    </a:lnTo>
                    <a:lnTo>
                      <a:pt x="7" y="6"/>
                    </a:lnTo>
                    <a:lnTo>
                      <a:pt x="7" y="11"/>
                    </a:lnTo>
                    <a:lnTo>
                      <a:pt x="7" y="1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62" name="Freeform 807"/>
              <p:cNvSpPr/>
              <p:nvPr/>
            </p:nvSpPr>
            <p:spPr bwMode="auto">
              <a:xfrm>
                <a:off x="1035" y="2930"/>
                <a:ext cx="6" cy="39"/>
              </a:xfrm>
              <a:custGeom>
                <a:avLst/>
                <a:gdLst>
                  <a:gd name="T0" fmla="*/ 0 w 6"/>
                  <a:gd name="T1" fmla="*/ 36 h 39"/>
                  <a:gd name="T2" fmla="*/ 0 w 6"/>
                  <a:gd name="T3" fmla="*/ 38 h 39"/>
                  <a:gd name="T4" fmla="*/ 0 w 6"/>
                  <a:gd name="T5" fmla="*/ 38 h 39"/>
                  <a:gd name="T6" fmla="*/ 0 w 6"/>
                  <a:gd name="T7" fmla="*/ 38 h 39"/>
                  <a:gd name="T8" fmla="*/ 0 w 6"/>
                  <a:gd name="T9" fmla="*/ 39 h 39"/>
                  <a:gd name="T10" fmla="*/ 0 w 6"/>
                  <a:gd name="T11" fmla="*/ 38 h 39"/>
                  <a:gd name="T12" fmla="*/ 0 w 6"/>
                  <a:gd name="T13" fmla="*/ 34 h 39"/>
                  <a:gd name="T14" fmla="*/ 0 w 6"/>
                  <a:gd name="T15" fmla="*/ 32 h 39"/>
                  <a:gd name="T16" fmla="*/ 1 w 6"/>
                  <a:gd name="T17" fmla="*/ 32 h 39"/>
                  <a:gd name="T18" fmla="*/ 1 w 6"/>
                  <a:gd name="T19" fmla="*/ 30 h 39"/>
                  <a:gd name="T20" fmla="*/ 1 w 6"/>
                  <a:gd name="T21" fmla="*/ 25 h 39"/>
                  <a:gd name="T22" fmla="*/ 1 w 6"/>
                  <a:gd name="T23" fmla="*/ 21 h 39"/>
                  <a:gd name="T24" fmla="*/ 1 w 6"/>
                  <a:gd name="T25" fmla="*/ 16 h 39"/>
                  <a:gd name="T26" fmla="*/ 1 w 6"/>
                  <a:gd name="T27" fmla="*/ 13 h 39"/>
                  <a:gd name="T28" fmla="*/ 1 w 6"/>
                  <a:gd name="T29" fmla="*/ 12 h 39"/>
                  <a:gd name="T30" fmla="*/ 1 w 6"/>
                  <a:gd name="T31" fmla="*/ 14 h 39"/>
                  <a:gd name="T32" fmla="*/ 1 w 6"/>
                  <a:gd name="T33" fmla="*/ 13 h 39"/>
                  <a:gd name="T34" fmla="*/ 2 w 6"/>
                  <a:gd name="T35" fmla="*/ 9 h 39"/>
                  <a:gd name="T36" fmla="*/ 2 w 6"/>
                  <a:gd name="T37" fmla="*/ 6 h 39"/>
                  <a:gd name="T38" fmla="*/ 2 w 6"/>
                  <a:gd name="T39" fmla="*/ 5 h 39"/>
                  <a:gd name="T40" fmla="*/ 2 w 6"/>
                  <a:gd name="T41" fmla="*/ 4 h 39"/>
                  <a:gd name="T42" fmla="*/ 2 w 6"/>
                  <a:gd name="T43" fmla="*/ 1 h 39"/>
                  <a:gd name="T44" fmla="*/ 2 w 6"/>
                  <a:gd name="T45" fmla="*/ 0 h 39"/>
                  <a:gd name="T46" fmla="*/ 2 w 6"/>
                  <a:gd name="T47" fmla="*/ 2 h 39"/>
                  <a:gd name="T48" fmla="*/ 3 w 6"/>
                  <a:gd name="T49" fmla="*/ 2 h 39"/>
                  <a:gd name="T50" fmla="*/ 3 w 6"/>
                  <a:gd name="T51" fmla="*/ 1 h 39"/>
                  <a:gd name="T52" fmla="*/ 3 w 6"/>
                  <a:gd name="T53" fmla="*/ 3 h 39"/>
                  <a:gd name="T54" fmla="*/ 3 w 6"/>
                  <a:gd name="T55" fmla="*/ 8 h 39"/>
                  <a:gd name="T56" fmla="*/ 3 w 6"/>
                  <a:gd name="T57" fmla="*/ 11 h 39"/>
                  <a:gd name="T58" fmla="*/ 3 w 6"/>
                  <a:gd name="T59" fmla="*/ 13 h 39"/>
                  <a:gd name="T60" fmla="*/ 3 w 6"/>
                  <a:gd name="T61" fmla="*/ 17 h 39"/>
                  <a:gd name="T62" fmla="*/ 3 w 6"/>
                  <a:gd name="T63" fmla="*/ 19 h 39"/>
                  <a:gd name="T64" fmla="*/ 3 w 6"/>
                  <a:gd name="T65" fmla="*/ 18 h 39"/>
                  <a:gd name="T66" fmla="*/ 4 w 6"/>
                  <a:gd name="T67" fmla="*/ 19 h 39"/>
                  <a:gd name="T68" fmla="*/ 4 w 6"/>
                  <a:gd name="T69" fmla="*/ 21 h 39"/>
                  <a:gd name="T70" fmla="*/ 4 w 6"/>
                  <a:gd name="T71" fmla="*/ 22 h 39"/>
                  <a:gd name="T72" fmla="*/ 4 w 6"/>
                  <a:gd name="T73" fmla="*/ 19 h 39"/>
                  <a:gd name="T74" fmla="*/ 4 w 6"/>
                  <a:gd name="T75" fmla="*/ 17 h 39"/>
                  <a:gd name="T76" fmla="*/ 4 w 6"/>
                  <a:gd name="T77" fmla="*/ 18 h 39"/>
                  <a:gd name="T78" fmla="*/ 5 w 6"/>
                  <a:gd name="T79" fmla="*/ 19 h 39"/>
                  <a:gd name="T80" fmla="*/ 5 w 6"/>
                  <a:gd name="T81" fmla="*/ 21 h 39"/>
                  <a:gd name="T82" fmla="*/ 5 w 6"/>
                  <a:gd name="T83" fmla="*/ 23 h 39"/>
                  <a:gd name="T84" fmla="*/ 5 w 6"/>
                  <a:gd name="T85" fmla="*/ 24 h 39"/>
                  <a:gd name="T86" fmla="*/ 5 w 6"/>
                  <a:gd name="T87" fmla="*/ 22 h 39"/>
                  <a:gd name="T88" fmla="*/ 5 w 6"/>
                  <a:gd name="T89" fmla="*/ 21 h 39"/>
                  <a:gd name="T90" fmla="*/ 5 w 6"/>
                  <a:gd name="T91" fmla="*/ 22 h 39"/>
                  <a:gd name="T92" fmla="*/ 5 w 6"/>
                  <a:gd name="T93" fmla="*/ 22 h 39"/>
                  <a:gd name="T94" fmla="*/ 5 w 6"/>
                  <a:gd name="T95" fmla="*/ 19 h 39"/>
                  <a:gd name="T96" fmla="*/ 6 w 6"/>
                  <a:gd name="T97" fmla="*/ 17 h 39"/>
                  <a:gd name="T98" fmla="*/ 6 w 6"/>
                  <a:gd name="T99" fmla="*/ 16 h 39"/>
                  <a:gd name="T100" fmla="*/ 6 w 6"/>
                  <a:gd name="T101" fmla="*/ 13 h 39"/>
                  <a:gd name="T102" fmla="*/ 6 w 6"/>
                  <a:gd name="T103" fmla="*/ 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9">
                    <a:moveTo>
                      <a:pt x="0" y="36"/>
                    </a:moveTo>
                    <a:lnTo>
                      <a:pt x="0" y="38"/>
                    </a:lnTo>
                    <a:lnTo>
                      <a:pt x="0" y="38"/>
                    </a:lnTo>
                    <a:lnTo>
                      <a:pt x="0" y="38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4"/>
                    </a:lnTo>
                    <a:lnTo>
                      <a:pt x="0" y="32"/>
                    </a:lnTo>
                    <a:lnTo>
                      <a:pt x="1" y="32"/>
                    </a:lnTo>
                    <a:lnTo>
                      <a:pt x="1" y="30"/>
                    </a:lnTo>
                    <a:lnTo>
                      <a:pt x="1" y="25"/>
                    </a:lnTo>
                    <a:lnTo>
                      <a:pt x="1" y="21"/>
                    </a:lnTo>
                    <a:lnTo>
                      <a:pt x="1" y="16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2" y="9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2" y="4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3" y="3"/>
                    </a:lnTo>
                    <a:lnTo>
                      <a:pt x="3" y="8"/>
                    </a:lnTo>
                    <a:lnTo>
                      <a:pt x="3" y="11"/>
                    </a:lnTo>
                    <a:lnTo>
                      <a:pt x="3" y="13"/>
                    </a:lnTo>
                    <a:lnTo>
                      <a:pt x="3" y="17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4" y="19"/>
                    </a:lnTo>
                    <a:lnTo>
                      <a:pt x="4" y="21"/>
                    </a:lnTo>
                    <a:lnTo>
                      <a:pt x="4" y="22"/>
                    </a:lnTo>
                    <a:lnTo>
                      <a:pt x="4" y="19"/>
                    </a:lnTo>
                    <a:lnTo>
                      <a:pt x="4" y="17"/>
                    </a:lnTo>
                    <a:lnTo>
                      <a:pt x="4" y="18"/>
                    </a:lnTo>
                    <a:lnTo>
                      <a:pt x="5" y="19"/>
                    </a:lnTo>
                    <a:lnTo>
                      <a:pt x="5" y="21"/>
                    </a:lnTo>
                    <a:lnTo>
                      <a:pt x="5" y="23"/>
                    </a:lnTo>
                    <a:lnTo>
                      <a:pt x="5" y="24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2"/>
                    </a:lnTo>
                    <a:lnTo>
                      <a:pt x="5" y="22"/>
                    </a:lnTo>
                    <a:lnTo>
                      <a:pt x="5" y="19"/>
                    </a:lnTo>
                    <a:lnTo>
                      <a:pt x="6" y="17"/>
                    </a:lnTo>
                    <a:lnTo>
                      <a:pt x="6" y="16"/>
                    </a:lnTo>
                    <a:lnTo>
                      <a:pt x="6" y="13"/>
                    </a:lnTo>
                    <a:lnTo>
                      <a:pt x="6" y="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63" name="Freeform 808"/>
              <p:cNvSpPr/>
              <p:nvPr/>
            </p:nvSpPr>
            <p:spPr bwMode="auto">
              <a:xfrm>
                <a:off x="1041" y="2890"/>
                <a:ext cx="6" cy="58"/>
              </a:xfrm>
              <a:custGeom>
                <a:avLst/>
                <a:gdLst>
                  <a:gd name="T0" fmla="*/ 0 w 6"/>
                  <a:gd name="T1" fmla="*/ 53 h 58"/>
                  <a:gd name="T2" fmla="*/ 0 w 6"/>
                  <a:gd name="T3" fmla="*/ 49 h 58"/>
                  <a:gd name="T4" fmla="*/ 0 w 6"/>
                  <a:gd name="T5" fmla="*/ 48 h 58"/>
                  <a:gd name="T6" fmla="*/ 0 w 6"/>
                  <a:gd name="T7" fmla="*/ 47 h 58"/>
                  <a:gd name="T8" fmla="*/ 0 w 6"/>
                  <a:gd name="T9" fmla="*/ 44 h 58"/>
                  <a:gd name="T10" fmla="*/ 0 w 6"/>
                  <a:gd name="T11" fmla="*/ 42 h 58"/>
                  <a:gd name="T12" fmla="*/ 0 w 6"/>
                  <a:gd name="T13" fmla="*/ 39 h 58"/>
                  <a:gd name="T14" fmla="*/ 1 w 6"/>
                  <a:gd name="T15" fmla="*/ 36 h 58"/>
                  <a:gd name="T16" fmla="*/ 1 w 6"/>
                  <a:gd name="T17" fmla="*/ 34 h 58"/>
                  <a:gd name="T18" fmla="*/ 1 w 6"/>
                  <a:gd name="T19" fmla="*/ 32 h 58"/>
                  <a:gd name="T20" fmla="*/ 1 w 6"/>
                  <a:gd name="T21" fmla="*/ 30 h 58"/>
                  <a:gd name="T22" fmla="*/ 1 w 6"/>
                  <a:gd name="T23" fmla="*/ 28 h 58"/>
                  <a:gd name="T24" fmla="*/ 1 w 6"/>
                  <a:gd name="T25" fmla="*/ 27 h 58"/>
                  <a:gd name="T26" fmla="*/ 2 w 6"/>
                  <a:gd name="T27" fmla="*/ 27 h 58"/>
                  <a:gd name="T28" fmla="*/ 2 w 6"/>
                  <a:gd name="T29" fmla="*/ 24 h 58"/>
                  <a:gd name="T30" fmla="*/ 2 w 6"/>
                  <a:gd name="T31" fmla="*/ 19 h 58"/>
                  <a:gd name="T32" fmla="*/ 2 w 6"/>
                  <a:gd name="T33" fmla="*/ 14 h 58"/>
                  <a:gd name="T34" fmla="*/ 2 w 6"/>
                  <a:gd name="T35" fmla="*/ 9 h 58"/>
                  <a:gd name="T36" fmla="*/ 2 w 6"/>
                  <a:gd name="T37" fmla="*/ 5 h 58"/>
                  <a:gd name="T38" fmla="*/ 2 w 6"/>
                  <a:gd name="T39" fmla="*/ 1 h 58"/>
                  <a:gd name="T40" fmla="*/ 2 w 6"/>
                  <a:gd name="T41" fmla="*/ 0 h 58"/>
                  <a:gd name="T42" fmla="*/ 2 w 6"/>
                  <a:gd name="T43" fmla="*/ 3 h 58"/>
                  <a:gd name="T44" fmla="*/ 3 w 6"/>
                  <a:gd name="T45" fmla="*/ 8 h 58"/>
                  <a:gd name="T46" fmla="*/ 3 w 6"/>
                  <a:gd name="T47" fmla="*/ 11 h 58"/>
                  <a:gd name="T48" fmla="*/ 3 w 6"/>
                  <a:gd name="T49" fmla="*/ 14 h 58"/>
                  <a:gd name="T50" fmla="*/ 3 w 6"/>
                  <a:gd name="T51" fmla="*/ 19 h 58"/>
                  <a:gd name="T52" fmla="*/ 3 w 6"/>
                  <a:gd name="T53" fmla="*/ 24 h 58"/>
                  <a:gd name="T54" fmla="*/ 3 w 6"/>
                  <a:gd name="T55" fmla="*/ 27 h 58"/>
                  <a:gd name="T56" fmla="*/ 4 w 6"/>
                  <a:gd name="T57" fmla="*/ 30 h 58"/>
                  <a:gd name="T58" fmla="*/ 4 w 6"/>
                  <a:gd name="T59" fmla="*/ 31 h 58"/>
                  <a:gd name="T60" fmla="*/ 4 w 6"/>
                  <a:gd name="T61" fmla="*/ 29 h 58"/>
                  <a:gd name="T62" fmla="*/ 4 w 6"/>
                  <a:gd name="T63" fmla="*/ 27 h 58"/>
                  <a:gd name="T64" fmla="*/ 4 w 6"/>
                  <a:gd name="T65" fmla="*/ 27 h 58"/>
                  <a:gd name="T66" fmla="*/ 4 w 6"/>
                  <a:gd name="T67" fmla="*/ 26 h 58"/>
                  <a:gd name="T68" fmla="*/ 4 w 6"/>
                  <a:gd name="T69" fmla="*/ 25 h 58"/>
                  <a:gd name="T70" fmla="*/ 4 w 6"/>
                  <a:gd name="T71" fmla="*/ 25 h 58"/>
                  <a:gd name="T72" fmla="*/ 4 w 6"/>
                  <a:gd name="T73" fmla="*/ 29 h 58"/>
                  <a:gd name="T74" fmla="*/ 5 w 6"/>
                  <a:gd name="T75" fmla="*/ 32 h 58"/>
                  <a:gd name="T76" fmla="*/ 5 w 6"/>
                  <a:gd name="T77" fmla="*/ 36 h 58"/>
                  <a:gd name="T78" fmla="*/ 5 w 6"/>
                  <a:gd name="T79" fmla="*/ 41 h 58"/>
                  <a:gd name="T80" fmla="*/ 5 w 6"/>
                  <a:gd name="T81" fmla="*/ 44 h 58"/>
                  <a:gd name="T82" fmla="*/ 5 w 6"/>
                  <a:gd name="T83" fmla="*/ 47 h 58"/>
                  <a:gd name="T84" fmla="*/ 5 w 6"/>
                  <a:gd name="T85" fmla="*/ 51 h 58"/>
                  <a:gd name="T86" fmla="*/ 5 w 6"/>
                  <a:gd name="T87" fmla="*/ 53 h 58"/>
                  <a:gd name="T88" fmla="*/ 5 w 6"/>
                  <a:gd name="T89" fmla="*/ 55 h 58"/>
                  <a:gd name="T90" fmla="*/ 5 w 6"/>
                  <a:gd name="T91" fmla="*/ 56 h 58"/>
                  <a:gd name="T92" fmla="*/ 5 w 6"/>
                  <a:gd name="T93" fmla="*/ 55 h 58"/>
                  <a:gd name="T94" fmla="*/ 6 w 6"/>
                  <a:gd name="T95" fmla="*/ 54 h 58"/>
                  <a:gd name="T96" fmla="*/ 6 w 6"/>
                  <a:gd name="T97" fmla="*/ 54 h 58"/>
                  <a:gd name="T98" fmla="*/ 6 w 6"/>
                  <a:gd name="T99" fmla="*/ 54 h 58"/>
                  <a:gd name="T100" fmla="*/ 6 w 6"/>
                  <a:gd name="T101" fmla="*/ 55 h 58"/>
                  <a:gd name="T102" fmla="*/ 6 w 6"/>
                  <a:gd name="T103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8">
                    <a:moveTo>
                      <a:pt x="0" y="53"/>
                    </a:move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4"/>
                    </a:lnTo>
                    <a:lnTo>
                      <a:pt x="0" y="42"/>
                    </a:lnTo>
                    <a:lnTo>
                      <a:pt x="0" y="39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2"/>
                    </a:lnTo>
                    <a:lnTo>
                      <a:pt x="1" y="30"/>
                    </a:lnTo>
                    <a:lnTo>
                      <a:pt x="1" y="28"/>
                    </a:lnTo>
                    <a:lnTo>
                      <a:pt x="1" y="27"/>
                    </a:lnTo>
                    <a:lnTo>
                      <a:pt x="2" y="27"/>
                    </a:lnTo>
                    <a:lnTo>
                      <a:pt x="2" y="24"/>
                    </a:lnTo>
                    <a:lnTo>
                      <a:pt x="2" y="19"/>
                    </a:lnTo>
                    <a:lnTo>
                      <a:pt x="2" y="14"/>
                    </a:lnTo>
                    <a:lnTo>
                      <a:pt x="2" y="9"/>
                    </a:lnTo>
                    <a:lnTo>
                      <a:pt x="2" y="5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3"/>
                    </a:lnTo>
                    <a:lnTo>
                      <a:pt x="3" y="8"/>
                    </a:lnTo>
                    <a:lnTo>
                      <a:pt x="3" y="11"/>
                    </a:lnTo>
                    <a:lnTo>
                      <a:pt x="3" y="14"/>
                    </a:lnTo>
                    <a:lnTo>
                      <a:pt x="3" y="19"/>
                    </a:lnTo>
                    <a:lnTo>
                      <a:pt x="3" y="24"/>
                    </a:lnTo>
                    <a:lnTo>
                      <a:pt x="3" y="27"/>
                    </a:lnTo>
                    <a:lnTo>
                      <a:pt x="4" y="30"/>
                    </a:lnTo>
                    <a:lnTo>
                      <a:pt x="4" y="31"/>
                    </a:lnTo>
                    <a:lnTo>
                      <a:pt x="4" y="29"/>
                    </a:lnTo>
                    <a:lnTo>
                      <a:pt x="4" y="27"/>
                    </a:lnTo>
                    <a:lnTo>
                      <a:pt x="4" y="27"/>
                    </a:lnTo>
                    <a:lnTo>
                      <a:pt x="4" y="26"/>
                    </a:lnTo>
                    <a:lnTo>
                      <a:pt x="4" y="25"/>
                    </a:lnTo>
                    <a:lnTo>
                      <a:pt x="4" y="25"/>
                    </a:lnTo>
                    <a:lnTo>
                      <a:pt x="4" y="29"/>
                    </a:lnTo>
                    <a:lnTo>
                      <a:pt x="5" y="32"/>
                    </a:lnTo>
                    <a:lnTo>
                      <a:pt x="5" y="36"/>
                    </a:lnTo>
                    <a:lnTo>
                      <a:pt x="5" y="41"/>
                    </a:lnTo>
                    <a:lnTo>
                      <a:pt x="5" y="44"/>
                    </a:lnTo>
                    <a:lnTo>
                      <a:pt x="5" y="47"/>
                    </a:lnTo>
                    <a:lnTo>
                      <a:pt x="5" y="51"/>
                    </a:lnTo>
                    <a:lnTo>
                      <a:pt x="5" y="53"/>
                    </a:lnTo>
                    <a:lnTo>
                      <a:pt x="5" y="55"/>
                    </a:lnTo>
                    <a:lnTo>
                      <a:pt x="5" y="56"/>
                    </a:lnTo>
                    <a:lnTo>
                      <a:pt x="5" y="55"/>
                    </a:lnTo>
                    <a:lnTo>
                      <a:pt x="6" y="54"/>
                    </a:lnTo>
                    <a:lnTo>
                      <a:pt x="6" y="54"/>
                    </a:lnTo>
                    <a:lnTo>
                      <a:pt x="6" y="54"/>
                    </a:lnTo>
                    <a:lnTo>
                      <a:pt x="6" y="55"/>
                    </a:lnTo>
                    <a:lnTo>
                      <a:pt x="6" y="5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64" name="Freeform 809"/>
              <p:cNvSpPr/>
              <p:nvPr/>
            </p:nvSpPr>
            <p:spPr bwMode="auto">
              <a:xfrm>
                <a:off x="1047" y="2945"/>
                <a:ext cx="7" cy="113"/>
              </a:xfrm>
              <a:custGeom>
                <a:avLst/>
                <a:gdLst>
                  <a:gd name="T0" fmla="*/ 0 w 7"/>
                  <a:gd name="T1" fmla="*/ 0 h 113"/>
                  <a:gd name="T2" fmla="*/ 0 w 7"/>
                  <a:gd name="T3" fmla="*/ 3 h 113"/>
                  <a:gd name="T4" fmla="*/ 0 w 7"/>
                  <a:gd name="T5" fmla="*/ 6 h 113"/>
                  <a:gd name="T6" fmla="*/ 1 w 7"/>
                  <a:gd name="T7" fmla="*/ 7 h 113"/>
                  <a:gd name="T8" fmla="*/ 1 w 7"/>
                  <a:gd name="T9" fmla="*/ 10 h 113"/>
                  <a:gd name="T10" fmla="*/ 1 w 7"/>
                  <a:gd name="T11" fmla="*/ 13 h 113"/>
                  <a:gd name="T12" fmla="*/ 1 w 7"/>
                  <a:gd name="T13" fmla="*/ 16 h 113"/>
                  <a:gd name="T14" fmla="*/ 1 w 7"/>
                  <a:gd name="T15" fmla="*/ 19 h 113"/>
                  <a:gd name="T16" fmla="*/ 1 w 7"/>
                  <a:gd name="T17" fmla="*/ 22 h 113"/>
                  <a:gd name="T18" fmla="*/ 1 w 7"/>
                  <a:gd name="T19" fmla="*/ 24 h 113"/>
                  <a:gd name="T20" fmla="*/ 1 w 7"/>
                  <a:gd name="T21" fmla="*/ 24 h 113"/>
                  <a:gd name="T22" fmla="*/ 1 w 7"/>
                  <a:gd name="T23" fmla="*/ 24 h 113"/>
                  <a:gd name="T24" fmla="*/ 2 w 7"/>
                  <a:gd name="T25" fmla="*/ 26 h 113"/>
                  <a:gd name="T26" fmla="*/ 2 w 7"/>
                  <a:gd name="T27" fmla="*/ 28 h 113"/>
                  <a:gd name="T28" fmla="*/ 2 w 7"/>
                  <a:gd name="T29" fmla="*/ 30 h 113"/>
                  <a:gd name="T30" fmla="*/ 2 w 7"/>
                  <a:gd name="T31" fmla="*/ 32 h 113"/>
                  <a:gd name="T32" fmla="*/ 2 w 7"/>
                  <a:gd name="T33" fmla="*/ 36 h 113"/>
                  <a:gd name="T34" fmla="*/ 2 w 7"/>
                  <a:gd name="T35" fmla="*/ 41 h 113"/>
                  <a:gd name="T36" fmla="*/ 3 w 7"/>
                  <a:gd name="T37" fmla="*/ 44 h 113"/>
                  <a:gd name="T38" fmla="*/ 3 w 7"/>
                  <a:gd name="T39" fmla="*/ 47 h 113"/>
                  <a:gd name="T40" fmla="*/ 3 w 7"/>
                  <a:gd name="T41" fmla="*/ 51 h 113"/>
                  <a:gd name="T42" fmla="*/ 3 w 7"/>
                  <a:gd name="T43" fmla="*/ 54 h 113"/>
                  <a:gd name="T44" fmla="*/ 3 w 7"/>
                  <a:gd name="T45" fmla="*/ 55 h 113"/>
                  <a:gd name="T46" fmla="*/ 3 w 7"/>
                  <a:gd name="T47" fmla="*/ 57 h 113"/>
                  <a:gd name="T48" fmla="*/ 3 w 7"/>
                  <a:gd name="T49" fmla="*/ 58 h 113"/>
                  <a:gd name="T50" fmla="*/ 3 w 7"/>
                  <a:gd name="T51" fmla="*/ 56 h 113"/>
                  <a:gd name="T52" fmla="*/ 3 w 7"/>
                  <a:gd name="T53" fmla="*/ 53 h 113"/>
                  <a:gd name="T54" fmla="*/ 4 w 7"/>
                  <a:gd name="T55" fmla="*/ 54 h 113"/>
                  <a:gd name="T56" fmla="*/ 4 w 7"/>
                  <a:gd name="T57" fmla="*/ 57 h 113"/>
                  <a:gd name="T58" fmla="*/ 4 w 7"/>
                  <a:gd name="T59" fmla="*/ 59 h 113"/>
                  <a:gd name="T60" fmla="*/ 4 w 7"/>
                  <a:gd name="T61" fmla="*/ 60 h 113"/>
                  <a:gd name="T62" fmla="*/ 4 w 7"/>
                  <a:gd name="T63" fmla="*/ 61 h 113"/>
                  <a:gd name="T64" fmla="*/ 4 w 7"/>
                  <a:gd name="T65" fmla="*/ 65 h 113"/>
                  <a:gd name="T66" fmla="*/ 4 w 7"/>
                  <a:gd name="T67" fmla="*/ 67 h 113"/>
                  <a:gd name="T68" fmla="*/ 4 w 7"/>
                  <a:gd name="T69" fmla="*/ 70 h 113"/>
                  <a:gd name="T70" fmla="*/ 4 w 7"/>
                  <a:gd name="T71" fmla="*/ 74 h 113"/>
                  <a:gd name="T72" fmla="*/ 5 w 7"/>
                  <a:gd name="T73" fmla="*/ 77 h 113"/>
                  <a:gd name="T74" fmla="*/ 5 w 7"/>
                  <a:gd name="T75" fmla="*/ 78 h 113"/>
                  <a:gd name="T76" fmla="*/ 5 w 7"/>
                  <a:gd name="T77" fmla="*/ 81 h 113"/>
                  <a:gd name="T78" fmla="*/ 5 w 7"/>
                  <a:gd name="T79" fmla="*/ 85 h 113"/>
                  <a:gd name="T80" fmla="*/ 5 w 7"/>
                  <a:gd name="T81" fmla="*/ 87 h 113"/>
                  <a:gd name="T82" fmla="*/ 5 w 7"/>
                  <a:gd name="T83" fmla="*/ 87 h 113"/>
                  <a:gd name="T84" fmla="*/ 6 w 7"/>
                  <a:gd name="T85" fmla="*/ 88 h 113"/>
                  <a:gd name="T86" fmla="*/ 6 w 7"/>
                  <a:gd name="T87" fmla="*/ 92 h 113"/>
                  <a:gd name="T88" fmla="*/ 6 w 7"/>
                  <a:gd name="T89" fmla="*/ 94 h 113"/>
                  <a:gd name="T90" fmla="*/ 6 w 7"/>
                  <a:gd name="T91" fmla="*/ 95 h 113"/>
                  <a:gd name="T92" fmla="*/ 6 w 7"/>
                  <a:gd name="T93" fmla="*/ 98 h 113"/>
                  <a:gd name="T94" fmla="*/ 6 w 7"/>
                  <a:gd name="T95" fmla="*/ 103 h 113"/>
                  <a:gd name="T96" fmla="*/ 6 w 7"/>
                  <a:gd name="T97" fmla="*/ 107 h 113"/>
                  <a:gd name="T98" fmla="*/ 6 w 7"/>
                  <a:gd name="T99" fmla="*/ 108 h 113"/>
                  <a:gd name="T100" fmla="*/ 6 w 7"/>
                  <a:gd name="T101" fmla="*/ 110 h 113"/>
                  <a:gd name="T102" fmla="*/ 7 w 7"/>
                  <a:gd name="T103" fmla="*/ 113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13">
                    <a:moveTo>
                      <a:pt x="0" y="0"/>
                    </a:moveTo>
                    <a:lnTo>
                      <a:pt x="0" y="3"/>
                    </a:lnTo>
                    <a:lnTo>
                      <a:pt x="0" y="6"/>
                    </a:lnTo>
                    <a:lnTo>
                      <a:pt x="1" y="7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1" y="16"/>
                    </a:lnTo>
                    <a:lnTo>
                      <a:pt x="1" y="19"/>
                    </a:lnTo>
                    <a:lnTo>
                      <a:pt x="1" y="22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2" y="26"/>
                    </a:lnTo>
                    <a:lnTo>
                      <a:pt x="2" y="28"/>
                    </a:lnTo>
                    <a:lnTo>
                      <a:pt x="2" y="30"/>
                    </a:lnTo>
                    <a:lnTo>
                      <a:pt x="2" y="32"/>
                    </a:lnTo>
                    <a:lnTo>
                      <a:pt x="2" y="36"/>
                    </a:lnTo>
                    <a:lnTo>
                      <a:pt x="2" y="41"/>
                    </a:lnTo>
                    <a:lnTo>
                      <a:pt x="3" y="44"/>
                    </a:lnTo>
                    <a:lnTo>
                      <a:pt x="3" y="47"/>
                    </a:lnTo>
                    <a:lnTo>
                      <a:pt x="3" y="51"/>
                    </a:lnTo>
                    <a:lnTo>
                      <a:pt x="3" y="54"/>
                    </a:lnTo>
                    <a:lnTo>
                      <a:pt x="3" y="55"/>
                    </a:lnTo>
                    <a:lnTo>
                      <a:pt x="3" y="57"/>
                    </a:lnTo>
                    <a:lnTo>
                      <a:pt x="3" y="58"/>
                    </a:lnTo>
                    <a:lnTo>
                      <a:pt x="3" y="56"/>
                    </a:lnTo>
                    <a:lnTo>
                      <a:pt x="3" y="53"/>
                    </a:lnTo>
                    <a:lnTo>
                      <a:pt x="4" y="54"/>
                    </a:lnTo>
                    <a:lnTo>
                      <a:pt x="4" y="57"/>
                    </a:lnTo>
                    <a:lnTo>
                      <a:pt x="4" y="59"/>
                    </a:lnTo>
                    <a:lnTo>
                      <a:pt x="4" y="60"/>
                    </a:lnTo>
                    <a:lnTo>
                      <a:pt x="4" y="61"/>
                    </a:lnTo>
                    <a:lnTo>
                      <a:pt x="4" y="65"/>
                    </a:lnTo>
                    <a:lnTo>
                      <a:pt x="4" y="67"/>
                    </a:lnTo>
                    <a:lnTo>
                      <a:pt x="4" y="70"/>
                    </a:lnTo>
                    <a:lnTo>
                      <a:pt x="4" y="74"/>
                    </a:lnTo>
                    <a:lnTo>
                      <a:pt x="5" y="77"/>
                    </a:lnTo>
                    <a:lnTo>
                      <a:pt x="5" y="78"/>
                    </a:lnTo>
                    <a:lnTo>
                      <a:pt x="5" y="81"/>
                    </a:lnTo>
                    <a:lnTo>
                      <a:pt x="5" y="85"/>
                    </a:lnTo>
                    <a:lnTo>
                      <a:pt x="5" y="87"/>
                    </a:lnTo>
                    <a:lnTo>
                      <a:pt x="5" y="87"/>
                    </a:lnTo>
                    <a:lnTo>
                      <a:pt x="6" y="88"/>
                    </a:lnTo>
                    <a:lnTo>
                      <a:pt x="6" y="92"/>
                    </a:lnTo>
                    <a:lnTo>
                      <a:pt x="6" y="94"/>
                    </a:lnTo>
                    <a:lnTo>
                      <a:pt x="6" y="95"/>
                    </a:lnTo>
                    <a:lnTo>
                      <a:pt x="6" y="98"/>
                    </a:lnTo>
                    <a:lnTo>
                      <a:pt x="6" y="103"/>
                    </a:lnTo>
                    <a:lnTo>
                      <a:pt x="6" y="107"/>
                    </a:lnTo>
                    <a:lnTo>
                      <a:pt x="6" y="108"/>
                    </a:lnTo>
                    <a:lnTo>
                      <a:pt x="6" y="110"/>
                    </a:lnTo>
                    <a:lnTo>
                      <a:pt x="7" y="11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65" name="Freeform 810"/>
              <p:cNvSpPr/>
              <p:nvPr/>
            </p:nvSpPr>
            <p:spPr bwMode="auto">
              <a:xfrm>
                <a:off x="1053" y="2958"/>
                <a:ext cx="7" cy="110"/>
              </a:xfrm>
              <a:custGeom>
                <a:avLst/>
                <a:gdLst>
                  <a:gd name="T0" fmla="*/ 0 w 7"/>
                  <a:gd name="T1" fmla="*/ 97 h 110"/>
                  <a:gd name="T2" fmla="*/ 1 w 7"/>
                  <a:gd name="T3" fmla="*/ 100 h 110"/>
                  <a:gd name="T4" fmla="*/ 1 w 7"/>
                  <a:gd name="T5" fmla="*/ 100 h 110"/>
                  <a:gd name="T6" fmla="*/ 1 w 7"/>
                  <a:gd name="T7" fmla="*/ 100 h 110"/>
                  <a:gd name="T8" fmla="*/ 1 w 7"/>
                  <a:gd name="T9" fmla="*/ 101 h 110"/>
                  <a:gd name="T10" fmla="*/ 1 w 7"/>
                  <a:gd name="T11" fmla="*/ 102 h 110"/>
                  <a:gd name="T12" fmla="*/ 1 w 7"/>
                  <a:gd name="T13" fmla="*/ 102 h 110"/>
                  <a:gd name="T14" fmla="*/ 1 w 7"/>
                  <a:gd name="T15" fmla="*/ 102 h 110"/>
                  <a:gd name="T16" fmla="*/ 2 w 7"/>
                  <a:gd name="T17" fmla="*/ 103 h 110"/>
                  <a:gd name="T18" fmla="*/ 2 w 7"/>
                  <a:gd name="T19" fmla="*/ 104 h 110"/>
                  <a:gd name="T20" fmla="*/ 2 w 7"/>
                  <a:gd name="T21" fmla="*/ 104 h 110"/>
                  <a:gd name="T22" fmla="*/ 2 w 7"/>
                  <a:gd name="T23" fmla="*/ 105 h 110"/>
                  <a:gd name="T24" fmla="*/ 2 w 7"/>
                  <a:gd name="T25" fmla="*/ 108 h 110"/>
                  <a:gd name="T26" fmla="*/ 2 w 7"/>
                  <a:gd name="T27" fmla="*/ 110 h 110"/>
                  <a:gd name="T28" fmla="*/ 2 w 7"/>
                  <a:gd name="T29" fmla="*/ 109 h 110"/>
                  <a:gd name="T30" fmla="*/ 2 w 7"/>
                  <a:gd name="T31" fmla="*/ 108 h 110"/>
                  <a:gd name="T32" fmla="*/ 2 w 7"/>
                  <a:gd name="T33" fmla="*/ 104 h 110"/>
                  <a:gd name="T34" fmla="*/ 3 w 7"/>
                  <a:gd name="T35" fmla="*/ 97 h 110"/>
                  <a:gd name="T36" fmla="*/ 3 w 7"/>
                  <a:gd name="T37" fmla="*/ 89 h 110"/>
                  <a:gd name="T38" fmla="*/ 3 w 7"/>
                  <a:gd name="T39" fmla="*/ 85 h 110"/>
                  <a:gd name="T40" fmla="*/ 3 w 7"/>
                  <a:gd name="T41" fmla="*/ 83 h 110"/>
                  <a:gd name="T42" fmla="*/ 3 w 7"/>
                  <a:gd name="T43" fmla="*/ 77 h 110"/>
                  <a:gd name="T44" fmla="*/ 3 w 7"/>
                  <a:gd name="T45" fmla="*/ 66 h 110"/>
                  <a:gd name="T46" fmla="*/ 3 w 7"/>
                  <a:gd name="T47" fmla="*/ 55 h 110"/>
                  <a:gd name="T48" fmla="*/ 3 w 7"/>
                  <a:gd name="T49" fmla="*/ 49 h 110"/>
                  <a:gd name="T50" fmla="*/ 3 w 7"/>
                  <a:gd name="T51" fmla="*/ 45 h 110"/>
                  <a:gd name="T52" fmla="*/ 4 w 7"/>
                  <a:gd name="T53" fmla="*/ 43 h 110"/>
                  <a:gd name="T54" fmla="*/ 4 w 7"/>
                  <a:gd name="T55" fmla="*/ 42 h 110"/>
                  <a:gd name="T56" fmla="*/ 4 w 7"/>
                  <a:gd name="T57" fmla="*/ 39 h 110"/>
                  <a:gd name="T58" fmla="*/ 4 w 7"/>
                  <a:gd name="T59" fmla="*/ 36 h 110"/>
                  <a:gd name="T60" fmla="*/ 4 w 7"/>
                  <a:gd name="T61" fmla="*/ 35 h 110"/>
                  <a:gd name="T62" fmla="*/ 4 w 7"/>
                  <a:gd name="T63" fmla="*/ 37 h 110"/>
                  <a:gd name="T64" fmla="*/ 5 w 7"/>
                  <a:gd name="T65" fmla="*/ 35 h 110"/>
                  <a:gd name="T66" fmla="*/ 5 w 7"/>
                  <a:gd name="T67" fmla="*/ 32 h 110"/>
                  <a:gd name="T68" fmla="*/ 5 w 7"/>
                  <a:gd name="T69" fmla="*/ 31 h 110"/>
                  <a:gd name="T70" fmla="*/ 5 w 7"/>
                  <a:gd name="T71" fmla="*/ 31 h 110"/>
                  <a:gd name="T72" fmla="*/ 5 w 7"/>
                  <a:gd name="T73" fmla="*/ 26 h 110"/>
                  <a:gd name="T74" fmla="*/ 5 w 7"/>
                  <a:gd name="T75" fmla="*/ 19 h 110"/>
                  <a:gd name="T76" fmla="*/ 5 w 7"/>
                  <a:gd name="T77" fmla="*/ 15 h 110"/>
                  <a:gd name="T78" fmla="*/ 5 w 7"/>
                  <a:gd name="T79" fmla="*/ 14 h 110"/>
                  <a:gd name="T80" fmla="*/ 5 w 7"/>
                  <a:gd name="T81" fmla="*/ 13 h 110"/>
                  <a:gd name="T82" fmla="*/ 6 w 7"/>
                  <a:gd name="T83" fmla="*/ 11 h 110"/>
                  <a:gd name="T84" fmla="*/ 6 w 7"/>
                  <a:gd name="T85" fmla="*/ 10 h 110"/>
                  <a:gd name="T86" fmla="*/ 6 w 7"/>
                  <a:gd name="T87" fmla="*/ 9 h 110"/>
                  <a:gd name="T88" fmla="*/ 6 w 7"/>
                  <a:gd name="T89" fmla="*/ 8 h 110"/>
                  <a:gd name="T90" fmla="*/ 6 w 7"/>
                  <a:gd name="T91" fmla="*/ 10 h 110"/>
                  <a:gd name="T92" fmla="*/ 6 w 7"/>
                  <a:gd name="T93" fmla="*/ 12 h 110"/>
                  <a:gd name="T94" fmla="*/ 7 w 7"/>
                  <a:gd name="T95" fmla="*/ 11 h 110"/>
                  <a:gd name="T96" fmla="*/ 7 w 7"/>
                  <a:gd name="T97" fmla="*/ 4 h 110"/>
                  <a:gd name="T98" fmla="*/ 7 w 7"/>
                  <a:gd name="T99" fmla="*/ 0 h 110"/>
                  <a:gd name="T100" fmla="*/ 7 w 7"/>
                  <a:gd name="T101" fmla="*/ 0 h 110"/>
                  <a:gd name="T102" fmla="*/ 7 w 7"/>
                  <a:gd name="T103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10">
                    <a:moveTo>
                      <a:pt x="0" y="97"/>
                    </a:moveTo>
                    <a:lnTo>
                      <a:pt x="1" y="100"/>
                    </a:lnTo>
                    <a:lnTo>
                      <a:pt x="1" y="100"/>
                    </a:lnTo>
                    <a:lnTo>
                      <a:pt x="1" y="100"/>
                    </a:lnTo>
                    <a:lnTo>
                      <a:pt x="1" y="101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2" y="103"/>
                    </a:lnTo>
                    <a:lnTo>
                      <a:pt x="2" y="104"/>
                    </a:lnTo>
                    <a:lnTo>
                      <a:pt x="2" y="104"/>
                    </a:lnTo>
                    <a:lnTo>
                      <a:pt x="2" y="105"/>
                    </a:lnTo>
                    <a:lnTo>
                      <a:pt x="2" y="108"/>
                    </a:lnTo>
                    <a:lnTo>
                      <a:pt x="2" y="110"/>
                    </a:lnTo>
                    <a:lnTo>
                      <a:pt x="2" y="109"/>
                    </a:lnTo>
                    <a:lnTo>
                      <a:pt x="2" y="108"/>
                    </a:lnTo>
                    <a:lnTo>
                      <a:pt x="2" y="104"/>
                    </a:lnTo>
                    <a:lnTo>
                      <a:pt x="3" y="97"/>
                    </a:lnTo>
                    <a:lnTo>
                      <a:pt x="3" y="89"/>
                    </a:lnTo>
                    <a:lnTo>
                      <a:pt x="3" y="85"/>
                    </a:lnTo>
                    <a:lnTo>
                      <a:pt x="3" y="83"/>
                    </a:lnTo>
                    <a:lnTo>
                      <a:pt x="3" y="77"/>
                    </a:lnTo>
                    <a:lnTo>
                      <a:pt x="3" y="66"/>
                    </a:lnTo>
                    <a:lnTo>
                      <a:pt x="3" y="55"/>
                    </a:lnTo>
                    <a:lnTo>
                      <a:pt x="3" y="49"/>
                    </a:lnTo>
                    <a:lnTo>
                      <a:pt x="3" y="45"/>
                    </a:lnTo>
                    <a:lnTo>
                      <a:pt x="4" y="43"/>
                    </a:lnTo>
                    <a:lnTo>
                      <a:pt x="4" y="42"/>
                    </a:lnTo>
                    <a:lnTo>
                      <a:pt x="4" y="39"/>
                    </a:lnTo>
                    <a:lnTo>
                      <a:pt x="4" y="36"/>
                    </a:lnTo>
                    <a:lnTo>
                      <a:pt x="4" y="35"/>
                    </a:lnTo>
                    <a:lnTo>
                      <a:pt x="4" y="37"/>
                    </a:lnTo>
                    <a:lnTo>
                      <a:pt x="5" y="35"/>
                    </a:lnTo>
                    <a:lnTo>
                      <a:pt x="5" y="32"/>
                    </a:lnTo>
                    <a:lnTo>
                      <a:pt x="5" y="31"/>
                    </a:lnTo>
                    <a:lnTo>
                      <a:pt x="5" y="31"/>
                    </a:lnTo>
                    <a:lnTo>
                      <a:pt x="5" y="26"/>
                    </a:lnTo>
                    <a:lnTo>
                      <a:pt x="5" y="19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5" y="13"/>
                    </a:lnTo>
                    <a:lnTo>
                      <a:pt x="6" y="11"/>
                    </a:lnTo>
                    <a:lnTo>
                      <a:pt x="6" y="10"/>
                    </a:lnTo>
                    <a:lnTo>
                      <a:pt x="6" y="9"/>
                    </a:lnTo>
                    <a:lnTo>
                      <a:pt x="6" y="8"/>
                    </a:lnTo>
                    <a:lnTo>
                      <a:pt x="6" y="10"/>
                    </a:lnTo>
                    <a:lnTo>
                      <a:pt x="6" y="12"/>
                    </a:lnTo>
                    <a:lnTo>
                      <a:pt x="7" y="11"/>
                    </a:lnTo>
                    <a:lnTo>
                      <a:pt x="7" y="4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66" name="Freeform 811"/>
              <p:cNvSpPr/>
              <p:nvPr/>
            </p:nvSpPr>
            <p:spPr bwMode="auto">
              <a:xfrm>
                <a:off x="1060" y="2923"/>
                <a:ext cx="6" cy="35"/>
              </a:xfrm>
              <a:custGeom>
                <a:avLst/>
                <a:gdLst>
                  <a:gd name="T0" fmla="*/ 0 w 6"/>
                  <a:gd name="T1" fmla="*/ 35 h 35"/>
                  <a:gd name="T2" fmla="*/ 0 w 6"/>
                  <a:gd name="T3" fmla="*/ 35 h 35"/>
                  <a:gd name="T4" fmla="*/ 0 w 6"/>
                  <a:gd name="T5" fmla="*/ 30 h 35"/>
                  <a:gd name="T6" fmla="*/ 0 w 6"/>
                  <a:gd name="T7" fmla="*/ 28 h 35"/>
                  <a:gd name="T8" fmla="*/ 0 w 6"/>
                  <a:gd name="T9" fmla="*/ 27 h 35"/>
                  <a:gd name="T10" fmla="*/ 0 w 6"/>
                  <a:gd name="T11" fmla="*/ 24 h 35"/>
                  <a:gd name="T12" fmla="*/ 1 w 6"/>
                  <a:gd name="T13" fmla="*/ 21 h 35"/>
                  <a:gd name="T14" fmla="*/ 1 w 6"/>
                  <a:gd name="T15" fmla="*/ 20 h 35"/>
                  <a:gd name="T16" fmla="*/ 1 w 6"/>
                  <a:gd name="T17" fmla="*/ 23 h 35"/>
                  <a:gd name="T18" fmla="*/ 1 w 6"/>
                  <a:gd name="T19" fmla="*/ 25 h 35"/>
                  <a:gd name="T20" fmla="*/ 1 w 6"/>
                  <a:gd name="T21" fmla="*/ 28 h 35"/>
                  <a:gd name="T22" fmla="*/ 1 w 6"/>
                  <a:gd name="T23" fmla="*/ 29 h 35"/>
                  <a:gd name="T24" fmla="*/ 1 w 6"/>
                  <a:gd name="T25" fmla="*/ 28 h 35"/>
                  <a:gd name="T26" fmla="*/ 1 w 6"/>
                  <a:gd name="T27" fmla="*/ 23 h 35"/>
                  <a:gd name="T28" fmla="*/ 1 w 6"/>
                  <a:gd name="T29" fmla="*/ 22 h 35"/>
                  <a:gd name="T30" fmla="*/ 2 w 6"/>
                  <a:gd name="T31" fmla="*/ 26 h 35"/>
                  <a:gd name="T32" fmla="*/ 2 w 6"/>
                  <a:gd name="T33" fmla="*/ 28 h 35"/>
                  <a:gd name="T34" fmla="*/ 2 w 6"/>
                  <a:gd name="T35" fmla="*/ 23 h 35"/>
                  <a:gd name="T36" fmla="*/ 2 w 6"/>
                  <a:gd name="T37" fmla="*/ 16 h 35"/>
                  <a:gd name="T38" fmla="*/ 2 w 6"/>
                  <a:gd name="T39" fmla="*/ 14 h 35"/>
                  <a:gd name="T40" fmla="*/ 2 w 6"/>
                  <a:gd name="T41" fmla="*/ 14 h 35"/>
                  <a:gd name="T42" fmla="*/ 2 w 6"/>
                  <a:gd name="T43" fmla="*/ 13 h 35"/>
                  <a:gd name="T44" fmla="*/ 3 w 6"/>
                  <a:gd name="T45" fmla="*/ 13 h 35"/>
                  <a:gd name="T46" fmla="*/ 3 w 6"/>
                  <a:gd name="T47" fmla="*/ 14 h 35"/>
                  <a:gd name="T48" fmla="*/ 3 w 6"/>
                  <a:gd name="T49" fmla="*/ 11 h 35"/>
                  <a:gd name="T50" fmla="*/ 3 w 6"/>
                  <a:gd name="T51" fmla="*/ 7 h 35"/>
                  <a:gd name="T52" fmla="*/ 3 w 6"/>
                  <a:gd name="T53" fmla="*/ 6 h 35"/>
                  <a:gd name="T54" fmla="*/ 3 w 6"/>
                  <a:gd name="T55" fmla="*/ 5 h 35"/>
                  <a:gd name="T56" fmla="*/ 3 w 6"/>
                  <a:gd name="T57" fmla="*/ 3 h 35"/>
                  <a:gd name="T58" fmla="*/ 3 w 6"/>
                  <a:gd name="T59" fmla="*/ 1 h 35"/>
                  <a:gd name="T60" fmla="*/ 3 w 6"/>
                  <a:gd name="T61" fmla="*/ 2 h 35"/>
                  <a:gd name="T62" fmla="*/ 4 w 6"/>
                  <a:gd name="T63" fmla="*/ 2 h 35"/>
                  <a:gd name="T64" fmla="*/ 4 w 6"/>
                  <a:gd name="T65" fmla="*/ 0 h 35"/>
                  <a:gd name="T66" fmla="*/ 4 w 6"/>
                  <a:gd name="T67" fmla="*/ 0 h 35"/>
                  <a:gd name="T68" fmla="*/ 4 w 6"/>
                  <a:gd name="T69" fmla="*/ 3 h 35"/>
                  <a:gd name="T70" fmla="*/ 4 w 6"/>
                  <a:gd name="T71" fmla="*/ 9 h 35"/>
                  <a:gd name="T72" fmla="*/ 4 w 6"/>
                  <a:gd name="T73" fmla="*/ 13 h 35"/>
                  <a:gd name="T74" fmla="*/ 5 w 6"/>
                  <a:gd name="T75" fmla="*/ 16 h 35"/>
                  <a:gd name="T76" fmla="*/ 5 w 6"/>
                  <a:gd name="T77" fmla="*/ 18 h 35"/>
                  <a:gd name="T78" fmla="*/ 5 w 6"/>
                  <a:gd name="T79" fmla="*/ 18 h 35"/>
                  <a:gd name="T80" fmla="*/ 5 w 6"/>
                  <a:gd name="T81" fmla="*/ 19 h 35"/>
                  <a:gd name="T82" fmla="*/ 5 w 6"/>
                  <a:gd name="T83" fmla="*/ 23 h 35"/>
                  <a:gd name="T84" fmla="*/ 5 w 6"/>
                  <a:gd name="T85" fmla="*/ 25 h 35"/>
                  <a:gd name="T86" fmla="*/ 5 w 6"/>
                  <a:gd name="T87" fmla="*/ 22 h 35"/>
                  <a:gd name="T88" fmla="*/ 5 w 6"/>
                  <a:gd name="T89" fmla="*/ 18 h 35"/>
                  <a:gd name="T90" fmla="*/ 5 w 6"/>
                  <a:gd name="T91" fmla="*/ 16 h 35"/>
                  <a:gd name="T92" fmla="*/ 6 w 6"/>
                  <a:gd name="T93" fmla="*/ 16 h 35"/>
                  <a:gd name="T94" fmla="*/ 6 w 6"/>
                  <a:gd name="T95" fmla="*/ 15 h 35"/>
                  <a:gd name="T96" fmla="*/ 6 w 6"/>
                  <a:gd name="T97" fmla="*/ 15 h 35"/>
                  <a:gd name="T98" fmla="*/ 6 w 6"/>
                  <a:gd name="T99" fmla="*/ 17 h 35"/>
                  <a:gd name="T100" fmla="*/ 6 w 6"/>
                  <a:gd name="T101" fmla="*/ 20 h 35"/>
                  <a:gd name="T102" fmla="*/ 6 w 6"/>
                  <a:gd name="T10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5">
                    <a:moveTo>
                      <a:pt x="0" y="35"/>
                    </a:moveTo>
                    <a:lnTo>
                      <a:pt x="0" y="35"/>
                    </a:lnTo>
                    <a:lnTo>
                      <a:pt x="0" y="30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4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23"/>
                    </a:lnTo>
                    <a:lnTo>
                      <a:pt x="1" y="25"/>
                    </a:lnTo>
                    <a:lnTo>
                      <a:pt x="1" y="28"/>
                    </a:lnTo>
                    <a:lnTo>
                      <a:pt x="1" y="29"/>
                    </a:lnTo>
                    <a:lnTo>
                      <a:pt x="1" y="28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2" y="26"/>
                    </a:lnTo>
                    <a:lnTo>
                      <a:pt x="2" y="28"/>
                    </a:lnTo>
                    <a:lnTo>
                      <a:pt x="2" y="23"/>
                    </a:lnTo>
                    <a:lnTo>
                      <a:pt x="2" y="16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3" y="13"/>
                    </a:lnTo>
                    <a:lnTo>
                      <a:pt x="3" y="14"/>
                    </a:lnTo>
                    <a:lnTo>
                      <a:pt x="3" y="11"/>
                    </a:lnTo>
                    <a:lnTo>
                      <a:pt x="3" y="7"/>
                    </a:lnTo>
                    <a:lnTo>
                      <a:pt x="3" y="6"/>
                    </a:lnTo>
                    <a:lnTo>
                      <a:pt x="3" y="5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3"/>
                    </a:lnTo>
                    <a:lnTo>
                      <a:pt x="4" y="9"/>
                    </a:lnTo>
                    <a:lnTo>
                      <a:pt x="4" y="13"/>
                    </a:lnTo>
                    <a:lnTo>
                      <a:pt x="5" y="16"/>
                    </a:lnTo>
                    <a:lnTo>
                      <a:pt x="5" y="18"/>
                    </a:lnTo>
                    <a:lnTo>
                      <a:pt x="5" y="18"/>
                    </a:lnTo>
                    <a:lnTo>
                      <a:pt x="5" y="19"/>
                    </a:lnTo>
                    <a:lnTo>
                      <a:pt x="5" y="23"/>
                    </a:lnTo>
                    <a:lnTo>
                      <a:pt x="5" y="25"/>
                    </a:lnTo>
                    <a:lnTo>
                      <a:pt x="5" y="22"/>
                    </a:lnTo>
                    <a:lnTo>
                      <a:pt x="5" y="18"/>
                    </a:lnTo>
                    <a:lnTo>
                      <a:pt x="5" y="16"/>
                    </a:lnTo>
                    <a:lnTo>
                      <a:pt x="6" y="16"/>
                    </a:lnTo>
                    <a:lnTo>
                      <a:pt x="6" y="15"/>
                    </a:lnTo>
                    <a:lnTo>
                      <a:pt x="6" y="15"/>
                    </a:lnTo>
                    <a:lnTo>
                      <a:pt x="6" y="17"/>
                    </a:lnTo>
                    <a:lnTo>
                      <a:pt x="6" y="20"/>
                    </a:lnTo>
                    <a:lnTo>
                      <a:pt x="6" y="2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67" name="Freeform 812"/>
              <p:cNvSpPr/>
              <p:nvPr/>
            </p:nvSpPr>
            <p:spPr bwMode="auto">
              <a:xfrm>
                <a:off x="1066" y="2911"/>
                <a:ext cx="7" cy="58"/>
              </a:xfrm>
              <a:custGeom>
                <a:avLst/>
                <a:gdLst>
                  <a:gd name="T0" fmla="*/ 0 w 7"/>
                  <a:gd name="T1" fmla="*/ 32 h 58"/>
                  <a:gd name="T2" fmla="*/ 0 w 7"/>
                  <a:gd name="T3" fmla="*/ 34 h 58"/>
                  <a:gd name="T4" fmla="*/ 0 w 7"/>
                  <a:gd name="T5" fmla="*/ 35 h 58"/>
                  <a:gd name="T6" fmla="*/ 0 w 7"/>
                  <a:gd name="T7" fmla="*/ 36 h 58"/>
                  <a:gd name="T8" fmla="*/ 0 w 7"/>
                  <a:gd name="T9" fmla="*/ 37 h 58"/>
                  <a:gd name="T10" fmla="*/ 1 w 7"/>
                  <a:gd name="T11" fmla="*/ 39 h 58"/>
                  <a:gd name="T12" fmla="*/ 1 w 7"/>
                  <a:gd name="T13" fmla="*/ 42 h 58"/>
                  <a:gd name="T14" fmla="*/ 1 w 7"/>
                  <a:gd name="T15" fmla="*/ 43 h 58"/>
                  <a:gd name="T16" fmla="*/ 1 w 7"/>
                  <a:gd name="T17" fmla="*/ 41 h 58"/>
                  <a:gd name="T18" fmla="*/ 1 w 7"/>
                  <a:gd name="T19" fmla="*/ 37 h 58"/>
                  <a:gd name="T20" fmla="*/ 1 w 7"/>
                  <a:gd name="T21" fmla="*/ 36 h 58"/>
                  <a:gd name="T22" fmla="*/ 2 w 7"/>
                  <a:gd name="T23" fmla="*/ 39 h 58"/>
                  <a:gd name="T24" fmla="*/ 2 w 7"/>
                  <a:gd name="T25" fmla="*/ 41 h 58"/>
                  <a:gd name="T26" fmla="*/ 2 w 7"/>
                  <a:gd name="T27" fmla="*/ 42 h 58"/>
                  <a:gd name="T28" fmla="*/ 2 w 7"/>
                  <a:gd name="T29" fmla="*/ 45 h 58"/>
                  <a:gd name="T30" fmla="*/ 2 w 7"/>
                  <a:gd name="T31" fmla="*/ 48 h 58"/>
                  <a:gd name="T32" fmla="*/ 2 w 7"/>
                  <a:gd name="T33" fmla="*/ 50 h 58"/>
                  <a:gd name="T34" fmla="*/ 2 w 7"/>
                  <a:gd name="T35" fmla="*/ 52 h 58"/>
                  <a:gd name="T36" fmla="*/ 2 w 7"/>
                  <a:gd name="T37" fmla="*/ 55 h 58"/>
                  <a:gd name="T38" fmla="*/ 2 w 7"/>
                  <a:gd name="T39" fmla="*/ 58 h 58"/>
                  <a:gd name="T40" fmla="*/ 3 w 7"/>
                  <a:gd name="T41" fmla="*/ 58 h 58"/>
                  <a:gd name="T42" fmla="*/ 3 w 7"/>
                  <a:gd name="T43" fmla="*/ 57 h 58"/>
                  <a:gd name="T44" fmla="*/ 3 w 7"/>
                  <a:gd name="T45" fmla="*/ 55 h 58"/>
                  <a:gd name="T46" fmla="*/ 3 w 7"/>
                  <a:gd name="T47" fmla="*/ 52 h 58"/>
                  <a:gd name="T48" fmla="*/ 3 w 7"/>
                  <a:gd name="T49" fmla="*/ 48 h 58"/>
                  <a:gd name="T50" fmla="*/ 3 w 7"/>
                  <a:gd name="T51" fmla="*/ 43 h 58"/>
                  <a:gd name="T52" fmla="*/ 4 w 7"/>
                  <a:gd name="T53" fmla="*/ 38 h 58"/>
                  <a:gd name="T54" fmla="*/ 4 w 7"/>
                  <a:gd name="T55" fmla="*/ 34 h 58"/>
                  <a:gd name="T56" fmla="*/ 4 w 7"/>
                  <a:gd name="T57" fmla="*/ 29 h 58"/>
                  <a:gd name="T58" fmla="*/ 4 w 7"/>
                  <a:gd name="T59" fmla="*/ 25 h 58"/>
                  <a:gd name="T60" fmla="*/ 4 w 7"/>
                  <a:gd name="T61" fmla="*/ 23 h 58"/>
                  <a:gd name="T62" fmla="*/ 4 w 7"/>
                  <a:gd name="T63" fmla="*/ 24 h 58"/>
                  <a:gd name="T64" fmla="*/ 4 w 7"/>
                  <a:gd name="T65" fmla="*/ 24 h 58"/>
                  <a:gd name="T66" fmla="*/ 4 w 7"/>
                  <a:gd name="T67" fmla="*/ 26 h 58"/>
                  <a:gd name="T68" fmla="*/ 4 w 7"/>
                  <a:gd name="T69" fmla="*/ 28 h 58"/>
                  <a:gd name="T70" fmla="*/ 5 w 7"/>
                  <a:gd name="T71" fmla="*/ 30 h 58"/>
                  <a:gd name="T72" fmla="*/ 5 w 7"/>
                  <a:gd name="T73" fmla="*/ 29 h 58"/>
                  <a:gd name="T74" fmla="*/ 5 w 7"/>
                  <a:gd name="T75" fmla="*/ 28 h 58"/>
                  <a:gd name="T76" fmla="*/ 5 w 7"/>
                  <a:gd name="T77" fmla="*/ 26 h 58"/>
                  <a:gd name="T78" fmla="*/ 5 w 7"/>
                  <a:gd name="T79" fmla="*/ 22 h 58"/>
                  <a:gd name="T80" fmla="*/ 5 w 7"/>
                  <a:gd name="T81" fmla="*/ 17 h 58"/>
                  <a:gd name="T82" fmla="*/ 5 w 7"/>
                  <a:gd name="T83" fmla="*/ 13 h 58"/>
                  <a:gd name="T84" fmla="*/ 5 w 7"/>
                  <a:gd name="T85" fmla="*/ 9 h 58"/>
                  <a:gd name="T86" fmla="*/ 5 w 7"/>
                  <a:gd name="T87" fmla="*/ 4 h 58"/>
                  <a:gd name="T88" fmla="*/ 5 w 7"/>
                  <a:gd name="T89" fmla="*/ 1 h 58"/>
                  <a:gd name="T90" fmla="*/ 6 w 7"/>
                  <a:gd name="T91" fmla="*/ 1 h 58"/>
                  <a:gd name="T92" fmla="*/ 6 w 7"/>
                  <a:gd name="T93" fmla="*/ 2 h 58"/>
                  <a:gd name="T94" fmla="*/ 6 w 7"/>
                  <a:gd name="T95" fmla="*/ 2 h 58"/>
                  <a:gd name="T96" fmla="*/ 6 w 7"/>
                  <a:gd name="T97" fmla="*/ 1 h 58"/>
                  <a:gd name="T98" fmla="*/ 6 w 7"/>
                  <a:gd name="T99" fmla="*/ 0 h 58"/>
                  <a:gd name="T100" fmla="*/ 6 w 7"/>
                  <a:gd name="T101" fmla="*/ 1 h 58"/>
                  <a:gd name="T102" fmla="*/ 7 w 7"/>
                  <a:gd name="T10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8">
                    <a:moveTo>
                      <a:pt x="0" y="32"/>
                    </a:moveTo>
                    <a:lnTo>
                      <a:pt x="0" y="34"/>
                    </a:lnTo>
                    <a:lnTo>
                      <a:pt x="0" y="35"/>
                    </a:lnTo>
                    <a:lnTo>
                      <a:pt x="0" y="36"/>
                    </a:lnTo>
                    <a:lnTo>
                      <a:pt x="0" y="37"/>
                    </a:lnTo>
                    <a:lnTo>
                      <a:pt x="1" y="39"/>
                    </a:lnTo>
                    <a:lnTo>
                      <a:pt x="1" y="42"/>
                    </a:lnTo>
                    <a:lnTo>
                      <a:pt x="1" y="43"/>
                    </a:lnTo>
                    <a:lnTo>
                      <a:pt x="1" y="41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2" y="39"/>
                    </a:lnTo>
                    <a:lnTo>
                      <a:pt x="2" y="41"/>
                    </a:lnTo>
                    <a:lnTo>
                      <a:pt x="2" y="42"/>
                    </a:lnTo>
                    <a:lnTo>
                      <a:pt x="2" y="45"/>
                    </a:lnTo>
                    <a:lnTo>
                      <a:pt x="2" y="48"/>
                    </a:lnTo>
                    <a:lnTo>
                      <a:pt x="2" y="50"/>
                    </a:lnTo>
                    <a:lnTo>
                      <a:pt x="2" y="52"/>
                    </a:lnTo>
                    <a:lnTo>
                      <a:pt x="2" y="55"/>
                    </a:lnTo>
                    <a:lnTo>
                      <a:pt x="2" y="58"/>
                    </a:lnTo>
                    <a:lnTo>
                      <a:pt x="3" y="58"/>
                    </a:lnTo>
                    <a:lnTo>
                      <a:pt x="3" y="57"/>
                    </a:lnTo>
                    <a:lnTo>
                      <a:pt x="3" y="55"/>
                    </a:lnTo>
                    <a:lnTo>
                      <a:pt x="3" y="52"/>
                    </a:lnTo>
                    <a:lnTo>
                      <a:pt x="3" y="48"/>
                    </a:lnTo>
                    <a:lnTo>
                      <a:pt x="3" y="43"/>
                    </a:lnTo>
                    <a:lnTo>
                      <a:pt x="4" y="38"/>
                    </a:lnTo>
                    <a:lnTo>
                      <a:pt x="4" y="34"/>
                    </a:lnTo>
                    <a:lnTo>
                      <a:pt x="4" y="29"/>
                    </a:lnTo>
                    <a:lnTo>
                      <a:pt x="4" y="25"/>
                    </a:lnTo>
                    <a:lnTo>
                      <a:pt x="4" y="23"/>
                    </a:lnTo>
                    <a:lnTo>
                      <a:pt x="4" y="24"/>
                    </a:lnTo>
                    <a:lnTo>
                      <a:pt x="4" y="24"/>
                    </a:lnTo>
                    <a:lnTo>
                      <a:pt x="4" y="26"/>
                    </a:lnTo>
                    <a:lnTo>
                      <a:pt x="4" y="28"/>
                    </a:lnTo>
                    <a:lnTo>
                      <a:pt x="5" y="30"/>
                    </a:lnTo>
                    <a:lnTo>
                      <a:pt x="5" y="29"/>
                    </a:lnTo>
                    <a:lnTo>
                      <a:pt x="5" y="28"/>
                    </a:lnTo>
                    <a:lnTo>
                      <a:pt x="5" y="26"/>
                    </a:lnTo>
                    <a:lnTo>
                      <a:pt x="5" y="22"/>
                    </a:lnTo>
                    <a:lnTo>
                      <a:pt x="5" y="17"/>
                    </a:lnTo>
                    <a:lnTo>
                      <a:pt x="5" y="13"/>
                    </a:lnTo>
                    <a:lnTo>
                      <a:pt x="5" y="9"/>
                    </a:lnTo>
                    <a:lnTo>
                      <a:pt x="5" y="4"/>
                    </a:lnTo>
                    <a:lnTo>
                      <a:pt x="5" y="1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7" y="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68" name="Freeform 813"/>
              <p:cNvSpPr/>
              <p:nvPr/>
            </p:nvSpPr>
            <p:spPr bwMode="auto">
              <a:xfrm>
                <a:off x="1072" y="2910"/>
                <a:ext cx="7" cy="73"/>
              </a:xfrm>
              <a:custGeom>
                <a:avLst/>
                <a:gdLst>
                  <a:gd name="T0" fmla="*/ 0 w 7"/>
                  <a:gd name="T1" fmla="*/ 2 h 73"/>
                  <a:gd name="T2" fmla="*/ 1 w 7"/>
                  <a:gd name="T3" fmla="*/ 2 h 73"/>
                  <a:gd name="T4" fmla="*/ 1 w 7"/>
                  <a:gd name="T5" fmla="*/ 2 h 73"/>
                  <a:gd name="T6" fmla="*/ 1 w 7"/>
                  <a:gd name="T7" fmla="*/ 2 h 73"/>
                  <a:gd name="T8" fmla="*/ 1 w 7"/>
                  <a:gd name="T9" fmla="*/ 1 h 73"/>
                  <a:gd name="T10" fmla="*/ 1 w 7"/>
                  <a:gd name="T11" fmla="*/ 0 h 73"/>
                  <a:gd name="T12" fmla="*/ 1 w 7"/>
                  <a:gd name="T13" fmla="*/ 0 h 73"/>
                  <a:gd name="T14" fmla="*/ 1 w 7"/>
                  <a:gd name="T15" fmla="*/ 0 h 73"/>
                  <a:gd name="T16" fmla="*/ 1 w 7"/>
                  <a:gd name="T17" fmla="*/ 1 h 73"/>
                  <a:gd name="T18" fmla="*/ 1 w 7"/>
                  <a:gd name="T19" fmla="*/ 2 h 73"/>
                  <a:gd name="T20" fmla="*/ 2 w 7"/>
                  <a:gd name="T21" fmla="*/ 3 h 73"/>
                  <a:gd name="T22" fmla="*/ 2 w 7"/>
                  <a:gd name="T23" fmla="*/ 4 h 73"/>
                  <a:gd name="T24" fmla="*/ 2 w 7"/>
                  <a:gd name="T25" fmla="*/ 6 h 73"/>
                  <a:gd name="T26" fmla="*/ 2 w 7"/>
                  <a:gd name="T27" fmla="*/ 10 h 73"/>
                  <a:gd name="T28" fmla="*/ 2 w 7"/>
                  <a:gd name="T29" fmla="*/ 12 h 73"/>
                  <a:gd name="T30" fmla="*/ 2 w 7"/>
                  <a:gd name="T31" fmla="*/ 13 h 73"/>
                  <a:gd name="T32" fmla="*/ 3 w 7"/>
                  <a:gd name="T33" fmla="*/ 13 h 73"/>
                  <a:gd name="T34" fmla="*/ 3 w 7"/>
                  <a:gd name="T35" fmla="*/ 13 h 73"/>
                  <a:gd name="T36" fmla="*/ 3 w 7"/>
                  <a:gd name="T37" fmla="*/ 12 h 73"/>
                  <a:gd name="T38" fmla="*/ 3 w 7"/>
                  <a:gd name="T39" fmla="*/ 9 h 73"/>
                  <a:gd name="T40" fmla="*/ 3 w 7"/>
                  <a:gd name="T41" fmla="*/ 9 h 73"/>
                  <a:gd name="T42" fmla="*/ 3 w 7"/>
                  <a:gd name="T43" fmla="*/ 10 h 73"/>
                  <a:gd name="T44" fmla="*/ 3 w 7"/>
                  <a:gd name="T45" fmla="*/ 10 h 73"/>
                  <a:gd name="T46" fmla="*/ 3 w 7"/>
                  <a:gd name="T47" fmla="*/ 9 h 73"/>
                  <a:gd name="T48" fmla="*/ 3 w 7"/>
                  <a:gd name="T49" fmla="*/ 9 h 73"/>
                  <a:gd name="T50" fmla="*/ 4 w 7"/>
                  <a:gd name="T51" fmla="*/ 10 h 73"/>
                  <a:gd name="T52" fmla="*/ 4 w 7"/>
                  <a:gd name="T53" fmla="*/ 11 h 73"/>
                  <a:gd name="T54" fmla="*/ 4 w 7"/>
                  <a:gd name="T55" fmla="*/ 12 h 73"/>
                  <a:gd name="T56" fmla="*/ 4 w 7"/>
                  <a:gd name="T57" fmla="*/ 14 h 73"/>
                  <a:gd name="T58" fmla="*/ 4 w 7"/>
                  <a:gd name="T59" fmla="*/ 16 h 73"/>
                  <a:gd name="T60" fmla="*/ 4 w 7"/>
                  <a:gd name="T61" fmla="*/ 16 h 73"/>
                  <a:gd name="T62" fmla="*/ 5 w 7"/>
                  <a:gd name="T63" fmla="*/ 17 h 73"/>
                  <a:gd name="T64" fmla="*/ 5 w 7"/>
                  <a:gd name="T65" fmla="*/ 17 h 73"/>
                  <a:gd name="T66" fmla="*/ 5 w 7"/>
                  <a:gd name="T67" fmla="*/ 18 h 73"/>
                  <a:gd name="T68" fmla="*/ 5 w 7"/>
                  <a:gd name="T69" fmla="*/ 19 h 73"/>
                  <a:gd name="T70" fmla="*/ 5 w 7"/>
                  <a:gd name="T71" fmla="*/ 21 h 73"/>
                  <a:gd name="T72" fmla="*/ 5 w 7"/>
                  <a:gd name="T73" fmla="*/ 24 h 73"/>
                  <a:gd name="T74" fmla="*/ 5 w 7"/>
                  <a:gd name="T75" fmla="*/ 27 h 73"/>
                  <a:gd name="T76" fmla="*/ 5 w 7"/>
                  <a:gd name="T77" fmla="*/ 29 h 73"/>
                  <a:gd name="T78" fmla="*/ 5 w 7"/>
                  <a:gd name="T79" fmla="*/ 30 h 73"/>
                  <a:gd name="T80" fmla="*/ 6 w 7"/>
                  <a:gd name="T81" fmla="*/ 35 h 73"/>
                  <a:gd name="T82" fmla="*/ 6 w 7"/>
                  <a:gd name="T83" fmla="*/ 42 h 73"/>
                  <a:gd name="T84" fmla="*/ 6 w 7"/>
                  <a:gd name="T85" fmla="*/ 46 h 73"/>
                  <a:gd name="T86" fmla="*/ 6 w 7"/>
                  <a:gd name="T87" fmla="*/ 48 h 73"/>
                  <a:gd name="T88" fmla="*/ 6 w 7"/>
                  <a:gd name="T89" fmla="*/ 51 h 73"/>
                  <a:gd name="T90" fmla="*/ 6 w 7"/>
                  <a:gd name="T91" fmla="*/ 55 h 73"/>
                  <a:gd name="T92" fmla="*/ 6 w 7"/>
                  <a:gd name="T93" fmla="*/ 57 h 73"/>
                  <a:gd name="T94" fmla="*/ 6 w 7"/>
                  <a:gd name="T95" fmla="*/ 59 h 73"/>
                  <a:gd name="T96" fmla="*/ 6 w 7"/>
                  <a:gd name="T97" fmla="*/ 63 h 73"/>
                  <a:gd name="T98" fmla="*/ 7 w 7"/>
                  <a:gd name="T99" fmla="*/ 67 h 73"/>
                  <a:gd name="T100" fmla="*/ 7 w 7"/>
                  <a:gd name="T101" fmla="*/ 69 h 73"/>
                  <a:gd name="T102" fmla="*/ 7 w 7"/>
                  <a:gd name="T10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73">
                    <a:moveTo>
                      <a:pt x="0" y="2"/>
                    </a:moveTo>
                    <a:lnTo>
                      <a:pt x="1" y="2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2" y="3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2" y="10"/>
                    </a:lnTo>
                    <a:lnTo>
                      <a:pt x="2" y="12"/>
                    </a:lnTo>
                    <a:lnTo>
                      <a:pt x="2" y="13"/>
                    </a:lnTo>
                    <a:lnTo>
                      <a:pt x="3" y="13"/>
                    </a:lnTo>
                    <a:lnTo>
                      <a:pt x="3" y="13"/>
                    </a:lnTo>
                    <a:lnTo>
                      <a:pt x="3" y="12"/>
                    </a:lnTo>
                    <a:lnTo>
                      <a:pt x="3" y="9"/>
                    </a:lnTo>
                    <a:lnTo>
                      <a:pt x="3" y="9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3" y="9"/>
                    </a:lnTo>
                    <a:lnTo>
                      <a:pt x="4" y="10"/>
                    </a:lnTo>
                    <a:lnTo>
                      <a:pt x="4" y="11"/>
                    </a:lnTo>
                    <a:lnTo>
                      <a:pt x="4" y="12"/>
                    </a:lnTo>
                    <a:lnTo>
                      <a:pt x="4" y="14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7"/>
                    </a:lnTo>
                    <a:lnTo>
                      <a:pt x="5" y="17"/>
                    </a:lnTo>
                    <a:lnTo>
                      <a:pt x="5" y="18"/>
                    </a:lnTo>
                    <a:lnTo>
                      <a:pt x="5" y="19"/>
                    </a:lnTo>
                    <a:lnTo>
                      <a:pt x="5" y="21"/>
                    </a:lnTo>
                    <a:lnTo>
                      <a:pt x="5" y="24"/>
                    </a:lnTo>
                    <a:lnTo>
                      <a:pt x="5" y="27"/>
                    </a:lnTo>
                    <a:lnTo>
                      <a:pt x="5" y="29"/>
                    </a:lnTo>
                    <a:lnTo>
                      <a:pt x="5" y="30"/>
                    </a:lnTo>
                    <a:lnTo>
                      <a:pt x="6" y="35"/>
                    </a:lnTo>
                    <a:lnTo>
                      <a:pt x="6" y="42"/>
                    </a:lnTo>
                    <a:lnTo>
                      <a:pt x="6" y="46"/>
                    </a:lnTo>
                    <a:lnTo>
                      <a:pt x="6" y="48"/>
                    </a:lnTo>
                    <a:lnTo>
                      <a:pt x="6" y="51"/>
                    </a:lnTo>
                    <a:lnTo>
                      <a:pt x="6" y="55"/>
                    </a:lnTo>
                    <a:lnTo>
                      <a:pt x="6" y="57"/>
                    </a:lnTo>
                    <a:lnTo>
                      <a:pt x="6" y="59"/>
                    </a:lnTo>
                    <a:lnTo>
                      <a:pt x="6" y="63"/>
                    </a:lnTo>
                    <a:lnTo>
                      <a:pt x="7" y="67"/>
                    </a:lnTo>
                    <a:lnTo>
                      <a:pt x="7" y="69"/>
                    </a:lnTo>
                    <a:lnTo>
                      <a:pt x="7" y="7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69" name="Freeform 814"/>
              <p:cNvSpPr/>
              <p:nvPr/>
            </p:nvSpPr>
            <p:spPr bwMode="auto">
              <a:xfrm>
                <a:off x="1079" y="2979"/>
                <a:ext cx="6" cy="83"/>
              </a:xfrm>
              <a:custGeom>
                <a:avLst/>
                <a:gdLst>
                  <a:gd name="T0" fmla="*/ 0 w 6"/>
                  <a:gd name="T1" fmla="*/ 0 h 83"/>
                  <a:gd name="T2" fmla="*/ 0 w 6"/>
                  <a:gd name="T3" fmla="*/ 4 h 83"/>
                  <a:gd name="T4" fmla="*/ 0 w 6"/>
                  <a:gd name="T5" fmla="*/ 9 h 83"/>
                  <a:gd name="T6" fmla="*/ 0 w 6"/>
                  <a:gd name="T7" fmla="*/ 12 h 83"/>
                  <a:gd name="T8" fmla="*/ 0 w 6"/>
                  <a:gd name="T9" fmla="*/ 16 h 83"/>
                  <a:gd name="T10" fmla="*/ 0 w 6"/>
                  <a:gd name="T11" fmla="*/ 22 h 83"/>
                  <a:gd name="T12" fmla="*/ 1 w 6"/>
                  <a:gd name="T13" fmla="*/ 30 h 83"/>
                  <a:gd name="T14" fmla="*/ 1 w 6"/>
                  <a:gd name="T15" fmla="*/ 35 h 83"/>
                  <a:gd name="T16" fmla="*/ 1 w 6"/>
                  <a:gd name="T17" fmla="*/ 37 h 83"/>
                  <a:gd name="T18" fmla="*/ 1 w 6"/>
                  <a:gd name="T19" fmla="*/ 39 h 83"/>
                  <a:gd name="T20" fmla="*/ 1 w 6"/>
                  <a:gd name="T21" fmla="*/ 42 h 83"/>
                  <a:gd name="T22" fmla="*/ 1 w 6"/>
                  <a:gd name="T23" fmla="*/ 44 h 83"/>
                  <a:gd name="T24" fmla="*/ 1 w 6"/>
                  <a:gd name="T25" fmla="*/ 45 h 83"/>
                  <a:gd name="T26" fmla="*/ 1 w 6"/>
                  <a:gd name="T27" fmla="*/ 47 h 83"/>
                  <a:gd name="T28" fmla="*/ 1 w 6"/>
                  <a:gd name="T29" fmla="*/ 47 h 83"/>
                  <a:gd name="T30" fmla="*/ 2 w 6"/>
                  <a:gd name="T31" fmla="*/ 44 h 83"/>
                  <a:gd name="T32" fmla="*/ 2 w 6"/>
                  <a:gd name="T33" fmla="*/ 43 h 83"/>
                  <a:gd name="T34" fmla="*/ 2 w 6"/>
                  <a:gd name="T35" fmla="*/ 46 h 83"/>
                  <a:gd name="T36" fmla="*/ 2 w 6"/>
                  <a:gd name="T37" fmla="*/ 49 h 83"/>
                  <a:gd name="T38" fmla="*/ 2 w 6"/>
                  <a:gd name="T39" fmla="*/ 49 h 83"/>
                  <a:gd name="T40" fmla="*/ 2 w 6"/>
                  <a:gd name="T41" fmla="*/ 54 h 83"/>
                  <a:gd name="T42" fmla="*/ 3 w 6"/>
                  <a:gd name="T43" fmla="*/ 61 h 83"/>
                  <a:gd name="T44" fmla="*/ 3 w 6"/>
                  <a:gd name="T45" fmla="*/ 64 h 83"/>
                  <a:gd name="T46" fmla="*/ 3 w 6"/>
                  <a:gd name="T47" fmla="*/ 63 h 83"/>
                  <a:gd name="T48" fmla="*/ 3 w 6"/>
                  <a:gd name="T49" fmla="*/ 66 h 83"/>
                  <a:gd name="T50" fmla="*/ 3 w 6"/>
                  <a:gd name="T51" fmla="*/ 73 h 83"/>
                  <a:gd name="T52" fmla="*/ 3 w 6"/>
                  <a:gd name="T53" fmla="*/ 74 h 83"/>
                  <a:gd name="T54" fmla="*/ 3 w 6"/>
                  <a:gd name="T55" fmla="*/ 71 h 83"/>
                  <a:gd name="T56" fmla="*/ 3 w 6"/>
                  <a:gd name="T57" fmla="*/ 71 h 83"/>
                  <a:gd name="T58" fmla="*/ 3 w 6"/>
                  <a:gd name="T59" fmla="*/ 72 h 83"/>
                  <a:gd name="T60" fmla="*/ 4 w 6"/>
                  <a:gd name="T61" fmla="*/ 68 h 83"/>
                  <a:gd name="T62" fmla="*/ 4 w 6"/>
                  <a:gd name="T63" fmla="*/ 64 h 83"/>
                  <a:gd name="T64" fmla="*/ 4 w 6"/>
                  <a:gd name="T65" fmla="*/ 64 h 83"/>
                  <a:gd name="T66" fmla="*/ 4 w 6"/>
                  <a:gd name="T67" fmla="*/ 65 h 83"/>
                  <a:gd name="T68" fmla="*/ 4 w 6"/>
                  <a:gd name="T69" fmla="*/ 61 h 83"/>
                  <a:gd name="T70" fmla="*/ 4 w 6"/>
                  <a:gd name="T71" fmla="*/ 61 h 83"/>
                  <a:gd name="T72" fmla="*/ 4 w 6"/>
                  <a:gd name="T73" fmla="*/ 67 h 83"/>
                  <a:gd name="T74" fmla="*/ 4 w 6"/>
                  <a:gd name="T75" fmla="*/ 69 h 83"/>
                  <a:gd name="T76" fmla="*/ 4 w 6"/>
                  <a:gd name="T77" fmla="*/ 68 h 83"/>
                  <a:gd name="T78" fmla="*/ 5 w 6"/>
                  <a:gd name="T79" fmla="*/ 74 h 83"/>
                  <a:gd name="T80" fmla="*/ 5 w 6"/>
                  <a:gd name="T81" fmla="*/ 83 h 83"/>
                  <a:gd name="T82" fmla="*/ 5 w 6"/>
                  <a:gd name="T83" fmla="*/ 82 h 83"/>
                  <a:gd name="T84" fmla="*/ 5 w 6"/>
                  <a:gd name="T85" fmla="*/ 75 h 83"/>
                  <a:gd name="T86" fmla="*/ 5 w 6"/>
                  <a:gd name="T87" fmla="*/ 72 h 83"/>
                  <a:gd name="T88" fmla="*/ 5 w 6"/>
                  <a:gd name="T89" fmla="*/ 73 h 83"/>
                  <a:gd name="T90" fmla="*/ 6 w 6"/>
                  <a:gd name="T91" fmla="*/ 71 h 83"/>
                  <a:gd name="T92" fmla="*/ 6 w 6"/>
                  <a:gd name="T93" fmla="*/ 67 h 83"/>
                  <a:gd name="T94" fmla="*/ 6 w 6"/>
                  <a:gd name="T95" fmla="*/ 64 h 83"/>
                  <a:gd name="T96" fmla="*/ 6 w 6"/>
                  <a:gd name="T97" fmla="*/ 61 h 83"/>
                  <a:gd name="T98" fmla="*/ 6 w 6"/>
                  <a:gd name="T99" fmla="*/ 56 h 83"/>
                  <a:gd name="T100" fmla="*/ 6 w 6"/>
                  <a:gd name="T101" fmla="*/ 54 h 83"/>
                  <a:gd name="T102" fmla="*/ 6 w 6"/>
                  <a:gd name="T103" fmla="*/ 59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3">
                    <a:moveTo>
                      <a:pt x="0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22"/>
                    </a:lnTo>
                    <a:lnTo>
                      <a:pt x="1" y="30"/>
                    </a:lnTo>
                    <a:lnTo>
                      <a:pt x="1" y="35"/>
                    </a:lnTo>
                    <a:lnTo>
                      <a:pt x="1" y="37"/>
                    </a:lnTo>
                    <a:lnTo>
                      <a:pt x="1" y="39"/>
                    </a:lnTo>
                    <a:lnTo>
                      <a:pt x="1" y="42"/>
                    </a:lnTo>
                    <a:lnTo>
                      <a:pt x="1" y="44"/>
                    </a:lnTo>
                    <a:lnTo>
                      <a:pt x="1" y="45"/>
                    </a:lnTo>
                    <a:lnTo>
                      <a:pt x="1" y="47"/>
                    </a:lnTo>
                    <a:lnTo>
                      <a:pt x="1" y="47"/>
                    </a:lnTo>
                    <a:lnTo>
                      <a:pt x="2" y="44"/>
                    </a:lnTo>
                    <a:lnTo>
                      <a:pt x="2" y="43"/>
                    </a:lnTo>
                    <a:lnTo>
                      <a:pt x="2" y="46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2" y="54"/>
                    </a:lnTo>
                    <a:lnTo>
                      <a:pt x="3" y="61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6"/>
                    </a:lnTo>
                    <a:lnTo>
                      <a:pt x="3" y="73"/>
                    </a:lnTo>
                    <a:lnTo>
                      <a:pt x="3" y="74"/>
                    </a:lnTo>
                    <a:lnTo>
                      <a:pt x="3" y="71"/>
                    </a:lnTo>
                    <a:lnTo>
                      <a:pt x="3" y="71"/>
                    </a:lnTo>
                    <a:lnTo>
                      <a:pt x="3" y="72"/>
                    </a:lnTo>
                    <a:lnTo>
                      <a:pt x="4" y="68"/>
                    </a:lnTo>
                    <a:lnTo>
                      <a:pt x="4" y="64"/>
                    </a:lnTo>
                    <a:lnTo>
                      <a:pt x="4" y="64"/>
                    </a:lnTo>
                    <a:lnTo>
                      <a:pt x="4" y="65"/>
                    </a:lnTo>
                    <a:lnTo>
                      <a:pt x="4" y="61"/>
                    </a:lnTo>
                    <a:lnTo>
                      <a:pt x="4" y="61"/>
                    </a:lnTo>
                    <a:lnTo>
                      <a:pt x="4" y="67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5" y="74"/>
                    </a:lnTo>
                    <a:lnTo>
                      <a:pt x="5" y="83"/>
                    </a:lnTo>
                    <a:lnTo>
                      <a:pt x="5" y="82"/>
                    </a:lnTo>
                    <a:lnTo>
                      <a:pt x="5" y="75"/>
                    </a:lnTo>
                    <a:lnTo>
                      <a:pt x="5" y="72"/>
                    </a:lnTo>
                    <a:lnTo>
                      <a:pt x="5" y="73"/>
                    </a:lnTo>
                    <a:lnTo>
                      <a:pt x="6" y="71"/>
                    </a:lnTo>
                    <a:lnTo>
                      <a:pt x="6" y="67"/>
                    </a:lnTo>
                    <a:lnTo>
                      <a:pt x="6" y="64"/>
                    </a:lnTo>
                    <a:lnTo>
                      <a:pt x="6" y="61"/>
                    </a:lnTo>
                    <a:lnTo>
                      <a:pt x="6" y="56"/>
                    </a:lnTo>
                    <a:lnTo>
                      <a:pt x="6" y="54"/>
                    </a:lnTo>
                    <a:lnTo>
                      <a:pt x="6" y="5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70" name="Freeform 815"/>
              <p:cNvSpPr/>
              <p:nvPr/>
            </p:nvSpPr>
            <p:spPr bwMode="auto">
              <a:xfrm>
                <a:off x="1085" y="2908"/>
                <a:ext cx="7" cy="134"/>
              </a:xfrm>
              <a:custGeom>
                <a:avLst/>
                <a:gdLst>
                  <a:gd name="T0" fmla="*/ 0 w 7"/>
                  <a:gd name="T1" fmla="*/ 125 h 134"/>
                  <a:gd name="T2" fmla="*/ 0 w 7"/>
                  <a:gd name="T3" fmla="*/ 130 h 134"/>
                  <a:gd name="T4" fmla="*/ 0 w 7"/>
                  <a:gd name="T5" fmla="*/ 134 h 134"/>
                  <a:gd name="T6" fmla="*/ 0 w 7"/>
                  <a:gd name="T7" fmla="*/ 129 h 134"/>
                  <a:gd name="T8" fmla="*/ 1 w 7"/>
                  <a:gd name="T9" fmla="*/ 126 h 134"/>
                  <a:gd name="T10" fmla="*/ 1 w 7"/>
                  <a:gd name="T11" fmla="*/ 126 h 134"/>
                  <a:gd name="T12" fmla="*/ 1 w 7"/>
                  <a:gd name="T13" fmla="*/ 122 h 134"/>
                  <a:gd name="T14" fmla="*/ 1 w 7"/>
                  <a:gd name="T15" fmla="*/ 111 h 134"/>
                  <a:gd name="T16" fmla="*/ 1 w 7"/>
                  <a:gd name="T17" fmla="*/ 103 h 134"/>
                  <a:gd name="T18" fmla="*/ 1 w 7"/>
                  <a:gd name="T19" fmla="*/ 100 h 134"/>
                  <a:gd name="T20" fmla="*/ 2 w 7"/>
                  <a:gd name="T21" fmla="*/ 92 h 134"/>
                  <a:gd name="T22" fmla="*/ 2 w 7"/>
                  <a:gd name="T23" fmla="*/ 82 h 134"/>
                  <a:gd name="T24" fmla="*/ 2 w 7"/>
                  <a:gd name="T25" fmla="*/ 75 h 134"/>
                  <a:gd name="T26" fmla="*/ 2 w 7"/>
                  <a:gd name="T27" fmla="*/ 71 h 134"/>
                  <a:gd name="T28" fmla="*/ 2 w 7"/>
                  <a:gd name="T29" fmla="*/ 66 h 134"/>
                  <a:gd name="T30" fmla="*/ 2 w 7"/>
                  <a:gd name="T31" fmla="*/ 63 h 134"/>
                  <a:gd name="T32" fmla="*/ 2 w 7"/>
                  <a:gd name="T33" fmla="*/ 62 h 134"/>
                  <a:gd name="T34" fmla="*/ 2 w 7"/>
                  <a:gd name="T35" fmla="*/ 59 h 134"/>
                  <a:gd name="T36" fmla="*/ 2 w 7"/>
                  <a:gd name="T37" fmla="*/ 53 h 134"/>
                  <a:gd name="T38" fmla="*/ 3 w 7"/>
                  <a:gd name="T39" fmla="*/ 50 h 134"/>
                  <a:gd name="T40" fmla="*/ 3 w 7"/>
                  <a:gd name="T41" fmla="*/ 52 h 134"/>
                  <a:gd name="T42" fmla="*/ 3 w 7"/>
                  <a:gd name="T43" fmla="*/ 52 h 134"/>
                  <a:gd name="T44" fmla="*/ 3 w 7"/>
                  <a:gd name="T45" fmla="*/ 48 h 134"/>
                  <a:gd name="T46" fmla="*/ 3 w 7"/>
                  <a:gd name="T47" fmla="*/ 43 h 134"/>
                  <a:gd name="T48" fmla="*/ 3 w 7"/>
                  <a:gd name="T49" fmla="*/ 42 h 134"/>
                  <a:gd name="T50" fmla="*/ 3 w 7"/>
                  <a:gd name="T51" fmla="*/ 41 h 134"/>
                  <a:gd name="T52" fmla="*/ 3 w 7"/>
                  <a:gd name="T53" fmla="*/ 36 h 134"/>
                  <a:gd name="T54" fmla="*/ 3 w 7"/>
                  <a:gd name="T55" fmla="*/ 33 h 134"/>
                  <a:gd name="T56" fmla="*/ 3 w 7"/>
                  <a:gd name="T57" fmla="*/ 33 h 134"/>
                  <a:gd name="T58" fmla="*/ 4 w 7"/>
                  <a:gd name="T59" fmla="*/ 31 h 134"/>
                  <a:gd name="T60" fmla="*/ 4 w 7"/>
                  <a:gd name="T61" fmla="*/ 28 h 134"/>
                  <a:gd name="T62" fmla="*/ 4 w 7"/>
                  <a:gd name="T63" fmla="*/ 25 h 134"/>
                  <a:gd name="T64" fmla="*/ 4 w 7"/>
                  <a:gd name="T65" fmla="*/ 23 h 134"/>
                  <a:gd name="T66" fmla="*/ 4 w 7"/>
                  <a:gd name="T67" fmla="*/ 19 h 134"/>
                  <a:gd name="T68" fmla="*/ 4 w 7"/>
                  <a:gd name="T69" fmla="*/ 18 h 134"/>
                  <a:gd name="T70" fmla="*/ 5 w 7"/>
                  <a:gd name="T71" fmla="*/ 19 h 134"/>
                  <a:gd name="T72" fmla="*/ 5 w 7"/>
                  <a:gd name="T73" fmla="*/ 16 h 134"/>
                  <a:gd name="T74" fmla="*/ 5 w 7"/>
                  <a:gd name="T75" fmla="*/ 8 h 134"/>
                  <a:gd name="T76" fmla="*/ 5 w 7"/>
                  <a:gd name="T77" fmla="*/ 2 h 134"/>
                  <a:gd name="T78" fmla="*/ 5 w 7"/>
                  <a:gd name="T79" fmla="*/ 1 h 134"/>
                  <a:gd name="T80" fmla="*/ 5 w 7"/>
                  <a:gd name="T81" fmla="*/ 1 h 134"/>
                  <a:gd name="T82" fmla="*/ 5 w 7"/>
                  <a:gd name="T83" fmla="*/ 1 h 134"/>
                  <a:gd name="T84" fmla="*/ 5 w 7"/>
                  <a:gd name="T85" fmla="*/ 1 h 134"/>
                  <a:gd name="T86" fmla="*/ 5 w 7"/>
                  <a:gd name="T87" fmla="*/ 0 h 134"/>
                  <a:gd name="T88" fmla="*/ 6 w 7"/>
                  <a:gd name="T89" fmla="*/ 1 h 134"/>
                  <a:gd name="T90" fmla="*/ 6 w 7"/>
                  <a:gd name="T91" fmla="*/ 2 h 134"/>
                  <a:gd name="T92" fmla="*/ 6 w 7"/>
                  <a:gd name="T93" fmla="*/ 5 h 134"/>
                  <a:gd name="T94" fmla="*/ 6 w 7"/>
                  <a:gd name="T95" fmla="*/ 6 h 134"/>
                  <a:gd name="T96" fmla="*/ 6 w 7"/>
                  <a:gd name="T97" fmla="*/ 4 h 134"/>
                  <a:gd name="T98" fmla="*/ 6 w 7"/>
                  <a:gd name="T99" fmla="*/ 4 h 134"/>
                  <a:gd name="T100" fmla="*/ 7 w 7"/>
                  <a:gd name="T101" fmla="*/ 6 h 134"/>
                  <a:gd name="T102" fmla="*/ 7 w 7"/>
                  <a:gd name="T103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34">
                    <a:moveTo>
                      <a:pt x="0" y="125"/>
                    </a:moveTo>
                    <a:lnTo>
                      <a:pt x="0" y="130"/>
                    </a:lnTo>
                    <a:lnTo>
                      <a:pt x="0" y="134"/>
                    </a:lnTo>
                    <a:lnTo>
                      <a:pt x="0" y="129"/>
                    </a:lnTo>
                    <a:lnTo>
                      <a:pt x="1" y="126"/>
                    </a:lnTo>
                    <a:lnTo>
                      <a:pt x="1" y="126"/>
                    </a:lnTo>
                    <a:lnTo>
                      <a:pt x="1" y="122"/>
                    </a:lnTo>
                    <a:lnTo>
                      <a:pt x="1" y="111"/>
                    </a:lnTo>
                    <a:lnTo>
                      <a:pt x="1" y="103"/>
                    </a:lnTo>
                    <a:lnTo>
                      <a:pt x="1" y="100"/>
                    </a:lnTo>
                    <a:lnTo>
                      <a:pt x="2" y="92"/>
                    </a:lnTo>
                    <a:lnTo>
                      <a:pt x="2" y="82"/>
                    </a:lnTo>
                    <a:lnTo>
                      <a:pt x="2" y="75"/>
                    </a:lnTo>
                    <a:lnTo>
                      <a:pt x="2" y="71"/>
                    </a:lnTo>
                    <a:lnTo>
                      <a:pt x="2" y="66"/>
                    </a:lnTo>
                    <a:lnTo>
                      <a:pt x="2" y="63"/>
                    </a:lnTo>
                    <a:lnTo>
                      <a:pt x="2" y="62"/>
                    </a:lnTo>
                    <a:lnTo>
                      <a:pt x="2" y="59"/>
                    </a:lnTo>
                    <a:lnTo>
                      <a:pt x="2" y="53"/>
                    </a:lnTo>
                    <a:lnTo>
                      <a:pt x="3" y="50"/>
                    </a:lnTo>
                    <a:lnTo>
                      <a:pt x="3" y="52"/>
                    </a:lnTo>
                    <a:lnTo>
                      <a:pt x="3" y="52"/>
                    </a:lnTo>
                    <a:lnTo>
                      <a:pt x="3" y="48"/>
                    </a:lnTo>
                    <a:lnTo>
                      <a:pt x="3" y="43"/>
                    </a:lnTo>
                    <a:lnTo>
                      <a:pt x="3" y="42"/>
                    </a:lnTo>
                    <a:lnTo>
                      <a:pt x="3" y="41"/>
                    </a:lnTo>
                    <a:lnTo>
                      <a:pt x="3" y="36"/>
                    </a:lnTo>
                    <a:lnTo>
                      <a:pt x="3" y="33"/>
                    </a:lnTo>
                    <a:lnTo>
                      <a:pt x="3" y="33"/>
                    </a:lnTo>
                    <a:lnTo>
                      <a:pt x="4" y="31"/>
                    </a:lnTo>
                    <a:lnTo>
                      <a:pt x="4" y="28"/>
                    </a:lnTo>
                    <a:lnTo>
                      <a:pt x="4" y="25"/>
                    </a:lnTo>
                    <a:lnTo>
                      <a:pt x="4" y="23"/>
                    </a:lnTo>
                    <a:lnTo>
                      <a:pt x="4" y="19"/>
                    </a:lnTo>
                    <a:lnTo>
                      <a:pt x="4" y="18"/>
                    </a:lnTo>
                    <a:lnTo>
                      <a:pt x="5" y="19"/>
                    </a:lnTo>
                    <a:lnTo>
                      <a:pt x="5" y="16"/>
                    </a:lnTo>
                    <a:lnTo>
                      <a:pt x="5" y="8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6" y="5"/>
                    </a:lnTo>
                    <a:lnTo>
                      <a:pt x="6" y="6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7" y="6"/>
                    </a:lnTo>
                    <a:lnTo>
                      <a:pt x="7" y="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71" name="Freeform 816"/>
              <p:cNvSpPr/>
              <p:nvPr/>
            </p:nvSpPr>
            <p:spPr bwMode="auto">
              <a:xfrm>
                <a:off x="1092" y="2907"/>
                <a:ext cx="6" cy="65"/>
              </a:xfrm>
              <a:custGeom>
                <a:avLst/>
                <a:gdLst>
                  <a:gd name="T0" fmla="*/ 0 w 6"/>
                  <a:gd name="T1" fmla="*/ 7 h 65"/>
                  <a:gd name="T2" fmla="*/ 0 w 6"/>
                  <a:gd name="T3" fmla="*/ 8 h 65"/>
                  <a:gd name="T4" fmla="*/ 0 w 6"/>
                  <a:gd name="T5" fmla="*/ 4 h 65"/>
                  <a:gd name="T6" fmla="*/ 0 w 6"/>
                  <a:gd name="T7" fmla="*/ 1 h 65"/>
                  <a:gd name="T8" fmla="*/ 0 w 6"/>
                  <a:gd name="T9" fmla="*/ 0 h 65"/>
                  <a:gd name="T10" fmla="*/ 0 w 6"/>
                  <a:gd name="T11" fmla="*/ 1 h 65"/>
                  <a:gd name="T12" fmla="*/ 0 w 6"/>
                  <a:gd name="T13" fmla="*/ 3 h 65"/>
                  <a:gd name="T14" fmla="*/ 0 w 6"/>
                  <a:gd name="T15" fmla="*/ 5 h 65"/>
                  <a:gd name="T16" fmla="*/ 0 w 6"/>
                  <a:gd name="T17" fmla="*/ 5 h 65"/>
                  <a:gd name="T18" fmla="*/ 1 w 6"/>
                  <a:gd name="T19" fmla="*/ 5 h 65"/>
                  <a:gd name="T20" fmla="*/ 1 w 6"/>
                  <a:gd name="T21" fmla="*/ 7 h 65"/>
                  <a:gd name="T22" fmla="*/ 1 w 6"/>
                  <a:gd name="T23" fmla="*/ 12 h 65"/>
                  <a:gd name="T24" fmla="*/ 1 w 6"/>
                  <a:gd name="T25" fmla="*/ 16 h 65"/>
                  <a:gd name="T26" fmla="*/ 1 w 6"/>
                  <a:gd name="T27" fmla="*/ 17 h 65"/>
                  <a:gd name="T28" fmla="*/ 1 w 6"/>
                  <a:gd name="T29" fmla="*/ 19 h 65"/>
                  <a:gd name="T30" fmla="*/ 1 w 6"/>
                  <a:gd name="T31" fmla="*/ 22 h 65"/>
                  <a:gd name="T32" fmla="*/ 1 w 6"/>
                  <a:gd name="T33" fmla="*/ 24 h 65"/>
                  <a:gd name="T34" fmla="*/ 1 w 6"/>
                  <a:gd name="T35" fmla="*/ 25 h 65"/>
                  <a:gd name="T36" fmla="*/ 2 w 6"/>
                  <a:gd name="T37" fmla="*/ 26 h 65"/>
                  <a:gd name="T38" fmla="*/ 2 w 6"/>
                  <a:gd name="T39" fmla="*/ 31 h 65"/>
                  <a:gd name="T40" fmla="*/ 2 w 6"/>
                  <a:gd name="T41" fmla="*/ 36 h 65"/>
                  <a:gd name="T42" fmla="*/ 2 w 6"/>
                  <a:gd name="T43" fmla="*/ 40 h 65"/>
                  <a:gd name="T44" fmla="*/ 2 w 6"/>
                  <a:gd name="T45" fmla="*/ 42 h 65"/>
                  <a:gd name="T46" fmla="*/ 2 w 6"/>
                  <a:gd name="T47" fmla="*/ 47 h 65"/>
                  <a:gd name="T48" fmla="*/ 3 w 6"/>
                  <a:gd name="T49" fmla="*/ 51 h 65"/>
                  <a:gd name="T50" fmla="*/ 3 w 6"/>
                  <a:gd name="T51" fmla="*/ 56 h 65"/>
                  <a:gd name="T52" fmla="*/ 3 w 6"/>
                  <a:gd name="T53" fmla="*/ 61 h 65"/>
                  <a:gd name="T54" fmla="*/ 3 w 6"/>
                  <a:gd name="T55" fmla="*/ 63 h 65"/>
                  <a:gd name="T56" fmla="*/ 3 w 6"/>
                  <a:gd name="T57" fmla="*/ 63 h 65"/>
                  <a:gd name="T58" fmla="*/ 3 w 6"/>
                  <a:gd name="T59" fmla="*/ 63 h 65"/>
                  <a:gd name="T60" fmla="*/ 3 w 6"/>
                  <a:gd name="T61" fmla="*/ 65 h 65"/>
                  <a:gd name="T62" fmla="*/ 3 w 6"/>
                  <a:gd name="T63" fmla="*/ 65 h 65"/>
                  <a:gd name="T64" fmla="*/ 3 w 6"/>
                  <a:gd name="T65" fmla="*/ 63 h 65"/>
                  <a:gd name="T66" fmla="*/ 4 w 6"/>
                  <a:gd name="T67" fmla="*/ 61 h 65"/>
                  <a:gd name="T68" fmla="*/ 4 w 6"/>
                  <a:gd name="T69" fmla="*/ 58 h 65"/>
                  <a:gd name="T70" fmla="*/ 4 w 6"/>
                  <a:gd name="T71" fmla="*/ 55 h 65"/>
                  <a:gd name="T72" fmla="*/ 4 w 6"/>
                  <a:gd name="T73" fmla="*/ 51 h 65"/>
                  <a:gd name="T74" fmla="*/ 4 w 6"/>
                  <a:gd name="T75" fmla="*/ 47 h 65"/>
                  <a:gd name="T76" fmla="*/ 4 w 6"/>
                  <a:gd name="T77" fmla="*/ 45 h 65"/>
                  <a:gd name="T78" fmla="*/ 4 w 6"/>
                  <a:gd name="T79" fmla="*/ 45 h 65"/>
                  <a:gd name="T80" fmla="*/ 5 w 6"/>
                  <a:gd name="T81" fmla="*/ 47 h 65"/>
                  <a:gd name="T82" fmla="*/ 5 w 6"/>
                  <a:gd name="T83" fmla="*/ 47 h 65"/>
                  <a:gd name="T84" fmla="*/ 5 w 6"/>
                  <a:gd name="T85" fmla="*/ 48 h 65"/>
                  <a:gd name="T86" fmla="*/ 5 w 6"/>
                  <a:gd name="T87" fmla="*/ 49 h 65"/>
                  <a:gd name="T88" fmla="*/ 5 w 6"/>
                  <a:gd name="T89" fmla="*/ 52 h 65"/>
                  <a:gd name="T90" fmla="*/ 5 w 6"/>
                  <a:gd name="T91" fmla="*/ 54 h 65"/>
                  <a:gd name="T92" fmla="*/ 5 w 6"/>
                  <a:gd name="T93" fmla="*/ 55 h 65"/>
                  <a:gd name="T94" fmla="*/ 5 w 6"/>
                  <a:gd name="T95" fmla="*/ 54 h 65"/>
                  <a:gd name="T96" fmla="*/ 5 w 6"/>
                  <a:gd name="T97" fmla="*/ 53 h 65"/>
                  <a:gd name="T98" fmla="*/ 6 w 6"/>
                  <a:gd name="T99" fmla="*/ 52 h 65"/>
                  <a:gd name="T100" fmla="*/ 6 w 6"/>
                  <a:gd name="T101" fmla="*/ 52 h 65"/>
                  <a:gd name="T102" fmla="*/ 6 w 6"/>
                  <a:gd name="T103" fmla="*/ 5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5">
                    <a:moveTo>
                      <a:pt x="0" y="7"/>
                    </a:moveTo>
                    <a:lnTo>
                      <a:pt x="0" y="8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12"/>
                    </a:lnTo>
                    <a:lnTo>
                      <a:pt x="1" y="16"/>
                    </a:lnTo>
                    <a:lnTo>
                      <a:pt x="1" y="17"/>
                    </a:lnTo>
                    <a:lnTo>
                      <a:pt x="1" y="19"/>
                    </a:lnTo>
                    <a:lnTo>
                      <a:pt x="1" y="22"/>
                    </a:lnTo>
                    <a:lnTo>
                      <a:pt x="1" y="24"/>
                    </a:lnTo>
                    <a:lnTo>
                      <a:pt x="1" y="25"/>
                    </a:lnTo>
                    <a:lnTo>
                      <a:pt x="2" y="26"/>
                    </a:lnTo>
                    <a:lnTo>
                      <a:pt x="2" y="31"/>
                    </a:lnTo>
                    <a:lnTo>
                      <a:pt x="2" y="36"/>
                    </a:lnTo>
                    <a:lnTo>
                      <a:pt x="2" y="40"/>
                    </a:lnTo>
                    <a:lnTo>
                      <a:pt x="2" y="42"/>
                    </a:lnTo>
                    <a:lnTo>
                      <a:pt x="2" y="47"/>
                    </a:lnTo>
                    <a:lnTo>
                      <a:pt x="3" y="51"/>
                    </a:lnTo>
                    <a:lnTo>
                      <a:pt x="3" y="56"/>
                    </a:lnTo>
                    <a:lnTo>
                      <a:pt x="3" y="61"/>
                    </a:lnTo>
                    <a:lnTo>
                      <a:pt x="3" y="63"/>
                    </a:lnTo>
                    <a:lnTo>
                      <a:pt x="3" y="63"/>
                    </a:lnTo>
                    <a:lnTo>
                      <a:pt x="3" y="63"/>
                    </a:lnTo>
                    <a:lnTo>
                      <a:pt x="3" y="65"/>
                    </a:lnTo>
                    <a:lnTo>
                      <a:pt x="3" y="65"/>
                    </a:lnTo>
                    <a:lnTo>
                      <a:pt x="3" y="63"/>
                    </a:lnTo>
                    <a:lnTo>
                      <a:pt x="4" y="61"/>
                    </a:lnTo>
                    <a:lnTo>
                      <a:pt x="4" y="58"/>
                    </a:lnTo>
                    <a:lnTo>
                      <a:pt x="4" y="55"/>
                    </a:lnTo>
                    <a:lnTo>
                      <a:pt x="4" y="51"/>
                    </a:lnTo>
                    <a:lnTo>
                      <a:pt x="4" y="47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5" y="47"/>
                    </a:lnTo>
                    <a:lnTo>
                      <a:pt x="5" y="47"/>
                    </a:lnTo>
                    <a:lnTo>
                      <a:pt x="5" y="48"/>
                    </a:lnTo>
                    <a:lnTo>
                      <a:pt x="5" y="49"/>
                    </a:lnTo>
                    <a:lnTo>
                      <a:pt x="5" y="52"/>
                    </a:lnTo>
                    <a:lnTo>
                      <a:pt x="5" y="54"/>
                    </a:lnTo>
                    <a:lnTo>
                      <a:pt x="5" y="55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6" y="52"/>
                    </a:lnTo>
                    <a:lnTo>
                      <a:pt x="6" y="52"/>
                    </a:lnTo>
                    <a:lnTo>
                      <a:pt x="6" y="5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72" name="Freeform 817"/>
              <p:cNvSpPr/>
              <p:nvPr/>
            </p:nvSpPr>
            <p:spPr bwMode="auto">
              <a:xfrm>
                <a:off x="1098" y="2908"/>
                <a:ext cx="6" cy="57"/>
              </a:xfrm>
              <a:custGeom>
                <a:avLst/>
                <a:gdLst>
                  <a:gd name="T0" fmla="*/ 0 w 6"/>
                  <a:gd name="T1" fmla="*/ 51 h 57"/>
                  <a:gd name="T2" fmla="*/ 0 w 6"/>
                  <a:gd name="T3" fmla="*/ 51 h 57"/>
                  <a:gd name="T4" fmla="*/ 0 w 6"/>
                  <a:gd name="T5" fmla="*/ 52 h 57"/>
                  <a:gd name="T6" fmla="*/ 0 w 6"/>
                  <a:gd name="T7" fmla="*/ 51 h 57"/>
                  <a:gd name="T8" fmla="*/ 0 w 6"/>
                  <a:gd name="T9" fmla="*/ 50 h 57"/>
                  <a:gd name="T10" fmla="*/ 0 w 6"/>
                  <a:gd name="T11" fmla="*/ 53 h 57"/>
                  <a:gd name="T12" fmla="*/ 0 w 6"/>
                  <a:gd name="T13" fmla="*/ 56 h 57"/>
                  <a:gd name="T14" fmla="*/ 0 w 6"/>
                  <a:gd name="T15" fmla="*/ 56 h 57"/>
                  <a:gd name="T16" fmla="*/ 1 w 6"/>
                  <a:gd name="T17" fmla="*/ 56 h 57"/>
                  <a:gd name="T18" fmla="*/ 1 w 6"/>
                  <a:gd name="T19" fmla="*/ 57 h 57"/>
                  <a:gd name="T20" fmla="*/ 1 w 6"/>
                  <a:gd name="T21" fmla="*/ 56 h 57"/>
                  <a:gd name="T22" fmla="*/ 1 w 6"/>
                  <a:gd name="T23" fmla="*/ 54 h 57"/>
                  <a:gd name="T24" fmla="*/ 1 w 6"/>
                  <a:gd name="T25" fmla="*/ 53 h 57"/>
                  <a:gd name="T26" fmla="*/ 1 w 6"/>
                  <a:gd name="T27" fmla="*/ 53 h 57"/>
                  <a:gd name="T28" fmla="*/ 2 w 6"/>
                  <a:gd name="T29" fmla="*/ 51 h 57"/>
                  <a:gd name="T30" fmla="*/ 2 w 6"/>
                  <a:gd name="T31" fmla="*/ 49 h 57"/>
                  <a:gd name="T32" fmla="*/ 2 w 6"/>
                  <a:gd name="T33" fmla="*/ 47 h 57"/>
                  <a:gd name="T34" fmla="*/ 2 w 6"/>
                  <a:gd name="T35" fmla="*/ 45 h 57"/>
                  <a:gd name="T36" fmla="*/ 2 w 6"/>
                  <a:gd name="T37" fmla="*/ 44 h 57"/>
                  <a:gd name="T38" fmla="*/ 2 w 6"/>
                  <a:gd name="T39" fmla="*/ 43 h 57"/>
                  <a:gd name="T40" fmla="*/ 2 w 6"/>
                  <a:gd name="T41" fmla="*/ 43 h 57"/>
                  <a:gd name="T42" fmla="*/ 2 w 6"/>
                  <a:gd name="T43" fmla="*/ 44 h 57"/>
                  <a:gd name="T44" fmla="*/ 2 w 6"/>
                  <a:gd name="T45" fmla="*/ 44 h 57"/>
                  <a:gd name="T46" fmla="*/ 3 w 6"/>
                  <a:gd name="T47" fmla="*/ 43 h 57"/>
                  <a:gd name="T48" fmla="*/ 3 w 6"/>
                  <a:gd name="T49" fmla="*/ 41 h 57"/>
                  <a:gd name="T50" fmla="*/ 3 w 6"/>
                  <a:gd name="T51" fmla="*/ 39 h 57"/>
                  <a:gd name="T52" fmla="*/ 3 w 6"/>
                  <a:gd name="T53" fmla="*/ 36 h 57"/>
                  <a:gd name="T54" fmla="*/ 3 w 6"/>
                  <a:gd name="T55" fmla="*/ 32 h 57"/>
                  <a:gd name="T56" fmla="*/ 3 w 6"/>
                  <a:gd name="T57" fmla="*/ 28 h 57"/>
                  <a:gd name="T58" fmla="*/ 4 w 6"/>
                  <a:gd name="T59" fmla="*/ 23 h 57"/>
                  <a:gd name="T60" fmla="*/ 4 w 6"/>
                  <a:gd name="T61" fmla="*/ 16 h 57"/>
                  <a:gd name="T62" fmla="*/ 4 w 6"/>
                  <a:gd name="T63" fmla="*/ 12 h 57"/>
                  <a:gd name="T64" fmla="*/ 4 w 6"/>
                  <a:gd name="T65" fmla="*/ 10 h 57"/>
                  <a:gd name="T66" fmla="*/ 4 w 6"/>
                  <a:gd name="T67" fmla="*/ 9 h 57"/>
                  <a:gd name="T68" fmla="*/ 4 w 6"/>
                  <a:gd name="T69" fmla="*/ 7 h 57"/>
                  <a:gd name="T70" fmla="*/ 4 w 6"/>
                  <a:gd name="T71" fmla="*/ 6 h 57"/>
                  <a:gd name="T72" fmla="*/ 4 w 6"/>
                  <a:gd name="T73" fmla="*/ 6 h 57"/>
                  <a:gd name="T74" fmla="*/ 4 w 6"/>
                  <a:gd name="T75" fmla="*/ 6 h 57"/>
                  <a:gd name="T76" fmla="*/ 5 w 6"/>
                  <a:gd name="T77" fmla="*/ 6 h 57"/>
                  <a:gd name="T78" fmla="*/ 5 w 6"/>
                  <a:gd name="T79" fmla="*/ 6 h 57"/>
                  <a:gd name="T80" fmla="*/ 5 w 6"/>
                  <a:gd name="T81" fmla="*/ 4 h 57"/>
                  <a:gd name="T82" fmla="*/ 5 w 6"/>
                  <a:gd name="T83" fmla="*/ 3 h 57"/>
                  <a:gd name="T84" fmla="*/ 5 w 6"/>
                  <a:gd name="T85" fmla="*/ 2 h 57"/>
                  <a:gd name="T86" fmla="*/ 5 w 6"/>
                  <a:gd name="T87" fmla="*/ 1 h 57"/>
                  <a:gd name="T88" fmla="*/ 5 w 6"/>
                  <a:gd name="T89" fmla="*/ 0 h 57"/>
                  <a:gd name="T90" fmla="*/ 5 w 6"/>
                  <a:gd name="T91" fmla="*/ 0 h 57"/>
                  <a:gd name="T92" fmla="*/ 5 w 6"/>
                  <a:gd name="T93" fmla="*/ 1 h 57"/>
                  <a:gd name="T94" fmla="*/ 6 w 6"/>
                  <a:gd name="T95" fmla="*/ 4 h 57"/>
                  <a:gd name="T96" fmla="*/ 6 w 6"/>
                  <a:gd name="T97" fmla="*/ 7 h 57"/>
                  <a:gd name="T98" fmla="*/ 6 w 6"/>
                  <a:gd name="T99" fmla="*/ 11 h 57"/>
                  <a:gd name="T100" fmla="*/ 6 w 6"/>
                  <a:gd name="T101" fmla="*/ 13 h 57"/>
                  <a:gd name="T102" fmla="*/ 6 w 6"/>
                  <a:gd name="T103" fmla="*/ 1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7">
                    <a:moveTo>
                      <a:pt x="0" y="51"/>
                    </a:moveTo>
                    <a:lnTo>
                      <a:pt x="0" y="51"/>
                    </a:lnTo>
                    <a:lnTo>
                      <a:pt x="0" y="52"/>
                    </a:lnTo>
                    <a:lnTo>
                      <a:pt x="0" y="51"/>
                    </a:lnTo>
                    <a:lnTo>
                      <a:pt x="0" y="50"/>
                    </a:lnTo>
                    <a:lnTo>
                      <a:pt x="0" y="53"/>
                    </a:lnTo>
                    <a:lnTo>
                      <a:pt x="0" y="56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7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2" y="43"/>
                    </a:lnTo>
                    <a:lnTo>
                      <a:pt x="2" y="43"/>
                    </a:lnTo>
                    <a:lnTo>
                      <a:pt x="2" y="44"/>
                    </a:lnTo>
                    <a:lnTo>
                      <a:pt x="2" y="44"/>
                    </a:lnTo>
                    <a:lnTo>
                      <a:pt x="3" y="43"/>
                    </a:lnTo>
                    <a:lnTo>
                      <a:pt x="3" y="41"/>
                    </a:lnTo>
                    <a:lnTo>
                      <a:pt x="3" y="39"/>
                    </a:lnTo>
                    <a:lnTo>
                      <a:pt x="3" y="36"/>
                    </a:lnTo>
                    <a:lnTo>
                      <a:pt x="3" y="32"/>
                    </a:lnTo>
                    <a:lnTo>
                      <a:pt x="3" y="28"/>
                    </a:lnTo>
                    <a:lnTo>
                      <a:pt x="4" y="23"/>
                    </a:lnTo>
                    <a:lnTo>
                      <a:pt x="4" y="16"/>
                    </a:lnTo>
                    <a:lnTo>
                      <a:pt x="4" y="12"/>
                    </a:lnTo>
                    <a:lnTo>
                      <a:pt x="4" y="10"/>
                    </a:lnTo>
                    <a:lnTo>
                      <a:pt x="4" y="9"/>
                    </a:lnTo>
                    <a:lnTo>
                      <a:pt x="4" y="7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5" y="4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6" y="4"/>
                    </a:lnTo>
                    <a:lnTo>
                      <a:pt x="6" y="7"/>
                    </a:lnTo>
                    <a:lnTo>
                      <a:pt x="6" y="11"/>
                    </a:lnTo>
                    <a:lnTo>
                      <a:pt x="6" y="13"/>
                    </a:lnTo>
                    <a:lnTo>
                      <a:pt x="6" y="1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73" name="Freeform 818"/>
              <p:cNvSpPr/>
              <p:nvPr/>
            </p:nvSpPr>
            <p:spPr bwMode="auto">
              <a:xfrm>
                <a:off x="1104" y="2921"/>
                <a:ext cx="6" cy="119"/>
              </a:xfrm>
              <a:custGeom>
                <a:avLst/>
                <a:gdLst>
                  <a:gd name="T0" fmla="*/ 0 w 6"/>
                  <a:gd name="T1" fmla="*/ 0 h 119"/>
                  <a:gd name="T2" fmla="*/ 0 w 6"/>
                  <a:gd name="T3" fmla="*/ 4 h 119"/>
                  <a:gd name="T4" fmla="*/ 0 w 6"/>
                  <a:gd name="T5" fmla="*/ 8 h 119"/>
                  <a:gd name="T6" fmla="*/ 1 w 6"/>
                  <a:gd name="T7" fmla="*/ 11 h 119"/>
                  <a:gd name="T8" fmla="*/ 1 w 6"/>
                  <a:gd name="T9" fmla="*/ 14 h 119"/>
                  <a:gd name="T10" fmla="*/ 1 w 6"/>
                  <a:gd name="T11" fmla="*/ 18 h 119"/>
                  <a:gd name="T12" fmla="*/ 1 w 6"/>
                  <a:gd name="T13" fmla="*/ 21 h 119"/>
                  <a:gd name="T14" fmla="*/ 1 w 6"/>
                  <a:gd name="T15" fmla="*/ 22 h 119"/>
                  <a:gd name="T16" fmla="*/ 1 w 6"/>
                  <a:gd name="T17" fmla="*/ 22 h 119"/>
                  <a:gd name="T18" fmla="*/ 1 w 6"/>
                  <a:gd name="T19" fmla="*/ 25 h 119"/>
                  <a:gd name="T20" fmla="*/ 1 w 6"/>
                  <a:gd name="T21" fmla="*/ 29 h 119"/>
                  <a:gd name="T22" fmla="*/ 1 w 6"/>
                  <a:gd name="T23" fmla="*/ 33 h 119"/>
                  <a:gd name="T24" fmla="*/ 1 w 6"/>
                  <a:gd name="T25" fmla="*/ 36 h 119"/>
                  <a:gd name="T26" fmla="*/ 2 w 6"/>
                  <a:gd name="T27" fmla="*/ 40 h 119"/>
                  <a:gd name="T28" fmla="*/ 2 w 6"/>
                  <a:gd name="T29" fmla="*/ 44 h 119"/>
                  <a:gd name="T30" fmla="*/ 2 w 6"/>
                  <a:gd name="T31" fmla="*/ 47 h 119"/>
                  <a:gd name="T32" fmla="*/ 2 w 6"/>
                  <a:gd name="T33" fmla="*/ 52 h 119"/>
                  <a:gd name="T34" fmla="*/ 2 w 6"/>
                  <a:gd name="T35" fmla="*/ 58 h 119"/>
                  <a:gd name="T36" fmla="*/ 2 w 6"/>
                  <a:gd name="T37" fmla="*/ 63 h 119"/>
                  <a:gd name="T38" fmla="*/ 3 w 6"/>
                  <a:gd name="T39" fmla="*/ 65 h 119"/>
                  <a:gd name="T40" fmla="*/ 3 w 6"/>
                  <a:gd name="T41" fmla="*/ 70 h 119"/>
                  <a:gd name="T42" fmla="*/ 3 w 6"/>
                  <a:gd name="T43" fmla="*/ 75 h 119"/>
                  <a:gd name="T44" fmla="*/ 3 w 6"/>
                  <a:gd name="T45" fmla="*/ 77 h 119"/>
                  <a:gd name="T46" fmla="*/ 3 w 6"/>
                  <a:gd name="T47" fmla="*/ 76 h 119"/>
                  <a:gd name="T48" fmla="*/ 3 w 6"/>
                  <a:gd name="T49" fmla="*/ 78 h 119"/>
                  <a:gd name="T50" fmla="*/ 3 w 6"/>
                  <a:gd name="T51" fmla="*/ 82 h 119"/>
                  <a:gd name="T52" fmla="*/ 3 w 6"/>
                  <a:gd name="T53" fmla="*/ 85 h 119"/>
                  <a:gd name="T54" fmla="*/ 3 w 6"/>
                  <a:gd name="T55" fmla="*/ 87 h 119"/>
                  <a:gd name="T56" fmla="*/ 4 w 6"/>
                  <a:gd name="T57" fmla="*/ 90 h 119"/>
                  <a:gd name="T58" fmla="*/ 4 w 6"/>
                  <a:gd name="T59" fmla="*/ 94 h 119"/>
                  <a:gd name="T60" fmla="*/ 4 w 6"/>
                  <a:gd name="T61" fmla="*/ 98 h 119"/>
                  <a:gd name="T62" fmla="*/ 4 w 6"/>
                  <a:gd name="T63" fmla="*/ 101 h 119"/>
                  <a:gd name="T64" fmla="*/ 4 w 6"/>
                  <a:gd name="T65" fmla="*/ 106 h 119"/>
                  <a:gd name="T66" fmla="*/ 4 w 6"/>
                  <a:gd name="T67" fmla="*/ 111 h 119"/>
                  <a:gd name="T68" fmla="*/ 4 w 6"/>
                  <a:gd name="T69" fmla="*/ 111 h 119"/>
                  <a:gd name="T70" fmla="*/ 4 w 6"/>
                  <a:gd name="T71" fmla="*/ 111 h 119"/>
                  <a:gd name="T72" fmla="*/ 4 w 6"/>
                  <a:gd name="T73" fmla="*/ 113 h 119"/>
                  <a:gd name="T74" fmla="*/ 5 w 6"/>
                  <a:gd name="T75" fmla="*/ 113 h 119"/>
                  <a:gd name="T76" fmla="*/ 5 w 6"/>
                  <a:gd name="T77" fmla="*/ 109 h 119"/>
                  <a:gd name="T78" fmla="*/ 5 w 6"/>
                  <a:gd name="T79" fmla="*/ 106 h 119"/>
                  <a:gd name="T80" fmla="*/ 5 w 6"/>
                  <a:gd name="T81" fmla="*/ 106 h 119"/>
                  <a:gd name="T82" fmla="*/ 5 w 6"/>
                  <a:gd name="T83" fmla="*/ 106 h 119"/>
                  <a:gd name="T84" fmla="*/ 5 w 6"/>
                  <a:gd name="T85" fmla="*/ 105 h 119"/>
                  <a:gd name="T86" fmla="*/ 6 w 6"/>
                  <a:gd name="T87" fmla="*/ 105 h 119"/>
                  <a:gd name="T88" fmla="*/ 6 w 6"/>
                  <a:gd name="T89" fmla="*/ 108 h 119"/>
                  <a:gd name="T90" fmla="*/ 6 w 6"/>
                  <a:gd name="T91" fmla="*/ 111 h 119"/>
                  <a:gd name="T92" fmla="*/ 6 w 6"/>
                  <a:gd name="T93" fmla="*/ 113 h 119"/>
                  <a:gd name="T94" fmla="*/ 6 w 6"/>
                  <a:gd name="T95" fmla="*/ 116 h 119"/>
                  <a:gd name="T96" fmla="*/ 6 w 6"/>
                  <a:gd name="T97" fmla="*/ 119 h 119"/>
                  <a:gd name="T98" fmla="*/ 6 w 6"/>
                  <a:gd name="T99" fmla="*/ 119 h 119"/>
                  <a:gd name="T100" fmla="*/ 6 w 6"/>
                  <a:gd name="T101" fmla="*/ 118 h 119"/>
                  <a:gd name="T102" fmla="*/ 6 w 6"/>
                  <a:gd name="T103" fmla="*/ 118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19">
                    <a:moveTo>
                      <a:pt x="0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" y="11"/>
                    </a:lnTo>
                    <a:lnTo>
                      <a:pt x="1" y="14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5"/>
                    </a:lnTo>
                    <a:lnTo>
                      <a:pt x="1" y="29"/>
                    </a:lnTo>
                    <a:lnTo>
                      <a:pt x="1" y="33"/>
                    </a:lnTo>
                    <a:lnTo>
                      <a:pt x="1" y="36"/>
                    </a:lnTo>
                    <a:lnTo>
                      <a:pt x="2" y="40"/>
                    </a:lnTo>
                    <a:lnTo>
                      <a:pt x="2" y="44"/>
                    </a:lnTo>
                    <a:lnTo>
                      <a:pt x="2" y="47"/>
                    </a:lnTo>
                    <a:lnTo>
                      <a:pt x="2" y="52"/>
                    </a:lnTo>
                    <a:lnTo>
                      <a:pt x="2" y="58"/>
                    </a:lnTo>
                    <a:lnTo>
                      <a:pt x="2" y="63"/>
                    </a:lnTo>
                    <a:lnTo>
                      <a:pt x="3" y="65"/>
                    </a:lnTo>
                    <a:lnTo>
                      <a:pt x="3" y="70"/>
                    </a:lnTo>
                    <a:lnTo>
                      <a:pt x="3" y="75"/>
                    </a:lnTo>
                    <a:lnTo>
                      <a:pt x="3" y="77"/>
                    </a:lnTo>
                    <a:lnTo>
                      <a:pt x="3" y="76"/>
                    </a:lnTo>
                    <a:lnTo>
                      <a:pt x="3" y="78"/>
                    </a:lnTo>
                    <a:lnTo>
                      <a:pt x="3" y="82"/>
                    </a:lnTo>
                    <a:lnTo>
                      <a:pt x="3" y="85"/>
                    </a:lnTo>
                    <a:lnTo>
                      <a:pt x="3" y="87"/>
                    </a:lnTo>
                    <a:lnTo>
                      <a:pt x="4" y="90"/>
                    </a:lnTo>
                    <a:lnTo>
                      <a:pt x="4" y="94"/>
                    </a:lnTo>
                    <a:lnTo>
                      <a:pt x="4" y="98"/>
                    </a:lnTo>
                    <a:lnTo>
                      <a:pt x="4" y="101"/>
                    </a:lnTo>
                    <a:lnTo>
                      <a:pt x="4" y="106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3"/>
                    </a:lnTo>
                    <a:lnTo>
                      <a:pt x="5" y="113"/>
                    </a:lnTo>
                    <a:lnTo>
                      <a:pt x="5" y="109"/>
                    </a:lnTo>
                    <a:lnTo>
                      <a:pt x="5" y="106"/>
                    </a:lnTo>
                    <a:lnTo>
                      <a:pt x="5" y="106"/>
                    </a:lnTo>
                    <a:lnTo>
                      <a:pt x="5" y="106"/>
                    </a:lnTo>
                    <a:lnTo>
                      <a:pt x="5" y="105"/>
                    </a:lnTo>
                    <a:lnTo>
                      <a:pt x="6" y="105"/>
                    </a:lnTo>
                    <a:lnTo>
                      <a:pt x="6" y="108"/>
                    </a:lnTo>
                    <a:lnTo>
                      <a:pt x="6" y="111"/>
                    </a:lnTo>
                    <a:lnTo>
                      <a:pt x="6" y="113"/>
                    </a:lnTo>
                    <a:lnTo>
                      <a:pt x="6" y="116"/>
                    </a:lnTo>
                    <a:lnTo>
                      <a:pt x="6" y="119"/>
                    </a:lnTo>
                    <a:lnTo>
                      <a:pt x="6" y="119"/>
                    </a:lnTo>
                    <a:lnTo>
                      <a:pt x="6" y="118"/>
                    </a:lnTo>
                    <a:lnTo>
                      <a:pt x="6" y="11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74" name="Freeform 819"/>
              <p:cNvSpPr/>
              <p:nvPr/>
            </p:nvSpPr>
            <p:spPr bwMode="auto">
              <a:xfrm>
                <a:off x="1110" y="2928"/>
                <a:ext cx="7" cy="129"/>
              </a:xfrm>
              <a:custGeom>
                <a:avLst/>
                <a:gdLst>
                  <a:gd name="T0" fmla="*/ 0 w 7"/>
                  <a:gd name="T1" fmla="*/ 111 h 129"/>
                  <a:gd name="T2" fmla="*/ 0 w 7"/>
                  <a:gd name="T3" fmla="*/ 111 h 129"/>
                  <a:gd name="T4" fmla="*/ 1 w 7"/>
                  <a:gd name="T5" fmla="*/ 110 h 129"/>
                  <a:gd name="T6" fmla="*/ 1 w 7"/>
                  <a:gd name="T7" fmla="*/ 108 h 129"/>
                  <a:gd name="T8" fmla="*/ 1 w 7"/>
                  <a:gd name="T9" fmla="*/ 107 h 129"/>
                  <a:gd name="T10" fmla="*/ 1 w 7"/>
                  <a:gd name="T11" fmla="*/ 107 h 129"/>
                  <a:gd name="T12" fmla="*/ 1 w 7"/>
                  <a:gd name="T13" fmla="*/ 105 h 129"/>
                  <a:gd name="T14" fmla="*/ 1 w 7"/>
                  <a:gd name="T15" fmla="*/ 106 h 129"/>
                  <a:gd name="T16" fmla="*/ 2 w 7"/>
                  <a:gd name="T17" fmla="*/ 112 h 129"/>
                  <a:gd name="T18" fmla="*/ 2 w 7"/>
                  <a:gd name="T19" fmla="*/ 119 h 129"/>
                  <a:gd name="T20" fmla="*/ 2 w 7"/>
                  <a:gd name="T21" fmla="*/ 120 h 129"/>
                  <a:gd name="T22" fmla="*/ 2 w 7"/>
                  <a:gd name="T23" fmla="*/ 122 h 129"/>
                  <a:gd name="T24" fmla="*/ 2 w 7"/>
                  <a:gd name="T25" fmla="*/ 125 h 129"/>
                  <a:gd name="T26" fmla="*/ 2 w 7"/>
                  <a:gd name="T27" fmla="*/ 126 h 129"/>
                  <a:gd name="T28" fmla="*/ 2 w 7"/>
                  <a:gd name="T29" fmla="*/ 127 h 129"/>
                  <a:gd name="T30" fmla="*/ 2 w 7"/>
                  <a:gd name="T31" fmla="*/ 129 h 129"/>
                  <a:gd name="T32" fmla="*/ 2 w 7"/>
                  <a:gd name="T33" fmla="*/ 129 h 129"/>
                  <a:gd name="T34" fmla="*/ 3 w 7"/>
                  <a:gd name="T35" fmla="*/ 123 h 129"/>
                  <a:gd name="T36" fmla="*/ 3 w 7"/>
                  <a:gd name="T37" fmla="*/ 119 h 129"/>
                  <a:gd name="T38" fmla="*/ 3 w 7"/>
                  <a:gd name="T39" fmla="*/ 120 h 129"/>
                  <a:gd name="T40" fmla="*/ 3 w 7"/>
                  <a:gd name="T41" fmla="*/ 122 h 129"/>
                  <a:gd name="T42" fmla="*/ 3 w 7"/>
                  <a:gd name="T43" fmla="*/ 120 h 129"/>
                  <a:gd name="T44" fmla="*/ 3 w 7"/>
                  <a:gd name="T45" fmla="*/ 115 h 129"/>
                  <a:gd name="T46" fmla="*/ 3 w 7"/>
                  <a:gd name="T47" fmla="*/ 112 h 129"/>
                  <a:gd name="T48" fmla="*/ 3 w 7"/>
                  <a:gd name="T49" fmla="*/ 110 h 129"/>
                  <a:gd name="T50" fmla="*/ 3 w 7"/>
                  <a:gd name="T51" fmla="*/ 107 h 129"/>
                  <a:gd name="T52" fmla="*/ 3 w 7"/>
                  <a:gd name="T53" fmla="*/ 105 h 129"/>
                  <a:gd name="T54" fmla="*/ 4 w 7"/>
                  <a:gd name="T55" fmla="*/ 108 h 129"/>
                  <a:gd name="T56" fmla="*/ 4 w 7"/>
                  <a:gd name="T57" fmla="*/ 106 h 129"/>
                  <a:gd name="T58" fmla="*/ 4 w 7"/>
                  <a:gd name="T59" fmla="*/ 97 h 129"/>
                  <a:gd name="T60" fmla="*/ 4 w 7"/>
                  <a:gd name="T61" fmla="*/ 90 h 129"/>
                  <a:gd name="T62" fmla="*/ 4 w 7"/>
                  <a:gd name="T63" fmla="*/ 88 h 129"/>
                  <a:gd name="T64" fmla="*/ 4 w 7"/>
                  <a:gd name="T65" fmla="*/ 85 h 129"/>
                  <a:gd name="T66" fmla="*/ 5 w 7"/>
                  <a:gd name="T67" fmla="*/ 79 h 129"/>
                  <a:gd name="T68" fmla="*/ 5 w 7"/>
                  <a:gd name="T69" fmla="*/ 78 h 129"/>
                  <a:gd name="T70" fmla="*/ 5 w 7"/>
                  <a:gd name="T71" fmla="*/ 76 h 129"/>
                  <a:gd name="T72" fmla="*/ 5 w 7"/>
                  <a:gd name="T73" fmla="*/ 68 h 129"/>
                  <a:gd name="T74" fmla="*/ 5 w 7"/>
                  <a:gd name="T75" fmla="*/ 60 h 129"/>
                  <a:gd name="T76" fmla="*/ 5 w 7"/>
                  <a:gd name="T77" fmla="*/ 58 h 129"/>
                  <a:gd name="T78" fmla="*/ 5 w 7"/>
                  <a:gd name="T79" fmla="*/ 58 h 129"/>
                  <a:gd name="T80" fmla="*/ 5 w 7"/>
                  <a:gd name="T81" fmla="*/ 55 h 129"/>
                  <a:gd name="T82" fmla="*/ 5 w 7"/>
                  <a:gd name="T83" fmla="*/ 51 h 129"/>
                  <a:gd name="T84" fmla="*/ 6 w 7"/>
                  <a:gd name="T85" fmla="*/ 45 h 129"/>
                  <a:gd name="T86" fmla="*/ 6 w 7"/>
                  <a:gd name="T87" fmla="*/ 40 h 129"/>
                  <a:gd name="T88" fmla="*/ 6 w 7"/>
                  <a:gd name="T89" fmla="*/ 34 h 129"/>
                  <a:gd name="T90" fmla="*/ 6 w 7"/>
                  <a:gd name="T91" fmla="*/ 28 h 129"/>
                  <a:gd name="T92" fmla="*/ 6 w 7"/>
                  <a:gd name="T93" fmla="*/ 24 h 129"/>
                  <a:gd name="T94" fmla="*/ 6 w 7"/>
                  <a:gd name="T95" fmla="*/ 20 h 129"/>
                  <a:gd name="T96" fmla="*/ 7 w 7"/>
                  <a:gd name="T97" fmla="*/ 12 h 129"/>
                  <a:gd name="T98" fmla="*/ 7 w 7"/>
                  <a:gd name="T99" fmla="*/ 3 h 129"/>
                  <a:gd name="T100" fmla="*/ 7 w 7"/>
                  <a:gd name="T101" fmla="*/ 0 h 129"/>
                  <a:gd name="T102" fmla="*/ 7 w 7"/>
                  <a:gd name="T103" fmla="*/ 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29">
                    <a:moveTo>
                      <a:pt x="0" y="111"/>
                    </a:moveTo>
                    <a:lnTo>
                      <a:pt x="0" y="111"/>
                    </a:lnTo>
                    <a:lnTo>
                      <a:pt x="1" y="110"/>
                    </a:lnTo>
                    <a:lnTo>
                      <a:pt x="1" y="108"/>
                    </a:lnTo>
                    <a:lnTo>
                      <a:pt x="1" y="107"/>
                    </a:lnTo>
                    <a:lnTo>
                      <a:pt x="1" y="107"/>
                    </a:lnTo>
                    <a:lnTo>
                      <a:pt x="1" y="105"/>
                    </a:lnTo>
                    <a:lnTo>
                      <a:pt x="1" y="106"/>
                    </a:lnTo>
                    <a:lnTo>
                      <a:pt x="2" y="112"/>
                    </a:lnTo>
                    <a:lnTo>
                      <a:pt x="2" y="119"/>
                    </a:lnTo>
                    <a:lnTo>
                      <a:pt x="2" y="120"/>
                    </a:lnTo>
                    <a:lnTo>
                      <a:pt x="2" y="122"/>
                    </a:lnTo>
                    <a:lnTo>
                      <a:pt x="2" y="125"/>
                    </a:lnTo>
                    <a:lnTo>
                      <a:pt x="2" y="126"/>
                    </a:lnTo>
                    <a:lnTo>
                      <a:pt x="2" y="127"/>
                    </a:lnTo>
                    <a:lnTo>
                      <a:pt x="2" y="129"/>
                    </a:lnTo>
                    <a:lnTo>
                      <a:pt x="2" y="129"/>
                    </a:lnTo>
                    <a:lnTo>
                      <a:pt x="3" y="123"/>
                    </a:lnTo>
                    <a:lnTo>
                      <a:pt x="3" y="119"/>
                    </a:lnTo>
                    <a:lnTo>
                      <a:pt x="3" y="120"/>
                    </a:lnTo>
                    <a:lnTo>
                      <a:pt x="3" y="122"/>
                    </a:lnTo>
                    <a:lnTo>
                      <a:pt x="3" y="120"/>
                    </a:lnTo>
                    <a:lnTo>
                      <a:pt x="3" y="115"/>
                    </a:lnTo>
                    <a:lnTo>
                      <a:pt x="3" y="112"/>
                    </a:lnTo>
                    <a:lnTo>
                      <a:pt x="3" y="110"/>
                    </a:lnTo>
                    <a:lnTo>
                      <a:pt x="3" y="107"/>
                    </a:lnTo>
                    <a:lnTo>
                      <a:pt x="3" y="105"/>
                    </a:lnTo>
                    <a:lnTo>
                      <a:pt x="4" y="108"/>
                    </a:lnTo>
                    <a:lnTo>
                      <a:pt x="4" y="106"/>
                    </a:lnTo>
                    <a:lnTo>
                      <a:pt x="4" y="97"/>
                    </a:lnTo>
                    <a:lnTo>
                      <a:pt x="4" y="90"/>
                    </a:lnTo>
                    <a:lnTo>
                      <a:pt x="4" y="88"/>
                    </a:lnTo>
                    <a:lnTo>
                      <a:pt x="4" y="85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6"/>
                    </a:lnTo>
                    <a:lnTo>
                      <a:pt x="5" y="68"/>
                    </a:lnTo>
                    <a:lnTo>
                      <a:pt x="5" y="60"/>
                    </a:lnTo>
                    <a:lnTo>
                      <a:pt x="5" y="58"/>
                    </a:lnTo>
                    <a:lnTo>
                      <a:pt x="5" y="58"/>
                    </a:lnTo>
                    <a:lnTo>
                      <a:pt x="5" y="55"/>
                    </a:lnTo>
                    <a:lnTo>
                      <a:pt x="5" y="51"/>
                    </a:lnTo>
                    <a:lnTo>
                      <a:pt x="6" y="45"/>
                    </a:lnTo>
                    <a:lnTo>
                      <a:pt x="6" y="40"/>
                    </a:lnTo>
                    <a:lnTo>
                      <a:pt x="6" y="34"/>
                    </a:lnTo>
                    <a:lnTo>
                      <a:pt x="6" y="28"/>
                    </a:lnTo>
                    <a:lnTo>
                      <a:pt x="6" y="24"/>
                    </a:lnTo>
                    <a:lnTo>
                      <a:pt x="6" y="20"/>
                    </a:lnTo>
                    <a:lnTo>
                      <a:pt x="7" y="12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75" name="Freeform 820"/>
              <p:cNvSpPr/>
              <p:nvPr/>
            </p:nvSpPr>
            <p:spPr bwMode="auto">
              <a:xfrm>
                <a:off x="1117" y="2916"/>
                <a:ext cx="6" cy="22"/>
              </a:xfrm>
              <a:custGeom>
                <a:avLst/>
                <a:gdLst>
                  <a:gd name="T0" fmla="*/ 0 w 6"/>
                  <a:gd name="T1" fmla="*/ 12 h 22"/>
                  <a:gd name="T2" fmla="*/ 0 w 6"/>
                  <a:gd name="T3" fmla="*/ 12 h 22"/>
                  <a:gd name="T4" fmla="*/ 0 w 6"/>
                  <a:gd name="T5" fmla="*/ 10 h 22"/>
                  <a:gd name="T6" fmla="*/ 0 w 6"/>
                  <a:gd name="T7" fmla="*/ 11 h 22"/>
                  <a:gd name="T8" fmla="*/ 0 w 6"/>
                  <a:gd name="T9" fmla="*/ 12 h 22"/>
                  <a:gd name="T10" fmla="*/ 0 w 6"/>
                  <a:gd name="T11" fmla="*/ 11 h 22"/>
                  <a:gd name="T12" fmla="*/ 0 w 6"/>
                  <a:gd name="T13" fmla="*/ 9 h 22"/>
                  <a:gd name="T14" fmla="*/ 1 w 6"/>
                  <a:gd name="T15" fmla="*/ 10 h 22"/>
                  <a:gd name="T16" fmla="*/ 1 w 6"/>
                  <a:gd name="T17" fmla="*/ 11 h 22"/>
                  <a:gd name="T18" fmla="*/ 1 w 6"/>
                  <a:gd name="T19" fmla="*/ 10 h 22"/>
                  <a:gd name="T20" fmla="*/ 1 w 6"/>
                  <a:gd name="T21" fmla="*/ 10 h 22"/>
                  <a:gd name="T22" fmla="*/ 1 w 6"/>
                  <a:gd name="T23" fmla="*/ 8 h 22"/>
                  <a:gd name="T24" fmla="*/ 1 w 6"/>
                  <a:gd name="T25" fmla="*/ 5 h 22"/>
                  <a:gd name="T26" fmla="*/ 1 w 6"/>
                  <a:gd name="T27" fmla="*/ 3 h 22"/>
                  <a:gd name="T28" fmla="*/ 1 w 6"/>
                  <a:gd name="T29" fmla="*/ 3 h 22"/>
                  <a:gd name="T30" fmla="*/ 1 w 6"/>
                  <a:gd name="T31" fmla="*/ 4 h 22"/>
                  <a:gd name="T32" fmla="*/ 2 w 6"/>
                  <a:gd name="T33" fmla="*/ 5 h 22"/>
                  <a:gd name="T34" fmla="*/ 2 w 6"/>
                  <a:gd name="T35" fmla="*/ 6 h 22"/>
                  <a:gd name="T36" fmla="*/ 2 w 6"/>
                  <a:gd name="T37" fmla="*/ 7 h 22"/>
                  <a:gd name="T38" fmla="*/ 2 w 6"/>
                  <a:gd name="T39" fmla="*/ 8 h 22"/>
                  <a:gd name="T40" fmla="*/ 2 w 6"/>
                  <a:gd name="T41" fmla="*/ 10 h 22"/>
                  <a:gd name="T42" fmla="*/ 2 w 6"/>
                  <a:gd name="T43" fmla="*/ 11 h 22"/>
                  <a:gd name="T44" fmla="*/ 3 w 6"/>
                  <a:gd name="T45" fmla="*/ 10 h 22"/>
                  <a:gd name="T46" fmla="*/ 3 w 6"/>
                  <a:gd name="T47" fmla="*/ 10 h 22"/>
                  <a:gd name="T48" fmla="*/ 3 w 6"/>
                  <a:gd name="T49" fmla="*/ 10 h 22"/>
                  <a:gd name="T50" fmla="*/ 3 w 6"/>
                  <a:gd name="T51" fmla="*/ 10 h 22"/>
                  <a:gd name="T52" fmla="*/ 3 w 6"/>
                  <a:gd name="T53" fmla="*/ 9 h 22"/>
                  <a:gd name="T54" fmla="*/ 3 w 6"/>
                  <a:gd name="T55" fmla="*/ 6 h 22"/>
                  <a:gd name="T56" fmla="*/ 3 w 6"/>
                  <a:gd name="T57" fmla="*/ 2 h 22"/>
                  <a:gd name="T58" fmla="*/ 3 w 6"/>
                  <a:gd name="T59" fmla="*/ 1 h 22"/>
                  <a:gd name="T60" fmla="*/ 3 w 6"/>
                  <a:gd name="T61" fmla="*/ 1 h 22"/>
                  <a:gd name="T62" fmla="*/ 4 w 6"/>
                  <a:gd name="T63" fmla="*/ 3 h 22"/>
                  <a:gd name="T64" fmla="*/ 4 w 6"/>
                  <a:gd name="T65" fmla="*/ 5 h 22"/>
                  <a:gd name="T66" fmla="*/ 4 w 6"/>
                  <a:gd name="T67" fmla="*/ 8 h 22"/>
                  <a:gd name="T68" fmla="*/ 4 w 6"/>
                  <a:gd name="T69" fmla="*/ 11 h 22"/>
                  <a:gd name="T70" fmla="*/ 4 w 6"/>
                  <a:gd name="T71" fmla="*/ 14 h 22"/>
                  <a:gd name="T72" fmla="*/ 4 w 6"/>
                  <a:gd name="T73" fmla="*/ 18 h 22"/>
                  <a:gd name="T74" fmla="*/ 4 w 6"/>
                  <a:gd name="T75" fmla="*/ 21 h 22"/>
                  <a:gd name="T76" fmla="*/ 5 w 6"/>
                  <a:gd name="T77" fmla="*/ 22 h 22"/>
                  <a:gd name="T78" fmla="*/ 5 w 6"/>
                  <a:gd name="T79" fmla="*/ 21 h 22"/>
                  <a:gd name="T80" fmla="*/ 5 w 6"/>
                  <a:gd name="T81" fmla="*/ 20 h 22"/>
                  <a:gd name="T82" fmla="*/ 5 w 6"/>
                  <a:gd name="T83" fmla="*/ 18 h 22"/>
                  <a:gd name="T84" fmla="*/ 5 w 6"/>
                  <a:gd name="T85" fmla="*/ 15 h 22"/>
                  <a:gd name="T86" fmla="*/ 5 w 6"/>
                  <a:gd name="T87" fmla="*/ 12 h 22"/>
                  <a:gd name="T88" fmla="*/ 5 w 6"/>
                  <a:gd name="T89" fmla="*/ 10 h 22"/>
                  <a:gd name="T90" fmla="*/ 5 w 6"/>
                  <a:gd name="T91" fmla="*/ 7 h 22"/>
                  <a:gd name="T92" fmla="*/ 5 w 6"/>
                  <a:gd name="T93" fmla="*/ 3 h 22"/>
                  <a:gd name="T94" fmla="*/ 6 w 6"/>
                  <a:gd name="T95" fmla="*/ 0 h 22"/>
                  <a:gd name="T96" fmla="*/ 6 w 6"/>
                  <a:gd name="T97" fmla="*/ 2 h 22"/>
                  <a:gd name="T98" fmla="*/ 6 w 6"/>
                  <a:gd name="T99" fmla="*/ 6 h 22"/>
                  <a:gd name="T100" fmla="*/ 6 w 6"/>
                  <a:gd name="T101" fmla="*/ 10 h 22"/>
                  <a:gd name="T102" fmla="*/ 6 w 6"/>
                  <a:gd name="T103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22">
                    <a:moveTo>
                      <a:pt x="0" y="12"/>
                    </a:moveTo>
                    <a:lnTo>
                      <a:pt x="0" y="12"/>
                    </a:lnTo>
                    <a:lnTo>
                      <a:pt x="0" y="10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1" y="10"/>
                    </a:lnTo>
                    <a:lnTo>
                      <a:pt x="1" y="10"/>
                    </a:lnTo>
                    <a:lnTo>
                      <a:pt x="1" y="8"/>
                    </a:lnTo>
                    <a:lnTo>
                      <a:pt x="1" y="5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2" y="5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8"/>
                    </a:lnTo>
                    <a:lnTo>
                      <a:pt x="2" y="10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3" y="6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4" y="3"/>
                    </a:lnTo>
                    <a:lnTo>
                      <a:pt x="4" y="5"/>
                    </a:lnTo>
                    <a:lnTo>
                      <a:pt x="4" y="8"/>
                    </a:lnTo>
                    <a:lnTo>
                      <a:pt x="4" y="11"/>
                    </a:lnTo>
                    <a:lnTo>
                      <a:pt x="4" y="14"/>
                    </a:lnTo>
                    <a:lnTo>
                      <a:pt x="4" y="18"/>
                    </a:lnTo>
                    <a:lnTo>
                      <a:pt x="4" y="21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5" y="18"/>
                    </a:lnTo>
                    <a:lnTo>
                      <a:pt x="5" y="15"/>
                    </a:lnTo>
                    <a:lnTo>
                      <a:pt x="5" y="12"/>
                    </a:lnTo>
                    <a:lnTo>
                      <a:pt x="5" y="10"/>
                    </a:lnTo>
                    <a:lnTo>
                      <a:pt x="5" y="7"/>
                    </a:lnTo>
                    <a:lnTo>
                      <a:pt x="5" y="3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6" y="6"/>
                    </a:lnTo>
                    <a:lnTo>
                      <a:pt x="6" y="10"/>
                    </a:lnTo>
                    <a:lnTo>
                      <a:pt x="6" y="1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76" name="Freeform 821"/>
              <p:cNvSpPr/>
              <p:nvPr/>
            </p:nvSpPr>
            <p:spPr bwMode="auto">
              <a:xfrm>
                <a:off x="1123" y="2926"/>
                <a:ext cx="7" cy="31"/>
              </a:xfrm>
              <a:custGeom>
                <a:avLst/>
                <a:gdLst>
                  <a:gd name="T0" fmla="*/ 0 w 7"/>
                  <a:gd name="T1" fmla="*/ 0 h 31"/>
                  <a:gd name="T2" fmla="*/ 0 w 7"/>
                  <a:gd name="T3" fmla="*/ 3 h 31"/>
                  <a:gd name="T4" fmla="*/ 0 w 7"/>
                  <a:gd name="T5" fmla="*/ 6 h 31"/>
                  <a:gd name="T6" fmla="*/ 0 w 7"/>
                  <a:gd name="T7" fmla="*/ 8 h 31"/>
                  <a:gd name="T8" fmla="*/ 0 w 7"/>
                  <a:gd name="T9" fmla="*/ 10 h 31"/>
                  <a:gd name="T10" fmla="*/ 0 w 7"/>
                  <a:gd name="T11" fmla="*/ 11 h 31"/>
                  <a:gd name="T12" fmla="*/ 1 w 7"/>
                  <a:gd name="T13" fmla="*/ 13 h 31"/>
                  <a:gd name="T14" fmla="*/ 1 w 7"/>
                  <a:gd name="T15" fmla="*/ 15 h 31"/>
                  <a:gd name="T16" fmla="*/ 1 w 7"/>
                  <a:gd name="T17" fmla="*/ 14 h 31"/>
                  <a:gd name="T18" fmla="*/ 1 w 7"/>
                  <a:gd name="T19" fmla="*/ 12 h 31"/>
                  <a:gd name="T20" fmla="*/ 1 w 7"/>
                  <a:gd name="T21" fmla="*/ 13 h 31"/>
                  <a:gd name="T22" fmla="*/ 1 w 7"/>
                  <a:gd name="T23" fmla="*/ 16 h 31"/>
                  <a:gd name="T24" fmla="*/ 2 w 7"/>
                  <a:gd name="T25" fmla="*/ 18 h 31"/>
                  <a:gd name="T26" fmla="*/ 2 w 7"/>
                  <a:gd name="T27" fmla="*/ 20 h 31"/>
                  <a:gd name="T28" fmla="*/ 2 w 7"/>
                  <a:gd name="T29" fmla="*/ 23 h 31"/>
                  <a:gd name="T30" fmla="*/ 2 w 7"/>
                  <a:gd name="T31" fmla="*/ 24 h 31"/>
                  <a:gd name="T32" fmla="*/ 2 w 7"/>
                  <a:gd name="T33" fmla="*/ 24 h 31"/>
                  <a:gd name="T34" fmla="*/ 2 w 7"/>
                  <a:gd name="T35" fmla="*/ 24 h 31"/>
                  <a:gd name="T36" fmla="*/ 2 w 7"/>
                  <a:gd name="T37" fmla="*/ 26 h 31"/>
                  <a:gd name="T38" fmla="*/ 2 w 7"/>
                  <a:gd name="T39" fmla="*/ 26 h 31"/>
                  <a:gd name="T40" fmla="*/ 2 w 7"/>
                  <a:gd name="T41" fmla="*/ 23 h 31"/>
                  <a:gd name="T42" fmla="*/ 3 w 7"/>
                  <a:gd name="T43" fmla="*/ 21 h 31"/>
                  <a:gd name="T44" fmla="*/ 3 w 7"/>
                  <a:gd name="T45" fmla="*/ 20 h 31"/>
                  <a:gd name="T46" fmla="*/ 3 w 7"/>
                  <a:gd name="T47" fmla="*/ 17 h 31"/>
                  <a:gd name="T48" fmla="*/ 3 w 7"/>
                  <a:gd name="T49" fmla="*/ 14 h 31"/>
                  <a:gd name="T50" fmla="*/ 3 w 7"/>
                  <a:gd name="T51" fmla="*/ 13 h 31"/>
                  <a:gd name="T52" fmla="*/ 3 w 7"/>
                  <a:gd name="T53" fmla="*/ 13 h 31"/>
                  <a:gd name="T54" fmla="*/ 4 w 7"/>
                  <a:gd name="T55" fmla="*/ 13 h 31"/>
                  <a:gd name="T56" fmla="*/ 4 w 7"/>
                  <a:gd name="T57" fmla="*/ 13 h 31"/>
                  <a:gd name="T58" fmla="*/ 4 w 7"/>
                  <a:gd name="T59" fmla="*/ 14 h 31"/>
                  <a:gd name="T60" fmla="*/ 4 w 7"/>
                  <a:gd name="T61" fmla="*/ 15 h 31"/>
                  <a:gd name="T62" fmla="*/ 4 w 7"/>
                  <a:gd name="T63" fmla="*/ 18 h 31"/>
                  <a:gd name="T64" fmla="*/ 4 w 7"/>
                  <a:gd name="T65" fmla="*/ 20 h 31"/>
                  <a:gd name="T66" fmla="*/ 4 w 7"/>
                  <a:gd name="T67" fmla="*/ 22 h 31"/>
                  <a:gd name="T68" fmla="*/ 4 w 7"/>
                  <a:gd name="T69" fmla="*/ 24 h 31"/>
                  <a:gd name="T70" fmla="*/ 4 w 7"/>
                  <a:gd name="T71" fmla="*/ 24 h 31"/>
                  <a:gd name="T72" fmla="*/ 5 w 7"/>
                  <a:gd name="T73" fmla="*/ 23 h 31"/>
                  <a:gd name="T74" fmla="*/ 5 w 7"/>
                  <a:gd name="T75" fmla="*/ 23 h 31"/>
                  <a:gd name="T76" fmla="*/ 5 w 7"/>
                  <a:gd name="T77" fmla="*/ 24 h 31"/>
                  <a:gd name="T78" fmla="*/ 5 w 7"/>
                  <a:gd name="T79" fmla="*/ 26 h 31"/>
                  <a:gd name="T80" fmla="*/ 5 w 7"/>
                  <a:gd name="T81" fmla="*/ 27 h 31"/>
                  <a:gd name="T82" fmla="*/ 5 w 7"/>
                  <a:gd name="T83" fmla="*/ 29 h 31"/>
                  <a:gd name="T84" fmla="*/ 5 w 7"/>
                  <a:gd name="T85" fmla="*/ 30 h 31"/>
                  <a:gd name="T86" fmla="*/ 5 w 7"/>
                  <a:gd name="T87" fmla="*/ 30 h 31"/>
                  <a:gd name="T88" fmla="*/ 5 w 7"/>
                  <a:gd name="T89" fmla="*/ 31 h 31"/>
                  <a:gd name="T90" fmla="*/ 6 w 7"/>
                  <a:gd name="T91" fmla="*/ 31 h 31"/>
                  <a:gd name="T92" fmla="*/ 6 w 7"/>
                  <a:gd name="T93" fmla="*/ 30 h 31"/>
                  <a:gd name="T94" fmla="*/ 6 w 7"/>
                  <a:gd name="T95" fmla="*/ 29 h 31"/>
                  <a:gd name="T96" fmla="*/ 6 w 7"/>
                  <a:gd name="T97" fmla="*/ 28 h 31"/>
                  <a:gd name="T98" fmla="*/ 6 w 7"/>
                  <a:gd name="T99" fmla="*/ 25 h 31"/>
                  <a:gd name="T100" fmla="*/ 6 w 7"/>
                  <a:gd name="T101" fmla="*/ 22 h 31"/>
                  <a:gd name="T102" fmla="*/ 7 w 7"/>
                  <a:gd name="T103" fmla="*/ 2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31">
                    <a:moveTo>
                      <a:pt x="0" y="0"/>
                    </a:moveTo>
                    <a:lnTo>
                      <a:pt x="0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0" y="11"/>
                    </a:lnTo>
                    <a:lnTo>
                      <a:pt x="1" y="13"/>
                    </a:lnTo>
                    <a:lnTo>
                      <a:pt x="1" y="15"/>
                    </a:lnTo>
                    <a:lnTo>
                      <a:pt x="1" y="14"/>
                    </a:lnTo>
                    <a:lnTo>
                      <a:pt x="1" y="12"/>
                    </a:lnTo>
                    <a:lnTo>
                      <a:pt x="1" y="13"/>
                    </a:lnTo>
                    <a:lnTo>
                      <a:pt x="1" y="16"/>
                    </a:lnTo>
                    <a:lnTo>
                      <a:pt x="2" y="18"/>
                    </a:lnTo>
                    <a:lnTo>
                      <a:pt x="2" y="20"/>
                    </a:lnTo>
                    <a:lnTo>
                      <a:pt x="2" y="23"/>
                    </a:lnTo>
                    <a:lnTo>
                      <a:pt x="2" y="24"/>
                    </a:lnTo>
                    <a:lnTo>
                      <a:pt x="2" y="24"/>
                    </a:lnTo>
                    <a:lnTo>
                      <a:pt x="2" y="24"/>
                    </a:lnTo>
                    <a:lnTo>
                      <a:pt x="2" y="26"/>
                    </a:lnTo>
                    <a:lnTo>
                      <a:pt x="2" y="26"/>
                    </a:lnTo>
                    <a:lnTo>
                      <a:pt x="2" y="23"/>
                    </a:lnTo>
                    <a:lnTo>
                      <a:pt x="3" y="21"/>
                    </a:lnTo>
                    <a:lnTo>
                      <a:pt x="3" y="20"/>
                    </a:lnTo>
                    <a:lnTo>
                      <a:pt x="3" y="17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3" y="13"/>
                    </a:lnTo>
                    <a:lnTo>
                      <a:pt x="4" y="13"/>
                    </a:lnTo>
                    <a:lnTo>
                      <a:pt x="4" y="13"/>
                    </a:lnTo>
                    <a:lnTo>
                      <a:pt x="4" y="14"/>
                    </a:lnTo>
                    <a:lnTo>
                      <a:pt x="4" y="15"/>
                    </a:lnTo>
                    <a:lnTo>
                      <a:pt x="4" y="18"/>
                    </a:lnTo>
                    <a:lnTo>
                      <a:pt x="4" y="20"/>
                    </a:lnTo>
                    <a:lnTo>
                      <a:pt x="4" y="22"/>
                    </a:lnTo>
                    <a:lnTo>
                      <a:pt x="4" y="24"/>
                    </a:lnTo>
                    <a:lnTo>
                      <a:pt x="4" y="24"/>
                    </a:lnTo>
                    <a:lnTo>
                      <a:pt x="5" y="23"/>
                    </a:lnTo>
                    <a:lnTo>
                      <a:pt x="5" y="23"/>
                    </a:lnTo>
                    <a:lnTo>
                      <a:pt x="5" y="24"/>
                    </a:lnTo>
                    <a:lnTo>
                      <a:pt x="5" y="26"/>
                    </a:lnTo>
                    <a:lnTo>
                      <a:pt x="5" y="27"/>
                    </a:lnTo>
                    <a:lnTo>
                      <a:pt x="5" y="29"/>
                    </a:lnTo>
                    <a:lnTo>
                      <a:pt x="5" y="30"/>
                    </a:lnTo>
                    <a:lnTo>
                      <a:pt x="5" y="30"/>
                    </a:lnTo>
                    <a:lnTo>
                      <a:pt x="5" y="31"/>
                    </a:lnTo>
                    <a:lnTo>
                      <a:pt x="6" y="31"/>
                    </a:lnTo>
                    <a:lnTo>
                      <a:pt x="6" y="30"/>
                    </a:lnTo>
                    <a:lnTo>
                      <a:pt x="6" y="29"/>
                    </a:lnTo>
                    <a:lnTo>
                      <a:pt x="6" y="28"/>
                    </a:lnTo>
                    <a:lnTo>
                      <a:pt x="6" y="25"/>
                    </a:lnTo>
                    <a:lnTo>
                      <a:pt x="6" y="22"/>
                    </a:lnTo>
                    <a:lnTo>
                      <a:pt x="7" y="2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77" name="Freeform 822"/>
              <p:cNvSpPr/>
              <p:nvPr/>
            </p:nvSpPr>
            <p:spPr bwMode="auto">
              <a:xfrm>
                <a:off x="1129" y="2937"/>
                <a:ext cx="7" cy="54"/>
              </a:xfrm>
              <a:custGeom>
                <a:avLst/>
                <a:gdLst>
                  <a:gd name="T0" fmla="*/ 0 w 7"/>
                  <a:gd name="T1" fmla="*/ 11 h 54"/>
                  <a:gd name="T2" fmla="*/ 1 w 7"/>
                  <a:gd name="T3" fmla="*/ 9 h 54"/>
                  <a:gd name="T4" fmla="*/ 1 w 7"/>
                  <a:gd name="T5" fmla="*/ 7 h 54"/>
                  <a:gd name="T6" fmla="*/ 1 w 7"/>
                  <a:gd name="T7" fmla="*/ 6 h 54"/>
                  <a:gd name="T8" fmla="*/ 1 w 7"/>
                  <a:gd name="T9" fmla="*/ 6 h 54"/>
                  <a:gd name="T10" fmla="*/ 1 w 7"/>
                  <a:gd name="T11" fmla="*/ 8 h 54"/>
                  <a:gd name="T12" fmla="*/ 1 w 7"/>
                  <a:gd name="T13" fmla="*/ 9 h 54"/>
                  <a:gd name="T14" fmla="*/ 1 w 7"/>
                  <a:gd name="T15" fmla="*/ 11 h 54"/>
                  <a:gd name="T16" fmla="*/ 1 w 7"/>
                  <a:gd name="T17" fmla="*/ 13 h 54"/>
                  <a:gd name="T18" fmla="*/ 1 w 7"/>
                  <a:gd name="T19" fmla="*/ 14 h 54"/>
                  <a:gd name="T20" fmla="*/ 1 w 7"/>
                  <a:gd name="T21" fmla="*/ 15 h 54"/>
                  <a:gd name="T22" fmla="*/ 2 w 7"/>
                  <a:gd name="T23" fmla="*/ 17 h 54"/>
                  <a:gd name="T24" fmla="*/ 2 w 7"/>
                  <a:gd name="T25" fmla="*/ 15 h 54"/>
                  <a:gd name="T26" fmla="*/ 2 w 7"/>
                  <a:gd name="T27" fmla="*/ 14 h 54"/>
                  <a:gd name="T28" fmla="*/ 2 w 7"/>
                  <a:gd name="T29" fmla="*/ 12 h 54"/>
                  <a:gd name="T30" fmla="*/ 2 w 7"/>
                  <a:gd name="T31" fmla="*/ 9 h 54"/>
                  <a:gd name="T32" fmla="*/ 2 w 7"/>
                  <a:gd name="T33" fmla="*/ 4 h 54"/>
                  <a:gd name="T34" fmla="*/ 3 w 7"/>
                  <a:gd name="T35" fmla="*/ 3 h 54"/>
                  <a:gd name="T36" fmla="*/ 3 w 7"/>
                  <a:gd name="T37" fmla="*/ 3 h 54"/>
                  <a:gd name="T38" fmla="*/ 3 w 7"/>
                  <a:gd name="T39" fmla="*/ 1 h 54"/>
                  <a:gd name="T40" fmla="*/ 3 w 7"/>
                  <a:gd name="T41" fmla="*/ 0 h 54"/>
                  <a:gd name="T42" fmla="*/ 3 w 7"/>
                  <a:gd name="T43" fmla="*/ 2 h 54"/>
                  <a:gd name="T44" fmla="*/ 3 w 7"/>
                  <a:gd name="T45" fmla="*/ 4 h 54"/>
                  <a:gd name="T46" fmla="*/ 3 w 7"/>
                  <a:gd name="T47" fmla="*/ 6 h 54"/>
                  <a:gd name="T48" fmla="*/ 3 w 7"/>
                  <a:gd name="T49" fmla="*/ 9 h 54"/>
                  <a:gd name="T50" fmla="*/ 3 w 7"/>
                  <a:gd name="T51" fmla="*/ 13 h 54"/>
                  <a:gd name="T52" fmla="*/ 4 w 7"/>
                  <a:gd name="T53" fmla="*/ 15 h 54"/>
                  <a:gd name="T54" fmla="*/ 4 w 7"/>
                  <a:gd name="T55" fmla="*/ 16 h 54"/>
                  <a:gd name="T56" fmla="*/ 4 w 7"/>
                  <a:gd name="T57" fmla="*/ 18 h 54"/>
                  <a:gd name="T58" fmla="*/ 4 w 7"/>
                  <a:gd name="T59" fmla="*/ 20 h 54"/>
                  <a:gd name="T60" fmla="*/ 4 w 7"/>
                  <a:gd name="T61" fmla="*/ 22 h 54"/>
                  <a:gd name="T62" fmla="*/ 4 w 7"/>
                  <a:gd name="T63" fmla="*/ 21 h 54"/>
                  <a:gd name="T64" fmla="*/ 5 w 7"/>
                  <a:gd name="T65" fmla="*/ 20 h 54"/>
                  <a:gd name="T66" fmla="*/ 5 w 7"/>
                  <a:gd name="T67" fmla="*/ 23 h 54"/>
                  <a:gd name="T68" fmla="*/ 5 w 7"/>
                  <a:gd name="T69" fmla="*/ 26 h 54"/>
                  <a:gd name="T70" fmla="*/ 5 w 7"/>
                  <a:gd name="T71" fmla="*/ 26 h 54"/>
                  <a:gd name="T72" fmla="*/ 5 w 7"/>
                  <a:gd name="T73" fmla="*/ 28 h 54"/>
                  <a:gd name="T74" fmla="*/ 5 w 7"/>
                  <a:gd name="T75" fmla="*/ 34 h 54"/>
                  <a:gd name="T76" fmla="*/ 5 w 7"/>
                  <a:gd name="T77" fmla="*/ 39 h 54"/>
                  <a:gd name="T78" fmla="*/ 5 w 7"/>
                  <a:gd name="T79" fmla="*/ 41 h 54"/>
                  <a:gd name="T80" fmla="*/ 5 w 7"/>
                  <a:gd name="T81" fmla="*/ 46 h 54"/>
                  <a:gd name="T82" fmla="*/ 6 w 7"/>
                  <a:gd name="T83" fmla="*/ 51 h 54"/>
                  <a:gd name="T84" fmla="*/ 6 w 7"/>
                  <a:gd name="T85" fmla="*/ 52 h 54"/>
                  <a:gd name="T86" fmla="*/ 6 w 7"/>
                  <a:gd name="T87" fmla="*/ 52 h 54"/>
                  <a:gd name="T88" fmla="*/ 6 w 7"/>
                  <a:gd name="T89" fmla="*/ 53 h 54"/>
                  <a:gd name="T90" fmla="*/ 6 w 7"/>
                  <a:gd name="T91" fmla="*/ 54 h 54"/>
                  <a:gd name="T92" fmla="*/ 6 w 7"/>
                  <a:gd name="T93" fmla="*/ 52 h 54"/>
                  <a:gd name="T94" fmla="*/ 6 w 7"/>
                  <a:gd name="T95" fmla="*/ 49 h 54"/>
                  <a:gd name="T96" fmla="*/ 6 w 7"/>
                  <a:gd name="T97" fmla="*/ 49 h 54"/>
                  <a:gd name="T98" fmla="*/ 6 w 7"/>
                  <a:gd name="T99" fmla="*/ 49 h 54"/>
                  <a:gd name="T100" fmla="*/ 7 w 7"/>
                  <a:gd name="T101" fmla="*/ 46 h 54"/>
                  <a:gd name="T102" fmla="*/ 7 w 7"/>
                  <a:gd name="T103" fmla="*/ 4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4">
                    <a:moveTo>
                      <a:pt x="0" y="11"/>
                    </a:moveTo>
                    <a:lnTo>
                      <a:pt x="1" y="9"/>
                    </a:lnTo>
                    <a:lnTo>
                      <a:pt x="1" y="7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1" y="9"/>
                    </a:lnTo>
                    <a:lnTo>
                      <a:pt x="1" y="11"/>
                    </a:lnTo>
                    <a:lnTo>
                      <a:pt x="1" y="13"/>
                    </a:lnTo>
                    <a:lnTo>
                      <a:pt x="1" y="14"/>
                    </a:lnTo>
                    <a:lnTo>
                      <a:pt x="1" y="15"/>
                    </a:lnTo>
                    <a:lnTo>
                      <a:pt x="2" y="17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2" y="12"/>
                    </a:lnTo>
                    <a:lnTo>
                      <a:pt x="2" y="9"/>
                    </a:lnTo>
                    <a:lnTo>
                      <a:pt x="2" y="4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4"/>
                    </a:lnTo>
                    <a:lnTo>
                      <a:pt x="3" y="6"/>
                    </a:lnTo>
                    <a:lnTo>
                      <a:pt x="3" y="9"/>
                    </a:lnTo>
                    <a:lnTo>
                      <a:pt x="3" y="13"/>
                    </a:lnTo>
                    <a:lnTo>
                      <a:pt x="4" y="15"/>
                    </a:lnTo>
                    <a:lnTo>
                      <a:pt x="4" y="16"/>
                    </a:lnTo>
                    <a:lnTo>
                      <a:pt x="4" y="18"/>
                    </a:lnTo>
                    <a:lnTo>
                      <a:pt x="4" y="20"/>
                    </a:lnTo>
                    <a:lnTo>
                      <a:pt x="4" y="22"/>
                    </a:lnTo>
                    <a:lnTo>
                      <a:pt x="4" y="21"/>
                    </a:lnTo>
                    <a:lnTo>
                      <a:pt x="5" y="20"/>
                    </a:lnTo>
                    <a:lnTo>
                      <a:pt x="5" y="23"/>
                    </a:lnTo>
                    <a:lnTo>
                      <a:pt x="5" y="26"/>
                    </a:lnTo>
                    <a:lnTo>
                      <a:pt x="5" y="26"/>
                    </a:lnTo>
                    <a:lnTo>
                      <a:pt x="5" y="28"/>
                    </a:lnTo>
                    <a:lnTo>
                      <a:pt x="5" y="34"/>
                    </a:lnTo>
                    <a:lnTo>
                      <a:pt x="5" y="39"/>
                    </a:lnTo>
                    <a:lnTo>
                      <a:pt x="5" y="41"/>
                    </a:lnTo>
                    <a:lnTo>
                      <a:pt x="5" y="46"/>
                    </a:lnTo>
                    <a:lnTo>
                      <a:pt x="6" y="51"/>
                    </a:lnTo>
                    <a:lnTo>
                      <a:pt x="6" y="52"/>
                    </a:lnTo>
                    <a:lnTo>
                      <a:pt x="6" y="52"/>
                    </a:lnTo>
                    <a:lnTo>
                      <a:pt x="6" y="53"/>
                    </a:lnTo>
                    <a:lnTo>
                      <a:pt x="6" y="54"/>
                    </a:lnTo>
                    <a:lnTo>
                      <a:pt x="6" y="52"/>
                    </a:lnTo>
                    <a:lnTo>
                      <a:pt x="6" y="49"/>
                    </a:lnTo>
                    <a:lnTo>
                      <a:pt x="6" y="49"/>
                    </a:lnTo>
                    <a:lnTo>
                      <a:pt x="6" y="49"/>
                    </a:lnTo>
                    <a:lnTo>
                      <a:pt x="7" y="46"/>
                    </a:lnTo>
                    <a:lnTo>
                      <a:pt x="7" y="4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78" name="Freeform 823"/>
              <p:cNvSpPr/>
              <p:nvPr/>
            </p:nvSpPr>
            <p:spPr bwMode="auto">
              <a:xfrm>
                <a:off x="1136" y="2981"/>
                <a:ext cx="6" cy="55"/>
              </a:xfrm>
              <a:custGeom>
                <a:avLst/>
                <a:gdLst>
                  <a:gd name="T0" fmla="*/ 0 w 6"/>
                  <a:gd name="T1" fmla="*/ 2 h 55"/>
                  <a:gd name="T2" fmla="*/ 0 w 6"/>
                  <a:gd name="T3" fmla="*/ 0 h 55"/>
                  <a:gd name="T4" fmla="*/ 0 w 6"/>
                  <a:gd name="T5" fmla="*/ 3 h 55"/>
                  <a:gd name="T6" fmla="*/ 0 w 6"/>
                  <a:gd name="T7" fmla="*/ 7 h 55"/>
                  <a:gd name="T8" fmla="*/ 0 w 6"/>
                  <a:gd name="T9" fmla="*/ 9 h 55"/>
                  <a:gd name="T10" fmla="*/ 0 w 6"/>
                  <a:gd name="T11" fmla="*/ 10 h 55"/>
                  <a:gd name="T12" fmla="*/ 1 w 6"/>
                  <a:gd name="T13" fmla="*/ 13 h 55"/>
                  <a:gd name="T14" fmla="*/ 1 w 6"/>
                  <a:gd name="T15" fmla="*/ 15 h 55"/>
                  <a:gd name="T16" fmla="*/ 1 w 6"/>
                  <a:gd name="T17" fmla="*/ 15 h 55"/>
                  <a:gd name="T18" fmla="*/ 1 w 6"/>
                  <a:gd name="T19" fmla="*/ 14 h 55"/>
                  <a:gd name="T20" fmla="*/ 1 w 6"/>
                  <a:gd name="T21" fmla="*/ 14 h 55"/>
                  <a:gd name="T22" fmla="*/ 1 w 6"/>
                  <a:gd name="T23" fmla="*/ 14 h 55"/>
                  <a:gd name="T24" fmla="*/ 1 w 6"/>
                  <a:gd name="T25" fmla="*/ 12 h 55"/>
                  <a:gd name="T26" fmla="*/ 1 w 6"/>
                  <a:gd name="T27" fmla="*/ 10 h 55"/>
                  <a:gd name="T28" fmla="*/ 1 w 6"/>
                  <a:gd name="T29" fmla="*/ 10 h 55"/>
                  <a:gd name="T30" fmla="*/ 2 w 6"/>
                  <a:gd name="T31" fmla="*/ 13 h 55"/>
                  <a:gd name="T32" fmla="*/ 2 w 6"/>
                  <a:gd name="T33" fmla="*/ 15 h 55"/>
                  <a:gd name="T34" fmla="*/ 2 w 6"/>
                  <a:gd name="T35" fmla="*/ 17 h 55"/>
                  <a:gd name="T36" fmla="*/ 2 w 6"/>
                  <a:gd name="T37" fmla="*/ 20 h 55"/>
                  <a:gd name="T38" fmla="*/ 2 w 6"/>
                  <a:gd name="T39" fmla="*/ 25 h 55"/>
                  <a:gd name="T40" fmla="*/ 2 w 6"/>
                  <a:gd name="T41" fmla="*/ 31 h 55"/>
                  <a:gd name="T42" fmla="*/ 2 w 6"/>
                  <a:gd name="T43" fmla="*/ 35 h 55"/>
                  <a:gd name="T44" fmla="*/ 3 w 6"/>
                  <a:gd name="T45" fmla="*/ 38 h 55"/>
                  <a:gd name="T46" fmla="*/ 3 w 6"/>
                  <a:gd name="T47" fmla="*/ 39 h 55"/>
                  <a:gd name="T48" fmla="*/ 3 w 6"/>
                  <a:gd name="T49" fmla="*/ 39 h 55"/>
                  <a:gd name="T50" fmla="*/ 3 w 6"/>
                  <a:gd name="T51" fmla="*/ 39 h 55"/>
                  <a:gd name="T52" fmla="*/ 3 w 6"/>
                  <a:gd name="T53" fmla="*/ 41 h 55"/>
                  <a:gd name="T54" fmla="*/ 3 w 6"/>
                  <a:gd name="T55" fmla="*/ 47 h 55"/>
                  <a:gd name="T56" fmla="*/ 3 w 6"/>
                  <a:gd name="T57" fmla="*/ 49 h 55"/>
                  <a:gd name="T58" fmla="*/ 3 w 6"/>
                  <a:gd name="T59" fmla="*/ 46 h 55"/>
                  <a:gd name="T60" fmla="*/ 3 w 6"/>
                  <a:gd name="T61" fmla="*/ 45 h 55"/>
                  <a:gd name="T62" fmla="*/ 4 w 6"/>
                  <a:gd name="T63" fmla="*/ 49 h 55"/>
                  <a:gd name="T64" fmla="*/ 4 w 6"/>
                  <a:gd name="T65" fmla="*/ 50 h 55"/>
                  <a:gd name="T66" fmla="*/ 4 w 6"/>
                  <a:gd name="T67" fmla="*/ 49 h 55"/>
                  <a:gd name="T68" fmla="*/ 4 w 6"/>
                  <a:gd name="T69" fmla="*/ 52 h 55"/>
                  <a:gd name="T70" fmla="*/ 4 w 6"/>
                  <a:gd name="T71" fmla="*/ 55 h 55"/>
                  <a:gd name="T72" fmla="*/ 4 w 6"/>
                  <a:gd name="T73" fmla="*/ 51 h 55"/>
                  <a:gd name="T74" fmla="*/ 4 w 6"/>
                  <a:gd name="T75" fmla="*/ 48 h 55"/>
                  <a:gd name="T76" fmla="*/ 4 w 6"/>
                  <a:gd name="T77" fmla="*/ 50 h 55"/>
                  <a:gd name="T78" fmla="*/ 4 w 6"/>
                  <a:gd name="T79" fmla="*/ 53 h 55"/>
                  <a:gd name="T80" fmla="*/ 5 w 6"/>
                  <a:gd name="T81" fmla="*/ 52 h 55"/>
                  <a:gd name="T82" fmla="*/ 5 w 6"/>
                  <a:gd name="T83" fmla="*/ 49 h 55"/>
                  <a:gd name="T84" fmla="*/ 5 w 6"/>
                  <a:gd name="T85" fmla="*/ 47 h 55"/>
                  <a:gd name="T86" fmla="*/ 5 w 6"/>
                  <a:gd name="T87" fmla="*/ 43 h 55"/>
                  <a:gd name="T88" fmla="*/ 5 w 6"/>
                  <a:gd name="T89" fmla="*/ 37 h 55"/>
                  <a:gd name="T90" fmla="*/ 5 w 6"/>
                  <a:gd name="T91" fmla="*/ 34 h 55"/>
                  <a:gd name="T92" fmla="*/ 6 w 6"/>
                  <a:gd name="T93" fmla="*/ 35 h 55"/>
                  <a:gd name="T94" fmla="*/ 6 w 6"/>
                  <a:gd name="T95" fmla="*/ 34 h 55"/>
                  <a:gd name="T96" fmla="*/ 6 w 6"/>
                  <a:gd name="T97" fmla="*/ 29 h 55"/>
                  <a:gd name="T98" fmla="*/ 6 w 6"/>
                  <a:gd name="T99" fmla="*/ 24 h 55"/>
                  <a:gd name="T100" fmla="*/ 6 w 6"/>
                  <a:gd name="T101" fmla="*/ 24 h 55"/>
                  <a:gd name="T102" fmla="*/ 6 w 6"/>
                  <a:gd name="T103" fmla="*/ 2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5">
                    <a:moveTo>
                      <a:pt x="0" y="2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1" y="13"/>
                    </a:lnTo>
                    <a:lnTo>
                      <a:pt x="1" y="15"/>
                    </a:lnTo>
                    <a:lnTo>
                      <a:pt x="1" y="15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1" y="12"/>
                    </a:lnTo>
                    <a:lnTo>
                      <a:pt x="1" y="10"/>
                    </a:lnTo>
                    <a:lnTo>
                      <a:pt x="1" y="10"/>
                    </a:lnTo>
                    <a:lnTo>
                      <a:pt x="2" y="13"/>
                    </a:lnTo>
                    <a:lnTo>
                      <a:pt x="2" y="15"/>
                    </a:lnTo>
                    <a:lnTo>
                      <a:pt x="2" y="17"/>
                    </a:lnTo>
                    <a:lnTo>
                      <a:pt x="2" y="20"/>
                    </a:lnTo>
                    <a:lnTo>
                      <a:pt x="2" y="25"/>
                    </a:lnTo>
                    <a:lnTo>
                      <a:pt x="2" y="31"/>
                    </a:lnTo>
                    <a:lnTo>
                      <a:pt x="2" y="35"/>
                    </a:lnTo>
                    <a:lnTo>
                      <a:pt x="3" y="38"/>
                    </a:lnTo>
                    <a:lnTo>
                      <a:pt x="3" y="39"/>
                    </a:lnTo>
                    <a:lnTo>
                      <a:pt x="3" y="39"/>
                    </a:lnTo>
                    <a:lnTo>
                      <a:pt x="3" y="39"/>
                    </a:lnTo>
                    <a:lnTo>
                      <a:pt x="3" y="41"/>
                    </a:lnTo>
                    <a:lnTo>
                      <a:pt x="3" y="47"/>
                    </a:lnTo>
                    <a:lnTo>
                      <a:pt x="3" y="49"/>
                    </a:lnTo>
                    <a:lnTo>
                      <a:pt x="3" y="46"/>
                    </a:lnTo>
                    <a:lnTo>
                      <a:pt x="3" y="45"/>
                    </a:lnTo>
                    <a:lnTo>
                      <a:pt x="4" y="49"/>
                    </a:lnTo>
                    <a:lnTo>
                      <a:pt x="4" y="50"/>
                    </a:lnTo>
                    <a:lnTo>
                      <a:pt x="4" y="49"/>
                    </a:lnTo>
                    <a:lnTo>
                      <a:pt x="4" y="52"/>
                    </a:lnTo>
                    <a:lnTo>
                      <a:pt x="4" y="55"/>
                    </a:lnTo>
                    <a:lnTo>
                      <a:pt x="4" y="51"/>
                    </a:lnTo>
                    <a:lnTo>
                      <a:pt x="4" y="48"/>
                    </a:lnTo>
                    <a:lnTo>
                      <a:pt x="4" y="50"/>
                    </a:lnTo>
                    <a:lnTo>
                      <a:pt x="4" y="53"/>
                    </a:lnTo>
                    <a:lnTo>
                      <a:pt x="5" y="52"/>
                    </a:lnTo>
                    <a:lnTo>
                      <a:pt x="5" y="49"/>
                    </a:lnTo>
                    <a:lnTo>
                      <a:pt x="5" y="47"/>
                    </a:lnTo>
                    <a:lnTo>
                      <a:pt x="5" y="43"/>
                    </a:lnTo>
                    <a:lnTo>
                      <a:pt x="5" y="37"/>
                    </a:lnTo>
                    <a:lnTo>
                      <a:pt x="5" y="34"/>
                    </a:lnTo>
                    <a:lnTo>
                      <a:pt x="6" y="35"/>
                    </a:lnTo>
                    <a:lnTo>
                      <a:pt x="6" y="34"/>
                    </a:lnTo>
                    <a:lnTo>
                      <a:pt x="6" y="29"/>
                    </a:lnTo>
                    <a:lnTo>
                      <a:pt x="6" y="24"/>
                    </a:lnTo>
                    <a:lnTo>
                      <a:pt x="6" y="24"/>
                    </a:lnTo>
                    <a:lnTo>
                      <a:pt x="6" y="2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79" name="Freeform 824"/>
              <p:cNvSpPr/>
              <p:nvPr/>
            </p:nvSpPr>
            <p:spPr bwMode="auto">
              <a:xfrm>
                <a:off x="1142" y="2935"/>
                <a:ext cx="7" cy="70"/>
              </a:xfrm>
              <a:custGeom>
                <a:avLst/>
                <a:gdLst>
                  <a:gd name="T0" fmla="*/ 0 w 7"/>
                  <a:gd name="T1" fmla="*/ 70 h 70"/>
                  <a:gd name="T2" fmla="*/ 0 w 7"/>
                  <a:gd name="T3" fmla="*/ 66 h 70"/>
                  <a:gd name="T4" fmla="*/ 0 w 7"/>
                  <a:gd name="T5" fmla="*/ 61 h 70"/>
                  <a:gd name="T6" fmla="*/ 0 w 7"/>
                  <a:gd name="T7" fmla="*/ 61 h 70"/>
                  <a:gd name="T8" fmla="*/ 0 w 7"/>
                  <a:gd name="T9" fmla="*/ 62 h 70"/>
                  <a:gd name="T10" fmla="*/ 1 w 7"/>
                  <a:gd name="T11" fmla="*/ 53 h 70"/>
                  <a:gd name="T12" fmla="*/ 1 w 7"/>
                  <a:gd name="T13" fmla="*/ 42 h 70"/>
                  <a:gd name="T14" fmla="*/ 1 w 7"/>
                  <a:gd name="T15" fmla="*/ 39 h 70"/>
                  <a:gd name="T16" fmla="*/ 1 w 7"/>
                  <a:gd name="T17" fmla="*/ 39 h 70"/>
                  <a:gd name="T18" fmla="*/ 1 w 7"/>
                  <a:gd name="T19" fmla="*/ 36 h 70"/>
                  <a:gd name="T20" fmla="*/ 1 w 7"/>
                  <a:gd name="T21" fmla="*/ 35 h 70"/>
                  <a:gd name="T22" fmla="*/ 2 w 7"/>
                  <a:gd name="T23" fmla="*/ 37 h 70"/>
                  <a:gd name="T24" fmla="*/ 2 w 7"/>
                  <a:gd name="T25" fmla="*/ 35 h 70"/>
                  <a:gd name="T26" fmla="*/ 2 w 7"/>
                  <a:gd name="T27" fmla="*/ 30 h 70"/>
                  <a:gd name="T28" fmla="*/ 2 w 7"/>
                  <a:gd name="T29" fmla="*/ 29 h 70"/>
                  <a:gd name="T30" fmla="*/ 2 w 7"/>
                  <a:gd name="T31" fmla="*/ 32 h 70"/>
                  <a:gd name="T32" fmla="*/ 2 w 7"/>
                  <a:gd name="T33" fmla="*/ 32 h 70"/>
                  <a:gd name="T34" fmla="*/ 2 w 7"/>
                  <a:gd name="T35" fmla="*/ 28 h 70"/>
                  <a:gd name="T36" fmla="*/ 2 w 7"/>
                  <a:gd name="T37" fmla="*/ 25 h 70"/>
                  <a:gd name="T38" fmla="*/ 2 w 7"/>
                  <a:gd name="T39" fmla="*/ 25 h 70"/>
                  <a:gd name="T40" fmla="*/ 3 w 7"/>
                  <a:gd name="T41" fmla="*/ 23 h 70"/>
                  <a:gd name="T42" fmla="*/ 3 w 7"/>
                  <a:gd name="T43" fmla="*/ 19 h 70"/>
                  <a:gd name="T44" fmla="*/ 3 w 7"/>
                  <a:gd name="T45" fmla="*/ 19 h 70"/>
                  <a:gd name="T46" fmla="*/ 3 w 7"/>
                  <a:gd name="T47" fmla="*/ 22 h 70"/>
                  <a:gd name="T48" fmla="*/ 3 w 7"/>
                  <a:gd name="T49" fmla="*/ 20 h 70"/>
                  <a:gd name="T50" fmla="*/ 3 w 7"/>
                  <a:gd name="T51" fmla="*/ 19 h 70"/>
                  <a:gd name="T52" fmla="*/ 3 w 7"/>
                  <a:gd name="T53" fmla="*/ 23 h 70"/>
                  <a:gd name="T54" fmla="*/ 3 w 7"/>
                  <a:gd name="T55" fmla="*/ 24 h 70"/>
                  <a:gd name="T56" fmla="*/ 3 w 7"/>
                  <a:gd name="T57" fmla="*/ 22 h 70"/>
                  <a:gd name="T58" fmla="*/ 4 w 7"/>
                  <a:gd name="T59" fmla="*/ 23 h 70"/>
                  <a:gd name="T60" fmla="*/ 4 w 7"/>
                  <a:gd name="T61" fmla="*/ 27 h 70"/>
                  <a:gd name="T62" fmla="*/ 4 w 7"/>
                  <a:gd name="T63" fmla="*/ 27 h 70"/>
                  <a:gd name="T64" fmla="*/ 4 w 7"/>
                  <a:gd name="T65" fmla="*/ 24 h 70"/>
                  <a:gd name="T66" fmla="*/ 4 w 7"/>
                  <a:gd name="T67" fmla="*/ 23 h 70"/>
                  <a:gd name="T68" fmla="*/ 4 w 7"/>
                  <a:gd name="T69" fmla="*/ 21 h 70"/>
                  <a:gd name="T70" fmla="*/ 5 w 7"/>
                  <a:gd name="T71" fmla="*/ 17 h 70"/>
                  <a:gd name="T72" fmla="*/ 5 w 7"/>
                  <a:gd name="T73" fmla="*/ 13 h 70"/>
                  <a:gd name="T74" fmla="*/ 5 w 7"/>
                  <a:gd name="T75" fmla="*/ 14 h 70"/>
                  <a:gd name="T76" fmla="*/ 5 w 7"/>
                  <a:gd name="T77" fmla="*/ 12 h 70"/>
                  <a:gd name="T78" fmla="*/ 5 w 7"/>
                  <a:gd name="T79" fmla="*/ 8 h 70"/>
                  <a:gd name="T80" fmla="*/ 5 w 7"/>
                  <a:gd name="T81" fmla="*/ 7 h 70"/>
                  <a:gd name="T82" fmla="*/ 5 w 7"/>
                  <a:gd name="T83" fmla="*/ 10 h 70"/>
                  <a:gd name="T84" fmla="*/ 5 w 7"/>
                  <a:gd name="T85" fmla="*/ 13 h 70"/>
                  <a:gd name="T86" fmla="*/ 5 w 7"/>
                  <a:gd name="T87" fmla="*/ 13 h 70"/>
                  <a:gd name="T88" fmla="*/ 5 w 7"/>
                  <a:gd name="T89" fmla="*/ 16 h 70"/>
                  <a:gd name="T90" fmla="*/ 6 w 7"/>
                  <a:gd name="T91" fmla="*/ 19 h 70"/>
                  <a:gd name="T92" fmla="*/ 6 w 7"/>
                  <a:gd name="T93" fmla="*/ 16 h 70"/>
                  <a:gd name="T94" fmla="*/ 6 w 7"/>
                  <a:gd name="T95" fmla="*/ 12 h 70"/>
                  <a:gd name="T96" fmla="*/ 6 w 7"/>
                  <a:gd name="T97" fmla="*/ 11 h 70"/>
                  <a:gd name="T98" fmla="*/ 6 w 7"/>
                  <a:gd name="T99" fmla="*/ 11 h 70"/>
                  <a:gd name="T100" fmla="*/ 6 w 7"/>
                  <a:gd name="T101" fmla="*/ 6 h 70"/>
                  <a:gd name="T102" fmla="*/ 7 w 7"/>
                  <a:gd name="T103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70">
                    <a:moveTo>
                      <a:pt x="0" y="70"/>
                    </a:moveTo>
                    <a:lnTo>
                      <a:pt x="0" y="66"/>
                    </a:lnTo>
                    <a:lnTo>
                      <a:pt x="0" y="61"/>
                    </a:lnTo>
                    <a:lnTo>
                      <a:pt x="0" y="61"/>
                    </a:lnTo>
                    <a:lnTo>
                      <a:pt x="0" y="62"/>
                    </a:lnTo>
                    <a:lnTo>
                      <a:pt x="1" y="53"/>
                    </a:lnTo>
                    <a:lnTo>
                      <a:pt x="1" y="42"/>
                    </a:lnTo>
                    <a:lnTo>
                      <a:pt x="1" y="39"/>
                    </a:lnTo>
                    <a:lnTo>
                      <a:pt x="1" y="39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2" y="37"/>
                    </a:lnTo>
                    <a:lnTo>
                      <a:pt x="2" y="35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2" y="32"/>
                    </a:lnTo>
                    <a:lnTo>
                      <a:pt x="2" y="32"/>
                    </a:lnTo>
                    <a:lnTo>
                      <a:pt x="2" y="28"/>
                    </a:lnTo>
                    <a:lnTo>
                      <a:pt x="2" y="25"/>
                    </a:lnTo>
                    <a:lnTo>
                      <a:pt x="2" y="25"/>
                    </a:lnTo>
                    <a:lnTo>
                      <a:pt x="3" y="23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22"/>
                    </a:lnTo>
                    <a:lnTo>
                      <a:pt x="3" y="20"/>
                    </a:lnTo>
                    <a:lnTo>
                      <a:pt x="3" y="19"/>
                    </a:lnTo>
                    <a:lnTo>
                      <a:pt x="3" y="23"/>
                    </a:lnTo>
                    <a:lnTo>
                      <a:pt x="3" y="24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4" y="27"/>
                    </a:lnTo>
                    <a:lnTo>
                      <a:pt x="4" y="27"/>
                    </a:lnTo>
                    <a:lnTo>
                      <a:pt x="4" y="24"/>
                    </a:lnTo>
                    <a:lnTo>
                      <a:pt x="4" y="23"/>
                    </a:lnTo>
                    <a:lnTo>
                      <a:pt x="4" y="21"/>
                    </a:lnTo>
                    <a:lnTo>
                      <a:pt x="5" y="17"/>
                    </a:lnTo>
                    <a:lnTo>
                      <a:pt x="5" y="13"/>
                    </a:lnTo>
                    <a:lnTo>
                      <a:pt x="5" y="14"/>
                    </a:lnTo>
                    <a:lnTo>
                      <a:pt x="5" y="12"/>
                    </a:lnTo>
                    <a:lnTo>
                      <a:pt x="5" y="8"/>
                    </a:lnTo>
                    <a:lnTo>
                      <a:pt x="5" y="7"/>
                    </a:lnTo>
                    <a:lnTo>
                      <a:pt x="5" y="10"/>
                    </a:lnTo>
                    <a:lnTo>
                      <a:pt x="5" y="13"/>
                    </a:lnTo>
                    <a:lnTo>
                      <a:pt x="5" y="13"/>
                    </a:lnTo>
                    <a:lnTo>
                      <a:pt x="5" y="16"/>
                    </a:lnTo>
                    <a:lnTo>
                      <a:pt x="6" y="19"/>
                    </a:lnTo>
                    <a:lnTo>
                      <a:pt x="6" y="16"/>
                    </a:lnTo>
                    <a:lnTo>
                      <a:pt x="6" y="12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6" y="6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80" name="Freeform 825"/>
              <p:cNvSpPr/>
              <p:nvPr/>
            </p:nvSpPr>
            <p:spPr bwMode="auto">
              <a:xfrm>
                <a:off x="1148" y="2925"/>
                <a:ext cx="7" cy="43"/>
              </a:xfrm>
              <a:custGeom>
                <a:avLst/>
                <a:gdLst>
                  <a:gd name="T0" fmla="*/ 0 w 7"/>
                  <a:gd name="T1" fmla="*/ 16 h 43"/>
                  <a:gd name="T2" fmla="*/ 1 w 7"/>
                  <a:gd name="T3" fmla="*/ 10 h 43"/>
                  <a:gd name="T4" fmla="*/ 1 w 7"/>
                  <a:gd name="T5" fmla="*/ 8 h 43"/>
                  <a:gd name="T6" fmla="*/ 1 w 7"/>
                  <a:gd name="T7" fmla="*/ 6 h 43"/>
                  <a:gd name="T8" fmla="*/ 1 w 7"/>
                  <a:gd name="T9" fmla="*/ 1 h 43"/>
                  <a:gd name="T10" fmla="*/ 1 w 7"/>
                  <a:gd name="T11" fmla="*/ 0 h 43"/>
                  <a:gd name="T12" fmla="*/ 1 w 7"/>
                  <a:gd name="T13" fmla="*/ 3 h 43"/>
                  <a:gd name="T14" fmla="*/ 1 w 7"/>
                  <a:gd name="T15" fmla="*/ 6 h 43"/>
                  <a:gd name="T16" fmla="*/ 1 w 7"/>
                  <a:gd name="T17" fmla="*/ 5 h 43"/>
                  <a:gd name="T18" fmla="*/ 1 w 7"/>
                  <a:gd name="T19" fmla="*/ 4 h 43"/>
                  <a:gd name="T20" fmla="*/ 2 w 7"/>
                  <a:gd name="T21" fmla="*/ 6 h 43"/>
                  <a:gd name="T22" fmla="*/ 2 w 7"/>
                  <a:gd name="T23" fmla="*/ 7 h 43"/>
                  <a:gd name="T24" fmla="*/ 2 w 7"/>
                  <a:gd name="T25" fmla="*/ 6 h 43"/>
                  <a:gd name="T26" fmla="*/ 2 w 7"/>
                  <a:gd name="T27" fmla="*/ 7 h 43"/>
                  <a:gd name="T28" fmla="*/ 2 w 7"/>
                  <a:gd name="T29" fmla="*/ 9 h 43"/>
                  <a:gd name="T30" fmla="*/ 2 w 7"/>
                  <a:gd name="T31" fmla="*/ 8 h 43"/>
                  <a:gd name="T32" fmla="*/ 2 w 7"/>
                  <a:gd name="T33" fmla="*/ 4 h 43"/>
                  <a:gd name="T34" fmla="*/ 2 w 7"/>
                  <a:gd name="T35" fmla="*/ 5 h 43"/>
                  <a:gd name="T36" fmla="*/ 2 w 7"/>
                  <a:gd name="T37" fmla="*/ 10 h 43"/>
                  <a:gd name="T38" fmla="*/ 3 w 7"/>
                  <a:gd name="T39" fmla="*/ 13 h 43"/>
                  <a:gd name="T40" fmla="*/ 3 w 7"/>
                  <a:gd name="T41" fmla="*/ 14 h 43"/>
                  <a:gd name="T42" fmla="*/ 3 w 7"/>
                  <a:gd name="T43" fmla="*/ 19 h 43"/>
                  <a:gd name="T44" fmla="*/ 3 w 7"/>
                  <a:gd name="T45" fmla="*/ 24 h 43"/>
                  <a:gd name="T46" fmla="*/ 3 w 7"/>
                  <a:gd name="T47" fmla="*/ 26 h 43"/>
                  <a:gd name="T48" fmla="*/ 3 w 7"/>
                  <a:gd name="T49" fmla="*/ 29 h 43"/>
                  <a:gd name="T50" fmla="*/ 4 w 7"/>
                  <a:gd name="T51" fmla="*/ 35 h 43"/>
                  <a:gd name="T52" fmla="*/ 4 w 7"/>
                  <a:gd name="T53" fmla="*/ 39 h 43"/>
                  <a:gd name="T54" fmla="*/ 4 w 7"/>
                  <a:gd name="T55" fmla="*/ 38 h 43"/>
                  <a:gd name="T56" fmla="*/ 4 w 7"/>
                  <a:gd name="T57" fmla="*/ 36 h 43"/>
                  <a:gd name="T58" fmla="*/ 4 w 7"/>
                  <a:gd name="T59" fmla="*/ 36 h 43"/>
                  <a:gd name="T60" fmla="*/ 4 w 7"/>
                  <a:gd name="T61" fmla="*/ 36 h 43"/>
                  <a:gd name="T62" fmla="*/ 4 w 7"/>
                  <a:gd name="T63" fmla="*/ 34 h 43"/>
                  <a:gd name="T64" fmla="*/ 4 w 7"/>
                  <a:gd name="T65" fmla="*/ 34 h 43"/>
                  <a:gd name="T66" fmla="*/ 4 w 7"/>
                  <a:gd name="T67" fmla="*/ 36 h 43"/>
                  <a:gd name="T68" fmla="*/ 5 w 7"/>
                  <a:gd name="T69" fmla="*/ 35 h 43"/>
                  <a:gd name="T70" fmla="*/ 5 w 7"/>
                  <a:gd name="T71" fmla="*/ 33 h 43"/>
                  <a:gd name="T72" fmla="*/ 5 w 7"/>
                  <a:gd name="T73" fmla="*/ 31 h 43"/>
                  <a:gd name="T74" fmla="*/ 5 w 7"/>
                  <a:gd name="T75" fmla="*/ 33 h 43"/>
                  <a:gd name="T76" fmla="*/ 5 w 7"/>
                  <a:gd name="T77" fmla="*/ 35 h 43"/>
                  <a:gd name="T78" fmla="*/ 5 w 7"/>
                  <a:gd name="T79" fmla="*/ 35 h 43"/>
                  <a:gd name="T80" fmla="*/ 6 w 7"/>
                  <a:gd name="T81" fmla="*/ 38 h 43"/>
                  <a:gd name="T82" fmla="*/ 6 w 7"/>
                  <a:gd name="T83" fmla="*/ 42 h 43"/>
                  <a:gd name="T84" fmla="*/ 6 w 7"/>
                  <a:gd name="T85" fmla="*/ 42 h 43"/>
                  <a:gd name="T86" fmla="*/ 6 w 7"/>
                  <a:gd name="T87" fmla="*/ 38 h 43"/>
                  <a:gd name="T88" fmla="*/ 6 w 7"/>
                  <a:gd name="T89" fmla="*/ 40 h 43"/>
                  <a:gd name="T90" fmla="*/ 6 w 7"/>
                  <a:gd name="T91" fmla="*/ 43 h 43"/>
                  <a:gd name="T92" fmla="*/ 6 w 7"/>
                  <a:gd name="T93" fmla="*/ 41 h 43"/>
                  <a:gd name="T94" fmla="*/ 6 w 7"/>
                  <a:gd name="T95" fmla="*/ 38 h 43"/>
                  <a:gd name="T96" fmla="*/ 6 w 7"/>
                  <a:gd name="T97" fmla="*/ 41 h 43"/>
                  <a:gd name="T98" fmla="*/ 7 w 7"/>
                  <a:gd name="T99" fmla="*/ 42 h 43"/>
                  <a:gd name="T100" fmla="*/ 7 w 7"/>
                  <a:gd name="T101" fmla="*/ 39 h 43"/>
                  <a:gd name="T102" fmla="*/ 7 w 7"/>
                  <a:gd name="T103" fmla="*/ 4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3">
                    <a:moveTo>
                      <a:pt x="0" y="16"/>
                    </a:moveTo>
                    <a:lnTo>
                      <a:pt x="1" y="10"/>
                    </a:lnTo>
                    <a:lnTo>
                      <a:pt x="1" y="8"/>
                    </a:lnTo>
                    <a:lnTo>
                      <a:pt x="1" y="6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1" y="3"/>
                    </a:lnTo>
                    <a:lnTo>
                      <a:pt x="1" y="6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2" y="8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2" y="10"/>
                    </a:lnTo>
                    <a:lnTo>
                      <a:pt x="3" y="13"/>
                    </a:lnTo>
                    <a:lnTo>
                      <a:pt x="3" y="14"/>
                    </a:lnTo>
                    <a:lnTo>
                      <a:pt x="3" y="19"/>
                    </a:lnTo>
                    <a:lnTo>
                      <a:pt x="3" y="24"/>
                    </a:lnTo>
                    <a:lnTo>
                      <a:pt x="3" y="26"/>
                    </a:lnTo>
                    <a:lnTo>
                      <a:pt x="3" y="29"/>
                    </a:lnTo>
                    <a:lnTo>
                      <a:pt x="4" y="35"/>
                    </a:lnTo>
                    <a:lnTo>
                      <a:pt x="4" y="39"/>
                    </a:lnTo>
                    <a:lnTo>
                      <a:pt x="4" y="38"/>
                    </a:lnTo>
                    <a:lnTo>
                      <a:pt x="4" y="36"/>
                    </a:lnTo>
                    <a:lnTo>
                      <a:pt x="4" y="36"/>
                    </a:lnTo>
                    <a:lnTo>
                      <a:pt x="4" y="36"/>
                    </a:lnTo>
                    <a:lnTo>
                      <a:pt x="4" y="34"/>
                    </a:lnTo>
                    <a:lnTo>
                      <a:pt x="4" y="34"/>
                    </a:lnTo>
                    <a:lnTo>
                      <a:pt x="4" y="36"/>
                    </a:lnTo>
                    <a:lnTo>
                      <a:pt x="5" y="35"/>
                    </a:lnTo>
                    <a:lnTo>
                      <a:pt x="5" y="33"/>
                    </a:lnTo>
                    <a:lnTo>
                      <a:pt x="5" y="31"/>
                    </a:lnTo>
                    <a:lnTo>
                      <a:pt x="5" y="33"/>
                    </a:lnTo>
                    <a:lnTo>
                      <a:pt x="5" y="35"/>
                    </a:lnTo>
                    <a:lnTo>
                      <a:pt x="5" y="35"/>
                    </a:lnTo>
                    <a:lnTo>
                      <a:pt x="6" y="38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38"/>
                    </a:lnTo>
                    <a:lnTo>
                      <a:pt x="6" y="40"/>
                    </a:lnTo>
                    <a:lnTo>
                      <a:pt x="6" y="43"/>
                    </a:lnTo>
                    <a:lnTo>
                      <a:pt x="6" y="41"/>
                    </a:lnTo>
                    <a:lnTo>
                      <a:pt x="6" y="38"/>
                    </a:lnTo>
                    <a:lnTo>
                      <a:pt x="6" y="41"/>
                    </a:lnTo>
                    <a:lnTo>
                      <a:pt x="7" y="42"/>
                    </a:lnTo>
                    <a:lnTo>
                      <a:pt x="7" y="39"/>
                    </a:lnTo>
                    <a:lnTo>
                      <a:pt x="7" y="4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81" name="Freeform 826"/>
              <p:cNvSpPr/>
              <p:nvPr/>
            </p:nvSpPr>
            <p:spPr bwMode="auto">
              <a:xfrm>
                <a:off x="1155" y="2948"/>
                <a:ext cx="6" cy="52"/>
              </a:xfrm>
              <a:custGeom>
                <a:avLst/>
                <a:gdLst>
                  <a:gd name="T0" fmla="*/ 0 w 6"/>
                  <a:gd name="T1" fmla="*/ 16 h 52"/>
                  <a:gd name="T2" fmla="*/ 0 w 6"/>
                  <a:gd name="T3" fmla="*/ 17 h 52"/>
                  <a:gd name="T4" fmla="*/ 0 w 6"/>
                  <a:gd name="T5" fmla="*/ 22 h 52"/>
                  <a:gd name="T6" fmla="*/ 0 w 6"/>
                  <a:gd name="T7" fmla="*/ 22 h 52"/>
                  <a:gd name="T8" fmla="*/ 0 w 6"/>
                  <a:gd name="T9" fmla="*/ 19 h 52"/>
                  <a:gd name="T10" fmla="*/ 0 w 6"/>
                  <a:gd name="T11" fmla="*/ 18 h 52"/>
                  <a:gd name="T12" fmla="*/ 0 w 6"/>
                  <a:gd name="T13" fmla="*/ 18 h 52"/>
                  <a:gd name="T14" fmla="*/ 0 w 6"/>
                  <a:gd name="T15" fmla="*/ 15 h 52"/>
                  <a:gd name="T16" fmla="*/ 0 w 6"/>
                  <a:gd name="T17" fmla="*/ 10 h 52"/>
                  <a:gd name="T18" fmla="*/ 1 w 6"/>
                  <a:gd name="T19" fmla="*/ 9 h 52"/>
                  <a:gd name="T20" fmla="*/ 1 w 6"/>
                  <a:gd name="T21" fmla="*/ 8 h 52"/>
                  <a:gd name="T22" fmla="*/ 1 w 6"/>
                  <a:gd name="T23" fmla="*/ 4 h 52"/>
                  <a:gd name="T24" fmla="*/ 1 w 6"/>
                  <a:gd name="T25" fmla="*/ 0 h 52"/>
                  <a:gd name="T26" fmla="*/ 1 w 6"/>
                  <a:gd name="T27" fmla="*/ 0 h 52"/>
                  <a:gd name="T28" fmla="*/ 1 w 6"/>
                  <a:gd name="T29" fmla="*/ 3 h 52"/>
                  <a:gd name="T30" fmla="*/ 2 w 6"/>
                  <a:gd name="T31" fmla="*/ 2 h 52"/>
                  <a:gd name="T32" fmla="*/ 2 w 6"/>
                  <a:gd name="T33" fmla="*/ 3 h 52"/>
                  <a:gd name="T34" fmla="*/ 2 w 6"/>
                  <a:gd name="T35" fmla="*/ 6 h 52"/>
                  <a:gd name="T36" fmla="*/ 2 w 6"/>
                  <a:gd name="T37" fmla="*/ 7 h 52"/>
                  <a:gd name="T38" fmla="*/ 2 w 6"/>
                  <a:gd name="T39" fmla="*/ 6 h 52"/>
                  <a:gd name="T40" fmla="*/ 2 w 6"/>
                  <a:gd name="T41" fmla="*/ 6 h 52"/>
                  <a:gd name="T42" fmla="*/ 2 w 6"/>
                  <a:gd name="T43" fmla="*/ 10 h 52"/>
                  <a:gd name="T44" fmla="*/ 2 w 6"/>
                  <a:gd name="T45" fmla="*/ 11 h 52"/>
                  <a:gd name="T46" fmla="*/ 2 w 6"/>
                  <a:gd name="T47" fmla="*/ 10 h 52"/>
                  <a:gd name="T48" fmla="*/ 3 w 6"/>
                  <a:gd name="T49" fmla="*/ 11 h 52"/>
                  <a:gd name="T50" fmla="*/ 3 w 6"/>
                  <a:gd name="T51" fmla="*/ 12 h 52"/>
                  <a:gd name="T52" fmla="*/ 3 w 6"/>
                  <a:gd name="T53" fmla="*/ 8 h 52"/>
                  <a:gd name="T54" fmla="*/ 3 w 6"/>
                  <a:gd name="T55" fmla="*/ 5 h 52"/>
                  <a:gd name="T56" fmla="*/ 3 w 6"/>
                  <a:gd name="T57" fmla="*/ 7 h 52"/>
                  <a:gd name="T58" fmla="*/ 3 w 6"/>
                  <a:gd name="T59" fmla="*/ 10 h 52"/>
                  <a:gd name="T60" fmla="*/ 4 w 6"/>
                  <a:gd name="T61" fmla="*/ 10 h 52"/>
                  <a:gd name="T62" fmla="*/ 4 w 6"/>
                  <a:gd name="T63" fmla="*/ 12 h 52"/>
                  <a:gd name="T64" fmla="*/ 4 w 6"/>
                  <a:gd name="T65" fmla="*/ 15 h 52"/>
                  <a:gd name="T66" fmla="*/ 4 w 6"/>
                  <a:gd name="T67" fmla="*/ 18 h 52"/>
                  <a:gd name="T68" fmla="*/ 4 w 6"/>
                  <a:gd name="T69" fmla="*/ 19 h 52"/>
                  <a:gd name="T70" fmla="*/ 4 w 6"/>
                  <a:gd name="T71" fmla="*/ 22 h 52"/>
                  <a:gd name="T72" fmla="*/ 4 w 6"/>
                  <a:gd name="T73" fmla="*/ 25 h 52"/>
                  <a:gd name="T74" fmla="*/ 4 w 6"/>
                  <a:gd name="T75" fmla="*/ 26 h 52"/>
                  <a:gd name="T76" fmla="*/ 4 w 6"/>
                  <a:gd name="T77" fmla="*/ 26 h 52"/>
                  <a:gd name="T78" fmla="*/ 5 w 6"/>
                  <a:gd name="T79" fmla="*/ 28 h 52"/>
                  <a:gd name="T80" fmla="*/ 5 w 6"/>
                  <a:gd name="T81" fmla="*/ 30 h 52"/>
                  <a:gd name="T82" fmla="*/ 5 w 6"/>
                  <a:gd name="T83" fmla="*/ 30 h 52"/>
                  <a:gd name="T84" fmla="*/ 5 w 6"/>
                  <a:gd name="T85" fmla="*/ 30 h 52"/>
                  <a:gd name="T86" fmla="*/ 5 w 6"/>
                  <a:gd name="T87" fmla="*/ 32 h 52"/>
                  <a:gd name="T88" fmla="*/ 5 w 6"/>
                  <a:gd name="T89" fmla="*/ 35 h 52"/>
                  <a:gd name="T90" fmla="*/ 5 w 6"/>
                  <a:gd name="T91" fmla="*/ 36 h 52"/>
                  <a:gd name="T92" fmla="*/ 5 w 6"/>
                  <a:gd name="T93" fmla="*/ 37 h 52"/>
                  <a:gd name="T94" fmla="*/ 5 w 6"/>
                  <a:gd name="T95" fmla="*/ 40 h 52"/>
                  <a:gd name="T96" fmla="*/ 6 w 6"/>
                  <a:gd name="T97" fmla="*/ 45 h 52"/>
                  <a:gd name="T98" fmla="*/ 6 w 6"/>
                  <a:gd name="T99" fmla="*/ 50 h 52"/>
                  <a:gd name="T100" fmla="*/ 6 w 6"/>
                  <a:gd name="T101" fmla="*/ 52 h 52"/>
                  <a:gd name="T102" fmla="*/ 6 w 6"/>
                  <a:gd name="T103" fmla="*/ 5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2">
                    <a:moveTo>
                      <a:pt x="0" y="16"/>
                    </a:moveTo>
                    <a:lnTo>
                      <a:pt x="0" y="17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1" y="9"/>
                    </a:lnTo>
                    <a:lnTo>
                      <a:pt x="1" y="8"/>
                    </a:lnTo>
                    <a:lnTo>
                      <a:pt x="1" y="4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3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10"/>
                    </a:lnTo>
                    <a:lnTo>
                      <a:pt x="2" y="11"/>
                    </a:lnTo>
                    <a:lnTo>
                      <a:pt x="2" y="10"/>
                    </a:lnTo>
                    <a:lnTo>
                      <a:pt x="3" y="11"/>
                    </a:lnTo>
                    <a:lnTo>
                      <a:pt x="3" y="12"/>
                    </a:lnTo>
                    <a:lnTo>
                      <a:pt x="3" y="8"/>
                    </a:lnTo>
                    <a:lnTo>
                      <a:pt x="3" y="5"/>
                    </a:lnTo>
                    <a:lnTo>
                      <a:pt x="3" y="7"/>
                    </a:lnTo>
                    <a:lnTo>
                      <a:pt x="3" y="10"/>
                    </a:lnTo>
                    <a:lnTo>
                      <a:pt x="4" y="10"/>
                    </a:lnTo>
                    <a:lnTo>
                      <a:pt x="4" y="12"/>
                    </a:lnTo>
                    <a:lnTo>
                      <a:pt x="4" y="15"/>
                    </a:lnTo>
                    <a:lnTo>
                      <a:pt x="4" y="18"/>
                    </a:lnTo>
                    <a:lnTo>
                      <a:pt x="4" y="19"/>
                    </a:lnTo>
                    <a:lnTo>
                      <a:pt x="4" y="22"/>
                    </a:lnTo>
                    <a:lnTo>
                      <a:pt x="4" y="25"/>
                    </a:lnTo>
                    <a:lnTo>
                      <a:pt x="4" y="26"/>
                    </a:lnTo>
                    <a:lnTo>
                      <a:pt x="4" y="26"/>
                    </a:lnTo>
                    <a:lnTo>
                      <a:pt x="5" y="28"/>
                    </a:lnTo>
                    <a:lnTo>
                      <a:pt x="5" y="30"/>
                    </a:lnTo>
                    <a:lnTo>
                      <a:pt x="5" y="30"/>
                    </a:lnTo>
                    <a:lnTo>
                      <a:pt x="5" y="30"/>
                    </a:lnTo>
                    <a:lnTo>
                      <a:pt x="5" y="32"/>
                    </a:lnTo>
                    <a:lnTo>
                      <a:pt x="5" y="35"/>
                    </a:lnTo>
                    <a:lnTo>
                      <a:pt x="5" y="36"/>
                    </a:lnTo>
                    <a:lnTo>
                      <a:pt x="5" y="37"/>
                    </a:lnTo>
                    <a:lnTo>
                      <a:pt x="5" y="40"/>
                    </a:lnTo>
                    <a:lnTo>
                      <a:pt x="6" y="45"/>
                    </a:lnTo>
                    <a:lnTo>
                      <a:pt x="6" y="50"/>
                    </a:lnTo>
                    <a:lnTo>
                      <a:pt x="6" y="52"/>
                    </a:lnTo>
                    <a:lnTo>
                      <a:pt x="6" y="5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82" name="Freeform 827"/>
              <p:cNvSpPr/>
              <p:nvPr/>
            </p:nvSpPr>
            <p:spPr bwMode="auto">
              <a:xfrm>
                <a:off x="1161" y="2980"/>
                <a:ext cx="6" cy="36"/>
              </a:xfrm>
              <a:custGeom>
                <a:avLst/>
                <a:gdLst>
                  <a:gd name="T0" fmla="*/ 0 w 6"/>
                  <a:gd name="T1" fmla="*/ 20 h 36"/>
                  <a:gd name="T2" fmla="*/ 0 w 6"/>
                  <a:gd name="T3" fmla="*/ 18 h 36"/>
                  <a:gd name="T4" fmla="*/ 0 w 6"/>
                  <a:gd name="T5" fmla="*/ 17 h 36"/>
                  <a:gd name="T6" fmla="*/ 0 w 6"/>
                  <a:gd name="T7" fmla="*/ 18 h 36"/>
                  <a:gd name="T8" fmla="*/ 1 w 6"/>
                  <a:gd name="T9" fmla="*/ 17 h 36"/>
                  <a:gd name="T10" fmla="*/ 1 w 6"/>
                  <a:gd name="T11" fmla="*/ 15 h 36"/>
                  <a:gd name="T12" fmla="*/ 1 w 6"/>
                  <a:gd name="T13" fmla="*/ 13 h 36"/>
                  <a:gd name="T14" fmla="*/ 1 w 6"/>
                  <a:gd name="T15" fmla="*/ 12 h 36"/>
                  <a:gd name="T16" fmla="*/ 1 w 6"/>
                  <a:gd name="T17" fmla="*/ 8 h 36"/>
                  <a:gd name="T18" fmla="*/ 1 w 6"/>
                  <a:gd name="T19" fmla="*/ 5 h 36"/>
                  <a:gd name="T20" fmla="*/ 1 w 6"/>
                  <a:gd name="T21" fmla="*/ 3 h 36"/>
                  <a:gd name="T22" fmla="*/ 1 w 6"/>
                  <a:gd name="T23" fmla="*/ 4 h 36"/>
                  <a:gd name="T24" fmla="*/ 1 w 6"/>
                  <a:gd name="T25" fmla="*/ 6 h 36"/>
                  <a:gd name="T26" fmla="*/ 2 w 6"/>
                  <a:gd name="T27" fmla="*/ 6 h 36"/>
                  <a:gd name="T28" fmla="*/ 2 w 6"/>
                  <a:gd name="T29" fmla="*/ 6 h 36"/>
                  <a:gd name="T30" fmla="*/ 2 w 6"/>
                  <a:gd name="T31" fmla="*/ 6 h 36"/>
                  <a:gd name="T32" fmla="*/ 2 w 6"/>
                  <a:gd name="T33" fmla="*/ 5 h 36"/>
                  <a:gd name="T34" fmla="*/ 2 w 6"/>
                  <a:gd name="T35" fmla="*/ 5 h 36"/>
                  <a:gd name="T36" fmla="*/ 2 w 6"/>
                  <a:gd name="T37" fmla="*/ 6 h 36"/>
                  <a:gd name="T38" fmla="*/ 2 w 6"/>
                  <a:gd name="T39" fmla="*/ 5 h 36"/>
                  <a:gd name="T40" fmla="*/ 3 w 6"/>
                  <a:gd name="T41" fmla="*/ 2 h 36"/>
                  <a:gd name="T42" fmla="*/ 3 w 6"/>
                  <a:gd name="T43" fmla="*/ 0 h 36"/>
                  <a:gd name="T44" fmla="*/ 3 w 6"/>
                  <a:gd name="T45" fmla="*/ 1 h 36"/>
                  <a:gd name="T46" fmla="*/ 3 w 6"/>
                  <a:gd name="T47" fmla="*/ 1 h 36"/>
                  <a:gd name="T48" fmla="*/ 3 w 6"/>
                  <a:gd name="T49" fmla="*/ 0 h 36"/>
                  <a:gd name="T50" fmla="*/ 3 w 6"/>
                  <a:gd name="T51" fmla="*/ 3 h 36"/>
                  <a:gd name="T52" fmla="*/ 3 w 6"/>
                  <a:gd name="T53" fmla="*/ 9 h 36"/>
                  <a:gd name="T54" fmla="*/ 3 w 6"/>
                  <a:gd name="T55" fmla="*/ 12 h 36"/>
                  <a:gd name="T56" fmla="*/ 3 w 6"/>
                  <a:gd name="T57" fmla="*/ 11 h 36"/>
                  <a:gd name="T58" fmla="*/ 4 w 6"/>
                  <a:gd name="T59" fmla="*/ 12 h 36"/>
                  <a:gd name="T60" fmla="*/ 4 w 6"/>
                  <a:gd name="T61" fmla="*/ 15 h 36"/>
                  <a:gd name="T62" fmla="*/ 4 w 6"/>
                  <a:gd name="T63" fmla="*/ 17 h 36"/>
                  <a:gd name="T64" fmla="*/ 4 w 6"/>
                  <a:gd name="T65" fmla="*/ 19 h 36"/>
                  <a:gd name="T66" fmla="*/ 4 w 6"/>
                  <a:gd name="T67" fmla="*/ 21 h 36"/>
                  <a:gd name="T68" fmla="*/ 4 w 6"/>
                  <a:gd name="T69" fmla="*/ 20 h 36"/>
                  <a:gd name="T70" fmla="*/ 4 w 6"/>
                  <a:gd name="T71" fmla="*/ 17 h 36"/>
                  <a:gd name="T72" fmla="*/ 4 w 6"/>
                  <a:gd name="T73" fmla="*/ 18 h 36"/>
                  <a:gd name="T74" fmla="*/ 4 w 6"/>
                  <a:gd name="T75" fmla="*/ 21 h 36"/>
                  <a:gd name="T76" fmla="*/ 5 w 6"/>
                  <a:gd name="T77" fmla="*/ 22 h 36"/>
                  <a:gd name="T78" fmla="*/ 5 w 6"/>
                  <a:gd name="T79" fmla="*/ 24 h 36"/>
                  <a:gd name="T80" fmla="*/ 5 w 6"/>
                  <a:gd name="T81" fmla="*/ 27 h 36"/>
                  <a:gd name="T82" fmla="*/ 5 w 6"/>
                  <a:gd name="T83" fmla="*/ 27 h 36"/>
                  <a:gd name="T84" fmla="*/ 5 w 6"/>
                  <a:gd name="T85" fmla="*/ 23 h 36"/>
                  <a:gd name="T86" fmla="*/ 5 w 6"/>
                  <a:gd name="T87" fmla="*/ 23 h 36"/>
                  <a:gd name="T88" fmla="*/ 6 w 6"/>
                  <a:gd name="T89" fmla="*/ 28 h 36"/>
                  <a:gd name="T90" fmla="*/ 6 w 6"/>
                  <a:gd name="T91" fmla="*/ 35 h 36"/>
                  <a:gd name="T92" fmla="*/ 6 w 6"/>
                  <a:gd name="T93" fmla="*/ 36 h 36"/>
                  <a:gd name="T94" fmla="*/ 6 w 6"/>
                  <a:gd name="T95" fmla="*/ 31 h 36"/>
                  <a:gd name="T96" fmla="*/ 6 w 6"/>
                  <a:gd name="T97" fmla="*/ 28 h 36"/>
                  <a:gd name="T98" fmla="*/ 6 w 6"/>
                  <a:gd name="T99" fmla="*/ 28 h 36"/>
                  <a:gd name="T100" fmla="*/ 6 w 6"/>
                  <a:gd name="T101" fmla="*/ 27 h 36"/>
                  <a:gd name="T102" fmla="*/ 6 w 6"/>
                  <a:gd name="T103" fmla="*/ 2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6">
                    <a:moveTo>
                      <a:pt x="0" y="20"/>
                    </a:moveTo>
                    <a:lnTo>
                      <a:pt x="0" y="18"/>
                    </a:lnTo>
                    <a:lnTo>
                      <a:pt x="0" y="17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5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1" y="8"/>
                    </a:lnTo>
                    <a:lnTo>
                      <a:pt x="1" y="5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1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3" y="3"/>
                    </a:lnTo>
                    <a:lnTo>
                      <a:pt x="3" y="9"/>
                    </a:lnTo>
                    <a:lnTo>
                      <a:pt x="3" y="12"/>
                    </a:lnTo>
                    <a:lnTo>
                      <a:pt x="3" y="11"/>
                    </a:lnTo>
                    <a:lnTo>
                      <a:pt x="4" y="12"/>
                    </a:lnTo>
                    <a:lnTo>
                      <a:pt x="4" y="15"/>
                    </a:lnTo>
                    <a:lnTo>
                      <a:pt x="4" y="17"/>
                    </a:lnTo>
                    <a:lnTo>
                      <a:pt x="4" y="19"/>
                    </a:lnTo>
                    <a:lnTo>
                      <a:pt x="4" y="21"/>
                    </a:lnTo>
                    <a:lnTo>
                      <a:pt x="4" y="20"/>
                    </a:lnTo>
                    <a:lnTo>
                      <a:pt x="4" y="17"/>
                    </a:lnTo>
                    <a:lnTo>
                      <a:pt x="4" y="18"/>
                    </a:lnTo>
                    <a:lnTo>
                      <a:pt x="4" y="21"/>
                    </a:lnTo>
                    <a:lnTo>
                      <a:pt x="5" y="22"/>
                    </a:lnTo>
                    <a:lnTo>
                      <a:pt x="5" y="24"/>
                    </a:lnTo>
                    <a:lnTo>
                      <a:pt x="5" y="27"/>
                    </a:lnTo>
                    <a:lnTo>
                      <a:pt x="5" y="27"/>
                    </a:lnTo>
                    <a:lnTo>
                      <a:pt x="5" y="23"/>
                    </a:lnTo>
                    <a:lnTo>
                      <a:pt x="5" y="23"/>
                    </a:lnTo>
                    <a:lnTo>
                      <a:pt x="6" y="28"/>
                    </a:lnTo>
                    <a:lnTo>
                      <a:pt x="6" y="35"/>
                    </a:lnTo>
                    <a:lnTo>
                      <a:pt x="6" y="36"/>
                    </a:lnTo>
                    <a:lnTo>
                      <a:pt x="6" y="31"/>
                    </a:lnTo>
                    <a:lnTo>
                      <a:pt x="6" y="28"/>
                    </a:lnTo>
                    <a:lnTo>
                      <a:pt x="6" y="28"/>
                    </a:lnTo>
                    <a:lnTo>
                      <a:pt x="6" y="27"/>
                    </a:lnTo>
                    <a:lnTo>
                      <a:pt x="6" y="2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83" name="Freeform 828"/>
              <p:cNvSpPr/>
              <p:nvPr/>
            </p:nvSpPr>
            <p:spPr bwMode="auto">
              <a:xfrm>
                <a:off x="1167" y="2937"/>
                <a:ext cx="7" cy="76"/>
              </a:xfrm>
              <a:custGeom>
                <a:avLst/>
                <a:gdLst>
                  <a:gd name="T0" fmla="*/ 0 w 7"/>
                  <a:gd name="T1" fmla="*/ 70 h 76"/>
                  <a:gd name="T2" fmla="*/ 0 w 7"/>
                  <a:gd name="T3" fmla="*/ 69 h 76"/>
                  <a:gd name="T4" fmla="*/ 0 w 7"/>
                  <a:gd name="T5" fmla="*/ 71 h 76"/>
                  <a:gd name="T6" fmla="*/ 1 w 7"/>
                  <a:gd name="T7" fmla="*/ 71 h 76"/>
                  <a:gd name="T8" fmla="*/ 1 w 7"/>
                  <a:gd name="T9" fmla="*/ 69 h 76"/>
                  <a:gd name="T10" fmla="*/ 1 w 7"/>
                  <a:gd name="T11" fmla="*/ 68 h 76"/>
                  <a:gd name="T12" fmla="*/ 1 w 7"/>
                  <a:gd name="T13" fmla="*/ 72 h 76"/>
                  <a:gd name="T14" fmla="*/ 1 w 7"/>
                  <a:gd name="T15" fmla="*/ 74 h 76"/>
                  <a:gd name="T16" fmla="*/ 1 w 7"/>
                  <a:gd name="T17" fmla="*/ 75 h 76"/>
                  <a:gd name="T18" fmla="*/ 2 w 7"/>
                  <a:gd name="T19" fmla="*/ 76 h 76"/>
                  <a:gd name="T20" fmla="*/ 2 w 7"/>
                  <a:gd name="T21" fmla="*/ 75 h 76"/>
                  <a:gd name="T22" fmla="*/ 2 w 7"/>
                  <a:gd name="T23" fmla="*/ 68 h 76"/>
                  <a:gd name="T24" fmla="*/ 2 w 7"/>
                  <a:gd name="T25" fmla="*/ 64 h 76"/>
                  <a:gd name="T26" fmla="*/ 2 w 7"/>
                  <a:gd name="T27" fmla="*/ 63 h 76"/>
                  <a:gd name="T28" fmla="*/ 2 w 7"/>
                  <a:gd name="T29" fmla="*/ 59 h 76"/>
                  <a:gd name="T30" fmla="*/ 2 w 7"/>
                  <a:gd name="T31" fmla="*/ 53 h 76"/>
                  <a:gd name="T32" fmla="*/ 2 w 7"/>
                  <a:gd name="T33" fmla="*/ 49 h 76"/>
                  <a:gd name="T34" fmla="*/ 2 w 7"/>
                  <a:gd name="T35" fmla="*/ 46 h 76"/>
                  <a:gd name="T36" fmla="*/ 3 w 7"/>
                  <a:gd name="T37" fmla="*/ 42 h 76"/>
                  <a:gd name="T38" fmla="*/ 3 w 7"/>
                  <a:gd name="T39" fmla="*/ 41 h 76"/>
                  <a:gd name="T40" fmla="*/ 3 w 7"/>
                  <a:gd name="T41" fmla="*/ 39 h 76"/>
                  <a:gd name="T42" fmla="*/ 3 w 7"/>
                  <a:gd name="T43" fmla="*/ 36 h 76"/>
                  <a:gd name="T44" fmla="*/ 3 w 7"/>
                  <a:gd name="T45" fmla="*/ 34 h 76"/>
                  <a:gd name="T46" fmla="*/ 3 w 7"/>
                  <a:gd name="T47" fmla="*/ 31 h 76"/>
                  <a:gd name="T48" fmla="*/ 3 w 7"/>
                  <a:gd name="T49" fmla="*/ 27 h 76"/>
                  <a:gd name="T50" fmla="*/ 3 w 7"/>
                  <a:gd name="T51" fmla="*/ 22 h 76"/>
                  <a:gd name="T52" fmla="*/ 3 w 7"/>
                  <a:gd name="T53" fmla="*/ 19 h 76"/>
                  <a:gd name="T54" fmla="*/ 4 w 7"/>
                  <a:gd name="T55" fmla="*/ 17 h 76"/>
                  <a:gd name="T56" fmla="*/ 4 w 7"/>
                  <a:gd name="T57" fmla="*/ 14 h 76"/>
                  <a:gd name="T58" fmla="*/ 4 w 7"/>
                  <a:gd name="T59" fmla="*/ 10 h 76"/>
                  <a:gd name="T60" fmla="*/ 4 w 7"/>
                  <a:gd name="T61" fmla="*/ 4 h 76"/>
                  <a:gd name="T62" fmla="*/ 4 w 7"/>
                  <a:gd name="T63" fmla="*/ 0 h 76"/>
                  <a:gd name="T64" fmla="*/ 4 w 7"/>
                  <a:gd name="T65" fmla="*/ 2 h 76"/>
                  <a:gd name="T66" fmla="*/ 5 w 7"/>
                  <a:gd name="T67" fmla="*/ 3 h 76"/>
                  <a:gd name="T68" fmla="*/ 5 w 7"/>
                  <a:gd name="T69" fmla="*/ 2 h 76"/>
                  <a:gd name="T70" fmla="*/ 5 w 7"/>
                  <a:gd name="T71" fmla="*/ 3 h 76"/>
                  <a:gd name="T72" fmla="*/ 5 w 7"/>
                  <a:gd name="T73" fmla="*/ 7 h 76"/>
                  <a:gd name="T74" fmla="*/ 5 w 7"/>
                  <a:gd name="T75" fmla="*/ 9 h 76"/>
                  <a:gd name="T76" fmla="*/ 5 w 7"/>
                  <a:gd name="T77" fmla="*/ 10 h 76"/>
                  <a:gd name="T78" fmla="*/ 5 w 7"/>
                  <a:gd name="T79" fmla="*/ 14 h 76"/>
                  <a:gd name="T80" fmla="*/ 5 w 7"/>
                  <a:gd name="T81" fmla="*/ 17 h 76"/>
                  <a:gd name="T82" fmla="*/ 5 w 7"/>
                  <a:gd name="T83" fmla="*/ 19 h 76"/>
                  <a:gd name="T84" fmla="*/ 5 w 7"/>
                  <a:gd name="T85" fmla="*/ 19 h 76"/>
                  <a:gd name="T86" fmla="*/ 6 w 7"/>
                  <a:gd name="T87" fmla="*/ 20 h 76"/>
                  <a:gd name="T88" fmla="*/ 6 w 7"/>
                  <a:gd name="T89" fmla="*/ 19 h 76"/>
                  <a:gd name="T90" fmla="*/ 6 w 7"/>
                  <a:gd name="T91" fmla="*/ 18 h 76"/>
                  <a:gd name="T92" fmla="*/ 6 w 7"/>
                  <a:gd name="T93" fmla="*/ 17 h 76"/>
                  <a:gd name="T94" fmla="*/ 6 w 7"/>
                  <a:gd name="T95" fmla="*/ 17 h 76"/>
                  <a:gd name="T96" fmla="*/ 6 w 7"/>
                  <a:gd name="T97" fmla="*/ 18 h 76"/>
                  <a:gd name="T98" fmla="*/ 7 w 7"/>
                  <a:gd name="T99" fmla="*/ 21 h 76"/>
                  <a:gd name="T100" fmla="*/ 7 w 7"/>
                  <a:gd name="T101" fmla="*/ 23 h 76"/>
                  <a:gd name="T102" fmla="*/ 7 w 7"/>
                  <a:gd name="T103" fmla="*/ 2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76">
                    <a:moveTo>
                      <a:pt x="0" y="70"/>
                    </a:moveTo>
                    <a:lnTo>
                      <a:pt x="0" y="69"/>
                    </a:lnTo>
                    <a:lnTo>
                      <a:pt x="0" y="71"/>
                    </a:lnTo>
                    <a:lnTo>
                      <a:pt x="1" y="71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72"/>
                    </a:lnTo>
                    <a:lnTo>
                      <a:pt x="1" y="74"/>
                    </a:lnTo>
                    <a:lnTo>
                      <a:pt x="1" y="75"/>
                    </a:lnTo>
                    <a:lnTo>
                      <a:pt x="2" y="76"/>
                    </a:lnTo>
                    <a:lnTo>
                      <a:pt x="2" y="75"/>
                    </a:lnTo>
                    <a:lnTo>
                      <a:pt x="2" y="68"/>
                    </a:lnTo>
                    <a:lnTo>
                      <a:pt x="2" y="64"/>
                    </a:lnTo>
                    <a:lnTo>
                      <a:pt x="2" y="63"/>
                    </a:lnTo>
                    <a:lnTo>
                      <a:pt x="2" y="59"/>
                    </a:lnTo>
                    <a:lnTo>
                      <a:pt x="2" y="53"/>
                    </a:lnTo>
                    <a:lnTo>
                      <a:pt x="2" y="49"/>
                    </a:lnTo>
                    <a:lnTo>
                      <a:pt x="2" y="46"/>
                    </a:lnTo>
                    <a:lnTo>
                      <a:pt x="3" y="42"/>
                    </a:lnTo>
                    <a:lnTo>
                      <a:pt x="3" y="41"/>
                    </a:lnTo>
                    <a:lnTo>
                      <a:pt x="3" y="39"/>
                    </a:lnTo>
                    <a:lnTo>
                      <a:pt x="3" y="36"/>
                    </a:lnTo>
                    <a:lnTo>
                      <a:pt x="3" y="34"/>
                    </a:lnTo>
                    <a:lnTo>
                      <a:pt x="3" y="31"/>
                    </a:lnTo>
                    <a:lnTo>
                      <a:pt x="3" y="27"/>
                    </a:lnTo>
                    <a:lnTo>
                      <a:pt x="3" y="22"/>
                    </a:lnTo>
                    <a:lnTo>
                      <a:pt x="3" y="19"/>
                    </a:lnTo>
                    <a:lnTo>
                      <a:pt x="4" y="17"/>
                    </a:lnTo>
                    <a:lnTo>
                      <a:pt x="4" y="14"/>
                    </a:lnTo>
                    <a:lnTo>
                      <a:pt x="4" y="10"/>
                    </a:lnTo>
                    <a:lnTo>
                      <a:pt x="4" y="4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5" y="7"/>
                    </a:lnTo>
                    <a:lnTo>
                      <a:pt x="5" y="9"/>
                    </a:lnTo>
                    <a:lnTo>
                      <a:pt x="5" y="10"/>
                    </a:lnTo>
                    <a:lnTo>
                      <a:pt x="5" y="14"/>
                    </a:lnTo>
                    <a:lnTo>
                      <a:pt x="5" y="17"/>
                    </a:lnTo>
                    <a:lnTo>
                      <a:pt x="5" y="19"/>
                    </a:lnTo>
                    <a:lnTo>
                      <a:pt x="5" y="19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6" y="17"/>
                    </a:lnTo>
                    <a:lnTo>
                      <a:pt x="6" y="17"/>
                    </a:lnTo>
                    <a:lnTo>
                      <a:pt x="6" y="18"/>
                    </a:lnTo>
                    <a:lnTo>
                      <a:pt x="7" y="21"/>
                    </a:lnTo>
                    <a:lnTo>
                      <a:pt x="7" y="23"/>
                    </a:lnTo>
                    <a:lnTo>
                      <a:pt x="7" y="2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84" name="Freeform 829"/>
              <p:cNvSpPr/>
              <p:nvPr/>
            </p:nvSpPr>
            <p:spPr bwMode="auto">
              <a:xfrm>
                <a:off x="1174" y="2894"/>
                <a:ext cx="6" cy="80"/>
              </a:xfrm>
              <a:custGeom>
                <a:avLst/>
                <a:gdLst>
                  <a:gd name="T0" fmla="*/ 0 w 6"/>
                  <a:gd name="T1" fmla="*/ 66 h 80"/>
                  <a:gd name="T2" fmla="*/ 0 w 6"/>
                  <a:gd name="T3" fmla="*/ 69 h 80"/>
                  <a:gd name="T4" fmla="*/ 0 w 6"/>
                  <a:gd name="T5" fmla="*/ 72 h 80"/>
                  <a:gd name="T6" fmla="*/ 0 w 6"/>
                  <a:gd name="T7" fmla="*/ 74 h 80"/>
                  <a:gd name="T8" fmla="*/ 0 w 6"/>
                  <a:gd name="T9" fmla="*/ 76 h 80"/>
                  <a:gd name="T10" fmla="*/ 0 w 6"/>
                  <a:gd name="T11" fmla="*/ 79 h 80"/>
                  <a:gd name="T12" fmla="*/ 0 w 6"/>
                  <a:gd name="T13" fmla="*/ 80 h 80"/>
                  <a:gd name="T14" fmla="*/ 0 w 6"/>
                  <a:gd name="T15" fmla="*/ 76 h 80"/>
                  <a:gd name="T16" fmla="*/ 1 w 6"/>
                  <a:gd name="T17" fmla="*/ 74 h 80"/>
                  <a:gd name="T18" fmla="*/ 1 w 6"/>
                  <a:gd name="T19" fmla="*/ 74 h 80"/>
                  <a:gd name="T20" fmla="*/ 1 w 6"/>
                  <a:gd name="T21" fmla="*/ 72 h 80"/>
                  <a:gd name="T22" fmla="*/ 1 w 6"/>
                  <a:gd name="T23" fmla="*/ 67 h 80"/>
                  <a:gd name="T24" fmla="*/ 1 w 6"/>
                  <a:gd name="T25" fmla="*/ 64 h 80"/>
                  <a:gd name="T26" fmla="*/ 1 w 6"/>
                  <a:gd name="T27" fmla="*/ 60 h 80"/>
                  <a:gd name="T28" fmla="*/ 1 w 6"/>
                  <a:gd name="T29" fmla="*/ 55 h 80"/>
                  <a:gd name="T30" fmla="*/ 1 w 6"/>
                  <a:gd name="T31" fmla="*/ 50 h 80"/>
                  <a:gd name="T32" fmla="*/ 1 w 6"/>
                  <a:gd name="T33" fmla="*/ 48 h 80"/>
                  <a:gd name="T34" fmla="*/ 2 w 6"/>
                  <a:gd name="T35" fmla="*/ 45 h 80"/>
                  <a:gd name="T36" fmla="*/ 2 w 6"/>
                  <a:gd name="T37" fmla="*/ 42 h 80"/>
                  <a:gd name="T38" fmla="*/ 2 w 6"/>
                  <a:gd name="T39" fmla="*/ 37 h 80"/>
                  <a:gd name="T40" fmla="*/ 2 w 6"/>
                  <a:gd name="T41" fmla="*/ 33 h 80"/>
                  <a:gd name="T42" fmla="*/ 2 w 6"/>
                  <a:gd name="T43" fmla="*/ 25 h 80"/>
                  <a:gd name="T44" fmla="*/ 2 w 6"/>
                  <a:gd name="T45" fmla="*/ 19 h 80"/>
                  <a:gd name="T46" fmla="*/ 3 w 6"/>
                  <a:gd name="T47" fmla="*/ 16 h 80"/>
                  <a:gd name="T48" fmla="*/ 3 w 6"/>
                  <a:gd name="T49" fmla="*/ 15 h 80"/>
                  <a:gd name="T50" fmla="*/ 3 w 6"/>
                  <a:gd name="T51" fmla="*/ 10 h 80"/>
                  <a:gd name="T52" fmla="*/ 3 w 6"/>
                  <a:gd name="T53" fmla="*/ 4 h 80"/>
                  <a:gd name="T54" fmla="*/ 3 w 6"/>
                  <a:gd name="T55" fmla="*/ 1 h 80"/>
                  <a:gd name="T56" fmla="*/ 3 w 6"/>
                  <a:gd name="T57" fmla="*/ 0 h 80"/>
                  <a:gd name="T58" fmla="*/ 3 w 6"/>
                  <a:gd name="T59" fmla="*/ 0 h 80"/>
                  <a:gd name="T60" fmla="*/ 3 w 6"/>
                  <a:gd name="T61" fmla="*/ 1 h 80"/>
                  <a:gd name="T62" fmla="*/ 3 w 6"/>
                  <a:gd name="T63" fmla="*/ 4 h 80"/>
                  <a:gd name="T64" fmla="*/ 4 w 6"/>
                  <a:gd name="T65" fmla="*/ 7 h 80"/>
                  <a:gd name="T66" fmla="*/ 4 w 6"/>
                  <a:gd name="T67" fmla="*/ 8 h 80"/>
                  <a:gd name="T68" fmla="*/ 4 w 6"/>
                  <a:gd name="T69" fmla="*/ 8 h 80"/>
                  <a:gd name="T70" fmla="*/ 4 w 6"/>
                  <a:gd name="T71" fmla="*/ 12 h 80"/>
                  <a:gd name="T72" fmla="*/ 4 w 6"/>
                  <a:gd name="T73" fmla="*/ 16 h 80"/>
                  <a:gd name="T74" fmla="*/ 4 w 6"/>
                  <a:gd name="T75" fmla="*/ 18 h 80"/>
                  <a:gd name="T76" fmla="*/ 5 w 6"/>
                  <a:gd name="T77" fmla="*/ 20 h 80"/>
                  <a:gd name="T78" fmla="*/ 5 w 6"/>
                  <a:gd name="T79" fmla="*/ 22 h 80"/>
                  <a:gd name="T80" fmla="*/ 5 w 6"/>
                  <a:gd name="T81" fmla="*/ 23 h 80"/>
                  <a:gd name="T82" fmla="*/ 5 w 6"/>
                  <a:gd name="T83" fmla="*/ 23 h 80"/>
                  <a:gd name="T84" fmla="*/ 5 w 6"/>
                  <a:gd name="T85" fmla="*/ 25 h 80"/>
                  <a:gd name="T86" fmla="*/ 5 w 6"/>
                  <a:gd name="T87" fmla="*/ 28 h 80"/>
                  <a:gd name="T88" fmla="*/ 5 w 6"/>
                  <a:gd name="T89" fmla="*/ 29 h 80"/>
                  <a:gd name="T90" fmla="*/ 5 w 6"/>
                  <a:gd name="T91" fmla="*/ 29 h 80"/>
                  <a:gd name="T92" fmla="*/ 5 w 6"/>
                  <a:gd name="T93" fmla="*/ 31 h 80"/>
                  <a:gd name="T94" fmla="*/ 6 w 6"/>
                  <a:gd name="T95" fmla="*/ 33 h 80"/>
                  <a:gd name="T96" fmla="*/ 6 w 6"/>
                  <a:gd name="T97" fmla="*/ 34 h 80"/>
                  <a:gd name="T98" fmla="*/ 6 w 6"/>
                  <a:gd name="T99" fmla="*/ 36 h 80"/>
                  <a:gd name="T100" fmla="*/ 6 w 6"/>
                  <a:gd name="T101" fmla="*/ 39 h 80"/>
                  <a:gd name="T102" fmla="*/ 6 w 6"/>
                  <a:gd name="T103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0">
                    <a:moveTo>
                      <a:pt x="0" y="66"/>
                    </a:moveTo>
                    <a:lnTo>
                      <a:pt x="0" y="69"/>
                    </a:lnTo>
                    <a:lnTo>
                      <a:pt x="0" y="72"/>
                    </a:lnTo>
                    <a:lnTo>
                      <a:pt x="0" y="74"/>
                    </a:lnTo>
                    <a:lnTo>
                      <a:pt x="0" y="76"/>
                    </a:lnTo>
                    <a:lnTo>
                      <a:pt x="0" y="79"/>
                    </a:lnTo>
                    <a:lnTo>
                      <a:pt x="0" y="80"/>
                    </a:lnTo>
                    <a:lnTo>
                      <a:pt x="0" y="76"/>
                    </a:lnTo>
                    <a:lnTo>
                      <a:pt x="1" y="74"/>
                    </a:lnTo>
                    <a:lnTo>
                      <a:pt x="1" y="74"/>
                    </a:lnTo>
                    <a:lnTo>
                      <a:pt x="1" y="72"/>
                    </a:lnTo>
                    <a:lnTo>
                      <a:pt x="1" y="67"/>
                    </a:lnTo>
                    <a:lnTo>
                      <a:pt x="1" y="64"/>
                    </a:lnTo>
                    <a:lnTo>
                      <a:pt x="1" y="60"/>
                    </a:lnTo>
                    <a:lnTo>
                      <a:pt x="1" y="55"/>
                    </a:lnTo>
                    <a:lnTo>
                      <a:pt x="1" y="50"/>
                    </a:lnTo>
                    <a:lnTo>
                      <a:pt x="1" y="48"/>
                    </a:lnTo>
                    <a:lnTo>
                      <a:pt x="2" y="45"/>
                    </a:lnTo>
                    <a:lnTo>
                      <a:pt x="2" y="42"/>
                    </a:lnTo>
                    <a:lnTo>
                      <a:pt x="2" y="37"/>
                    </a:lnTo>
                    <a:lnTo>
                      <a:pt x="2" y="33"/>
                    </a:lnTo>
                    <a:lnTo>
                      <a:pt x="2" y="25"/>
                    </a:lnTo>
                    <a:lnTo>
                      <a:pt x="2" y="19"/>
                    </a:lnTo>
                    <a:lnTo>
                      <a:pt x="3" y="16"/>
                    </a:lnTo>
                    <a:lnTo>
                      <a:pt x="3" y="15"/>
                    </a:lnTo>
                    <a:lnTo>
                      <a:pt x="3" y="10"/>
                    </a:lnTo>
                    <a:lnTo>
                      <a:pt x="3" y="4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3" y="4"/>
                    </a:lnTo>
                    <a:lnTo>
                      <a:pt x="4" y="7"/>
                    </a:lnTo>
                    <a:lnTo>
                      <a:pt x="4" y="8"/>
                    </a:lnTo>
                    <a:lnTo>
                      <a:pt x="4" y="8"/>
                    </a:lnTo>
                    <a:lnTo>
                      <a:pt x="4" y="12"/>
                    </a:lnTo>
                    <a:lnTo>
                      <a:pt x="4" y="16"/>
                    </a:lnTo>
                    <a:lnTo>
                      <a:pt x="4" y="18"/>
                    </a:lnTo>
                    <a:lnTo>
                      <a:pt x="5" y="20"/>
                    </a:lnTo>
                    <a:lnTo>
                      <a:pt x="5" y="22"/>
                    </a:lnTo>
                    <a:lnTo>
                      <a:pt x="5" y="23"/>
                    </a:lnTo>
                    <a:lnTo>
                      <a:pt x="5" y="23"/>
                    </a:lnTo>
                    <a:lnTo>
                      <a:pt x="5" y="25"/>
                    </a:lnTo>
                    <a:lnTo>
                      <a:pt x="5" y="28"/>
                    </a:lnTo>
                    <a:lnTo>
                      <a:pt x="5" y="29"/>
                    </a:lnTo>
                    <a:lnTo>
                      <a:pt x="5" y="29"/>
                    </a:lnTo>
                    <a:lnTo>
                      <a:pt x="5" y="31"/>
                    </a:lnTo>
                    <a:lnTo>
                      <a:pt x="6" y="33"/>
                    </a:lnTo>
                    <a:lnTo>
                      <a:pt x="6" y="34"/>
                    </a:lnTo>
                    <a:lnTo>
                      <a:pt x="6" y="36"/>
                    </a:lnTo>
                    <a:lnTo>
                      <a:pt x="6" y="39"/>
                    </a:lnTo>
                    <a:lnTo>
                      <a:pt x="6" y="4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85" name="Freeform 830"/>
              <p:cNvSpPr/>
              <p:nvPr/>
            </p:nvSpPr>
            <p:spPr bwMode="auto">
              <a:xfrm>
                <a:off x="1180" y="2933"/>
                <a:ext cx="6" cy="55"/>
              </a:xfrm>
              <a:custGeom>
                <a:avLst/>
                <a:gdLst>
                  <a:gd name="T0" fmla="*/ 0 w 6"/>
                  <a:gd name="T1" fmla="*/ 0 h 55"/>
                  <a:gd name="T2" fmla="*/ 0 w 6"/>
                  <a:gd name="T3" fmla="*/ 1 h 55"/>
                  <a:gd name="T4" fmla="*/ 0 w 6"/>
                  <a:gd name="T5" fmla="*/ 1 h 55"/>
                  <a:gd name="T6" fmla="*/ 0 w 6"/>
                  <a:gd name="T7" fmla="*/ 1 h 55"/>
                  <a:gd name="T8" fmla="*/ 0 w 6"/>
                  <a:gd name="T9" fmla="*/ 2 h 55"/>
                  <a:gd name="T10" fmla="*/ 0 w 6"/>
                  <a:gd name="T11" fmla="*/ 3 h 55"/>
                  <a:gd name="T12" fmla="*/ 0 w 6"/>
                  <a:gd name="T13" fmla="*/ 6 h 55"/>
                  <a:gd name="T14" fmla="*/ 1 w 6"/>
                  <a:gd name="T15" fmla="*/ 9 h 55"/>
                  <a:gd name="T16" fmla="*/ 1 w 6"/>
                  <a:gd name="T17" fmla="*/ 12 h 55"/>
                  <a:gd name="T18" fmla="*/ 1 w 6"/>
                  <a:gd name="T19" fmla="*/ 14 h 55"/>
                  <a:gd name="T20" fmla="*/ 1 w 6"/>
                  <a:gd name="T21" fmla="*/ 16 h 55"/>
                  <a:gd name="T22" fmla="*/ 1 w 6"/>
                  <a:gd name="T23" fmla="*/ 17 h 55"/>
                  <a:gd name="T24" fmla="*/ 1 w 6"/>
                  <a:gd name="T25" fmla="*/ 17 h 55"/>
                  <a:gd name="T26" fmla="*/ 2 w 6"/>
                  <a:gd name="T27" fmla="*/ 17 h 55"/>
                  <a:gd name="T28" fmla="*/ 2 w 6"/>
                  <a:gd name="T29" fmla="*/ 17 h 55"/>
                  <a:gd name="T30" fmla="*/ 2 w 6"/>
                  <a:gd name="T31" fmla="*/ 16 h 55"/>
                  <a:gd name="T32" fmla="*/ 2 w 6"/>
                  <a:gd name="T33" fmla="*/ 14 h 55"/>
                  <a:gd name="T34" fmla="*/ 2 w 6"/>
                  <a:gd name="T35" fmla="*/ 11 h 55"/>
                  <a:gd name="T36" fmla="*/ 2 w 6"/>
                  <a:gd name="T37" fmla="*/ 9 h 55"/>
                  <a:gd name="T38" fmla="*/ 2 w 6"/>
                  <a:gd name="T39" fmla="*/ 8 h 55"/>
                  <a:gd name="T40" fmla="*/ 2 w 6"/>
                  <a:gd name="T41" fmla="*/ 6 h 55"/>
                  <a:gd name="T42" fmla="*/ 2 w 6"/>
                  <a:gd name="T43" fmla="*/ 6 h 55"/>
                  <a:gd name="T44" fmla="*/ 3 w 6"/>
                  <a:gd name="T45" fmla="*/ 6 h 55"/>
                  <a:gd name="T46" fmla="*/ 3 w 6"/>
                  <a:gd name="T47" fmla="*/ 8 h 55"/>
                  <a:gd name="T48" fmla="*/ 3 w 6"/>
                  <a:gd name="T49" fmla="*/ 10 h 55"/>
                  <a:gd name="T50" fmla="*/ 3 w 6"/>
                  <a:gd name="T51" fmla="*/ 12 h 55"/>
                  <a:gd name="T52" fmla="*/ 3 w 6"/>
                  <a:gd name="T53" fmla="*/ 14 h 55"/>
                  <a:gd name="T54" fmla="*/ 3 w 6"/>
                  <a:gd name="T55" fmla="*/ 17 h 55"/>
                  <a:gd name="T56" fmla="*/ 4 w 6"/>
                  <a:gd name="T57" fmla="*/ 18 h 55"/>
                  <a:gd name="T58" fmla="*/ 4 w 6"/>
                  <a:gd name="T59" fmla="*/ 19 h 55"/>
                  <a:gd name="T60" fmla="*/ 4 w 6"/>
                  <a:gd name="T61" fmla="*/ 21 h 55"/>
                  <a:gd name="T62" fmla="*/ 4 w 6"/>
                  <a:gd name="T63" fmla="*/ 22 h 55"/>
                  <a:gd name="T64" fmla="*/ 4 w 6"/>
                  <a:gd name="T65" fmla="*/ 22 h 55"/>
                  <a:gd name="T66" fmla="*/ 4 w 6"/>
                  <a:gd name="T67" fmla="*/ 24 h 55"/>
                  <a:gd name="T68" fmla="*/ 4 w 6"/>
                  <a:gd name="T69" fmla="*/ 25 h 55"/>
                  <a:gd name="T70" fmla="*/ 4 w 6"/>
                  <a:gd name="T71" fmla="*/ 25 h 55"/>
                  <a:gd name="T72" fmla="*/ 4 w 6"/>
                  <a:gd name="T73" fmla="*/ 25 h 55"/>
                  <a:gd name="T74" fmla="*/ 5 w 6"/>
                  <a:gd name="T75" fmla="*/ 26 h 55"/>
                  <a:gd name="T76" fmla="*/ 5 w 6"/>
                  <a:gd name="T77" fmla="*/ 29 h 55"/>
                  <a:gd name="T78" fmla="*/ 5 w 6"/>
                  <a:gd name="T79" fmla="*/ 32 h 55"/>
                  <a:gd name="T80" fmla="*/ 5 w 6"/>
                  <a:gd name="T81" fmla="*/ 36 h 55"/>
                  <a:gd name="T82" fmla="*/ 5 w 6"/>
                  <a:gd name="T83" fmla="*/ 41 h 55"/>
                  <a:gd name="T84" fmla="*/ 5 w 6"/>
                  <a:gd name="T85" fmla="*/ 44 h 55"/>
                  <a:gd name="T86" fmla="*/ 5 w 6"/>
                  <a:gd name="T87" fmla="*/ 48 h 55"/>
                  <a:gd name="T88" fmla="*/ 5 w 6"/>
                  <a:gd name="T89" fmla="*/ 51 h 55"/>
                  <a:gd name="T90" fmla="*/ 5 w 6"/>
                  <a:gd name="T91" fmla="*/ 53 h 55"/>
                  <a:gd name="T92" fmla="*/ 6 w 6"/>
                  <a:gd name="T93" fmla="*/ 54 h 55"/>
                  <a:gd name="T94" fmla="*/ 6 w 6"/>
                  <a:gd name="T95" fmla="*/ 55 h 55"/>
                  <a:gd name="T96" fmla="*/ 6 w 6"/>
                  <a:gd name="T97" fmla="*/ 53 h 55"/>
                  <a:gd name="T98" fmla="*/ 6 w 6"/>
                  <a:gd name="T99" fmla="*/ 51 h 55"/>
                  <a:gd name="T100" fmla="*/ 6 w 6"/>
                  <a:gd name="T101" fmla="*/ 51 h 55"/>
                  <a:gd name="T102" fmla="*/ 6 w 6"/>
                  <a:gd name="T103" fmla="*/ 5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5">
                    <a:moveTo>
                      <a:pt x="0" y="0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1" y="14"/>
                    </a:lnTo>
                    <a:lnTo>
                      <a:pt x="1" y="16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2" y="17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4"/>
                    </a:lnTo>
                    <a:lnTo>
                      <a:pt x="2" y="11"/>
                    </a:lnTo>
                    <a:lnTo>
                      <a:pt x="2" y="9"/>
                    </a:lnTo>
                    <a:lnTo>
                      <a:pt x="2" y="8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3" y="6"/>
                    </a:lnTo>
                    <a:lnTo>
                      <a:pt x="3" y="8"/>
                    </a:lnTo>
                    <a:lnTo>
                      <a:pt x="3" y="10"/>
                    </a:lnTo>
                    <a:lnTo>
                      <a:pt x="3" y="12"/>
                    </a:lnTo>
                    <a:lnTo>
                      <a:pt x="3" y="14"/>
                    </a:lnTo>
                    <a:lnTo>
                      <a:pt x="3" y="17"/>
                    </a:lnTo>
                    <a:lnTo>
                      <a:pt x="4" y="18"/>
                    </a:lnTo>
                    <a:lnTo>
                      <a:pt x="4" y="19"/>
                    </a:lnTo>
                    <a:lnTo>
                      <a:pt x="4" y="21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4"/>
                    </a:lnTo>
                    <a:lnTo>
                      <a:pt x="4" y="25"/>
                    </a:lnTo>
                    <a:lnTo>
                      <a:pt x="4" y="25"/>
                    </a:lnTo>
                    <a:lnTo>
                      <a:pt x="4" y="25"/>
                    </a:lnTo>
                    <a:lnTo>
                      <a:pt x="5" y="26"/>
                    </a:lnTo>
                    <a:lnTo>
                      <a:pt x="5" y="29"/>
                    </a:lnTo>
                    <a:lnTo>
                      <a:pt x="5" y="32"/>
                    </a:lnTo>
                    <a:lnTo>
                      <a:pt x="5" y="36"/>
                    </a:lnTo>
                    <a:lnTo>
                      <a:pt x="5" y="41"/>
                    </a:lnTo>
                    <a:lnTo>
                      <a:pt x="5" y="44"/>
                    </a:lnTo>
                    <a:lnTo>
                      <a:pt x="5" y="48"/>
                    </a:lnTo>
                    <a:lnTo>
                      <a:pt x="5" y="51"/>
                    </a:lnTo>
                    <a:lnTo>
                      <a:pt x="5" y="53"/>
                    </a:lnTo>
                    <a:lnTo>
                      <a:pt x="6" y="54"/>
                    </a:lnTo>
                    <a:lnTo>
                      <a:pt x="6" y="55"/>
                    </a:lnTo>
                    <a:lnTo>
                      <a:pt x="6" y="53"/>
                    </a:lnTo>
                    <a:lnTo>
                      <a:pt x="6" y="51"/>
                    </a:lnTo>
                    <a:lnTo>
                      <a:pt x="6" y="51"/>
                    </a:lnTo>
                    <a:lnTo>
                      <a:pt x="6" y="5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86" name="Freeform 831"/>
              <p:cNvSpPr/>
              <p:nvPr/>
            </p:nvSpPr>
            <p:spPr bwMode="auto">
              <a:xfrm>
                <a:off x="1186" y="2984"/>
                <a:ext cx="7" cy="45"/>
              </a:xfrm>
              <a:custGeom>
                <a:avLst/>
                <a:gdLst>
                  <a:gd name="T0" fmla="*/ 0 w 7"/>
                  <a:gd name="T1" fmla="*/ 0 h 45"/>
                  <a:gd name="T2" fmla="*/ 0 w 7"/>
                  <a:gd name="T3" fmla="*/ 3 h 45"/>
                  <a:gd name="T4" fmla="*/ 1 w 7"/>
                  <a:gd name="T5" fmla="*/ 6 h 45"/>
                  <a:gd name="T6" fmla="*/ 1 w 7"/>
                  <a:gd name="T7" fmla="*/ 9 h 45"/>
                  <a:gd name="T8" fmla="*/ 1 w 7"/>
                  <a:gd name="T9" fmla="*/ 13 h 45"/>
                  <a:gd name="T10" fmla="*/ 1 w 7"/>
                  <a:gd name="T11" fmla="*/ 17 h 45"/>
                  <a:gd name="T12" fmla="*/ 1 w 7"/>
                  <a:gd name="T13" fmla="*/ 22 h 45"/>
                  <a:gd name="T14" fmla="*/ 1 w 7"/>
                  <a:gd name="T15" fmla="*/ 28 h 45"/>
                  <a:gd name="T16" fmla="*/ 1 w 7"/>
                  <a:gd name="T17" fmla="*/ 34 h 45"/>
                  <a:gd name="T18" fmla="*/ 1 w 7"/>
                  <a:gd name="T19" fmla="*/ 39 h 45"/>
                  <a:gd name="T20" fmla="*/ 1 w 7"/>
                  <a:gd name="T21" fmla="*/ 42 h 45"/>
                  <a:gd name="T22" fmla="*/ 2 w 7"/>
                  <a:gd name="T23" fmla="*/ 43 h 45"/>
                  <a:gd name="T24" fmla="*/ 2 w 7"/>
                  <a:gd name="T25" fmla="*/ 44 h 45"/>
                  <a:gd name="T26" fmla="*/ 2 w 7"/>
                  <a:gd name="T27" fmla="*/ 43 h 45"/>
                  <a:gd name="T28" fmla="*/ 2 w 7"/>
                  <a:gd name="T29" fmla="*/ 40 h 45"/>
                  <a:gd name="T30" fmla="*/ 2 w 7"/>
                  <a:gd name="T31" fmla="*/ 40 h 45"/>
                  <a:gd name="T32" fmla="*/ 2 w 7"/>
                  <a:gd name="T33" fmla="*/ 41 h 45"/>
                  <a:gd name="T34" fmla="*/ 3 w 7"/>
                  <a:gd name="T35" fmla="*/ 40 h 45"/>
                  <a:gd name="T36" fmla="*/ 3 w 7"/>
                  <a:gd name="T37" fmla="*/ 37 h 45"/>
                  <a:gd name="T38" fmla="*/ 3 w 7"/>
                  <a:gd name="T39" fmla="*/ 36 h 45"/>
                  <a:gd name="T40" fmla="*/ 3 w 7"/>
                  <a:gd name="T41" fmla="*/ 38 h 45"/>
                  <a:gd name="T42" fmla="*/ 3 w 7"/>
                  <a:gd name="T43" fmla="*/ 40 h 45"/>
                  <a:gd name="T44" fmla="*/ 3 w 7"/>
                  <a:gd name="T45" fmla="*/ 41 h 45"/>
                  <a:gd name="T46" fmla="*/ 3 w 7"/>
                  <a:gd name="T47" fmla="*/ 43 h 45"/>
                  <a:gd name="T48" fmla="*/ 3 w 7"/>
                  <a:gd name="T49" fmla="*/ 45 h 45"/>
                  <a:gd name="T50" fmla="*/ 3 w 7"/>
                  <a:gd name="T51" fmla="*/ 43 h 45"/>
                  <a:gd name="T52" fmla="*/ 3 w 7"/>
                  <a:gd name="T53" fmla="*/ 39 h 45"/>
                  <a:gd name="T54" fmla="*/ 4 w 7"/>
                  <a:gd name="T55" fmla="*/ 37 h 45"/>
                  <a:gd name="T56" fmla="*/ 4 w 7"/>
                  <a:gd name="T57" fmla="*/ 37 h 45"/>
                  <a:gd name="T58" fmla="*/ 4 w 7"/>
                  <a:gd name="T59" fmla="*/ 36 h 45"/>
                  <a:gd name="T60" fmla="*/ 4 w 7"/>
                  <a:gd name="T61" fmla="*/ 34 h 45"/>
                  <a:gd name="T62" fmla="*/ 4 w 7"/>
                  <a:gd name="T63" fmla="*/ 33 h 45"/>
                  <a:gd name="T64" fmla="*/ 4 w 7"/>
                  <a:gd name="T65" fmla="*/ 31 h 45"/>
                  <a:gd name="T66" fmla="*/ 4 w 7"/>
                  <a:gd name="T67" fmla="*/ 29 h 45"/>
                  <a:gd name="T68" fmla="*/ 4 w 7"/>
                  <a:gd name="T69" fmla="*/ 29 h 45"/>
                  <a:gd name="T70" fmla="*/ 4 w 7"/>
                  <a:gd name="T71" fmla="*/ 30 h 45"/>
                  <a:gd name="T72" fmla="*/ 5 w 7"/>
                  <a:gd name="T73" fmla="*/ 29 h 45"/>
                  <a:gd name="T74" fmla="*/ 5 w 7"/>
                  <a:gd name="T75" fmla="*/ 27 h 45"/>
                  <a:gd name="T76" fmla="*/ 5 w 7"/>
                  <a:gd name="T77" fmla="*/ 27 h 45"/>
                  <a:gd name="T78" fmla="*/ 5 w 7"/>
                  <a:gd name="T79" fmla="*/ 27 h 45"/>
                  <a:gd name="T80" fmla="*/ 5 w 7"/>
                  <a:gd name="T81" fmla="*/ 24 h 45"/>
                  <a:gd name="T82" fmla="*/ 5 w 7"/>
                  <a:gd name="T83" fmla="*/ 22 h 45"/>
                  <a:gd name="T84" fmla="*/ 6 w 7"/>
                  <a:gd name="T85" fmla="*/ 22 h 45"/>
                  <a:gd name="T86" fmla="*/ 6 w 7"/>
                  <a:gd name="T87" fmla="*/ 20 h 45"/>
                  <a:gd name="T88" fmla="*/ 6 w 7"/>
                  <a:gd name="T89" fmla="*/ 15 h 45"/>
                  <a:gd name="T90" fmla="*/ 6 w 7"/>
                  <a:gd name="T91" fmla="*/ 12 h 45"/>
                  <a:gd name="T92" fmla="*/ 6 w 7"/>
                  <a:gd name="T93" fmla="*/ 10 h 45"/>
                  <a:gd name="T94" fmla="*/ 6 w 7"/>
                  <a:gd name="T95" fmla="*/ 7 h 45"/>
                  <a:gd name="T96" fmla="*/ 6 w 7"/>
                  <a:gd name="T97" fmla="*/ 7 h 45"/>
                  <a:gd name="T98" fmla="*/ 6 w 7"/>
                  <a:gd name="T99" fmla="*/ 9 h 45"/>
                  <a:gd name="T100" fmla="*/ 6 w 7"/>
                  <a:gd name="T101" fmla="*/ 8 h 45"/>
                  <a:gd name="T102" fmla="*/ 7 w 7"/>
                  <a:gd name="T103" fmla="*/ 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5">
                    <a:moveTo>
                      <a:pt x="0" y="0"/>
                    </a:moveTo>
                    <a:lnTo>
                      <a:pt x="0" y="3"/>
                    </a:lnTo>
                    <a:lnTo>
                      <a:pt x="1" y="6"/>
                    </a:lnTo>
                    <a:lnTo>
                      <a:pt x="1" y="9"/>
                    </a:lnTo>
                    <a:lnTo>
                      <a:pt x="1" y="13"/>
                    </a:lnTo>
                    <a:lnTo>
                      <a:pt x="1" y="17"/>
                    </a:lnTo>
                    <a:lnTo>
                      <a:pt x="1" y="22"/>
                    </a:lnTo>
                    <a:lnTo>
                      <a:pt x="1" y="28"/>
                    </a:lnTo>
                    <a:lnTo>
                      <a:pt x="1" y="34"/>
                    </a:lnTo>
                    <a:lnTo>
                      <a:pt x="1" y="39"/>
                    </a:lnTo>
                    <a:lnTo>
                      <a:pt x="1" y="42"/>
                    </a:lnTo>
                    <a:lnTo>
                      <a:pt x="2" y="43"/>
                    </a:lnTo>
                    <a:lnTo>
                      <a:pt x="2" y="44"/>
                    </a:lnTo>
                    <a:lnTo>
                      <a:pt x="2" y="43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41"/>
                    </a:lnTo>
                    <a:lnTo>
                      <a:pt x="3" y="40"/>
                    </a:lnTo>
                    <a:lnTo>
                      <a:pt x="3" y="37"/>
                    </a:lnTo>
                    <a:lnTo>
                      <a:pt x="3" y="36"/>
                    </a:lnTo>
                    <a:lnTo>
                      <a:pt x="3" y="38"/>
                    </a:lnTo>
                    <a:lnTo>
                      <a:pt x="3" y="40"/>
                    </a:lnTo>
                    <a:lnTo>
                      <a:pt x="3" y="41"/>
                    </a:lnTo>
                    <a:lnTo>
                      <a:pt x="3" y="43"/>
                    </a:lnTo>
                    <a:lnTo>
                      <a:pt x="3" y="45"/>
                    </a:lnTo>
                    <a:lnTo>
                      <a:pt x="3" y="43"/>
                    </a:lnTo>
                    <a:lnTo>
                      <a:pt x="3" y="39"/>
                    </a:lnTo>
                    <a:lnTo>
                      <a:pt x="4" y="37"/>
                    </a:lnTo>
                    <a:lnTo>
                      <a:pt x="4" y="37"/>
                    </a:lnTo>
                    <a:lnTo>
                      <a:pt x="4" y="36"/>
                    </a:lnTo>
                    <a:lnTo>
                      <a:pt x="4" y="34"/>
                    </a:lnTo>
                    <a:lnTo>
                      <a:pt x="4" y="33"/>
                    </a:lnTo>
                    <a:lnTo>
                      <a:pt x="4" y="31"/>
                    </a:lnTo>
                    <a:lnTo>
                      <a:pt x="4" y="29"/>
                    </a:lnTo>
                    <a:lnTo>
                      <a:pt x="4" y="29"/>
                    </a:lnTo>
                    <a:lnTo>
                      <a:pt x="4" y="30"/>
                    </a:lnTo>
                    <a:lnTo>
                      <a:pt x="5" y="29"/>
                    </a:lnTo>
                    <a:lnTo>
                      <a:pt x="5" y="27"/>
                    </a:lnTo>
                    <a:lnTo>
                      <a:pt x="5" y="27"/>
                    </a:lnTo>
                    <a:lnTo>
                      <a:pt x="5" y="27"/>
                    </a:lnTo>
                    <a:lnTo>
                      <a:pt x="5" y="24"/>
                    </a:lnTo>
                    <a:lnTo>
                      <a:pt x="5" y="22"/>
                    </a:lnTo>
                    <a:lnTo>
                      <a:pt x="6" y="22"/>
                    </a:lnTo>
                    <a:lnTo>
                      <a:pt x="6" y="20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6" y="10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6" y="9"/>
                    </a:lnTo>
                    <a:lnTo>
                      <a:pt x="6" y="8"/>
                    </a:lnTo>
                    <a:lnTo>
                      <a:pt x="7" y="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87" name="Freeform 832"/>
              <p:cNvSpPr/>
              <p:nvPr/>
            </p:nvSpPr>
            <p:spPr bwMode="auto">
              <a:xfrm>
                <a:off x="1192" y="2952"/>
                <a:ext cx="7" cy="58"/>
              </a:xfrm>
              <a:custGeom>
                <a:avLst/>
                <a:gdLst>
                  <a:gd name="T0" fmla="*/ 0 w 7"/>
                  <a:gd name="T1" fmla="*/ 40 h 58"/>
                  <a:gd name="T2" fmla="*/ 1 w 7"/>
                  <a:gd name="T3" fmla="*/ 38 h 58"/>
                  <a:gd name="T4" fmla="*/ 1 w 7"/>
                  <a:gd name="T5" fmla="*/ 37 h 58"/>
                  <a:gd name="T6" fmla="*/ 1 w 7"/>
                  <a:gd name="T7" fmla="*/ 37 h 58"/>
                  <a:gd name="T8" fmla="*/ 1 w 7"/>
                  <a:gd name="T9" fmla="*/ 37 h 58"/>
                  <a:gd name="T10" fmla="*/ 1 w 7"/>
                  <a:gd name="T11" fmla="*/ 37 h 58"/>
                  <a:gd name="T12" fmla="*/ 1 w 7"/>
                  <a:gd name="T13" fmla="*/ 38 h 58"/>
                  <a:gd name="T14" fmla="*/ 2 w 7"/>
                  <a:gd name="T15" fmla="*/ 38 h 58"/>
                  <a:gd name="T16" fmla="*/ 2 w 7"/>
                  <a:gd name="T17" fmla="*/ 37 h 58"/>
                  <a:gd name="T18" fmla="*/ 2 w 7"/>
                  <a:gd name="T19" fmla="*/ 36 h 58"/>
                  <a:gd name="T20" fmla="*/ 2 w 7"/>
                  <a:gd name="T21" fmla="*/ 36 h 58"/>
                  <a:gd name="T22" fmla="*/ 2 w 7"/>
                  <a:gd name="T23" fmla="*/ 39 h 58"/>
                  <a:gd name="T24" fmla="*/ 2 w 7"/>
                  <a:gd name="T25" fmla="*/ 47 h 58"/>
                  <a:gd name="T26" fmla="*/ 2 w 7"/>
                  <a:gd name="T27" fmla="*/ 52 h 58"/>
                  <a:gd name="T28" fmla="*/ 2 w 7"/>
                  <a:gd name="T29" fmla="*/ 50 h 58"/>
                  <a:gd name="T30" fmla="*/ 2 w 7"/>
                  <a:gd name="T31" fmla="*/ 48 h 58"/>
                  <a:gd name="T32" fmla="*/ 3 w 7"/>
                  <a:gd name="T33" fmla="*/ 52 h 58"/>
                  <a:gd name="T34" fmla="*/ 3 w 7"/>
                  <a:gd name="T35" fmla="*/ 57 h 58"/>
                  <a:gd name="T36" fmla="*/ 3 w 7"/>
                  <a:gd name="T37" fmla="*/ 58 h 58"/>
                  <a:gd name="T38" fmla="*/ 3 w 7"/>
                  <a:gd name="T39" fmla="*/ 57 h 58"/>
                  <a:gd name="T40" fmla="*/ 3 w 7"/>
                  <a:gd name="T41" fmla="*/ 58 h 58"/>
                  <a:gd name="T42" fmla="*/ 3 w 7"/>
                  <a:gd name="T43" fmla="*/ 56 h 58"/>
                  <a:gd name="T44" fmla="*/ 4 w 7"/>
                  <a:gd name="T45" fmla="*/ 51 h 58"/>
                  <a:gd name="T46" fmla="*/ 4 w 7"/>
                  <a:gd name="T47" fmla="*/ 49 h 58"/>
                  <a:gd name="T48" fmla="*/ 4 w 7"/>
                  <a:gd name="T49" fmla="*/ 53 h 58"/>
                  <a:gd name="T50" fmla="*/ 4 w 7"/>
                  <a:gd name="T51" fmla="*/ 55 h 58"/>
                  <a:gd name="T52" fmla="*/ 4 w 7"/>
                  <a:gd name="T53" fmla="*/ 49 h 58"/>
                  <a:gd name="T54" fmla="*/ 4 w 7"/>
                  <a:gd name="T55" fmla="*/ 45 h 58"/>
                  <a:gd name="T56" fmla="*/ 4 w 7"/>
                  <a:gd name="T57" fmla="*/ 46 h 58"/>
                  <a:gd name="T58" fmla="*/ 4 w 7"/>
                  <a:gd name="T59" fmla="*/ 44 h 58"/>
                  <a:gd name="T60" fmla="*/ 4 w 7"/>
                  <a:gd name="T61" fmla="*/ 37 h 58"/>
                  <a:gd name="T62" fmla="*/ 5 w 7"/>
                  <a:gd name="T63" fmla="*/ 36 h 58"/>
                  <a:gd name="T64" fmla="*/ 5 w 7"/>
                  <a:gd name="T65" fmla="*/ 40 h 58"/>
                  <a:gd name="T66" fmla="*/ 5 w 7"/>
                  <a:gd name="T67" fmla="*/ 35 h 58"/>
                  <a:gd name="T68" fmla="*/ 5 w 7"/>
                  <a:gd name="T69" fmla="*/ 25 h 58"/>
                  <a:gd name="T70" fmla="*/ 5 w 7"/>
                  <a:gd name="T71" fmla="*/ 24 h 58"/>
                  <a:gd name="T72" fmla="*/ 5 w 7"/>
                  <a:gd name="T73" fmla="*/ 27 h 58"/>
                  <a:gd name="T74" fmla="*/ 5 w 7"/>
                  <a:gd name="T75" fmla="*/ 21 h 58"/>
                  <a:gd name="T76" fmla="*/ 5 w 7"/>
                  <a:gd name="T77" fmla="*/ 12 h 58"/>
                  <a:gd name="T78" fmla="*/ 5 w 7"/>
                  <a:gd name="T79" fmla="*/ 12 h 58"/>
                  <a:gd name="T80" fmla="*/ 5 w 7"/>
                  <a:gd name="T81" fmla="*/ 10 h 58"/>
                  <a:gd name="T82" fmla="*/ 6 w 7"/>
                  <a:gd name="T83" fmla="*/ 2 h 58"/>
                  <a:gd name="T84" fmla="*/ 6 w 7"/>
                  <a:gd name="T85" fmla="*/ 0 h 58"/>
                  <a:gd name="T86" fmla="*/ 6 w 7"/>
                  <a:gd name="T87" fmla="*/ 6 h 58"/>
                  <a:gd name="T88" fmla="*/ 6 w 7"/>
                  <a:gd name="T89" fmla="*/ 8 h 58"/>
                  <a:gd name="T90" fmla="*/ 6 w 7"/>
                  <a:gd name="T91" fmla="*/ 7 h 58"/>
                  <a:gd name="T92" fmla="*/ 6 w 7"/>
                  <a:gd name="T93" fmla="*/ 11 h 58"/>
                  <a:gd name="T94" fmla="*/ 7 w 7"/>
                  <a:gd name="T95" fmla="*/ 16 h 58"/>
                  <a:gd name="T96" fmla="*/ 7 w 7"/>
                  <a:gd name="T97" fmla="*/ 14 h 58"/>
                  <a:gd name="T98" fmla="*/ 7 w 7"/>
                  <a:gd name="T99" fmla="*/ 11 h 58"/>
                  <a:gd name="T100" fmla="*/ 7 w 7"/>
                  <a:gd name="T101" fmla="*/ 12 h 58"/>
                  <a:gd name="T102" fmla="*/ 7 w 7"/>
                  <a:gd name="T103" fmla="*/ 13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8">
                    <a:moveTo>
                      <a:pt x="0" y="40"/>
                    </a:moveTo>
                    <a:lnTo>
                      <a:pt x="1" y="38"/>
                    </a:lnTo>
                    <a:lnTo>
                      <a:pt x="1" y="37"/>
                    </a:lnTo>
                    <a:lnTo>
                      <a:pt x="1" y="37"/>
                    </a:lnTo>
                    <a:lnTo>
                      <a:pt x="1" y="37"/>
                    </a:lnTo>
                    <a:lnTo>
                      <a:pt x="1" y="37"/>
                    </a:lnTo>
                    <a:lnTo>
                      <a:pt x="1" y="38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2" y="36"/>
                    </a:lnTo>
                    <a:lnTo>
                      <a:pt x="2" y="39"/>
                    </a:lnTo>
                    <a:lnTo>
                      <a:pt x="2" y="47"/>
                    </a:lnTo>
                    <a:lnTo>
                      <a:pt x="2" y="52"/>
                    </a:lnTo>
                    <a:lnTo>
                      <a:pt x="2" y="50"/>
                    </a:lnTo>
                    <a:lnTo>
                      <a:pt x="2" y="48"/>
                    </a:lnTo>
                    <a:lnTo>
                      <a:pt x="3" y="52"/>
                    </a:lnTo>
                    <a:lnTo>
                      <a:pt x="3" y="57"/>
                    </a:lnTo>
                    <a:lnTo>
                      <a:pt x="3" y="58"/>
                    </a:lnTo>
                    <a:lnTo>
                      <a:pt x="3" y="57"/>
                    </a:lnTo>
                    <a:lnTo>
                      <a:pt x="3" y="58"/>
                    </a:lnTo>
                    <a:lnTo>
                      <a:pt x="3" y="56"/>
                    </a:lnTo>
                    <a:lnTo>
                      <a:pt x="4" y="51"/>
                    </a:lnTo>
                    <a:lnTo>
                      <a:pt x="4" y="49"/>
                    </a:lnTo>
                    <a:lnTo>
                      <a:pt x="4" y="53"/>
                    </a:lnTo>
                    <a:lnTo>
                      <a:pt x="4" y="55"/>
                    </a:lnTo>
                    <a:lnTo>
                      <a:pt x="4" y="49"/>
                    </a:lnTo>
                    <a:lnTo>
                      <a:pt x="4" y="45"/>
                    </a:lnTo>
                    <a:lnTo>
                      <a:pt x="4" y="46"/>
                    </a:lnTo>
                    <a:lnTo>
                      <a:pt x="4" y="44"/>
                    </a:lnTo>
                    <a:lnTo>
                      <a:pt x="4" y="37"/>
                    </a:lnTo>
                    <a:lnTo>
                      <a:pt x="5" y="36"/>
                    </a:lnTo>
                    <a:lnTo>
                      <a:pt x="5" y="40"/>
                    </a:lnTo>
                    <a:lnTo>
                      <a:pt x="5" y="35"/>
                    </a:lnTo>
                    <a:lnTo>
                      <a:pt x="5" y="25"/>
                    </a:lnTo>
                    <a:lnTo>
                      <a:pt x="5" y="24"/>
                    </a:lnTo>
                    <a:lnTo>
                      <a:pt x="5" y="27"/>
                    </a:lnTo>
                    <a:lnTo>
                      <a:pt x="5" y="21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5" y="10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6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6" y="11"/>
                    </a:lnTo>
                    <a:lnTo>
                      <a:pt x="7" y="16"/>
                    </a:lnTo>
                    <a:lnTo>
                      <a:pt x="7" y="14"/>
                    </a:lnTo>
                    <a:lnTo>
                      <a:pt x="7" y="11"/>
                    </a:lnTo>
                    <a:lnTo>
                      <a:pt x="7" y="12"/>
                    </a:lnTo>
                    <a:lnTo>
                      <a:pt x="7" y="1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88" name="Freeform 833"/>
              <p:cNvSpPr/>
              <p:nvPr/>
            </p:nvSpPr>
            <p:spPr bwMode="auto">
              <a:xfrm>
                <a:off x="1199" y="2924"/>
                <a:ext cx="7" cy="59"/>
              </a:xfrm>
              <a:custGeom>
                <a:avLst/>
                <a:gdLst>
                  <a:gd name="T0" fmla="*/ 0 w 7"/>
                  <a:gd name="T1" fmla="*/ 40 h 59"/>
                  <a:gd name="T2" fmla="*/ 0 w 7"/>
                  <a:gd name="T3" fmla="*/ 41 h 59"/>
                  <a:gd name="T4" fmla="*/ 0 w 7"/>
                  <a:gd name="T5" fmla="*/ 38 h 59"/>
                  <a:gd name="T6" fmla="*/ 0 w 7"/>
                  <a:gd name="T7" fmla="*/ 37 h 59"/>
                  <a:gd name="T8" fmla="*/ 0 w 7"/>
                  <a:gd name="T9" fmla="*/ 39 h 59"/>
                  <a:gd name="T10" fmla="*/ 0 w 7"/>
                  <a:gd name="T11" fmla="*/ 40 h 59"/>
                  <a:gd name="T12" fmla="*/ 1 w 7"/>
                  <a:gd name="T13" fmla="*/ 37 h 59"/>
                  <a:gd name="T14" fmla="*/ 1 w 7"/>
                  <a:gd name="T15" fmla="*/ 38 h 59"/>
                  <a:gd name="T16" fmla="*/ 1 w 7"/>
                  <a:gd name="T17" fmla="*/ 45 h 59"/>
                  <a:gd name="T18" fmla="*/ 1 w 7"/>
                  <a:gd name="T19" fmla="*/ 47 h 59"/>
                  <a:gd name="T20" fmla="*/ 1 w 7"/>
                  <a:gd name="T21" fmla="*/ 45 h 59"/>
                  <a:gd name="T22" fmla="*/ 1 w 7"/>
                  <a:gd name="T23" fmla="*/ 49 h 59"/>
                  <a:gd name="T24" fmla="*/ 2 w 7"/>
                  <a:gd name="T25" fmla="*/ 54 h 59"/>
                  <a:gd name="T26" fmla="*/ 2 w 7"/>
                  <a:gd name="T27" fmla="*/ 54 h 59"/>
                  <a:gd name="T28" fmla="*/ 2 w 7"/>
                  <a:gd name="T29" fmla="*/ 53 h 59"/>
                  <a:gd name="T30" fmla="*/ 2 w 7"/>
                  <a:gd name="T31" fmla="*/ 57 h 59"/>
                  <a:gd name="T32" fmla="*/ 2 w 7"/>
                  <a:gd name="T33" fmla="*/ 59 h 59"/>
                  <a:gd name="T34" fmla="*/ 2 w 7"/>
                  <a:gd name="T35" fmla="*/ 54 h 59"/>
                  <a:gd name="T36" fmla="*/ 2 w 7"/>
                  <a:gd name="T37" fmla="*/ 51 h 59"/>
                  <a:gd name="T38" fmla="*/ 2 w 7"/>
                  <a:gd name="T39" fmla="*/ 52 h 59"/>
                  <a:gd name="T40" fmla="*/ 2 w 7"/>
                  <a:gd name="T41" fmla="*/ 49 h 59"/>
                  <a:gd name="T42" fmla="*/ 3 w 7"/>
                  <a:gd name="T43" fmla="*/ 44 h 59"/>
                  <a:gd name="T44" fmla="*/ 3 w 7"/>
                  <a:gd name="T45" fmla="*/ 44 h 59"/>
                  <a:gd name="T46" fmla="*/ 3 w 7"/>
                  <a:gd name="T47" fmla="*/ 47 h 59"/>
                  <a:gd name="T48" fmla="*/ 3 w 7"/>
                  <a:gd name="T49" fmla="*/ 44 h 59"/>
                  <a:gd name="T50" fmla="*/ 3 w 7"/>
                  <a:gd name="T51" fmla="*/ 39 h 59"/>
                  <a:gd name="T52" fmla="*/ 3 w 7"/>
                  <a:gd name="T53" fmla="*/ 40 h 59"/>
                  <a:gd name="T54" fmla="*/ 3 w 7"/>
                  <a:gd name="T55" fmla="*/ 44 h 59"/>
                  <a:gd name="T56" fmla="*/ 3 w 7"/>
                  <a:gd name="T57" fmla="*/ 42 h 59"/>
                  <a:gd name="T58" fmla="*/ 3 w 7"/>
                  <a:gd name="T59" fmla="*/ 37 h 59"/>
                  <a:gd name="T60" fmla="*/ 4 w 7"/>
                  <a:gd name="T61" fmla="*/ 34 h 59"/>
                  <a:gd name="T62" fmla="*/ 4 w 7"/>
                  <a:gd name="T63" fmla="*/ 29 h 59"/>
                  <a:gd name="T64" fmla="*/ 4 w 7"/>
                  <a:gd name="T65" fmla="*/ 21 h 59"/>
                  <a:gd name="T66" fmla="*/ 4 w 7"/>
                  <a:gd name="T67" fmla="*/ 17 h 59"/>
                  <a:gd name="T68" fmla="*/ 4 w 7"/>
                  <a:gd name="T69" fmla="*/ 18 h 59"/>
                  <a:gd name="T70" fmla="*/ 4 w 7"/>
                  <a:gd name="T71" fmla="*/ 14 h 59"/>
                  <a:gd name="T72" fmla="*/ 5 w 7"/>
                  <a:gd name="T73" fmla="*/ 7 h 59"/>
                  <a:gd name="T74" fmla="*/ 5 w 7"/>
                  <a:gd name="T75" fmla="*/ 3 h 59"/>
                  <a:gd name="T76" fmla="*/ 5 w 7"/>
                  <a:gd name="T77" fmla="*/ 3 h 59"/>
                  <a:gd name="T78" fmla="*/ 5 w 7"/>
                  <a:gd name="T79" fmla="*/ 1 h 59"/>
                  <a:gd name="T80" fmla="*/ 5 w 7"/>
                  <a:gd name="T81" fmla="*/ 0 h 59"/>
                  <a:gd name="T82" fmla="*/ 5 w 7"/>
                  <a:gd name="T83" fmla="*/ 5 h 59"/>
                  <a:gd name="T84" fmla="*/ 5 w 7"/>
                  <a:gd name="T85" fmla="*/ 8 h 59"/>
                  <a:gd name="T86" fmla="*/ 5 w 7"/>
                  <a:gd name="T87" fmla="*/ 5 h 59"/>
                  <a:gd name="T88" fmla="*/ 5 w 7"/>
                  <a:gd name="T89" fmla="*/ 4 h 59"/>
                  <a:gd name="T90" fmla="*/ 6 w 7"/>
                  <a:gd name="T91" fmla="*/ 8 h 59"/>
                  <a:gd name="T92" fmla="*/ 6 w 7"/>
                  <a:gd name="T93" fmla="*/ 10 h 59"/>
                  <a:gd name="T94" fmla="*/ 6 w 7"/>
                  <a:gd name="T95" fmla="*/ 7 h 59"/>
                  <a:gd name="T96" fmla="*/ 6 w 7"/>
                  <a:gd name="T97" fmla="*/ 5 h 59"/>
                  <a:gd name="T98" fmla="*/ 6 w 7"/>
                  <a:gd name="T99" fmla="*/ 5 h 59"/>
                  <a:gd name="T100" fmla="*/ 6 w 7"/>
                  <a:gd name="T101" fmla="*/ 5 h 59"/>
                  <a:gd name="T102" fmla="*/ 7 w 7"/>
                  <a:gd name="T103" fmla="*/ 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9">
                    <a:moveTo>
                      <a:pt x="0" y="40"/>
                    </a:moveTo>
                    <a:lnTo>
                      <a:pt x="0" y="41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9"/>
                    </a:lnTo>
                    <a:lnTo>
                      <a:pt x="0" y="40"/>
                    </a:lnTo>
                    <a:lnTo>
                      <a:pt x="1" y="37"/>
                    </a:lnTo>
                    <a:lnTo>
                      <a:pt x="1" y="38"/>
                    </a:lnTo>
                    <a:lnTo>
                      <a:pt x="1" y="45"/>
                    </a:lnTo>
                    <a:lnTo>
                      <a:pt x="1" y="47"/>
                    </a:lnTo>
                    <a:lnTo>
                      <a:pt x="1" y="45"/>
                    </a:lnTo>
                    <a:lnTo>
                      <a:pt x="1" y="49"/>
                    </a:lnTo>
                    <a:lnTo>
                      <a:pt x="2" y="54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7"/>
                    </a:lnTo>
                    <a:lnTo>
                      <a:pt x="2" y="59"/>
                    </a:lnTo>
                    <a:lnTo>
                      <a:pt x="2" y="54"/>
                    </a:lnTo>
                    <a:lnTo>
                      <a:pt x="2" y="51"/>
                    </a:lnTo>
                    <a:lnTo>
                      <a:pt x="2" y="52"/>
                    </a:lnTo>
                    <a:lnTo>
                      <a:pt x="2" y="49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7"/>
                    </a:lnTo>
                    <a:lnTo>
                      <a:pt x="3" y="44"/>
                    </a:lnTo>
                    <a:lnTo>
                      <a:pt x="3" y="39"/>
                    </a:lnTo>
                    <a:lnTo>
                      <a:pt x="3" y="40"/>
                    </a:lnTo>
                    <a:lnTo>
                      <a:pt x="3" y="44"/>
                    </a:lnTo>
                    <a:lnTo>
                      <a:pt x="3" y="42"/>
                    </a:lnTo>
                    <a:lnTo>
                      <a:pt x="3" y="37"/>
                    </a:lnTo>
                    <a:lnTo>
                      <a:pt x="4" y="34"/>
                    </a:lnTo>
                    <a:lnTo>
                      <a:pt x="4" y="29"/>
                    </a:lnTo>
                    <a:lnTo>
                      <a:pt x="4" y="21"/>
                    </a:lnTo>
                    <a:lnTo>
                      <a:pt x="4" y="17"/>
                    </a:lnTo>
                    <a:lnTo>
                      <a:pt x="4" y="18"/>
                    </a:lnTo>
                    <a:lnTo>
                      <a:pt x="4" y="14"/>
                    </a:lnTo>
                    <a:lnTo>
                      <a:pt x="5" y="7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5" y="5"/>
                    </a:lnTo>
                    <a:lnTo>
                      <a:pt x="5" y="8"/>
                    </a:lnTo>
                    <a:lnTo>
                      <a:pt x="5" y="5"/>
                    </a:lnTo>
                    <a:lnTo>
                      <a:pt x="5" y="4"/>
                    </a:lnTo>
                    <a:lnTo>
                      <a:pt x="6" y="8"/>
                    </a:lnTo>
                    <a:lnTo>
                      <a:pt x="6" y="10"/>
                    </a:lnTo>
                    <a:lnTo>
                      <a:pt x="6" y="7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7" y="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89" name="Freeform 834"/>
              <p:cNvSpPr/>
              <p:nvPr/>
            </p:nvSpPr>
            <p:spPr bwMode="auto">
              <a:xfrm>
                <a:off x="1205" y="2912"/>
                <a:ext cx="7" cy="25"/>
              </a:xfrm>
              <a:custGeom>
                <a:avLst/>
                <a:gdLst>
                  <a:gd name="T0" fmla="*/ 0 w 7"/>
                  <a:gd name="T1" fmla="*/ 17 h 25"/>
                  <a:gd name="T2" fmla="*/ 1 w 7"/>
                  <a:gd name="T3" fmla="*/ 15 h 25"/>
                  <a:gd name="T4" fmla="*/ 1 w 7"/>
                  <a:gd name="T5" fmla="*/ 15 h 25"/>
                  <a:gd name="T6" fmla="*/ 1 w 7"/>
                  <a:gd name="T7" fmla="*/ 17 h 25"/>
                  <a:gd name="T8" fmla="*/ 1 w 7"/>
                  <a:gd name="T9" fmla="*/ 17 h 25"/>
                  <a:gd name="T10" fmla="*/ 1 w 7"/>
                  <a:gd name="T11" fmla="*/ 15 h 25"/>
                  <a:gd name="T12" fmla="*/ 1 w 7"/>
                  <a:gd name="T13" fmla="*/ 14 h 25"/>
                  <a:gd name="T14" fmla="*/ 1 w 7"/>
                  <a:gd name="T15" fmla="*/ 16 h 25"/>
                  <a:gd name="T16" fmla="*/ 1 w 7"/>
                  <a:gd name="T17" fmla="*/ 15 h 25"/>
                  <a:gd name="T18" fmla="*/ 1 w 7"/>
                  <a:gd name="T19" fmla="*/ 12 h 25"/>
                  <a:gd name="T20" fmla="*/ 1 w 7"/>
                  <a:gd name="T21" fmla="*/ 12 h 25"/>
                  <a:gd name="T22" fmla="*/ 2 w 7"/>
                  <a:gd name="T23" fmla="*/ 14 h 25"/>
                  <a:gd name="T24" fmla="*/ 2 w 7"/>
                  <a:gd name="T25" fmla="*/ 13 h 25"/>
                  <a:gd name="T26" fmla="*/ 2 w 7"/>
                  <a:gd name="T27" fmla="*/ 9 h 25"/>
                  <a:gd name="T28" fmla="*/ 2 w 7"/>
                  <a:gd name="T29" fmla="*/ 7 h 25"/>
                  <a:gd name="T30" fmla="*/ 2 w 7"/>
                  <a:gd name="T31" fmla="*/ 10 h 25"/>
                  <a:gd name="T32" fmla="*/ 2 w 7"/>
                  <a:gd name="T33" fmla="*/ 11 h 25"/>
                  <a:gd name="T34" fmla="*/ 2 w 7"/>
                  <a:gd name="T35" fmla="*/ 12 h 25"/>
                  <a:gd name="T36" fmla="*/ 2 w 7"/>
                  <a:gd name="T37" fmla="*/ 16 h 25"/>
                  <a:gd name="T38" fmla="*/ 2 w 7"/>
                  <a:gd name="T39" fmla="*/ 20 h 25"/>
                  <a:gd name="T40" fmla="*/ 3 w 7"/>
                  <a:gd name="T41" fmla="*/ 20 h 25"/>
                  <a:gd name="T42" fmla="*/ 3 w 7"/>
                  <a:gd name="T43" fmla="*/ 20 h 25"/>
                  <a:gd name="T44" fmla="*/ 3 w 7"/>
                  <a:gd name="T45" fmla="*/ 23 h 25"/>
                  <a:gd name="T46" fmla="*/ 3 w 7"/>
                  <a:gd name="T47" fmla="*/ 25 h 25"/>
                  <a:gd name="T48" fmla="*/ 3 w 7"/>
                  <a:gd name="T49" fmla="*/ 24 h 25"/>
                  <a:gd name="T50" fmla="*/ 3 w 7"/>
                  <a:gd name="T51" fmla="*/ 21 h 25"/>
                  <a:gd name="T52" fmla="*/ 4 w 7"/>
                  <a:gd name="T53" fmla="*/ 21 h 25"/>
                  <a:gd name="T54" fmla="*/ 4 w 7"/>
                  <a:gd name="T55" fmla="*/ 19 h 25"/>
                  <a:gd name="T56" fmla="*/ 4 w 7"/>
                  <a:gd name="T57" fmla="*/ 14 h 25"/>
                  <a:gd name="T58" fmla="*/ 4 w 7"/>
                  <a:gd name="T59" fmla="*/ 10 h 25"/>
                  <a:gd name="T60" fmla="*/ 4 w 7"/>
                  <a:gd name="T61" fmla="*/ 9 h 25"/>
                  <a:gd name="T62" fmla="*/ 4 w 7"/>
                  <a:gd name="T63" fmla="*/ 8 h 25"/>
                  <a:gd name="T64" fmla="*/ 4 w 7"/>
                  <a:gd name="T65" fmla="*/ 5 h 25"/>
                  <a:gd name="T66" fmla="*/ 4 w 7"/>
                  <a:gd name="T67" fmla="*/ 3 h 25"/>
                  <a:gd name="T68" fmla="*/ 4 w 7"/>
                  <a:gd name="T69" fmla="*/ 3 h 25"/>
                  <a:gd name="T70" fmla="*/ 5 w 7"/>
                  <a:gd name="T71" fmla="*/ 3 h 25"/>
                  <a:gd name="T72" fmla="*/ 5 w 7"/>
                  <a:gd name="T73" fmla="*/ 2 h 25"/>
                  <a:gd name="T74" fmla="*/ 5 w 7"/>
                  <a:gd name="T75" fmla="*/ 3 h 25"/>
                  <a:gd name="T76" fmla="*/ 5 w 7"/>
                  <a:gd name="T77" fmla="*/ 6 h 25"/>
                  <a:gd name="T78" fmla="*/ 5 w 7"/>
                  <a:gd name="T79" fmla="*/ 6 h 25"/>
                  <a:gd name="T80" fmla="*/ 5 w 7"/>
                  <a:gd name="T81" fmla="*/ 2 h 25"/>
                  <a:gd name="T82" fmla="*/ 6 w 7"/>
                  <a:gd name="T83" fmla="*/ 0 h 25"/>
                  <a:gd name="T84" fmla="*/ 6 w 7"/>
                  <a:gd name="T85" fmla="*/ 2 h 25"/>
                  <a:gd name="T86" fmla="*/ 6 w 7"/>
                  <a:gd name="T87" fmla="*/ 1 h 25"/>
                  <a:gd name="T88" fmla="*/ 6 w 7"/>
                  <a:gd name="T89" fmla="*/ 1 h 25"/>
                  <a:gd name="T90" fmla="*/ 6 w 7"/>
                  <a:gd name="T91" fmla="*/ 4 h 25"/>
                  <a:gd name="T92" fmla="*/ 6 w 7"/>
                  <a:gd name="T93" fmla="*/ 6 h 25"/>
                  <a:gd name="T94" fmla="*/ 6 w 7"/>
                  <a:gd name="T95" fmla="*/ 7 h 25"/>
                  <a:gd name="T96" fmla="*/ 6 w 7"/>
                  <a:gd name="T97" fmla="*/ 11 h 25"/>
                  <a:gd name="T98" fmla="*/ 6 w 7"/>
                  <a:gd name="T99" fmla="*/ 17 h 25"/>
                  <a:gd name="T100" fmla="*/ 7 w 7"/>
                  <a:gd name="T101" fmla="*/ 22 h 25"/>
                  <a:gd name="T102" fmla="*/ 7 w 7"/>
                  <a:gd name="T103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5">
                    <a:moveTo>
                      <a:pt x="0" y="17"/>
                    </a:moveTo>
                    <a:lnTo>
                      <a:pt x="1" y="15"/>
                    </a:lnTo>
                    <a:lnTo>
                      <a:pt x="1" y="15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1" y="15"/>
                    </a:lnTo>
                    <a:lnTo>
                      <a:pt x="1" y="14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1" y="12"/>
                    </a:lnTo>
                    <a:lnTo>
                      <a:pt x="1" y="12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9"/>
                    </a:lnTo>
                    <a:lnTo>
                      <a:pt x="2" y="7"/>
                    </a:lnTo>
                    <a:lnTo>
                      <a:pt x="2" y="10"/>
                    </a:lnTo>
                    <a:lnTo>
                      <a:pt x="2" y="11"/>
                    </a:lnTo>
                    <a:lnTo>
                      <a:pt x="2" y="12"/>
                    </a:lnTo>
                    <a:lnTo>
                      <a:pt x="2" y="16"/>
                    </a:lnTo>
                    <a:lnTo>
                      <a:pt x="2" y="20"/>
                    </a:lnTo>
                    <a:lnTo>
                      <a:pt x="3" y="20"/>
                    </a:lnTo>
                    <a:lnTo>
                      <a:pt x="3" y="20"/>
                    </a:lnTo>
                    <a:lnTo>
                      <a:pt x="3" y="23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1"/>
                    </a:lnTo>
                    <a:lnTo>
                      <a:pt x="4" y="21"/>
                    </a:lnTo>
                    <a:lnTo>
                      <a:pt x="4" y="19"/>
                    </a:lnTo>
                    <a:lnTo>
                      <a:pt x="4" y="14"/>
                    </a:lnTo>
                    <a:lnTo>
                      <a:pt x="4" y="10"/>
                    </a:lnTo>
                    <a:lnTo>
                      <a:pt x="4" y="9"/>
                    </a:lnTo>
                    <a:lnTo>
                      <a:pt x="4" y="8"/>
                    </a:lnTo>
                    <a:lnTo>
                      <a:pt x="4" y="5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5" y="2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6" y="7"/>
                    </a:lnTo>
                    <a:lnTo>
                      <a:pt x="6" y="11"/>
                    </a:lnTo>
                    <a:lnTo>
                      <a:pt x="6" y="17"/>
                    </a:lnTo>
                    <a:lnTo>
                      <a:pt x="7" y="22"/>
                    </a:lnTo>
                    <a:lnTo>
                      <a:pt x="7" y="2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90" name="Freeform 835"/>
              <p:cNvSpPr/>
              <p:nvPr/>
            </p:nvSpPr>
            <p:spPr bwMode="auto">
              <a:xfrm>
                <a:off x="1212" y="2934"/>
                <a:ext cx="6" cy="101"/>
              </a:xfrm>
              <a:custGeom>
                <a:avLst/>
                <a:gdLst>
                  <a:gd name="T0" fmla="*/ 0 w 6"/>
                  <a:gd name="T1" fmla="*/ 0 h 101"/>
                  <a:gd name="T2" fmla="*/ 0 w 6"/>
                  <a:gd name="T3" fmla="*/ 3 h 101"/>
                  <a:gd name="T4" fmla="*/ 0 w 6"/>
                  <a:gd name="T5" fmla="*/ 8 h 101"/>
                  <a:gd name="T6" fmla="*/ 0 w 6"/>
                  <a:gd name="T7" fmla="*/ 11 h 101"/>
                  <a:gd name="T8" fmla="*/ 0 w 6"/>
                  <a:gd name="T9" fmla="*/ 11 h 101"/>
                  <a:gd name="T10" fmla="*/ 0 w 6"/>
                  <a:gd name="T11" fmla="*/ 14 h 101"/>
                  <a:gd name="T12" fmla="*/ 0 w 6"/>
                  <a:gd name="T13" fmla="*/ 19 h 101"/>
                  <a:gd name="T14" fmla="*/ 0 w 6"/>
                  <a:gd name="T15" fmla="*/ 22 h 101"/>
                  <a:gd name="T16" fmla="*/ 0 w 6"/>
                  <a:gd name="T17" fmla="*/ 23 h 101"/>
                  <a:gd name="T18" fmla="*/ 1 w 6"/>
                  <a:gd name="T19" fmla="*/ 24 h 101"/>
                  <a:gd name="T20" fmla="*/ 1 w 6"/>
                  <a:gd name="T21" fmla="*/ 27 h 101"/>
                  <a:gd name="T22" fmla="*/ 1 w 6"/>
                  <a:gd name="T23" fmla="*/ 30 h 101"/>
                  <a:gd name="T24" fmla="*/ 1 w 6"/>
                  <a:gd name="T25" fmla="*/ 33 h 101"/>
                  <a:gd name="T26" fmla="*/ 1 w 6"/>
                  <a:gd name="T27" fmla="*/ 39 h 101"/>
                  <a:gd name="T28" fmla="*/ 1 w 6"/>
                  <a:gd name="T29" fmla="*/ 47 h 101"/>
                  <a:gd name="T30" fmla="*/ 2 w 6"/>
                  <a:gd name="T31" fmla="*/ 53 h 101"/>
                  <a:gd name="T32" fmla="*/ 2 w 6"/>
                  <a:gd name="T33" fmla="*/ 58 h 101"/>
                  <a:gd name="T34" fmla="*/ 2 w 6"/>
                  <a:gd name="T35" fmla="*/ 65 h 101"/>
                  <a:gd name="T36" fmla="*/ 2 w 6"/>
                  <a:gd name="T37" fmla="*/ 72 h 101"/>
                  <a:gd name="T38" fmla="*/ 2 w 6"/>
                  <a:gd name="T39" fmla="*/ 76 h 101"/>
                  <a:gd name="T40" fmla="*/ 2 w 6"/>
                  <a:gd name="T41" fmla="*/ 80 h 101"/>
                  <a:gd name="T42" fmla="*/ 2 w 6"/>
                  <a:gd name="T43" fmla="*/ 84 h 101"/>
                  <a:gd name="T44" fmla="*/ 2 w 6"/>
                  <a:gd name="T45" fmla="*/ 85 h 101"/>
                  <a:gd name="T46" fmla="*/ 2 w 6"/>
                  <a:gd name="T47" fmla="*/ 84 h 101"/>
                  <a:gd name="T48" fmla="*/ 2 w 6"/>
                  <a:gd name="T49" fmla="*/ 84 h 101"/>
                  <a:gd name="T50" fmla="*/ 3 w 6"/>
                  <a:gd name="T51" fmla="*/ 86 h 101"/>
                  <a:gd name="T52" fmla="*/ 3 w 6"/>
                  <a:gd name="T53" fmla="*/ 85 h 101"/>
                  <a:gd name="T54" fmla="*/ 3 w 6"/>
                  <a:gd name="T55" fmla="*/ 85 h 101"/>
                  <a:gd name="T56" fmla="*/ 3 w 6"/>
                  <a:gd name="T57" fmla="*/ 86 h 101"/>
                  <a:gd name="T58" fmla="*/ 3 w 6"/>
                  <a:gd name="T59" fmla="*/ 87 h 101"/>
                  <a:gd name="T60" fmla="*/ 3 w 6"/>
                  <a:gd name="T61" fmla="*/ 86 h 101"/>
                  <a:gd name="T62" fmla="*/ 4 w 6"/>
                  <a:gd name="T63" fmla="*/ 85 h 101"/>
                  <a:gd name="T64" fmla="*/ 4 w 6"/>
                  <a:gd name="T65" fmla="*/ 86 h 101"/>
                  <a:gd name="T66" fmla="*/ 4 w 6"/>
                  <a:gd name="T67" fmla="*/ 87 h 101"/>
                  <a:gd name="T68" fmla="*/ 4 w 6"/>
                  <a:gd name="T69" fmla="*/ 87 h 101"/>
                  <a:gd name="T70" fmla="*/ 4 w 6"/>
                  <a:gd name="T71" fmla="*/ 86 h 101"/>
                  <a:gd name="T72" fmla="*/ 4 w 6"/>
                  <a:gd name="T73" fmla="*/ 84 h 101"/>
                  <a:gd name="T74" fmla="*/ 4 w 6"/>
                  <a:gd name="T75" fmla="*/ 84 h 101"/>
                  <a:gd name="T76" fmla="*/ 4 w 6"/>
                  <a:gd name="T77" fmla="*/ 85 h 101"/>
                  <a:gd name="T78" fmla="*/ 4 w 6"/>
                  <a:gd name="T79" fmla="*/ 84 h 101"/>
                  <a:gd name="T80" fmla="*/ 5 w 6"/>
                  <a:gd name="T81" fmla="*/ 86 h 101"/>
                  <a:gd name="T82" fmla="*/ 5 w 6"/>
                  <a:gd name="T83" fmla="*/ 88 h 101"/>
                  <a:gd name="T84" fmla="*/ 5 w 6"/>
                  <a:gd name="T85" fmla="*/ 89 h 101"/>
                  <a:gd name="T86" fmla="*/ 5 w 6"/>
                  <a:gd name="T87" fmla="*/ 90 h 101"/>
                  <a:gd name="T88" fmla="*/ 5 w 6"/>
                  <a:gd name="T89" fmla="*/ 92 h 101"/>
                  <a:gd name="T90" fmla="*/ 5 w 6"/>
                  <a:gd name="T91" fmla="*/ 95 h 101"/>
                  <a:gd name="T92" fmla="*/ 5 w 6"/>
                  <a:gd name="T93" fmla="*/ 98 h 101"/>
                  <a:gd name="T94" fmla="*/ 5 w 6"/>
                  <a:gd name="T95" fmla="*/ 99 h 101"/>
                  <a:gd name="T96" fmla="*/ 5 w 6"/>
                  <a:gd name="T97" fmla="*/ 101 h 101"/>
                  <a:gd name="T98" fmla="*/ 6 w 6"/>
                  <a:gd name="T99" fmla="*/ 101 h 101"/>
                  <a:gd name="T100" fmla="*/ 6 w 6"/>
                  <a:gd name="T101" fmla="*/ 101 h 101"/>
                  <a:gd name="T102" fmla="*/ 6 w 6"/>
                  <a:gd name="T103" fmla="*/ 10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01">
                    <a:moveTo>
                      <a:pt x="0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9"/>
                    </a:lnTo>
                    <a:lnTo>
                      <a:pt x="0" y="22"/>
                    </a:lnTo>
                    <a:lnTo>
                      <a:pt x="0" y="23"/>
                    </a:lnTo>
                    <a:lnTo>
                      <a:pt x="1" y="24"/>
                    </a:lnTo>
                    <a:lnTo>
                      <a:pt x="1" y="27"/>
                    </a:lnTo>
                    <a:lnTo>
                      <a:pt x="1" y="30"/>
                    </a:lnTo>
                    <a:lnTo>
                      <a:pt x="1" y="33"/>
                    </a:lnTo>
                    <a:lnTo>
                      <a:pt x="1" y="39"/>
                    </a:lnTo>
                    <a:lnTo>
                      <a:pt x="1" y="47"/>
                    </a:lnTo>
                    <a:lnTo>
                      <a:pt x="2" y="53"/>
                    </a:lnTo>
                    <a:lnTo>
                      <a:pt x="2" y="58"/>
                    </a:lnTo>
                    <a:lnTo>
                      <a:pt x="2" y="65"/>
                    </a:lnTo>
                    <a:lnTo>
                      <a:pt x="2" y="72"/>
                    </a:lnTo>
                    <a:lnTo>
                      <a:pt x="2" y="76"/>
                    </a:lnTo>
                    <a:lnTo>
                      <a:pt x="2" y="80"/>
                    </a:lnTo>
                    <a:lnTo>
                      <a:pt x="2" y="84"/>
                    </a:lnTo>
                    <a:lnTo>
                      <a:pt x="2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3" y="86"/>
                    </a:lnTo>
                    <a:lnTo>
                      <a:pt x="3" y="85"/>
                    </a:lnTo>
                    <a:lnTo>
                      <a:pt x="3" y="85"/>
                    </a:lnTo>
                    <a:lnTo>
                      <a:pt x="3" y="86"/>
                    </a:lnTo>
                    <a:lnTo>
                      <a:pt x="3" y="87"/>
                    </a:lnTo>
                    <a:lnTo>
                      <a:pt x="3" y="86"/>
                    </a:lnTo>
                    <a:lnTo>
                      <a:pt x="4" y="85"/>
                    </a:lnTo>
                    <a:lnTo>
                      <a:pt x="4" y="86"/>
                    </a:lnTo>
                    <a:lnTo>
                      <a:pt x="4" y="87"/>
                    </a:lnTo>
                    <a:lnTo>
                      <a:pt x="4" y="87"/>
                    </a:lnTo>
                    <a:lnTo>
                      <a:pt x="4" y="86"/>
                    </a:lnTo>
                    <a:lnTo>
                      <a:pt x="4" y="84"/>
                    </a:lnTo>
                    <a:lnTo>
                      <a:pt x="4" y="84"/>
                    </a:lnTo>
                    <a:lnTo>
                      <a:pt x="4" y="85"/>
                    </a:lnTo>
                    <a:lnTo>
                      <a:pt x="4" y="84"/>
                    </a:lnTo>
                    <a:lnTo>
                      <a:pt x="5" y="86"/>
                    </a:lnTo>
                    <a:lnTo>
                      <a:pt x="5" y="88"/>
                    </a:lnTo>
                    <a:lnTo>
                      <a:pt x="5" y="89"/>
                    </a:lnTo>
                    <a:lnTo>
                      <a:pt x="5" y="90"/>
                    </a:lnTo>
                    <a:lnTo>
                      <a:pt x="5" y="92"/>
                    </a:lnTo>
                    <a:lnTo>
                      <a:pt x="5" y="95"/>
                    </a:lnTo>
                    <a:lnTo>
                      <a:pt x="5" y="98"/>
                    </a:lnTo>
                    <a:lnTo>
                      <a:pt x="5" y="99"/>
                    </a:lnTo>
                    <a:lnTo>
                      <a:pt x="5" y="101"/>
                    </a:lnTo>
                    <a:lnTo>
                      <a:pt x="6" y="101"/>
                    </a:lnTo>
                    <a:lnTo>
                      <a:pt x="6" y="101"/>
                    </a:lnTo>
                    <a:lnTo>
                      <a:pt x="6" y="10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91" name="Freeform 836"/>
              <p:cNvSpPr/>
              <p:nvPr/>
            </p:nvSpPr>
            <p:spPr bwMode="auto">
              <a:xfrm>
                <a:off x="1218" y="2964"/>
                <a:ext cx="6" cy="81"/>
              </a:xfrm>
              <a:custGeom>
                <a:avLst/>
                <a:gdLst>
                  <a:gd name="T0" fmla="*/ 0 w 6"/>
                  <a:gd name="T1" fmla="*/ 71 h 81"/>
                  <a:gd name="T2" fmla="*/ 0 w 6"/>
                  <a:gd name="T3" fmla="*/ 70 h 81"/>
                  <a:gd name="T4" fmla="*/ 0 w 6"/>
                  <a:gd name="T5" fmla="*/ 72 h 81"/>
                  <a:gd name="T6" fmla="*/ 0 w 6"/>
                  <a:gd name="T7" fmla="*/ 74 h 81"/>
                  <a:gd name="T8" fmla="*/ 0 w 6"/>
                  <a:gd name="T9" fmla="*/ 74 h 81"/>
                  <a:gd name="T10" fmla="*/ 1 w 6"/>
                  <a:gd name="T11" fmla="*/ 72 h 81"/>
                  <a:gd name="T12" fmla="*/ 1 w 6"/>
                  <a:gd name="T13" fmla="*/ 75 h 81"/>
                  <a:gd name="T14" fmla="*/ 1 w 6"/>
                  <a:gd name="T15" fmla="*/ 78 h 81"/>
                  <a:gd name="T16" fmla="*/ 1 w 6"/>
                  <a:gd name="T17" fmla="*/ 77 h 81"/>
                  <a:gd name="T18" fmla="*/ 1 w 6"/>
                  <a:gd name="T19" fmla="*/ 77 h 81"/>
                  <a:gd name="T20" fmla="*/ 1 w 6"/>
                  <a:gd name="T21" fmla="*/ 80 h 81"/>
                  <a:gd name="T22" fmla="*/ 1 w 6"/>
                  <a:gd name="T23" fmla="*/ 81 h 81"/>
                  <a:gd name="T24" fmla="*/ 1 w 6"/>
                  <a:gd name="T25" fmla="*/ 79 h 81"/>
                  <a:gd name="T26" fmla="*/ 1 w 6"/>
                  <a:gd name="T27" fmla="*/ 78 h 81"/>
                  <a:gd name="T28" fmla="*/ 2 w 6"/>
                  <a:gd name="T29" fmla="*/ 79 h 81"/>
                  <a:gd name="T30" fmla="*/ 2 w 6"/>
                  <a:gd name="T31" fmla="*/ 78 h 81"/>
                  <a:gd name="T32" fmla="*/ 2 w 6"/>
                  <a:gd name="T33" fmla="*/ 75 h 81"/>
                  <a:gd name="T34" fmla="*/ 2 w 6"/>
                  <a:gd name="T35" fmla="*/ 75 h 81"/>
                  <a:gd name="T36" fmla="*/ 2 w 6"/>
                  <a:gd name="T37" fmla="*/ 75 h 81"/>
                  <a:gd name="T38" fmla="*/ 2 w 6"/>
                  <a:gd name="T39" fmla="*/ 73 h 81"/>
                  <a:gd name="T40" fmla="*/ 3 w 6"/>
                  <a:gd name="T41" fmla="*/ 71 h 81"/>
                  <a:gd name="T42" fmla="*/ 3 w 6"/>
                  <a:gd name="T43" fmla="*/ 74 h 81"/>
                  <a:gd name="T44" fmla="*/ 3 w 6"/>
                  <a:gd name="T45" fmla="*/ 76 h 81"/>
                  <a:gd name="T46" fmla="*/ 3 w 6"/>
                  <a:gd name="T47" fmla="*/ 74 h 81"/>
                  <a:gd name="T48" fmla="*/ 3 w 6"/>
                  <a:gd name="T49" fmla="*/ 74 h 81"/>
                  <a:gd name="T50" fmla="*/ 3 w 6"/>
                  <a:gd name="T51" fmla="*/ 76 h 81"/>
                  <a:gd name="T52" fmla="*/ 3 w 6"/>
                  <a:gd name="T53" fmla="*/ 74 h 81"/>
                  <a:gd name="T54" fmla="*/ 3 w 6"/>
                  <a:gd name="T55" fmla="*/ 72 h 81"/>
                  <a:gd name="T56" fmla="*/ 3 w 6"/>
                  <a:gd name="T57" fmla="*/ 75 h 81"/>
                  <a:gd name="T58" fmla="*/ 4 w 6"/>
                  <a:gd name="T59" fmla="*/ 78 h 81"/>
                  <a:gd name="T60" fmla="*/ 4 w 6"/>
                  <a:gd name="T61" fmla="*/ 71 h 81"/>
                  <a:gd name="T62" fmla="*/ 4 w 6"/>
                  <a:gd name="T63" fmla="*/ 64 h 81"/>
                  <a:gd name="T64" fmla="*/ 4 w 6"/>
                  <a:gd name="T65" fmla="*/ 64 h 81"/>
                  <a:gd name="T66" fmla="*/ 4 w 6"/>
                  <a:gd name="T67" fmla="*/ 62 h 81"/>
                  <a:gd name="T68" fmla="*/ 4 w 6"/>
                  <a:gd name="T69" fmla="*/ 56 h 81"/>
                  <a:gd name="T70" fmla="*/ 4 w 6"/>
                  <a:gd name="T71" fmla="*/ 54 h 81"/>
                  <a:gd name="T72" fmla="*/ 4 w 6"/>
                  <a:gd name="T73" fmla="*/ 55 h 81"/>
                  <a:gd name="T74" fmla="*/ 4 w 6"/>
                  <a:gd name="T75" fmla="*/ 51 h 81"/>
                  <a:gd name="T76" fmla="*/ 4 w 6"/>
                  <a:gd name="T77" fmla="*/ 45 h 81"/>
                  <a:gd name="T78" fmla="*/ 5 w 6"/>
                  <a:gd name="T79" fmla="*/ 48 h 81"/>
                  <a:gd name="T80" fmla="*/ 5 w 6"/>
                  <a:gd name="T81" fmla="*/ 52 h 81"/>
                  <a:gd name="T82" fmla="*/ 5 w 6"/>
                  <a:gd name="T83" fmla="*/ 50 h 81"/>
                  <a:gd name="T84" fmla="*/ 5 w 6"/>
                  <a:gd name="T85" fmla="*/ 44 h 81"/>
                  <a:gd name="T86" fmla="*/ 5 w 6"/>
                  <a:gd name="T87" fmla="*/ 41 h 81"/>
                  <a:gd name="T88" fmla="*/ 5 w 6"/>
                  <a:gd name="T89" fmla="*/ 36 h 81"/>
                  <a:gd name="T90" fmla="*/ 6 w 6"/>
                  <a:gd name="T91" fmla="*/ 27 h 81"/>
                  <a:gd name="T92" fmla="*/ 6 w 6"/>
                  <a:gd name="T93" fmla="*/ 19 h 81"/>
                  <a:gd name="T94" fmla="*/ 6 w 6"/>
                  <a:gd name="T95" fmla="*/ 17 h 81"/>
                  <a:gd name="T96" fmla="*/ 6 w 6"/>
                  <a:gd name="T97" fmla="*/ 14 h 81"/>
                  <a:gd name="T98" fmla="*/ 6 w 6"/>
                  <a:gd name="T99" fmla="*/ 7 h 81"/>
                  <a:gd name="T100" fmla="*/ 6 w 6"/>
                  <a:gd name="T101" fmla="*/ 0 h 81"/>
                  <a:gd name="T102" fmla="*/ 6 w 6"/>
                  <a:gd name="T103" fmla="*/ 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1">
                    <a:moveTo>
                      <a:pt x="0" y="71"/>
                    </a:moveTo>
                    <a:lnTo>
                      <a:pt x="0" y="70"/>
                    </a:lnTo>
                    <a:lnTo>
                      <a:pt x="0" y="72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1" y="72"/>
                    </a:lnTo>
                    <a:lnTo>
                      <a:pt x="1" y="75"/>
                    </a:lnTo>
                    <a:lnTo>
                      <a:pt x="1" y="78"/>
                    </a:lnTo>
                    <a:lnTo>
                      <a:pt x="1" y="77"/>
                    </a:lnTo>
                    <a:lnTo>
                      <a:pt x="1" y="77"/>
                    </a:lnTo>
                    <a:lnTo>
                      <a:pt x="1" y="80"/>
                    </a:lnTo>
                    <a:lnTo>
                      <a:pt x="1" y="81"/>
                    </a:lnTo>
                    <a:lnTo>
                      <a:pt x="1" y="79"/>
                    </a:lnTo>
                    <a:lnTo>
                      <a:pt x="1" y="78"/>
                    </a:lnTo>
                    <a:lnTo>
                      <a:pt x="2" y="79"/>
                    </a:lnTo>
                    <a:lnTo>
                      <a:pt x="2" y="78"/>
                    </a:lnTo>
                    <a:lnTo>
                      <a:pt x="2" y="75"/>
                    </a:lnTo>
                    <a:lnTo>
                      <a:pt x="2" y="75"/>
                    </a:lnTo>
                    <a:lnTo>
                      <a:pt x="2" y="75"/>
                    </a:lnTo>
                    <a:lnTo>
                      <a:pt x="2" y="73"/>
                    </a:lnTo>
                    <a:lnTo>
                      <a:pt x="3" y="71"/>
                    </a:lnTo>
                    <a:lnTo>
                      <a:pt x="3" y="74"/>
                    </a:lnTo>
                    <a:lnTo>
                      <a:pt x="3" y="76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6"/>
                    </a:lnTo>
                    <a:lnTo>
                      <a:pt x="3" y="74"/>
                    </a:lnTo>
                    <a:lnTo>
                      <a:pt x="3" y="72"/>
                    </a:lnTo>
                    <a:lnTo>
                      <a:pt x="3" y="75"/>
                    </a:lnTo>
                    <a:lnTo>
                      <a:pt x="4" y="78"/>
                    </a:lnTo>
                    <a:lnTo>
                      <a:pt x="4" y="71"/>
                    </a:lnTo>
                    <a:lnTo>
                      <a:pt x="4" y="64"/>
                    </a:lnTo>
                    <a:lnTo>
                      <a:pt x="4" y="64"/>
                    </a:lnTo>
                    <a:lnTo>
                      <a:pt x="4" y="62"/>
                    </a:lnTo>
                    <a:lnTo>
                      <a:pt x="4" y="56"/>
                    </a:lnTo>
                    <a:lnTo>
                      <a:pt x="4" y="54"/>
                    </a:lnTo>
                    <a:lnTo>
                      <a:pt x="4" y="55"/>
                    </a:lnTo>
                    <a:lnTo>
                      <a:pt x="4" y="51"/>
                    </a:lnTo>
                    <a:lnTo>
                      <a:pt x="4" y="45"/>
                    </a:lnTo>
                    <a:lnTo>
                      <a:pt x="5" y="48"/>
                    </a:lnTo>
                    <a:lnTo>
                      <a:pt x="5" y="52"/>
                    </a:lnTo>
                    <a:lnTo>
                      <a:pt x="5" y="50"/>
                    </a:lnTo>
                    <a:lnTo>
                      <a:pt x="5" y="44"/>
                    </a:lnTo>
                    <a:lnTo>
                      <a:pt x="5" y="41"/>
                    </a:lnTo>
                    <a:lnTo>
                      <a:pt x="5" y="36"/>
                    </a:lnTo>
                    <a:lnTo>
                      <a:pt x="6" y="27"/>
                    </a:lnTo>
                    <a:lnTo>
                      <a:pt x="6" y="19"/>
                    </a:lnTo>
                    <a:lnTo>
                      <a:pt x="6" y="17"/>
                    </a:lnTo>
                    <a:lnTo>
                      <a:pt x="6" y="14"/>
                    </a:lnTo>
                    <a:lnTo>
                      <a:pt x="6" y="7"/>
                    </a:lnTo>
                    <a:lnTo>
                      <a:pt x="6" y="0"/>
                    </a:lnTo>
                    <a:lnTo>
                      <a:pt x="6" y="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92" name="Freeform 837"/>
              <p:cNvSpPr/>
              <p:nvPr/>
            </p:nvSpPr>
            <p:spPr bwMode="auto">
              <a:xfrm>
                <a:off x="1224" y="2939"/>
                <a:ext cx="7" cy="28"/>
              </a:xfrm>
              <a:custGeom>
                <a:avLst/>
                <a:gdLst>
                  <a:gd name="T0" fmla="*/ 0 w 7"/>
                  <a:gd name="T1" fmla="*/ 25 h 28"/>
                  <a:gd name="T2" fmla="*/ 0 w 7"/>
                  <a:gd name="T3" fmla="*/ 26 h 28"/>
                  <a:gd name="T4" fmla="*/ 0 w 7"/>
                  <a:gd name="T5" fmla="*/ 28 h 28"/>
                  <a:gd name="T6" fmla="*/ 0 w 7"/>
                  <a:gd name="T7" fmla="*/ 24 h 28"/>
                  <a:gd name="T8" fmla="*/ 1 w 7"/>
                  <a:gd name="T9" fmla="*/ 24 h 28"/>
                  <a:gd name="T10" fmla="*/ 1 w 7"/>
                  <a:gd name="T11" fmla="*/ 27 h 28"/>
                  <a:gd name="T12" fmla="*/ 1 w 7"/>
                  <a:gd name="T13" fmla="*/ 23 h 28"/>
                  <a:gd name="T14" fmla="*/ 1 w 7"/>
                  <a:gd name="T15" fmla="*/ 18 h 28"/>
                  <a:gd name="T16" fmla="*/ 1 w 7"/>
                  <a:gd name="T17" fmla="*/ 20 h 28"/>
                  <a:gd name="T18" fmla="*/ 1 w 7"/>
                  <a:gd name="T19" fmla="*/ 22 h 28"/>
                  <a:gd name="T20" fmla="*/ 2 w 7"/>
                  <a:gd name="T21" fmla="*/ 14 h 28"/>
                  <a:gd name="T22" fmla="*/ 2 w 7"/>
                  <a:gd name="T23" fmla="*/ 9 h 28"/>
                  <a:gd name="T24" fmla="*/ 2 w 7"/>
                  <a:gd name="T25" fmla="*/ 11 h 28"/>
                  <a:gd name="T26" fmla="*/ 2 w 7"/>
                  <a:gd name="T27" fmla="*/ 9 h 28"/>
                  <a:gd name="T28" fmla="*/ 2 w 7"/>
                  <a:gd name="T29" fmla="*/ 2 h 28"/>
                  <a:gd name="T30" fmla="*/ 2 w 7"/>
                  <a:gd name="T31" fmla="*/ 1 h 28"/>
                  <a:gd name="T32" fmla="*/ 2 w 7"/>
                  <a:gd name="T33" fmla="*/ 3 h 28"/>
                  <a:gd name="T34" fmla="*/ 2 w 7"/>
                  <a:gd name="T35" fmla="*/ 1 h 28"/>
                  <a:gd name="T36" fmla="*/ 2 w 7"/>
                  <a:gd name="T37" fmla="*/ 0 h 28"/>
                  <a:gd name="T38" fmla="*/ 3 w 7"/>
                  <a:gd name="T39" fmla="*/ 4 h 28"/>
                  <a:gd name="T40" fmla="*/ 3 w 7"/>
                  <a:gd name="T41" fmla="*/ 7 h 28"/>
                  <a:gd name="T42" fmla="*/ 3 w 7"/>
                  <a:gd name="T43" fmla="*/ 7 h 28"/>
                  <a:gd name="T44" fmla="*/ 3 w 7"/>
                  <a:gd name="T45" fmla="*/ 7 h 28"/>
                  <a:gd name="T46" fmla="*/ 3 w 7"/>
                  <a:gd name="T47" fmla="*/ 11 h 28"/>
                  <a:gd name="T48" fmla="*/ 3 w 7"/>
                  <a:gd name="T49" fmla="*/ 15 h 28"/>
                  <a:gd name="T50" fmla="*/ 3 w 7"/>
                  <a:gd name="T51" fmla="*/ 15 h 28"/>
                  <a:gd name="T52" fmla="*/ 3 w 7"/>
                  <a:gd name="T53" fmla="*/ 15 h 28"/>
                  <a:gd name="T54" fmla="*/ 3 w 7"/>
                  <a:gd name="T55" fmla="*/ 18 h 28"/>
                  <a:gd name="T56" fmla="*/ 4 w 7"/>
                  <a:gd name="T57" fmla="*/ 21 h 28"/>
                  <a:gd name="T58" fmla="*/ 4 w 7"/>
                  <a:gd name="T59" fmla="*/ 21 h 28"/>
                  <a:gd name="T60" fmla="*/ 4 w 7"/>
                  <a:gd name="T61" fmla="*/ 22 h 28"/>
                  <a:gd name="T62" fmla="*/ 4 w 7"/>
                  <a:gd name="T63" fmla="*/ 26 h 28"/>
                  <a:gd name="T64" fmla="*/ 4 w 7"/>
                  <a:gd name="T65" fmla="*/ 27 h 28"/>
                  <a:gd name="T66" fmla="*/ 4 w 7"/>
                  <a:gd name="T67" fmla="*/ 25 h 28"/>
                  <a:gd name="T68" fmla="*/ 5 w 7"/>
                  <a:gd name="T69" fmla="*/ 25 h 28"/>
                  <a:gd name="T70" fmla="*/ 5 w 7"/>
                  <a:gd name="T71" fmla="*/ 27 h 28"/>
                  <a:gd name="T72" fmla="*/ 5 w 7"/>
                  <a:gd name="T73" fmla="*/ 27 h 28"/>
                  <a:gd name="T74" fmla="*/ 5 w 7"/>
                  <a:gd name="T75" fmla="*/ 27 h 28"/>
                  <a:gd name="T76" fmla="*/ 5 w 7"/>
                  <a:gd name="T77" fmla="*/ 27 h 28"/>
                  <a:gd name="T78" fmla="*/ 5 w 7"/>
                  <a:gd name="T79" fmla="*/ 27 h 28"/>
                  <a:gd name="T80" fmla="*/ 5 w 7"/>
                  <a:gd name="T81" fmla="*/ 25 h 28"/>
                  <a:gd name="T82" fmla="*/ 5 w 7"/>
                  <a:gd name="T83" fmla="*/ 24 h 28"/>
                  <a:gd name="T84" fmla="*/ 5 w 7"/>
                  <a:gd name="T85" fmla="*/ 22 h 28"/>
                  <a:gd name="T86" fmla="*/ 6 w 7"/>
                  <a:gd name="T87" fmla="*/ 20 h 28"/>
                  <a:gd name="T88" fmla="*/ 6 w 7"/>
                  <a:gd name="T89" fmla="*/ 19 h 28"/>
                  <a:gd name="T90" fmla="*/ 6 w 7"/>
                  <a:gd name="T91" fmla="*/ 18 h 28"/>
                  <a:gd name="T92" fmla="*/ 6 w 7"/>
                  <a:gd name="T93" fmla="*/ 15 h 28"/>
                  <a:gd name="T94" fmla="*/ 6 w 7"/>
                  <a:gd name="T95" fmla="*/ 12 h 28"/>
                  <a:gd name="T96" fmla="*/ 6 w 7"/>
                  <a:gd name="T97" fmla="*/ 9 h 28"/>
                  <a:gd name="T98" fmla="*/ 7 w 7"/>
                  <a:gd name="T99" fmla="*/ 7 h 28"/>
                  <a:gd name="T100" fmla="*/ 7 w 7"/>
                  <a:gd name="T101" fmla="*/ 5 h 28"/>
                  <a:gd name="T102" fmla="*/ 7 w 7"/>
                  <a:gd name="T103" fmla="*/ 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8">
                    <a:moveTo>
                      <a:pt x="0" y="25"/>
                    </a:moveTo>
                    <a:lnTo>
                      <a:pt x="0" y="26"/>
                    </a:lnTo>
                    <a:lnTo>
                      <a:pt x="0" y="28"/>
                    </a:lnTo>
                    <a:lnTo>
                      <a:pt x="0" y="24"/>
                    </a:lnTo>
                    <a:lnTo>
                      <a:pt x="1" y="24"/>
                    </a:lnTo>
                    <a:lnTo>
                      <a:pt x="1" y="27"/>
                    </a:lnTo>
                    <a:lnTo>
                      <a:pt x="1" y="23"/>
                    </a:lnTo>
                    <a:lnTo>
                      <a:pt x="1" y="18"/>
                    </a:lnTo>
                    <a:lnTo>
                      <a:pt x="1" y="20"/>
                    </a:lnTo>
                    <a:lnTo>
                      <a:pt x="1" y="22"/>
                    </a:lnTo>
                    <a:lnTo>
                      <a:pt x="2" y="14"/>
                    </a:lnTo>
                    <a:lnTo>
                      <a:pt x="2" y="9"/>
                    </a:lnTo>
                    <a:lnTo>
                      <a:pt x="2" y="11"/>
                    </a:lnTo>
                    <a:lnTo>
                      <a:pt x="2" y="9"/>
                    </a:lnTo>
                    <a:lnTo>
                      <a:pt x="2" y="2"/>
                    </a:lnTo>
                    <a:lnTo>
                      <a:pt x="2" y="1"/>
                    </a:lnTo>
                    <a:lnTo>
                      <a:pt x="2" y="3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4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3" y="11"/>
                    </a:lnTo>
                    <a:lnTo>
                      <a:pt x="3" y="15"/>
                    </a:lnTo>
                    <a:lnTo>
                      <a:pt x="3" y="15"/>
                    </a:lnTo>
                    <a:lnTo>
                      <a:pt x="3" y="15"/>
                    </a:lnTo>
                    <a:lnTo>
                      <a:pt x="3" y="18"/>
                    </a:lnTo>
                    <a:lnTo>
                      <a:pt x="4" y="21"/>
                    </a:lnTo>
                    <a:lnTo>
                      <a:pt x="4" y="21"/>
                    </a:lnTo>
                    <a:lnTo>
                      <a:pt x="4" y="22"/>
                    </a:lnTo>
                    <a:lnTo>
                      <a:pt x="4" y="26"/>
                    </a:lnTo>
                    <a:lnTo>
                      <a:pt x="4" y="27"/>
                    </a:lnTo>
                    <a:lnTo>
                      <a:pt x="4" y="25"/>
                    </a:lnTo>
                    <a:lnTo>
                      <a:pt x="5" y="25"/>
                    </a:lnTo>
                    <a:lnTo>
                      <a:pt x="5" y="27"/>
                    </a:lnTo>
                    <a:lnTo>
                      <a:pt x="5" y="27"/>
                    </a:lnTo>
                    <a:lnTo>
                      <a:pt x="5" y="27"/>
                    </a:lnTo>
                    <a:lnTo>
                      <a:pt x="5" y="27"/>
                    </a:lnTo>
                    <a:lnTo>
                      <a:pt x="5" y="27"/>
                    </a:lnTo>
                    <a:lnTo>
                      <a:pt x="5" y="25"/>
                    </a:lnTo>
                    <a:lnTo>
                      <a:pt x="5" y="24"/>
                    </a:lnTo>
                    <a:lnTo>
                      <a:pt x="5" y="22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6" y="9"/>
                    </a:lnTo>
                    <a:lnTo>
                      <a:pt x="7" y="7"/>
                    </a:lnTo>
                    <a:lnTo>
                      <a:pt x="7" y="5"/>
                    </a:lnTo>
                    <a:lnTo>
                      <a:pt x="7" y="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93" name="Freeform 838"/>
              <p:cNvSpPr/>
              <p:nvPr/>
            </p:nvSpPr>
            <p:spPr bwMode="auto">
              <a:xfrm>
                <a:off x="1231" y="2892"/>
                <a:ext cx="6" cy="63"/>
              </a:xfrm>
              <a:custGeom>
                <a:avLst/>
                <a:gdLst>
                  <a:gd name="T0" fmla="*/ 0 w 6"/>
                  <a:gd name="T1" fmla="*/ 52 h 63"/>
                  <a:gd name="T2" fmla="*/ 0 w 6"/>
                  <a:gd name="T3" fmla="*/ 50 h 63"/>
                  <a:gd name="T4" fmla="*/ 0 w 6"/>
                  <a:gd name="T5" fmla="*/ 48 h 63"/>
                  <a:gd name="T6" fmla="*/ 0 w 6"/>
                  <a:gd name="T7" fmla="*/ 47 h 63"/>
                  <a:gd name="T8" fmla="*/ 0 w 6"/>
                  <a:gd name="T9" fmla="*/ 46 h 63"/>
                  <a:gd name="T10" fmla="*/ 0 w 6"/>
                  <a:gd name="T11" fmla="*/ 44 h 63"/>
                  <a:gd name="T12" fmla="*/ 0 w 6"/>
                  <a:gd name="T13" fmla="*/ 44 h 63"/>
                  <a:gd name="T14" fmla="*/ 0 w 6"/>
                  <a:gd name="T15" fmla="*/ 44 h 63"/>
                  <a:gd name="T16" fmla="*/ 0 w 6"/>
                  <a:gd name="T17" fmla="*/ 43 h 63"/>
                  <a:gd name="T18" fmla="*/ 1 w 6"/>
                  <a:gd name="T19" fmla="*/ 40 h 63"/>
                  <a:gd name="T20" fmla="*/ 1 w 6"/>
                  <a:gd name="T21" fmla="*/ 39 h 63"/>
                  <a:gd name="T22" fmla="*/ 1 w 6"/>
                  <a:gd name="T23" fmla="*/ 40 h 63"/>
                  <a:gd name="T24" fmla="*/ 1 w 6"/>
                  <a:gd name="T25" fmla="*/ 42 h 63"/>
                  <a:gd name="T26" fmla="*/ 1 w 6"/>
                  <a:gd name="T27" fmla="*/ 42 h 63"/>
                  <a:gd name="T28" fmla="*/ 1 w 6"/>
                  <a:gd name="T29" fmla="*/ 42 h 63"/>
                  <a:gd name="T30" fmla="*/ 1 w 6"/>
                  <a:gd name="T31" fmla="*/ 40 h 63"/>
                  <a:gd name="T32" fmla="*/ 1 w 6"/>
                  <a:gd name="T33" fmla="*/ 39 h 63"/>
                  <a:gd name="T34" fmla="*/ 1 w 6"/>
                  <a:gd name="T35" fmla="*/ 39 h 63"/>
                  <a:gd name="T36" fmla="*/ 2 w 6"/>
                  <a:gd name="T37" fmla="*/ 40 h 63"/>
                  <a:gd name="T38" fmla="*/ 2 w 6"/>
                  <a:gd name="T39" fmla="*/ 40 h 63"/>
                  <a:gd name="T40" fmla="*/ 2 w 6"/>
                  <a:gd name="T41" fmla="*/ 39 h 63"/>
                  <a:gd name="T42" fmla="*/ 2 w 6"/>
                  <a:gd name="T43" fmla="*/ 38 h 63"/>
                  <a:gd name="T44" fmla="*/ 2 w 6"/>
                  <a:gd name="T45" fmla="*/ 38 h 63"/>
                  <a:gd name="T46" fmla="*/ 2 w 6"/>
                  <a:gd name="T47" fmla="*/ 40 h 63"/>
                  <a:gd name="T48" fmla="*/ 3 w 6"/>
                  <a:gd name="T49" fmla="*/ 43 h 63"/>
                  <a:gd name="T50" fmla="*/ 3 w 6"/>
                  <a:gd name="T51" fmla="*/ 45 h 63"/>
                  <a:gd name="T52" fmla="*/ 3 w 6"/>
                  <a:gd name="T53" fmla="*/ 47 h 63"/>
                  <a:gd name="T54" fmla="*/ 3 w 6"/>
                  <a:gd name="T55" fmla="*/ 51 h 63"/>
                  <a:gd name="T56" fmla="*/ 3 w 6"/>
                  <a:gd name="T57" fmla="*/ 53 h 63"/>
                  <a:gd name="T58" fmla="*/ 3 w 6"/>
                  <a:gd name="T59" fmla="*/ 56 h 63"/>
                  <a:gd name="T60" fmla="*/ 3 w 6"/>
                  <a:gd name="T61" fmla="*/ 60 h 63"/>
                  <a:gd name="T62" fmla="*/ 3 w 6"/>
                  <a:gd name="T63" fmla="*/ 63 h 63"/>
                  <a:gd name="T64" fmla="*/ 3 w 6"/>
                  <a:gd name="T65" fmla="*/ 62 h 63"/>
                  <a:gd name="T66" fmla="*/ 4 w 6"/>
                  <a:gd name="T67" fmla="*/ 62 h 63"/>
                  <a:gd name="T68" fmla="*/ 4 w 6"/>
                  <a:gd name="T69" fmla="*/ 63 h 63"/>
                  <a:gd name="T70" fmla="*/ 4 w 6"/>
                  <a:gd name="T71" fmla="*/ 60 h 63"/>
                  <a:gd name="T72" fmla="*/ 4 w 6"/>
                  <a:gd name="T73" fmla="*/ 55 h 63"/>
                  <a:gd name="T74" fmla="*/ 4 w 6"/>
                  <a:gd name="T75" fmla="*/ 52 h 63"/>
                  <a:gd name="T76" fmla="*/ 4 w 6"/>
                  <a:gd name="T77" fmla="*/ 50 h 63"/>
                  <a:gd name="T78" fmla="*/ 5 w 6"/>
                  <a:gd name="T79" fmla="*/ 46 h 63"/>
                  <a:gd name="T80" fmla="*/ 5 w 6"/>
                  <a:gd name="T81" fmla="*/ 43 h 63"/>
                  <a:gd name="T82" fmla="*/ 5 w 6"/>
                  <a:gd name="T83" fmla="*/ 42 h 63"/>
                  <a:gd name="T84" fmla="*/ 5 w 6"/>
                  <a:gd name="T85" fmla="*/ 40 h 63"/>
                  <a:gd name="T86" fmla="*/ 5 w 6"/>
                  <a:gd name="T87" fmla="*/ 38 h 63"/>
                  <a:gd name="T88" fmla="*/ 5 w 6"/>
                  <a:gd name="T89" fmla="*/ 35 h 63"/>
                  <a:gd name="T90" fmla="*/ 5 w 6"/>
                  <a:gd name="T91" fmla="*/ 34 h 63"/>
                  <a:gd name="T92" fmla="*/ 5 w 6"/>
                  <a:gd name="T93" fmla="*/ 30 h 63"/>
                  <a:gd name="T94" fmla="*/ 5 w 6"/>
                  <a:gd name="T95" fmla="*/ 25 h 63"/>
                  <a:gd name="T96" fmla="*/ 6 w 6"/>
                  <a:gd name="T97" fmla="*/ 18 h 63"/>
                  <a:gd name="T98" fmla="*/ 6 w 6"/>
                  <a:gd name="T99" fmla="*/ 13 h 63"/>
                  <a:gd name="T100" fmla="*/ 6 w 6"/>
                  <a:gd name="T101" fmla="*/ 8 h 63"/>
                  <a:gd name="T102" fmla="*/ 6 w 6"/>
                  <a:gd name="T103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3">
                    <a:moveTo>
                      <a:pt x="0" y="52"/>
                    </a:moveTo>
                    <a:lnTo>
                      <a:pt x="0" y="50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4"/>
                    </a:lnTo>
                    <a:lnTo>
                      <a:pt x="0" y="44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40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9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8"/>
                    </a:lnTo>
                    <a:lnTo>
                      <a:pt x="2" y="40"/>
                    </a:lnTo>
                    <a:lnTo>
                      <a:pt x="3" y="43"/>
                    </a:lnTo>
                    <a:lnTo>
                      <a:pt x="3" y="45"/>
                    </a:lnTo>
                    <a:lnTo>
                      <a:pt x="3" y="47"/>
                    </a:lnTo>
                    <a:lnTo>
                      <a:pt x="3" y="51"/>
                    </a:lnTo>
                    <a:lnTo>
                      <a:pt x="3" y="53"/>
                    </a:lnTo>
                    <a:lnTo>
                      <a:pt x="3" y="56"/>
                    </a:lnTo>
                    <a:lnTo>
                      <a:pt x="3" y="60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4" y="62"/>
                    </a:lnTo>
                    <a:lnTo>
                      <a:pt x="4" y="63"/>
                    </a:lnTo>
                    <a:lnTo>
                      <a:pt x="4" y="60"/>
                    </a:lnTo>
                    <a:lnTo>
                      <a:pt x="4" y="55"/>
                    </a:lnTo>
                    <a:lnTo>
                      <a:pt x="4" y="52"/>
                    </a:lnTo>
                    <a:lnTo>
                      <a:pt x="4" y="50"/>
                    </a:lnTo>
                    <a:lnTo>
                      <a:pt x="5" y="46"/>
                    </a:lnTo>
                    <a:lnTo>
                      <a:pt x="5" y="43"/>
                    </a:lnTo>
                    <a:lnTo>
                      <a:pt x="5" y="42"/>
                    </a:lnTo>
                    <a:lnTo>
                      <a:pt x="5" y="40"/>
                    </a:lnTo>
                    <a:lnTo>
                      <a:pt x="5" y="38"/>
                    </a:lnTo>
                    <a:lnTo>
                      <a:pt x="5" y="35"/>
                    </a:lnTo>
                    <a:lnTo>
                      <a:pt x="5" y="34"/>
                    </a:lnTo>
                    <a:lnTo>
                      <a:pt x="5" y="30"/>
                    </a:lnTo>
                    <a:lnTo>
                      <a:pt x="5" y="25"/>
                    </a:lnTo>
                    <a:lnTo>
                      <a:pt x="6" y="18"/>
                    </a:lnTo>
                    <a:lnTo>
                      <a:pt x="6" y="13"/>
                    </a:lnTo>
                    <a:lnTo>
                      <a:pt x="6" y="8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94" name="Freeform 839"/>
              <p:cNvSpPr/>
              <p:nvPr/>
            </p:nvSpPr>
            <p:spPr bwMode="auto">
              <a:xfrm>
                <a:off x="1237" y="2877"/>
                <a:ext cx="6" cy="119"/>
              </a:xfrm>
              <a:custGeom>
                <a:avLst/>
                <a:gdLst>
                  <a:gd name="T0" fmla="*/ 0 w 6"/>
                  <a:gd name="T1" fmla="*/ 23 h 119"/>
                  <a:gd name="T2" fmla="*/ 0 w 6"/>
                  <a:gd name="T3" fmla="*/ 15 h 119"/>
                  <a:gd name="T4" fmla="*/ 0 w 6"/>
                  <a:gd name="T5" fmla="*/ 8 h 119"/>
                  <a:gd name="T6" fmla="*/ 0 w 6"/>
                  <a:gd name="T7" fmla="*/ 6 h 119"/>
                  <a:gd name="T8" fmla="*/ 0 w 6"/>
                  <a:gd name="T9" fmla="*/ 3 h 119"/>
                  <a:gd name="T10" fmla="*/ 0 w 6"/>
                  <a:gd name="T11" fmla="*/ 0 h 119"/>
                  <a:gd name="T12" fmla="*/ 0 w 6"/>
                  <a:gd name="T13" fmla="*/ 0 h 119"/>
                  <a:gd name="T14" fmla="*/ 1 w 6"/>
                  <a:gd name="T15" fmla="*/ 4 h 119"/>
                  <a:gd name="T16" fmla="*/ 1 w 6"/>
                  <a:gd name="T17" fmla="*/ 7 h 119"/>
                  <a:gd name="T18" fmla="*/ 1 w 6"/>
                  <a:gd name="T19" fmla="*/ 10 h 119"/>
                  <a:gd name="T20" fmla="*/ 1 w 6"/>
                  <a:gd name="T21" fmla="*/ 15 h 119"/>
                  <a:gd name="T22" fmla="*/ 1 w 6"/>
                  <a:gd name="T23" fmla="*/ 20 h 119"/>
                  <a:gd name="T24" fmla="*/ 1 w 6"/>
                  <a:gd name="T25" fmla="*/ 22 h 119"/>
                  <a:gd name="T26" fmla="*/ 2 w 6"/>
                  <a:gd name="T27" fmla="*/ 23 h 119"/>
                  <a:gd name="T28" fmla="*/ 2 w 6"/>
                  <a:gd name="T29" fmla="*/ 26 h 119"/>
                  <a:gd name="T30" fmla="*/ 2 w 6"/>
                  <a:gd name="T31" fmla="*/ 26 h 119"/>
                  <a:gd name="T32" fmla="*/ 2 w 6"/>
                  <a:gd name="T33" fmla="*/ 25 h 119"/>
                  <a:gd name="T34" fmla="*/ 2 w 6"/>
                  <a:gd name="T35" fmla="*/ 25 h 119"/>
                  <a:gd name="T36" fmla="*/ 2 w 6"/>
                  <a:gd name="T37" fmla="*/ 25 h 119"/>
                  <a:gd name="T38" fmla="*/ 2 w 6"/>
                  <a:gd name="T39" fmla="*/ 25 h 119"/>
                  <a:gd name="T40" fmla="*/ 2 w 6"/>
                  <a:gd name="T41" fmla="*/ 27 h 119"/>
                  <a:gd name="T42" fmla="*/ 2 w 6"/>
                  <a:gd name="T43" fmla="*/ 32 h 119"/>
                  <a:gd name="T44" fmla="*/ 2 w 6"/>
                  <a:gd name="T45" fmla="*/ 38 h 119"/>
                  <a:gd name="T46" fmla="*/ 3 w 6"/>
                  <a:gd name="T47" fmla="*/ 44 h 119"/>
                  <a:gd name="T48" fmla="*/ 3 w 6"/>
                  <a:gd name="T49" fmla="*/ 50 h 119"/>
                  <a:gd name="T50" fmla="*/ 3 w 6"/>
                  <a:gd name="T51" fmla="*/ 57 h 119"/>
                  <a:gd name="T52" fmla="*/ 3 w 6"/>
                  <a:gd name="T53" fmla="*/ 65 h 119"/>
                  <a:gd name="T54" fmla="*/ 3 w 6"/>
                  <a:gd name="T55" fmla="*/ 71 h 119"/>
                  <a:gd name="T56" fmla="*/ 3 w 6"/>
                  <a:gd name="T57" fmla="*/ 77 h 119"/>
                  <a:gd name="T58" fmla="*/ 4 w 6"/>
                  <a:gd name="T59" fmla="*/ 83 h 119"/>
                  <a:gd name="T60" fmla="*/ 4 w 6"/>
                  <a:gd name="T61" fmla="*/ 88 h 119"/>
                  <a:gd name="T62" fmla="*/ 4 w 6"/>
                  <a:gd name="T63" fmla="*/ 91 h 119"/>
                  <a:gd name="T64" fmla="*/ 4 w 6"/>
                  <a:gd name="T65" fmla="*/ 94 h 119"/>
                  <a:gd name="T66" fmla="*/ 4 w 6"/>
                  <a:gd name="T67" fmla="*/ 97 h 119"/>
                  <a:gd name="T68" fmla="*/ 4 w 6"/>
                  <a:gd name="T69" fmla="*/ 99 h 119"/>
                  <a:gd name="T70" fmla="*/ 4 w 6"/>
                  <a:gd name="T71" fmla="*/ 101 h 119"/>
                  <a:gd name="T72" fmla="*/ 4 w 6"/>
                  <a:gd name="T73" fmla="*/ 102 h 119"/>
                  <a:gd name="T74" fmla="*/ 4 w 6"/>
                  <a:gd name="T75" fmla="*/ 104 h 119"/>
                  <a:gd name="T76" fmla="*/ 5 w 6"/>
                  <a:gd name="T77" fmla="*/ 106 h 119"/>
                  <a:gd name="T78" fmla="*/ 5 w 6"/>
                  <a:gd name="T79" fmla="*/ 108 h 119"/>
                  <a:gd name="T80" fmla="*/ 5 w 6"/>
                  <a:gd name="T81" fmla="*/ 109 h 119"/>
                  <a:gd name="T82" fmla="*/ 5 w 6"/>
                  <a:gd name="T83" fmla="*/ 108 h 119"/>
                  <a:gd name="T84" fmla="*/ 5 w 6"/>
                  <a:gd name="T85" fmla="*/ 107 h 119"/>
                  <a:gd name="T86" fmla="*/ 5 w 6"/>
                  <a:gd name="T87" fmla="*/ 108 h 119"/>
                  <a:gd name="T88" fmla="*/ 5 w 6"/>
                  <a:gd name="T89" fmla="*/ 110 h 119"/>
                  <a:gd name="T90" fmla="*/ 5 w 6"/>
                  <a:gd name="T91" fmla="*/ 111 h 119"/>
                  <a:gd name="T92" fmla="*/ 5 w 6"/>
                  <a:gd name="T93" fmla="*/ 112 h 119"/>
                  <a:gd name="T94" fmla="*/ 6 w 6"/>
                  <a:gd name="T95" fmla="*/ 112 h 119"/>
                  <a:gd name="T96" fmla="*/ 6 w 6"/>
                  <a:gd name="T97" fmla="*/ 111 h 119"/>
                  <a:gd name="T98" fmla="*/ 6 w 6"/>
                  <a:gd name="T99" fmla="*/ 111 h 119"/>
                  <a:gd name="T100" fmla="*/ 6 w 6"/>
                  <a:gd name="T101" fmla="*/ 115 h 119"/>
                  <a:gd name="T102" fmla="*/ 6 w 6"/>
                  <a:gd name="T103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19">
                    <a:moveTo>
                      <a:pt x="0" y="23"/>
                    </a:moveTo>
                    <a:lnTo>
                      <a:pt x="0" y="15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4"/>
                    </a:lnTo>
                    <a:lnTo>
                      <a:pt x="1" y="7"/>
                    </a:lnTo>
                    <a:lnTo>
                      <a:pt x="1" y="10"/>
                    </a:lnTo>
                    <a:lnTo>
                      <a:pt x="1" y="15"/>
                    </a:lnTo>
                    <a:lnTo>
                      <a:pt x="1" y="20"/>
                    </a:lnTo>
                    <a:lnTo>
                      <a:pt x="1" y="22"/>
                    </a:lnTo>
                    <a:lnTo>
                      <a:pt x="2" y="23"/>
                    </a:lnTo>
                    <a:lnTo>
                      <a:pt x="2" y="26"/>
                    </a:lnTo>
                    <a:lnTo>
                      <a:pt x="2" y="26"/>
                    </a:lnTo>
                    <a:lnTo>
                      <a:pt x="2" y="25"/>
                    </a:lnTo>
                    <a:lnTo>
                      <a:pt x="2" y="25"/>
                    </a:lnTo>
                    <a:lnTo>
                      <a:pt x="2" y="25"/>
                    </a:lnTo>
                    <a:lnTo>
                      <a:pt x="2" y="25"/>
                    </a:lnTo>
                    <a:lnTo>
                      <a:pt x="2" y="27"/>
                    </a:lnTo>
                    <a:lnTo>
                      <a:pt x="2" y="32"/>
                    </a:lnTo>
                    <a:lnTo>
                      <a:pt x="2" y="38"/>
                    </a:lnTo>
                    <a:lnTo>
                      <a:pt x="3" y="44"/>
                    </a:lnTo>
                    <a:lnTo>
                      <a:pt x="3" y="50"/>
                    </a:lnTo>
                    <a:lnTo>
                      <a:pt x="3" y="57"/>
                    </a:lnTo>
                    <a:lnTo>
                      <a:pt x="3" y="65"/>
                    </a:lnTo>
                    <a:lnTo>
                      <a:pt x="3" y="71"/>
                    </a:lnTo>
                    <a:lnTo>
                      <a:pt x="3" y="77"/>
                    </a:lnTo>
                    <a:lnTo>
                      <a:pt x="4" y="83"/>
                    </a:lnTo>
                    <a:lnTo>
                      <a:pt x="4" y="88"/>
                    </a:lnTo>
                    <a:lnTo>
                      <a:pt x="4" y="91"/>
                    </a:lnTo>
                    <a:lnTo>
                      <a:pt x="4" y="94"/>
                    </a:lnTo>
                    <a:lnTo>
                      <a:pt x="4" y="97"/>
                    </a:lnTo>
                    <a:lnTo>
                      <a:pt x="4" y="99"/>
                    </a:lnTo>
                    <a:lnTo>
                      <a:pt x="4" y="101"/>
                    </a:lnTo>
                    <a:lnTo>
                      <a:pt x="4" y="102"/>
                    </a:lnTo>
                    <a:lnTo>
                      <a:pt x="4" y="104"/>
                    </a:lnTo>
                    <a:lnTo>
                      <a:pt x="5" y="106"/>
                    </a:lnTo>
                    <a:lnTo>
                      <a:pt x="5" y="108"/>
                    </a:lnTo>
                    <a:lnTo>
                      <a:pt x="5" y="109"/>
                    </a:lnTo>
                    <a:lnTo>
                      <a:pt x="5" y="108"/>
                    </a:lnTo>
                    <a:lnTo>
                      <a:pt x="5" y="107"/>
                    </a:lnTo>
                    <a:lnTo>
                      <a:pt x="5" y="108"/>
                    </a:lnTo>
                    <a:lnTo>
                      <a:pt x="5" y="110"/>
                    </a:lnTo>
                    <a:lnTo>
                      <a:pt x="5" y="111"/>
                    </a:lnTo>
                    <a:lnTo>
                      <a:pt x="5" y="112"/>
                    </a:lnTo>
                    <a:lnTo>
                      <a:pt x="6" y="112"/>
                    </a:lnTo>
                    <a:lnTo>
                      <a:pt x="6" y="111"/>
                    </a:lnTo>
                    <a:lnTo>
                      <a:pt x="6" y="111"/>
                    </a:lnTo>
                    <a:lnTo>
                      <a:pt x="6" y="115"/>
                    </a:lnTo>
                    <a:lnTo>
                      <a:pt x="6" y="11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95" name="Freeform 840"/>
              <p:cNvSpPr/>
              <p:nvPr/>
            </p:nvSpPr>
            <p:spPr bwMode="auto">
              <a:xfrm>
                <a:off x="1243" y="2992"/>
                <a:ext cx="6" cy="58"/>
              </a:xfrm>
              <a:custGeom>
                <a:avLst/>
                <a:gdLst>
                  <a:gd name="T0" fmla="*/ 0 w 6"/>
                  <a:gd name="T1" fmla="*/ 0 h 58"/>
                  <a:gd name="T2" fmla="*/ 0 w 6"/>
                  <a:gd name="T3" fmla="*/ 4 h 58"/>
                  <a:gd name="T4" fmla="*/ 0 w 6"/>
                  <a:gd name="T5" fmla="*/ 1 h 58"/>
                  <a:gd name="T6" fmla="*/ 1 w 6"/>
                  <a:gd name="T7" fmla="*/ 1 h 58"/>
                  <a:gd name="T8" fmla="*/ 1 w 6"/>
                  <a:gd name="T9" fmla="*/ 7 h 58"/>
                  <a:gd name="T10" fmla="*/ 1 w 6"/>
                  <a:gd name="T11" fmla="*/ 11 h 58"/>
                  <a:gd name="T12" fmla="*/ 1 w 6"/>
                  <a:gd name="T13" fmla="*/ 11 h 58"/>
                  <a:gd name="T14" fmla="*/ 1 w 6"/>
                  <a:gd name="T15" fmla="*/ 13 h 58"/>
                  <a:gd name="T16" fmla="*/ 1 w 6"/>
                  <a:gd name="T17" fmla="*/ 18 h 58"/>
                  <a:gd name="T18" fmla="*/ 1 w 6"/>
                  <a:gd name="T19" fmla="*/ 19 h 58"/>
                  <a:gd name="T20" fmla="*/ 1 w 6"/>
                  <a:gd name="T21" fmla="*/ 16 h 58"/>
                  <a:gd name="T22" fmla="*/ 1 w 6"/>
                  <a:gd name="T23" fmla="*/ 17 h 58"/>
                  <a:gd name="T24" fmla="*/ 2 w 6"/>
                  <a:gd name="T25" fmla="*/ 20 h 58"/>
                  <a:gd name="T26" fmla="*/ 2 w 6"/>
                  <a:gd name="T27" fmla="*/ 21 h 58"/>
                  <a:gd name="T28" fmla="*/ 2 w 6"/>
                  <a:gd name="T29" fmla="*/ 21 h 58"/>
                  <a:gd name="T30" fmla="*/ 2 w 6"/>
                  <a:gd name="T31" fmla="*/ 22 h 58"/>
                  <a:gd name="T32" fmla="*/ 2 w 6"/>
                  <a:gd name="T33" fmla="*/ 21 h 58"/>
                  <a:gd name="T34" fmla="*/ 2 w 6"/>
                  <a:gd name="T35" fmla="*/ 19 h 58"/>
                  <a:gd name="T36" fmla="*/ 3 w 6"/>
                  <a:gd name="T37" fmla="*/ 21 h 58"/>
                  <a:gd name="T38" fmla="*/ 3 w 6"/>
                  <a:gd name="T39" fmla="*/ 25 h 58"/>
                  <a:gd name="T40" fmla="*/ 3 w 6"/>
                  <a:gd name="T41" fmla="*/ 25 h 58"/>
                  <a:gd name="T42" fmla="*/ 3 w 6"/>
                  <a:gd name="T43" fmla="*/ 20 h 58"/>
                  <a:gd name="T44" fmla="*/ 3 w 6"/>
                  <a:gd name="T45" fmla="*/ 18 h 58"/>
                  <a:gd name="T46" fmla="*/ 3 w 6"/>
                  <a:gd name="T47" fmla="*/ 22 h 58"/>
                  <a:gd name="T48" fmla="*/ 3 w 6"/>
                  <a:gd name="T49" fmla="*/ 26 h 58"/>
                  <a:gd name="T50" fmla="*/ 3 w 6"/>
                  <a:gd name="T51" fmla="*/ 25 h 58"/>
                  <a:gd name="T52" fmla="*/ 3 w 6"/>
                  <a:gd name="T53" fmla="*/ 25 h 58"/>
                  <a:gd name="T54" fmla="*/ 4 w 6"/>
                  <a:gd name="T55" fmla="*/ 29 h 58"/>
                  <a:gd name="T56" fmla="*/ 4 w 6"/>
                  <a:gd name="T57" fmla="*/ 32 h 58"/>
                  <a:gd name="T58" fmla="*/ 4 w 6"/>
                  <a:gd name="T59" fmla="*/ 33 h 58"/>
                  <a:gd name="T60" fmla="*/ 4 w 6"/>
                  <a:gd name="T61" fmla="*/ 37 h 58"/>
                  <a:gd name="T62" fmla="*/ 4 w 6"/>
                  <a:gd name="T63" fmla="*/ 44 h 58"/>
                  <a:gd name="T64" fmla="*/ 4 w 6"/>
                  <a:gd name="T65" fmla="*/ 47 h 58"/>
                  <a:gd name="T66" fmla="*/ 4 w 6"/>
                  <a:gd name="T67" fmla="*/ 48 h 58"/>
                  <a:gd name="T68" fmla="*/ 4 w 6"/>
                  <a:gd name="T69" fmla="*/ 52 h 58"/>
                  <a:gd name="T70" fmla="*/ 4 w 6"/>
                  <a:gd name="T71" fmla="*/ 55 h 58"/>
                  <a:gd name="T72" fmla="*/ 4 w 6"/>
                  <a:gd name="T73" fmla="*/ 55 h 58"/>
                  <a:gd name="T74" fmla="*/ 5 w 6"/>
                  <a:gd name="T75" fmla="*/ 57 h 58"/>
                  <a:gd name="T76" fmla="*/ 5 w 6"/>
                  <a:gd name="T77" fmla="*/ 58 h 58"/>
                  <a:gd name="T78" fmla="*/ 5 w 6"/>
                  <a:gd name="T79" fmla="*/ 55 h 58"/>
                  <a:gd name="T80" fmla="*/ 5 w 6"/>
                  <a:gd name="T81" fmla="*/ 51 h 58"/>
                  <a:gd name="T82" fmla="*/ 5 w 6"/>
                  <a:gd name="T83" fmla="*/ 50 h 58"/>
                  <a:gd name="T84" fmla="*/ 5 w 6"/>
                  <a:gd name="T85" fmla="*/ 50 h 58"/>
                  <a:gd name="T86" fmla="*/ 6 w 6"/>
                  <a:gd name="T87" fmla="*/ 51 h 58"/>
                  <a:gd name="T88" fmla="*/ 6 w 6"/>
                  <a:gd name="T89" fmla="*/ 54 h 58"/>
                  <a:gd name="T90" fmla="*/ 6 w 6"/>
                  <a:gd name="T91" fmla="*/ 55 h 58"/>
                  <a:gd name="T92" fmla="*/ 6 w 6"/>
                  <a:gd name="T93" fmla="*/ 54 h 58"/>
                  <a:gd name="T94" fmla="*/ 6 w 6"/>
                  <a:gd name="T95" fmla="*/ 56 h 58"/>
                  <a:gd name="T96" fmla="*/ 6 w 6"/>
                  <a:gd name="T97" fmla="*/ 57 h 58"/>
                  <a:gd name="T98" fmla="*/ 6 w 6"/>
                  <a:gd name="T99" fmla="*/ 56 h 58"/>
                  <a:gd name="T100" fmla="*/ 6 w 6"/>
                  <a:gd name="T101" fmla="*/ 55 h 58"/>
                  <a:gd name="T102" fmla="*/ 6 w 6"/>
                  <a:gd name="T103" fmla="*/ 5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8">
                    <a:moveTo>
                      <a:pt x="0" y="0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1" y="7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1" y="13"/>
                    </a:lnTo>
                    <a:lnTo>
                      <a:pt x="1" y="18"/>
                    </a:lnTo>
                    <a:lnTo>
                      <a:pt x="1" y="19"/>
                    </a:lnTo>
                    <a:lnTo>
                      <a:pt x="1" y="16"/>
                    </a:lnTo>
                    <a:lnTo>
                      <a:pt x="1" y="17"/>
                    </a:lnTo>
                    <a:lnTo>
                      <a:pt x="2" y="20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19"/>
                    </a:lnTo>
                    <a:lnTo>
                      <a:pt x="3" y="21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0"/>
                    </a:lnTo>
                    <a:lnTo>
                      <a:pt x="3" y="18"/>
                    </a:lnTo>
                    <a:lnTo>
                      <a:pt x="3" y="22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4" y="29"/>
                    </a:lnTo>
                    <a:lnTo>
                      <a:pt x="4" y="32"/>
                    </a:lnTo>
                    <a:lnTo>
                      <a:pt x="4" y="33"/>
                    </a:lnTo>
                    <a:lnTo>
                      <a:pt x="4" y="37"/>
                    </a:lnTo>
                    <a:lnTo>
                      <a:pt x="4" y="44"/>
                    </a:lnTo>
                    <a:lnTo>
                      <a:pt x="4" y="47"/>
                    </a:lnTo>
                    <a:lnTo>
                      <a:pt x="4" y="48"/>
                    </a:lnTo>
                    <a:lnTo>
                      <a:pt x="4" y="52"/>
                    </a:lnTo>
                    <a:lnTo>
                      <a:pt x="4" y="55"/>
                    </a:lnTo>
                    <a:lnTo>
                      <a:pt x="4" y="55"/>
                    </a:lnTo>
                    <a:lnTo>
                      <a:pt x="5" y="57"/>
                    </a:lnTo>
                    <a:lnTo>
                      <a:pt x="5" y="58"/>
                    </a:lnTo>
                    <a:lnTo>
                      <a:pt x="5" y="55"/>
                    </a:lnTo>
                    <a:lnTo>
                      <a:pt x="5" y="51"/>
                    </a:lnTo>
                    <a:lnTo>
                      <a:pt x="5" y="50"/>
                    </a:lnTo>
                    <a:lnTo>
                      <a:pt x="5" y="50"/>
                    </a:lnTo>
                    <a:lnTo>
                      <a:pt x="6" y="51"/>
                    </a:lnTo>
                    <a:lnTo>
                      <a:pt x="6" y="54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6" y="56"/>
                    </a:lnTo>
                    <a:lnTo>
                      <a:pt x="6" y="57"/>
                    </a:lnTo>
                    <a:lnTo>
                      <a:pt x="6" y="56"/>
                    </a:lnTo>
                    <a:lnTo>
                      <a:pt x="6" y="55"/>
                    </a:lnTo>
                    <a:lnTo>
                      <a:pt x="6" y="5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96" name="Freeform 841"/>
              <p:cNvSpPr/>
              <p:nvPr/>
            </p:nvSpPr>
            <p:spPr bwMode="auto">
              <a:xfrm>
                <a:off x="1249" y="2954"/>
                <a:ext cx="7" cy="94"/>
              </a:xfrm>
              <a:custGeom>
                <a:avLst/>
                <a:gdLst>
                  <a:gd name="T0" fmla="*/ 0 w 7"/>
                  <a:gd name="T1" fmla="*/ 93 h 94"/>
                  <a:gd name="T2" fmla="*/ 0 w 7"/>
                  <a:gd name="T3" fmla="*/ 94 h 94"/>
                  <a:gd name="T4" fmla="*/ 1 w 7"/>
                  <a:gd name="T5" fmla="*/ 90 h 94"/>
                  <a:gd name="T6" fmla="*/ 1 w 7"/>
                  <a:gd name="T7" fmla="*/ 83 h 94"/>
                  <a:gd name="T8" fmla="*/ 1 w 7"/>
                  <a:gd name="T9" fmla="*/ 76 h 94"/>
                  <a:gd name="T10" fmla="*/ 1 w 7"/>
                  <a:gd name="T11" fmla="*/ 74 h 94"/>
                  <a:gd name="T12" fmla="*/ 1 w 7"/>
                  <a:gd name="T13" fmla="*/ 72 h 94"/>
                  <a:gd name="T14" fmla="*/ 1 w 7"/>
                  <a:gd name="T15" fmla="*/ 68 h 94"/>
                  <a:gd name="T16" fmla="*/ 2 w 7"/>
                  <a:gd name="T17" fmla="*/ 61 h 94"/>
                  <a:gd name="T18" fmla="*/ 2 w 7"/>
                  <a:gd name="T19" fmla="*/ 55 h 94"/>
                  <a:gd name="T20" fmla="*/ 2 w 7"/>
                  <a:gd name="T21" fmla="*/ 49 h 94"/>
                  <a:gd name="T22" fmla="*/ 2 w 7"/>
                  <a:gd name="T23" fmla="*/ 44 h 94"/>
                  <a:gd name="T24" fmla="*/ 2 w 7"/>
                  <a:gd name="T25" fmla="*/ 43 h 94"/>
                  <a:gd name="T26" fmla="*/ 2 w 7"/>
                  <a:gd name="T27" fmla="*/ 45 h 94"/>
                  <a:gd name="T28" fmla="*/ 2 w 7"/>
                  <a:gd name="T29" fmla="*/ 44 h 94"/>
                  <a:gd name="T30" fmla="*/ 2 w 7"/>
                  <a:gd name="T31" fmla="*/ 38 h 94"/>
                  <a:gd name="T32" fmla="*/ 2 w 7"/>
                  <a:gd name="T33" fmla="*/ 34 h 94"/>
                  <a:gd name="T34" fmla="*/ 3 w 7"/>
                  <a:gd name="T35" fmla="*/ 35 h 94"/>
                  <a:gd name="T36" fmla="*/ 3 w 7"/>
                  <a:gd name="T37" fmla="*/ 34 h 94"/>
                  <a:gd name="T38" fmla="*/ 3 w 7"/>
                  <a:gd name="T39" fmla="*/ 30 h 94"/>
                  <a:gd name="T40" fmla="*/ 3 w 7"/>
                  <a:gd name="T41" fmla="*/ 26 h 94"/>
                  <a:gd name="T42" fmla="*/ 3 w 7"/>
                  <a:gd name="T43" fmla="*/ 21 h 94"/>
                  <a:gd name="T44" fmla="*/ 3 w 7"/>
                  <a:gd name="T45" fmla="*/ 13 h 94"/>
                  <a:gd name="T46" fmla="*/ 3 w 7"/>
                  <a:gd name="T47" fmla="*/ 9 h 94"/>
                  <a:gd name="T48" fmla="*/ 3 w 7"/>
                  <a:gd name="T49" fmla="*/ 11 h 94"/>
                  <a:gd name="T50" fmla="*/ 3 w 7"/>
                  <a:gd name="T51" fmla="*/ 10 h 94"/>
                  <a:gd name="T52" fmla="*/ 4 w 7"/>
                  <a:gd name="T53" fmla="*/ 4 h 94"/>
                  <a:gd name="T54" fmla="*/ 4 w 7"/>
                  <a:gd name="T55" fmla="*/ 0 h 94"/>
                  <a:gd name="T56" fmla="*/ 4 w 7"/>
                  <a:gd name="T57" fmla="*/ 2 h 94"/>
                  <a:gd name="T58" fmla="*/ 4 w 7"/>
                  <a:gd name="T59" fmla="*/ 4 h 94"/>
                  <a:gd name="T60" fmla="*/ 4 w 7"/>
                  <a:gd name="T61" fmla="*/ 5 h 94"/>
                  <a:gd name="T62" fmla="*/ 4 w 7"/>
                  <a:gd name="T63" fmla="*/ 4 h 94"/>
                  <a:gd name="T64" fmla="*/ 5 w 7"/>
                  <a:gd name="T65" fmla="*/ 4 h 94"/>
                  <a:gd name="T66" fmla="*/ 5 w 7"/>
                  <a:gd name="T67" fmla="*/ 4 h 94"/>
                  <a:gd name="T68" fmla="*/ 5 w 7"/>
                  <a:gd name="T69" fmla="*/ 4 h 94"/>
                  <a:gd name="T70" fmla="*/ 5 w 7"/>
                  <a:gd name="T71" fmla="*/ 6 h 94"/>
                  <a:gd name="T72" fmla="*/ 5 w 7"/>
                  <a:gd name="T73" fmla="*/ 7 h 94"/>
                  <a:gd name="T74" fmla="*/ 5 w 7"/>
                  <a:gd name="T75" fmla="*/ 6 h 94"/>
                  <a:gd name="T76" fmla="*/ 5 w 7"/>
                  <a:gd name="T77" fmla="*/ 4 h 94"/>
                  <a:gd name="T78" fmla="*/ 5 w 7"/>
                  <a:gd name="T79" fmla="*/ 5 h 94"/>
                  <a:gd name="T80" fmla="*/ 5 w 7"/>
                  <a:gd name="T81" fmla="*/ 8 h 94"/>
                  <a:gd name="T82" fmla="*/ 6 w 7"/>
                  <a:gd name="T83" fmla="*/ 8 h 94"/>
                  <a:gd name="T84" fmla="*/ 6 w 7"/>
                  <a:gd name="T85" fmla="*/ 7 h 94"/>
                  <a:gd name="T86" fmla="*/ 6 w 7"/>
                  <a:gd name="T87" fmla="*/ 6 h 94"/>
                  <a:gd name="T88" fmla="*/ 6 w 7"/>
                  <a:gd name="T89" fmla="*/ 7 h 94"/>
                  <a:gd name="T90" fmla="*/ 6 w 7"/>
                  <a:gd name="T91" fmla="*/ 7 h 94"/>
                  <a:gd name="T92" fmla="*/ 6 w 7"/>
                  <a:gd name="T93" fmla="*/ 9 h 94"/>
                  <a:gd name="T94" fmla="*/ 7 w 7"/>
                  <a:gd name="T95" fmla="*/ 9 h 94"/>
                  <a:gd name="T96" fmla="*/ 7 w 7"/>
                  <a:gd name="T97" fmla="*/ 8 h 94"/>
                  <a:gd name="T98" fmla="*/ 7 w 7"/>
                  <a:gd name="T99" fmla="*/ 6 h 94"/>
                  <a:gd name="T100" fmla="*/ 7 w 7"/>
                  <a:gd name="T101" fmla="*/ 4 h 94"/>
                  <a:gd name="T102" fmla="*/ 7 w 7"/>
                  <a:gd name="T103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94">
                    <a:moveTo>
                      <a:pt x="0" y="93"/>
                    </a:moveTo>
                    <a:lnTo>
                      <a:pt x="0" y="94"/>
                    </a:lnTo>
                    <a:lnTo>
                      <a:pt x="1" y="90"/>
                    </a:lnTo>
                    <a:lnTo>
                      <a:pt x="1" y="83"/>
                    </a:lnTo>
                    <a:lnTo>
                      <a:pt x="1" y="76"/>
                    </a:lnTo>
                    <a:lnTo>
                      <a:pt x="1" y="74"/>
                    </a:lnTo>
                    <a:lnTo>
                      <a:pt x="1" y="72"/>
                    </a:lnTo>
                    <a:lnTo>
                      <a:pt x="1" y="68"/>
                    </a:lnTo>
                    <a:lnTo>
                      <a:pt x="2" y="61"/>
                    </a:lnTo>
                    <a:lnTo>
                      <a:pt x="2" y="55"/>
                    </a:lnTo>
                    <a:lnTo>
                      <a:pt x="2" y="49"/>
                    </a:lnTo>
                    <a:lnTo>
                      <a:pt x="2" y="44"/>
                    </a:lnTo>
                    <a:lnTo>
                      <a:pt x="2" y="43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2" y="38"/>
                    </a:lnTo>
                    <a:lnTo>
                      <a:pt x="2" y="34"/>
                    </a:lnTo>
                    <a:lnTo>
                      <a:pt x="3" y="35"/>
                    </a:lnTo>
                    <a:lnTo>
                      <a:pt x="3" y="34"/>
                    </a:lnTo>
                    <a:lnTo>
                      <a:pt x="3" y="30"/>
                    </a:lnTo>
                    <a:lnTo>
                      <a:pt x="3" y="26"/>
                    </a:lnTo>
                    <a:lnTo>
                      <a:pt x="3" y="21"/>
                    </a:lnTo>
                    <a:lnTo>
                      <a:pt x="3" y="13"/>
                    </a:lnTo>
                    <a:lnTo>
                      <a:pt x="3" y="9"/>
                    </a:lnTo>
                    <a:lnTo>
                      <a:pt x="3" y="11"/>
                    </a:lnTo>
                    <a:lnTo>
                      <a:pt x="3" y="10"/>
                    </a:lnTo>
                    <a:lnTo>
                      <a:pt x="4" y="4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5" y="6"/>
                    </a:lnTo>
                    <a:lnTo>
                      <a:pt x="5" y="7"/>
                    </a:lnTo>
                    <a:lnTo>
                      <a:pt x="5" y="6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5" y="8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6" y="6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6" y="9"/>
                    </a:lnTo>
                    <a:lnTo>
                      <a:pt x="7" y="9"/>
                    </a:lnTo>
                    <a:lnTo>
                      <a:pt x="7" y="8"/>
                    </a:lnTo>
                    <a:lnTo>
                      <a:pt x="7" y="6"/>
                    </a:lnTo>
                    <a:lnTo>
                      <a:pt x="7" y="4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97" name="Freeform 842"/>
              <p:cNvSpPr/>
              <p:nvPr/>
            </p:nvSpPr>
            <p:spPr bwMode="auto">
              <a:xfrm>
                <a:off x="1256" y="2903"/>
                <a:ext cx="6" cy="55"/>
              </a:xfrm>
              <a:custGeom>
                <a:avLst/>
                <a:gdLst>
                  <a:gd name="T0" fmla="*/ 0 w 6"/>
                  <a:gd name="T1" fmla="*/ 55 h 55"/>
                  <a:gd name="T2" fmla="*/ 0 w 6"/>
                  <a:gd name="T3" fmla="*/ 51 h 55"/>
                  <a:gd name="T4" fmla="*/ 0 w 6"/>
                  <a:gd name="T5" fmla="*/ 49 h 55"/>
                  <a:gd name="T6" fmla="*/ 0 w 6"/>
                  <a:gd name="T7" fmla="*/ 49 h 55"/>
                  <a:gd name="T8" fmla="*/ 0 w 6"/>
                  <a:gd name="T9" fmla="*/ 46 h 55"/>
                  <a:gd name="T10" fmla="*/ 0 w 6"/>
                  <a:gd name="T11" fmla="*/ 42 h 55"/>
                  <a:gd name="T12" fmla="*/ 0 w 6"/>
                  <a:gd name="T13" fmla="*/ 41 h 55"/>
                  <a:gd name="T14" fmla="*/ 1 w 6"/>
                  <a:gd name="T15" fmla="*/ 41 h 55"/>
                  <a:gd name="T16" fmla="*/ 1 w 6"/>
                  <a:gd name="T17" fmla="*/ 40 h 55"/>
                  <a:gd name="T18" fmla="*/ 1 w 6"/>
                  <a:gd name="T19" fmla="*/ 39 h 55"/>
                  <a:gd name="T20" fmla="*/ 1 w 6"/>
                  <a:gd name="T21" fmla="*/ 40 h 55"/>
                  <a:gd name="T22" fmla="*/ 1 w 6"/>
                  <a:gd name="T23" fmla="*/ 39 h 55"/>
                  <a:gd name="T24" fmla="*/ 1 w 6"/>
                  <a:gd name="T25" fmla="*/ 35 h 55"/>
                  <a:gd name="T26" fmla="*/ 2 w 6"/>
                  <a:gd name="T27" fmla="*/ 33 h 55"/>
                  <a:gd name="T28" fmla="*/ 2 w 6"/>
                  <a:gd name="T29" fmla="*/ 32 h 55"/>
                  <a:gd name="T30" fmla="*/ 2 w 6"/>
                  <a:gd name="T31" fmla="*/ 30 h 55"/>
                  <a:gd name="T32" fmla="*/ 2 w 6"/>
                  <a:gd name="T33" fmla="*/ 28 h 55"/>
                  <a:gd name="T34" fmla="*/ 2 w 6"/>
                  <a:gd name="T35" fmla="*/ 26 h 55"/>
                  <a:gd name="T36" fmla="*/ 2 w 6"/>
                  <a:gd name="T37" fmla="*/ 26 h 55"/>
                  <a:gd name="T38" fmla="*/ 2 w 6"/>
                  <a:gd name="T39" fmla="*/ 24 h 55"/>
                  <a:gd name="T40" fmla="*/ 2 w 6"/>
                  <a:gd name="T41" fmla="*/ 21 h 55"/>
                  <a:gd name="T42" fmla="*/ 2 w 6"/>
                  <a:gd name="T43" fmla="*/ 19 h 55"/>
                  <a:gd name="T44" fmla="*/ 3 w 6"/>
                  <a:gd name="T45" fmla="*/ 20 h 55"/>
                  <a:gd name="T46" fmla="*/ 3 w 6"/>
                  <a:gd name="T47" fmla="*/ 21 h 55"/>
                  <a:gd name="T48" fmla="*/ 3 w 6"/>
                  <a:gd name="T49" fmla="*/ 18 h 55"/>
                  <a:gd name="T50" fmla="*/ 3 w 6"/>
                  <a:gd name="T51" fmla="*/ 14 h 55"/>
                  <a:gd name="T52" fmla="*/ 3 w 6"/>
                  <a:gd name="T53" fmla="*/ 12 h 55"/>
                  <a:gd name="T54" fmla="*/ 3 w 6"/>
                  <a:gd name="T55" fmla="*/ 11 h 55"/>
                  <a:gd name="T56" fmla="*/ 3 w 6"/>
                  <a:gd name="T57" fmla="*/ 9 h 55"/>
                  <a:gd name="T58" fmla="*/ 3 w 6"/>
                  <a:gd name="T59" fmla="*/ 9 h 55"/>
                  <a:gd name="T60" fmla="*/ 3 w 6"/>
                  <a:gd name="T61" fmla="*/ 7 h 55"/>
                  <a:gd name="T62" fmla="*/ 4 w 6"/>
                  <a:gd name="T63" fmla="*/ 2 h 55"/>
                  <a:gd name="T64" fmla="*/ 4 w 6"/>
                  <a:gd name="T65" fmla="*/ 0 h 55"/>
                  <a:gd name="T66" fmla="*/ 4 w 6"/>
                  <a:gd name="T67" fmla="*/ 3 h 55"/>
                  <a:gd name="T68" fmla="*/ 4 w 6"/>
                  <a:gd name="T69" fmla="*/ 6 h 55"/>
                  <a:gd name="T70" fmla="*/ 4 w 6"/>
                  <a:gd name="T71" fmla="*/ 7 h 55"/>
                  <a:gd name="T72" fmla="*/ 4 w 6"/>
                  <a:gd name="T73" fmla="*/ 11 h 55"/>
                  <a:gd name="T74" fmla="*/ 5 w 6"/>
                  <a:gd name="T75" fmla="*/ 15 h 55"/>
                  <a:gd name="T76" fmla="*/ 5 w 6"/>
                  <a:gd name="T77" fmla="*/ 18 h 55"/>
                  <a:gd name="T78" fmla="*/ 5 w 6"/>
                  <a:gd name="T79" fmla="*/ 21 h 55"/>
                  <a:gd name="T80" fmla="*/ 5 w 6"/>
                  <a:gd name="T81" fmla="*/ 26 h 55"/>
                  <a:gd name="T82" fmla="*/ 5 w 6"/>
                  <a:gd name="T83" fmla="*/ 30 h 55"/>
                  <a:gd name="T84" fmla="*/ 5 w 6"/>
                  <a:gd name="T85" fmla="*/ 32 h 55"/>
                  <a:gd name="T86" fmla="*/ 5 w 6"/>
                  <a:gd name="T87" fmla="*/ 33 h 55"/>
                  <a:gd name="T88" fmla="*/ 5 w 6"/>
                  <a:gd name="T89" fmla="*/ 35 h 55"/>
                  <a:gd name="T90" fmla="*/ 5 w 6"/>
                  <a:gd name="T91" fmla="*/ 37 h 55"/>
                  <a:gd name="T92" fmla="*/ 6 w 6"/>
                  <a:gd name="T93" fmla="*/ 37 h 55"/>
                  <a:gd name="T94" fmla="*/ 6 w 6"/>
                  <a:gd name="T95" fmla="*/ 38 h 55"/>
                  <a:gd name="T96" fmla="*/ 6 w 6"/>
                  <a:gd name="T97" fmla="*/ 39 h 55"/>
                  <a:gd name="T98" fmla="*/ 6 w 6"/>
                  <a:gd name="T99" fmla="*/ 41 h 55"/>
                  <a:gd name="T100" fmla="*/ 6 w 6"/>
                  <a:gd name="T101" fmla="*/ 42 h 55"/>
                  <a:gd name="T102" fmla="*/ 6 w 6"/>
                  <a:gd name="T103" fmla="*/ 4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5">
                    <a:moveTo>
                      <a:pt x="0" y="55"/>
                    </a:moveTo>
                    <a:lnTo>
                      <a:pt x="0" y="51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6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1" y="41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5"/>
                    </a:lnTo>
                    <a:lnTo>
                      <a:pt x="2" y="33"/>
                    </a:lnTo>
                    <a:lnTo>
                      <a:pt x="2" y="32"/>
                    </a:lnTo>
                    <a:lnTo>
                      <a:pt x="2" y="30"/>
                    </a:lnTo>
                    <a:lnTo>
                      <a:pt x="2" y="28"/>
                    </a:lnTo>
                    <a:lnTo>
                      <a:pt x="2" y="26"/>
                    </a:lnTo>
                    <a:lnTo>
                      <a:pt x="2" y="26"/>
                    </a:lnTo>
                    <a:lnTo>
                      <a:pt x="2" y="24"/>
                    </a:lnTo>
                    <a:lnTo>
                      <a:pt x="2" y="21"/>
                    </a:lnTo>
                    <a:lnTo>
                      <a:pt x="2" y="19"/>
                    </a:lnTo>
                    <a:lnTo>
                      <a:pt x="3" y="20"/>
                    </a:lnTo>
                    <a:lnTo>
                      <a:pt x="3" y="21"/>
                    </a:lnTo>
                    <a:lnTo>
                      <a:pt x="3" y="18"/>
                    </a:lnTo>
                    <a:lnTo>
                      <a:pt x="3" y="14"/>
                    </a:lnTo>
                    <a:lnTo>
                      <a:pt x="3" y="12"/>
                    </a:lnTo>
                    <a:lnTo>
                      <a:pt x="3" y="11"/>
                    </a:lnTo>
                    <a:lnTo>
                      <a:pt x="3" y="9"/>
                    </a:lnTo>
                    <a:lnTo>
                      <a:pt x="3" y="9"/>
                    </a:lnTo>
                    <a:lnTo>
                      <a:pt x="3" y="7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4" y="3"/>
                    </a:lnTo>
                    <a:lnTo>
                      <a:pt x="4" y="6"/>
                    </a:lnTo>
                    <a:lnTo>
                      <a:pt x="4" y="7"/>
                    </a:lnTo>
                    <a:lnTo>
                      <a:pt x="4" y="11"/>
                    </a:lnTo>
                    <a:lnTo>
                      <a:pt x="5" y="15"/>
                    </a:lnTo>
                    <a:lnTo>
                      <a:pt x="5" y="18"/>
                    </a:lnTo>
                    <a:lnTo>
                      <a:pt x="5" y="21"/>
                    </a:lnTo>
                    <a:lnTo>
                      <a:pt x="5" y="26"/>
                    </a:lnTo>
                    <a:lnTo>
                      <a:pt x="5" y="30"/>
                    </a:lnTo>
                    <a:lnTo>
                      <a:pt x="5" y="32"/>
                    </a:lnTo>
                    <a:lnTo>
                      <a:pt x="5" y="33"/>
                    </a:lnTo>
                    <a:lnTo>
                      <a:pt x="5" y="35"/>
                    </a:lnTo>
                    <a:lnTo>
                      <a:pt x="5" y="37"/>
                    </a:lnTo>
                    <a:lnTo>
                      <a:pt x="6" y="37"/>
                    </a:lnTo>
                    <a:lnTo>
                      <a:pt x="6" y="38"/>
                    </a:lnTo>
                    <a:lnTo>
                      <a:pt x="6" y="39"/>
                    </a:lnTo>
                    <a:lnTo>
                      <a:pt x="6" y="41"/>
                    </a:lnTo>
                    <a:lnTo>
                      <a:pt x="6" y="42"/>
                    </a:lnTo>
                    <a:lnTo>
                      <a:pt x="6" y="4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98" name="Freeform 843"/>
              <p:cNvSpPr/>
              <p:nvPr/>
            </p:nvSpPr>
            <p:spPr bwMode="auto">
              <a:xfrm>
                <a:off x="1262" y="2927"/>
                <a:ext cx="7" cy="55"/>
              </a:xfrm>
              <a:custGeom>
                <a:avLst/>
                <a:gdLst>
                  <a:gd name="T0" fmla="*/ 0 w 7"/>
                  <a:gd name="T1" fmla="*/ 18 h 55"/>
                  <a:gd name="T2" fmla="*/ 0 w 7"/>
                  <a:gd name="T3" fmla="*/ 19 h 55"/>
                  <a:gd name="T4" fmla="*/ 1 w 7"/>
                  <a:gd name="T5" fmla="*/ 21 h 55"/>
                  <a:gd name="T6" fmla="*/ 1 w 7"/>
                  <a:gd name="T7" fmla="*/ 22 h 55"/>
                  <a:gd name="T8" fmla="*/ 1 w 7"/>
                  <a:gd name="T9" fmla="*/ 22 h 55"/>
                  <a:gd name="T10" fmla="*/ 1 w 7"/>
                  <a:gd name="T11" fmla="*/ 22 h 55"/>
                  <a:gd name="T12" fmla="*/ 1 w 7"/>
                  <a:gd name="T13" fmla="*/ 22 h 55"/>
                  <a:gd name="T14" fmla="*/ 1 w 7"/>
                  <a:gd name="T15" fmla="*/ 20 h 55"/>
                  <a:gd name="T16" fmla="*/ 1 w 7"/>
                  <a:gd name="T17" fmla="*/ 17 h 55"/>
                  <a:gd name="T18" fmla="*/ 1 w 7"/>
                  <a:gd name="T19" fmla="*/ 14 h 55"/>
                  <a:gd name="T20" fmla="*/ 1 w 7"/>
                  <a:gd name="T21" fmla="*/ 10 h 55"/>
                  <a:gd name="T22" fmla="*/ 2 w 7"/>
                  <a:gd name="T23" fmla="*/ 5 h 55"/>
                  <a:gd name="T24" fmla="*/ 2 w 7"/>
                  <a:gd name="T25" fmla="*/ 2 h 55"/>
                  <a:gd name="T26" fmla="*/ 2 w 7"/>
                  <a:gd name="T27" fmla="*/ 1 h 55"/>
                  <a:gd name="T28" fmla="*/ 2 w 7"/>
                  <a:gd name="T29" fmla="*/ 1 h 55"/>
                  <a:gd name="T30" fmla="*/ 2 w 7"/>
                  <a:gd name="T31" fmla="*/ 0 h 55"/>
                  <a:gd name="T32" fmla="*/ 2 w 7"/>
                  <a:gd name="T33" fmla="*/ 2 h 55"/>
                  <a:gd name="T34" fmla="*/ 2 w 7"/>
                  <a:gd name="T35" fmla="*/ 4 h 55"/>
                  <a:gd name="T36" fmla="*/ 2 w 7"/>
                  <a:gd name="T37" fmla="*/ 7 h 55"/>
                  <a:gd name="T38" fmla="*/ 2 w 7"/>
                  <a:gd name="T39" fmla="*/ 10 h 55"/>
                  <a:gd name="T40" fmla="*/ 2 w 7"/>
                  <a:gd name="T41" fmla="*/ 12 h 55"/>
                  <a:gd name="T42" fmla="*/ 3 w 7"/>
                  <a:gd name="T43" fmla="*/ 13 h 55"/>
                  <a:gd name="T44" fmla="*/ 3 w 7"/>
                  <a:gd name="T45" fmla="*/ 15 h 55"/>
                  <a:gd name="T46" fmla="*/ 3 w 7"/>
                  <a:gd name="T47" fmla="*/ 16 h 55"/>
                  <a:gd name="T48" fmla="*/ 3 w 7"/>
                  <a:gd name="T49" fmla="*/ 16 h 55"/>
                  <a:gd name="T50" fmla="*/ 3 w 7"/>
                  <a:gd name="T51" fmla="*/ 16 h 55"/>
                  <a:gd name="T52" fmla="*/ 3 w 7"/>
                  <a:gd name="T53" fmla="*/ 16 h 55"/>
                  <a:gd name="T54" fmla="*/ 4 w 7"/>
                  <a:gd name="T55" fmla="*/ 15 h 55"/>
                  <a:gd name="T56" fmla="*/ 4 w 7"/>
                  <a:gd name="T57" fmla="*/ 14 h 55"/>
                  <a:gd name="T58" fmla="*/ 4 w 7"/>
                  <a:gd name="T59" fmla="*/ 14 h 55"/>
                  <a:gd name="T60" fmla="*/ 4 w 7"/>
                  <a:gd name="T61" fmla="*/ 15 h 55"/>
                  <a:gd name="T62" fmla="*/ 4 w 7"/>
                  <a:gd name="T63" fmla="*/ 16 h 55"/>
                  <a:gd name="T64" fmla="*/ 4 w 7"/>
                  <a:gd name="T65" fmla="*/ 18 h 55"/>
                  <a:gd name="T66" fmla="*/ 4 w 7"/>
                  <a:gd name="T67" fmla="*/ 20 h 55"/>
                  <a:gd name="T68" fmla="*/ 4 w 7"/>
                  <a:gd name="T69" fmla="*/ 23 h 55"/>
                  <a:gd name="T70" fmla="*/ 4 w 7"/>
                  <a:gd name="T71" fmla="*/ 25 h 55"/>
                  <a:gd name="T72" fmla="*/ 5 w 7"/>
                  <a:gd name="T73" fmla="*/ 27 h 55"/>
                  <a:gd name="T74" fmla="*/ 5 w 7"/>
                  <a:gd name="T75" fmla="*/ 31 h 55"/>
                  <a:gd name="T76" fmla="*/ 5 w 7"/>
                  <a:gd name="T77" fmla="*/ 34 h 55"/>
                  <a:gd name="T78" fmla="*/ 5 w 7"/>
                  <a:gd name="T79" fmla="*/ 37 h 55"/>
                  <a:gd name="T80" fmla="*/ 5 w 7"/>
                  <a:gd name="T81" fmla="*/ 39 h 55"/>
                  <a:gd name="T82" fmla="*/ 5 w 7"/>
                  <a:gd name="T83" fmla="*/ 41 h 55"/>
                  <a:gd name="T84" fmla="*/ 6 w 7"/>
                  <a:gd name="T85" fmla="*/ 42 h 55"/>
                  <a:gd name="T86" fmla="*/ 6 w 7"/>
                  <a:gd name="T87" fmla="*/ 45 h 55"/>
                  <a:gd name="T88" fmla="*/ 6 w 7"/>
                  <a:gd name="T89" fmla="*/ 48 h 55"/>
                  <a:gd name="T90" fmla="*/ 6 w 7"/>
                  <a:gd name="T91" fmla="*/ 50 h 55"/>
                  <a:gd name="T92" fmla="*/ 6 w 7"/>
                  <a:gd name="T93" fmla="*/ 51 h 55"/>
                  <a:gd name="T94" fmla="*/ 6 w 7"/>
                  <a:gd name="T95" fmla="*/ 51 h 55"/>
                  <a:gd name="T96" fmla="*/ 6 w 7"/>
                  <a:gd name="T97" fmla="*/ 52 h 55"/>
                  <a:gd name="T98" fmla="*/ 6 w 7"/>
                  <a:gd name="T99" fmla="*/ 54 h 55"/>
                  <a:gd name="T100" fmla="*/ 6 w 7"/>
                  <a:gd name="T101" fmla="*/ 54 h 55"/>
                  <a:gd name="T102" fmla="*/ 7 w 7"/>
                  <a:gd name="T103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5">
                    <a:moveTo>
                      <a:pt x="0" y="18"/>
                    </a:moveTo>
                    <a:lnTo>
                      <a:pt x="0" y="19"/>
                    </a:lnTo>
                    <a:lnTo>
                      <a:pt x="1" y="21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0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1" y="10"/>
                    </a:lnTo>
                    <a:lnTo>
                      <a:pt x="2" y="5"/>
                    </a:lnTo>
                    <a:lnTo>
                      <a:pt x="2" y="2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2" y="7"/>
                    </a:lnTo>
                    <a:lnTo>
                      <a:pt x="2" y="10"/>
                    </a:lnTo>
                    <a:lnTo>
                      <a:pt x="2" y="12"/>
                    </a:lnTo>
                    <a:lnTo>
                      <a:pt x="3" y="13"/>
                    </a:lnTo>
                    <a:lnTo>
                      <a:pt x="3" y="15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4" y="15"/>
                    </a:lnTo>
                    <a:lnTo>
                      <a:pt x="4" y="14"/>
                    </a:lnTo>
                    <a:lnTo>
                      <a:pt x="4" y="14"/>
                    </a:lnTo>
                    <a:lnTo>
                      <a:pt x="4" y="15"/>
                    </a:lnTo>
                    <a:lnTo>
                      <a:pt x="4" y="16"/>
                    </a:lnTo>
                    <a:lnTo>
                      <a:pt x="4" y="18"/>
                    </a:lnTo>
                    <a:lnTo>
                      <a:pt x="4" y="20"/>
                    </a:lnTo>
                    <a:lnTo>
                      <a:pt x="4" y="23"/>
                    </a:lnTo>
                    <a:lnTo>
                      <a:pt x="4" y="25"/>
                    </a:lnTo>
                    <a:lnTo>
                      <a:pt x="5" y="27"/>
                    </a:lnTo>
                    <a:lnTo>
                      <a:pt x="5" y="31"/>
                    </a:lnTo>
                    <a:lnTo>
                      <a:pt x="5" y="34"/>
                    </a:lnTo>
                    <a:lnTo>
                      <a:pt x="5" y="37"/>
                    </a:lnTo>
                    <a:lnTo>
                      <a:pt x="5" y="39"/>
                    </a:lnTo>
                    <a:lnTo>
                      <a:pt x="5" y="41"/>
                    </a:lnTo>
                    <a:lnTo>
                      <a:pt x="6" y="42"/>
                    </a:lnTo>
                    <a:lnTo>
                      <a:pt x="6" y="45"/>
                    </a:lnTo>
                    <a:lnTo>
                      <a:pt x="6" y="48"/>
                    </a:lnTo>
                    <a:lnTo>
                      <a:pt x="6" y="50"/>
                    </a:lnTo>
                    <a:lnTo>
                      <a:pt x="6" y="51"/>
                    </a:lnTo>
                    <a:lnTo>
                      <a:pt x="6" y="51"/>
                    </a:lnTo>
                    <a:lnTo>
                      <a:pt x="6" y="52"/>
                    </a:lnTo>
                    <a:lnTo>
                      <a:pt x="6" y="54"/>
                    </a:lnTo>
                    <a:lnTo>
                      <a:pt x="6" y="54"/>
                    </a:lnTo>
                    <a:lnTo>
                      <a:pt x="7" y="5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99" name="Freeform 844"/>
              <p:cNvSpPr/>
              <p:nvPr/>
            </p:nvSpPr>
            <p:spPr bwMode="auto">
              <a:xfrm>
                <a:off x="1268" y="2976"/>
                <a:ext cx="7" cy="54"/>
              </a:xfrm>
              <a:custGeom>
                <a:avLst/>
                <a:gdLst>
                  <a:gd name="T0" fmla="*/ 0 w 7"/>
                  <a:gd name="T1" fmla="*/ 5 h 54"/>
                  <a:gd name="T2" fmla="*/ 1 w 7"/>
                  <a:gd name="T3" fmla="*/ 6 h 54"/>
                  <a:gd name="T4" fmla="*/ 1 w 7"/>
                  <a:gd name="T5" fmla="*/ 5 h 54"/>
                  <a:gd name="T6" fmla="*/ 1 w 7"/>
                  <a:gd name="T7" fmla="*/ 3 h 54"/>
                  <a:gd name="T8" fmla="*/ 1 w 7"/>
                  <a:gd name="T9" fmla="*/ 2 h 54"/>
                  <a:gd name="T10" fmla="*/ 1 w 7"/>
                  <a:gd name="T11" fmla="*/ 2 h 54"/>
                  <a:gd name="T12" fmla="*/ 1 w 7"/>
                  <a:gd name="T13" fmla="*/ 0 h 54"/>
                  <a:gd name="T14" fmla="*/ 1 w 7"/>
                  <a:gd name="T15" fmla="*/ 0 h 54"/>
                  <a:gd name="T16" fmla="*/ 1 w 7"/>
                  <a:gd name="T17" fmla="*/ 1 h 54"/>
                  <a:gd name="T18" fmla="*/ 1 w 7"/>
                  <a:gd name="T19" fmla="*/ 2 h 54"/>
                  <a:gd name="T20" fmla="*/ 2 w 7"/>
                  <a:gd name="T21" fmla="*/ 0 h 54"/>
                  <a:gd name="T22" fmla="*/ 2 w 7"/>
                  <a:gd name="T23" fmla="*/ 0 h 54"/>
                  <a:gd name="T24" fmla="*/ 2 w 7"/>
                  <a:gd name="T25" fmla="*/ 2 h 54"/>
                  <a:gd name="T26" fmla="*/ 2 w 7"/>
                  <a:gd name="T27" fmla="*/ 3 h 54"/>
                  <a:gd name="T28" fmla="*/ 2 w 7"/>
                  <a:gd name="T29" fmla="*/ 4 h 54"/>
                  <a:gd name="T30" fmla="*/ 2 w 7"/>
                  <a:gd name="T31" fmla="*/ 4 h 54"/>
                  <a:gd name="T32" fmla="*/ 3 w 7"/>
                  <a:gd name="T33" fmla="*/ 4 h 54"/>
                  <a:gd name="T34" fmla="*/ 3 w 7"/>
                  <a:gd name="T35" fmla="*/ 5 h 54"/>
                  <a:gd name="T36" fmla="*/ 3 w 7"/>
                  <a:gd name="T37" fmla="*/ 5 h 54"/>
                  <a:gd name="T38" fmla="*/ 3 w 7"/>
                  <a:gd name="T39" fmla="*/ 6 h 54"/>
                  <a:gd name="T40" fmla="*/ 3 w 7"/>
                  <a:gd name="T41" fmla="*/ 6 h 54"/>
                  <a:gd name="T42" fmla="*/ 3 w 7"/>
                  <a:gd name="T43" fmla="*/ 6 h 54"/>
                  <a:gd name="T44" fmla="*/ 3 w 7"/>
                  <a:gd name="T45" fmla="*/ 6 h 54"/>
                  <a:gd name="T46" fmla="*/ 3 w 7"/>
                  <a:gd name="T47" fmla="*/ 6 h 54"/>
                  <a:gd name="T48" fmla="*/ 3 w 7"/>
                  <a:gd name="T49" fmla="*/ 6 h 54"/>
                  <a:gd name="T50" fmla="*/ 4 w 7"/>
                  <a:gd name="T51" fmla="*/ 7 h 54"/>
                  <a:gd name="T52" fmla="*/ 4 w 7"/>
                  <a:gd name="T53" fmla="*/ 8 h 54"/>
                  <a:gd name="T54" fmla="*/ 4 w 7"/>
                  <a:gd name="T55" fmla="*/ 8 h 54"/>
                  <a:gd name="T56" fmla="*/ 4 w 7"/>
                  <a:gd name="T57" fmla="*/ 8 h 54"/>
                  <a:gd name="T58" fmla="*/ 4 w 7"/>
                  <a:gd name="T59" fmla="*/ 7 h 54"/>
                  <a:gd name="T60" fmla="*/ 4 w 7"/>
                  <a:gd name="T61" fmla="*/ 7 h 54"/>
                  <a:gd name="T62" fmla="*/ 5 w 7"/>
                  <a:gd name="T63" fmla="*/ 8 h 54"/>
                  <a:gd name="T64" fmla="*/ 5 w 7"/>
                  <a:gd name="T65" fmla="*/ 7 h 54"/>
                  <a:gd name="T66" fmla="*/ 5 w 7"/>
                  <a:gd name="T67" fmla="*/ 4 h 54"/>
                  <a:gd name="T68" fmla="*/ 5 w 7"/>
                  <a:gd name="T69" fmla="*/ 5 h 54"/>
                  <a:gd name="T70" fmla="*/ 5 w 7"/>
                  <a:gd name="T71" fmla="*/ 7 h 54"/>
                  <a:gd name="T72" fmla="*/ 5 w 7"/>
                  <a:gd name="T73" fmla="*/ 7 h 54"/>
                  <a:gd name="T74" fmla="*/ 5 w 7"/>
                  <a:gd name="T75" fmla="*/ 8 h 54"/>
                  <a:gd name="T76" fmla="*/ 5 w 7"/>
                  <a:gd name="T77" fmla="*/ 10 h 54"/>
                  <a:gd name="T78" fmla="*/ 5 w 7"/>
                  <a:gd name="T79" fmla="*/ 14 h 54"/>
                  <a:gd name="T80" fmla="*/ 5 w 7"/>
                  <a:gd name="T81" fmla="*/ 18 h 54"/>
                  <a:gd name="T82" fmla="*/ 6 w 7"/>
                  <a:gd name="T83" fmla="*/ 24 h 54"/>
                  <a:gd name="T84" fmla="*/ 6 w 7"/>
                  <a:gd name="T85" fmla="*/ 29 h 54"/>
                  <a:gd name="T86" fmla="*/ 6 w 7"/>
                  <a:gd name="T87" fmla="*/ 33 h 54"/>
                  <a:gd name="T88" fmla="*/ 6 w 7"/>
                  <a:gd name="T89" fmla="*/ 38 h 54"/>
                  <a:gd name="T90" fmla="*/ 6 w 7"/>
                  <a:gd name="T91" fmla="*/ 45 h 54"/>
                  <a:gd name="T92" fmla="*/ 6 w 7"/>
                  <a:gd name="T93" fmla="*/ 49 h 54"/>
                  <a:gd name="T94" fmla="*/ 6 w 7"/>
                  <a:gd name="T95" fmla="*/ 50 h 54"/>
                  <a:gd name="T96" fmla="*/ 6 w 7"/>
                  <a:gd name="T97" fmla="*/ 52 h 54"/>
                  <a:gd name="T98" fmla="*/ 6 w 7"/>
                  <a:gd name="T99" fmla="*/ 54 h 54"/>
                  <a:gd name="T100" fmla="*/ 7 w 7"/>
                  <a:gd name="T101" fmla="*/ 54 h 54"/>
                  <a:gd name="T102" fmla="*/ 7 w 7"/>
                  <a:gd name="T103" fmla="*/ 5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4">
                    <a:moveTo>
                      <a:pt x="0" y="5"/>
                    </a:moveTo>
                    <a:lnTo>
                      <a:pt x="1" y="6"/>
                    </a:lnTo>
                    <a:lnTo>
                      <a:pt x="1" y="5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3" y="4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4" y="7"/>
                    </a:lnTo>
                    <a:lnTo>
                      <a:pt x="4" y="8"/>
                    </a:lnTo>
                    <a:lnTo>
                      <a:pt x="4" y="8"/>
                    </a:lnTo>
                    <a:lnTo>
                      <a:pt x="4" y="8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5" y="8"/>
                    </a:lnTo>
                    <a:lnTo>
                      <a:pt x="5" y="7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5" y="8"/>
                    </a:lnTo>
                    <a:lnTo>
                      <a:pt x="5" y="10"/>
                    </a:lnTo>
                    <a:lnTo>
                      <a:pt x="5" y="14"/>
                    </a:lnTo>
                    <a:lnTo>
                      <a:pt x="5" y="18"/>
                    </a:lnTo>
                    <a:lnTo>
                      <a:pt x="6" y="24"/>
                    </a:lnTo>
                    <a:lnTo>
                      <a:pt x="6" y="29"/>
                    </a:lnTo>
                    <a:lnTo>
                      <a:pt x="6" y="33"/>
                    </a:lnTo>
                    <a:lnTo>
                      <a:pt x="6" y="38"/>
                    </a:lnTo>
                    <a:lnTo>
                      <a:pt x="6" y="45"/>
                    </a:lnTo>
                    <a:lnTo>
                      <a:pt x="6" y="49"/>
                    </a:lnTo>
                    <a:lnTo>
                      <a:pt x="6" y="50"/>
                    </a:lnTo>
                    <a:lnTo>
                      <a:pt x="6" y="52"/>
                    </a:lnTo>
                    <a:lnTo>
                      <a:pt x="6" y="54"/>
                    </a:lnTo>
                    <a:lnTo>
                      <a:pt x="7" y="54"/>
                    </a:lnTo>
                    <a:lnTo>
                      <a:pt x="7" y="5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00" name="Freeform 845"/>
              <p:cNvSpPr/>
              <p:nvPr/>
            </p:nvSpPr>
            <p:spPr bwMode="auto">
              <a:xfrm>
                <a:off x="1275" y="2985"/>
                <a:ext cx="6" cy="56"/>
              </a:xfrm>
              <a:custGeom>
                <a:avLst/>
                <a:gdLst>
                  <a:gd name="T0" fmla="*/ 0 w 6"/>
                  <a:gd name="T1" fmla="*/ 45 h 56"/>
                  <a:gd name="T2" fmla="*/ 0 w 6"/>
                  <a:gd name="T3" fmla="*/ 43 h 56"/>
                  <a:gd name="T4" fmla="*/ 0 w 6"/>
                  <a:gd name="T5" fmla="*/ 41 h 56"/>
                  <a:gd name="T6" fmla="*/ 0 w 6"/>
                  <a:gd name="T7" fmla="*/ 41 h 56"/>
                  <a:gd name="T8" fmla="*/ 0 w 6"/>
                  <a:gd name="T9" fmla="*/ 44 h 56"/>
                  <a:gd name="T10" fmla="*/ 0 w 6"/>
                  <a:gd name="T11" fmla="*/ 45 h 56"/>
                  <a:gd name="T12" fmla="*/ 1 w 6"/>
                  <a:gd name="T13" fmla="*/ 45 h 56"/>
                  <a:gd name="T14" fmla="*/ 1 w 6"/>
                  <a:gd name="T15" fmla="*/ 47 h 56"/>
                  <a:gd name="T16" fmla="*/ 1 w 6"/>
                  <a:gd name="T17" fmla="*/ 50 h 56"/>
                  <a:gd name="T18" fmla="*/ 1 w 6"/>
                  <a:gd name="T19" fmla="*/ 53 h 56"/>
                  <a:gd name="T20" fmla="*/ 1 w 6"/>
                  <a:gd name="T21" fmla="*/ 56 h 56"/>
                  <a:gd name="T22" fmla="*/ 1 w 6"/>
                  <a:gd name="T23" fmla="*/ 55 h 56"/>
                  <a:gd name="T24" fmla="*/ 1 w 6"/>
                  <a:gd name="T25" fmla="*/ 48 h 56"/>
                  <a:gd name="T26" fmla="*/ 1 w 6"/>
                  <a:gd name="T27" fmla="*/ 45 h 56"/>
                  <a:gd name="T28" fmla="*/ 1 w 6"/>
                  <a:gd name="T29" fmla="*/ 47 h 56"/>
                  <a:gd name="T30" fmla="*/ 2 w 6"/>
                  <a:gd name="T31" fmla="*/ 45 h 56"/>
                  <a:gd name="T32" fmla="*/ 2 w 6"/>
                  <a:gd name="T33" fmla="*/ 38 h 56"/>
                  <a:gd name="T34" fmla="*/ 2 w 6"/>
                  <a:gd name="T35" fmla="*/ 34 h 56"/>
                  <a:gd name="T36" fmla="*/ 2 w 6"/>
                  <a:gd name="T37" fmla="*/ 35 h 56"/>
                  <a:gd name="T38" fmla="*/ 2 w 6"/>
                  <a:gd name="T39" fmla="*/ 31 h 56"/>
                  <a:gd name="T40" fmla="*/ 2 w 6"/>
                  <a:gd name="T41" fmla="*/ 28 h 56"/>
                  <a:gd name="T42" fmla="*/ 3 w 6"/>
                  <a:gd name="T43" fmla="*/ 31 h 56"/>
                  <a:gd name="T44" fmla="*/ 3 w 6"/>
                  <a:gd name="T45" fmla="*/ 37 h 56"/>
                  <a:gd name="T46" fmla="*/ 3 w 6"/>
                  <a:gd name="T47" fmla="*/ 38 h 56"/>
                  <a:gd name="T48" fmla="*/ 3 w 6"/>
                  <a:gd name="T49" fmla="*/ 35 h 56"/>
                  <a:gd name="T50" fmla="*/ 3 w 6"/>
                  <a:gd name="T51" fmla="*/ 33 h 56"/>
                  <a:gd name="T52" fmla="*/ 3 w 6"/>
                  <a:gd name="T53" fmla="*/ 33 h 56"/>
                  <a:gd name="T54" fmla="*/ 3 w 6"/>
                  <a:gd name="T55" fmla="*/ 33 h 56"/>
                  <a:gd name="T56" fmla="*/ 3 w 6"/>
                  <a:gd name="T57" fmla="*/ 31 h 56"/>
                  <a:gd name="T58" fmla="*/ 3 w 6"/>
                  <a:gd name="T59" fmla="*/ 28 h 56"/>
                  <a:gd name="T60" fmla="*/ 4 w 6"/>
                  <a:gd name="T61" fmla="*/ 23 h 56"/>
                  <a:gd name="T62" fmla="*/ 4 w 6"/>
                  <a:gd name="T63" fmla="*/ 18 h 56"/>
                  <a:gd name="T64" fmla="*/ 4 w 6"/>
                  <a:gd name="T65" fmla="*/ 16 h 56"/>
                  <a:gd name="T66" fmla="*/ 4 w 6"/>
                  <a:gd name="T67" fmla="*/ 18 h 56"/>
                  <a:gd name="T68" fmla="*/ 4 w 6"/>
                  <a:gd name="T69" fmla="*/ 17 h 56"/>
                  <a:gd name="T70" fmla="*/ 4 w 6"/>
                  <a:gd name="T71" fmla="*/ 12 h 56"/>
                  <a:gd name="T72" fmla="*/ 4 w 6"/>
                  <a:gd name="T73" fmla="*/ 9 h 56"/>
                  <a:gd name="T74" fmla="*/ 4 w 6"/>
                  <a:gd name="T75" fmla="*/ 11 h 56"/>
                  <a:gd name="T76" fmla="*/ 4 w 6"/>
                  <a:gd name="T77" fmla="*/ 11 h 56"/>
                  <a:gd name="T78" fmla="*/ 5 w 6"/>
                  <a:gd name="T79" fmla="*/ 8 h 56"/>
                  <a:gd name="T80" fmla="*/ 5 w 6"/>
                  <a:gd name="T81" fmla="*/ 10 h 56"/>
                  <a:gd name="T82" fmla="*/ 5 w 6"/>
                  <a:gd name="T83" fmla="*/ 11 h 56"/>
                  <a:gd name="T84" fmla="*/ 5 w 6"/>
                  <a:gd name="T85" fmla="*/ 9 h 56"/>
                  <a:gd name="T86" fmla="*/ 5 w 6"/>
                  <a:gd name="T87" fmla="*/ 8 h 56"/>
                  <a:gd name="T88" fmla="*/ 5 w 6"/>
                  <a:gd name="T89" fmla="*/ 10 h 56"/>
                  <a:gd name="T90" fmla="*/ 6 w 6"/>
                  <a:gd name="T91" fmla="*/ 10 h 56"/>
                  <a:gd name="T92" fmla="*/ 6 w 6"/>
                  <a:gd name="T93" fmla="*/ 7 h 56"/>
                  <a:gd name="T94" fmla="*/ 6 w 6"/>
                  <a:gd name="T95" fmla="*/ 6 h 56"/>
                  <a:gd name="T96" fmla="*/ 6 w 6"/>
                  <a:gd name="T97" fmla="*/ 6 h 56"/>
                  <a:gd name="T98" fmla="*/ 6 w 6"/>
                  <a:gd name="T99" fmla="*/ 3 h 56"/>
                  <a:gd name="T100" fmla="*/ 6 w 6"/>
                  <a:gd name="T101" fmla="*/ 0 h 56"/>
                  <a:gd name="T102" fmla="*/ 6 w 6"/>
                  <a:gd name="T10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6">
                    <a:moveTo>
                      <a:pt x="0" y="45"/>
                    </a:moveTo>
                    <a:lnTo>
                      <a:pt x="0" y="43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4"/>
                    </a:lnTo>
                    <a:lnTo>
                      <a:pt x="0" y="45"/>
                    </a:lnTo>
                    <a:lnTo>
                      <a:pt x="1" y="45"/>
                    </a:lnTo>
                    <a:lnTo>
                      <a:pt x="1" y="47"/>
                    </a:lnTo>
                    <a:lnTo>
                      <a:pt x="1" y="50"/>
                    </a:lnTo>
                    <a:lnTo>
                      <a:pt x="1" y="53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48"/>
                    </a:lnTo>
                    <a:lnTo>
                      <a:pt x="1" y="45"/>
                    </a:lnTo>
                    <a:lnTo>
                      <a:pt x="1" y="47"/>
                    </a:lnTo>
                    <a:lnTo>
                      <a:pt x="2" y="45"/>
                    </a:lnTo>
                    <a:lnTo>
                      <a:pt x="2" y="38"/>
                    </a:lnTo>
                    <a:lnTo>
                      <a:pt x="2" y="34"/>
                    </a:lnTo>
                    <a:lnTo>
                      <a:pt x="2" y="35"/>
                    </a:lnTo>
                    <a:lnTo>
                      <a:pt x="2" y="31"/>
                    </a:lnTo>
                    <a:lnTo>
                      <a:pt x="2" y="28"/>
                    </a:lnTo>
                    <a:lnTo>
                      <a:pt x="3" y="31"/>
                    </a:lnTo>
                    <a:lnTo>
                      <a:pt x="3" y="37"/>
                    </a:lnTo>
                    <a:lnTo>
                      <a:pt x="3" y="38"/>
                    </a:lnTo>
                    <a:lnTo>
                      <a:pt x="3" y="35"/>
                    </a:lnTo>
                    <a:lnTo>
                      <a:pt x="3" y="33"/>
                    </a:lnTo>
                    <a:lnTo>
                      <a:pt x="3" y="33"/>
                    </a:lnTo>
                    <a:lnTo>
                      <a:pt x="3" y="33"/>
                    </a:lnTo>
                    <a:lnTo>
                      <a:pt x="3" y="31"/>
                    </a:lnTo>
                    <a:lnTo>
                      <a:pt x="3" y="28"/>
                    </a:lnTo>
                    <a:lnTo>
                      <a:pt x="4" y="23"/>
                    </a:lnTo>
                    <a:lnTo>
                      <a:pt x="4" y="18"/>
                    </a:lnTo>
                    <a:lnTo>
                      <a:pt x="4" y="16"/>
                    </a:lnTo>
                    <a:lnTo>
                      <a:pt x="4" y="18"/>
                    </a:lnTo>
                    <a:lnTo>
                      <a:pt x="4" y="17"/>
                    </a:lnTo>
                    <a:lnTo>
                      <a:pt x="4" y="12"/>
                    </a:lnTo>
                    <a:lnTo>
                      <a:pt x="4" y="9"/>
                    </a:lnTo>
                    <a:lnTo>
                      <a:pt x="4" y="11"/>
                    </a:lnTo>
                    <a:lnTo>
                      <a:pt x="4" y="11"/>
                    </a:lnTo>
                    <a:lnTo>
                      <a:pt x="5" y="8"/>
                    </a:lnTo>
                    <a:lnTo>
                      <a:pt x="5" y="10"/>
                    </a:lnTo>
                    <a:lnTo>
                      <a:pt x="5" y="11"/>
                    </a:lnTo>
                    <a:lnTo>
                      <a:pt x="5" y="9"/>
                    </a:lnTo>
                    <a:lnTo>
                      <a:pt x="5" y="8"/>
                    </a:lnTo>
                    <a:lnTo>
                      <a:pt x="5" y="10"/>
                    </a:lnTo>
                    <a:lnTo>
                      <a:pt x="6" y="10"/>
                    </a:lnTo>
                    <a:lnTo>
                      <a:pt x="6" y="7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6" y="3"/>
                    </a:lnTo>
                    <a:lnTo>
                      <a:pt x="6" y="0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01" name="Freeform 846"/>
              <p:cNvSpPr/>
              <p:nvPr/>
            </p:nvSpPr>
            <p:spPr bwMode="auto">
              <a:xfrm>
                <a:off x="1281" y="2901"/>
                <a:ext cx="7" cy="84"/>
              </a:xfrm>
              <a:custGeom>
                <a:avLst/>
                <a:gdLst>
                  <a:gd name="T0" fmla="*/ 0 w 7"/>
                  <a:gd name="T1" fmla="*/ 84 h 84"/>
                  <a:gd name="T2" fmla="*/ 0 w 7"/>
                  <a:gd name="T3" fmla="*/ 84 h 84"/>
                  <a:gd name="T4" fmla="*/ 0 w 7"/>
                  <a:gd name="T5" fmla="*/ 82 h 84"/>
                  <a:gd name="T6" fmla="*/ 0 w 7"/>
                  <a:gd name="T7" fmla="*/ 78 h 84"/>
                  <a:gd name="T8" fmla="*/ 0 w 7"/>
                  <a:gd name="T9" fmla="*/ 77 h 84"/>
                  <a:gd name="T10" fmla="*/ 1 w 7"/>
                  <a:gd name="T11" fmla="*/ 78 h 84"/>
                  <a:gd name="T12" fmla="*/ 1 w 7"/>
                  <a:gd name="T13" fmla="*/ 75 h 84"/>
                  <a:gd name="T14" fmla="*/ 1 w 7"/>
                  <a:gd name="T15" fmla="*/ 69 h 84"/>
                  <a:gd name="T16" fmla="*/ 1 w 7"/>
                  <a:gd name="T17" fmla="*/ 65 h 84"/>
                  <a:gd name="T18" fmla="*/ 1 w 7"/>
                  <a:gd name="T19" fmla="*/ 65 h 84"/>
                  <a:gd name="T20" fmla="*/ 1 w 7"/>
                  <a:gd name="T21" fmla="*/ 66 h 84"/>
                  <a:gd name="T22" fmla="*/ 2 w 7"/>
                  <a:gd name="T23" fmla="*/ 62 h 84"/>
                  <a:gd name="T24" fmla="*/ 2 w 7"/>
                  <a:gd name="T25" fmla="*/ 58 h 84"/>
                  <a:gd name="T26" fmla="*/ 2 w 7"/>
                  <a:gd name="T27" fmla="*/ 58 h 84"/>
                  <a:gd name="T28" fmla="*/ 2 w 7"/>
                  <a:gd name="T29" fmla="*/ 57 h 84"/>
                  <a:gd name="T30" fmla="*/ 2 w 7"/>
                  <a:gd name="T31" fmla="*/ 55 h 84"/>
                  <a:gd name="T32" fmla="*/ 2 w 7"/>
                  <a:gd name="T33" fmla="*/ 54 h 84"/>
                  <a:gd name="T34" fmla="*/ 2 w 7"/>
                  <a:gd name="T35" fmla="*/ 54 h 84"/>
                  <a:gd name="T36" fmla="*/ 2 w 7"/>
                  <a:gd name="T37" fmla="*/ 50 h 84"/>
                  <a:gd name="T38" fmla="*/ 2 w 7"/>
                  <a:gd name="T39" fmla="*/ 47 h 84"/>
                  <a:gd name="T40" fmla="*/ 3 w 7"/>
                  <a:gd name="T41" fmla="*/ 48 h 84"/>
                  <a:gd name="T42" fmla="*/ 3 w 7"/>
                  <a:gd name="T43" fmla="*/ 48 h 84"/>
                  <a:gd name="T44" fmla="*/ 3 w 7"/>
                  <a:gd name="T45" fmla="*/ 45 h 84"/>
                  <a:gd name="T46" fmla="*/ 3 w 7"/>
                  <a:gd name="T47" fmla="*/ 43 h 84"/>
                  <a:gd name="T48" fmla="*/ 3 w 7"/>
                  <a:gd name="T49" fmla="*/ 41 h 84"/>
                  <a:gd name="T50" fmla="*/ 3 w 7"/>
                  <a:gd name="T51" fmla="*/ 39 h 84"/>
                  <a:gd name="T52" fmla="*/ 3 w 7"/>
                  <a:gd name="T53" fmla="*/ 37 h 84"/>
                  <a:gd name="T54" fmla="*/ 3 w 7"/>
                  <a:gd name="T55" fmla="*/ 37 h 84"/>
                  <a:gd name="T56" fmla="*/ 3 w 7"/>
                  <a:gd name="T57" fmla="*/ 37 h 84"/>
                  <a:gd name="T58" fmla="*/ 4 w 7"/>
                  <a:gd name="T59" fmla="*/ 35 h 84"/>
                  <a:gd name="T60" fmla="*/ 4 w 7"/>
                  <a:gd name="T61" fmla="*/ 34 h 84"/>
                  <a:gd name="T62" fmla="*/ 4 w 7"/>
                  <a:gd name="T63" fmla="*/ 34 h 84"/>
                  <a:gd name="T64" fmla="*/ 4 w 7"/>
                  <a:gd name="T65" fmla="*/ 33 h 84"/>
                  <a:gd name="T66" fmla="*/ 4 w 7"/>
                  <a:gd name="T67" fmla="*/ 30 h 84"/>
                  <a:gd name="T68" fmla="*/ 4 w 7"/>
                  <a:gd name="T69" fmla="*/ 26 h 84"/>
                  <a:gd name="T70" fmla="*/ 5 w 7"/>
                  <a:gd name="T71" fmla="*/ 22 h 84"/>
                  <a:gd name="T72" fmla="*/ 5 w 7"/>
                  <a:gd name="T73" fmla="*/ 19 h 84"/>
                  <a:gd name="T74" fmla="*/ 5 w 7"/>
                  <a:gd name="T75" fmla="*/ 16 h 84"/>
                  <a:gd name="T76" fmla="*/ 5 w 7"/>
                  <a:gd name="T77" fmla="*/ 13 h 84"/>
                  <a:gd name="T78" fmla="*/ 5 w 7"/>
                  <a:gd name="T79" fmla="*/ 9 h 84"/>
                  <a:gd name="T80" fmla="*/ 5 w 7"/>
                  <a:gd name="T81" fmla="*/ 4 h 84"/>
                  <a:gd name="T82" fmla="*/ 5 w 7"/>
                  <a:gd name="T83" fmla="*/ 0 h 84"/>
                  <a:gd name="T84" fmla="*/ 5 w 7"/>
                  <a:gd name="T85" fmla="*/ 0 h 84"/>
                  <a:gd name="T86" fmla="*/ 5 w 7"/>
                  <a:gd name="T87" fmla="*/ 3 h 84"/>
                  <a:gd name="T88" fmla="*/ 6 w 7"/>
                  <a:gd name="T89" fmla="*/ 5 h 84"/>
                  <a:gd name="T90" fmla="*/ 6 w 7"/>
                  <a:gd name="T91" fmla="*/ 5 h 84"/>
                  <a:gd name="T92" fmla="*/ 6 w 7"/>
                  <a:gd name="T93" fmla="*/ 7 h 84"/>
                  <a:gd name="T94" fmla="*/ 6 w 7"/>
                  <a:gd name="T95" fmla="*/ 10 h 84"/>
                  <a:gd name="T96" fmla="*/ 6 w 7"/>
                  <a:gd name="T97" fmla="*/ 13 h 84"/>
                  <a:gd name="T98" fmla="*/ 6 w 7"/>
                  <a:gd name="T99" fmla="*/ 18 h 84"/>
                  <a:gd name="T100" fmla="*/ 7 w 7"/>
                  <a:gd name="T101" fmla="*/ 22 h 84"/>
                  <a:gd name="T102" fmla="*/ 7 w 7"/>
                  <a:gd name="T103" fmla="*/ 23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84">
                    <a:moveTo>
                      <a:pt x="0" y="84"/>
                    </a:moveTo>
                    <a:lnTo>
                      <a:pt x="0" y="84"/>
                    </a:lnTo>
                    <a:lnTo>
                      <a:pt x="0" y="82"/>
                    </a:lnTo>
                    <a:lnTo>
                      <a:pt x="0" y="78"/>
                    </a:lnTo>
                    <a:lnTo>
                      <a:pt x="0" y="77"/>
                    </a:lnTo>
                    <a:lnTo>
                      <a:pt x="1" y="78"/>
                    </a:lnTo>
                    <a:lnTo>
                      <a:pt x="1" y="75"/>
                    </a:lnTo>
                    <a:lnTo>
                      <a:pt x="1" y="69"/>
                    </a:lnTo>
                    <a:lnTo>
                      <a:pt x="1" y="65"/>
                    </a:lnTo>
                    <a:lnTo>
                      <a:pt x="1" y="65"/>
                    </a:lnTo>
                    <a:lnTo>
                      <a:pt x="1" y="66"/>
                    </a:lnTo>
                    <a:lnTo>
                      <a:pt x="2" y="62"/>
                    </a:lnTo>
                    <a:lnTo>
                      <a:pt x="2" y="58"/>
                    </a:lnTo>
                    <a:lnTo>
                      <a:pt x="2" y="58"/>
                    </a:lnTo>
                    <a:lnTo>
                      <a:pt x="2" y="57"/>
                    </a:lnTo>
                    <a:lnTo>
                      <a:pt x="2" y="55"/>
                    </a:lnTo>
                    <a:lnTo>
                      <a:pt x="2" y="54"/>
                    </a:lnTo>
                    <a:lnTo>
                      <a:pt x="2" y="54"/>
                    </a:lnTo>
                    <a:lnTo>
                      <a:pt x="2" y="50"/>
                    </a:lnTo>
                    <a:lnTo>
                      <a:pt x="2" y="47"/>
                    </a:lnTo>
                    <a:lnTo>
                      <a:pt x="3" y="48"/>
                    </a:lnTo>
                    <a:lnTo>
                      <a:pt x="3" y="48"/>
                    </a:lnTo>
                    <a:lnTo>
                      <a:pt x="3" y="45"/>
                    </a:lnTo>
                    <a:lnTo>
                      <a:pt x="3" y="43"/>
                    </a:lnTo>
                    <a:lnTo>
                      <a:pt x="3" y="41"/>
                    </a:lnTo>
                    <a:lnTo>
                      <a:pt x="3" y="39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4" y="35"/>
                    </a:lnTo>
                    <a:lnTo>
                      <a:pt x="4" y="34"/>
                    </a:lnTo>
                    <a:lnTo>
                      <a:pt x="4" y="34"/>
                    </a:lnTo>
                    <a:lnTo>
                      <a:pt x="4" y="33"/>
                    </a:lnTo>
                    <a:lnTo>
                      <a:pt x="4" y="30"/>
                    </a:lnTo>
                    <a:lnTo>
                      <a:pt x="4" y="26"/>
                    </a:lnTo>
                    <a:lnTo>
                      <a:pt x="5" y="22"/>
                    </a:lnTo>
                    <a:lnTo>
                      <a:pt x="5" y="19"/>
                    </a:lnTo>
                    <a:lnTo>
                      <a:pt x="5" y="16"/>
                    </a:lnTo>
                    <a:lnTo>
                      <a:pt x="5" y="13"/>
                    </a:lnTo>
                    <a:lnTo>
                      <a:pt x="5" y="9"/>
                    </a:lnTo>
                    <a:lnTo>
                      <a:pt x="5" y="4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3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7"/>
                    </a:lnTo>
                    <a:lnTo>
                      <a:pt x="6" y="10"/>
                    </a:lnTo>
                    <a:lnTo>
                      <a:pt x="6" y="13"/>
                    </a:lnTo>
                    <a:lnTo>
                      <a:pt x="6" y="18"/>
                    </a:lnTo>
                    <a:lnTo>
                      <a:pt x="7" y="22"/>
                    </a:lnTo>
                    <a:lnTo>
                      <a:pt x="7" y="2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02" name="Freeform 847"/>
              <p:cNvSpPr/>
              <p:nvPr/>
            </p:nvSpPr>
            <p:spPr bwMode="auto">
              <a:xfrm>
                <a:off x="1288" y="2921"/>
                <a:ext cx="6" cy="35"/>
              </a:xfrm>
              <a:custGeom>
                <a:avLst/>
                <a:gdLst>
                  <a:gd name="T0" fmla="*/ 0 w 6"/>
                  <a:gd name="T1" fmla="*/ 2 h 35"/>
                  <a:gd name="T2" fmla="*/ 0 w 6"/>
                  <a:gd name="T3" fmla="*/ 3 h 35"/>
                  <a:gd name="T4" fmla="*/ 0 w 6"/>
                  <a:gd name="T5" fmla="*/ 2 h 35"/>
                  <a:gd name="T6" fmla="*/ 0 w 6"/>
                  <a:gd name="T7" fmla="*/ 4 h 35"/>
                  <a:gd name="T8" fmla="*/ 0 w 6"/>
                  <a:gd name="T9" fmla="*/ 6 h 35"/>
                  <a:gd name="T10" fmla="*/ 0 w 6"/>
                  <a:gd name="T11" fmla="*/ 7 h 35"/>
                  <a:gd name="T12" fmla="*/ 0 w 6"/>
                  <a:gd name="T13" fmla="*/ 8 h 35"/>
                  <a:gd name="T14" fmla="*/ 0 w 6"/>
                  <a:gd name="T15" fmla="*/ 10 h 35"/>
                  <a:gd name="T16" fmla="*/ 0 w 6"/>
                  <a:gd name="T17" fmla="*/ 14 h 35"/>
                  <a:gd name="T18" fmla="*/ 1 w 6"/>
                  <a:gd name="T19" fmla="*/ 17 h 35"/>
                  <a:gd name="T20" fmla="*/ 1 w 6"/>
                  <a:gd name="T21" fmla="*/ 21 h 35"/>
                  <a:gd name="T22" fmla="*/ 1 w 6"/>
                  <a:gd name="T23" fmla="*/ 25 h 35"/>
                  <a:gd name="T24" fmla="*/ 1 w 6"/>
                  <a:gd name="T25" fmla="*/ 29 h 35"/>
                  <a:gd name="T26" fmla="*/ 1 w 6"/>
                  <a:gd name="T27" fmla="*/ 31 h 35"/>
                  <a:gd name="T28" fmla="*/ 1 w 6"/>
                  <a:gd name="T29" fmla="*/ 32 h 35"/>
                  <a:gd name="T30" fmla="*/ 1 w 6"/>
                  <a:gd name="T31" fmla="*/ 31 h 35"/>
                  <a:gd name="T32" fmla="*/ 1 w 6"/>
                  <a:gd name="T33" fmla="*/ 30 h 35"/>
                  <a:gd name="T34" fmla="*/ 1 w 6"/>
                  <a:gd name="T35" fmla="*/ 26 h 35"/>
                  <a:gd name="T36" fmla="*/ 1 w 6"/>
                  <a:gd name="T37" fmla="*/ 22 h 35"/>
                  <a:gd name="T38" fmla="*/ 2 w 6"/>
                  <a:gd name="T39" fmla="*/ 20 h 35"/>
                  <a:gd name="T40" fmla="*/ 2 w 6"/>
                  <a:gd name="T41" fmla="*/ 15 h 35"/>
                  <a:gd name="T42" fmla="*/ 2 w 6"/>
                  <a:gd name="T43" fmla="*/ 9 h 35"/>
                  <a:gd name="T44" fmla="*/ 2 w 6"/>
                  <a:gd name="T45" fmla="*/ 4 h 35"/>
                  <a:gd name="T46" fmla="*/ 2 w 6"/>
                  <a:gd name="T47" fmla="*/ 1 h 35"/>
                  <a:gd name="T48" fmla="*/ 2 w 6"/>
                  <a:gd name="T49" fmla="*/ 0 h 35"/>
                  <a:gd name="T50" fmla="*/ 3 w 6"/>
                  <a:gd name="T51" fmla="*/ 0 h 35"/>
                  <a:gd name="T52" fmla="*/ 3 w 6"/>
                  <a:gd name="T53" fmla="*/ 3 h 35"/>
                  <a:gd name="T54" fmla="*/ 3 w 6"/>
                  <a:gd name="T55" fmla="*/ 5 h 35"/>
                  <a:gd name="T56" fmla="*/ 3 w 6"/>
                  <a:gd name="T57" fmla="*/ 6 h 35"/>
                  <a:gd name="T58" fmla="*/ 3 w 6"/>
                  <a:gd name="T59" fmla="*/ 8 h 35"/>
                  <a:gd name="T60" fmla="*/ 3 w 6"/>
                  <a:gd name="T61" fmla="*/ 10 h 35"/>
                  <a:gd name="T62" fmla="*/ 3 w 6"/>
                  <a:gd name="T63" fmla="*/ 12 h 35"/>
                  <a:gd name="T64" fmla="*/ 3 w 6"/>
                  <a:gd name="T65" fmla="*/ 11 h 35"/>
                  <a:gd name="T66" fmla="*/ 3 w 6"/>
                  <a:gd name="T67" fmla="*/ 10 h 35"/>
                  <a:gd name="T68" fmla="*/ 4 w 6"/>
                  <a:gd name="T69" fmla="*/ 10 h 35"/>
                  <a:gd name="T70" fmla="*/ 4 w 6"/>
                  <a:gd name="T71" fmla="*/ 7 h 35"/>
                  <a:gd name="T72" fmla="*/ 4 w 6"/>
                  <a:gd name="T73" fmla="*/ 5 h 35"/>
                  <a:gd name="T74" fmla="*/ 4 w 6"/>
                  <a:gd name="T75" fmla="*/ 5 h 35"/>
                  <a:gd name="T76" fmla="*/ 4 w 6"/>
                  <a:gd name="T77" fmla="*/ 5 h 35"/>
                  <a:gd name="T78" fmla="*/ 4 w 6"/>
                  <a:gd name="T79" fmla="*/ 4 h 35"/>
                  <a:gd name="T80" fmla="*/ 5 w 6"/>
                  <a:gd name="T81" fmla="*/ 3 h 35"/>
                  <a:gd name="T82" fmla="*/ 5 w 6"/>
                  <a:gd name="T83" fmla="*/ 6 h 35"/>
                  <a:gd name="T84" fmla="*/ 5 w 6"/>
                  <a:gd name="T85" fmla="*/ 10 h 35"/>
                  <a:gd name="T86" fmla="*/ 5 w 6"/>
                  <a:gd name="T87" fmla="*/ 12 h 35"/>
                  <a:gd name="T88" fmla="*/ 5 w 6"/>
                  <a:gd name="T89" fmla="*/ 14 h 35"/>
                  <a:gd name="T90" fmla="*/ 5 w 6"/>
                  <a:gd name="T91" fmla="*/ 18 h 35"/>
                  <a:gd name="T92" fmla="*/ 5 w 6"/>
                  <a:gd name="T93" fmla="*/ 23 h 35"/>
                  <a:gd name="T94" fmla="*/ 5 w 6"/>
                  <a:gd name="T95" fmla="*/ 26 h 35"/>
                  <a:gd name="T96" fmla="*/ 5 w 6"/>
                  <a:gd name="T97" fmla="*/ 28 h 35"/>
                  <a:gd name="T98" fmla="*/ 6 w 6"/>
                  <a:gd name="T99" fmla="*/ 31 h 35"/>
                  <a:gd name="T100" fmla="*/ 6 w 6"/>
                  <a:gd name="T101" fmla="*/ 33 h 35"/>
                  <a:gd name="T102" fmla="*/ 6 w 6"/>
                  <a:gd name="T103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5">
                    <a:moveTo>
                      <a:pt x="0" y="2"/>
                    </a:moveTo>
                    <a:lnTo>
                      <a:pt x="0" y="3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1" y="17"/>
                    </a:lnTo>
                    <a:lnTo>
                      <a:pt x="1" y="21"/>
                    </a:lnTo>
                    <a:lnTo>
                      <a:pt x="1" y="25"/>
                    </a:lnTo>
                    <a:lnTo>
                      <a:pt x="1" y="29"/>
                    </a:lnTo>
                    <a:lnTo>
                      <a:pt x="1" y="31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26"/>
                    </a:lnTo>
                    <a:lnTo>
                      <a:pt x="1" y="22"/>
                    </a:lnTo>
                    <a:lnTo>
                      <a:pt x="2" y="20"/>
                    </a:lnTo>
                    <a:lnTo>
                      <a:pt x="2" y="15"/>
                    </a:lnTo>
                    <a:lnTo>
                      <a:pt x="2" y="9"/>
                    </a:lnTo>
                    <a:lnTo>
                      <a:pt x="2" y="4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3" y="3"/>
                    </a:lnTo>
                    <a:lnTo>
                      <a:pt x="3" y="5"/>
                    </a:lnTo>
                    <a:lnTo>
                      <a:pt x="3" y="6"/>
                    </a:lnTo>
                    <a:lnTo>
                      <a:pt x="3" y="8"/>
                    </a:lnTo>
                    <a:lnTo>
                      <a:pt x="3" y="10"/>
                    </a:lnTo>
                    <a:lnTo>
                      <a:pt x="3" y="12"/>
                    </a:lnTo>
                    <a:lnTo>
                      <a:pt x="3" y="11"/>
                    </a:lnTo>
                    <a:lnTo>
                      <a:pt x="3" y="10"/>
                    </a:lnTo>
                    <a:lnTo>
                      <a:pt x="4" y="10"/>
                    </a:lnTo>
                    <a:lnTo>
                      <a:pt x="4" y="7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5" y="3"/>
                    </a:lnTo>
                    <a:lnTo>
                      <a:pt x="5" y="6"/>
                    </a:lnTo>
                    <a:lnTo>
                      <a:pt x="5" y="10"/>
                    </a:lnTo>
                    <a:lnTo>
                      <a:pt x="5" y="12"/>
                    </a:lnTo>
                    <a:lnTo>
                      <a:pt x="5" y="14"/>
                    </a:lnTo>
                    <a:lnTo>
                      <a:pt x="5" y="18"/>
                    </a:lnTo>
                    <a:lnTo>
                      <a:pt x="5" y="23"/>
                    </a:lnTo>
                    <a:lnTo>
                      <a:pt x="5" y="26"/>
                    </a:lnTo>
                    <a:lnTo>
                      <a:pt x="5" y="28"/>
                    </a:lnTo>
                    <a:lnTo>
                      <a:pt x="6" y="31"/>
                    </a:lnTo>
                    <a:lnTo>
                      <a:pt x="6" y="33"/>
                    </a:lnTo>
                    <a:lnTo>
                      <a:pt x="6" y="3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03" name="Freeform 848"/>
              <p:cNvSpPr/>
              <p:nvPr/>
            </p:nvSpPr>
            <p:spPr bwMode="auto">
              <a:xfrm>
                <a:off x="1294" y="2954"/>
                <a:ext cx="6" cy="35"/>
              </a:xfrm>
              <a:custGeom>
                <a:avLst/>
                <a:gdLst>
                  <a:gd name="T0" fmla="*/ 0 w 6"/>
                  <a:gd name="T1" fmla="*/ 0 h 35"/>
                  <a:gd name="T2" fmla="*/ 0 w 6"/>
                  <a:gd name="T3" fmla="*/ 2 h 35"/>
                  <a:gd name="T4" fmla="*/ 0 w 6"/>
                  <a:gd name="T5" fmla="*/ 7 h 35"/>
                  <a:gd name="T6" fmla="*/ 0 w 6"/>
                  <a:gd name="T7" fmla="*/ 12 h 35"/>
                  <a:gd name="T8" fmla="*/ 0 w 6"/>
                  <a:gd name="T9" fmla="*/ 15 h 35"/>
                  <a:gd name="T10" fmla="*/ 0 w 6"/>
                  <a:gd name="T11" fmla="*/ 17 h 35"/>
                  <a:gd name="T12" fmla="*/ 0 w 6"/>
                  <a:gd name="T13" fmla="*/ 20 h 35"/>
                  <a:gd name="T14" fmla="*/ 0 w 6"/>
                  <a:gd name="T15" fmla="*/ 25 h 35"/>
                  <a:gd name="T16" fmla="*/ 1 w 6"/>
                  <a:gd name="T17" fmla="*/ 28 h 35"/>
                  <a:gd name="T18" fmla="*/ 1 w 6"/>
                  <a:gd name="T19" fmla="*/ 30 h 35"/>
                  <a:gd name="T20" fmla="*/ 1 w 6"/>
                  <a:gd name="T21" fmla="*/ 33 h 35"/>
                  <a:gd name="T22" fmla="*/ 1 w 6"/>
                  <a:gd name="T23" fmla="*/ 35 h 35"/>
                  <a:gd name="T24" fmla="*/ 1 w 6"/>
                  <a:gd name="T25" fmla="*/ 34 h 35"/>
                  <a:gd name="T26" fmla="*/ 1 w 6"/>
                  <a:gd name="T27" fmla="*/ 32 h 35"/>
                  <a:gd name="T28" fmla="*/ 2 w 6"/>
                  <a:gd name="T29" fmla="*/ 34 h 35"/>
                  <a:gd name="T30" fmla="*/ 2 w 6"/>
                  <a:gd name="T31" fmla="*/ 35 h 35"/>
                  <a:gd name="T32" fmla="*/ 2 w 6"/>
                  <a:gd name="T33" fmla="*/ 33 h 35"/>
                  <a:gd name="T34" fmla="*/ 2 w 6"/>
                  <a:gd name="T35" fmla="*/ 31 h 35"/>
                  <a:gd name="T36" fmla="*/ 2 w 6"/>
                  <a:gd name="T37" fmla="*/ 30 h 35"/>
                  <a:gd name="T38" fmla="*/ 2 w 6"/>
                  <a:gd name="T39" fmla="*/ 28 h 35"/>
                  <a:gd name="T40" fmla="*/ 2 w 6"/>
                  <a:gd name="T41" fmla="*/ 26 h 35"/>
                  <a:gd name="T42" fmla="*/ 2 w 6"/>
                  <a:gd name="T43" fmla="*/ 27 h 35"/>
                  <a:gd name="T44" fmla="*/ 2 w 6"/>
                  <a:gd name="T45" fmla="*/ 26 h 35"/>
                  <a:gd name="T46" fmla="*/ 3 w 6"/>
                  <a:gd name="T47" fmla="*/ 25 h 35"/>
                  <a:gd name="T48" fmla="*/ 3 w 6"/>
                  <a:gd name="T49" fmla="*/ 24 h 35"/>
                  <a:gd name="T50" fmla="*/ 3 w 6"/>
                  <a:gd name="T51" fmla="*/ 24 h 35"/>
                  <a:gd name="T52" fmla="*/ 3 w 6"/>
                  <a:gd name="T53" fmla="*/ 24 h 35"/>
                  <a:gd name="T54" fmla="*/ 3 w 6"/>
                  <a:gd name="T55" fmla="*/ 23 h 35"/>
                  <a:gd name="T56" fmla="*/ 3 w 6"/>
                  <a:gd name="T57" fmla="*/ 22 h 35"/>
                  <a:gd name="T58" fmla="*/ 4 w 6"/>
                  <a:gd name="T59" fmla="*/ 24 h 35"/>
                  <a:gd name="T60" fmla="*/ 4 w 6"/>
                  <a:gd name="T61" fmla="*/ 25 h 35"/>
                  <a:gd name="T62" fmla="*/ 4 w 6"/>
                  <a:gd name="T63" fmla="*/ 23 h 35"/>
                  <a:gd name="T64" fmla="*/ 4 w 6"/>
                  <a:gd name="T65" fmla="*/ 22 h 35"/>
                  <a:gd name="T66" fmla="*/ 4 w 6"/>
                  <a:gd name="T67" fmla="*/ 24 h 35"/>
                  <a:gd name="T68" fmla="*/ 4 w 6"/>
                  <a:gd name="T69" fmla="*/ 26 h 35"/>
                  <a:gd name="T70" fmla="*/ 4 w 6"/>
                  <a:gd name="T71" fmla="*/ 25 h 35"/>
                  <a:gd name="T72" fmla="*/ 4 w 6"/>
                  <a:gd name="T73" fmla="*/ 26 h 35"/>
                  <a:gd name="T74" fmla="*/ 4 w 6"/>
                  <a:gd name="T75" fmla="*/ 29 h 35"/>
                  <a:gd name="T76" fmla="*/ 4 w 6"/>
                  <a:gd name="T77" fmla="*/ 28 h 35"/>
                  <a:gd name="T78" fmla="*/ 5 w 6"/>
                  <a:gd name="T79" fmla="*/ 24 h 35"/>
                  <a:gd name="T80" fmla="*/ 5 w 6"/>
                  <a:gd name="T81" fmla="*/ 21 h 35"/>
                  <a:gd name="T82" fmla="*/ 5 w 6"/>
                  <a:gd name="T83" fmla="*/ 21 h 35"/>
                  <a:gd name="T84" fmla="*/ 5 w 6"/>
                  <a:gd name="T85" fmla="*/ 20 h 35"/>
                  <a:gd name="T86" fmla="*/ 5 w 6"/>
                  <a:gd name="T87" fmla="*/ 18 h 35"/>
                  <a:gd name="T88" fmla="*/ 5 w 6"/>
                  <a:gd name="T89" fmla="*/ 17 h 35"/>
                  <a:gd name="T90" fmla="*/ 5 w 6"/>
                  <a:gd name="T91" fmla="*/ 16 h 35"/>
                  <a:gd name="T92" fmla="*/ 5 w 6"/>
                  <a:gd name="T93" fmla="*/ 14 h 35"/>
                  <a:gd name="T94" fmla="*/ 5 w 6"/>
                  <a:gd name="T95" fmla="*/ 14 h 35"/>
                  <a:gd name="T96" fmla="*/ 6 w 6"/>
                  <a:gd name="T97" fmla="*/ 19 h 35"/>
                  <a:gd name="T98" fmla="*/ 6 w 6"/>
                  <a:gd name="T99" fmla="*/ 26 h 35"/>
                  <a:gd name="T100" fmla="*/ 6 w 6"/>
                  <a:gd name="T101" fmla="*/ 30 h 35"/>
                  <a:gd name="T102" fmla="*/ 6 w 6"/>
                  <a:gd name="T103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5">
                    <a:moveTo>
                      <a:pt x="0" y="0"/>
                    </a:moveTo>
                    <a:lnTo>
                      <a:pt x="0" y="2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7"/>
                    </a:lnTo>
                    <a:lnTo>
                      <a:pt x="0" y="20"/>
                    </a:lnTo>
                    <a:lnTo>
                      <a:pt x="0" y="25"/>
                    </a:lnTo>
                    <a:lnTo>
                      <a:pt x="1" y="28"/>
                    </a:lnTo>
                    <a:lnTo>
                      <a:pt x="1" y="30"/>
                    </a:lnTo>
                    <a:lnTo>
                      <a:pt x="1" y="33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1" y="32"/>
                    </a:lnTo>
                    <a:lnTo>
                      <a:pt x="2" y="34"/>
                    </a:lnTo>
                    <a:lnTo>
                      <a:pt x="2" y="35"/>
                    </a:lnTo>
                    <a:lnTo>
                      <a:pt x="2" y="33"/>
                    </a:lnTo>
                    <a:lnTo>
                      <a:pt x="2" y="31"/>
                    </a:lnTo>
                    <a:lnTo>
                      <a:pt x="2" y="30"/>
                    </a:lnTo>
                    <a:lnTo>
                      <a:pt x="2" y="28"/>
                    </a:lnTo>
                    <a:lnTo>
                      <a:pt x="2" y="26"/>
                    </a:lnTo>
                    <a:lnTo>
                      <a:pt x="2" y="27"/>
                    </a:lnTo>
                    <a:lnTo>
                      <a:pt x="2" y="26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3" y="23"/>
                    </a:lnTo>
                    <a:lnTo>
                      <a:pt x="3" y="22"/>
                    </a:lnTo>
                    <a:lnTo>
                      <a:pt x="4" y="24"/>
                    </a:lnTo>
                    <a:lnTo>
                      <a:pt x="4" y="25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4"/>
                    </a:lnTo>
                    <a:lnTo>
                      <a:pt x="4" y="26"/>
                    </a:lnTo>
                    <a:lnTo>
                      <a:pt x="4" y="25"/>
                    </a:lnTo>
                    <a:lnTo>
                      <a:pt x="4" y="26"/>
                    </a:lnTo>
                    <a:lnTo>
                      <a:pt x="4" y="29"/>
                    </a:lnTo>
                    <a:lnTo>
                      <a:pt x="4" y="28"/>
                    </a:lnTo>
                    <a:lnTo>
                      <a:pt x="5" y="24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5" y="18"/>
                    </a:lnTo>
                    <a:lnTo>
                      <a:pt x="5" y="17"/>
                    </a:lnTo>
                    <a:lnTo>
                      <a:pt x="5" y="16"/>
                    </a:lnTo>
                    <a:lnTo>
                      <a:pt x="5" y="14"/>
                    </a:lnTo>
                    <a:lnTo>
                      <a:pt x="5" y="14"/>
                    </a:lnTo>
                    <a:lnTo>
                      <a:pt x="6" y="19"/>
                    </a:lnTo>
                    <a:lnTo>
                      <a:pt x="6" y="26"/>
                    </a:lnTo>
                    <a:lnTo>
                      <a:pt x="6" y="30"/>
                    </a:lnTo>
                    <a:lnTo>
                      <a:pt x="6" y="3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04" name="Freeform 849"/>
              <p:cNvSpPr/>
              <p:nvPr/>
            </p:nvSpPr>
            <p:spPr bwMode="auto">
              <a:xfrm>
                <a:off x="1300" y="2984"/>
                <a:ext cx="6" cy="33"/>
              </a:xfrm>
              <a:custGeom>
                <a:avLst/>
                <a:gdLst>
                  <a:gd name="T0" fmla="*/ 0 w 6"/>
                  <a:gd name="T1" fmla="*/ 0 h 33"/>
                  <a:gd name="T2" fmla="*/ 0 w 6"/>
                  <a:gd name="T3" fmla="*/ 1 h 33"/>
                  <a:gd name="T4" fmla="*/ 0 w 6"/>
                  <a:gd name="T5" fmla="*/ 4 h 33"/>
                  <a:gd name="T6" fmla="*/ 0 w 6"/>
                  <a:gd name="T7" fmla="*/ 8 h 33"/>
                  <a:gd name="T8" fmla="*/ 1 w 6"/>
                  <a:gd name="T9" fmla="*/ 11 h 33"/>
                  <a:gd name="T10" fmla="*/ 1 w 6"/>
                  <a:gd name="T11" fmla="*/ 14 h 33"/>
                  <a:gd name="T12" fmla="*/ 1 w 6"/>
                  <a:gd name="T13" fmla="*/ 17 h 33"/>
                  <a:gd name="T14" fmla="*/ 1 w 6"/>
                  <a:gd name="T15" fmla="*/ 17 h 33"/>
                  <a:gd name="T16" fmla="*/ 1 w 6"/>
                  <a:gd name="T17" fmla="*/ 14 h 33"/>
                  <a:gd name="T18" fmla="*/ 1 w 6"/>
                  <a:gd name="T19" fmla="*/ 13 h 33"/>
                  <a:gd name="T20" fmla="*/ 1 w 6"/>
                  <a:gd name="T21" fmla="*/ 17 h 33"/>
                  <a:gd name="T22" fmla="*/ 1 w 6"/>
                  <a:gd name="T23" fmla="*/ 21 h 33"/>
                  <a:gd name="T24" fmla="*/ 1 w 6"/>
                  <a:gd name="T25" fmla="*/ 23 h 33"/>
                  <a:gd name="T26" fmla="*/ 2 w 6"/>
                  <a:gd name="T27" fmla="*/ 22 h 33"/>
                  <a:gd name="T28" fmla="*/ 2 w 6"/>
                  <a:gd name="T29" fmla="*/ 23 h 33"/>
                  <a:gd name="T30" fmla="*/ 2 w 6"/>
                  <a:gd name="T31" fmla="*/ 26 h 33"/>
                  <a:gd name="T32" fmla="*/ 2 w 6"/>
                  <a:gd name="T33" fmla="*/ 31 h 33"/>
                  <a:gd name="T34" fmla="*/ 2 w 6"/>
                  <a:gd name="T35" fmla="*/ 33 h 33"/>
                  <a:gd name="T36" fmla="*/ 2 w 6"/>
                  <a:gd name="T37" fmla="*/ 32 h 33"/>
                  <a:gd name="T38" fmla="*/ 3 w 6"/>
                  <a:gd name="T39" fmla="*/ 31 h 33"/>
                  <a:gd name="T40" fmla="*/ 3 w 6"/>
                  <a:gd name="T41" fmla="*/ 29 h 33"/>
                  <a:gd name="T42" fmla="*/ 3 w 6"/>
                  <a:gd name="T43" fmla="*/ 27 h 33"/>
                  <a:gd name="T44" fmla="*/ 3 w 6"/>
                  <a:gd name="T45" fmla="*/ 24 h 33"/>
                  <a:gd name="T46" fmla="*/ 3 w 6"/>
                  <a:gd name="T47" fmla="*/ 22 h 33"/>
                  <a:gd name="T48" fmla="*/ 3 w 6"/>
                  <a:gd name="T49" fmla="*/ 20 h 33"/>
                  <a:gd name="T50" fmla="*/ 3 w 6"/>
                  <a:gd name="T51" fmla="*/ 18 h 33"/>
                  <a:gd name="T52" fmla="*/ 3 w 6"/>
                  <a:gd name="T53" fmla="*/ 17 h 33"/>
                  <a:gd name="T54" fmla="*/ 3 w 6"/>
                  <a:gd name="T55" fmla="*/ 17 h 33"/>
                  <a:gd name="T56" fmla="*/ 4 w 6"/>
                  <a:gd name="T57" fmla="*/ 15 h 33"/>
                  <a:gd name="T58" fmla="*/ 4 w 6"/>
                  <a:gd name="T59" fmla="*/ 15 h 33"/>
                  <a:gd name="T60" fmla="*/ 4 w 6"/>
                  <a:gd name="T61" fmla="*/ 19 h 33"/>
                  <a:gd name="T62" fmla="*/ 4 w 6"/>
                  <a:gd name="T63" fmla="*/ 22 h 33"/>
                  <a:gd name="T64" fmla="*/ 4 w 6"/>
                  <a:gd name="T65" fmla="*/ 22 h 33"/>
                  <a:gd name="T66" fmla="*/ 4 w 6"/>
                  <a:gd name="T67" fmla="*/ 22 h 33"/>
                  <a:gd name="T68" fmla="*/ 4 w 6"/>
                  <a:gd name="T69" fmla="*/ 22 h 33"/>
                  <a:gd name="T70" fmla="*/ 4 w 6"/>
                  <a:gd name="T71" fmla="*/ 22 h 33"/>
                  <a:gd name="T72" fmla="*/ 4 w 6"/>
                  <a:gd name="T73" fmla="*/ 22 h 33"/>
                  <a:gd name="T74" fmla="*/ 5 w 6"/>
                  <a:gd name="T75" fmla="*/ 21 h 33"/>
                  <a:gd name="T76" fmla="*/ 5 w 6"/>
                  <a:gd name="T77" fmla="*/ 21 h 33"/>
                  <a:gd name="T78" fmla="*/ 5 w 6"/>
                  <a:gd name="T79" fmla="*/ 22 h 33"/>
                  <a:gd name="T80" fmla="*/ 5 w 6"/>
                  <a:gd name="T81" fmla="*/ 18 h 33"/>
                  <a:gd name="T82" fmla="*/ 5 w 6"/>
                  <a:gd name="T83" fmla="*/ 11 h 33"/>
                  <a:gd name="T84" fmla="*/ 5 w 6"/>
                  <a:gd name="T85" fmla="*/ 8 h 33"/>
                  <a:gd name="T86" fmla="*/ 6 w 6"/>
                  <a:gd name="T87" fmla="*/ 8 h 33"/>
                  <a:gd name="T88" fmla="*/ 6 w 6"/>
                  <a:gd name="T89" fmla="*/ 9 h 33"/>
                  <a:gd name="T90" fmla="*/ 6 w 6"/>
                  <a:gd name="T91" fmla="*/ 9 h 33"/>
                  <a:gd name="T92" fmla="*/ 6 w 6"/>
                  <a:gd name="T93" fmla="*/ 9 h 33"/>
                  <a:gd name="T94" fmla="*/ 6 w 6"/>
                  <a:gd name="T95" fmla="*/ 6 h 33"/>
                  <a:gd name="T96" fmla="*/ 6 w 6"/>
                  <a:gd name="T97" fmla="*/ 6 h 33"/>
                  <a:gd name="T98" fmla="*/ 6 w 6"/>
                  <a:gd name="T99" fmla="*/ 10 h 33"/>
                  <a:gd name="T100" fmla="*/ 6 w 6"/>
                  <a:gd name="T101" fmla="*/ 15 h 33"/>
                  <a:gd name="T102" fmla="*/ 6 w 6"/>
                  <a:gd name="T103" fmla="*/ 1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3">
                    <a:moveTo>
                      <a:pt x="0" y="0"/>
                    </a:moveTo>
                    <a:lnTo>
                      <a:pt x="0" y="1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1" y="11"/>
                    </a:lnTo>
                    <a:lnTo>
                      <a:pt x="1" y="14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7"/>
                    </a:lnTo>
                    <a:lnTo>
                      <a:pt x="1" y="21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3"/>
                    </a:lnTo>
                    <a:lnTo>
                      <a:pt x="2" y="26"/>
                    </a:lnTo>
                    <a:lnTo>
                      <a:pt x="2" y="31"/>
                    </a:lnTo>
                    <a:lnTo>
                      <a:pt x="2" y="33"/>
                    </a:lnTo>
                    <a:lnTo>
                      <a:pt x="2" y="32"/>
                    </a:lnTo>
                    <a:lnTo>
                      <a:pt x="3" y="31"/>
                    </a:lnTo>
                    <a:lnTo>
                      <a:pt x="3" y="29"/>
                    </a:lnTo>
                    <a:lnTo>
                      <a:pt x="3" y="27"/>
                    </a:lnTo>
                    <a:lnTo>
                      <a:pt x="3" y="24"/>
                    </a:lnTo>
                    <a:lnTo>
                      <a:pt x="3" y="22"/>
                    </a:lnTo>
                    <a:lnTo>
                      <a:pt x="3" y="20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3" y="17"/>
                    </a:lnTo>
                    <a:lnTo>
                      <a:pt x="4" y="15"/>
                    </a:lnTo>
                    <a:lnTo>
                      <a:pt x="4" y="15"/>
                    </a:lnTo>
                    <a:lnTo>
                      <a:pt x="4" y="19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2"/>
                    </a:lnTo>
                    <a:lnTo>
                      <a:pt x="5" y="18"/>
                    </a:lnTo>
                    <a:lnTo>
                      <a:pt x="5" y="11"/>
                    </a:lnTo>
                    <a:lnTo>
                      <a:pt x="5" y="8"/>
                    </a:lnTo>
                    <a:lnTo>
                      <a:pt x="6" y="8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6" y="10"/>
                    </a:lnTo>
                    <a:lnTo>
                      <a:pt x="6" y="15"/>
                    </a:lnTo>
                    <a:lnTo>
                      <a:pt x="6" y="1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05" name="Freeform 850"/>
              <p:cNvSpPr/>
              <p:nvPr/>
            </p:nvSpPr>
            <p:spPr bwMode="auto">
              <a:xfrm>
                <a:off x="1306" y="2898"/>
                <a:ext cx="7" cy="101"/>
              </a:xfrm>
              <a:custGeom>
                <a:avLst/>
                <a:gdLst>
                  <a:gd name="T0" fmla="*/ 0 w 7"/>
                  <a:gd name="T1" fmla="*/ 101 h 101"/>
                  <a:gd name="T2" fmla="*/ 0 w 7"/>
                  <a:gd name="T3" fmla="*/ 99 h 101"/>
                  <a:gd name="T4" fmla="*/ 0 w 7"/>
                  <a:gd name="T5" fmla="*/ 95 h 101"/>
                  <a:gd name="T6" fmla="*/ 1 w 7"/>
                  <a:gd name="T7" fmla="*/ 93 h 101"/>
                  <a:gd name="T8" fmla="*/ 1 w 7"/>
                  <a:gd name="T9" fmla="*/ 93 h 101"/>
                  <a:gd name="T10" fmla="*/ 1 w 7"/>
                  <a:gd name="T11" fmla="*/ 95 h 101"/>
                  <a:gd name="T12" fmla="*/ 1 w 7"/>
                  <a:gd name="T13" fmla="*/ 97 h 101"/>
                  <a:gd name="T14" fmla="*/ 1 w 7"/>
                  <a:gd name="T15" fmla="*/ 98 h 101"/>
                  <a:gd name="T16" fmla="*/ 1 w 7"/>
                  <a:gd name="T17" fmla="*/ 95 h 101"/>
                  <a:gd name="T18" fmla="*/ 2 w 7"/>
                  <a:gd name="T19" fmla="*/ 93 h 101"/>
                  <a:gd name="T20" fmla="*/ 2 w 7"/>
                  <a:gd name="T21" fmla="*/ 96 h 101"/>
                  <a:gd name="T22" fmla="*/ 2 w 7"/>
                  <a:gd name="T23" fmla="*/ 99 h 101"/>
                  <a:gd name="T24" fmla="*/ 2 w 7"/>
                  <a:gd name="T25" fmla="*/ 99 h 101"/>
                  <a:gd name="T26" fmla="*/ 2 w 7"/>
                  <a:gd name="T27" fmla="*/ 98 h 101"/>
                  <a:gd name="T28" fmla="*/ 2 w 7"/>
                  <a:gd name="T29" fmla="*/ 96 h 101"/>
                  <a:gd name="T30" fmla="*/ 2 w 7"/>
                  <a:gd name="T31" fmla="*/ 94 h 101"/>
                  <a:gd name="T32" fmla="*/ 2 w 7"/>
                  <a:gd name="T33" fmla="*/ 95 h 101"/>
                  <a:gd name="T34" fmla="*/ 2 w 7"/>
                  <a:gd name="T35" fmla="*/ 96 h 101"/>
                  <a:gd name="T36" fmla="*/ 3 w 7"/>
                  <a:gd name="T37" fmla="*/ 93 h 101"/>
                  <a:gd name="T38" fmla="*/ 3 w 7"/>
                  <a:gd name="T39" fmla="*/ 88 h 101"/>
                  <a:gd name="T40" fmla="*/ 3 w 7"/>
                  <a:gd name="T41" fmla="*/ 85 h 101"/>
                  <a:gd name="T42" fmla="*/ 3 w 7"/>
                  <a:gd name="T43" fmla="*/ 85 h 101"/>
                  <a:gd name="T44" fmla="*/ 3 w 7"/>
                  <a:gd name="T45" fmla="*/ 86 h 101"/>
                  <a:gd name="T46" fmla="*/ 3 w 7"/>
                  <a:gd name="T47" fmla="*/ 86 h 101"/>
                  <a:gd name="T48" fmla="*/ 3 w 7"/>
                  <a:gd name="T49" fmla="*/ 84 h 101"/>
                  <a:gd name="T50" fmla="*/ 3 w 7"/>
                  <a:gd name="T51" fmla="*/ 79 h 101"/>
                  <a:gd name="T52" fmla="*/ 3 w 7"/>
                  <a:gd name="T53" fmla="*/ 76 h 101"/>
                  <a:gd name="T54" fmla="*/ 4 w 7"/>
                  <a:gd name="T55" fmla="*/ 77 h 101"/>
                  <a:gd name="T56" fmla="*/ 4 w 7"/>
                  <a:gd name="T57" fmla="*/ 80 h 101"/>
                  <a:gd name="T58" fmla="*/ 4 w 7"/>
                  <a:gd name="T59" fmla="*/ 80 h 101"/>
                  <a:gd name="T60" fmla="*/ 4 w 7"/>
                  <a:gd name="T61" fmla="*/ 75 h 101"/>
                  <a:gd name="T62" fmla="*/ 4 w 7"/>
                  <a:gd name="T63" fmla="*/ 70 h 101"/>
                  <a:gd name="T64" fmla="*/ 4 w 7"/>
                  <a:gd name="T65" fmla="*/ 69 h 101"/>
                  <a:gd name="T66" fmla="*/ 5 w 7"/>
                  <a:gd name="T67" fmla="*/ 69 h 101"/>
                  <a:gd name="T68" fmla="*/ 5 w 7"/>
                  <a:gd name="T69" fmla="*/ 66 h 101"/>
                  <a:gd name="T70" fmla="*/ 5 w 7"/>
                  <a:gd name="T71" fmla="*/ 62 h 101"/>
                  <a:gd name="T72" fmla="*/ 5 w 7"/>
                  <a:gd name="T73" fmla="*/ 59 h 101"/>
                  <a:gd name="T74" fmla="*/ 5 w 7"/>
                  <a:gd name="T75" fmla="*/ 54 h 101"/>
                  <a:gd name="T76" fmla="*/ 5 w 7"/>
                  <a:gd name="T77" fmla="*/ 51 h 101"/>
                  <a:gd name="T78" fmla="*/ 5 w 7"/>
                  <a:gd name="T79" fmla="*/ 52 h 101"/>
                  <a:gd name="T80" fmla="*/ 5 w 7"/>
                  <a:gd name="T81" fmla="*/ 52 h 101"/>
                  <a:gd name="T82" fmla="*/ 5 w 7"/>
                  <a:gd name="T83" fmla="*/ 46 h 101"/>
                  <a:gd name="T84" fmla="*/ 6 w 7"/>
                  <a:gd name="T85" fmla="*/ 39 h 101"/>
                  <a:gd name="T86" fmla="*/ 6 w 7"/>
                  <a:gd name="T87" fmla="*/ 38 h 101"/>
                  <a:gd name="T88" fmla="*/ 6 w 7"/>
                  <a:gd name="T89" fmla="*/ 36 h 101"/>
                  <a:gd name="T90" fmla="*/ 6 w 7"/>
                  <a:gd name="T91" fmla="*/ 31 h 101"/>
                  <a:gd name="T92" fmla="*/ 6 w 7"/>
                  <a:gd name="T93" fmla="*/ 24 h 101"/>
                  <a:gd name="T94" fmla="*/ 6 w 7"/>
                  <a:gd name="T95" fmla="*/ 17 h 101"/>
                  <a:gd name="T96" fmla="*/ 7 w 7"/>
                  <a:gd name="T97" fmla="*/ 11 h 101"/>
                  <a:gd name="T98" fmla="*/ 7 w 7"/>
                  <a:gd name="T99" fmla="*/ 4 h 101"/>
                  <a:gd name="T100" fmla="*/ 7 w 7"/>
                  <a:gd name="T101" fmla="*/ 1 h 101"/>
                  <a:gd name="T102" fmla="*/ 7 w 7"/>
                  <a:gd name="T103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01">
                    <a:moveTo>
                      <a:pt x="0" y="101"/>
                    </a:moveTo>
                    <a:lnTo>
                      <a:pt x="0" y="99"/>
                    </a:lnTo>
                    <a:lnTo>
                      <a:pt x="0" y="95"/>
                    </a:lnTo>
                    <a:lnTo>
                      <a:pt x="1" y="93"/>
                    </a:lnTo>
                    <a:lnTo>
                      <a:pt x="1" y="93"/>
                    </a:lnTo>
                    <a:lnTo>
                      <a:pt x="1" y="95"/>
                    </a:lnTo>
                    <a:lnTo>
                      <a:pt x="1" y="97"/>
                    </a:lnTo>
                    <a:lnTo>
                      <a:pt x="1" y="98"/>
                    </a:lnTo>
                    <a:lnTo>
                      <a:pt x="1" y="95"/>
                    </a:lnTo>
                    <a:lnTo>
                      <a:pt x="2" y="93"/>
                    </a:lnTo>
                    <a:lnTo>
                      <a:pt x="2" y="96"/>
                    </a:lnTo>
                    <a:lnTo>
                      <a:pt x="2" y="99"/>
                    </a:lnTo>
                    <a:lnTo>
                      <a:pt x="2" y="99"/>
                    </a:lnTo>
                    <a:lnTo>
                      <a:pt x="2" y="98"/>
                    </a:lnTo>
                    <a:lnTo>
                      <a:pt x="2" y="96"/>
                    </a:lnTo>
                    <a:lnTo>
                      <a:pt x="2" y="94"/>
                    </a:lnTo>
                    <a:lnTo>
                      <a:pt x="2" y="95"/>
                    </a:lnTo>
                    <a:lnTo>
                      <a:pt x="2" y="96"/>
                    </a:lnTo>
                    <a:lnTo>
                      <a:pt x="3" y="93"/>
                    </a:lnTo>
                    <a:lnTo>
                      <a:pt x="3" y="88"/>
                    </a:lnTo>
                    <a:lnTo>
                      <a:pt x="3" y="85"/>
                    </a:lnTo>
                    <a:lnTo>
                      <a:pt x="3" y="85"/>
                    </a:lnTo>
                    <a:lnTo>
                      <a:pt x="3" y="86"/>
                    </a:lnTo>
                    <a:lnTo>
                      <a:pt x="3" y="86"/>
                    </a:lnTo>
                    <a:lnTo>
                      <a:pt x="3" y="84"/>
                    </a:lnTo>
                    <a:lnTo>
                      <a:pt x="3" y="79"/>
                    </a:lnTo>
                    <a:lnTo>
                      <a:pt x="3" y="76"/>
                    </a:lnTo>
                    <a:lnTo>
                      <a:pt x="4" y="77"/>
                    </a:lnTo>
                    <a:lnTo>
                      <a:pt x="4" y="80"/>
                    </a:lnTo>
                    <a:lnTo>
                      <a:pt x="4" y="80"/>
                    </a:lnTo>
                    <a:lnTo>
                      <a:pt x="4" y="75"/>
                    </a:lnTo>
                    <a:lnTo>
                      <a:pt x="4" y="70"/>
                    </a:lnTo>
                    <a:lnTo>
                      <a:pt x="4" y="69"/>
                    </a:lnTo>
                    <a:lnTo>
                      <a:pt x="5" y="69"/>
                    </a:lnTo>
                    <a:lnTo>
                      <a:pt x="5" y="66"/>
                    </a:lnTo>
                    <a:lnTo>
                      <a:pt x="5" y="62"/>
                    </a:lnTo>
                    <a:lnTo>
                      <a:pt x="5" y="59"/>
                    </a:lnTo>
                    <a:lnTo>
                      <a:pt x="5" y="54"/>
                    </a:lnTo>
                    <a:lnTo>
                      <a:pt x="5" y="51"/>
                    </a:lnTo>
                    <a:lnTo>
                      <a:pt x="5" y="52"/>
                    </a:lnTo>
                    <a:lnTo>
                      <a:pt x="5" y="52"/>
                    </a:lnTo>
                    <a:lnTo>
                      <a:pt x="5" y="46"/>
                    </a:lnTo>
                    <a:lnTo>
                      <a:pt x="6" y="39"/>
                    </a:lnTo>
                    <a:lnTo>
                      <a:pt x="6" y="38"/>
                    </a:lnTo>
                    <a:lnTo>
                      <a:pt x="6" y="36"/>
                    </a:lnTo>
                    <a:lnTo>
                      <a:pt x="6" y="31"/>
                    </a:lnTo>
                    <a:lnTo>
                      <a:pt x="6" y="24"/>
                    </a:lnTo>
                    <a:lnTo>
                      <a:pt x="6" y="17"/>
                    </a:lnTo>
                    <a:lnTo>
                      <a:pt x="7" y="11"/>
                    </a:lnTo>
                    <a:lnTo>
                      <a:pt x="7" y="4"/>
                    </a:lnTo>
                    <a:lnTo>
                      <a:pt x="7" y="1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06" name="Freeform 851"/>
              <p:cNvSpPr/>
              <p:nvPr/>
            </p:nvSpPr>
            <p:spPr bwMode="auto">
              <a:xfrm>
                <a:off x="1313" y="2894"/>
                <a:ext cx="6" cy="59"/>
              </a:xfrm>
              <a:custGeom>
                <a:avLst/>
                <a:gdLst>
                  <a:gd name="T0" fmla="*/ 0 w 6"/>
                  <a:gd name="T1" fmla="*/ 5 h 59"/>
                  <a:gd name="T2" fmla="*/ 0 w 6"/>
                  <a:gd name="T3" fmla="*/ 4 h 59"/>
                  <a:gd name="T4" fmla="*/ 0 w 6"/>
                  <a:gd name="T5" fmla="*/ 1 h 59"/>
                  <a:gd name="T6" fmla="*/ 0 w 6"/>
                  <a:gd name="T7" fmla="*/ 0 h 59"/>
                  <a:gd name="T8" fmla="*/ 0 w 6"/>
                  <a:gd name="T9" fmla="*/ 2 h 59"/>
                  <a:gd name="T10" fmla="*/ 0 w 6"/>
                  <a:gd name="T11" fmla="*/ 6 h 59"/>
                  <a:gd name="T12" fmla="*/ 0 w 6"/>
                  <a:gd name="T13" fmla="*/ 7 h 59"/>
                  <a:gd name="T14" fmla="*/ 1 w 6"/>
                  <a:gd name="T15" fmla="*/ 6 h 59"/>
                  <a:gd name="T16" fmla="*/ 1 w 6"/>
                  <a:gd name="T17" fmla="*/ 4 h 59"/>
                  <a:gd name="T18" fmla="*/ 1 w 6"/>
                  <a:gd name="T19" fmla="*/ 7 h 59"/>
                  <a:gd name="T20" fmla="*/ 1 w 6"/>
                  <a:gd name="T21" fmla="*/ 10 h 59"/>
                  <a:gd name="T22" fmla="*/ 1 w 6"/>
                  <a:gd name="T23" fmla="*/ 11 h 59"/>
                  <a:gd name="T24" fmla="*/ 1 w 6"/>
                  <a:gd name="T25" fmla="*/ 11 h 59"/>
                  <a:gd name="T26" fmla="*/ 2 w 6"/>
                  <a:gd name="T27" fmla="*/ 10 h 59"/>
                  <a:gd name="T28" fmla="*/ 2 w 6"/>
                  <a:gd name="T29" fmla="*/ 9 h 59"/>
                  <a:gd name="T30" fmla="*/ 2 w 6"/>
                  <a:gd name="T31" fmla="*/ 11 h 59"/>
                  <a:gd name="T32" fmla="*/ 2 w 6"/>
                  <a:gd name="T33" fmla="*/ 16 h 59"/>
                  <a:gd name="T34" fmla="*/ 2 w 6"/>
                  <a:gd name="T35" fmla="*/ 21 h 59"/>
                  <a:gd name="T36" fmla="*/ 2 w 6"/>
                  <a:gd name="T37" fmla="*/ 21 h 59"/>
                  <a:gd name="T38" fmla="*/ 2 w 6"/>
                  <a:gd name="T39" fmla="*/ 23 h 59"/>
                  <a:gd name="T40" fmla="*/ 2 w 6"/>
                  <a:gd name="T41" fmla="*/ 28 h 59"/>
                  <a:gd name="T42" fmla="*/ 2 w 6"/>
                  <a:gd name="T43" fmla="*/ 34 h 59"/>
                  <a:gd name="T44" fmla="*/ 2 w 6"/>
                  <a:gd name="T45" fmla="*/ 38 h 59"/>
                  <a:gd name="T46" fmla="*/ 3 w 6"/>
                  <a:gd name="T47" fmla="*/ 39 h 59"/>
                  <a:gd name="T48" fmla="*/ 3 w 6"/>
                  <a:gd name="T49" fmla="*/ 38 h 59"/>
                  <a:gd name="T50" fmla="*/ 3 w 6"/>
                  <a:gd name="T51" fmla="*/ 35 h 59"/>
                  <a:gd name="T52" fmla="*/ 3 w 6"/>
                  <a:gd name="T53" fmla="*/ 33 h 59"/>
                  <a:gd name="T54" fmla="*/ 3 w 6"/>
                  <a:gd name="T55" fmla="*/ 32 h 59"/>
                  <a:gd name="T56" fmla="*/ 3 w 6"/>
                  <a:gd name="T57" fmla="*/ 32 h 59"/>
                  <a:gd name="T58" fmla="*/ 3 w 6"/>
                  <a:gd name="T59" fmla="*/ 29 h 59"/>
                  <a:gd name="T60" fmla="*/ 3 w 6"/>
                  <a:gd name="T61" fmla="*/ 24 h 59"/>
                  <a:gd name="T62" fmla="*/ 3 w 6"/>
                  <a:gd name="T63" fmla="*/ 22 h 59"/>
                  <a:gd name="T64" fmla="*/ 4 w 6"/>
                  <a:gd name="T65" fmla="*/ 23 h 59"/>
                  <a:gd name="T66" fmla="*/ 4 w 6"/>
                  <a:gd name="T67" fmla="*/ 23 h 59"/>
                  <a:gd name="T68" fmla="*/ 4 w 6"/>
                  <a:gd name="T69" fmla="*/ 23 h 59"/>
                  <a:gd name="T70" fmla="*/ 4 w 6"/>
                  <a:gd name="T71" fmla="*/ 25 h 59"/>
                  <a:gd name="T72" fmla="*/ 4 w 6"/>
                  <a:gd name="T73" fmla="*/ 26 h 59"/>
                  <a:gd name="T74" fmla="*/ 4 w 6"/>
                  <a:gd name="T75" fmla="*/ 27 h 59"/>
                  <a:gd name="T76" fmla="*/ 5 w 6"/>
                  <a:gd name="T77" fmla="*/ 29 h 59"/>
                  <a:gd name="T78" fmla="*/ 5 w 6"/>
                  <a:gd name="T79" fmla="*/ 33 h 59"/>
                  <a:gd name="T80" fmla="*/ 5 w 6"/>
                  <a:gd name="T81" fmla="*/ 35 h 59"/>
                  <a:gd name="T82" fmla="*/ 5 w 6"/>
                  <a:gd name="T83" fmla="*/ 35 h 59"/>
                  <a:gd name="T84" fmla="*/ 5 w 6"/>
                  <a:gd name="T85" fmla="*/ 37 h 59"/>
                  <a:gd name="T86" fmla="*/ 5 w 6"/>
                  <a:gd name="T87" fmla="*/ 40 h 59"/>
                  <a:gd name="T88" fmla="*/ 5 w 6"/>
                  <a:gd name="T89" fmla="*/ 43 h 59"/>
                  <a:gd name="T90" fmla="*/ 5 w 6"/>
                  <a:gd name="T91" fmla="*/ 44 h 59"/>
                  <a:gd name="T92" fmla="*/ 5 w 6"/>
                  <a:gd name="T93" fmla="*/ 45 h 59"/>
                  <a:gd name="T94" fmla="*/ 6 w 6"/>
                  <a:gd name="T95" fmla="*/ 46 h 59"/>
                  <a:gd name="T96" fmla="*/ 6 w 6"/>
                  <a:gd name="T97" fmla="*/ 49 h 59"/>
                  <a:gd name="T98" fmla="*/ 6 w 6"/>
                  <a:gd name="T99" fmla="*/ 53 h 59"/>
                  <a:gd name="T100" fmla="*/ 6 w 6"/>
                  <a:gd name="T101" fmla="*/ 57 h 59"/>
                  <a:gd name="T102" fmla="*/ 6 w 6"/>
                  <a:gd name="T103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9">
                    <a:moveTo>
                      <a:pt x="0" y="5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1" y="6"/>
                    </a:lnTo>
                    <a:lnTo>
                      <a:pt x="1" y="4"/>
                    </a:lnTo>
                    <a:lnTo>
                      <a:pt x="1" y="7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2" y="10"/>
                    </a:lnTo>
                    <a:lnTo>
                      <a:pt x="2" y="9"/>
                    </a:lnTo>
                    <a:lnTo>
                      <a:pt x="2" y="11"/>
                    </a:lnTo>
                    <a:lnTo>
                      <a:pt x="2" y="16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3"/>
                    </a:lnTo>
                    <a:lnTo>
                      <a:pt x="2" y="28"/>
                    </a:lnTo>
                    <a:lnTo>
                      <a:pt x="2" y="34"/>
                    </a:lnTo>
                    <a:lnTo>
                      <a:pt x="2" y="38"/>
                    </a:lnTo>
                    <a:lnTo>
                      <a:pt x="3" y="39"/>
                    </a:lnTo>
                    <a:lnTo>
                      <a:pt x="3" y="38"/>
                    </a:lnTo>
                    <a:lnTo>
                      <a:pt x="3" y="35"/>
                    </a:lnTo>
                    <a:lnTo>
                      <a:pt x="3" y="33"/>
                    </a:lnTo>
                    <a:lnTo>
                      <a:pt x="3" y="32"/>
                    </a:lnTo>
                    <a:lnTo>
                      <a:pt x="3" y="32"/>
                    </a:lnTo>
                    <a:lnTo>
                      <a:pt x="3" y="29"/>
                    </a:lnTo>
                    <a:lnTo>
                      <a:pt x="3" y="24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5"/>
                    </a:lnTo>
                    <a:lnTo>
                      <a:pt x="4" y="26"/>
                    </a:lnTo>
                    <a:lnTo>
                      <a:pt x="4" y="27"/>
                    </a:lnTo>
                    <a:lnTo>
                      <a:pt x="5" y="29"/>
                    </a:lnTo>
                    <a:lnTo>
                      <a:pt x="5" y="33"/>
                    </a:lnTo>
                    <a:lnTo>
                      <a:pt x="5" y="35"/>
                    </a:lnTo>
                    <a:lnTo>
                      <a:pt x="5" y="35"/>
                    </a:lnTo>
                    <a:lnTo>
                      <a:pt x="5" y="37"/>
                    </a:lnTo>
                    <a:lnTo>
                      <a:pt x="5" y="40"/>
                    </a:lnTo>
                    <a:lnTo>
                      <a:pt x="5" y="43"/>
                    </a:lnTo>
                    <a:lnTo>
                      <a:pt x="5" y="44"/>
                    </a:lnTo>
                    <a:lnTo>
                      <a:pt x="5" y="45"/>
                    </a:lnTo>
                    <a:lnTo>
                      <a:pt x="6" y="46"/>
                    </a:lnTo>
                    <a:lnTo>
                      <a:pt x="6" y="49"/>
                    </a:lnTo>
                    <a:lnTo>
                      <a:pt x="6" y="53"/>
                    </a:lnTo>
                    <a:lnTo>
                      <a:pt x="6" y="57"/>
                    </a:lnTo>
                    <a:lnTo>
                      <a:pt x="6" y="5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07" name="Freeform 852"/>
              <p:cNvSpPr/>
              <p:nvPr/>
            </p:nvSpPr>
            <p:spPr bwMode="auto">
              <a:xfrm>
                <a:off x="1319" y="2951"/>
                <a:ext cx="6" cy="71"/>
              </a:xfrm>
              <a:custGeom>
                <a:avLst/>
                <a:gdLst>
                  <a:gd name="T0" fmla="*/ 0 w 6"/>
                  <a:gd name="T1" fmla="*/ 0 h 71"/>
                  <a:gd name="T2" fmla="*/ 0 w 6"/>
                  <a:gd name="T3" fmla="*/ 2 h 71"/>
                  <a:gd name="T4" fmla="*/ 0 w 6"/>
                  <a:gd name="T5" fmla="*/ 3 h 71"/>
                  <a:gd name="T6" fmla="*/ 1 w 6"/>
                  <a:gd name="T7" fmla="*/ 4 h 71"/>
                  <a:gd name="T8" fmla="*/ 1 w 6"/>
                  <a:gd name="T9" fmla="*/ 7 h 71"/>
                  <a:gd name="T10" fmla="*/ 1 w 6"/>
                  <a:gd name="T11" fmla="*/ 10 h 71"/>
                  <a:gd name="T12" fmla="*/ 1 w 6"/>
                  <a:gd name="T13" fmla="*/ 12 h 71"/>
                  <a:gd name="T14" fmla="*/ 1 w 6"/>
                  <a:gd name="T15" fmla="*/ 12 h 71"/>
                  <a:gd name="T16" fmla="*/ 1 w 6"/>
                  <a:gd name="T17" fmla="*/ 14 h 71"/>
                  <a:gd name="T18" fmla="*/ 1 w 6"/>
                  <a:gd name="T19" fmla="*/ 17 h 71"/>
                  <a:gd name="T20" fmla="*/ 1 w 6"/>
                  <a:gd name="T21" fmla="*/ 20 h 71"/>
                  <a:gd name="T22" fmla="*/ 1 w 6"/>
                  <a:gd name="T23" fmla="*/ 25 h 71"/>
                  <a:gd name="T24" fmla="*/ 2 w 6"/>
                  <a:gd name="T25" fmla="*/ 28 h 71"/>
                  <a:gd name="T26" fmla="*/ 2 w 6"/>
                  <a:gd name="T27" fmla="*/ 30 h 71"/>
                  <a:gd name="T28" fmla="*/ 2 w 6"/>
                  <a:gd name="T29" fmla="*/ 33 h 71"/>
                  <a:gd name="T30" fmla="*/ 2 w 6"/>
                  <a:gd name="T31" fmla="*/ 37 h 71"/>
                  <a:gd name="T32" fmla="*/ 2 w 6"/>
                  <a:gd name="T33" fmla="*/ 42 h 71"/>
                  <a:gd name="T34" fmla="*/ 2 w 6"/>
                  <a:gd name="T35" fmla="*/ 45 h 71"/>
                  <a:gd name="T36" fmla="*/ 2 w 6"/>
                  <a:gd name="T37" fmla="*/ 47 h 71"/>
                  <a:gd name="T38" fmla="*/ 2 w 6"/>
                  <a:gd name="T39" fmla="*/ 51 h 71"/>
                  <a:gd name="T40" fmla="*/ 2 w 6"/>
                  <a:gd name="T41" fmla="*/ 54 h 71"/>
                  <a:gd name="T42" fmla="*/ 3 w 6"/>
                  <a:gd name="T43" fmla="*/ 55 h 71"/>
                  <a:gd name="T44" fmla="*/ 3 w 6"/>
                  <a:gd name="T45" fmla="*/ 56 h 71"/>
                  <a:gd name="T46" fmla="*/ 3 w 6"/>
                  <a:gd name="T47" fmla="*/ 57 h 71"/>
                  <a:gd name="T48" fmla="*/ 3 w 6"/>
                  <a:gd name="T49" fmla="*/ 57 h 71"/>
                  <a:gd name="T50" fmla="*/ 3 w 6"/>
                  <a:gd name="T51" fmla="*/ 57 h 71"/>
                  <a:gd name="T52" fmla="*/ 3 w 6"/>
                  <a:gd name="T53" fmla="*/ 59 h 71"/>
                  <a:gd name="T54" fmla="*/ 4 w 6"/>
                  <a:gd name="T55" fmla="*/ 60 h 71"/>
                  <a:gd name="T56" fmla="*/ 4 w 6"/>
                  <a:gd name="T57" fmla="*/ 60 h 71"/>
                  <a:gd name="T58" fmla="*/ 4 w 6"/>
                  <a:gd name="T59" fmla="*/ 59 h 71"/>
                  <a:gd name="T60" fmla="*/ 4 w 6"/>
                  <a:gd name="T61" fmla="*/ 60 h 71"/>
                  <a:gd name="T62" fmla="*/ 4 w 6"/>
                  <a:gd name="T63" fmla="*/ 62 h 71"/>
                  <a:gd name="T64" fmla="*/ 4 w 6"/>
                  <a:gd name="T65" fmla="*/ 62 h 71"/>
                  <a:gd name="T66" fmla="*/ 4 w 6"/>
                  <a:gd name="T67" fmla="*/ 62 h 71"/>
                  <a:gd name="T68" fmla="*/ 4 w 6"/>
                  <a:gd name="T69" fmla="*/ 61 h 71"/>
                  <a:gd name="T70" fmla="*/ 4 w 6"/>
                  <a:gd name="T71" fmla="*/ 60 h 71"/>
                  <a:gd name="T72" fmla="*/ 4 w 6"/>
                  <a:gd name="T73" fmla="*/ 59 h 71"/>
                  <a:gd name="T74" fmla="*/ 5 w 6"/>
                  <a:gd name="T75" fmla="*/ 60 h 71"/>
                  <a:gd name="T76" fmla="*/ 5 w 6"/>
                  <a:gd name="T77" fmla="*/ 61 h 71"/>
                  <a:gd name="T78" fmla="*/ 5 w 6"/>
                  <a:gd name="T79" fmla="*/ 60 h 71"/>
                  <a:gd name="T80" fmla="*/ 5 w 6"/>
                  <a:gd name="T81" fmla="*/ 60 h 71"/>
                  <a:gd name="T82" fmla="*/ 5 w 6"/>
                  <a:gd name="T83" fmla="*/ 62 h 71"/>
                  <a:gd name="T84" fmla="*/ 5 w 6"/>
                  <a:gd name="T85" fmla="*/ 65 h 71"/>
                  <a:gd name="T86" fmla="*/ 6 w 6"/>
                  <a:gd name="T87" fmla="*/ 67 h 71"/>
                  <a:gd name="T88" fmla="*/ 6 w 6"/>
                  <a:gd name="T89" fmla="*/ 69 h 71"/>
                  <a:gd name="T90" fmla="*/ 6 w 6"/>
                  <a:gd name="T91" fmla="*/ 71 h 71"/>
                  <a:gd name="T92" fmla="*/ 6 w 6"/>
                  <a:gd name="T93" fmla="*/ 71 h 71"/>
                  <a:gd name="T94" fmla="*/ 6 w 6"/>
                  <a:gd name="T95" fmla="*/ 69 h 71"/>
                  <a:gd name="T96" fmla="*/ 6 w 6"/>
                  <a:gd name="T97" fmla="*/ 67 h 71"/>
                  <a:gd name="T98" fmla="*/ 6 w 6"/>
                  <a:gd name="T99" fmla="*/ 63 h 71"/>
                  <a:gd name="T100" fmla="*/ 6 w 6"/>
                  <a:gd name="T101" fmla="*/ 57 h 71"/>
                  <a:gd name="T102" fmla="*/ 6 w 6"/>
                  <a:gd name="T103" fmla="*/ 5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1">
                    <a:moveTo>
                      <a:pt x="0" y="0"/>
                    </a:moveTo>
                    <a:lnTo>
                      <a:pt x="0" y="2"/>
                    </a:lnTo>
                    <a:lnTo>
                      <a:pt x="0" y="3"/>
                    </a:lnTo>
                    <a:lnTo>
                      <a:pt x="1" y="4"/>
                    </a:lnTo>
                    <a:lnTo>
                      <a:pt x="1" y="7"/>
                    </a:lnTo>
                    <a:lnTo>
                      <a:pt x="1" y="10"/>
                    </a:lnTo>
                    <a:lnTo>
                      <a:pt x="1" y="12"/>
                    </a:lnTo>
                    <a:lnTo>
                      <a:pt x="1" y="12"/>
                    </a:lnTo>
                    <a:lnTo>
                      <a:pt x="1" y="14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1" y="25"/>
                    </a:lnTo>
                    <a:lnTo>
                      <a:pt x="2" y="28"/>
                    </a:lnTo>
                    <a:lnTo>
                      <a:pt x="2" y="30"/>
                    </a:lnTo>
                    <a:lnTo>
                      <a:pt x="2" y="33"/>
                    </a:lnTo>
                    <a:lnTo>
                      <a:pt x="2" y="37"/>
                    </a:lnTo>
                    <a:lnTo>
                      <a:pt x="2" y="42"/>
                    </a:lnTo>
                    <a:lnTo>
                      <a:pt x="2" y="45"/>
                    </a:lnTo>
                    <a:lnTo>
                      <a:pt x="2" y="47"/>
                    </a:lnTo>
                    <a:lnTo>
                      <a:pt x="2" y="51"/>
                    </a:lnTo>
                    <a:lnTo>
                      <a:pt x="2" y="54"/>
                    </a:lnTo>
                    <a:lnTo>
                      <a:pt x="3" y="55"/>
                    </a:lnTo>
                    <a:lnTo>
                      <a:pt x="3" y="56"/>
                    </a:lnTo>
                    <a:lnTo>
                      <a:pt x="3" y="57"/>
                    </a:lnTo>
                    <a:lnTo>
                      <a:pt x="3" y="57"/>
                    </a:lnTo>
                    <a:lnTo>
                      <a:pt x="3" y="57"/>
                    </a:lnTo>
                    <a:lnTo>
                      <a:pt x="3" y="59"/>
                    </a:lnTo>
                    <a:lnTo>
                      <a:pt x="4" y="60"/>
                    </a:lnTo>
                    <a:lnTo>
                      <a:pt x="4" y="60"/>
                    </a:lnTo>
                    <a:lnTo>
                      <a:pt x="4" y="59"/>
                    </a:lnTo>
                    <a:lnTo>
                      <a:pt x="4" y="60"/>
                    </a:lnTo>
                    <a:lnTo>
                      <a:pt x="4" y="62"/>
                    </a:lnTo>
                    <a:lnTo>
                      <a:pt x="4" y="62"/>
                    </a:lnTo>
                    <a:lnTo>
                      <a:pt x="4" y="62"/>
                    </a:lnTo>
                    <a:lnTo>
                      <a:pt x="4" y="61"/>
                    </a:lnTo>
                    <a:lnTo>
                      <a:pt x="4" y="60"/>
                    </a:lnTo>
                    <a:lnTo>
                      <a:pt x="4" y="59"/>
                    </a:lnTo>
                    <a:lnTo>
                      <a:pt x="5" y="60"/>
                    </a:lnTo>
                    <a:lnTo>
                      <a:pt x="5" y="61"/>
                    </a:lnTo>
                    <a:lnTo>
                      <a:pt x="5" y="60"/>
                    </a:lnTo>
                    <a:lnTo>
                      <a:pt x="5" y="60"/>
                    </a:lnTo>
                    <a:lnTo>
                      <a:pt x="5" y="62"/>
                    </a:lnTo>
                    <a:lnTo>
                      <a:pt x="5" y="65"/>
                    </a:lnTo>
                    <a:lnTo>
                      <a:pt x="6" y="67"/>
                    </a:lnTo>
                    <a:lnTo>
                      <a:pt x="6" y="69"/>
                    </a:lnTo>
                    <a:lnTo>
                      <a:pt x="6" y="71"/>
                    </a:lnTo>
                    <a:lnTo>
                      <a:pt x="6" y="71"/>
                    </a:lnTo>
                    <a:lnTo>
                      <a:pt x="6" y="69"/>
                    </a:lnTo>
                    <a:lnTo>
                      <a:pt x="6" y="67"/>
                    </a:lnTo>
                    <a:lnTo>
                      <a:pt x="6" y="63"/>
                    </a:lnTo>
                    <a:lnTo>
                      <a:pt x="6" y="57"/>
                    </a:lnTo>
                    <a:lnTo>
                      <a:pt x="6" y="5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08" name="Freeform 853"/>
              <p:cNvSpPr/>
              <p:nvPr/>
            </p:nvSpPr>
            <p:spPr bwMode="auto">
              <a:xfrm>
                <a:off x="1325" y="2971"/>
                <a:ext cx="7" cy="37"/>
              </a:xfrm>
              <a:custGeom>
                <a:avLst/>
                <a:gdLst>
                  <a:gd name="T0" fmla="*/ 0 w 7"/>
                  <a:gd name="T1" fmla="*/ 37 h 37"/>
                  <a:gd name="T2" fmla="*/ 0 w 7"/>
                  <a:gd name="T3" fmla="*/ 31 h 37"/>
                  <a:gd name="T4" fmla="*/ 1 w 7"/>
                  <a:gd name="T5" fmla="*/ 27 h 37"/>
                  <a:gd name="T6" fmla="*/ 1 w 7"/>
                  <a:gd name="T7" fmla="*/ 21 h 37"/>
                  <a:gd name="T8" fmla="*/ 1 w 7"/>
                  <a:gd name="T9" fmla="*/ 14 h 37"/>
                  <a:gd name="T10" fmla="*/ 1 w 7"/>
                  <a:gd name="T11" fmla="*/ 11 h 37"/>
                  <a:gd name="T12" fmla="*/ 1 w 7"/>
                  <a:gd name="T13" fmla="*/ 11 h 37"/>
                  <a:gd name="T14" fmla="*/ 1 w 7"/>
                  <a:gd name="T15" fmla="*/ 10 h 37"/>
                  <a:gd name="T16" fmla="*/ 1 w 7"/>
                  <a:gd name="T17" fmla="*/ 6 h 37"/>
                  <a:gd name="T18" fmla="*/ 1 w 7"/>
                  <a:gd name="T19" fmla="*/ 6 h 37"/>
                  <a:gd name="T20" fmla="*/ 1 w 7"/>
                  <a:gd name="T21" fmla="*/ 8 h 37"/>
                  <a:gd name="T22" fmla="*/ 2 w 7"/>
                  <a:gd name="T23" fmla="*/ 7 h 37"/>
                  <a:gd name="T24" fmla="*/ 2 w 7"/>
                  <a:gd name="T25" fmla="*/ 6 h 37"/>
                  <a:gd name="T26" fmla="*/ 2 w 7"/>
                  <a:gd name="T27" fmla="*/ 5 h 37"/>
                  <a:gd name="T28" fmla="*/ 2 w 7"/>
                  <a:gd name="T29" fmla="*/ 6 h 37"/>
                  <a:gd name="T30" fmla="*/ 2 w 7"/>
                  <a:gd name="T31" fmla="*/ 6 h 37"/>
                  <a:gd name="T32" fmla="*/ 2 w 7"/>
                  <a:gd name="T33" fmla="*/ 4 h 37"/>
                  <a:gd name="T34" fmla="*/ 3 w 7"/>
                  <a:gd name="T35" fmla="*/ 3 h 37"/>
                  <a:gd name="T36" fmla="*/ 3 w 7"/>
                  <a:gd name="T37" fmla="*/ 3 h 37"/>
                  <a:gd name="T38" fmla="*/ 3 w 7"/>
                  <a:gd name="T39" fmla="*/ 3 h 37"/>
                  <a:gd name="T40" fmla="*/ 3 w 7"/>
                  <a:gd name="T41" fmla="*/ 2 h 37"/>
                  <a:gd name="T42" fmla="*/ 3 w 7"/>
                  <a:gd name="T43" fmla="*/ 3 h 37"/>
                  <a:gd name="T44" fmla="*/ 3 w 7"/>
                  <a:gd name="T45" fmla="*/ 5 h 37"/>
                  <a:gd name="T46" fmla="*/ 3 w 7"/>
                  <a:gd name="T47" fmla="*/ 7 h 37"/>
                  <a:gd name="T48" fmla="*/ 3 w 7"/>
                  <a:gd name="T49" fmla="*/ 9 h 37"/>
                  <a:gd name="T50" fmla="*/ 3 w 7"/>
                  <a:gd name="T51" fmla="*/ 12 h 37"/>
                  <a:gd name="T52" fmla="*/ 4 w 7"/>
                  <a:gd name="T53" fmla="*/ 12 h 37"/>
                  <a:gd name="T54" fmla="*/ 4 w 7"/>
                  <a:gd name="T55" fmla="*/ 11 h 37"/>
                  <a:gd name="T56" fmla="*/ 4 w 7"/>
                  <a:gd name="T57" fmla="*/ 13 h 37"/>
                  <a:gd name="T58" fmla="*/ 4 w 7"/>
                  <a:gd name="T59" fmla="*/ 15 h 37"/>
                  <a:gd name="T60" fmla="*/ 4 w 7"/>
                  <a:gd name="T61" fmla="*/ 13 h 37"/>
                  <a:gd name="T62" fmla="*/ 4 w 7"/>
                  <a:gd name="T63" fmla="*/ 10 h 37"/>
                  <a:gd name="T64" fmla="*/ 5 w 7"/>
                  <a:gd name="T65" fmla="*/ 7 h 37"/>
                  <a:gd name="T66" fmla="*/ 5 w 7"/>
                  <a:gd name="T67" fmla="*/ 7 h 37"/>
                  <a:gd name="T68" fmla="*/ 5 w 7"/>
                  <a:gd name="T69" fmla="*/ 7 h 37"/>
                  <a:gd name="T70" fmla="*/ 5 w 7"/>
                  <a:gd name="T71" fmla="*/ 4 h 37"/>
                  <a:gd name="T72" fmla="*/ 5 w 7"/>
                  <a:gd name="T73" fmla="*/ 1 h 37"/>
                  <a:gd name="T74" fmla="*/ 5 w 7"/>
                  <a:gd name="T75" fmla="*/ 0 h 37"/>
                  <a:gd name="T76" fmla="*/ 5 w 7"/>
                  <a:gd name="T77" fmla="*/ 0 h 37"/>
                  <a:gd name="T78" fmla="*/ 5 w 7"/>
                  <a:gd name="T79" fmla="*/ 1 h 37"/>
                  <a:gd name="T80" fmla="*/ 5 w 7"/>
                  <a:gd name="T81" fmla="*/ 7 h 37"/>
                  <a:gd name="T82" fmla="*/ 6 w 7"/>
                  <a:gd name="T83" fmla="*/ 12 h 37"/>
                  <a:gd name="T84" fmla="*/ 6 w 7"/>
                  <a:gd name="T85" fmla="*/ 13 h 37"/>
                  <a:gd name="T86" fmla="*/ 6 w 7"/>
                  <a:gd name="T87" fmla="*/ 13 h 37"/>
                  <a:gd name="T88" fmla="*/ 6 w 7"/>
                  <a:gd name="T89" fmla="*/ 15 h 37"/>
                  <a:gd name="T90" fmla="*/ 6 w 7"/>
                  <a:gd name="T91" fmla="*/ 18 h 37"/>
                  <a:gd name="T92" fmla="*/ 6 w 7"/>
                  <a:gd name="T93" fmla="*/ 20 h 37"/>
                  <a:gd name="T94" fmla="*/ 6 w 7"/>
                  <a:gd name="T95" fmla="*/ 20 h 37"/>
                  <a:gd name="T96" fmla="*/ 6 w 7"/>
                  <a:gd name="T97" fmla="*/ 19 h 37"/>
                  <a:gd name="T98" fmla="*/ 6 w 7"/>
                  <a:gd name="T99" fmla="*/ 15 h 37"/>
                  <a:gd name="T100" fmla="*/ 6 w 7"/>
                  <a:gd name="T101" fmla="*/ 14 h 37"/>
                  <a:gd name="T102" fmla="*/ 7 w 7"/>
                  <a:gd name="T103" fmla="*/ 18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37">
                    <a:moveTo>
                      <a:pt x="0" y="37"/>
                    </a:moveTo>
                    <a:lnTo>
                      <a:pt x="0" y="31"/>
                    </a:lnTo>
                    <a:lnTo>
                      <a:pt x="1" y="27"/>
                    </a:lnTo>
                    <a:lnTo>
                      <a:pt x="1" y="21"/>
                    </a:lnTo>
                    <a:lnTo>
                      <a:pt x="1" y="14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1" y="10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2" y="7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3" y="3"/>
                    </a:lnTo>
                    <a:lnTo>
                      <a:pt x="3" y="5"/>
                    </a:lnTo>
                    <a:lnTo>
                      <a:pt x="3" y="7"/>
                    </a:lnTo>
                    <a:lnTo>
                      <a:pt x="3" y="9"/>
                    </a:lnTo>
                    <a:lnTo>
                      <a:pt x="3" y="12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4" y="13"/>
                    </a:lnTo>
                    <a:lnTo>
                      <a:pt x="4" y="15"/>
                    </a:lnTo>
                    <a:lnTo>
                      <a:pt x="4" y="13"/>
                    </a:lnTo>
                    <a:lnTo>
                      <a:pt x="4" y="10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5" y="4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5" y="7"/>
                    </a:lnTo>
                    <a:lnTo>
                      <a:pt x="6" y="12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5"/>
                    </a:lnTo>
                    <a:lnTo>
                      <a:pt x="6" y="18"/>
                    </a:lnTo>
                    <a:lnTo>
                      <a:pt x="6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5"/>
                    </a:lnTo>
                    <a:lnTo>
                      <a:pt x="6" y="14"/>
                    </a:lnTo>
                    <a:lnTo>
                      <a:pt x="7" y="1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09" name="Freeform 854"/>
              <p:cNvSpPr/>
              <p:nvPr/>
            </p:nvSpPr>
            <p:spPr bwMode="auto">
              <a:xfrm>
                <a:off x="1331" y="2965"/>
                <a:ext cx="7" cy="45"/>
              </a:xfrm>
              <a:custGeom>
                <a:avLst/>
                <a:gdLst>
                  <a:gd name="T0" fmla="*/ 0 w 7"/>
                  <a:gd name="T1" fmla="*/ 20 h 45"/>
                  <a:gd name="T2" fmla="*/ 1 w 7"/>
                  <a:gd name="T3" fmla="*/ 24 h 45"/>
                  <a:gd name="T4" fmla="*/ 1 w 7"/>
                  <a:gd name="T5" fmla="*/ 26 h 45"/>
                  <a:gd name="T6" fmla="*/ 1 w 7"/>
                  <a:gd name="T7" fmla="*/ 26 h 45"/>
                  <a:gd name="T8" fmla="*/ 1 w 7"/>
                  <a:gd name="T9" fmla="*/ 25 h 45"/>
                  <a:gd name="T10" fmla="*/ 1 w 7"/>
                  <a:gd name="T11" fmla="*/ 28 h 45"/>
                  <a:gd name="T12" fmla="*/ 1 w 7"/>
                  <a:gd name="T13" fmla="*/ 29 h 45"/>
                  <a:gd name="T14" fmla="*/ 2 w 7"/>
                  <a:gd name="T15" fmla="*/ 28 h 45"/>
                  <a:gd name="T16" fmla="*/ 2 w 7"/>
                  <a:gd name="T17" fmla="*/ 27 h 45"/>
                  <a:gd name="T18" fmla="*/ 2 w 7"/>
                  <a:gd name="T19" fmla="*/ 29 h 45"/>
                  <a:gd name="T20" fmla="*/ 2 w 7"/>
                  <a:gd name="T21" fmla="*/ 32 h 45"/>
                  <a:gd name="T22" fmla="*/ 2 w 7"/>
                  <a:gd name="T23" fmla="*/ 31 h 45"/>
                  <a:gd name="T24" fmla="*/ 2 w 7"/>
                  <a:gd name="T25" fmla="*/ 29 h 45"/>
                  <a:gd name="T26" fmla="*/ 2 w 7"/>
                  <a:gd name="T27" fmla="*/ 33 h 45"/>
                  <a:gd name="T28" fmla="*/ 2 w 7"/>
                  <a:gd name="T29" fmla="*/ 39 h 45"/>
                  <a:gd name="T30" fmla="*/ 2 w 7"/>
                  <a:gd name="T31" fmla="*/ 42 h 45"/>
                  <a:gd name="T32" fmla="*/ 3 w 7"/>
                  <a:gd name="T33" fmla="*/ 42 h 45"/>
                  <a:gd name="T34" fmla="*/ 3 w 7"/>
                  <a:gd name="T35" fmla="*/ 41 h 45"/>
                  <a:gd name="T36" fmla="*/ 3 w 7"/>
                  <a:gd name="T37" fmla="*/ 38 h 45"/>
                  <a:gd name="T38" fmla="*/ 3 w 7"/>
                  <a:gd name="T39" fmla="*/ 38 h 45"/>
                  <a:gd name="T40" fmla="*/ 3 w 7"/>
                  <a:gd name="T41" fmla="*/ 43 h 45"/>
                  <a:gd name="T42" fmla="*/ 3 w 7"/>
                  <a:gd name="T43" fmla="*/ 45 h 45"/>
                  <a:gd name="T44" fmla="*/ 4 w 7"/>
                  <a:gd name="T45" fmla="*/ 39 h 45"/>
                  <a:gd name="T46" fmla="*/ 4 w 7"/>
                  <a:gd name="T47" fmla="*/ 34 h 45"/>
                  <a:gd name="T48" fmla="*/ 4 w 7"/>
                  <a:gd name="T49" fmla="*/ 33 h 45"/>
                  <a:gd name="T50" fmla="*/ 4 w 7"/>
                  <a:gd name="T51" fmla="*/ 33 h 45"/>
                  <a:gd name="T52" fmla="*/ 4 w 7"/>
                  <a:gd name="T53" fmla="*/ 32 h 45"/>
                  <a:gd name="T54" fmla="*/ 4 w 7"/>
                  <a:gd name="T55" fmla="*/ 31 h 45"/>
                  <a:gd name="T56" fmla="*/ 4 w 7"/>
                  <a:gd name="T57" fmla="*/ 29 h 45"/>
                  <a:gd name="T58" fmla="*/ 4 w 7"/>
                  <a:gd name="T59" fmla="*/ 24 h 45"/>
                  <a:gd name="T60" fmla="*/ 4 w 7"/>
                  <a:gd name="T61" fmla="*/ 22 h 45"/>
                  <a:gd name="T62" fmla="*/ 5 w 7"/>
                  <a:gd name="T63" fmla="*/ 24 h 45"/>
                  <a:gd name="T64" fmla="*/ 5 w 7"/>
                  <a:gd name="T65" fmla="*/ 27 h 45"/>
                  <a:gd name="T66" fmla="*/ 5 w 7"/>
                  <a:gd name="T67" fmla="*/ 26 h 45"/>
                  <a:gd name="T68" fmla="*/ 5 w 7"/>
                  <a:gd name="T69" fmla="*/ 21 h 45"/>
                  <a:gd name="T70" fmla="*/ 5 w 7"/>
                  <a:gd name="T71" fmla="*/ 15 h 45"/>
                  <a:gd name="T72" fmla="*/ 5 w 7"/>
                  <a:gd name="T73" fmla="*/ 15 h 45"/>
                  <a:gd name="T74" fmla="*/ 5 w 7"/>
                  <a:gd name="T75" fmla="*/ 17 h 45"/>
                  <a:gd name="T76" fmla="*/ 5 w 7"/>
                  <a:gd name="T77" fmla="*/ 16 h 45"/>
                  <a:gd name="T78" fmla="*/ 5 w 7"/>
                  <a:gd name="T79" fmla="*/ 13 h 45"/>
                  <a:gd name="T80" fmla="*/ 6 w 7"/>
                  <a:gd name="T81" fmla="*/ 9 h 45"/>
                  <a:gd name="T82" fmla="*/ 6 w 7"/>
                  <a:gd name="T83" fmla="*/ 5 h 45"/>
                  <a:gd name="T84" fmla="*/ 6 w 7"/>
                  <a:gd name="T85" fmla="*/ 2 h 45"/>
                  <a:gd name="T86" fmla="*/ 6 w 7"/>
                  <a:gd name="T87" fmla="*/ 4 h 45"/>
                  <a:gd name="T88" fmla="*/ 6 w 7"/>
                  <a:gd name="T89" fmla="*/ 6 h 45"/>
                  <a:gd name="T90" fmla="*/ 6 w 7"/>
                  <a:gd name="T91" fmla="*/ 4 h 45"/>
                  <a:gd name="T92" fmla="*/ 7 w 7"/>
                  <a:gd name="T93" fmla="*/ 3 h 45"/>
                  <a:gd name="T94" fmla="*/ 7 w 7"/>
                  <a:gd name="T95" fmla="*/ 4 h 45"/>
                  <a:gd name="T96" fmla="*/ 7 w 7"/>
                  <a:gd name="T97" fmla="*/ 2 h 45"/>
                  <a:gd name="T98" fmla="*/ 7 w 7"/>
                  <a:gd name="T99" fmla="*/ 1 h 45"/>
                  <a:gd name="T100" fmla="*/ 7 w 7"/>
                  <a:gd name="T101" fmla="*/ 2 h 45"/>
                  <a:gd name="T102" fmla="*/ 7 w 7"/>
                  <a:gd name="T10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5">
                    <a:moveTo>
                      <a:pt x="0" y="20"/>
                    </a:moveTo>
                    <a:lnTo>
                      <a:pt x="1" y="24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8"/>
                    </a:lnTo>
                    <a:lnTo>
                      <a:pt x="1" y="29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9"/>
                    </a:lnTo>
                    <a:lnTo>
                      <a:pt x="2" y="32"/>
                    </a:lnTo>
                    <a:lnTo>
                      <a:pt x="2" y="31"/>
                    </a:lnTo>
                    <a:lnTo>
                      <a:pt x="2" y="29"/>
                    </a:lnTo>
                    <a:lnTo>
                      <a:pt x="2" y="33"/>
                    </a:lnTo>
                    <a:lnTo>
                      <a:pt x="2" y="39"/>
                    </a:lnTo>
                    <a:lnTo>
                      <a:pt x="2" y="42"/>
                    </a:lnTo>
                    <a:lnTo>
                      <a:pt x="3" y="42"/>
                    </a:lnTo>
                    <a:lnTo>
                      <a:pt x="3" y="41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3" y="43"/>
                    </a:lnTo>
                    <a:lnTo>
                      <a:pt x="3" y="45"/>
                    </a:lnTo>
                    <a:lnTo>
                      <a:pt x="4" y="39"/>
                    </a:lnTo>
                    <a:lnTo>
                      <a:pt x="4" y="34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4" y="32"/>
                    </a:lnTo>
                    <a:lnTo>
                      <a:pt x="4" y="31"/>
                    </a:lnTo>
                    <a:lnTo>
                      <a:pt x="4" y="29"/>
                    </a:lnTo>
                    <a:lnTo>
                      <a:pt x="4" y="24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5" y="27"/>
                    </a:lnTo>
                    <a:lnTo>
                      <a:pt x="5" y="26"/>
                    </a:lnTo>
                    <a:lnTo>
                      <a:pt x="5" y="21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7"/>
                    </a:lnTo>
                    <a:lnTo>
                      <a:pt x="5" y="16"/>
                    </a:lnTo>
                    <a:lnTo>
                      <a:pt x="5" y="13"/>
                    </a:lnTo>
                    <a:lnTo>
                      <a:pt x="6" y="9"/>
                    </a:lnTo>
                    <a:lnTo>
                      <a:pt x="6" y="5"/>
                    </a:lnTo>
                    <a:lnTo>
                      <a:pt x="6" y="2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6" y="4"/>
                    </a:lnTo>
                    <a:lnTo>
                      <a:pt x="7" y="3"/>
                    </a:lnTo>
                    <a:lnTo>
                      <a:pt x="7" y="4"/>
                    </a:lnTo>
                    <a:lnTo>
                      <a:pt x="7" y="2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10" name="Freeform 855"/>
              <p:cNvSpPr/>
              <p:nvPr/>
            </p:nvSpPr>
            <p:spPr bwMode="auto">
              <a:xfrm>
                <a:off x="1338" y="2879"/>
                <a:ext cx="7" cy="88"/>
              </a:xfrm>
              <a:custGeom>
                <a:avLst/>
                <a:gdLst>
                  <a:gd name="T0" fmla="*/ 0 w 7"/>
                  <a:gd name="T1" fmla="*/ 88 h 88"/>
                  <a:gd name="T2" fmla="*/ 0 w 7"/>
                  <a:gd name="T3" fmla="*/ 86 h 88"/>
                  <a:gd name="T4" fmla="*/ 0 w 7"/>
                  <a:gd name="T5" fmla="*/ 81 h 88"/>
                  <a:gd name="T6" fmla="*/ 0 w 7"/>
                  <a:gd name="T7" fmla="*/ 77 h 88"/>
                  <a:gd name="T8" fmla="*/ 0 w 7"/>
                  <a:gd name="T9" fmla="*/ 75 h 88"/>
                  <a:gd name="T10" fmla="*/ 1 w 7"/>
                  <a:gd name="T11" fmla="*/ 70 h 88"/>
                  <a:gd name="T12" fmla="*/ 1 w 7"/>
                  <a:gd name="T13" fmla="*/ 65 h 88"/>
                  <a:gd name="T14" fmla="*/ 1 w 7"/>
                  <a:gd name="T15" fmla="*/ 61 h 88"/>
                  <a:gd name="T16" fmla="*/ 1 w 7"/>
                  <a:gd name="T17" fmla="*/ 56 h 88"/>
                  <a:gd name="T18" fmla="*/ 1 w 7"/>
                  <a:gd name="T19" fmla="*/ 51 h 88"/>
                  <a:gd name="T20" fmla="*/ 1 w 7"/>
                  <a:gd name="T21" fmla="*/ 48 h 88"/>
                  <a:gd name="T22" fmla="*/ 2 w 7"/>
                  <a:gd name="T23" fmla="*/ 48 h 88"/>
                  <a:gd name="T24" fmla="*/ 2 w 7"/>
                  <a:gd name="T25" fmla="*/ 47 h 88"/>
                  <a:gd name="T26" fmla="*/ 2 w 7"/>
                  <a:gd name="T27" fmla="*/ 43 h 88"/>
                  <a:gd name="T28" fmla="*/ 2 w 7"/>
                  <a:gd name="T29" fmla="*/ 41 h 88"/>
                  <a:gd name="T30" fmla="*/ 2 w 7"/>
                  <a:gd name="T31" fmla="*/ 41 h 88"/>
                  <a:gd name="T32" fmla="*/ 2 w 7"/>
                  <a:gd name="T33" fmla="*/ 41 h 88"/>
                  <a:gd name="T34" fmla="*/ 2 w 7"/>
                  <a:gd name="T35" fmla="*/ 37 h 88"/>
                  <a:gd name="T36" fmla="*/ 2 w 7"/>
                  <a:gd name="T37" fmla="*/ 34 h 88"/>
                  <a:gd name="T38" fmla="*/ 2 w 7"/>
                  <a:gd name="T39" fmla="*/ 33 h 88"/>
                  <a:gd name="T40" fmla="*/ 2 w 7"/>
                  <a:gd name="T41" fmla="*/ 30 h 88"/>
                  <a:gd name="T42" fmla="*/ 3 w 7"/>
                  <a:gd name="T43" fmla="*/ 25 h 88"/>
                  <a:gd name="T44" fmla="*/ 3 w 7"/>
                  <a:gd name="T45" fmla="*/ 22 h 88"/>
                  <a:gd name="T46" fmla="*/ 3 w 7"/>
                  <a:gd name="T47" fmla="*/ 21 h 88"/>
                  <a:gd name="T48" fmla="*/ 3 w 7"/>
                  <a:gd name="T49" fmla="*/ 20 h 88"/>
                  <a:gd name="T50" fmla="*/ 3 w 7"/>
                  <a:gd name="T51" fmla="*/ 18 h 88"/>
                  <a:gd name="T52" fmla="*/ 3 w 7"/>
                  <a:gd name="T53" fmla="*/ 20 h 88"/>
                  <a:gd name="T54" fmla="*/ 3 w 7"/>
                  <a:gd name="T55" fmla="*/ 21 h 88"/>
                  <a:gd name="T56" fmla="*/ 3 w 7"/>
                  <a:gd name="T57" fmla="*/ 21 h 88"/>
                  <a:gd name="T58" fmla="*/ 3 w 7"/>
                  <a:gd name="T59" fmla="*/ 23 h 88"/>
                  <a:gd name="T60" fmla="*/ 4 w 7"/>
                  <a:gd name="T61" fmla="*/ 28 h 88"/>
                  <a:gd name="T62" fmla="*/ 4 w 7"/>
                  <a:gd name="T63" fmla="*/ 30 h 88"/>
                  <a:gd name="T64" fmla="*/ 4 w 7"/>
                  <a:gd name="T65" fmla="*/ 28 h 88"/>
                  <a:gd name="T66" fmla="*/ 4 w 7"/>
                  <a:gd name="T67" fmla="*/ 26 h 88"/>
                  <a:gd name="T68" fmla="*/ 4 w 7"/>
                  <a:gd name="T69" fmla="*/ 26 h 88"/>
                  <a:gd name="T70" fmla="*/ 4 w 7"/>
                  <a:gd name="T71" fmla="*/ 26 h 88"/>
                  <a:gd name="T72" fmla="*/ 5 w 7"/>
                  <a:gd name="T73" fmla="*/ 23 h 88"/>
                  <a:gd name="T74" fmla="*/ 5 w 7"/>
                  <a:gd name="T75" fmla="*/ 18 h 88"/>
                  <a:gd name="T76" fmla="*/ 5 w 7"/>
                  <a:gd name="T77" fmla="*/ 13 h 88"/>
                  <a:gd name="T78" fmla="*/ 5 w 7"/>
                  <a:gd name="T79" fmla="*/ 7 h 88"/>
                  <a:gd name="T80" fmla="*/ 5 w 7"/>
                  <a:gd name="T81" fmla="*/ 2 h 88"/>
                  <a:gd name="T82" fmla="*/ 5 w 7"/>
                  <a:gd name="T83" fmla="*/ 1 h 88"/>
                  <a:gd name="T84" fmla="*/ 5 w 7"/>
                  <a:gd name="T85" fmla="*/ 2 h 88"/>
                  <a:gd name="T86" fmla="*/ 5 w 7"/>
                  <a:gd name="T87" fmla="*/ 1 h 88"/>
                  <a:gd name="T88" fmla="*/ 5 w 7"/>
                  <a:gd name="T89" fmla="*/ 0 h 88"/>
                  <a:gd name="T90" fmla="*/ 6 w 7"/>
                  <a:gd name="T91" fmla="*/ 1 h 88"/>
                  <a:gd name="T92" fmla="*/ 6 w 7"/>
                  <a:gd name="T93" fmla="*/ 3 h 88"/>
                  <a:gd name="T94" fmla="*/ 6 w 7"/>
                  <a:gd name="T95" fmla="*/ 4 h 88"/>
                  <a:gd name="T96" fmla="*/ 6 w 7"/>
                  <a:gd name="T97" fmla="*/ 5 h 88"/>
                  <a:gd name="T98" fmla="*/ 6 w 7"/>
                  <a:gd name="T99" fmla="*/ 6 h 88"/>
                  <a:gd name="T100" fmla="*/ 6 w 7"/>
                  <a:gd name="T101" fmla="*/ 4 h 88"/>
                  <a:gd name="T102" fmla="*/ 7 w 7"/>
                  <a:gd name="T103" fmla="*/ 3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88">
                    <a:moveTo>
                      <a:pt x="0" y="88"/>
                    </a:moveTo>
                    <a:lnTo>
                      <a:pt x="0" y="86"/>
                    </a:lnTo>
                    <a:lnTo>
                      <a:pt x="0" y="81"/>
                    </a:lnTo>
                    <a:lnTo>
                      <a:pt x="0" y="77"/>
                    </a:lnTo>
                    <a:lnTo>
                      <a:pt x="0" y="75"/>
                    </a:lnTo>
                    <a:lnTo>
                      <a:pt x="1" y="70"/>
                    </a:lnTo>
                    <a:lnTo>
                      <a:pt x="1" y="65"/>
                    </a:lnTo>
                    <a:lnTo>
                      <a:pt x="1" y="61"/>
                    </a:lnTo>
                    <a:lnTo>
                      <a:pt x="1" y="56"/>
                    </a:lnTo>
                    <a:lnTo>
                      <a:pt x="1" y="51"/>
                    </a:lnTo>
                    <a:lnTo>
                      <a:pt x="1" y="48"/>
                    </a:lnTo>
                    <a:lnTo>
                      <a:pt x="2" y="48"/>
                    </a:lnTo>
                    <a:lnTo>
                      <a:pt x="2" y="47"/>
                    </a:lnTo>
                    <a:lnTo>
                      <a:pt x="2" y="43"/>
                    </a:lnTo>
                    <a:lnTo>
                      <a:pt x="2" y="41"/>
                    </a:lnTo>
                    <a:lnTo>
                      <a:pt x="2" y="41"/>
                    </a:lnTo>
                    <a:lnTo>
                      <a:pt x="2" y="41"/>
                    </a:lnTo>
                    <a:lnTo>
                      <a:pt x="2" y="37"/>
                    </a:lnTo>
                    <a:lnTo>
                      <a:pt x="2" y="34"/>
                    </a:lnTo>
                    <a:lnTo>
                      <a:pt x="2" y="33"/>
                    </a:lnTo>
                    <a:lnTo>
                      <a:pt x="2" y="30"/>
                    </a:lnTo>
                    <a:lnTo>
                      <a:pt x="3" y="25"/>
                    </a:lnTo>
                    <a:lnTo>
                      <a:pt x="3" y="22"/>
                    </a:lnTo>
                    <a:lnTo>
                      <a:pt x="3" y="21"/>
                    </a:lnTo>
                    <a:lnTo>
                      <a:pt x="3" y="20"/>
                    </a:lnTo>
                    <a:lnTo>
                      <a:pt x="3" y="18"/>
                    </a:lnTo>
                    <a:lnTo>
                      <a:pt x="3" y="20"/>
                    </a:lnTo>
                    <a:lnTo>
                      <a:pt x="3" y="21"/>
                    </a:lnTo>
                    <a:lnTo>
                      <a:pt x="3" y="21"/>
                    </a:lnTo>
                    <a:lnTo>
                      <a:pt x="3" y="23"/>
                    </a:lnTo>
                    <a:lnTo>
                      <a:pt x="4" y="28"/>
                    </a:lnTo>
                    <a:lnTo>
                      <a:pt x="4" y="30"/>
                    </a:lnTo>
                    <a:lnTo>
                      <a:pt x="4" y="28"/>
                    </a:lnTo>
                    <a:lnTo>
                      <a:pt x="4" y="26"/>
                    </a:lnTo>
                    <a:lnTo>
                      <a:pt x="4" y="26"/>
                    </a:lnTo>
                    <a:lnTo>
                      <a:pt x="4" y="26"/>
                    </a:lnTo>
                    <a:lnTo>
                      <a:pt x="5" y="23"/>
                    </a:lnTo>
                    <a:lnTo>
                      <a:pt x="5" y="18"/>
                    </a:lnTo>
                    <a:lnTo>
                      <a:pt x="5" y="13"/>
                    </a:lnTo>
                    <a:lnTo>
                      <a:pt x="5" y="7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6" y="6"/>
                    </a:lnTo>
                    <a:lnTo>
                      <a:pt x="6" y="4"/>
                    </a:lnTo>
                    <a:lnTo>
                      <a:pt x="7" y="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11" name="Freeform 856"/>
              <p:cNvSpPr/>
              <p:nvPr/>
            </p:nvSpPr>
            <p:spPr bwMode="auto">
              <a:xfrm>
                <a:off x="1344" y="2882"/>
                <a:ext cx="7" cy="139"/>
              </a:xfrm>
              <a:custGeom>
                <a:avLst/>
                <a:gdLst>
                  <a:gd name="T0" fmla="*/ 0 w 7"/>
                  <a:gd name="T1" fmla="*/ 1 h 139"/>
                  <a:gd name="T2" fmla="*/ 1 w 7"/>
                  <a:gd name="T3" fmla="*/ 0 h 139"/>
                  <a:gd name="T4" fmla="*/ 1 w 7"/>
                  <a:gd name="T5" fmla="*/ 1 h 139"/>
                  <a:gd name="T6" fmla="*/ 1 w 7"/>
                  <a:gd name="T7" fmla="*/ 4 h 139"/>
                  <a:gd name="T8" fmla="*/ 1 w 7"/>
                  <a:gd name="T9" fmla="*/ 4 h 139"/>
                  <a:gd name="T10" fmla="*/ 1 w 7"/>
                  <a:gd name="T11" fmla="*/ 2 h 139"/>
                  <a:gd name="T12" fmla="*/ 1 w 7"/>
                  <a:gd name="T13" fmla="*/ 3 h 139"/>
                  <a:gd name="T14" fmla="*/ 1 w 7"/>
                  <a:gd name="T15" fmla="*/ 5 h 139"/>
                  <a:gd name="T16" fmla="*/ 1 w 7"/>
                  <a:gd name="T17" fmla="*/ 7 h 139"/>
                  <a:gd name="T18" fmla="*/ 1 w 7"/>
                  <a:gd name="T19" fmla="*/ 7 h 139"/>
                  <a:gd name="T20" fmla="*/ 2 w 7"/>
                  <a:gd name="T21" fmla="*/ 9 h 139"/>
                  <a:gd name="T22" fmla="*/ 2 w 7"/>
                  <a:gd name="T23" fmla="*/ 10 h 139"/>
                  <a:gd name="T24" fmla="*/ 2 w 7"/>
                  <a:gd name="T25" fmla="*/ 12 h 139"/>
                  <a:gd name="T26" fmla="*/ 2 w 7"/>
                  <a:gd name="T27" fmla="*/ 13 h 139"/>
                  <a:gd name="T28" fmla="*/ 2 w 7"/>
                  <a:gd name="T29" fmla="*/ 17 h 139"/>
                  <a:gd name="T30" fmla="*/ 2 w 7"/>
                  <a:gd name="T31" fmla="*/ 21 h 139"/>
                  <a:gd name="T32" fmla="*/ 2 w 7"/>
                  <a:gd name="T33" fmla="*/ 23 h 139"/>
                  <a:gd name="T34" fmla="*/ 2 w 7"/>
                  <a:gd name="T35" fmla="*/ 25 h 139"/>
                  <a:gd name="T36" fmla="*/ 2 w 7"/>
                  <a:gd name="T37" fmla="*/ 30 h 139"/>
                  <a:gd name="T38" fmla="*/ 3 w 7"/>
                  <a:gd name="T39" fmla="*/ 34 h 139"/>
                  <a:gd name="T40" fmla="*/ 3 w 7"/>
                  <a:gd name="T41" fmla="*/ 36 h 139"/>
                  <a:gd name="T42" fmla="*/ 3 w 7"/>
                  <a:gd name="T43" fmla="*/ 40 h 139"/>
                  <a:gd name="T44" fmla="*/ 3 w 7"/>
                  <a:gd name="T45" fmla="*/ 46 h 139"/>
                  <a:gd name="T46" fmla="*/ 3 w 7"/>
                  <a:gd name="T47" fmla="*/ 50 h 139"/>
                  <a:gd name="T48" fmla="*/ 3 w 7"/>
                  <a:gd name="T49" fmla="*/ 55 h 139"/>
                  <a:gd name="T50" fmla="*/ 4 w 7"/>
                  <a:gd name="T51" fmla="*/ 60 h 139"/>
                  <a:gd name="T52" fmla="*/ 4 w 7"/>
                  <a:gd name="T53" fmla="*/ 67 h 139"/>
                  <a:gd name="T54" fmla="*/ 4 w 7"/>
                  <a:gd name="T55" fmla="*/ 70 h 139"/>
                  <a:gd name="T56" fmla="*/ 4 w 7"/>
                  <a:gd name="T57" fmla="*/ 76 h 139"/>
                  <a:gd name="T58" fmla="*/ 4 w 7"/>
                  <a:gd name="T59" fmla="*/ 82 h 139"/>
                  <a:gd name="T60" fmla="*/ 4 w 7"/>
                  <a:gd name="T61" fmla="*/ 87 h 139"/>
                  <a:gd name="T62" fmla="*/ 4 w 7"/>
                  <a:gd name="T63" fmla="*/ 89 h 139"/>
                  <a:gd name="T64" fmla="*/ 4 w 7"/>
                  <a:gd name="T65" fmla="*/ 92 h 139"/>
                  <a:gd name="T66" fmla="*/ 4 w 7"/>
                  <a:gd name="T67" fmla="*/ 97 h 139"/>
                  <a:gd name="T68" fmla="*/ 4 w 7"/>
                  <a:gd name="T69" fmla="*/ 102 h 139"/>
                  <a:gd name="T70" fmla="*/ 5 w 7"/>
                  <a:gd name="T71" fmla="*/ 106 h 139"/>
                  <a:gd name="T72" fmla="*/ 5 w 7"/>
                  <a:gd name="T73" fmla="*/ 108 h 139"/>
                  <a:gd name="T74" fmla="*/ 5 w 7"/>
                  <a:gd name="T75" fmla="*/ 110 h 139"/>
                  <a:gd name="T76" fmla="*/ 5 w 7"/>
                  <a:gd name="T77" fmla="*/ 112 h 139"/>
                  <a:gd name="T78" fmla="*/ 5 w 7"/>
                  <a:gd name="T79" fmla="*/ 115 h 139"/>
                  <a:gd name="T80" fmla="*/ 5 w 7"/>
                  <a:gd name="T81" fmla="*/ 117 h 139"/>
                  <a:gd name="T82" fmla="*/ 6 w 7"/>
                  <a:gd name="T83" fmla="*/ 118 h 139"/>
                  <a:gd name="T84" fmla="*/ 6 w 7"/>
                  <a:gd name="T85" fmla="*/ 118 h 139"/>
                  <a:gd name="T86" fmla="*/ 6 w 7"/>
                  <a:gd name="T87" fmla="*/ 118 h 139"/>
                  <a:gd name="T88" fmla="*/ 6 w 7"/>
                  <a:gd name="T89" fmla="*/ 119 h 139"/>
                  <a:gd name="T90" fmla="*/ 6 w 7"/>
                  <a:gd name="T91" fmla="*/ 119 h 139"/>
                  <a:gd name="T92" fmla="*/ 6 w 7"/>
                  <a:gd name="T93" fmla="*/ 121 h 139"/>
                  <a:gd name="T94" fmla="*/ 6 w 7"/>
                  <a:gd name="T95" fmla="*/ 124 h 139"/>
                  <a:gd name="T96" fmla="*/ 6 w 7"/>
                  <a:gd name="T97" fmla="*/ 126 h 139"/>
                  <a:gd name="T98" fmla="*/ 6 w 7"/>
                  <a:gd name="T99" fmla="*/ 128 h 139"/>
                  <a:gd name="T100" fmla="*/ 7 w 7"/>
                  <a:gd name="T101" fmla="*/ 133 h 139"/>
                  <a:gd name="T102" fmla="*/ 7 w 7"/>
                  <a:gd name="T103" fmla="*/ 139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39">
                    <a:moveTo>
                      <a:pt x="0" y="1"/>
                    </a:moveTo>
                    <a:lnTo>
                      <a:pt x="1" y="0"/>
                    </a:lnTo>
                    <a:lnTo>
                      <a:pt x="1" y="1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2" y="9"/>
                    </a:lnTo>
                    <a:lnTo>
                      <a:pt x="2" y="10"/>
                    </a:lnTo>
                    <a:lnTo>
                      <a:pt x="2" y="12"/>
                    </a:lnTo>
                    <a:lnTo>
                      <a:pt x="2" y="13"/>
                    </a:lnTo>
                    <a:lnTo>
                      <a:pt x="2" y="17"/>
                    </a:lnTo>
                    <a:lnTo>
                      <a:pt x="2" y="21"/>
                    </a:lnTo>
                    <a:lnTo>
                      <a:pt x="2" y="23"/>
                    </a:lnTo>
                    <a:lnTo>
                      <a:pt x="2" y="25"/>
                    </a:lnTo>
                    <a:lnTo>
                      <a:pt x="2" y="30"/>
                    </a:lnTo>
                    <a:lnTo>
                      <a:pt x="3" y="34"/>
                    </a:lnTo>
                    <a:lnTo>
                      <a:pt x="3" y="36"/>
                    </a:lnTo>
                    <a:lnTo>
                      <a:pt x="3" y="40"/>
                    </a:lnTo>
                    <a:lnTo>
                      <a:pt x="3" y="46"/>
                    </a:lnTo>
                    <a:lnTo>
                      <a:pt x="3" y="50"/>
                    </a:lnTo>
                    <a:lnTo>
                      <a:pt x="3" y="55"/>
                    </a:lnTo>
                    <a:lnTo>
                      <a:pt x="4" y="60"/>
                    </a:lnTo>
                    <a:lnTo>
                      <a:pt x="4" y="67"/>
                    </a:lnTo>
                    <a:lnTo>
                      <a:pt x="4" y="70"/>
                    </a:lnTo>
                    <a:lnTo>
                      <a:pt x="4" y="76"/>
                    </a:lnTo>
                    <a:lnTo>
                      <a:pt x="4" y="82"/>
                    </a:lnTo>
                    <a:lnTo>
                      <a:pt x="4" y="87"/>
                    </a:lnTo>
                    <a:lnTo>
                      <a:pt x="4" y="89"/>
                    </a:lnTo>
                    <a:lnTo>
                      <a:pt x="4" y="92"/>
                    </a:lnTo>
                    <a:lnTo>
                      <a:pt x="4" y="97"/>
                    </a:lnTo>
                    <a:lnTo>
                      <a:pt x="4" y="102"/>
                    </a:lnTo>
                    <a:lnTo>
                      <a:pt x="5" y="106"/>
                    </a:lnTo>
                    <a:lnTo>
                      <a:pt x="5" y="108"/>
                    </a:lnTo>
                    <a:lnTo>
                      <a:pt x="5" y="110"/>
                    </a:lnTo>
                    <a:lnTo>
                      <a:pt x="5" y="112"/>
                    </a:lnTo>
                    <a:lnTo>
                      <a:pt x="5" y="115"/>
                    </a:lnTo>
                    <a:lnTo>
                      <a:pt x="5" y="117"/>
                    </a:lnTo>
                    <a:lnTo>
                      <a:pt x="6" y="118"/>
                    </a:lnTo>
                    <a:lnTo>
                      <a:pt x="6" y="118"/>
                    </a:lnTo>
                    <a:lnTo>
                      <a:pt x="6" y="118"/>
                    </a:lnTo>
                    <a:lnTo>
                      <a:pt x="6" y="119"/>
                    </a:lnTo>
                    <a:lnTo>
                      <a:pt x="6" y="119"/>
                    </a:lnTo>
                    <a:lnTo>
                      <a:pt x="6" y="121"/>
                    </a:lnTo>
                    <a:lnTo>
                      <a:pt x="6" y="124"/>
                    </a:lnTo>
                    <a:lnTo>
                      <a:pt x="6" y="126"/>
                    </a:lnTo>
                    <a:lnTo>
                      <a:pt x="6" y="128"/>
                    </a:lnTo>
                    <a:lnTo>
                      <a:pt x="7" y="133"/>
                    </a:lnTo>
                    <a:lnTo>
                      <a:pt x="7" y="13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12" name="Freeform 857"/>
              <p:cNvSpPr/>
              <p:nvPr/>
            </p:nvSpPr>
            <p:spPr bwMode="auto">
              <a:xfrm>
                <a:off x="1351" y="2997"/>
                <a:ext cx="6" cy="48"/>
              </a:xfrm>
              <a:custGeom>
                <a:avLst/>
                <a:gdLst>
                  <a:gd name="T0" fmla="*/ 0 w 6"/>
                  <a:gd name="T1" fmla="*/ 18 h 48"/>
                  <a:gd name="T2" fmla="*/ 0 w 6"/>
                  <a:gd name="T3" fmla="*/ 24 h 48"/>
                  <a:gd name="T4" fmla="*/ 0 w 6"/>
                  <a:gd name="T5" fmla="*/ 28 h 48"/>
                  <a:gd name="T6" fmla="*/ 0 w 6"/>
                  <a:gd name="T7" fmla="*/ 26 h 48"/>
                  <a:gd name="T8" fmla="*/ 0 w 6"/>
                  <a:gd name="T9" fmla="*/ 28 h 48"/>
                  <a:gd name="T10" fmla="*/ 0 w 6"/>
                  <a:gd name="T11" fmla="*/ 33 h 48"/>
                  <a:gd name="T12" fmla="*/ 0 w 6"/>
                  <a:gd name="T13" fmla="*/ 36 h 48"/>
                  <a:gd name="T14" fmla="*/ 0 w 6"/>
                  <a:gd name="T15" fmla="*/ 35 h 48"/>
                  <a:gd name="T16" fmla="*/ 0 w 6"/>
                  <a:gd name="T17" fmla="*/ 36 h 48"/>
                  <a:gd name="T18" fmla="*/ 1 w 6"/>
                  <a:gd name="T19" fmla="*/ 35 h 48"/>
                  <a:gd name="T20" fmla="*/ 1 w 6"/>
                  <a:gd name="T21" fmla="*/ 31 h 48"/>
                  <a:gd name="T22" fmla="*/ 1 w 6"/>
                  <a:gd name="T23" fmla="*/ 29 h 48"/>
                  <a:gd name="T24" fmla="*/ 1 w 6"/>
                  <a:gd name="T25" fmla="*/ 30 h 48"/>
                  <a:gd name="T26" fmla="*/ 1 w 6"/>
                  <a:gd name="T27" fmla="*/ 29 h 48"/>
                  <a:gd name="T28" fmla="*/ 1 w 6"/>
                  <a:gd name="T29" fmla="*/ 25 h 48"/>
                  <a:gd name="T30" fmla="*/ 2 w 6"/>
                  <a:gd name="T31" fmla="*/ 25 h 48"/>
                  <a:gd name="T32" fmla="*/ 2 w 6"/>
                  <a:gd name="T33" fmla="*/ 28 h 48"/>
                  <a:gd name="T34" fmla="*/ 2 w 6"/>
                  <a:gd name="T35" fmla="*/ 28 h 48"/>
                  <a:gd name="T36" fmla="*/ 2 w 6"/>
                  <a:gd name="T37" fmla="*/ 28 h 48"/>
                  <a:gd name="T38" fmla="*/ 2 w 6"/>
                  <a:gd name="T39" fmla="*/ 29 h 48"/>
                  <a:gd name="T40" fmla="*/ 2 w 6"/>
                  <a:gd name="T41" fmla="*/ 32 h 48"/>
                  <a:gd name="T42" fmla="*/ 2 w 6"/>
                  <a:gd name="T43" fmla="*/ 31 h 48"/>
                  <a:gd name="T44" fmla="*/ 2 w 6"/>
                  <a:gd name="T45" fmla="*/ 30 h 48"/>
                  <a:gd name="T46" fmla="*/ 2 w 6"/>
                  <a:gd name="T47" fmla="*/ 29 h 48"/>
                  <a:gd name="T48" fmla="*/ 3 w 6"/>
                  <a:gd name="T49" fmla="*/ 29 h 48"/>
                  <a:gd name="T50" fmla="*/ 3 w 6"/>
                  <a:gd name="T51" fmla="*/ 30 h 48"/>
                  <a:gd name="T52" fmla="*/ 3 w 6"/>
                  <a:gd name="T53" fmla="*/ 31 h 48"/>
                  <a:gd name="T54" fmla="*/ 3 w 6"/>
                  <a:gd name="T55" fmla="*/ 31 h 48"/>
                  <a:gd name="T56" fmla="*/ 3 w 6"/>
                  <a:gd name="T57" fmla="*/ 30 h 48"/>
                  <a:gd name="T58" fmla="*/ 3 w 6"/>
                  <a:gd name="T59" fmla="*/ 31 h 48"/>
                  <a:gd name="T60" fmla="*/ 4 w 6"/>
                  <a:gd name="T61" fmla="*/ 35 h 48"/>
                  <a:gd name="T62" fmla="*/ 4 w 6"/>
                  <a:gd name="T63" fmla="*/ 38 h 48"/>
                  <a:gd name="T64" fmla="*/ 4 w 6"/>
                  <a:gd name="T65" fmla="*/ 40 h 48"/>
                  <a:gd name="T66" fmla="*/ 4 w 6"/>
                  <a:gd name="T67" fmla="*/ 43 h 48"/>
                  <a:gd name="T68" fmla="*/ 4 w 6"/>
                  <a:gd name="T69" fmla="*/ 44 h 48"/>
                  <a:gd name="T70" fmla="*/ 4 w 6"/>
                  <a:gd name="T71" fmla="*/ 46 h 48"/>
                  <a:gd name="T72" fmla="*/ 4 w 6"/>
                  <a:gd name="T73" fmla="*/ 48 h 48"/>
                  <a:gd name="T74" fmla="*/ 4 w 6"/>
                  <a:gd name="T75" fmla="*/ 48 h 48"/>
                  <a:gd name="T76" fmla="*/ 4 w 6"/>
                  <a:gd name="T77" fmla="*/ 45 h 48"/>
                  <a:gd name="T78" fmla="*/ 5 w 6"/>
                  <a:gd name="T79" fmla="*/ 42 h 48"/>
                  <a:gd name="T80" fmla="*/ 5 w 6"/>
                  <a:gd name="T81" fmla="*/ 39 h 48"/>
                  <a:gd name="T82" fmla="*/ 5 w 6"/>
                  <a:gd name="T83" fmla="*/ 34 h 48"/>
                  <a:gd name="T84" fmla="*/ 5 w 6"/>
                  <a:gd name="T85" fmla="*/ 28 h 48"/>
                  <a:gd name="T86" fmla="*/ 5 w 6"/>
                  <a:gd name="T87" fmla="*/ 22 h 48"/>
                  <a:gd name="T88" fmla="*/ 5 w 6"/>
                  <a:gd name="T89" fmla="*/ 19 h 48"/>
                  <a:gd name="T90" fmla="*/ 5 w 6"/>
                  <a:gd name="T91" fmla="*/ 16 h 48"/>
                  <a:gd name="T92" fmla="*/ 5 w 6"/>
                  <a:gd name="T93" fmla="*/ 10 h 48"/>
                  <a:gd name="T94" fmla="*/ 5 w 6"/>
                  <a:gd name="T95" fmla="*/ 6 h 48"/>
                  <a:gd name="T96" fmla="*/ 5 w 6"/>
                  <a:gd name="T97" fmla="*/ 7 h 48"/>
                  <a:gd name="T98" fmla="*/ 6 w 6"/>
                  <a:gd name="T99" fmla="*/ 8 h 48"/>
                  <a:gd name="T100" fmla="*/ 6 w 6"/>
                  <a:gd name="T101" fmla="*/ 4 h 48"/>
                  <a:gd name="T102" fmla="*/ 6 w 6"/>
                  <a:gd name="T10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8">
                    <a:moveTo>
                      <a:pt x="0" y="18"/>
                    </a:moveTo>
                    <a:lnTo>
                      <a:pt x="0" y="24"/>
                    </a:lnTo>
                    <a:lnTo>
                      <a:pt x="0" y="28"/>
                    </a:lnTo>
                    <a:lnTo>
                      <a:pt x="0" y="26"/>
                    </a:lnTo>
                    <a:lnTo>
                      <a:pt x="0" y="28"/>
                    </a:lnTo>
                    <a:lnTo>
                      <a:pt x="0" y="33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6"/>
                    </a:lnTo>
                    <a:lnTo>
                      <a:pt x="1" y="35"/>
                    </a:lnTo>
                    <a:lnTo>
                      <a:pt x="1" y="31"/>
                    </a:lnTo>
                    <a:lnTo>
                      <a:pt x="1" y="29"/>
                    </a:lnTo>
                    <a:lnTo>
                      <a:pt x="1" y="30"/>
                    </a:lnTo>
                    <a:lnTo>
                      <a:pt x="1" y="29"/>
                    </a:lnTo>
                    <a:lnTo>
                      <a:pt x="1" y="25"/>
                    </a:lnTo>
                    <a:lnTo>
                      <a:pt x="2" y="25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9"/>
                    </a:lnTo>
                    <a:lnTo>
                      <a:pt x="2" y="32"/>
                    </a:lnTo>
                    <a:lnTo>
                      <a:pt x="2" y="31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3" y="29"/>
                    </a:lnTo>
                    <a:lnTo>
                      <a:pt x="3" y="30"/>
                    </a:lnTo>
                    <a:lnTo>
                      <a:pt x="3" y="31"/>
                    </a:lnTo>
                    <a:lnTo>
                      <a:pt x="3" y="31"/>
                    </a:lnTo>
                    <a:lnTo>
                      <a:pt x="3" y="30"/>
                    </a:lnTo>
                    <a:lnTo>
                      <a:pt x="3" y="31"/>
                    </a:lnTo>
                    <a:lnTo>
                      <a:pt x="4" y="35"/>
                    </a:lnTo>
                    <a:lnTo>
                      <a:pt x="4" y="38"/>
                    </a:lnTo>
                    <a:lnTo>
                      <a:pt x="4" y="40"/>
                    </a:lnTo>
                    <a:lnTo>
                      <a:pt x="4" y="43"/>
                    </a:lnTo>
                    <a:lnTo>
                      <a:pt x="4" y="44"/>
                    </a:lnTo>
                    <a:lnTo>
                      <a:pt x="4" y="46"/>
                    </a:lnTo>
                    <a:lnTo>
                      <a:pt x="4" y="48"/>
                    </a:lnTo>
                    <a:lnTo>
                      <a:pt x="4" y="48"/>
                    </a:lnTo>
                    <a:lnTo>
                      <a:pt x="4" y="45"/>
                    </a:lnTo>
                    <a:lnTo>
                      <a:pt x="5" y="42"/>
                    </a:lnTo>
                    <a:lnTo>
                      <a:pt x="5" y="39"/>
                    </a:lnTo>
                    <a:lnTo>
                      <a:pt x="5" y="34"/>
                    </a:lnTo>
                    <a:lnTo>
                      <a:pt x="5" y="28"/>
                    </a:lnTo>
                    <a:lnTo>
                      <a:pt x="5" y="22"/>
                    </a:lnTo>
                    <a:lnTo>
                      <a:pt x="5" y="19"/>
                    </a:lnTo>
                    <a:lnTo>
                      <a:pt x="5" y="16"/>
                    </a:lnTo>
                    <a:lnTo>
                      <a:pt x="5" y="10"/>
                    </a:lnTo>
                    <a:lnTo>
                      <a:pt x="5" y="6"/>
                    </a:lnTo>
                    <a:lnTo>
                      <a:pt x="5" y="7"/>
                    </a:lnTo>
                    <a:lnTo>
                      <a:pt x="6" y="8"/>
                    </a:lnTo>
                    <a:lnTo>
                      <a:pt x="6" y="4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13" name="Freeform 858"/>
              <p:cNvSpPr/>
              <p:nvPr/>
            </p:nvSpPr>
            <p:spPr bwMode="auto">
              <a:xfrm>
                <a:off x="1357" y="2952"/>
                <a:ext cx="6" cy="49"/>
              </a:xfrm>
              <a:custGeom>
                <a:avLst/>
                <a:gdLst>
                  <a:gd name="T0" fmla="*/ 0 w 6"/>
                  <a:gd name="T1" fmla="*/ 49 h 49"/>
                  <a:gd name="T2" fmla="*/ 0 w 6"/>
                  <a:gd name="T3" fmla="*/ 45 h 49"/>
                  <a:gd name="T4" fmla="*/ 0 w 6"/>
                  <a:gd name="T5" fmla="*/ 45 h 49"/>
                  <a:gd name="T6" fmla="*/ 0 w 6"/>
                  <a:gd name="T7" fmla="*/ 42 h 49"/>
                  <a:gd name="T8" fmla="*/ 0 w 6"/>
                  <a:gd name="T9" fmla="*/ 37 h 49"/>
                  <a:gd name="T10" fmla="*/ 1 w 6"/>
                  <a:gd name="T11" fmla="*/ 39 h 49"/>
                  <a:gd name="T12" fmla="*/ 1 w 6"/>
                  <a:gd name="T13" fmla="*/ 42 h 49"/>
                  <a:gd name="T14" fmla="*/ 1 w 6"/>
                  <a:gd name="T15" fmla="*/ 39 h 49"/>
                  <a:gd name="T16" fmla="*/ 1 w 6"/>
                  <a:gd name="T17" fmla="*/ 36 h 49"/>
                  <a:gd name="T18" fmla="*/ 1 w 6"/>
                  <a:gd name="T19" fmla="*/ 36 h 49"/>
                  <a:gd name="T20" fmla="*/ 1 w 6"/>
                  <a:gd name="T21" fmla="*/ 34 h 49"/>
                  <a:gd name="T22" fmla="*/ 1 w 6"/>
                  <a:gd name="T23" fmla="*/ 31 h 49"/>
                  <a:gd name="T24" fmla="*/ 1 w 6"/>
                  <a:gd name="T25" fmla="*/ 33 h 49"/>
                  <a:gd name="T26" fmla="*/ 1 w 6"/>
                  <a:gd name="T27" fmla="*/ 34 h 49"/>
                  <a:gd name="T28" fmla="*/ 2 w 6"/>
                  <a:gd name="T29" fmla="*/ 32 h 49"/>
                  <a:gd name="T30" fmla="*/ 2 w 6"/>
                  <a:gd name="T31" fmla="*/ 31 h 49"/>
                  <a:gd name="T32" fmla="*/ 2 w 6"/>
                  <a:gd name="T33" fmla="*/ 29 h 49"/>
                  <a:gd name="T34" fmla="*/ 2 w 6"/>
                  <a:gd name="T35" fmla="*/ 29 h 49"/>
                  <a:gd name="T36" fmla="*/ 2 w 6"/>
                  <a:gd name="T37" fmla="*/ 31 h 49"/>
                  <a:gd name="T38" fmla="*/ 2 w 6"/>
                  <a:gd name="T39" fmla="*/ 33 h 49"/>
                  <a:gd name="T40" fmla="*/ 3 w 6"/>
                  <a:gd name="T41" fmla="*/ 34 h 49"/>
                  <a:gd name="T42" fmla="*/ 3 w 6"/>
                  <a:gd name="T43" fmla="*/ 33 h 49"/>
                  <a:gd name="T44" fmla="*/ 3 w 6"/>
                  <a:gd name="T45" fmla="*/ 30 h 49"/>
                  <a:gd name="T46" fmla="*/ 3 w 6"/>
                  <a:gd name="T47" fmla="*/ 26 h 49"/>
                  <a:gd name="T48" fmla="*/ 3 w 6"/>
                  <a:gd name="T49" fmla="*/ 26 h 49"/>
                  <a:gd name="T50" fmla="*/ 3 w 6"/>
                  <a:gd name="T51" fmla="*/ 29 h 49"/>
                  <a:gd name="T52" fmla="*/ 3 w 6"/>
                  <a:gd name="T53" fmla="*/ 28 h 49"/>
                  <a:gd name="T54" fmla="*/ 3 w 6"/>
                  <a:gd name="T55" fmla="*/ 24 h 49"/>
                  <a:gd name="T56" fmla="*/ 3 w 6"/>
                  <a:gd name="T57" fmla="*/ 22 h 49"/>
                  <a:gd name="T58" fmla="*/ 4 w 6"/>
                  <a:gd name="T59" fmla="*/ 21 h 49"/>
                  <a:gd name="T60" fmla="*/ 4 w 6"/>
                  <a:gd name="T61" fmla="*/ 22 h 49"/>
                  <a:gd name="T62" fmla="*/ 4 w 6"/>
                  <a:gd name="T63" fmla="*/ 28 h 49"/>
                  <a:gd name="T64" fmla="*/ 4 w 6"/>
                  <a:gd name="T65" fmla="*/ 28 h 49"/>
                  <a:gd name="T66" fmla="*/ 4 w 6"/>
                  <a:gd name="T67" fmla="*/ 20 h 49"/>
                  <a:gd name="T68" fmla="*/ 4 w 6"/>
                  <a:gd name="T69" fmla="*/ 15 h 49"/>
                  <a:gd name="T70" fmla="*/ 4 w 6"/>
                  <a:gd name="T71" fmla="*/ 16 h 49"/>
                  <a:gd name="T72" fmla="*/ 4 w 6"/>
                  <a:gd name="T73" fmla="*/ 16 h 49"/>
                  <a:gd name="T74" fmla="*/ 4 w 6"/>
                  <a:gd name="T75" fmla="*/ 13 h 49"/>
                  <a:gd name="T76" fmla="*/ 5 w 6"/>
                  <a:gd name="T77" fmla="*/ 10 h 49"/>
                  <a:gd name="T78" fmla="*/ 5 w 6"/>
                  <a:gd name="T79" fmla="*/ 7 h 49"/>
                  <a:gd name="T80" fmla="*/ 5 w 6"/>
                  <a:gd name="T81" fmla="*/ 6 h 49"/>
                  <a:gd name="T82" fmla="*/ 5 w 6"/>
                  <a:gd name="T83" fmla="*/ 6 h 49"/>
                  <a:gd name="T84" fmla="*/ 5 w 6"/>
                  <a:gd name="T85" fmla="*/ 8 h 49"/>
                  <a:gd name="T86" fmla="*/ 5 w 6"/>
                  <a:gd name="T87" fmla="*/ 9 h 49"/>
                  <a:gd name="T88" fmla="*/ 6 w 6"/>
                  <a:gd name="T89" fmla="*/ 7 h 49"/>
                  <a:gd name="T90" fmla="*/ 6 w 6"/>
                  <a:gd name="T91" fmla="*/ 5 h 49"/>
                  <a:gd name="T92" fmla="*/ 6 w 6"/>
                  <a:gd name="T93" fmla="*/ 4 h 49"/>
                  <a:gd name="T94" fmla="*/ 6 w 6"/>
                  <a:gd name="T95" fmla="*/ 4 h 49"/>
                  <a:gd name="T96" fmla="*/ 6 w 6"/>
                  <a:gd name="T97" fmla="*/ 5 h 49"/>
                  <a:gd name="T98" fmla="*/ 6 w 6"/>
                  <a:gd name="T99" fmla="*/ 3 h 49"/>
                  <a:gd name="T100" fmla="*/ 6 w 6"/>
                  <a:gd name="T101" fmla="*/ 1 h 49"/>
                  <a:gd name="T102" fmla="*/ 6 w 6"/>
                  <a:gd name="T10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9">
                    <a:moveTo>
                      <a:pt x="0" y="49"/>
                    </a:moveTo>
                    <a:lnTo>
                      <a:pt x="0" y="45"/>
                    </a:lnTo>
                    <a:lnTo>
                      <a:pt x="0" y="45"/>
                    </a:lnTo>
                    <a:lnTo>
                      <a:pt x="0" y="42"/>
                    </a:lnTo>
                    <a:lnTo>
                      <a:pt x="0" y="37"/>
                    </a:lnTo>
                    <a:lnTo>
                      <a:pt x="1" y="39"/>
                    </a:lnTo>
                    <a:lnTo>
                      <a:pt x="1" y="42"/>
                    </a:lnTo>
                    <a:lnTo>
                      <a:pt x="1" y="39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1"/>
                    </a:lnTo>
                    <a:lnTo>
                      <a:pt x="1" y="33"/>
                    </a:lnTo>
                    <a:lnTo>
                      <a:pt x="1" y="34"/>
                    </a:lnTo>
                    <a:lnTo>
                      <a:pt x="2" y="32"/>
                    </a:lnTo>
                    <a:lnTo>
                      <a:pt x="2" y="31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31"/>
                    </a:lnTo>
                    <a:lnTo>
                      <a:pt x="2" y="33"/>
                    </a:lnTo>
                    <a:lnTo>
                      <a:pt x="3" y="34"/>
                    </a:lnTo>
                    <a:lnTo>
                      <a:pt x="3" y="33"/>
                    </a:lnTo>
                    <a:lnTo>
                      <a:pt x="3" y="30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9"/>
                    </a:lnTo>
                    <a:lnTo>
                      <a:pt x="3" y="28"/>
                    </a:lnTo>
                    <a:lnTo>
                      <a:pt x="3" y="24"/>
                    </a:lnTo>
                    <a:lnTo>
                      <a:pt x="3" y="22"/>
                    </a:lnTo>
                    <a:lnTo>
                      <a:pt x="4" y="21"/>
                    </a:lnTo>
                    <a:lnTo>
                      <a:pt x="4" y="22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4" y="20"/>
                    </a:lnTo>
                    <a:lnTo>
                      <a:pt x="4" y="15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3"/>
                    </a:lnTo>
                    <a:lnTo>
                      <a:pt x="5" y="10"/>
                    </a:lnTo>
                    <a:lnTo>
                      <a:pt x="5" y="7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6" y="7"/>
                    </a:lnTo>
                    <a:lnTo>
                      <a:pt x="6" y="5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6" y="3"/>
                    </a:lnTo>
                    <a:lnTo>
                      <a:pt x="6" y="1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14" name="Freeform 859"/>
              <p:cNvSpPr/>
              <p:nvPr/>
            </p:nvSpPr>
            <p:spPr bwMode="auto">
              <a:xfrm>
                <a:off x="1363" y="2932"/>
                <a:ext cx="7" cy="35"/>
              </a:xfrm>
              <a:custGeom>
                <a:avLst/>
                <a:gdLst>
                  <a:gd name="T0" fmla="*/ 0 w 7"/>
                  <a:gd name="T1" fmla="*/ 21 h 35"/>
                  <a:gd name="T2" fmla="*/ 0 w 7"/>
                  <a:gd name="T3" fmla="*/ 20 h 35"/>
                  <a:gd name="T4" fmla="*/ 0 w 7"/>
                  <a:gd name="T5" fmla="*/ 21 h 35"/>
                  <a:gd name="T6" fmla="*/ 1 w 7"/>
                  <a:gd name="T7" fmla="*/ 25 h 35"/>
                  <a:gd name="T8" fmla="*/ 1 w 7"/>
                  <a:gd name="T9" fmla="*/ 28 h 35"/>
                  <a:gd name="T10" fmla="*/ 1 w 7"/>
                  <a:gd name="T11" fmla="*/ 27 h 35"/>
                  <a:gd name="T12" fmla="*/ 1 w 7"/>
                  <a:gd name="T13" fmla="*/ 26 h 35"/>
                  <a:gd name="T14" fmla="*/ 1 w 7"/>
                  <a:gd name="T15" fmla="*/ 30 h 35"/>
                  <a:gd name="T16" fmla="*/ 1 w 7"/>
                  <a:gd name="T17" fmla="*/ 33 h 35"/>
                  <a:gd name="T18" fmla="*/ 2 w 7"/>
                  <a:gd name="T19" fmla="*/ 33 h 35"/>
                  <a:gd name="T20" fmla="*/ 2 w 7"/>
                  <a:gd name="T21" fmla="*/ 34 h 35"/>
                  <a:gd name="T22" fmla="*/ 2 w 7"/>
                  <a:gd name="T23" fmla="*/ 35 h 35"/>
                  <a:gd name="T24" fmla="*/ 2 w 7"/>
                  <a:gd name="T25" fmla="*/ 32 h 35"/>
                  <a:gd name="T26" fmla="*/ 2 w 7"/>
                  <a:gd name="T27" fmla="*/ 29 h 35"/>
                  <a:gd name="T28" fmla="*/ 2 w 7"/>
                  <a:gd name="T29" fmla="*/ 30 h 35"/>
                  <a:gd name="T30" fmla="*/ 2 w 7"/>
                  <a:gd name="T31" fmla="*/ 27 h 35"/>
                  <a:gd name="T32" fmla="*/ 2 w 7"/>
                  <a:gd name="T33" fmla="*/ 22 h 35"/>
                  <a:gd name="T34" fmla="*/ 2 w 7"/>
                  <a:gd name="T35" fmla="*/ 18 h 35"/>
                  <a:gd name="T36" fmla="*/ 2 w 7"/>
                  <a:gd name="T37" fmla="*/ 18 h 35"/>
                  <a:gd name="T38" fmla="*/ 3 w 7"/>
                  <a:gd name="T39" fmla="*/ 18 h 35"/>
                  <a:gd name="T40" fmla="*/ 3 w 7"/>
                  <a:gd name="T41" fmla="*/ 17 h 35"/>
                  <a:gd name="T42" fmla="*/ 3 w 7"/>
                  <a:gd name="T43" fmla="*/ 18 h 35"/>
                  <a:gd name="T44" fmla="*/ 3 w 7"/>
                  <a:gd name="T45" fmla="*/ 19 h 35"/>
                  <a:gd name="T46" fmla="*/ 3 w 7"/>
                  <a:gd name="T47" fmla="*/ 19 h 35"/>
                  <a:gd name="T48" fmla="*/ 3 w 7"/>
                  <a:gd name="T49" fmla="*/ 19 h 35"/>
                  <a:gd name="T50" fmla="*/ 3 w 7"/>
                  <a:gd name="T51" fmla="*/ 18 h 35"/>
                  <a:gd name="T52" fmla="*/ 3 w 7"/>
                  <a:gd name="T53" fmla="*/ 17 h 35"/>
                  <a:gd name="T54" fmla="*/ 3 w 7"/>
                  <a:gd name="T55" fmla="*/ 16 h 35"/>
                  <a:gd name="T56" fmla="*/ 4 w 7"/>
                  <a:gd name="T57" fmla="*/ 13 h 35"/>
                  <a:gd name="T58" fmla="*/ 4 w 7"/>
                  <a:gd name="T59" fmla="*/ 11 h 35"/>
                  <a:gd name="T60" fmla="*/ 4 w 7"/>
                  <a:gd name="T61" fmla="*/ 9 h 35"/>
                  <a:gd name="T62" fmla="*/ 4 w 7"/>
                  <a:gd name="T63" fmla="*/ 5 h 35"/>
                  <a:gd name="T64" fmla="*/ 4 w 7"/>
                  <a:gd name="T65" fmla="*/ 3 h 35"/>
                  <a:gd name="T66" fmla="*/ 4 w 7"/>
                  <a:gd name="T67" fmla="*/ 4 h 35"/>
                  <a:gd name="T68" fmla="*/ 5 w 7"/>
                  <a:gd name="T69" fmla="*/ 5 h 35"/>
                  <a:gd name="T70" fmla="*/ 5 w 7"/>
                  <a:gd name="T71" fmla="*/ 5 h 35"/>
                  <a:gd name="T72" fmla="*/ 5 w 7"/>
                  <a:gd name="T73" fmla="*/ 7 h 35"/>
                  <a:gd name="T74" fmla="*/ 5 w 7"/>
                  <a:gd name="T75" fmla="*/ 8 h 35"/>
                  <a:gd name="T76" fmla="*/ 5 w 7"/>
                  <a:gd name="T77" fmla="*/ 9 h 35"/>
                  <a:gd name="T78" fmla="*/ 5 w 7"/>
                  <a:gd name="T79" fmla="*/ 11 h 35"/>
                  <a:gd name="T80" fmla="*/ 5 w 7"/>
                  <a:gd name="T81" fmla="*/ 14 h 35"/>
                  <a:gd name="T82" fmla="*/ 5 w 7"/>
                  <a:gd name="T83" fmla="*/ 15 h 35"/>
                  <a:gd name="T84" fmla="*/ 5 w 7"/>
                  <a:gd name="T85" fmla="*/ 14 h 35"/>
                  <a:gd name="T86" fmla="*/ 6 w 7"/>
                  <a:gd name="T87" fmla="*/ 13 h 35"/>
                  <a:gd name="T88" fmla="*/ 6 w 7"/>
                  <a:gd name="T89" fmla="*/ 11 h 35"/>
                  <a:gd name="T90" fmla="*/ 6 w 7"/>
                  <a:gd name="T91" fmla="*/ 9 h 35"/>
                  <a:gd name="T92" fmla="*/ 6 w 7"/>
                  <a:gd name="T93" fmla="*/ 9 h 35"/>
                  <a:gd name="T94" fmla="*/ 6 w 7"/>
                  <a:gd name="T95" fmla="*/ 8 h 35"/>
                  <a:gd name="T96" fmla="*/ 6 w 7"/>
                  <a:gd name="T97" fmla="*/ 6 h 35"/>
                  <a:gd name="T98" fmla="*/ 7 w 7"/>
                  <a:gd name="T99" fmla="*/ 3 h 35"/>
                  <a:gd name="T100" fmla="*/ 7 w 7"/>
                  <a:gd name="T101" fmla="*/ 2 h 35"/>
                  <a:gd name="T102" fmla="*/ 7 w 7"/>
                  <a:gd name="T103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35">
                    <a:moveTo>
                      <a:pt x="0" y="21"/>
                    </a:moveTo>
                    <a:lnTo>
                      <a:pt x="0" y="20"/>
                    </a:lnTo>
                    <a:lnTo>
                      <a:pt x="0" y="21"/>
                    </a:lnTo>
                    <a:lnTo>
                      <a:pt x="1" y="25"/>
                    </a:lnTo>
                    <a:lnTo>
                      <a:pt x="1" y="28"/>
                    </a:lnTo>
                    <a:lnTo>
                      <a:pt x="1" y="27"/>
                    </a:lnTo>
                    <a:lnTo>
                      <a:pt x="1" y="26"/>
                    </a:lnTo>
                    <a:lnTo>
                      <a:pt x="1" y="30"/>
                    </a:lnTo>
                    <a:lnTo>
                      <a:pt x="1" y="33"/>
                    </a:lnTo>
                    <a:lnTo>
                      <a:pt x="2" y="33"/>
                    </a:lnTo>
                    <a:lnTo>
                      <a:pt x="2" y="34"/>
                    </a:lnTo>
                    <a:lnTo>
                      <a:pt x="2" y="35"/>
                    </a:lnTo>
                    <a:lnTo>
                      <a:pt x="2" y="32"/>
                    </a:lnTo>
                    <a:lnTo>
                      <a:pt x="2" y="29"/>
                    </a:lnTo>
                    <a:lnTo>
                      <a:pt x="2" y="30"/>
                    </a:lnTo>
                    <a:lnTo>
                      <a:pt x="2" y="27"/>
                    </a:lnTo>
                    <a:lnTo>
                      <a:pt x="2" y="22"/>
                    </a:lnTo>
                    <a:lnTo>
                      <a:pt x="2" y="18"/>
                    </a:lnTo>
                    <a:lnTo>
                      <a:pt x="2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3" y="18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3" y="16"/>
                    </a:lnTo>
                    <a:lnTo>
                      <a:pt x="4" y="13"/>
                    </a:lnTo>
                    <a:lnTo>
                      <a:pt x="4" y="11"/>
                    </a:lnTo>
                    <a:lnTo>
                      <a:pt x="4" y="9"/>
                    </a:lnTo>
                    <a:lnTo>
                      <a:pt x="4" y="5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5" y="7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5" y="11"/>
                    </a:lnTo>
                    <a:lnTo>
                      <a:pt x="5" y="14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3"/>
                    </a:lnTo>
                    <a:lnTo>
                      <a:pt x="6" y="11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7" y="3"/>
                    </a:lnTo>
                    <a:lnTo>
                      <a:pt x="7" y="2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15" name="Freeform 860"/>
              <p:cNvSpPr/>
              <p:nvPr/>
            </p:nvSpPr>
            <p:spPr bwMode="auto">
              <a:xfrm>
                <a:off x="1370" y="2891"/>
                <a:ext cx="6" cy="57"/>
              </a:xfrm>
              <a:custGeom>
                <a:avLst/>
                <a:gdLst>
                  <a:gd name="T0" fmla="*/ 0 w 6"/>
                  <a:gd name="T1" fmla="*/ 43 h 57"/>
                  <a:gd name="T2" fmla="*/ 0 w 6"/>
                  <a:gd name="T3" fmla="*/ 41 h 57"/>
                  <a:gd name="T4" fmla="*/ 0 w 6"/>
                  <a:gd name="T5" fmla="*/ 39 h 57"/>
                  <a:gd name="T6" fmla="*/ 0 w 6"/>
                  <a:gd name="T7" fmla="*/ 38 h 57"/>
                  <a:gd name="T8" fmla="*/ 0 w 6"/>
                  <a:gd name="T9" fmla="*/ 35 h 57"/>
                  <a:gd name="T10" fmla="*/ 0 w 6"/>
                  <a:gd name="T11" fmla="*/ 30 h 57"/>
                  <a:gd name="T12" fmla="*/ 0 w 6"/>
                  <a:gd name="T13" fmla="*/ 28 h 57"/>
                  <a:gd name="T14" fmla="*/ 0 w 6"/>
                  <a:gd name="T15" fmla="*/ 27 h 57"/>
                  <a:gd name="T16" fmla="*/ 1 w 6"/>
                  <a:gd name="T17" fmla="*/ 25 h 57"/>
                  <a:gd name="T18" fmla="*/ 1 w 6"/>
                  <a:gd name="T19" fmla="*/ 23 h 57"/>
                  <a:gd name="T20" fmla="*/ 1 w 6"/>
                  <a:gd name="T21" fmla="*/ 20 h 57"/>
                  <a:gd name="T22" fmla="*/ 1 w 6"/>
                  <a:gd name="T23" fmla="*/ 18 h 57"/>
                  <a:gd name="T24" fmla="*/ 1 w 6"/>
                  <a:gd name="T25" fmla="*/ 16 h 57"/>
                  <a:gd name="T26" fmla="*/ 1 w 6"/>
                  <a:gd name="T27" fmla="*/ 14 h 57"/>
                  <a:gd name="T28" fmla="*/ 1 w 6"/>
                  <a:gd name="T29" fmla="*/ 12 h 57"/>
                  <a:gd name="T30" fmla="*/ 1 w 6"/>
                  <a:gd name="T31" fmla="*/ 10 h 57"/>
                  <a:gd name="T32" fmla="*/ 1 w 6"/>
                  <a:gd name="T33" fmla="*/ 8 h 57"/>
                  <a:gd name="T34" fmla="*/ 2 w 6"/>
                  <a:gd name="T35" fmla="*/ 7 h 57"/>
                  <a:gd name="T36" fmla="*/ 2 w 6"/>
                  <a:gd name="T37" fmla="*/ 8 h 57"/>
                  <a:gd name="T38" fmla="*/ 2 w 6"/>
                  <a:gd name="T39" fmla="*/ 8 h 57"/>
                  <a:gd name="T40" fmla="*/ 2 w 6"/>
                  <a:gd name="T41" fmla="*/ 7 h 57"/>
                  <a:gd name="T42" fmla="*/ 2 w 6"/>
                  <a:gd name="T43" fmla="*/ 4 h 57"/>
                  <a:gd name="T44" fmla="*/ 2 w 6"/>
                  <a:gd name="T45" fmla="*/ 3 h 57"/>
                  <a:gd name="T46" fmla="*/ 3 w 6"/>
                  <a:gd name="T47" fmla="*/ 3 h 57"/>
                  <a:gd name="T48" fmla="*/ 3 w 6"/>
                  <a:gd name="T49" fmla="*/ 3 h 57"/>
                  <a:gd name="T50" fmla="*/ 3 w 6"/>
                  <a:gd name="T51" fmla="*/ 3 h 57"/>
                  <a:gd name="T52" fmla="*/ 3 w 6"/>
                  <a:gd name="T53" fmla="*/ 2 h 57"/>
                  <a:gd name="T54" fmla="*/ 3 w 6"/>
                  <a:gd name="T55" fmla="*/ 0 h 57"/>
                  <a:gd name="T56" fmla="*/ 3 w 6"/>
                  <a:gd name="T57" fmla="*/ 0 h 57"/>
                  <a:gd name="T58" fmla="*/ 3 w 6"/>
                  <a:gd name="T59" fmla="*/ 2 h 57"/>
                  <a:gd name="T60" fmla="*/ 3 w 6"/>
                  <a:gd name="T61" fmla="*/ 5 h 57"/>
                  <a:gd name="T62" fmla="*/ 3 w 6"/>
                  <a:gd name="T63" fmla="*/ 7 h 57"/>
                  <a:gd name="T64" fmla="*/ 3 w 6"/>
                  <a:gd name="T65" fmla="*/ 8 h 57"/>
                  <a:gd name="T66" fmla="*/ 4 w 6"/>
                  <a:gd name="T67" fmla="*/ 10 h 57"/>
                  <a:gd name="T68" fmla="*/ 4 w 6"/>
                  <a:gd name="T69" fmla="*/ 13 h 57"/>
                  <a:gd name="T70" fmla="*/ 4 w 6"/>
                  <a:gd name="T71" fmla="*/ 17 h 57"/>
                  <a:gd name="T72" fmla="*/ 4 w 6"/>
                  <a:gd name="T73" fmla="*/ 20 h 57"/>
                  <a:gd name="T74" fmla="*/ 4 w 6"/>
                  <a:gd name="T75" fmla="*/ 22 h 57"/>
                  <a:gd name="T76" fmla="*/ 4 w 6"/>
                  <a:gd name="T77" fmla="*/ 24 h 57"/>
                  <a:gd name="T78" fmla="*/ 5 w 6"/>
                  <a:gd name="T79" fmla="*/ 26 h 57"/>
                  <a:gd name="T80" fmla="*/ 5 w 6"/>
                  <a:gd name="T81" fmla="*/ 29 h 57"/>
                  <a:gd name="T82" fmla="*/ 5 w 6"/>
                  <a:gd name="T83" fmla="*/ 31 h 57"/>
                  <a:gd name="T84" fmla="*/ 5 w 6"/>
                  <a:gd name="T85" fmla="*/ 36 h 57"/>
                  <a:gd name="T86" fmla="*/ 5 w 6"/>
                  <a:gd name="T87" fmla="*/ 41 h 57"/>
                  <a:gd name="T88" fmla="*/ 5 w 6"/>
                  <a:gd name="T89" fmla="*/ 44 h 57"/>
                  <a:gd name="T90" fmla="*/ 5 w 6"/>
                  <a:gd name="T91" fmla="*/ 46 h 57"/>
                  <a:gd name="T92" fmla="*/ 5 w 6"/>
                  <a:gd name="T93" fmla="*/ 50 h 57"/>
                  <a:gd name="T94" fmla="*/ 5 w 6"/>
                  <a:gd name="T95" fmla="*/ 52 h 57"/>
                  <a:gd name="T96" fmla="*/ 6 w 6"/>
                  <a:gd name="T97" fmla="*/ 54 h 57"/>
                  <a:gd name="T98" fmla="*/ 6 w 6"/>
                  <a:gd name="T99" fmla="*/ 56 h 57"/>
                  <a:gd name="T100" fmla="*/ 6 w 6"/>
                  <a:gd name="T101" fmla="*/ 57 h 57"/>
                  <a:gd name="T102" fmla="*/ 6 w 6"/>
                  <a:gd name="T103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7">
                    <a:moveTo>
                      <a:pt x="0" y="43"/>
                    </a:moveTo>
                    <a:lnTo>
                      <a:pt x="0" y="41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5"/>
                    </a:lnTo>
                    <a:lnTo>
                      <a:pt x="0" y="30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1" y="25"/>
                    </a:lnTo>
                    <a:lnTo>
                      <a:pt x="1" y="23"/>
                    </a:lnTo>
                    <a:lnTo>
                      <a:pt x="1" y="20"/>
                    </a:lnTo>
                    <a:lnTo>
                      <a:pt x="1" y="18"/>
                    </a:lnTo>
                    <a:lnTo>
                      <a:pt x="1" y="16"/>
                    </a:lnTo>
                    <a:lnTo>
                      <a:pt x="1" y="14"/>
                    </a:lnTo>
                    <a:lnTo>
                      <a:pt x="1" y="12"/>
                    </a:lnTo>
                    <a:lnTo>
                      <a:pt x="1" y="10"/>
                    </a:lnTo>
                    <a:lnTo>
                      <a:pt x="1" y="8"/>
                    </a:lnTo>
                    <a:lnTo>
                      <a:pt x="2" y="7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7"/>
                    </a:lnTo>
                    <a:lnTo>
                      <a:pt x="2" y="4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5"/>
                    </a:lnTo>
                    <a:lnTo>
                      <a:pt x="3" y="7"/>
                    </a:lnTo>
                    <a:lnTo>
                      <a:pt x="3" y="8"/>
                    </a:lnTo>
                    <a:lnTo>
                      <a:pt x="4" y="10"/>
                    </a:lnTo>
                    <a:lnTo>
                      <a:pt x="4" y="13"/>
                    </a:lnTo>
                    <a:lnTo>
                      <a:pt x="4" y="17"/>
                    </a:lnTo>
                    <a:lnTo>
                      <a:pt x="4" y="20"/>
                    </a:lnTo>
                    <a:lnTo>
                      <a:pt x="4" y="22"/>
                    </a:lnTo>
                    <a:lnTo>
                      <a:pt x="4" y="24"/>
                    </a:lnTo>
                    <a:lnTo>
                      <a:pt x="5" y="26"/>
                    </a:lnTo>
                    <a:lnTo>
                      <a:pt x="5" y="29"/>
                    </a:lnTo>
                    <a:lnTo>
                      <a:pt x="5" y="31"/>
                    </a:lnTo>
                    <a:lnTo>
                      <a:pt x="5" y="36"/>
                    </a:lnTo>
                    <a:lnTo>
                      <a:pt x="5" y="41"/>
                    </a:lnTo>
                    <a:lnTo>
                      <a:pt x="5" y="44"/>
                    </a:lnTo>
                    <a:lnTo>
                      <a:pt x="5" y="46"/>
                    </a:lnTo>
                    <a:lnTo>
                      <a:pt x="5" y="50"/>
                    </a:lnTo>
                    <a:lnTo>
                      <a:pt x="5" y="52"/>
                    </a:lnTo>
                    <a:lnTo>
                      <a:pt x="6" y="54"/>
                    </a:lnTo>
                    <a:lnTo>
                      <a:pt x="6" y="56"/>
                    </a:lnTo>
                    <a:lnTo>
                      <a:pt x="6" y="57"/>
                    </a:lnTo>
                    <a:lnTo>
                      <a:pt x="6" y="5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16" name="Freeform 861"/>
              <p:cNvSpPr/>
              <p:nvPr/>
            </p:nvSpPr>
            <p:spPr bwMode="auto">
              <a:xfrm>
                <a:off x="1376" y="2946"/>
                <a:ext cx="6" cy="97"/>
              </a:xfrm>
              <a:custGeom>
                <a:avLst/>
                <a:gdLst>
                  <a:gd name="T0" fmla="*/ 0 w 6"/>
                  <a:gd name="T1" fmla="*/ 2 h 97"/>
                  <a:gd name="T2" fmla="*/ 0 w 6"/>
                  <a:gd name="T3" fmla="*/ 2 h 97"/>
                  <a:gd name="T4" fmla="*/ 0 w 6"/>
                  <a:gd name="T5" fmla="*/ 1 h 97"/>
                  <a:gd name="T6" fmla="*/ 0 w 6"/>
                  <a:gd name="T7" fmla="*/ 0 h 97"/>
                  <a:gd name="T8" fmla="*/ 1 w 6"/>
                  <a:gd name="T9" fmla="*/ 1 h 97"/>
                  <a:gd name="T10" fmla="*/ 1 w 6"/>
                  <a:gd name="T11" fmla="*/ 3 h 97"/>
                  <a:gd name="T12" fmla="*/ 1 w 6"/>
                  <a:gd name="T13" fmla="*/ 5 h 97"/>
                  <a:gd name="T14" fmla="*/ 1 w 6"/>
                  <a:gd name="T15" fmla="*/ 7 h 97"/>
                  <a:gd name="T16" fmla="*/ 1 w 6"/>
                  <a:gd name="T17" fmla="*/ 8 h 97"/>
                  <a:gd name="T18" fmla="*/ 1 w 6"/>
                  <a:gd name="T19" fmla="*/ 11 h 97"/>
                  <a:gd name="T20" fmla="*/ 1 w 6"/>
                  <a:gd name="T21" fmla="*/ 16 h 97"/>
                  <a:gd name="T22" fmla="*/ 1 w 6"/>
                  <a:gd name="T23" fmla="*/ 21 h 97"/>
                  <a:gd name="T24" fmla="*/ 1 w 6"/>
                  <a:gd name="T25" fmla="*/ 25 h 97"/>
                  <a:gd name="T26" fmla="*/ 2 w 6"/>
                  <a:gd name="T27" fmla="*/ 28 h 97"/>
                  <a:gd name="T28" fmla="*/ 2 w 6"/>
                  <a:gd name="T29" fmla="*/ 32 h 97"/>
                  <a:gd name="T30" fmla="*/ 2 w 6"/>
                  <a:gd name="T31" fmla="*/ 35 h 97"/>
                  <a:gd name="T32" fmla="*/ 2 w 6"/>
                  <a:gd name="T33" fmla="*/ 37 h 97"/>
                  <a:gd name="T34" fmla="*/ 2 w 6"/>
                  <a:gd name="T35" fmla="*/ 39 h 97"/>
                  <a:gd name="T36" fmla="*/ 2 w 6"/>
                  <a:gd name="T37" fmla="*/ 42 h 97"/>
                  <a:gd name="T38" fmla="*/ 2 w 6"/>
                  <a:gd name="T39" fmla="*/ 40 h 97"/>
                  <a:gd name="T40" fmla="*/ 2 w 6"/>
                  <a:gd name="T41" fmla="*/ 36 h 97"/>
                  <a:gd name="T42" fmla="*/ 2 w 6"/>
                  <a:gd name="T43" fmla="*/ 37 h 97"/>
                  <a:gd name="T44" fmla="*/ 3 w 6"/>
                  <a:gd name="T45" fmla="*/ 40 h 97"/>
                  <a:gd name="T46" fmla="*/ 3 w 6"/>
                  <a:gd name="T47" fmla="*/ 39 h 97"/>
                  <a:gd name="T48" fmla="*/ 3 w 6"/>
                  <a:gd name="T49" fmla="*/ 38 h 97"/>
                  <a:gd name="T50" fmla="*/ 3 w 6"/>
                  <a:gd name="T51" fmla="*/ 40 h 97"/>
                  <a:gd name="T52" fmla="*/ 3 w 6"/>
                  <a:gd name="T53" fmla="*/ 43 h 97"/>
                  <a:gd name="T54" fmla="*/ 3 w 6"/>
                  <a:gd name="T55" fmla="*/ 44 h 97"/>
                  <a:gd name="T56" fmla="*/ 4 w 6"/>
                  <a:gd name="T57" fmla="*/ 46 h 97"/>
                  <a:gd name="T58" fmla="*/ 4 w 6"/>
                  <a:gd name="T59" fmla="*/ 48 h 97"/>
                  <a:gd name="T60" fmla="*/ 4 w 6"/>
                  <a:gd name="T61" fmla="*/ 49 h 97"/>
                  <a:gd name="T62" fmla="*/ 4 w 6"/>
                  <a:gd name="T63" fmla="*/ 51 h 97"/>
                  <a:gd name="T64" fmla="*/ 4 w 6"/>
                  <a:gd name="T65" fmla="*/ 52 h 97"/>
                  <a:gd name="T66" fmla="*/ 4 w 6"/>
                  <a:gd name="T67" fmla="*/ 50 h 97"/>
                  <a:gd name="T68" fmla="*/ 4 w 6"/>
                  <a:gd name="T69" fmla="*/ 50 h 97"/>
                  <a:gd name="T70" fmla="*/ 4 w 6"/>
                  <a:gd name="T71" fmla="*/ 52 h 97"/>
                  <a:gd name="T72" fmla="*/ 4 w 6"/>
                  <a:gd name="T73" fmla="*/ 54 h 97"/>
                  <a:gd name="T74" fmla="*/ 5 w 6"/>
                  <a:gd name="T75" fmla="*/ 55 h 97"/>
                  <a:gd name="T76" fmla="*/ 5 w 6"/>
                  <a:gd name="T77" fmla="*/ 57 h 97"/>
                  <a:gd name="T78" fmla="*/ 5 w 6"/>
                  <a:gd name="T79" fmla="*/ 58 h 97"/>
                  <a:gd name="T80" fmla="*/ 5 w 6"/>
                  <a:gd name="T81" fmla="*/ 63 h 97"/>
                  <a:gd name="T82" fmla="*/ 5 w 6"/>
                  <a:gd name="T83" fmla="*/ 71 h 97"/>
                  <a:gd name="T84" fmla="*/ 5 w 6"/>
                  <a:gd name="T85" fmla="*/ 77 h 97"/>
                  <a:gd name="T86" fmla="*/ 6 w 6"/>
                  <a:gd name="T87" fmla="*/ 81 h 97"/>
                  <a:gd name="T88" fmla="*/ 6 w 6"/>
                  <a:gd name="T89" fmla="*/ 84 h 97"/>
                  <a:gd name="T90" fmla="*/ 6 w 6"/>
                  <a:gd name="T91" fmla="*/ 86 h 97"/>
                  <a:gd name="T92" fmla="*/ 6 w 6"/>
                  <a:gd name="T93" fmla="*/ 91 h 97"/>
                  <a:gd name="T94" fmla="*/ 6 w 6"/>
                  <a:gd name="T95" fmla="*/ 97 h 97"/>
                  <a:gd name="T96" fmla="*/ 6 w 6"/>
                  <a:gd name="T97" fmla="*/ 97 h 97"/>
                  <a:gd name="T98" fmla="*/ 6 w 6"/>
                  <a:gd name="T99" fmla="*/ 93 h 97"/>
                  <a:gd name="T100" fmla="*/ 6 w 6"/>
                  <a:gd name="T101" fmla="*/ 93 h 97"/>
                  <a:gd name="T102" fmla="*/ 6 w 6"/>
                  <a:gd name="T103" fmla="*/ 9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97">
                    <a:moveTo>
                      <a:pt x="0" y="2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1"/>
                    </a:lnTo>
                    <a:lnTo>
                      <a:pt x="1" y="3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8"/>
                    </a:lnTo>
                    <a:lnTo>
                      <a:pt x="1" y="11"/>
                    </a:lnTo>
                    <a:lnTo>
                      <a:pt x="1" y="16"/>
                    </a:lnTo>
                    <a:lnTo>
                      <a:pt x="1" y="21"/>
                    </a:lnTo>
                    <a:lnTo>
                      <a:pt x="1" y="25"/>
                    </a:lnTo>
                    <a:lnTo>
                      <a:pt x="2" y="28"/>
                    </a:lnTo>
                    <a:lnTo>
                      <a:pt x="2" y="32"/>
                    </a:lnTo>
                    <a:lnTo>
                      <a:pt x="2" y="35"/>
                    </a:lnTo>
                    <a:lnTo>
                      <a:pt x="2" y="37"/>
                    </a:lnTo>
                    <a:lnTo>
                      <a:pt x="2" y="39"/>
                    </a:lnTo>
                    <a:lnTo>
                      <a:pt x="2" y="42"/>
                    </a:lnTo>
                    <a:lnTo>
                      <a:pt x="2" y="40"/>
                    </a:lnTo>
                    <a:lnTo>
                      <a:pt x="2" y="36"/>
                    </a:lnTo>
                    <a:lnTo>
                      <a:pt x="2" y="37"/>
                    </a:lnTo>
                    <a:lnTo>
                      <a:pt x="3" y="40"/>
                    </a:lnTo>
                    <a:lnTo>
                      <a:pt x="3" y="39"/>
                    </a:lnTo>
                    <a:lnTo>
                      <a:pt x="3" y="38"/>
                    </a:lnTo>
                    <a:lnTo>
                      <a:pt x="3" y="40"/>
                    </a:lnTo>
                    <a:lnTo>
                      <a:pt x="3" y="43"/>
                    </a:lnTo>
                    <a:lnTo>
                      <a:pt x="3" y="44"/>
                    </a:lnTo>
                    <a:lnTo>
                      <a:pt x="4" y="46"/>
                    </a:lnTo>
                    <a:lnTo>
                      <a:pt x="4" y="48"/>
                    </a:lnTo>
                    <a:lnTo>
                      <a:pt x="4" y="49"/>
                    </a:lnTo>
                    <a:lnTo>
                      <a:pt x="4" y="51"/>
                    </a:lnTo>
                    <a:lnTo>
                      <a:pt x="4" y="52"/>
                    </a:lnTo>
                    <a:lnTo>
                      <a:pt x="4" y="50"/>
                    </a:lnTo>
                    <a:lnTo>
                      <a:pt x="4" y="50"/>
                    </a:lnTo>
                    <a:lnTo>
                      <a:pt x="4" y="52"/>
                    </a:lnTo>
                    <a:lnTo>
                      <a:pt x="4" y="54"/>
                    </a:lnTo>
                    <a:lnTo>
                      <a:pt x="5" y="55"/>
                    </a:lnTo>
                    <a:lnTo>
                      <a:pt x="5" y="57"/>
                    </a:lnTo>
                    <a:lnTo>
                      <a:pt x="5" y="58"/>
                    </a:lnTo>
                    <a:lnTo>
                      <a:pt x="5" y="63"/>
                    </a:lnTo>
                    <a:lnTo>
                      <a:pt x="5" y="71"/>
                    </a:lnTo>
                    <a:lnTo>
                      <a:pt x="5" y="77"/>
                    </a:lnTo>
                    <a:lnTo>
                      <a:pt x="6" y="81"/>
                    </a:lnTo>
                    <a:lnTo>
                      <a:pt x="6" y="84"/>
                    </a:lnTo>
                    <a:lnTo>
                      <a:pt x="6" y="86"/>
                    </a:lnTo>
                    <a:lnTo>
                      <a:pt x="6" y="91"/>
                    </a:lnTo>
                    <a:lnTo>
                      <a:pt x="6" y="97"/>
                    </a:lnTo>
                    <a:lnTo>
                      <a:pt x="6" y="97"/>
                    </a:lnTo>
                    <a:lnTo>
                      <a:pt x="6" y="93"/>
                    </a:lnTo>
                    <a:lnTo>
                      <a:pt x="6" y="93"/>
                    </a:lnTo>
                    <a:lnTo>
                      <a:pt x="6" y="9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17" name="Freeform 862"/>
              <p:cNvSpPr/>
              <p:nvPr/>
            </p:nvSpPr>
            <p:spPr bwMode="auto">
              <a:xfrm>
                <a:off x="1382" y="2988"/>
                <a:ext cx="7" cy="54"/>
              </a:xfrm>
              <a:custGeom>
                <a:avLst/>
                <a:gdLst>
                  <a:gd name="T0" fmla="*/ 0 w 7"/>
                  <a:gd name="T1" fmla="*/ 51 h 54"/>
                  <a:gd name="T2" fmla="*/ 0 w 7"/>
                  <a:gd name="T3" fmla="*/ 54 h 54"/>
                  <a:gd name="T4" fmla="*/ 0 w 7"/>
                  <a:gd name="T5" fmla="*/ 52 h 54"/>
                  <a:gd name="T6" fmla="*/ 1 w 7"/>
                  <a:gd name="T7" fmla="*/ 48 h 54"/>
                  <a:gd name="T8" fmla="*/ 1 w 7"/>
                  <a:gd name="T9" fmla="*/ 48 h 54"/>
                  <a:gd name="T10" fmla="*/ 1 w 7"/>
                  <a:gd name="T11" fmla="*/ 47 h 54"/>
                  <a:gd name="T12" fmla="*/ 1 w 7"/>
                  <a:gd name="T13" fmla="*/ 44 h 54"/>
                  <a:gd name="T14" fmla="*/ 1 w 7"/>
                  <a:gd name="T15" fmla="*/ 42 h 54"/>
                  <a:gd name="T16" fmla="*/ 1 w 7"/>
                  <a:gd name="T17" fmla="*/ 43 h 54"/>
                  <a:gd name="T18" fmla="*/ 1 w 7"/>
                  <a:gd name="T19" fmla="*/ 45 h 54"/>
                  <a:gd name="T20" fmla="*/ 1 w 7"/>
                  <a:gd name="T21" fmla="*/ 44 h 54"/>
                  <a:gd name="T22" fmla="*/ 1 w 7"/>
                  <a:gd name="T23" fmla="*/ 40 h 54"/>
                  <a:gd name="T24" fmla="*/ 2 w 7"/>
                  <a:gd name="T25" fmla="*/ 40 h 54"/>
                  <a:gd name="T26" fmla="*/ 2 w 7"/>
                  <a:gd name="T27" fmla="*/ 41 h 54"/>
                  <a:gd name="T28" fmla="*/ 2 w 7"/>
                  <a:gd name="T29" fmla="*/ 40 h 54"/>
                  <a:gd name="T30" fmla="*/ 2 w 7"/>
                  <a:gd name="T31" fmla="*/ 38 h 54"/>
                  <a:gd name="T32" fmla="*/ 2 w 7"/>
                  <a:gd name="T33" fmla="*/ 41 h 54"/>
                  <a:gd name="T34" fmla="*/ 2 w 7"/>
                  <a:gd name="T35" fmla="*/ 42 h 54"/>
                  <a:gd name="T36" fmla="*/ 3 w 7"/>
                  <a:gd name="T37" fmla="*/ 39 h 54"/>
                  <a:gd name="T38" fmla="*/ 3 w 7"/>
                  <a:gd name="T39" fmla="*/ 40 h 54"/>
                  <a:gd name="T40" fmla="*/ 3 w 7"/>
                  <a:gd name="T41" fmla="*/ 42 h 54"/>
                  <a:gd name="T42" fmla="*/ 3 w 7"/>
                  <a:gd name="T43" fmla="*/ 42 h 54"/>
                  <a:gd name="T44" fmla="*/ 3 w 7"/>
                  <a:gd name="T45" fmla="*/ 44 h 54"/>
                  <a:gd name="T46" fmla="*/ 3 w 7"/>
                  <a:gd name="T47" fmla="*/ 49 h 54"/>
                  <a:gd name="T48" fmla="*/ 3 w 7"/>
                  <a:gd name="T49" fmla="*/ 49 h 54"/>
                  <a:gd name="T50" fmla="*/ 3 w 7"/>
                  <a:gd name="T51" fmla="*/ 47 h 54"/>
                  <a:gd name="T52" fmla="*/ 3 w 7"/>
                  <a:gd name="T53" fmla="*/ 46 h 54"/>
                  <a:gd name="T54" fmla="*/ 4 w 7"/>
                  <a:gd name="T55" fmla="*/ 45 h 54"/>
                  <a:gd name="T56" fmla="*/ 4 w 7"/>
                  <a:gd name="T57" fmla="*/ 45 h 54"/>
                  <a:gd name="T58" fmla="*/ 4 w 7"/>
                  <a:gd name="T59" fmla="*/ 48 h 54"/>
                  <a:gd name="T60" fmla="*/ 4 w 7"/>
                  <a:gd name="T61" fmla="*/ 49 h 54"/>
                  <a:gd name="T62" fmla="*/ 4 w 7"/>
                  <a:gd name="T63" fmla="*/ 47 h 54"/>
                  <a:gd name="T64" fmla="*/ 4 w 7"/>
                  <a:gd name="T65" fmla="*/ 42 h 54"/>
                  <a:gd name="T66" fmla="*/ 5 w 7"/>
                  <a:gd name="T67" fmla="*/ 41 h 54"/>
                  <a:gd name="T68" fmla="*/ 5 w 7"/>
                  <a:gd name="T69" fmla="*/ 45 h 54"/>
                  <a:gd name="T70" fmla="*/ 5 w 7"/>
                  <a:gd name="T71" fmla="*/ 52 h 54"/>
                  <a:gd name="T72" fmla="*/ 5 w 7"/>
                  <a:gd name="T73" fmla="*/ 53 h 54"/>
                  <a:gd name="T74" fmla="*/ 5 w 7"/>
                  <a:gd name="T75" fmla="*/ 48 h 54"/>
                  <a:gd name="T76" fmla="*/ 5 w 7"/>
                  <a:gd name="T77" fmla="*/ 43 h 54"/>
                  <a:gd name="T78" fmla="*/ 5 w 7"/>
                  <a:gd name="T79" fmla="*/ 39 h 54"/>
                  <a:gd name="T80" fmla="*/ 5 w 7"/>
                  <a:gd name="T81" fmla="*/ 36 h 54"/>
                  <a:gd name="T82" fmla="*/ 5 w 7"/>
                  <a:gd name="T83" fmla="*/ 37 h 54"/>
                  <a:gd name="T84" fmla="*/ 6 w 7"/>
                  <a:gd name="T85" fmla="*/ 38 h 54"/>
                  <a:gd name="T86" fmla="*/ 6 w 7"/>
                  <a:gd name="T87" fmla="*/ 32 h 54"/>
                  <a:gd name="T88" fmla="*/ 6 w 7"/>
                  <a:gd name="T89" fmla="*/ 23 h 54"/>
                  <a:gd name="T90" fmla="*/ 6 w 7"/>
                  <a:gd name="T91" fmla="*/ 19 h 54"/>
                  <a:gd name="T92" fmla="*/ 6 w 7"/>
                  <a:gd name="T93" fmla="*/ 18 h 54"/>
                  <a:gd name="T94" fmla="*/ 6 w 7"/>
                  <a:gd name="T95" fmla="*/ 20 h 54"/>
                  <a:gd name="T96" fmla="*/ 6 w 7"/>
                  <a:gd name="T97" fmla="*/ 21 h 54"/>
                  <a:gd name="T98" fmla="*/ 6 w 7"/>
                  <a:gd name="T99" fmla="*/ 17 h 54"/>
                  <a:gd name="T100" fmla="*/ 6 w 7"/>
                  <a:gd name="T101" fmla="*/ 8 h 54"/>
                  <a:gd name="T102" fmla="*/ 7 w 7"/>
                  <a:gd name="T103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4">
                    <a:moveTo>
                      <a:pt x="0" y="51"/>
                    </a:moveTo>
                    <a:lnTo>
                      <a:pt x="0" y="54"/>
                    </a:lnTo>
                    <a:lnTo>
                      <a:pt x="0" y="52"/>
                    </a:lnTo>
                    <a:lnTo>
                      <a:pt x="1" y="48"/>
                    </a:lnTo>
                    <a:lnTo>
                      <a:pt x="1" y="48"/>
                    </a:lnTo>
                    <a:lnTo>
                      <a:pt x="1" y="47"/>
                    </a:lnTo>
                    <a:lnTo>
                      <a:pt x="1" y="44"/>
                    </a:lnTo>
                    <a:lnTo>
                      <a:pt x="1" y="42"/>
                    </a:lnTo>
                    <a:lnTo>
                      <a:pt x="1" y="43"/>
                    </a:lnTo>
                    <a:lnTo>
                      <a:pt x="1" y="45"/>
                    </a:lnTo>
                    <a:lnTo>
                      <a:pt x="1" y="44"/>
                    </a:lnTo>
                    <a:lnTo>
                      <a:pt x="1" y="40"/>
                    </a:lnTo>
                    <a:lnTo>
                      <a:pt x="2" y="40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38"/>
                    </a:lnTo>
                    <a:lnTo>
                      <a:pt x="2" y="41"/>
                    </a:lnTo>
                    <a:lnTo>
                      <a:pt x="2" y="42"/>
                    </a:lnTo>
                    <a:lnTo>
                      <a:pt x="3" y="39"/>
                    </a:lnTo>
                    <a:lnTo>
                      <a:pt x="3" y="40"/>
                    </a:lnTo>
                    <a:lnTo>
                      <a:pt x="3" y="42"/>
                    </a:lnTo>
                    <a:lnTo>
                      <a:pt x="3" y="42"/>
                    </a:lnTo>
                    <a:lnTo>
                      <a:pt x="3" y="44"/>
                    </a:lnTo>
                    <a:lnTo>
                      <a:pt x="3" y="49"/>
                    </a:lnTo>
                    <a:lnTo>
                      <a:pt x="3" y="49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8"/>
                    </a:lnTo>
                    <a:lnTo>
                      <a:pt x="4" y="49"/>
                    </a:lnTo>
                    <a:lnTo>
                      <a:pt x="4" y="47"/>
                    </a:lnTo>
                    <a:lnTo>
                      <a:pt x="4" y="42"/>
                    </a:lnTo>
                    <a:lnTo>
                      <a:pt x="5" y="41"/>
                    </a:lnTo>
                    <a:lnTo>
                      <a:pt x="5" y="45"/>
                    </a:lnTo>
                    <a:lnTo>
                      <a:pt x="5" y="52"/>
                    </a:lnTo>
                    <a:lnTo>
                      <a:pt x="5" y="53"/>
                    </a:lnTo>
                    <a:lnTo>
                      <a:pt x="5" y="48"/>
                    </a:lnTo>
                    <a:lnTo>
                      <a:pt x="5" y="43"/>
                    </a:lnTo>
                    <a:lnTo>
                      <a:pt x="5" y="39"/>
                    </a:lnTo>
                    <a:lnTo>
                      <a:pt x="5" y="36"/>
                    </a:lnTo>
                    <a:lnTo>
                      <a:pt x="5" y="37"/>
                    </a:lnTo>
                    <a:lnTo>
                      <a:pt x="6" y="38"/>
                    </a:lnTo>
                    <a:lnTo>
                      <a:pt x="6" y="32"/>
                    </a:lnTo>
                    <a:lnTo>
                      <a:pt x="6" y="23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6" y="20"/>
                    </a:lnTo>
                    <a:lnTo>
                      <a:pt x="6" y="21"/>
                    </a:lnTo>
                    <a:lnTo>
                      <a:pt x="6" y="17"/>
                    </a:lnTo>
                    <a:lnTo>
                      <a:pt x="6" y="8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18" name="Freeform 863"/>
              <p:cNvSpPr/>
              <p:nvPr/>
            </p:nvSpPr>
            <p:spPr bwMode="auto">
              <a:xfrm>
                <a:off x="1388" y="2905"/>
                <a:ext cx="7" cy="91"/>
              </a:xfrm>
              <a:custGeom>
                <a:avLst/>
                <a:gdLst>
                  <a:gd name="T0" fmla="*/ 0 w 7"/>
                  <a:gd name="T1" fmla="*/ 91 h 91"/>
                  <a:gd name="T2" fmla="*/ 1 w 7"/>
                  <a:gd name="T3" fmla="*/ 83 h 91"/>
                  <a:gd name="T4" fmla="*/ 1 w 7"/>
                  <a:gd name="T5" fmla="*/ 80 h 91"/>
                  <a:gd name="T6" fmla="*/ 1 w 7"/>
                  <a:gd name="T7" fmla="*/ 81 h 91"/>
                  <a:gd name="T8" fmla="*/ 1 w 7"/>
                  <a:gd name="T9" fmla="*/ 80 h 91"/>
                  <a:gd name="T10" fmla="*/ 1 w 7"/>
                  <a:gd name="T11" fmla="*/ 73 h 91"/>
                  <a:gd name="T12" fmla="*/ 1 w 7"/>
                  <a:gd name="T13" fmla="*/ 65 h 91"/>
                  <a:gd name="T14" fmla="*/ 2 w 7"/>
                  <a:gd name="T15" fmla="*/ 58 h 91"/>
                  <a:gd name="T16" fmla="*/ 2 w 7"/>
                  <a:gd name="T17" fmla="*/ 53 h 91"/>
                  <a:gd name="T18" fmla="*/ 2 w 7"/>
                  <a:gd name="T19" fmla="*/ 49 h 91"/>
                  <a:gd name="T20" fmla="*/ 2 w 7"/>
                  <a:gd name="T21" fmla="*/ 48 h 91"/>
                  <a:gd name="T22" fmla="*/ 2 w 7"/>
                  <a:gd name="T23" fmla="*/ 46 h 91"/>
                  <a:gd name="T24" fmla="*/ 2 w 7"/>
                  <a:gd name="T25" fmla="*/ 41 h 91"/>
                  <a:gd name="T26" fmla="*/ 2 w 7"/>
                  <a:gd name="T27" fmla="*/ 37 h 91"/>
                  <a:gd name="T28" fmla="*/ 2 w 7"/>
                  <a:gd name="T29" fmla="*/ 37 h 91"/>
                  <a:gd name="T30" fmla="*/ 2 w 7"/>
                  <a:gd name="T31" fmla="*/ 40 h 91"/>
                  <a:gd name="T32" fmla="*/ 2 w 7"/>
                  <a:gd name="T33" fmla="*/ 42 h 91"/>
                  <a:gd name="T34" fmla="*/ 3 w 7"/>
                  <a:gd name="T35" fmla="*/ 43 h 91"/>
                  <a:gd name="T36" fmla="*/ 3 w 7"/>
                  <a:gd name="T37" fmla="*/ 44 h 91"/>
                  <a:gd name="T38" fmla="*/ 3 w 7"/>
                  <a:gd name="T39" fmla="*/ 41 h 91"/>
                  <a:gd name="T40" fmla="*/ 3 w 7"/>
                  <a:gd name="T41" fmla="*/ 38 h 91"/>
                  <a:gd name="T42" fmla="*/ 3 w 7"/>
                  <a:gd name="T43" fmla="*/ 38 h 91"/>
                  <a:gd name="T44" fmla="*/ 3 w 7"/>
                  <a:gd name="T45" fmla="*/ 37 h 91"/>
                  <a:gd name="T46" fmla="*/ 4 w 7"/>
                  <a:gd name="T47" fmla="*/ 33 h 91"/>
                  <a:gd name="T48" fmla="*/ 4 w 7"/>
                  <a:gd name="T49" fmla="*/ 28 h 91"/>
                  <a:gd name="T50" fmla="*/ 4 w 7"/>
                  <a:gd name="T51" fmla="*/ 26 h 91"/>
                  <a:gd name="T52" fmla="*/ 4 w 7"/>
                  <a:gd name="T53" fmla="*/ 26 h 91"/>
                  <a:gd name="T54" fmla="*/ 4 w 7"/>
                  <a:gd name="T55" fmla="*/ 23 h 91"/>
                  <a:gd name="T56" fmla="*/ 4 w 7"/>
                  <a:gd name="T57" fmla="*/ 20 h 91"/>
                  <a:gd name="T58" fmla="*/ 4 w 7"/>
                  <a:gd name="T59" fmla="*/ 21 h 91"/>
                  <a:gd name="T60" fmla="*/ 4 w 7"/>
                  <a:gd name="T61" fmla="*/ 24 h 91"/>
                  <a:gd name="T62" fmla="*/ 4 w 7"/>
                  <a:gd name="T63" fmla="*/ 24 h 91"/>
                  <a:gd name="T64" fmla="*/ 5 w 7"/>
                  <a:gd name="T65" fmla="*/ 25 h 91"/>
                  <a:gd name="T66" fmla="*/ 5 w 7"/>
                  <a:gd name="T67" fmla="*/ 25 h 91"/>
                  <a:gd name="T68" fmla="*/ 5 w 7"/>
                  <a:gd name="T69" fmla="*/ 24 h 91"/>
                  <a:gd name="T70" fmla="*/ 5 w 7"/>
                  <a:gd name="T71" fmla="*/ 22 h 91"/>
                  <a:gd name="T72" fmla="*/ 5 w 7"/>
                  <a:gd name="T73" fmla="*/ 20 h 91"/>
                  <a:gd name="T74" fmla="*/ 5 w 7"/>
                  <a:gd name="T75" fmla="*/ 17 h 91"/>
                  <a:gd name="T76" fmla="*/ 5 w 7"/>
                  <a:gd name="T77" fmla="*/ 14 h 91"/>
                  <a:gd name="T78" fmla="*/ 5 w 7"/>
                  <a:gd name="T79" fmla="*/ 12 h 91"/>
                  <a:gd name="T80" fmla="*/ 5 w 7"/>
                  <a:gd name="T81" fmla="*/ 7 h 91"/>
                  <a:gd name="T82" fmla="*/ 6 w 7"/>
                  <a:gd name="T83" fmla="*/ 2 h 91"/>
                  <a:gd name="T84" fmla="*/ 6 w 7"/>
                  <a:gd name="T85" fmla="*/ 0 h 91"/>
                  <a:gd name="T86" fmla="*/ 6 w 7"/>
                  <a:gd name="T87" fmla="*/ 2 h 91"/>
                  <a:gd name="T88" fmla="*/ 6 w 7"/>
                  <a:gd name="T89" fmla="*/ 3 h 91"/>
                  <a:gd name="T90" fmla="*/ 6 w 7"/>
                  <a:gd name="T91" fmla="*/ 3 h 91"/>
                  <a:gd name="T92" fmla="*/ 6 w 7"/>
                  <a:gd name="T93" fmla="*/ 3 h 91"/>
                  <a:gd name="T94" fmla="*/ 7 w 7"/>
                  <a:gd name="T95" fmla="*/ 2 h 91"/>
                  <a:gd name="T96" fmla="*/ 7 w 7"/>
                  <a:gd name="T97" fmla="*/ 3 h 91"/>
                  <a:gd name="T98" fmla="*/ 7 w 7"/>
                  <a:gd name="T99" fmla="*/ 5 h 91"/>
                  <a:gd name="T100" fmla="*/ 7 w 7"/>
                  <a:gd name="T101" fmla="*/ 7 h 91"/>
                  <a:gd name="T102" fmla="*/ 7 w 7"/>
                  <a:gd name="T103" fmla="*/ 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91">
                    <a:moveTo>
                      <a:pt x="0" y="91"/>
                    </a:moveTo>
                    <a:lnTo>
                      <a:pt x="1" y="83"/>
                    </a:lnTo>
                    <a:lnTo>
                      <a:pt x="1" y="80"/>
                    </a:lnTo>
                    <a:lnTo>
                      <a:pt x="1" y="81"/>
                    </a:lnTo>
                    <a:lnTo>
                      <a:pt x="1" y="80"/>
                    </a:lnTo>
                    <a:lnTo>
                      <a:pt x="1" y="73"/>
                    </a:lnTo>
                    <a:lnTo>
                      <a:pt x="1" y="65"/>
                    </a:lnTo>
                    <a:lnTo>
                      <a:pt x="2" y="58"/>
                    </a:lnTo>
                    <a:lnTo>
                      <a:pt x="2" y="53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2" y="41"/>
                    </a:lnTo>
                    <a:lnTo>
                      <a:pt x="2" y="37"/>
                    </a:lnTo>
                    <a:lnTo>
                      <a:pt x="2" y="37"/>
                    </a:lnTo>
                    <a:lnTo>
                      <a:pt x="2" y="40"/>
                    </a:lnTo>
                    <a:lnTo>
                      <a:pt x="2" y="42"/>
                    </a:lnTo>
                    <a:lnTo>
                      <a:pt x="3" y="43"/>
                    </a:lnTo>
                    <a:lnTo>
                      <a:pt x="3" y="44"/>
                    </a:lnTo>
                    <a:lnTo>
                      <a:pt x="3" y="41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3" y="37"/>
                    </a:lnTo>
                    <a:lnTo>
                      <a:pt x="4" y="33"/>
                    </a:lnTo>
                    <a:lnTo>
                      <a:pt x="4" y="28"/>
                    </a:lnTo>
                    <a:lnTo>
                      <a:pt x="4" y="26"/>
                    </a:lnTo>
                    <a:lnTo>
                      <a:pt x="4" y="26"/>
                    </a:lnTo>
                    <a:lnTo>
                      <a:pt x="4" y="23"/>
                    </a:lnTo>
                    <a:lnTo>
                      <a:pt x="4" y="20"/>
                    </a:lnTo>
                    <a:lnTo>
                      <a:pt x="4" y="21"/>
                    </a:lnTo>
                    <a:lnTo>
                      <a:pt x="4" y="24"/>
                    </a:lnTo>
                    <a:lnTo>
                      <a:pt x="4" y="24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5" y="24"/>
                    </a:lnTo>
                    <a:lnTo>
                      <a:pt x="5" y="22"/>
                    </a:lnTo>
                    <a:lnTo>
                      <a:pt x="5" y="20"/>
                    </a:lnTo>
                    <a:lnTo>
                      <a:pt x="5" y="17"/>
                    </a:lnTo>
                    <a:lnTo>
                      <a:pt x="5" y="14"/>
                    </a:lnTo>
                    <a:lnTo>
                      <a:pt x="5" y="12"/>
                    </a:lnTo>
                    <a:lnTo>
                      <a:pt x="5" y="7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7" y="2"/>
                    </a:lnTo>
                    <a:lnTo>
                      <a:pt x="7" y="3"/>
                    </a:lnTo>
                    <a:lnTo>
                      <a:pt x="7" y="5"/>
                    </a:lnTo>
                    <a:lnTo>
                      <a:pt x="7" y="7"/>
                    </a:lnTo>
                    <a:lnTo>
                      <a:pt x="7" y="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19" name="Freeform 864"/>
              <p:cNvSpPr/>
              <p:nvPr/>
            </p:nvSpPr>
            <p:spPr bwMode="auto">
              <a:xfrm>
                <a:off x="1395" y="2902"/>
                <a:ext cx="6" cy="57"/>
              </a:xfrm>
              <a:custGeom>
                <a:avLst/>
                <a:gdLst>
                  <a:gd name="T0" fmla="*/ 0 w 6"/>
                  <a:gd name="T1" fmla="*/ 10 h 57"/>
                  <a:gd name="T2" fmla="*/ 0 w 6"/>
                  <a:gd name="T3" fmla="*/ 11 h 57"/>
                  <a:gd name="T4" fmla="*/ 0 w 6"/>
                  <a:gd name="T5" fmla="*/ 11 h 57"/>
                  <a:gd name="T6" fmla="*/ 0 w 6"/>
                  <a:gd name="T7" fmla="*/ 8 h 57"/>
                  <a:gd name="T8" fmla="*/ 0 w 6"/>
                  <a:gd name="T9" fmla="*/ 6 h 57"/>
                  <a:gd name="T10" fmla="*/ 0 w 6"/>
                  <a:gd name="T11" fmla="*/ 4 h 57"/>
                  <a:gd name="T12" fmla="*/ 1 w 6"/>
                  <a:gd name="T13" fmla="*/ 4 h 57"/>
                  <a:gd name="T14" fmla="*/ 1 w 6"/>
                  <a:gd name="T15" fmla="*/ 5 h 57"/>
                  <a:gd name="T16" fmla="*/ 1 w 6"/>
                  <a:gd name="T17" fmla="*/ 5 h 57"/>
                  <a:gd name="T18" fmla="*/ 1 w 6"/>
                  <a:gd name="T19" fmla="*/ 3 h 57"/>
                  <a:gd name="T20" fmla="*/ 1 w 6"/>
                  <a:gd name="T21" fmla="*/ 1 h 57"/>
                  <a:gd name="T22" fmla="*/ 1 w 6"/>
                  <a:gd name="T23" fmla="*/ 0 h 57"/>
                  <a:gd name="T24" fmla="*/ 2 w 6"/>
                  <a:gd name="T25" fmla="*/ 3 h 57"/>
                  <a:gd name="T26" fmla="*/ 2 w 6"/>
                  <a:gd name="T27" fmla="*/ 6 h 57"/>
                  <a:gd name="T28" fmla="*/ 2 w 6"/>
                  <a:gd name="T29" fmla="*/ 7 h 57"/>
                  <a:gd name="T30" fmla="*/ 2 w 6"/>
                  <a:gd name="T31" fmla="*/ 7 h 57"/>
                  <a:gd name="T32" fmla="*/ 2 w 6"/>
                  <a:gd name="T33" fmla="*/ 7 h 57"/>
                  <a:gd name="T34" fmla="*/ 2 w 6"/>
                  <a:gd name="T35" fmla="*/ 6 h 57"/>
                  <a:gd name="T36" fmla="*/ 2 w 6"/>
                  <a:gd name="T37" fmla="*/ 5 h 57"/>
                  <a:gd name="T38" fmla="*/ 2 w 6"/>
                  <a:gd name="T39" fmla="*/ 9 h 57"/>
                  <a:gd name="T40" fmla="*/ 2 w 6"/>
                  <a:gd name="T41" fmla="*/ 12 h 57"/>
                  <a:gd name="T42" fmla="*/ 3 w 6"/>
                  <a:gd name="T43" fmla="*/ 12 h 57"/>
                  <a:gd name="T44" fmla="*/ 3 w 6"/>
                  <a:gd name="T45" fmla="*/ 12 h 57"/>
                  <a:gd name="T46" fmla="*/ 3 w 6"/>
                  <a:gd name="T47" fmla="*/ 12 h 57"/>
                  <a:gd name="T48" fmla="*/ 3 w 6"/>
                  <a:gd name="T49" fmla="*/ 14 h 57"/>
                  <a:gd name="T50" fmla="*/ 3 w 6"/>
                  <a:gd name="T51" fmla="*/ 18 h 57"/>
                  <a:gd name="T52" fmla="*/ 3 w 6"/>
                  <a:gd name="T53" fmla="*/ 22 h 57"/>
                  <a:gd name="T54" fmla="*/ 3 w 6"/>
                  <a:gd name="T55" fmla="*/ 25 h 57"/>
                  <a:gd name="T56" fmla="*/ 3 w 6"/>
                  <a:gd name="T57" fmla="*/ 27 h 57"/>
                  <a:gd name="T58" fmla="*/ 3 w 6"/>
                  <a:gd name="T59" fmla="*/ 27 h 57"/>
                  <a:gd name="T60" fmla="*/ 4 w 6"/>
                  <a:gd name="T61" fmla="*/ 29 h 57"/>
                  <a:gd name="T62" fmla="*/ 4 w 6"/>
                  <a:gd name="T63" fmla="*/ 34 h 57"/>
                  <a:gd name="T64" fmla="*/ 4 w 6"/>
                  <a:gd name="T65" fmla="*/ 37 h 57"/>
                  <a:gd name="T66" fmla="*/ 4 w 6"/>
                  <a:gd name="T67" fmla="*/ 39 h 57"/>
                  <a:gd name="T68" fmla="*/ 4 w 6"/>
                  <a:gd name="T69" fmla="*/ 39 h 57"/>
                  <a:gd name="T70" fmla="*/ 4 w 6"/>
                  <a:gd name="T71" fmla="*/ 40 h 57"/>
                  <a:gd name="T72" fmla="*/ 4 w 6"/>
                  <a:gd name="T73" fmla="*/ 42 h 57"/>
                  <a:gd name="T74" fmla="*/ 5 w 6"/>
                  <a:gd name="T75" fmla="*/ 44 h 57"/>
                  <a:gd name="T76" fmla="*/ 5 w 6"/>
                  <a:gd name="T77" fmla="*/ 48 h 57"/>
                  <a:gd name="T78" fmla="*/ 5 w 6"/>
                  <a:gd name="T79" fmla="*/ 51 h 57"/>
                  <a:gd name="T80" fmla="*/ 5 w 6"/>
                  <a:gd name="T81" fmla="*/ 52 h 57"/>
                  <a:gd name="T82" fmla="*/ 5 w 6"/>
                  <a:gd name="T83" fmla="*/ 52 h 57"/>
                  <a:gd name="T84" fmla="*/ 5 w 6"/>
                  <a:gd name="T85" fmla="*/ 51 h 57"/>
                  <a:gd name="T86" fmla="*/ 5 w 6"/>
                  <a:gd name="T87" fmla="*/ 52 h 57"/>
                  <a:gd name="T88" fmla="*/ 5 w 6"/>
                  <a:gd name="T89" fmla="*/ 54 h 57"/>
                  <a:gd name="T90" fmla="*/ 5 w 6"/>
                  <a:gd name="T91" fmla="*/ 55 h 57"/>
                  <a:gd name="T92" fmla="*/ 6 w 6"/>
                  <a:gd name="T93" fmla="*/ 54 h 57"/>
                  <a:gd name="T94" fmla="*/ 6 w 6"/>
                  <a:gd name="T95" fmla="*/ 56 h 57"/>
                  <a:gd name="T96" fmla="*/ 6 w 6"/>
                  <a:gd name="T97" fmla="*/ 56 h 57"/>
                  <a:gd name="T98" fmla="*/ 6 w 6"/>
                  <a:gd name="T99" fmla="*/ 56 h 57"/>
                  <a:gd name="T100" fmla="*/ 6 w 6"/>
                  <a:gd name="T101" fmla="*/ 57 h 57"/>
                  <a:gd name="T102" fmla="*/ 6 w 6"/>
                  <a:gd name="T103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7">
                    <a:moveTo>
                      <a:pt x="0" y="10"/>
                    </a:moveTo>
                    <a:lnTo>
                      <a:pt x="0" y="11"/>
                    </a:lnTo>
                    <a:lnTo>
                      <a:pt x="0" y="11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2" y="3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2" y="9"/>
                    </a:lnTo>
                    <a:lnTo>
                      <a:pt x="2" y="12"/>
                    </a:lnTo>
                    <a:lnTo>
                      <a:pt x="3" y="12"/>
                    </a:lnTo>
                    <a:lnTo>
                      <a:pt x="3" y="12"/>
                    </a:lnTo>
                    <a:lnTo>
                      <a:pt x="3" y="12"/>
                    </a:lnTo>
                    <a:lnTo>
                      <a:pt x="3" y="14"/>
                    </a:lnTo>
                    <a:lnTo>
                      <a:pt x="3" y="18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3" y="27"/>
                    </a:lnTo>
                    <a:lnTo>
                      <a:pt x="3" y="27"/>
                    </a:lnTo>
                    <a:lnTo>
                      <a:pt x="4" y="29"/>
                    </a:lnTo>
                    <a:lnTo>
                      <a:pt x="4" y="34"/>
                    </a:lnTo>
                    <a:lnTo>
                      <a:pt x="4" y="37"/>
                    </a:lnTo>
                    <a:lnTo>
                      <a:pt x="4" y="39"/>
                    </a:lnTo>
                    <a:lnTo>
                      <a:pt x="4" y="39"/>
                    </a:lnTo>
                    <a:lnTo>
                      <a:pt x="4" y="40"/>
                    </a:lnTo>
                    <a:lnTo>
                      <a:pt x="4" y="42"/>
                    </a:lnTo>
                    <a:lnTo>
                      <a:pt x="5" y="44"/>
                    </a:lnTo>
                    <a:lnTo>
                      <a:pt x="5" y="48"/>
                    </a:lnTo>
                    <a:lnTo>
                      <a:pt x="5" y="51"/>
                    </a:lnTo>
                    <a:lnTo>
                      <a:pt x="5" y="52"/>
                    </a:lnTo>
                    <a:lnTo>
                      <a:pt x="5" y="52"/>
                    </a:lnTo>
                    <a:lnTo>
                      <a:pt x="5" y="51"/>
                    </a:lnTo>
                    <a:lnTo>
                      <a:pt x="5" y="52"/>
                    </a:lnTo>
                    <a:lnTo>
                      <a:pt x="5" y="54"/>
                    </a:lnTo>
                    <a:lnTo>
                      <a:pt x="5" y="55"/>
                    </a:lnTo>
                    <a:lnTo>
                      <a:pt x="6" y="54"/>
                    </a:lnTo>
                    <a:lnTo>
                      <a:pt x="6" y="56"/>
                    </a:lnTo>
                    <a:lnTo>
                      <a:pt x="6" y="56"/>
                    </a:lnTo>
                    <a:lnTo>
                      <a:pt x="6" y="56"/>
                    </a:lnTo>
                    <a:lnTo>
                      <a:pt x="6" y="57"/>
                    </a:lnTo>
                    <a:lnTo>
                      <a:pt x="6" y="5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20" name="Freeform 865"/>
              <p:cNvSpPr/>
              <p:nvPr/>
            </p:nvSpPr>
            <p:spPr bwMode="auto">
              <a:xfrm>
                <a:off x="1401" y="2948"/>
                <a:ext cx="7" cy="20"/>
              </a:xfrm>
              <a:custGeom>
                <a:avLst/>
                <a:gdLst>
                  <a:gd name="T0" fmla="*/ 0 w 7"/>
                  <a:gd name="T1" fmla="*/ 11 h 20"/>
                  <a:gd name="T2" fmla="*/ 0 w 7"/>
                  <a:gd name="T3" fmla="*/ 11 h 20"/>
                  <a:gd name="T4" fmla="*/ 1 w 7"/>
                  <a:gd name="T5" fmla="*/ 11 h 20"/>
                  <a:gd name="T6" fmla="*/ 1 w 7"/>
                  <a:gd name="T7" fmla="*/ 13 h 20"/>
                  <a:gd name="T8" fmla="*/ 1 w 7"/>
                  <a:gd name="T9" fmla="*/ 14 h 20"/>
                  <a:gd name="T10" fmla="*/ 1 w 7"/>
                  <a:gd name="T11" fmla="*/ 14 h 20"/>
                  <a:gd name="T12" fmla="*/ 1 w 7"/>
                  <a:gd name="T13" fmla="*/ 14 h 20"/>
                  <a:gd name="T14" fmla="*/ 1 w 7"/>
                  <a:gd name="T15" fmla="*/ 14 h 20"/>
                  <a:gd name="T16" fmla="*/ 1 w 7"/>
                  <a:gd name="T17" fmla="*/ 13 h 20"/>
                  <a:gd name="T18" fmla="*/ 1 w 7"/>
                  <a:gd name="T19" fmla="*/ 13 h 20"/>
                  <a:gd name="T20" fmla="*/ 1 w 7"/>
                  <a:gd name="T21" fmla="*/ 11 h 20"/>
                  <a:gd name="T22" fmla="*/ 2 w 7"/>
                  <a:gd name="T23" fmla="*/ 9 h 20"/>
                  <a:gd name="T24" fmla="*/ 2 w 7"/>
                  <a:gd name="T25" fmla="*/ 6 h 20"/>
                  <a:gd name="T26" fmla="*/ 2 w 7"/>
                  <a:gd name="T27" fmla="*/ 2 h 20"/>
                  <a:gd name="T28" fmla="*/ 2 w 7"/>
                  <a:gd name="T29" fmla="*/ 0 h 20"/>
                  <a:gd name="T30" fmla="*/ 2 w 7"/>
                  <a:gd name="T31" fmla="*/ 0 h 20"/>
                  <a:gd name="T32" fmla="*/ 2 w 7"/>
                  <a:gd name="T33" fmla="*/ 2 h 20"/>
                  <a:gd name="T34" fmla="*/ 2 w 7"/>
                  <a:gd name="T35" fmla="*/ 4 h 20"/>
                  <a:gd name="T36" fmla="*/ 2 w 7"/>
                  <a:gd name="T37" fmla="*/ 5 h 20"/>
                  <a:gd name="T38" fmla="*/ 2 w 7"/>
                  <a:gd name="T39" fmla="*/ 6 h 20"/>
                  <a:gd name="T40" fmla="*/ 3 w 7"/>
                  <a:gd name="T41" fmla="*/ 8 h 20"/>
                  <a:gd name="T42" fmla="*/ 3 w 7"/>
                  <a:gd name="T43" fmla="*/ 10 h 20"/>
                  <a:gd name="T44" fmla="*/ 3 w 7"/>
                  <a:gd name="T45" fmla="*/ 14 h 20"/>
                  <a:gd name="T46" fmla="*/ 3 w 7"/>
                  <a:gd name="T47" fmla="*/ 15 h 20"/>
                  <a:gd name="T48" fmla="*/ 3 w 7"/>
                  <a:gd name="T49" fmla="*/ 15 h 20"/>
                  <a:gd name="T50" fmla="*/ 3 w 7"/>
                  <a:gd name="T51" fmla="*/ 13 h 20"/>
                  <a:gd name="T52" fmla="*/ 4 w 7"/>
                  <a:gd name="T53" fmla="*/ 13 h 20"/>
                  <a:gd name="T54" fmla="*/ 4 w 7"/>
                  <a:gd name="T55" fmla="*/ 13 h 20"/>
                  <a:gd name="T56" fmla="*/ 4 w 7"/>
                  <a:gd name="T57" fmla="*/ 12 h 20"/>
                  <a:gd name="T58" fmla="*/ 4 w 7"/>
                  <a:gd name="T59" fmla="*/ 12 h 20"/>
                  <a:gd name="T60" fmla="*/ 4 w 7"/>
                  <a:gd name="T61" fmla="*/ 12 h 20"/>
                  <a:gd name="T62" fmla="*/ 4 w 7"/>
                  <a:gd name="T63" fmla="*/ 11 h 20"/>
                  <a:gd name="T64" fmla="*/ 4 w 7"/>
                  <a:gd name="T65" fmla="*/ 10 h 20"/>
                  <a:gd name="T66" fmla="*/ 4 w 7"/>
                  <a:gd name="T67" fmla="*/ 10 h 20"/>
                  <a:gd name="T68" fmla="*/ 4 w 7"/>
                  <a:gd name="T69" fmla="*/ 13 h 20"/>
                  <a:gd name="T70" fmla="*/ 5 w 7"/>
                  <a:gd name="T71" fmla="*/ 16 h 20"/>
                  <a:gd name="T72" fmla="*/ 5 w 7"/>
                  <a:gd name="T73" fmla="*/ 16 h 20"/>
                  <a:gd name="T74" fmla="*/ 5 w 7"/>
                  <a:gd name="T75" fmla="*/ 15 h 20"/>
                  <a:gd name="T76" fmla="*/ 5 w 7"/>
                  <a:gd name="T77" fmla="*/ 14 h 20"/>
                  <a:gd name="T78" fmla="*/ 5 w 7"/>
                  <a:gd name="T79" fmla="*/ 14 h 20"/>
                  <a:gd name="T80" fmla="*/ 5 w 7"/>
                  <a:gd name="T81" fmla="*/ 12 h 20"/>
                  <a:gd name="T82" fmla="*/ 6 w 7"/>
                  <a:gd name="T83" fmla="*/ 9 h 20"/>
                  <a:gd name="T84" fmla="*/ 6 w 7"/>
                  <a:gd name="T85" fmla="*/ 8 h 20"/>
                  <a:gd name="T86" fmla="*/ 6 w 7"/>
                  <a:gd name="T87" fmla="*/ 6 h 20"/>
                  <a:gd name="T88" fmla="*/ 6 w 7"/>
                  <a:gd name="T89" fmla="*/ 2 h 20"/>
                  <a:gd name="T90" fmla="*/ 6 w 7"/>
                  <a:gd name="T91" fmla="*/ 1 h 20"/>
                  <a:gd name="T92" fmla="*/ 6 w 7"/>
                  <a:gd name="T93" fmla="*/ 3 h 20"/>
                  <a:gd name="T94" fmla="*/ 6 w 7"/>
                  <a:gd name="T95" fmla="*/ 5 h 20"/>
                  <a:gd name="T96" fmla="*/ 6 w 7"/>
                  <a:gd name="T97" fmla="*/ 8 h 20"/>
                  <a:gd name="T98" fmla="*/ 6 w 7"/>
                  <a:gd name="T99" fmla="*/ 12 h 20"/>
                  <a:gd name="T100" fmla="*/ 6 w 7"/>
                  <a:gd name="T101" fmla="*/ 15 h 20"/>
                  <a:gd name="T102" fmla="*/ 7 w 7"/>
                  <a:gd name="T10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0">
                    <a:moveTo>
                      <a:pt x="0" y="11"/>
                    </a:moveTo>
                    <a:lnTo>
                      <a:pt x="0" y="11"/>
                    </a:lnTo>
                    <a:lnTo>
                      <a:pt x="1" y="11"/>
                    </a:lnTo>
                    <a:lnTo>
                      <a:pt x="1" y="13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1" y="11"/>
                    </a:lnTo>
                    <a:lnTo>
                      <a:pt x="2" y="9"/>
                    </a:lnTo>
                    <a:lnTo>
                      <a:pt x="2" y="6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2" y="6"/>
                    </a:lnTo>
                    <a:lnTo>
                      <a:pt x="3" y="8"/>
                    </a:lnTo>
                    <a:lnTo>
                      <a:pt x="3" y="10"/>
                    </a:lnTo>
                    <a:lnTo>
                      <a:pt x="3" y="14"/>
                    </a:lnTo>
                    <a:lnTo>
                      <a:pt x="3" y="15"/>
                    </a:lnTo>
                    <a:lnTo>
                      <a:pt x="3" y="15"/>
                    </a:lnTo>
                    <a:lnTo>
                      <a:pt x="3" y="13"/>
                    </a:lnTo>
                    <a:lnTo>
                      <a:pt x="4" y="13"/>
                    </a:lnTo>
                    <a:lnTo>
                      <a:pt x="4" y="13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4" y="13"/>
                    </a:lnTo>
                    <a:lnTo>
                      <a:pt x="5" y="16"/>
                    </a:lnTo>
                    <a:lnTo>
                      <a:pt x="5" y="16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5" y="14"/>
                    </a:lnTo>
                    <a:lnTo>
                      <a:pt x="5" y="12"/>
                    </a:lnTo>
                    <a:lnTo>
                      <a:pt x="6" y="9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5"/>
                    </a:lnTo>
                    <a:lnTo>
                      <a:pt x="6" y="8"/>
                    </a:lnTo>
                    <a:lnTo>
                      <a:pt x="6" y="12"/>
                    </a:lnTo>
                    <a:lnTo>
                      <a:pt x="6" y="15"/>
                    </a:lnTo>
                    <a:lnTo>
                      <a:pt x="7" y="2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21" name="Freeform 866"/>
              <p:cNvSpPr/>
              <p:nvPr/>
            </p:nvSpPr>
            <p:spPr bwMode="auto">
              <a:xfrm>
                <a:off x="1407" y="2963"/>
                <a:ext cx="7" cy="99"/>
              </a:xfrm>
              <a:custGeom>
                <a:avLst/>
                <a:gdLst>
                  <a:gd name="T0" fmla="*/ 0 w 7"/>
                  <a:gd name="T1" fmla="*/ 0 h 99"/>
                  <a:gd name="T2" fmla="*/ 1 w 7"/>
                  <a:gd name="T3" fmla="*/ 5 h 99"/>
                  <a:gd name="T4" fmla="*/ 1 w 7"/>
                  <a:gd name="T5" fmla="*/ 11 h 99"/>
                  <a:gd name="T6" fmla="*/ 1 w 7"/>
                  <a:gd name="T7" fmla="*/ 18 h 99"/>
                  <a:gd name="T8" fmla="*/ 1 w 7"/>
                  <a:gd name="T9" fmla="*/ 23 h 99"/>
                  <a:gd name="T10" fmla="*/ 1 w 7"/>
                  <a:gd name="T11" fmla="*/ 27 h 99"/>
                  <a:gd name="T12" fmla="*/ 1 w 7"/>
                  <a:gd name="T13" fmla="*/ 30 h 99"/>
                  <a:gd name="T14" fmla="*/ 1 w 7"/>
                  <a:gd name="T15" fmla="*/ 32 h 99"/>
                  <a:gd name="T16" fmla="*/ 1 w 7"/>
                  <a:gd name="T17" fmla="*/ 33 h 99"/>
                  <a:gd name="T18" fmla="*/ 1 w 7"/>
                  <a:gd name="T19" fmla="*/ 35 h 99"/>
                  <a:gd name="T20" fmla="*/ 2 w 7"/>
                  <a:gd name="T21" fmla="*/ 38 h 99"/>
                  <a:gd name="T22" fmla="*/ 2 w 7"/>
                  <a:gd name="T23" fmla="*/ 38 h 99"/>
                  <a:gd name="T24" fmla="*/ 2 w 7"/>
                  <a:gd name="T25" fmla="*/ 38 h 99"/>
                  <a:gd name="T26" fmla="*/ 2 w 7"/>
                  <a:gd name="T27" fmla="*/ 37 h 99"/>
                  <a:gd name="T28" fmla="*/ 2 w 7"/>
                  <a:gd name="T29" fmla="*/ 37 h 99"/>
                  <a:gd name="T30" fmla="*/ 2 w 7"/>
                  <a:gd name="T31" fmla="*/ 37 h 99"/>
                  <a:gd name="T32" fmla="*/ 3 w 7"/>
                  <a:gd name="T33" fmla="*/ 37 h 99"/>
                  <a:gd name="T34" fmla="*/ 3 w 7"/>
                  <a:gd name="T35" fmla="*/ 37 h 99"/>
                  <a:gd name="T36" fmla="*/ 3 w 7"/>
                  <a:gd name="T37" fmla="*/ 36 h 99"/>
                  <a:gd name="T38" fmla="*/ 3 w 7"/>
                  <a:gd name="T39" fmla="*/ 37 h 99"/>
                  <a:gd name="T40" fmla="*/ 3 w 7"/>
                  <a:gd name="T41" fmla="*/ 37 h 99"/>
                  <a:gd name="T42" fmla="*/ 3 w 7"/>
                  <a:gd name="T43" fmla="*/ 37 h 99"/>
                  <a:gd name="T44" fmla="*/ 3 w 7"/>
                  <a:gd name="T45" fmla="*/ 38 h 99"/>
                  <a:gd name="T46" fmla="*/ 3 w 7"/>
                  <a:gd name="T47" fmla="*/ 40 h 99"/>
                  <a:gd name="T48" fmla="*/ 3 w 7"/>
                  <a:gd name="T49" fmla="*/ 42 h 99"/>
                  <a:gd name="T50" fmla="*/ 4 w 7"/>
                  <a:gd name="T51" fmla="*/ 42 h 99"/>
                  <a:gd name="T52" fmla="*/ 4 w 7"/>
                  <a:gd name="T53" fmla="*/ 45 h 99"/>
                  <a:gd name="T54" fmla="*/ 4 w 7"/>
                  <a:gd name="T55" fmla="*/ 47 h 99"/>
                  <a:gd name="T56" fmla="*/ 4 w 7"/>
                  <a:gd name="T57" fmla="*/ 44 h 99"/>
                  <a:gd name="T58" fmla="*/ 4 w 7"/>
                  <a:gd name="T59" fmla="*/ 43 h 99"/>
                  <a:gd name="T60" fmla="*/ 4 w 7"/>
                  <a:gd name="T61" fmla="*/ 49 h 99"/>
                  <a:gd name="T62" fmla="*/ 5 w 7"/>
                  <a:gd name="T63" fmla="*/ 55 h 99"/>
                  <a:gd name="T64" fmla="*/ 5 w 7"/>
                  <a:gd name="T65" fmla="*/ 55 h 99"/>
                  <a:gd name="T66" fmla="*/ 5 w 7"/>
                  <a:gd name="T67" fmla="*/ 54 h 99"/>
                  <a:gd name="T68" fmla="*/ 5 w 7"/>
                  <a:gd name="T69" fmla="*/ 57 h 99"/>
                  <a:gd name="T70" fmla="*/ 5 w 7"/>
                  <a:gd name="T71" fmla="*/ 57 h 99"/>
                  <a:gd name="T72" fmla="*/ 5 w 7"/>
                  <a:gd name="T73" fmla="*/ 54 h 99"/>
                  <a:gd name="T74" fmla="*/ 5 w 7"/>
                  <a:gd name="T75" fmla="*/ 57 h 99"/>
                  <a:gd name="T76" fmla="*/ 5 w 7"/>
                  <a:gd name="T77" fmla="*/ 66 h 99"/>
                  <a:gd name="T78" fmla="*/ 5 w 7"/>
                  <a:gd name="T79" fmla="*/ 70 h 99"/>
                  <a:gd name="T80" fmla="*/ 6 w 7"/>
                  <a:gd name="T81" fmla="*/ 65 h 99"/>
                  <a:gd name="T82" fmla="*/ 6 w 7"/>
                  <a:gd name="T83" fmla="*/ 63 h 99"/>
                  <a:gd name="T84" fmla="*/ 6 w 7"/>
                  <a:gd name="T85" fmla="*/ 68 h 99"/>
                  <a:gd name="T86" fmla="*/ 6 w 7"/>
                  <a:gd name="T87" fmla="*/ 74 h 99"/>
                  <a:gd name="T88" fmla="*/ 6 w 7"/>
                  <a:gd name="T89" fmla="*/ 77 h 99"/>
                  <a:gd name="T90" fmla="*/ 6 w 7"/>
                  <a:gd name="T91" fmla="*/ 80 h 99"/>
                  <a:gd name="T92" fmla="*/ 6 w 7"/>
                  <a:gd name="T93" fmla="*/ 84 h 99"/>
                  <a:gd name="T94" fmla="*/ 6 w 7"/>
                  <a:gd name="T95" fmla="*/ 83 h 99"/>
                  <a:gd name="T96" fmla="*/ 6 w 7"/>
                  <a:gd name="T97" fmla="*/ 82 h 99"/>
                  <a:gd name="T98" fmla="*/ 7 w 7"/>
                  <a:gd name="T99" fmla="*/ 86 h 99"/>
                  <a:gd name="T100" fmla="*/ 7 w 7"/>
                  <a:gd name="T101" fmla="*/ 93 h 99"/>
                  <a:gd name="T102" fmla="*/ 7 w 7"/>
                  <a:gd name="T103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99">
                    <a:moveTo>
                      <a:pt x="0" y="0"/>
                    </a:moveTo>
                    <a:lnTo>
                      <a:pt x="1" y="5"/>
                    </a:lnTo>
                    <a:lnTo>
                      <a:pt x="1" y="11"/>
                    </a:lnTo>
                    <a:lnTo>
                      <a:pt x="1" y="18"/>
                    </a:lnTo>
                    <a:lnTo>
                      <a:pt x="1" y="23"/>
                    </a:lnTo>
                    <a:lnTo>
                      <a:pt x="1" y="27"/>
                    </a:lnTo>
                    <a:lnTo>
                      <a:pt x="1" y="30"/>
                    </a:lnTo>
                    <a:lnTo>
                      <a:pt x="1" y="32"/>
                    </a:lnTo>
                    <a:lnTo>
                      <a:pt x="1" y="33"/>
                    </a:lnTo>
                    <a:lnTo>
                      <a:pt x="1" y="35"/>
                    </a:lnTo>
                    <a:lnTo>
                      <a:pt x="2" y="38"/>
                    </a:lnTo>
                    <a:lnTo>
                      <a:pt x="2" y="38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7"/>
                    </a:lnTo>
                    <a:lnTo>
                      <a:pt x="2" y="37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3" y="36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3" y="38"/>
                    </a:lnTo>
                    <a:lnTo>
                      <a:pt x="3" y="40"/>
                    </a:lnTo>
                    <a:lnTo>
                      <a:pt x="3" y="42"/>
                    </a:lnTo>
                    <a:lnTo>
                      <a:pt x="4" y="42"/>
                    </a:lnTo>
                    <a:lnTo>
                      <a:pt x="4" y="45"/>
                    </a:lnTo>
                    <a:lnTo>
                      <a:pt x="4" y="47"/>
                    </a:lnTo>
                    <a:lnTo>
                      <a:pt x="4" y="44"/>
                    </a:lnTo>
                    <a:lnTo>
                      <a:pt x="4" y="43"/>
                    </a:lnTo>
                    <a:lnTo>
                      <a:pt x="4" y="49"/>
                    </a:lnTo>
                    <a:lnTo>
                      <a:pt x="5" y="55"/>
                    </a:lnTo>
                    <a:lnTo>
                      <a:pt x="5" y="55"/>
                    </a:lnTo>
                    <a:lnTo>
                      <a:pt x="5" y="54"/>
                    </a:lnTo>
                    <a:lnTo>
                      <a:pt x="5" y="57"/>
                    </a:lnTo>
                    <a:lnTo>
                      <a:pt x="5" y="57"/>
                    </a:lnTo>
                    <a:lnTo>
                      <a:pt x="5" y="54"/>
                    </a:lnTo>
                    <a:lnTo>
                      <a:pt x="5" y="57"/>
                    </a:lnTo>
                    <a:lnTo>
                      <a:pt x="5" y="66"/>
                    </a:lnTo>
                    <a:lnTo>
                      <a:pt x="5" y="70"/>
                    </a:lnTo>
                    <a:lnTo>
                      <a:pt x="6" y="65"/>
                    </a:lnTo>
                    <a:lnTo>
                      <a:pt x="6" y="63"/>
                    </a:lnTo>
                    <a:lnTo>
                      <a:pt x="6" y="68"/>
                    </a:lnTo>
                    <a:lnTo>
                      <a:pt x="6" y="74"/>
                    </a:lnTo>
                    <a:lnTo>
                      <a:pt x="6" y="77"/>
                    </a:lnTo>
                    <a:lnTo>
                      <a:pt x="6" y="80"/>
                    </a:lnTo>
                    <a:lnTo>
                      <a:pt x="6" y="84"/>
                    </a:lnTo>
                    <a:lnTo>
                      <a:pt x="6" y="83"/>
                    </a:lnTo>
                    <a:lnTo>
                      <a:pt x="6" y="82"/>
                    </a:lnTo>
                    <a:lnTo>
                      <a:pt x="7" y="86"/>
                    </a:lnTo>
                    <a:lnTo>
                      <a:pt x="7" y="93"/>
                    </a:lnTo>
                    <a:lnTo>
                      <a:pt x="7" y="9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22" name="Freeform 867"/>
              <p:cNvSpPr/>
              <p:nvPr/>
            </p:nvSpPr>
            <p:spPr bwMode="auto">
              <a:xfrm>
                <a:off x="1414" y="2929"/>
                <a:ext cx="6" cy="135"/>
              </a:xfrm>
              <a:custGeom>
                <a:avLst/>
                <a:gdLst>
                  <a:gd name="T0" fmla="*/ 0 w 6"/>
                  <a:gd name="T1" fmla="*/ 127 h 135"/>
                  <a:gd name="T2" fmla="*/ 0 w 6"/>
                  <a:gd name="T3" fmla="*/ 133 h 135"/>
                  <a:gd name="T4" fmla="*/ 0 w 6"/>
                  <a:gd name="T5" fmla="*/ 135 h 135"/>
                  <a:gd name="T6" fmla="*/ 0 w 6"/>
                  <a:gd name="T7" fmla="*/ 133 h 135"/>
                  <a:gd name="T8" fmla="*/ 0 w 6"/>
                  <a:gd name="T9" fmla="*/ 127 h 135"/>
                  <a:gd name="T10" fmla="*/ 1 w 6"/>
                  <a:gd name="T11" fmla="*/ 125 h 135"/>
                  <a:gd name="T12" fmla="*/ 1 w 6"/>
                  <a:gd name="T13" fmla="*/ 124 h 135"/>
                  <a:gd name="T14" fmla="*/ 1 w 6"/>
                  <a:gd name="T15" fmla="*/ 127 h 135"/>
                  <a:gd name="T16" fmla="*/ 1 w 6"/>
                  <a:gd name="T17" fmla="*/ 132 h 135"/>
                  <a:gd name="T18" fmla="*/ 1 w 6"/>
                  <a:gd name="T19" fmla="*/ 129 h 135"/>
                  <a:gd name="T20" fmla="*/ 1 w 6"/>
                  <a:gd name="T21" fmla="*/ 118 h 135"/>
                  <a:gd name="T22" fmla="*/ 1 w 6"/>
                  <a:gd name="T23" fmla="*/ 112 h 135"/>
                  <a:gd name="T24" fmla="*/ 1 w 6"/>
                  <a:gd name="T25" fmla="*/ 115 h 135"/>
                  <a:gd name="T26" fmla="*/ 1 w 6"/>
                  <a:gd name="T27" fmla="*/ 117 h 135"/>
                  <a:gd name="T28" fmla="*/ 1 w 6"/>
                  <a:gd name="T29" fmla="*/ 114 h 135"/>
                  <a:gd name="T30" fmla="*/ 2 w 6"/>
                  <a:gd name="T31" fmla="*/ 104 h 135"/>
                  <a:gd name="T32" fmla="*/ 2 w 6"/>
                  <a:gd name="T33" fmla="*/ 90 h 135"/>
                  <a:gd name="T34" fmla="*/ 2 w 6"/>
                  <a:gd name="T35" fmla="*/ 79 h 135"/>
                  <a:gd name="T36" fmla="*/ 2 w 6"/>
                  <a:gd name="T37" fmla="*/ 75 h 135"/>
                  <a:gd name="T38" fmla="*/ 2 w 6"/>
                  <a:gd name="T39" fmla="*/ 74 h 135"/>
                  <a:gd name="T40" fmla="*/ 2 w 6"/>
                  <a:gd name="T41" fmla="*/ 73 h 135"/>
                  <a:gd name="T42" fmla="*/ 3 w 6"/>
                  <a:gd name="T43" fmla="*/ 68 h 135"/>
                  <a:gd name="T44" fmla="*/ 3 w 6"/>
                  <a:gd name="T45" fmla="*/ 59 h 135"/>
                  <a:gd name="T46" fmla="*/ 3 w 6"/>
                  <a:gd name="T47" fmla="*/ 51 h 135"/>
                  <a:gd name="T48" fmla="*/ 3 w 6"/>
                  <a:gd name="T49" fmla="*/ 52 h 135"/>
                  <a:gd name="T50" fmla="*/ 3 w 6"/>
                  <a:gd name="T51" fmla="*/ 57 h 135"/>
                  <a:gd name="T52" fmla="*/ 3 w 6"/>
                  <a:gd name="T53" fmla="*/ 57 h 135"/>
                  <a:gd name="T54" fmla="*/ 3 w 6"/>
                  <a:gd name="T55" fmla="*/ 52 h 135"/>
                  <a:gd name="T56" fmla="*/ 3 w 6"/>
                  <a:gd name="T57" fmla="*/ 46 h 135"/>
                  <a:gd name="T58" fmla="*/ 3 w 6"/>
                  <a:gd name="T59" fmla="*/ 41 h 135"/>
                  <a:gd name="T60" fmla="*/ 4 w 6"/>
                  <a:gd name="T61" fmla="*/ 39 h 135"/>
                  <a:gd name="T62" fmla="*/ 4 w 6"/>
                  <a:gd name="T63" fmla="*/ 40 h 135"/>
                  <a:gd name="T64" fmla="*/ 4 w 6"/>
                  <a:gd name="T65" fmla="*/ 38 h 135"/>
                  <a:gd name="T66" fmla="*/ 4 w 6"/>
                  <a:gd name="T67" fmla="*/ 33 h 135"/>
                  <a:gd name="T68" fmla="*/ 4 w 6"/>
                  <a:gd name="T69" fmla="*/ 29 h 135"/>
                  <a:gd name="T70" fmla="*/ 4 w 6"/>
                  <a:gd name="T71" fmla="*/ 25 h 135"/>
                  <a:gd name="T72" fmla="*/ 4 w 6"/>
                  <a:gd name="T73" fmla="*/ 23 h 135"/>
                  <a:gd name="T74" fmla="*/ 4 w 6"/>
                  <a:gd name="T75" fmla="*/ 25 h 135"/>
                  <a:gd name="T76" fmla="*/ 4 w 6"/>
                  <a:gd name="T77" fmla="*/ 25 h 135"/>
                  <a:gd name="T78" fmla="*/ 5 w 6"/>
                  <a:gd name="T79" fmla="*/ 22 h 135"/>
                  <a:gd name="T80" fmla="*/ 5 w 6"/>
                  <a:gd name="T81" fmla="*/ 21 h 135"/>
                  <a:gd name="T82" fmla="*/ 5 w 6"/>
                  <a:gd name="T83" fmla="*/ 23 h 135"/>
                  <a:gd name="T84" fmla="*/ 5 w 6"/>
                  <a:gd name="T85" fmla="*/ 25 h 135"/>
                  <a:gd name="T86" fmla="*/ 5 w 6"/>
                  <a:gd name="T87" fmla="*/ 25 h 135"/>
                  <a:gd name="T88" fmla="*/ 5 w 6"/>
                  <a:gd name="T89" fmla="*/ 23 h 135"/>
                  <a:gd name="T90" fmla="*/ 6 w 6"/>
                  <a:gd name="T91" fmla="*/ 17 h 135"/>
                  <a:gd name="T92" fmla="*/ 6 w 6"/>
                  <a:gd name="T93" fmla="*/ 13 h 135"/>
                  <a:gd name="T94" fmla="*/ 6 w 6"/>
                  <a:gd name="T95" fmla="*/ 15 h 135"/>
                  <a:gd name="T96" fmla="*/ 6 w 6"/>
                  <a:gd name="T97" fmla="*/ 16 h 135"/>
                  <a:gd name="T98" fmla="*/ 6 w 6"/>
                  <a:gd name="T99" fmla="*/ 10 h 135"/>
                  <a:gd name="T100" fmla="*/ 6 w 6"/>
                  <a:gd name="T101" fmla="*/ 3 h 135"/>
                  <a:gd name="T102" fmla="*/ 6 w 6"/>
                  <a:gd name="T103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35">
                    <a:moveTo>
                      <a:pt x="0" y="127"/>
                    </a:moveTo>
                    <a:lnTo>
                      <a:pt x="0" y="133"/>
                    </a:lnTo>
                    <a:lnTo>
                      <a:pt x="0" y="135"/>
                    </a:lnTo>
                    <a:lnTo>
                      <a:pt x="0" y="133"/>
                    </a:lnTo>
                    <a:lnTo>
                      <a:pt x="0" y="127"/>
                    </a:lnTo>
                    <a:lnTo>
                      <a:pt x="1" y="125"/>
                    </a:lnTo>
                    <a:lnTo>
                      <a:pt x="1" y="124"/>
                    </a:lnTo>
                    <a:lnTo>
                      <a:pt x="1" y="127"/>
                    </a:lnTo>
                    <a:lnTo>
                      <a:pt x="1" y="132"/>
                    </a:lnTo>
                    <a:lnTo>
                      <a:pt x="1" y="129"/>
                    </a:lnTo>
                    <a:lnTo>
                      <a:pt x="1" y="118"/>
                    </a:lnTo>
                    <a:lnTo>
                      <a:pt x="1" y="112"/>
                    </a:lnTo>
                    <a:lnTo>
                      <a:pt x="1" y="115"/>
                    </a:lnTo>
                    <a:lnTo>
                      <a:pt x="1" y="117"/>
                    </a:lnTo>
                    <a:lnTo>
                      <a:pt x="1" y="114"/>
                    </a:lnTo>
                    <a:lnTo>
                      <a:pt x="2" y="104"/>
                    </a:lnTo>
                    <a:lnTo>
                      <a:pt x="2" y="90"/>
                    </a:lnTo>
                    <a:lnTo>
                      <a:pt x="2" y="79"/>
                    </a:lnTo>
                    <a:lnTo>
                      <a:pt x="2" y="75"/>
                    </a:lnTo>
                    <a:lnTo>
                      <a:pt x="2" y="74"/>
                    </a:lnTo>
                    <a:lnTo>
                      <a:pt x="2" y="73"/>
                    </a:lnTo>
                    <a:lnTo>
                      <a:pt x="3" y="68"/>
                    </a:lnTo>
                    <a:lnTo>
                      <a:pt x="3" y="59"/>
                    </a:lnTo>
                    <a:lnTo>
                      <a:pt x="3" y="51"/>
                    </a:lnTo>
                    <a:lnTo>
                      <a:pt x="3" y="52"/>
                    </a:lnTo>
                    <a:lnTo>
                      <a:pt x="3" y="57"/>
                    </a:lnTo>
                    <a:lnTo>
                      <a:pt x="3" y="57"/>
                    </a:lnTo>
                    <a:lnTo>
                      <a:pt x="3" y="52"/>
                    </a:lnTo>
                    <a:lnTo>
                      <a:pt x="3" y="46"/>
                    </a:lnTo>
                    <a:lnTo>
                      <a:pt x="3" y="41"/>
                    </a:lnTo>
                    <a:lnTo>
                      <a:pt x="4" y="39"/>
                    </a:lnTo>
                    <a:lnTo>
                      <a:pt x="4" y="40"/>
                    </a:lnTo>
                    <a:lnTo>
                      <a:pt x="4" y="38"/>
                    </a:lnTo>
                    <a:lnTo>
                      <a:pt x="4" y="33"/>
                    </a:lnTo>
                    <a:lnTo>
                      <a:pt x="4" y="29"/>
                    </a:lnTo>
                    <a:lnTo>
                      <a:pt x="4" y="25"/>
                    </a:lnTo>
                    <a:lnTo>
                      <a:pt x="4" y="23"/>
                    </a:lnTo>
                    <a:lnTo>
                      <a:pt x="4" y="25"/>
                    </a:lnTo>
                    <a:lnTo>
                      <a:pt x="4" y="25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3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5" y="23"/>
                    </a:lnTo>
                    <a:lnTo>
                      <a:pt x="6" y="17"/>
                    </a:lnTo>
                    <a:lnTo>
                      <a:pt x="6" y="13"/>
                    </a:lnTo>
                    <a:lnTo>
                      <a:pt x="6" y="15"/>
                    </a:lnTo>
                    <a:lnTo>
                      <a:pt x="6" y="16"/>
                    </a:lnTo>
                    <a:lnTo>
                      <a:pt x="6" y="10"/>
                    </a:lnTo>
                    <a:lnTo>
                      <a:pt x="6" y="3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23" name="Freeform 868"/>
              <p:cNvSpPr/>
              <p:nvPr/>
            </p:nvSpPr>
            <p:spPr bwMode="auto">
              <a:xfrm>
                <a:off x="1420" y="2897"/>
                <a:ext cx="7" cy="40"/>
              </a:xfrm>
              <a:custGeom>
                <a:avLst/>
                <a:gdLst>
                  <a:gd name="T0" fmla="*/ 0 w 7"/>
                  <a:gd name="T1" fmla="*/ 35 h 40"/>
                  <a:gd name="T2" fmla="*/ 0 w 7"/>
                  <a:gd name="T3" fmla="*/ 32 h 40"/>
                  <a:gd name="T4" fmla="*/ 0 w 7"/>
                  <a:gd name="T5" fmla="*/ 32 h 40"/>
                  <a:gd name="T6" fmla="*/ 0 w 7"/>
                  <a:gd name="T7" fmla="*/ 35 h 40"/>
                  <a:gd name="T8" fmla="*/ 1 w 7"/>
                  <a:gd name="T9" fmla="*/ 37 h 40"/>
                  <a:gd name="T10" fmla="*/ 1 w 7"/>
                  <a:gd name="T11" fmla="*/ 37 h 40"/>
                  <a:gd name="T12" fmla="*/ 1 w 7"/>
                  <a:gd name="T13" fmla="*/ 34 h 40"/>
                  <a:gd name="T14" fmla="*/ 1 w 7"/>
                  <a:gd name="T15" fmla="*/ 31 h 40"/>
                  <a:gd name="T16" fmla="*/ 1 w 7"/>
                  <a:gd name="T17" fmla="*/ 31 h 40"/>
                  <a:gd name="T18" fmla="*/ 1 w 7"/>
                  <a:gd name="T19" fmla="*/ 34 h 40"/>
                  <a:gd name="T20" fmla="*/ 2 w 7"/>
                  <a:gd name="T21" fmla="*/ 35 h 40"/>
                  <a:gd name="T22" fmla="*/ 2 w 7"/>
                  <a:gd name="T23" fmla="*/ 30 h 40"/>
                  <a:gd name="T24" fmla="*/ 2 w 7"/>
                  <a:gd name="T25" fmla="*/ 25 h 40"/>
                  <a:gd name="T26" fmla="*/ 2 w 7"/>
                  <a:gd name="T27" fmla="*/ 21 h 40"/>
                  <a:gd name="T28" fmla="*/ 2 w 7"/>
                  <a:gd name="T29" fmla="*/ 18 h 40"/>
                  <a:gd name="T30" fmla="*/ 2 w 7"/>
                  <a:gd name="T31" fmla="*/ 17 h 40"/>
                  <a:gd name="T32" fmla="*/ 2 w 7"/>
                  <a:gd name="T33" fmla="*/ 18 h 40"/>
                  <a:gd name="T34" fmla="*/ 2 w 7"/>
                  <a:gd name="T35" fmla="*/ 19 h 40"/>
                  <a:gd name="T36" fmla="*/ 2 w 7"/>
                  <a:gd name="T37" fmla="*/ 14 h 40"/>
                  <a:gd name="T38" fmla="*/ 3 w 7"/>
                  <a:gd name="T39" fmla="*/ 8 h 40"/>
                  <a:gd name="T40" fmla="*/ 3 w 7"/>
                  <a:gd name="T41" fmla="*/ 6 h 40"/>
                  <a:gd name="T42" fmla="*/ 3 w 7"/>
                  <a:gd name="T43" fmla="*/ 8 h 40"/>
                  <a:gd name="T44" fmla="*/ 3 w 7"/>
                  <a:gd name="T45" fmla="*/ 8 h 40"/>
                  <a:gd name="T46" fmla="*/ 3 w 7"/>
                  <a:gd name="T47" fmla="*/ 8 h 40"/>
                  <a:gd name="T48" fmla="*/ 3 w 7"/>
                  <a:gd name="T49" fmla="*/ 7 h 40"/>
                  <a:gd name="T50" fmla="*/ 3 w 7"/>
                  <a:gd name="T51" fmla="*/ 3 h 40"/>
                  <a:gd name="T52" fmla="*/ 3 w 7"/>
                  <a:gd name="T53" fmla="*/ 0 h 40"/>
                  <a:gd name="T54" fmla="*/ 3 w 7"/>
                  <a:gd name="T55" fmla="*/ 0 h 40"/>
                  <a:gd name="T56" fmla="*/ 4 w 7"/>
                  <a:gd name="T57" fmla="*/ 1 h 40"/>
                  <a:gd name="T58" fmla="*/ 4 w 7"/>
                  <a:gd name="T59" fmla="*/ 4 h 40"/>
                  <a:gd name="T60" fmla="*/ 4 w 7"/>
                  <a:gd name="T61" fmla="*/ 5 h 40"/>
                  <a:gd name="T62" fmla="*/ 4 w 7"/>
                  <a:gd name="T63" fmla="*/ 3 h 40"/>
                  <a:gd name="T64" fmla="*/ 4 w 7"/>
                  <a:gd name="T65" fmla="*/ 2 h 40"/>
                  <a:gd name="T66" fmla="*/ 4 w 7"/>
                  <a:gd name="T67" fmla="*/ 4 h 40"/>
                  <a:gd name="T68" fmla="*/ 4 w 7"/>
                  <a:gd name="T69" fmla="*/ 7 h 40"/>
                  <a:gd name="T70" fmla="*/ 5 w 7"/>
                  <a:gd name="T71" fmla="*/ 10 h 40"/>
                  <a:gd name="T72" fmla="*/ 5 w 7"/>
                  <a:gd name="T73" fmla="*/ 12 h 40"/>
                  <a:gd name="T74" fmla="*/ 5 w 7"/>
                  <a:gd name="T75" fmla="*/ 12 h 40"/>
                  <a:gd name="T76" fmla="*/ 5 w 7"/>
                  <a:gd name="T77" fmla="*/ 10 h 40"/>
                  <a:gd name="T78" fmla="*/ 5 w 7"/>
                  <a:gd name="T79" fmla="*/ 13 h 40"/>
                  <a:gd name="T80" fmla="*/ 5 w 7"/>
                  <a:gd name="T81" fmla="*/ 17 h 40"/>
                  <a:gd name="T82" fmla="*/ 5 w 7"/>
                  <a:gd name="T83" fmla="*/ 21 h 40"/>
                  <a:gd name="T84" fmla="*/ 5 w 7"/>
                  <a:gd name="T85" fmla="*/ 24 h 40"/>
                  <a:gd name="T86" fmla="*/ 5 w 7"/>
                  <a:gd name="T87" fmla="*/ 25 h 40"/>
                  <a:gd name="T88" fmla="*/ 6 w 7"/>
                  <a:gd name="T89" fmla="*/ 24 h 40"/>
                  <a:gd name="T90" fmla="*/ 6 w 7"/>
                  <a:gd name="T91" fmla="*/ 26 h 40"/>
                  <a:gd name="T92" fmla="*/ 6 w 7"/>
                  <a:gd name="T93" fmla="*/ 32 h 40"/>
                  <a:gd name="T94" fmla="*/ 6 w 7"/>
                  <a:gd name="T95" fmla="*/ 35 h 40"/>
                  <a:gd name="T96" fmla="*/ 6 w 7"/>
                  <a:gd name="T97" fmla="*/ 36 h 40"/>
                  <a:gd name="T98" fmla="*/ 6 w 7"/>
                  <a:gd name="T99" fmla="*/ 37 h 40"/>
                  <a:gd name="T100" fmla="*/ 7 w 7"/>
                  <a:gd name="T101" fmla="*/ 39 h 40"/>
                  <a:gd name="T102" fmla="*/ 7 w 7"/>
                  <a:gd name="T10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0">
                    <a:moveTo>
                      <a:pt x="0" y="35"/>
                    </a:moveTo>
                    <a:lnTo>
                      <a:pt x="0" y="32"/>
                    </a:lnTo>
                    <a:lnTo>
                      <a:pt x="0" y="32"/>
                    </a:lnTo>
                    <a:lnTo>
                      <a:pt x="0" y="35"/>
                    </a:lnTo>
                    <a:lnTo>
                      <a:pt x="1" y="37"/>
                    </a:lnTo>
                    <a:lnTo>
                      <a:pt x="1" y="37"/>
                    </a:lnTo>
                    <a:lnTo>
                      <a:pt x="1" y="34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4"/>
                    </a:lnTo>
                    <a:lnTo>
                      <a:pt x="2" y="35"/>
                    </a:lnTo>
                    <a:lnTo>
                      <a:pt x="2" y="30"/>
                    </a:lnTo>
                    <a:lnTo>
                      <a:pt x="2" y="25"/>
                    </a:lnTo>
                    <a:lnTo>
                      <a:pt x="2" y="21"/>
                    </a:lnTo>
                    <a:lnTo>
                      <a:pt x="2" y="18"/>
                    </a:lnTo>
                    <a:lnTo>
                      <a:pt x="2" y="17"/>
                    </a:lnTo>
                    <a:lnTo>
                      <a:pt x="2" y="18"/>
                    </a:lnTo>
                    <a:lnTo>
                      <a:pt x="2" y="19"/>
                    </a:lnTo>
                    <a:lnTo>
                      <a:pt x="2" y="14"/>
                    </a:lnTo>
                    <a:lnTo>
                      <a:pt x="3" y="8"/>
                    </a:lnTo>
                    <a:lnTo>
                      <a:pt x="3" y="6"/>
                    </a:lnTo>
                    <a:lnTo>
                      <a:pt x="3" y="8"/>
                    </a:lnTo>
                    <a:lnTo>
                      <a:pt x="3" y="8"/>
                    </a:lnTo>
                    <a:lnTo>
                      <a:pt x="3" y="8"/>
                    </a:lnTo>
                    <a:lnTo>
                      <a:pt x="3" y="7"/>
                    </a:lnTo>
                    <a:lnTo>
                      <a:pt x="3" y="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4" y="1"/>
                    </a:lnTo>
                    <a:lnTo>
                      <a:pt x="4" y="4"/>
                    </a:lnTo>
                    <a:lnTo>
                      <a:pt x="4" y="5"/>
                    </a:lnTo>
                    <a:lnTo>
                      <a:pt x="4" y="3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7"/>
                    </a:lnTo>
                    <a:lnTo>
                      <a:pt x="5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5" y="10"/>
                    </a:lnTo>
                    <a:lnTo>
                      <a:pt x="5" y="13"/>
                    </a:lnTo>
                    <a:lnTo>
                      <a:pt x="5" y="17"/>
                    </a:lnTo>
                    <a:lnTo>
                      <a:pt x="5" y="21"/>
                    </a:lnTo>
                    <a:lnTo>
                      <a:pt x="5" y="24"/>
                    </a:lnTo>
                    <a:lnTo>
                      <a:pt x="5" y="25"/>
                    </a:lnTo>
                    <a:lnTo>
                      <a:pt x="6" y="24"/>
                    </a:lnTo>
                    <a:lnTo>
                      <a:pt x="6" y="26"/>
                    </a:lnTo>
                    <a:lnTo>
                      <a:pt x="6" y="32"/>
                    </a:lnTo>
                    <a:lnTo>
                      <a:pt x="6" y="35"/>
                    </a:lnTo>
                    <a:lnTo>
                      <a:pt x="6" y="36"/>
                    </a:lnTo>
                    <a:lnTo>
                      <a:pt x="6" y="37"/>
                    </a:lnTo>
                    <a:lnTo>
                      <a:pt x="7" y="39"/>
                    </a:lnTo>
                    <a:lnTo>
                      <a:pt x="7" y="4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24" name="Freeform 869"/>
              <p:cNvSpPr/>
              <p:nvPr/>
            </p:nvSpPr>
            <p:spPr bwMode="auto">
              <a:xfrm>
                <a:off x="1427" y="2936"/>
                <a:ext cx="6" cy="34"/>
              </a:xfrm>
              <a:custGeom>
                <a:avLst/>
                <a:gdLst>
                  <a:gd name="T0" fmla="*/ 0 w 6"/>
                  <a:gd name="T1" fmla="*/ 0 h 34"/>
                  <a:gd name="T2" fmla="*/ 0 w 6"/>
                  <a:gd name="T3" fmla="*/ 1 h 34"/>
                  <a:gd name="T4" fmla="*/ 0 w 6"/>
                  <a:gd name="T5" fmla="*/ 4 h 34"/>
                  <a:gd name="T6" fmla="*/ 0 w 6"/>
                  <a:gd name="T7" fmla="*/ 5 h 34"/>
                  <a:gd name="T8" fmla="*/ 0 w 6"/>
                  <a:gd name="T9" fmla="*/ 5 h 34"/>
                  <a:gd name="T10" fmla="*/ 0 w 6"/>
                  <a:gd name="T11" fmla="*/ 6 h 34"/>
                  <a:gd name="T12" fmla="*/ 0 w 6"/>
                  <a:gd name="T13" fmla="*/ 6 h 34"/>
                  <a:gd name="T14" fmla="*/ 0 w 6"/>
                  <a:gd name="T15" fmla="*/ 5 h 34"/>
                  <a:gd name="T16" fmla="*/ 0 w 6"/>
                  <a:gd name="T17" fmla="*/ 5 h 34"/>
                  <a:gd name="T18" fmla="*/ 1 w 6"/>
                  <a:gd name="T19" fmla="*/ 5 h 34"/>
                  <a:gd name="T20" fmla="*/ 1 w 6"/>
                  <a:gd name="T21" fmla="*/ 6 h 34"/>
                  <a:gd name="T22" fmla="*/ 1 w 6"/>
                  <a:gd name="T23" fmla="*/ 8 h 34"/>
                  <a:gd name="T24" fmla="*/ 1 w 6"/>
                  <a:gd name="T25" fmla="*/ 11 h 34"/>
                  <a:gd name="T26" fmla="*/ 1 w 6"/>
                  <a:gd name="T27" fmla="*/ 14 h 34"/>
                  <a:gd name="T28" fmla="*/ 1 w 6"/>
                  <a:gd name="T29" fmla="*/ 15 h 34"/>
                  <a:gd name="T30" fmla="*/ 1 w 6"/>
                  <a:gd name="T31" fmla="*/ 14 h 34"/>
                  <a:gd name="T32" fmla="*/ 1 w 6"/>
                  <a:gd name="T33" fmla="*/ 15 h 34"/>
                  <a:gd name="T34" fmla="*/ 1 w 6"/>
                  <a:gd name="T35" fmla="*/ 16 h 34"/>
                  <a:gd name="T36" fmla="*/ 2 w 6"/>
                  <a:gd name="T37" fmla="*/ 17 h 34"/>
                  <a:gd name="T38" fmla="*/ 2 w 6"/>
                  <a:gd name="T39" fmla="*/ 17 h 34"/>
                  <a:gd name="T40" fmla="*/ 2 w 6"/>
                  <a:gd name="T41" fmla="*/ 16 h 34"/>
                  <a:gd name="T42" fmla="*/ 2 w 6"/>
                  <a:gd name="T43" fmla="*/ 13 h 34"/>
                  <a:gd name="T44" fmla="*/ 2 w 6"/>
                  <a:gd name="T45" fmla="*/ 11 h 34"/>
                  <a:gd name="T46" fmla="*/ 2 w 6"/>
                  <a:gd name="T47" fmla="*/ 10 h 34"/>
                  <a:gd name="T48" fmla="*/ 3 w 6"/>
                  <a:gd name="T49" fmla="*/ 11 h 34"/>
                  <a:gd name="T50" fmla="*/ 3 w 6"/>
                  <a:gd name="T51" fmla="*/ 12 h 34"/>
                  <a:gd name="T52" fmla="*/ 3 w 6"/>
                  <a:gd name="T53" fmla="*/ 13 h 34"/>
                  <a:gd name="T54" fmla="*/ 3 w 6"/>
                  <a:gd name="T55" fmla="*/ 13 h 34"/>
                  <a:gd name="T56" fmla="*/ 3 w 6"/>
                  <a:gd name="T57" fmla="*/ 14 h 34"/>
                  <a:gd name="T58" fmla="*/ 3 w 6"/>
                  <a:gd name="T59" fmla="*/ 16 h 34"/>
                  <a:gd name="T60" fmla="*/ 3 w 6"/>
                  <a:gd name="T61" fmla="*/ 20 h 34"/>
                  <a:gd name="T62" fmla="*/ 3 w 6"/>
                  <a:gd name="T63" fmla="*/ 23 h 34"/>
                  <a:gd name="T64" fmla="*/ 3 w 6"/>
                  <a:gd name="T65" fmla="*/ 26 h 34"/>
                  <a:gd name="T66" fmla="*/ 4 w 6"/>
                  <a:gd name="T67" fmla="*/ 27 h 34"/>
                  <a:gd name="T68" fmla="*/ 4 w 6"/>
                  <a:gd name="T69" fmla="*/ 25 h 34"/>
                  <a:gd name="T70" fmla="*/ 4 w 6"/>
                  <a:gd name="T71" fmla="*/ 25 h 34"/>
                  <a:gd name="T72" fmla="*/ 4 w 6"/>
                  <a:gd name="T73" fmla="*/ 25 h 34"/>
                  <a:gd name="T74" fmla="*/ 4 w 6"/>
                  <a:gd name="T75" fmla="*/ 25 h 34"/>
                  <a:gd name="T76" fmla="*/ 4 w 6"/>
                  <a:gd name="T77" fmla="*/ 26 h 34"/>
                  <a:gd name="T78" fmla="*/ 5 w 6"/>
                  <a:gd name="T79" fmla="*/ 26 h 34"/>
                  <a:gd name="T80" fmla="*/ 5 w 6"/>
                  <a:gd name="T81" fmla="*/ 25 h 34"/>
                  <a:gd name="T82" fmla="*/ 5 w 6"/>
                  <a:gd name="T83" fmla="*/ 23 h 34"/>
                  <a:gd name="T84" fmla="*/ 5 w 6"/>
                  <a:gd name="T85" fmla="*/ 24 h 34"/>
                  <a:gd name="T86" fmla="*/ 5 w 6"/>
                  <a:gd name="T87" fmla="*/ 26 h 34"/>
                  <a:gd name="T88" fmla="*/ 5 w 6"/>
                  <a:gd name="T89" fmla="*/ 28 h 34"/>
                  <a:gd name="T90" fmla="*/ 5 w 6"/>
                  <a:gd name="T91" fmla="*/ 31 h 34"/>
                  <a:gd name="T92" fmla="*/ 5 w 6"/>
                  <a:gd name="T93" fmla="*/ 33 h 34"/>
                  <a:gd name="T94" fmla="*/ 5 w 6"/>
                  <a:gd name="T95" fmla="*/ 34 h 34"/>
                  <a:gd name="T96" fmla="*/ 5 w 6"/>
                  <a:gd name="T97" fmla="*/ 33 h 34"/>
                  <a:gd name="T98" fmla="*/ 6 w 6"/>
                  <a:gd name="T99" fmla="*/ 32 h 34"/>
                  <a:gd name="T100" fmla="*/ 6 w 6"/>
                  <a:gd name="T101" fmla="*/ 33 h 34"/>
                  <a:gd name="T102" fmla="*/ 6 w 6"/>
                  <a:gd name="T103" fmla="*/ 3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4">
                    <a:moveTo>
                      <a:pt x="0" y="0"/>
                    </a:moveTo>
                    <a:lnTo>
                      <a:pt x="0" y="1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1" y="11"/>
                    </a:lnTo>
                    <a:lnTo>
                      <a:pt x="1" y="14"/>
                    </a:lnTo>
                    <a:lnTo>
                      <a:pt x="1" y="15"/>
                    </a:lnTo>
                    <a:lnTo>
                      <a:pt x="1" y="14"/>
                    </a:lnTo>
                    <a:lnTo>
                      <a:pt x="1" y="15"/>
                    </a:lnTo>
                    <a:lnTo>
                      <a:pt x="1" y="16"/>
                    </a:lnTo>
                    <a:lnTo>
                      <a:pt x="2" y="17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3"/>
                    </a:lnTo>
                    <a:lnTo>
                      <a:pt x="2" y="11"/>
                    </a:lnTo>
                    <a:lnTo>
                      <a:pt x="2" y="10"/>
                    </a:lnTo>
                    <a:lnTo>
                      <a:pt x="3" y="11"/>
                    </a:lnTo>
                    <a:lnTo>
                      <a:pt x="3" y="12"/>
                    </a:lnTo>
                    <a:lnTo>
                      <a:pt x="3" y="13"/>
                    </a:lnTo>
                    <a:lnTo>
                      <a:pt x="3" y="13"/>
                    </a:lnTo>
                    <a:lnTo>
                      <a:pt x="3" y="14"/>
                    </a:lnTo>
                    <a:lnTo>
                      <a:pt x="3" y="16"/>
                    </a:lnTo>
                    <a:lnTo>
                      <a:pt x="3" y="20"/>
                    </a:lnTo>
                    <a:lnTo>
                      <a:pt x="3" y="23"/>
                    </a:lnTo>
                    <a:lnTo>
                      <a:pt x="3" y="26"/>
                    </a:lnTo>
                    <a:lnTo>
                      <a:pt x="4" y="27"/>
                    </a:lnTo>
                    <a:lnTo>
                      <a:pt x="4" y="25"/>
                    </a:lnTo>
                    <a:lnTo>
                      <a:pt x="4" y="25"/>
                    </a:lnTo>
                    <a:lnTo>
                      <a:pt x="4" y="25"/>
                    </a:lnTo>
                    <a:lnTo>
                      <a:pt x="4" y="25"/>
                    </a:lnTo>
                    <a:lnTo>
                      <a:pt x="4" y="26"/>
                    </a:lnTo>
                    <a:lnTo>
                      <a:pt x="5" y="26"/>
                    </a:lnTo>
                    <a:lnTo>
                      <a:pt x="5" y="25"/>
                    </a:lnTo>
                    <a:lnTo>
                      <a:pt x="5" y="23"/>
                    </a:lnTo>
                    <a:lnTo>
                      <a:pt x="5" y="24"/>
                    </a:lnTo>
                    <a:lnTo>
                      <a:pt x="5" y="26"/>
                    </a:lnTo>
                    <a:lnTo>
                      <a:pt x="5" y="28"/>
                    </a:lnTo>
                    <a:lnTo>
                      <a:pt x="5" y="31"/>
                    </a:lnTo>
                    <a:lnTo>
                      <a:pt x="5" y="33"/>
                    </a:lnTo>
                    <a:lnTo>
                      <a:pt x="5" y="34"/>
                    </a:lnTo>
                    <a:lnTo>
                      <a:pt x="5" y="33"/>
                    </a:lnTo>
                    <a:lnTo>
                      <a:pt x="6" y="32"/>
                    </a:lnTo>
                    <a:lnTo>
                      <a:pt x="6" y="33"/>
                    </a:lnTo>
                    <a:lnTo>
                      <a:pt x="6" y="3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25" name="Freeform 870"/>
              <p:cNvSpPr/>
              <p:nvPr/>
            </p:nvSpPr>
            <p:spPr bwMode="auto">
              <a:xfrm>
                <a:off x="1433" y="2960"/>
                <a:ext cx="6" cy="51"/>
              </a:xfrm>
              <a:custGeom>
                <a:avLst/>
                <a:gdLst>
                  <a:gd name="T0" fmla="*/ 0 w 6"/>
                  <a:gd name="T1" fmla="*/ 9 h 51"/>
                  <a:gd name="T2" fmla="*/ 0 w 6"/>
                  <a:gd name="T3" fmla="*/ 8 h 51"/>
                  <a:gd name="T4" fmla="*/ 0 w 6"/>
                  <a:gd name="T5" fmla="*/ 5 h 51"/>
                  <a:gd name="T6" fmla="*/ 0 w 6"/>
                  <a:gd name="T7" fmla="*/ 3 h 51"/>
                  <a:gd name="T8" fmla="*/ 0 w 6"/>
                  <a:gd name="T9" fmla="*/ 2 h 51"/>
                  <a:gd name="T10" fmla="*/ 0 w 6"/>
                  <a:gd name="T11" fmla="*/ 0 h 51"/>
                  <a:gd name="T12" fmla="*/ 0 w 6"/>
                  <a:gd name="T13" fmla="*/ 0 h 51"/>
                  <a:gd name="T14" fmla="*/ 0 w 6"/>
                  <a:gd name="T15" fmla="*/ 3 h 51"/>
                  <a:gd name="T16" fmla="*/ 1 w 6"/>
                  <a:gd name="T17" fmla="*/ 6 h 51"/>
                  <a:gd name="T18" fmla="*/ 1 w 6"/>
                  <a:gd name="T19" fmla="*/ 6 h 51"/>
                  <a:gd name="T20" fmla="*/ 1 w 6"/>
                  <a:gd name="T21" fmla="*/ 9 h 51"/>
                  <a:gd name="T22" fmla="*/ 1 w 6"/>
                  <a:gd name="T23" fmla="*/ 13 h 51"/>
                  <a:gd name="T24" fmla="*/ 1 w 6"/>
                  <a:gd name="T25" fmla="*/ 13 h 51"/>
                  <a:gd name="T26" fmla="*/ 1 w 6"/>
                  <a:gd name="T27" fmla="*/ 14 h 51"/>
                  <a:gd name="T28" fmla="*/ 2 w 6"/>
                  <a:gd name="T29" fmla="*/ 22 h 51"/>
                  <a:gd name="T30" fmla="*/ 2 w 6"/>
                  <a:gd name="T31" fmla="*/ 25 h 51"/>
                  <a:gd name="T32" fmla="*/ 2 w 6"/>
                  <a:gd name="T33" fmla="*/ 21 h 51"/>
                  <a:gd name="T34" fmla="*/ 2 w 6"/>
                  <a:gd name="T35" fmla="*/ 24 h 51"/>
                  <a:gd name="T36" fmla="*/ 2 w 6"/>
                  <a:gd name="T37" fmla="*/ 31 h 51"/>
                  <a:gd name="T38" fmla="*/ 2 w 6"/>
                  <a:gd name="T39" fmla="*/ 29 h 51"/>
                  <a:gd name="T40" fmla="*/ 2 w 6"/>
                  <a:gd name="T41" fmla="*/ 24 h 51"/>
                  <a:gd name="T42" fmla="*/ 2 w 6"/>
                  <a:gd name="T43" fmla="*/ 26 h 51"/>
                  <a:gd name="T44" fmla="*/ 2 w 6"/>
                  <a:gd name="T45" fmla="*/ 29 h 51"/>
                  <a:gd name="T46" fmla="*/ 3 w 6"/>
                  <a:gd name="T47" fmla="*/ 24 h 51"/>
                  <a:gd name="T48" fmla="*/ 3 w 6"/>
                  <a:gd name="T49" fmla="*/ 20 h 51"/>
                  <a:gd name="T50" fmla="*/ 3 w 6"/>
                  <a:gd name="T51" fmla="*/ 23 h 51"/>
                  <a:gd name="T52" fmla="*/ 3 w 6"/>
                  <a:gd name="T53" fmla="*/ 24 h 51"/>
                  <a:gd name="T54" fmla="*/ 3 w 6"/>
                  <a:gd name="T55" fmla="*/ 20 h 51"/>
                  <a:gd name="T56" fmla="*/ 3 w 6"/>
                  <a:gd name="T57" fmla="*/ 19 h 51"/>
                  <a:gd name="T58" fmla="*/ 4 w 6"/>
                  <a:gd name="T59" fmla="*/ 22 h 51"/>
                  <a:gd name="T60" fmla="*/ 4 w 6"/>
                  <a:gd name="T61" fmla="*/ 21 h 51"/>
                  <a:gd name="T62" fmla="*/ 4 w 6"/>
                  <a:gd name="T63" fmla="*/ 15 h 51"/>
                  <a:gd name="T64" fmla="*/ 4 w 6"/>
                  <a:gd name="T65" fmla="*/ 16 h 51"/>
                  <a:gd name="T66" fmla="*/ 4 w 6"/>
                  <a:gd name="T67" fmla="*/ 21 h 51"/>
                  <a:gd name="T68" fmla="*/ 4 w 6"/>
                  <a:gd name="T69" fmla="*/ 20 h 51"/>
                  <a:gd name="T70" fmla="*/ 4 w 6"/>
                  <a:gd name="T71" fmla="*/ 18 h 51"/>
                  <a:gd name="T72" fmla="*/ 4 w 6"/>
                  <a:gd name="T73" fmla="*/ 21 h 51"/>
                  <a:gd name="T74" fmla="*/ 4 w 6"/>
                  <a:gd name="T75" fmla="*/ 24 h 51"/>
                  <a:gd name="T76" fmla="*/ 5 w 6"/>
                  <a:gd name="T77" fmla="*/ 22 h 51"/>
                  <a:gd name="T78" fmla="*/ 5 w 6"/>
                  <a:gd name="T79" fmla="*/ 24 h 51"/>
                  <a:gd name="T80" fmla="*/ 5 w 6"/>
                  <a:gd name="T81" fmla="*/ 29 h 51"/>
                  <a:gd name="T82" fmla="*/ 5 w 6"/>
                  <a:gd name="T83" fmla="*/ 30 h 51"/>
                  <a:gd name="T84" fmla="*/ 5 w 6"/>
                  <a:gd name="T85" fmla="*/ 32 h 51"/>
                  <a:gd name="T86" fmla="*/ 5 w 6"/>
                  <a:gd name="T87" fmla="*/ 35 h 51"/>
                  <a:gd name="T88" fmla="*/ 6 w 6"/>
                  <a:gd name="T89" fmla="*/ 33 h 51"/>
                  <a:gd name="T90" fmla="*/ 6 w 6"/>
                  <a:gd name="T91" fmla="*/ 34 h 51"/>
                  <a:gd name="T92" fmla="*/ 6 w 6"/>
                  <a:gd name="T93" fmla="*/ 41 h 51"/>
                  <a:gd name="T94" fmla="*/ 6 w 6"/>
                  <a:gd name="T95" fmla="*/ 46 h 51"/>
                  <a:gd name="T96" fmla="*/ 6 w 6"/>
                  <a:gd name="T97" fmla="*/ 43 h 51"/>
                  <a:gd name="T98" fmla="*/ 6 w 6"/>
                  <a:gd name="T99" fmla="*/ 43 h 51"/>
                  <a:gd name="T100" fmla="*/ 6 w 6"/>
                  <a:gd name="T101" fmla="*/ 48 h 51"/>
                  <a:gd name="T102" fmla="*/ 6 w 6"/>
                  <a:gd name="T103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1">
                    <a:moveTo>
                      <a:pt x="0" y="9"/>
                    </a:moveTo>
                    <a:lnTo>
                      <a:pt x="0" y="8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9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1" y="14"/>
                    </a:lnTo>
                    <a:lnTo>
                      <a:pt x="2" y="22"/>
                    </a:lnTo>
                    <a:lnTo>
                      <a:pt x="2" y="25"/>
                    </a:lnTo>
                    <a:lnTo>
                      <a:pt x="2" y="21"/>
                    </a:lnTo>
                    <a:lnTo>
                      <a:pt x="2" y="24"/>
                    </a:lnTo>
                    <a:lnTo>
                      <a:pt x="2" y="31"/>
                    </a:lnTo>
                    <a:lnTo>
                      <a:pt x="2" y="29"/>
                    </a:lnTo>
                    <a:lnTo>
                      <a:pt x="2" y="24"/>
                    </a:lnTo>
                    <a:lnTo>
                      <a:pt x="2" y="26"/>
                    </a:lnTo>
                    <a:lnTo>
                      <a:pt x="2" y="29"/>
                    </a:lnTo>
                    <a:lnTo>
                      <a:pt x="3" y="24"/>
                    </a:lnTo>
                    <a:lnTo>
                      <a:pt x="3" y="20"/>
                    </a:lnTo>
                    <a:lnTo>
                      <a:pt x="3" y="23"/>
                    </a:lnTo>
                    <a:lnTo>
                      <a:pt x="3" y="24"/>
                    </a:lnTo>
                    <a:lnTo>
                      <a:pt x="3" y="20"/>
                    </a:lnTo>
                    <a:lnTo>
                      <a:pt x="3" y="19"/>
                    </a:lnTo>
                    <a:lnTo>
                      <a:pt x="4" y="22"/>
                    </a:lnTo>
                    <a:lnTo>
                      <a:pt x="4" y="21"/>
                    </a:lnTo>
                    <a:lnTo>
                      <a:pt x="4" y="15"/>
                    </a:lnTo>
                    <a:lnTo>
                      <a:pt x="4" y="16"/>
                    </a:lnTo>
                    <a:lnTo>
                      <a:pt x="4" y="21"/>
                    </a:lnTo>
                    <a:lnTo>
                      <a:pt x="4" y="20"/>
                    </a:lnTo>
                    <a:lnTo>
                      <a:pt x="4" y="18"/>
                    </a:lnTo>
                    <a:lnTo>
                      <a:pt x="4" y="21"/>
                    </a:lnTo>
                    <a:lnTo>
                      <a:pt x="4" y="24"/>
                    </a:lnTo>
                    <a:lnTo>
                      <a:pt x="5" y="22"/>
                    </a:lnTo>
                    <a:lnTo>
                      <a:pt x="5" y="24"/>
                    </a:lnTo>
                    <a:lnTo>
                      <a:pt x="5" y="29"/>
                    </a:lnTo>
                    <a:lnTo>
                      <a:pt x="5" y="30"/>
                    </a:lnTo>
                    <a:lnTo>
                      <a:pt x="5" y="32"/>
                    </a:lnTo>
                    <a:lnTo>
                      <a:pt x="5" y="35"/>
                    </a:lnTo>
                    <a:lnTo>
                      <a:pt x="6" y="33"/>
                    </a:lnTo>
                    <a:lnTo>
                      <a:pt x="6" y="34"/>
                    </a:lnTo>
                    <a:lnTo>
                      <a:pt x="6" y="41"/>
                    </a:lnTo>
                    <a:lnTo>
                      <a:pt x="6" y="46"/>
                    </a:lnTo>
                    <a:lnTo>
                      <a:pt x="6" y="43"/>
                    </a:lnTo>
                    <a:lnTo>
                      <a:pt x="6" y="43"/>
                    </a:lnTo>
                    <a:lnTo>
                      <a:pt x="6" y="48"/>
                    </a:lnTo>
                    <a:lnTo>
                      <a:pt x="6" y="5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26" name="Freeform 871"/>
              <p:cNvSpPr/>
              <p:nvPr/>
            </p:nvSpPr>
            <p:spPr bwMode="auto">
              <a:xfrm>
                <a:off x="1439" y="2964"/>
                <a:ext cx="6" cy="94"/>
              </a:xfrm>
              <a:custGeom>
                <a:avLst/>
                <a:gdLst>
                  <a:gd name="T0" fmla="*/ 0 w 6"/>
                  <a:gd name="T1" fmla="*/ 44 h 94"/>
                  <a:gd name="T2" fmla="*/ 0 w 6"/>
                  <a:gd name="T3" fmla="*/ 47 h 94"/>
                  <a:gd name="T4" fmla="*/ 0 w 6"/>
                  <a:gd name="T5" fmla="*/ 47 h 94"/>
                  <a:gd name="T6" fmla="*/ 1 w 6"/>
                  <a:gd name="T7" fmla="*/ 52 h 94"/>
                  <a:gd name="T8" fmla="*/ 1 w 6"/>
                  <a:gd name="T9" fmla="*/ 58 h 94"/>
                  <a:gd name="T10" fmla="*/ 1 w 6"/>
                  <a:gd name="T11" fmla="*/ 61 h 94"/>
                  <a:gd name="T12" fmla="*/ 1 w 6"/>
                  <a:gd name="T13" fmla="*/ 65 h 94"/>
                  <a:gd name="T14" fmla="*/ 1 w 6"/>
                  <a:gd name="T15" fmla="*/ 67 h 94"/>
                  <a:gd name="T16" fmla="*/ 1 w 6"/>
                  <a:gd name="T17" fmla="*/ 66 h 94"/>
                  <a:gd name="T18" fmla="*/ 1 w 6"/>
                  <a:gd name="T19" fmla="*/ 69 h 94"/>
                  <a:gd name="T20" fmla="*/ 1 w 6"/>
                  <a:gd name="T21" fmla="*/ 73 h 94"/>
                  <a:gd name="T22" fmla="*/ 1 w 6"/>
                  <a:gd name="T23" fmla="*/ 73 h 94"/>
                  <a:gd name="T24" fmla="*/ 2 w 6"/>
                  <a:gd name="T25" fmla="*/ 71 h 94"/>
                  <a:gd name="T26" fmla="*/ 2 w 6"/>
                  <a:gd name="T27" fmla="*/ 74 h 94"/>
                  <a:gd name="T28" fmla="*/ 2 w 6"/>
                  <a:gd name="T29" fmla="*/ 76 h 94"/>
                  <a:gd name="T30" fmla="*/ 2 w 6"/>
                  <a:gd name="T31" fmla="*/ 78 h 94"/>
                  <a:gd name="T32" fmla="*/ 2 w 6"/>
                  <a:gd name="T33" fmla="*/ 81 h 94"/>
                  <a:gd name="T34" fmla="*/ 2 w 6"/>
                  <a:gd name="T35" fmla="*/ 86 h 94"/>
                  <a:gd name="T36" fmla="*/ 2 w 6"/>
                  <a:gd name="T37" fmla="*/ 90 h 94"/>
                  <a:gd name="T38" fmla="*/ 3 w 6"/>
                  <a:gd name="T39" fmla="*/ 94 h 94"/>
                  <a:gd name="T40" fmla="*/ 3 w 6"/>
                  <a:gd name="T41" fmla="*/ 92 h 94"/>
                  <a:gd name="T42" fmla="*/ 3 w 6"/>
                  <a:gd name="T43" fmla="*/ 86 h 94"/>
                  <a:gd name="T44" fmla="*/ 3 w 6"/>
                  <a:gd name="T45" fmla="*/ 82 h 94"/>
                  <a:gd name="T46" fmla="*/ 3 w 6"/>
                  <a:gd name="T47" fmla="*/ 81 h 94"/>
                  <a:gd name="T48" fmla="*/ 3 w 6"/>
                  <a:gd name="T49" fmla="*/ 77 h 94"/>
                  <a:gd name="T50" fmla="*/ 3 w 6"/>
                  <a:gd name="T51" fmla="*/ 71 h 94"/>
                  <a:gd name="T52" fmla="*/ 3 w 6"/>
                  <a:gd name="T53" fmla="*/ 62 h 94"/>
                  <a:gd name="T54" fmla="*/ 3 w 6"/>
                  <a:gd name="T55" fmla="*/ 55 h 94"/>
                  <a:gd name="T56" fmla="*/ 4 w 6"/>
                  <a:gd name="T57" fmla="*/ 51 h 94"/>
                  <a:gd name="T58" fmla="*/ 4 w 6"/>
                  <a:gd name="T59" fmla="*/ 50 h 94"/>
                  <a:gd name="T60" fmla="*/ 4 w 6"/>
                  <a:gd name="T61" fmla="*/ 47 h 94"/>
                  <a:gd name="T62" fmla="*/ 4 w 6"/>
                  <a:gd name="T63" fmla="*/ 45 h 94"/>
                  <a:gd name="T64" fmla="*/ 4 w 6"/>
                  <a:gd name="T65" fmla="*/ 44 h 94"/>
                  <a:gd name="T66" fmla="*/ 4 w 6"/>
                  <a:gd name="T67" fmla="*/ 41 h 94"/>
                  <a:gd name="T68" fmla="*/ 5 w 6"/>
                  <a:gd name="T69" fmla="*/ 38 h 94"/>
                  <a:gd name="T70" fmla="*/ 5 w 6"/>
                  <a:gd name="T71" fmla="*/ 39 h 94"/>
                  <a:gd name="T72" fmla="*/ 5 w 6"/>
                  <a:gd name="T73" fmla="*/ 38 h 94"/>
                  <a:gd name="T74" fmla="*/ 5 w 6"/>
                  <a:gd name="T75" fmla="*/ 36 h 94"/>
                  <a:gd name="T76" fmla="*/ 5 w 6"/>
                  <a:gd name="T77" fmla="*/ 36 h 94"/>
                  <a:gd name="T78" fmla="*/ 5 w 6"/>
                  <a:gd name="T79" fmla="*/ 32 h 94"/>
                  <a:gd name="T80" fmla="*/ 5 w 6"/>
                  <a:gd name="T81" fmla="*/ 26 h 94"/>
                  <a:gd name="T82" fmla="*/ 5 w 6"/>
                  <a:gd name="T83" fmla="*/ 25 h 94"/>
                  <a:gd name="T84" fmla="*/ 5 w 6"/>
                  <a:gd name="T85" fmla="*/ 25 h 94"/>
                  <a:gd name="T86" fmla="*/ 6 w 6"/>
                  <a:gd name="T87" fmla="*/ 17 h 94"/>
                  <a:gd name="T88" fmla="*/ 6 w 6"/>
                  <a:gd name="T89" fmla="*/ 10 h 94"/>
                  <a:gd name="T90" fmla="*/ 6 w 6"/>
                  <a:gd name="T91" fmla="*/ 11 h 94"/>
                  <a:gd name="T92" fmla="*/ 6 w 6"/>
                  <a:gd name="T93" fmla="*/ 9 h 94"/>
                  <a:gd name="T94" fmla="*/ 6 w 6"/>
                  <a:gd name="T95" fmla="*/ 2 h 94"/>
                  <a:gd name="T96" fmla="*/ 6 w 6"/>
                  <a:gd name="T97" fmla="*/ 0 h 94"/>
                  <a:gd name="T98" fmla="*/ 6 w 6"/>
                  <a:gd name="T99" fmla="*/ 4 h 94"/>
                  <a:gd name="T100" fmla="*/ 6 w 6"/>
                  <a:gd name="T101" fmla="*/ 5 h 94"/>
                  <a:gd name="T102" fmla="*/ 6 w 6"/>
                  <a:gd name="T103" fmla="*/ 2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94">
                    <a:moveTo>
                      <a:pt x="0" y="44"/>
                    </a:moveTo>
                    <a:lnTo>
                      <a:pt x="0" y="47"/>
                    </a:lnTo>
                    <a:lnTo>
                      <a:pt x="0" y="47"/>
                    </a:lnTo>
                    <a:lnTo>
                      <a:pt x="1" y="52"/>
                    </a:lnTo>
                    <a:lnTo>
                      <a:pt x="1" y="58"/>
                    </a:lnTo>
                    <a:lnTo>
                      <a:pt x="1" y="61"/>
                    </a:lnTo>
                    <a:lnTo>
                      <a:pt x="1" y="65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9"/>
                    </a:lnTo>
                    <a:lnTo>
                      <a:pt x="1" y="73"/>
                    </a:lnTo>
                    <a:lnTo>
                      <a:pt x="1" y="73"/>
                    </a:lnTo>
                    <a:lnTo>
                      <a:pt x="2" y="71"/>
                    </a:lnTo>
                    <a:lnTo>
                      <a:pt x="2" y="74"/>
                    </a:lnTo>
                    <a:lnTo>
                      <a:pt x="2" y="76"/>
                    </a:lnTo>
                    <a:lnTo>
                      <a:pt x="2" y="78"/>
                    </a:lnTo>
                    <a:lnTo>
                      <a:pt x="2" y="81"/>
                    </a:lnTo>
                    <a:lnTo>
                      <a:pt x="2" y="86"/>
                    </a:lnTo>
                    <a:lnTo>
                      <a:pt x="2" y="90"/>
                    </a:lnTo>
                    <a:lnTo>
                      <a:pt x="3" y="94"/>
                    </a:lnTo>
                    <a:lnTo>
                      <a:pt x="3" y="92"/>
                    </a:lnTo>
                    <a:lnTo>
                      <a:pt x="3" y="86"/>
                    </a:lnTo>
                    <a:lnTo>
                      <a:pt x="3" y="82"/>
                    </a:lnTo>
                    <a:lnTo>
                      <a:pt x="3" y="81"/>
                    </a:lnTo>
                    <a:lnTo>
                      <a:pt x="3" y="77"/>
                    </a:lnTo>
                    <a:lnTo>
                      <a:pt x="3" y="71"/>
                    </a:lnTo>
                    <a:lnTo>
                      <a:pt x="3" y="62"/>
                    </a:lnTo>
                    <a:lnTo>
                      <a:pt x="3" y="55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4" y="47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4" y="41"/>
                    </a:lnTo>
                    <a:lnTo>
                      <a:pt x="5" y="38"/>
                    </a:lnTo>
                    <a:lnTo>
                      <a:pt x="5" y="39"/>
                    </a:lnTo>
                    <a:lnTo>
                      <a:pt x="5" y="38"/>
                    </a:lnTo>
                    <a:lnTo>
                      <a:pt x="5" y="36"/>
                    </a:lnTo>
                    <a:lnTo>
                      <a:pt x="5" y="36"/>
                    </a:lnTo>
                    <a:lnTo>
                      <a:pt x="5" y="32"/>
                    </a:lnTo>
                    <a:lnTo>
                      <a:pt x="5" y="26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6" y="17"/>
                    </a:lnTo>
                    <a:lnTo>
                      <a:pt x="6" y="10"/>
                    </a:lnTo>
                    <a:lnTo>
                      <a:pt x="6" y="11"/>
                    </a:lnTo>
                    <a:lnTo>
                      <a:pt x="6" y="9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6" y="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27" name="Freeform 872"/>
              <p:cNvSpPr/>
              <p:nvPr/>
            </p:nvSpPr>
            <p:spPr bwMode="auto">
              <a:xfrm>
                <a:off x="1445" y="2889"/>
                <a:ext cx="7" cy="80"/>
              </a:xfrm>
              <a:custGeom>
                <a:avLst/>
                <a:gdLst>
                  <a:gd name="T0" fmla="*/ 0 w 7"/>
                  <a:gd name="T1" fmla="*/ 80 h 80"/>
                  <a:gd name="T2" fmla="*/ 0 w 7"/>
                  <a:gd name="T3" fmla="*/ 77 h 80"/>
                  <a:gd name="T4" fmla="*/ 1 w 7"/>
                  <a:gd name="T5" fmla="*/ 74 h 80"/>
                  <a:gd name="T6" fmla="*/ 1 w 7"/>
                  <a:gd name="T7" fmla="*/ 72 h 80"/>
                  <a:gd name="T8" fmla="*/ 1 w 7"/>
                  <a:gd name="T9" fmla="*/ 68 h 80"/>
                  <a:gd name="T10" fmla="*/ 1 w 7"/>
                  <a:gd name="T11" fmla="*/ 64 h 80"/>
                  <a:gd name="T12" fmla="*/ 1 w 7"/>
                  <a:gd name="T13" fmla="*/ 61 h 80"/>
                  <a:gd name="T14" fmla="*/ 1 w 7"/>
                  <a:gd name="T15" fmla="*/ 58 h 80"/>
                  <a:gd name="T16" fmla="*/ 2 w 7"/>
                  <a:gd name="T17" fmla="*/ 53 h 80"/>
                  <a:gd name="T18" fmla="*/ 2 w 7"/>
                  <a:gd name="T19" fmla="*/ 50 h 80"/>
                  <a:gd name="T20" fmla="*/ 2 w 7"/>
                  <a:gd name="T21" fmla="*/ 50 h 80"/>
                  <a:gd name="T22" fmla="*/ 2 w 7"/>
                  <a:gd name="T23" fmla="*/ 49 h 80"/>
                  <a:gd name="T24" fmla="*/ 2 w 7"/>
                  <a:gd name="T25" fmla="*/ 45 h 80"/>
                  <a:gd name="T26" fmla="*/ 2 w 7"/>
                  <a:gd name="T27" fmla="*/ 45 h 80"/>
                  <a:gd name="T28" fmla="*/ 2 w 7"/>
                  <a:gd name="T29" fmla="*/ 48 h 80"/>
                  <a:gd name="T30" fmla="*/ 2 w 7"/>
                  <a:gd name="T31" fmla="*/ 47 h 80"/>
                  <a:gd name="T32" fmla="*/ 2 w 7"/>
                  <a:gd name="T33" fmla="*/ 43 h 80"/>
                  <a:gd name="T34" fmla="*/ 3 w 7"/>
                  <a:gd name="T35" fmla="*/ 46 h 80"/>
                  <a:gd name="T36" fmla="*/ 3 w 7"/>
                  <a:gd name="T37" fmla="*/ 50 h 80"/>
                  <a:gd name="T38" fmla="*/ 3 w 7"/>
                  <a:gd name="T39" fmla="*/ 48 h 80"/>
                  <a:gd name="T40" fmla="*/ 3 w 7"/>
                  <a:gd name="T41" fmla="*/ 47 h 80"/>
                  <a:gd name="T42" fmla="*/ 3 w 7"/>
                  <a:gd name="T43" fmla="*/ 47 h 80"/>
                  <a:gd name="T44" fmla="*/ 3 w 7"/>
                  <a:gd name="T45" fmla="*/ 44 h 80"/>
                  <a:gd name="T46" fmla="*/ 4 w 7"/>
                  <a:gd name="T47" fmla="*/ 41 h 80"/>
                  <a:gd name="T48" fmla="*/ 4 w 7"/>
                  <a:gd name="T49" fmla="*/ 41 h 80"/>
                  <a:gd name="T50" fmla="*/ 4 w 7"/>
                  <a:gd name="T51" fmla="*/ 39 h 80"/>
                  <a:gd name="T52" fmla="*/ 4 w 7"/>
                  <a:gd name="T53" fmla="*/ 33 h 80"/>
                  <a:gd name="T54" fmla="*/ 4 w 7"/>
                  <a:gd name="T55" fmla="*/ 30 h 80"/>
                  <a:gd name="T56" fmla="*/ 4 w 7"/>
                  <a:gd name="T57" fmla="*/ 29 h 80"/>
                  <a:gd name="T58" fmla="*/ 4 w 7"/>
                  <a:gd name="T59" fmla="*/ 27 h 80"/>
                  <a:gd name="T60" fmla="*/ 4 w 7"/>
                  <a:gd name="T61" fmla="*/ 23 h 80"/>
                  <a:gd name="T62" fmla="*/ 4 w 7"/>
                  <a:gd name="T63" fmla="*/ 21 h 80"/>
                  <a:gd name="T64" fmla="*/ 4 w 7"/>
                  <a:gd name="T65" fmla="*/ 20 h 80"/>
                  <a:gd name="T66" fmla="*/ 5 w 7"/>
                  <a:gd name="T67" fmla="*/ 19 h 80"/>
                  <a:gd name="T68" fmla="*/ 5 w 7"/>
                  <a:gd name="T69" fmla="*/ 18 h 80"/>
                  <a:gd name="T70" fmla="*/ 5 w 7"/>
                  <a:gd name="T71" fmla="*/ 15 h 80"/>
                  <a:gd name="T72" fmla="*/ 5 w 7"/>
                  <a:gd name="T73" fmla="*/ 11 h 80"/>
                  <a:gd name="T74" fmla="*/ 5 w 7"/>
                  <a:gd name="T75" fmla="*/ 8 h 80"/>
                  <a:gd name="T76" fmla="*/ 5 w 7"/>
                  <a:gd name="T77" fmla="*/ 8 h 80"/>
                  <a:gd name="T78" fmla="*/ 5 w 7"/>
                  <a:gd name="T79" fmla="*/ 9 h 80"/>
                  <a:gd name="T80" fmla="*/ 5 w 7"/>
                  <a:gd name="T81" fmla="*/ 5 h 80"/>
                  <a:gd name="T82" fmla="*/ 5 w 7"/>
                  <a:gd name="T83" fmla="*/ 2 h 80"/>
                  <a:gd name="T84" fmla="*/ 6 w 7"/>
                  <a:gd name="T85" fmla="*/ 2 h 80"/>
                  <a:gd name="T86" fmla="*/ 6 w 7"/>
                  <a:gd name="T87" fmla="*/ 1 h 80"/>
                  <a:gd name="T88" fmla="*/ 6 w 7"/>
                  <a:gd name="T89" fmla="*/ 0 h 80"/>
                  <a:gd name="T90" fmla="*/ 6 w 7"/>
                  <a:gd name="T91" fmla="*/ 1 h 80"/>
                  <a:gd name="T92" fmla="*/ 6 w 7"/>
                  <a:gd name="T93" fmla="*/ 5 h 80"/>
                  <a:gd name="T94" fmla="*/ 6 w 7"/>
                  <a:gd name="T95" fmla="*/ 7 h 80"/>
                  <a:gd name="T96" fmla="*/ 7 w 7"/>
                  <a:gd name="T97" fmla="*/ 7 h 80"/>
                  <a:gd name="T98" fmla="*/ 7 w 7"/>
                  <a:gd name="T99" fmla="*/ 8 h 80"/>
                  <a:gd name="T100" fmla="*/ 7 w 7"/>
                  <a:gd name="T101" fmla="*/ 12 h 80"/>
                  <a:gd name="T102" fmla="*/ 7 w 7"/>
                  <a:gd name="T103" fmla="*/ 16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80">
                    <a:moveTo>
                      <a:pt x="0" y="80"/>
                    </a:moveTo>
                    <a:lnTo>
                      <a:pt x="0" y="77"/>
                    </a:lnTo>
                    <a:lnTo>
                      <a:pt x="1" y="74"/>
                    </a:lnTo>
                    <a:lnTo>
                      <a:pt x="1" y="72"/>
                    </a:lnTo>
                    <a:lnTo>
                      <a:pt x="1" y="68"/>
                    </a:lnTo>
                    <a:lnTo>
                      <a:pt x="1" y="64"/>
                    </a:lnTo>
                    <a:lnTo>
                      <a:pt x="1" y="61"/>
                    </a:lnTo>
                    <a:lnTo>
                      <a:pt x="1" y="58"/>
                    </a:lnTo>
                    <a:lnTo>
                      <a:pt x="2" y="53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5"/>
                    </a:lnTo>
                    <a:lnTo>
                      <a:pt x="2" y="45"/>
                    </a:lnTo>
                    <a:lnTo>
                      <a:pt x="2" y="48"/>
                    </a:lnTo>
                    <a:lnTo>
                      <a:pt x="2" y="47"/>
                    </a:lnTo>
                    <a:lnTo>
                      <a:pt x="2" y="43"/>
                    </a:lnTo>
                    <a:lnTo>
                      <a:pt x="3" y="46"/>
                    </a:lnTo>
                    <a:lnTo>
                      <a:pt x="3" y="50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4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4" y="39"/>
                    </a:lnTo>
                    <a:lnTo>
                      <a:pt x="4" y="33"/>
                    </a:lnTo>
                    <a:lnTo>
                      <a:pt x="4" y="30"/>
                    </a:lnTo>
                    <a:lnTo>
                      <a:pt x="4" y="29"/>
                    </a:lnTo>
                    <a:lnTo>
                      <a:pt x="4" y="27"/>
                    </a:lnTo>
                    <a:lnTo>
                      <a:pt x="4" y="23"/>
                    </a:lnTo>
                    <a:lnTo>
                      <a:pt x="4" y="21"/>
                    </a:lnTo>
                    <a:lnTo>
                      <a:pt x="4" y="20"/>
                    </a:lnTo>
                    <a:lnTo>
                      <a:pt x="5" y="19"/>
                    </a:lnTo>
                    <a:lnTo>
                      <a:pt x="5" y="18"/>
                    </a:lnTo>
                    <a:lnTo>
                      <a:pt x="5" y="15"/>
                    </a:lnTo>
                    <a:lnTo>
                      <a:pt x="5" y="11"/>
                    </a:lnTo>
                    <a:lnTo>
                      <a:pt x="5" y="8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5" y="5"/>
                    </a:lnTo>
                    <a:lnTo>
                      <a:pt x="5" y="2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5"/>
                    </a:lnTo>
                    <a:lnTo>
                      <a:pt x="6" y="7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7" y="12"/>
                    </a:lnTo>
                    <a:lnTo>
                      <a:pt x="7" y="1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28" name="Freeform 873"/>
              <p:cNvSpPr/>
              <p:nvPr/>
            </p:nvSpPr>
            <p:spPr bwMode="auto">
              <a:xfrm>
                <a:off x="1452" y="2901"/>
                <a:ext cx="6" cy="79"/>
              </a:xfrm>
              <a:custGeom>
                <a:avLst/>
                <a:gdLst>
                  <a:gd name="T0" fmla="*/ 0 w 6"/>
                  <a:gd name="T1" fmla="*/ 0 h 79"/>
                  <a:gd name="T2" fmla="*/ 0 w 6"/>
                  <a:gd name="T3" fmla="*/ 4 h 79"/>
                  <a:gd name="T4" fmla="*/ 0 w 6"/>
                  <a:gd name="T5" fmla="*/ 8 h 79"/>
                  <a:gd name="T6" fmla="*/ 0 w 6"/>
                  <a:gd name="T7" fmla="*/ 12 h 79"/>
                  <a:gd name="T8" fmla="*/ 0 w 6"/>
                  <a:gd name="T9" fmla="*/ 16 h 79"/>
                  <a:gd name="T10" fmla="*/ 0 w 6"/>
                  <a:gd name="T11" fmla="*/ 22 h 79"/>
                  <a:gd name="T12" fmla="*/ 0 w 6"/>
                  <a:gd name="T13" fmla="*/ 29 h 79"/>
                  <a:gd name="T14" fmla="*/ 1 w 6"/>
                  <a:gd name="T15" fmla="*/ 36 h 79"/>
                  <a:gd name="T16" fmla="*/ 1 w 6"/>
                  <a:gd name="T17" fmla="*/ 41 h 79"/>
                  <a:gd name="T18" fmla="*/ 1 w 6"/>
                  <a:gd name="T19" fmla="*/ 46 h 79"/>
                  <a:gd name="T20" fmla="*/ 1 w 6"/>
                  <a:gd name="T21" fmla="*/ 51 h 79"/>
                  <a:gd name="T22" fmla="*/ 1 w 6"/>
                  <a:gd name="T23" fmla="*/ 54 h 79"/>
                  <a:gd name="T24" fmla="*/ 1 w 6"/>
                  <a:gd name="T25" fmla="*/ 55 h 79"/>
                  <a:gd name="T26" fmla="*/ 2 w 6"/>
                  <a:gd name="T27" fmla="*/ 57 h 79"/>
                  <a:gd name="T28" fmla="*/ 2 w 6"/>
                  <a:gd name="T29" fmla="*/ 58 h 79"/>
                  <a:gd name="T30" fmla="*/ 2 w 6"/>
                  <a:gd name="T31" fmla="*/ 60 h 79"/>
                  <a:gd name="T32" fmla="*/ 2 w 6"/>
                  <a:gd name="T33" fmla="*/ 63 h 79"/>
                  <a:gd name="T34" fmla="*/ 2 w 6"/>
                  <a:gd name="T35" fmla="*/ 65 h 79"/>
                  <a:gd name="T36" fmla="*/ 2 w 6"/>
                  <a:gd name="T37" fmla="*/ 65 h 79"/>
                  <a:gd name="T38" fmla="*/ 2 w 6"/>
                  <a:gd name="T39" fmla="*/ 67 h 79"/>
                  <a:gd name="T40" fmla="*/ 2 w 6"/>
                  <a:gd name="T41" fmla="*/ 70 h 79"/>
                  <a:gd name="T42" fmla="*/ 2 w 6"/>
                  <a:gd name="T43" fmla="*/ 73 h 79"/>
                  <a:gd name="T44" fmla="*/ 3 w 6"/>
                  <a:gd name="T45" fmla="*/ 75 h 79"/>
                  <a:gd name="T46" fmla="*/ 3 w 6"/>
                  <a:gd name="T47" fmla="*/ 78 h 79"/>
                  <a:gd name="T48" fmla="*/ 3 w 6"/>
                  <a:gd name="T49" fmla="*/ 79 h 79"/>
                  <a:gd name="T50" fmla="*/ 3 w 6"/>
                  <a:gd name="T51" fmla="*/ 79 h 79"/>
                  <a:gd name="T52" fmla="*/ 3 w 6"/>
                  <a:gd name="T53" fmla="*/ 78 h 79"/>
                  <a:gd name="T54" fmla="*/ 3 w 6"/>
                  <a:gd name="T55" fmla="*/ 78 h 79"/>
                  <a:gd name="T56" fmla="*/ 3 w 6"/>
                  <a:gd name="T57" fmla="*/ 77 h 79"/>
                  <a:gd name="T58" fmla="*/ 3 w 6"/>
                  <a:gd name="T59" fmla="*/ 74 h 79"/>
                  <a:gd name="T60" fmla="*/ 3 w 6"/>
                  <a:gd name="T61" fmla="*/ 71 h 79"/>
                  <a:gd name="T62" fmla="*/ 4 w 6"/>
                  <a:gd name="T63" fmla="*/ 69 h 79"/>
                  <a:gd name="T64" fmla="*/ 4 w 6"/>
                  <a:gd name="T65" fmla="*/ 67 h 79"/>
                  <a:gd name="T66" fmla="*/ 4 w 6"/>
                  <a:gd name="T67" fmla="*/ 65 h 79"/>
                  <a:gd name="T68" fmla="*/ 4 w 6"/>
                  <a:gd name="T69" fmla="*/ 65 h 79"/>
                  <a:gd name="T70" fmla="*/ 4 w 6"/>
                  <a:gd name="T71" fmla="*/ 65 h 79"/>
                  <a:gd name="T72" fmla="*/ 4 w 6"/>
                  <a:gd name="T73" fmla="*/ 65 h 79"/>
                  <a:gd name="T74" fmla="*/ 5 w 6"/>
                  <a:gd name="T75" fmla="*/ 66 h 79"/>
                  <a:gd name="T76" fmla="*/ 5 w 6"/>
                  <a:gd name="T77" fmla="*/ 69 h 79"/>
                  <a:gd name="T78" fmla="*/ 5 w 6"/>
                  <a:gd name="T79" fmla="*/ 69 h 79"/>
                  <a:gd name="T80" fmla="*/ 5 w 6"/>
                  <a:gd name="T81" fmla="*/ 69 h 79"/>
                  <a:gd name="T82" fmla="*/ 5 w 6"/>
                  <a:gd name="T83" fmla="*/ 72 h 79"/>
                  <a:gd name="T84" fmla="*/ 5 w 6"/>
                  <a:gd name="T85" fmla="*/ 72 h 79"/>
                  <a:gd name="T86" fmla="*/ 5 w 6"/>
                  <a:gd name="T87" fmla="*/ 70 h 79"/>
                  <a:gd name="T88" fmla="*/ 5 w 6"/>
                  <a:gd name="T89" fmla="*/ 69 h 79"/>
                  <a:gd name="T90" fmla="*/ 5 w 6"/>
                  <a:gd name="T91" fmla="*/ 68 h 79"/>
                  <a:gd name="T92" fmla="*/ 5 w 6"/>
                  <a:gd name="T93" fmla="*/ 66 h 79"/>
                  <a:gd name="T94" fmla="*/ 6 w 6"/>
                  <a:gd name="T95" fmla="*/ 65 h 79"/>
                  <a:gd name="T96" fmla="*/ 6 w 6"/>
                  <a:gd name="T97" fmla="*/ 65 h 79"/>
                  <a:gd name="T98" fmla="*/ 6 w 6"/>
                  <a:gd name="T99" fmla="*/ 66 h 79"/>
                  <a:gd name="T100" fmla="*/ 6 w 6"/>
                  <a:gd name="T101" fmla="*/ 66 h 79"/>
                  <a:gd name="T102" fmla="*/ 6 w 6"/>
                  <a:gd name="T103" fmla="*/ 68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9">
                    <a:moveTo>
                      <a:pt x="0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22"/>
                    </a:lnTo>
                    <a:lnTo>
                      <a:pt x="0" y="29"/>
                    </a:lnTo>
                    <a:lnTo>
                      <a:pt x="1" y="36"/>
                    </a:lnTo>
                    <a:lnTo>
                      <a:pt x="1" y="41"/>
                    </a:lnTo>
                    <a:lnTo>
                      <a:pt x="1" y="46"/>
                    </a:lnTo>
                    <a:lnTo>
                      <a:pt x="1" y="51"/>
                    </a:lnTo>
                    <a:lnTo>
                      <a:pt x="1" y="54"/>
                    </a:lnTo>
                    <a:lnTo>
                      <a:pt x="1" y="55"/>
                    </a:lnTo>
                    <a:lnTo>
                      <a:pt x="2" y="57"/>
                    </a:lnTo>
                    <a:lnTo>
                      <a:pt x="2" y="58"/>
                    </a:lnTo>
                    <a:lnTo>
                      <a:pt x="2" y="60"/>
                    </a:lnTo>
                    <a:lnTo>
                      <a:pt x="2" y="63"/>
                    </a:lnTo>
                    <a:lnTo>
                      <a:pt x="2" y="65"/>
                    </a:lnTo>
                    <a:lnTo>
                      <a:pt x="2" y="65"/>
                    </a:lnTo>
                    <a:lnTo>
                      <a:pt x="2" y="67"/>
                    </a:lnTo>
                    <a:lnTo>
                      <a:pt x="2" y="70"/>
                    </a:lnTo>
                    <a:lnTo>
                      <a:pt x="2" y="73"/>
                    </a:lnTo>
                    <a:lnTo>
                      <a:pt x="3" y="75"/>
                    </a:lnTo>
                    <a:lnTo>
                      <a:pt x="3" y="78"/>
                    </a:lnTo>
                    <a:lnTo>
                      <a:pt x="3" y="79"/>
                    </a:lnTo>
                    <a:lnTo>
                      <a:pt x="3" y="79"/>
                    </a:lnTo>
                    <a:lnTo>
                      <a:pt x="3" y="78"/>
                    </a:lnTo>
                    <a:lnTo>
                      <a:pt x="3" y="78"/>
                    </a:lnTo>
                    <a:lnTo>
                      <a:pt x="3" y="77"/>
                    </a:lnTo>
                    <a:lnTo>
                      <a:pt x="3" y="74"/>
                    </a:lnTo>
                    <a:lnTo>
                      <a:pt x="3" y="71"/>
                    </a:lnTo>
                    <a:lnTo>
                      <a:pt x="4" y="69"/>
                    </a:lnTo>
                    <a:lnTo>
                      <a:pt x="4" y="67"/>
                    </a:lnTo>
                    <a:lnTo>
                      <a:pt x="4" y="65"/>
                    </a:lnTo>
                    <a:lnTo>
                      <a:pt x="4" y="65"/>
                    </a:lnTo>
                    <a:lnTo>
                      <a:pt x="4" y="65"/>
                    </a:lnTo>
                    <a:lnTo>
                      <a:pt x="4" y="65"/>
                    </a:lnTo>
                    <a:lnTo>
                      <a:pt x="5" y="66"/>
                    </a:lnTo>
                    <a:lnTo>
                      <a:pt x="5" y="69"/>
                    </a:lnTo>
                    <a:lnTo>
                      <a:pt x="5" y="69"/>
                    </a:lnTo>
                    <a:lnTo>
                      <a:pt x="5" y="69"/>
                    </a:lnTo>
                    <a:lnTo>
                      <a:pt x="5" y="72"/>
                    </a:lnTo>
                    <a:lnTo>
                      <a:pt x="5" y="72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5" y="66"/>
                    </a:lnTo>
                    <a:lnTo>
                      <a:pt x="6" y="65"/>
                    </a:lnTo>
                    <a:lnTo>
                      <a:pt x="6" y="65"/>
                    </a:lnTo>
                    <a:lnTo>
                      <a:pt x="6" y="66"/>
                    </a:lnTo>
                    <a:lnTo>
                      <a:pt x="6" y="66"/>
                    </a:lnTo>
                    <a:lnTo>
                      <a:pt x="6" y="6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29" name="Freeform 874"/>
              <p:cNvSpPr/>
              <p:nvPr/>
            </p:nvSpPr>
            <p:spPr bwMode="auto">
              <a:xfrm>
                <a:off x="1458" y="2950"/>
                <a:ext cx="7" cy="36"/>
              </a:xfrm>
              <a:custGeom>
                <a:avLst/>
                <a:gdLst>
                  <a:gd name="T0" fmla="*/ 0 w 7"/>
                  <a:gd name="T1" fmla="*/ 17 h 36"/>
                  <a:gd name="T2" fmla="*/ 0 w 7"/>
                  <a:gd name="T3" fmla="*/ 19 h 36"/>
                  <a:gd name="T4" fmla="*/ 0 w 7"/>
                  <a:gd name="T5" fmla="*/ 23 h 36"/>
                  <a:gd name="T6" fmla="*/ 1 w 7"/>
                  <a:gd name="T7" fmla="*/ 28 h 36"/>
                  <a:gd name="T8" fmla="*/ 1 w 7"/>
                  <a:gd name="T9" fmla="*/ 31 h 36"/>
                  <a:gd name="T10" fmla="*/ 1 w 7"/>
                  <a:gd name="T11" fmla="*/ 33 h 36"/>
                  <a:gd name="T12" fmla="*/ 1 w 7"/>
                  <a:gd name="T13" fmla="*/ 35 h 36"/>
                  <a:gd name="T14" fmla="*/ 1 w 7"/>
                  <a:gd name="T15" fmla="*/ 36 h 36"/>
                  <a:gd name="T16" fmla="*/ 1 w 7"/>
                  <a:gd name="T17" fmla="*/ 35 h 36"/>
                  <a:gd name="T18" fmla="*/ 1 w 7"/>
                  <a:gd name="T19" fmla="*/ 35 h 36"/>
                  <a:gd name="T20" fmla="*/ 1 w 7"/>
                  <a:gd name="T21" fmla="*/ 34 h 36"/>
                  <a:gd name="T22" fmla="*/ 1 w 7"/>
                  <a:gd name="T23" fmla="*/ 31 h 36"/>
                  <a:gd name="T24" fmla="*/ 2 w 7"/>
                  <a:gd name="T25" fmla="*/ 29 h 36"/>
                  <a:gd name="T26" fmla="*/ 2 w 7"/>
                  <a:gd name="T27" fmla="*/ 28 h 36"/>
                  <a:gd name="T28" fmla="*/ 2 w 7"/>
                  <a:gd name="T29" fmla="*/ 24 h 36"/>
                  <a:gd name="T30" fmla="*/ 2 w 7"/>
                  <a:gd name="T31" fmla="*/ 21 h 36"/>
                  <a:gd name="T32" fmla="*/ 2 w 7"/>
                  <a:gd name="T33" fmla="*/ 23 h 36"/>
                  <a:gd name="T34" fmla="*/ 2 w 7"/>
                  <a:gd name="T35" fmla="*/ 23 h 36"/>
                  <a:gd name="T36" fmla="*/ 2 w 7"/>
                  <a:gd name="T37" fmla="*/ 19 h 36"/>
                  <a:gd name="T38" fmla="*/ 2 w 7"/>
                  <a:gd name="T39" fmla="*/ 18 h 36"/>
                  <a:gd name="T40" fmla="*/ 2 w 7"/>
                  <a:gd name="T41" fmla="*/ 21 h 36"/>
                  <a:gd name="T42" fmla="*/ 3 w 7"/>
                  <a:gd name="T43" fmla="*/ 24 h 36"/>
                  <a:gd name="T44" fmla="*/ 3 w 7"/>
                  <a:gd name="T45" fmla="*/ 22 h 36"/>
                  <a:gd name="T46" fmla="*/ 3 w 7"/>
                  <a:gd name="T47" fmla="*/ 22 h 36"/>
                  <a:gd name="T48" fmla="*/ 3 w 7"/>
                  <a:gd name="T49" fmla="*/ 25 h 36"/>
                  <a:gd name="T50" fmla="*/ 3 w 7"/>
                  <a:gd name="T51" fmla="*/ 24 h 36"/>
                  <a:gd name="T52" fmla="*/ 3 w 7"/>
                  <a:gd name="T53" fmla="*/ 21 h 36"/>
                  <a:gd name="T54" fmla="*/ 4 w 7"/>
                  <a:gd name="T55" fmla="*/ 23 h 36"/>
                  <a:gd name="T56" fmla="*/ 4 w 7"/>
                  <a:gd name="T57" fmla="*/ 25 h 36"/>
                  <a:gd name="T58" fmla="*/ 4 w 7"/>
                  <a:gd name="T59" fmla="*/ 22 h 36"/>
                  <a:gd name="T60" fmla="*/ 4 w 7"/>
                  <a:gd name="T61" fmla="*/ 18 h 36"/>
                  <a:gd name="T62" fmla="*/ 4 w 7"/>
                  <a:gd name="T63" fmla="*/ 18 h 36"/>
                  <a:gd name="T64" fmla="*/ 4 w 7"/>
                  <a:gd name="T65" fmla="*/ 19 h 36"/>
                  <a:gd name="T66" fmla="*/ 4 w 7"/>
                  <a:gd name="T67" fmla="*/ 17 h 36"/>
                  <a:gd name="T68" fmla="*/ 4 w 7"/>
                  <a:gd name="T69" fmla="*/ 16 h 36"/>
                  <a:gd name="T70" fmla="*/ 4 w 7"/>
                  <a:gd name="T71" fmla="*/ 16 h 36"/>
                  <a:gd name="T72" fmla="*/ 5 w 7"/>
                  <a:gd name="T73" fmla="*/ 14 h 36"/>
                  <a:gd name="T74" fmla="*/ 5 w 7"/>
                  <a:gd name="T75" fmla="*/ 12 h 36"/>
                  <a:gd name="T76" fmla="*/ 5 w 7"/>
                  <a:gd name="T77" fmla="*/ 13 h 36"/>
                  <a:gd name="T78" fmla="*/ 5 w 7"/>
                  <a:gd name="T79" fmla="*/ 11 h 36"/>
                  <a:gd name="T80" fmla="*/ 5 w 7"/>
                  <a:gd name="T81" fmla="*/ 6 h 36"/>
                  <a:gd name="T82" fmla="*/ 5 w 7"/>
                  <a:gd name="T83" fmla="*/ 3 h 36"/>
                  <a:gd name="T84" fmla="*/ 6 w 7"/>
                  <a:gd name="T85" fmla="*/ 3 h 36"/>
                  <a:gd name="T86" fmla="*/ 6 w 7"/>
                  <a:gd name="T87" fmla="*/ 3 h 36"/>
                  <a:gd name="T88" fmla="*/ 6 w 7"/>
                  <a:gd name="T89" fmla="*/ 2 h 36"/>
                  <a:gd name="T90" fmla="*/ 6 w 7"/>
                  <a:gd name="T91" fmla="*/ 0 h 36"/>
                  <a:gd name="T92" fmla="*/ 6 w 7"/>
                  <a:gd name="T93" fmla="*/ 0 h 36"/>
                  <a:gd name="T94" fmla="*/ 6 w 7"/>
                  <a:gd name="T95" fmla="*/ 5 h 36"/>
                  <a:gd name="T96" fmla="*/ 6 w 7"/>
                  <a:gd name="T97" fmla="*/ 7 h 36"/>
                  <a:gd name="T98" fmla="*/ 6 w 7"/>
                  <a:gd name="T99" fmla="*/ 6 h 36"/>
                  <a:gd name="T100" fmla="*/ 6 w 7"/>
                  <a:gd name="T101" fmla="*/ 8 h 36"/>
                  <a:gd name="T102" fmla="*/ 7 w 7"/>
                  <a:gd name="T103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36">
                    <a:moveTo>
                      <a:pt x="0" y="17"/>
                    </a:moveTo>
                    <a:lnTo>
                      <a:pt x="0" y="19"/>
                    </a:lnTo>
                    <a:lnTo>
                      <a:pt x="0" y="23"/>
                    </a:lnTo>
                    <a:lnTo>
                      <a:pt x="1" y="28"/>
                    </a:lnTo>
                    <a:lnTo>
                      <a:pt x="1" y="31"/>
                    </a:lnTo>
                    <a:lnTo>
                      <a:pt x="1" y="33"/>
                    </a:lnTo>
                    <a:lnTo>
                      <a:pt x="1" y="35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1" y="31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4"/>
                    </a:lnTo>
                    <a:lnTo>
                      <a:pt x="2" y="21"/>
                    </a:lnTo>
                    <a:lnTo>
                      <a:pt x="2" y="23"/>
                    </a:lnTo>
                    <a:lnTo>
                      <a:pt x="2" y="23"/>
                    </a:lnTo>
                    <a:lnTo>
                      <a:pt x="2" y="19"/>
                    </a:lnTo>
                    <a:lnTo>
                      <a:pt x="2" y="18"/>
                    </a:lnTo>
                    <a:lnTo>
                      <a:pt x="2" y="21"/>
                    </a:lnTo>
                    <a:lnTo>
                      <a:pt x="3" y="24"/>
                    </a:lnTo>
                    <a:lnTo>
                      <a:pt x="3" y="22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1"/>
                    </a:lnTo>
                    <a:lnTo>
                      <a:pt x="4" y="23"/>
                    </a:lnTo>
                    <a:lnTo>
                      <a:pt x="4" y="25"/>
                    </a:lnTo>
                    <a:lnTo>
                      <a:pt x="4" y="22"/>
                    </a:lnTo>
                    <a:lnTo>
                      <a:pt x="4" y="18"/>
                    </a:lnTo>
                    <a:lnTo>
                      <a:pt x="4" y="18"/>
                    </a:lnTo>
                    <a:lnTo>
                      <a:pt x="4" y="19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4"/>
                    </a:lnTo>
                    <a:lnTo>
                      <a:pt x="5" y="12"/>
                    </a:lnTo>
                    <a:lnTo>
                      <a:pt x="5" y="13"/>
                    </a:lnTo>
                    <a:lnTo>
                      <a:pt x="5" y="11"/>
                    </a:lnTo>
                    <a:lnTo>
                      <a:pt x="5" y="6"/>
                    </a:lnTo>
                    <a:lnTo>
                      <a:pt x="5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5"/>
                    </a:lnTo>
                    <a:lnTo>
                      <a:pt x="6" y="7"/>
                    </a:lnTo>
                    <a:lnTo>
                      <a:pt x="6" y="6"/>
                    </a:lnTo>
                    <a:lnTo>
                      <a:pt x="6" y="8"/>
                    </a:lnTo>
                    <a:lnTo>
                      <a:pt x="7" y="1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30" name="Freeform 875"/>
              <p:cNvSpPr/>
              <p:nvPr/>
            </p:nvSpPr>
            <p:spPr bwMode="auto">
              <a:xfrm>
                <a:off x="1464" y="2958"/>
                <a:ext cx="7" cy="109"/>
              </a:xfrm>
              <a:custGeom>
                <a:avLst/>
                <a:gdLst>
                  <a:gd name="T0" fmla="*/ 0 w 7"/>
                  <a:gd name="T1" fmla="*/ 0 h 109"/>
                  <a:gd name="T2" fmla="*/ 1 w 7"/>
                  <a:gd name="T3" fmla="*/ 4 h 109"/>
                  <a:gd name="T4" fmla="*/ 1 w 7"/>
                  <a:gd name="T5" fmla="*/ 7 h 109"/>
                  <a:gd name="T6" fmla="*/ 1 w 7"/>
                  <a:gd name="T7" fmla="*/ 5 h 109"/>
                  <a:gd name="T8" fmla="*/ 1 w 7"/>
                  <a:gd name="T9" fmla="*/ 6 h 109"/>
                  <a:gd name="T10" fmla="*/ 1 w 7"/>
                  <a:gd name="T11" fmla="*/ 10 h 109"/>
                  <a:gd name="T12" fmla="*/ 1 w 7"/>
                  <a:gd name="T13" fmla="*/ 14 h 109"/>
                  <a:gd name="T14" fmla="*/ 1 w 7"/>
                  <a:gd name="T15" fmla="*/ 14 h 109"/>
                  <a:gd name="T16" fmla="*/ 1 w 7"/>
                  <a:gd name="T17" fmla="*/ 15 h 109"/>
                  <a:gd name="T18" fmla="*/ 1 w 7"/>
                  <a:gd name="T19" fmla="*/ 20 h 109"/>
                  <a:gd name="T20" fmla="*/ 2 w 7"/>
                  <a:gd name="T21" fmla="*/ 24 h 109"/>
                  <a:gd name="T22" fmla="*/ 2 w 7"/>
                  <a:gd name="T23" fmla="*/ 29 h 109"/>
                  <a:gd name="T24" fmla="*/ 2 w 7"/>
                  <a:gd name="T25" fmla="*/ 33 h 109"/>
                  <a:gd name="T26" fmla="*/ 2 w 7"/>
                  <a:gd name="T27" fmla="*/ 35 h 109"/>
                  <a:gd name="T28" fmla="*/ 2 w 7"/>
                  <a:gd name="T29" fmla="*/ 38 h 109"/>
                  <a:gd name="T30" fmla="*/ 2 w 7"/>
                  <a:gd name="T31" fmla="*/ 41 h 109"/>
                  <a:gd name="T32" fmla="*/ 2 w 7"/>
                  <a:gd name="T33" fmla="*/ 45 h 109"/>
                  <a:gd name="T34" fmla="*/ 3 w 7"/>
                  <a:gd name="T35" fmla="*/ 48 h 109"/>
                  <a:gd name="T36" fmla="*/ 3 w 7"/>
                  <a:gd name="T37" fmla="*/ 50 h 109"/>
                  <a:gd name="T38" fmla="*/ 3 w 7"/>
                  <a:gd name="T39" fmla="*/ 55 h 109"/>
                  <a:gd name="T40" fmla="*/ 3 w 7"/>
                  <a:gd name="T41" fmla="*/ 60 h 109"/>
                  <a:gd name="T42" fmla="*/ 3 w 7"/>
                  <a:gd name="T43" fmla="*/ 66 h 109"/>
                  <a:gd name="T44" fmla="*/ 3 w 7"/>
                  <a:gd name="T45" fmla="*/ 70 h 109"/>
                  <a:gd name="T46" fmla="*/ 3 w 7"/>
                  <a:gd name="T47" fmla="*/ 75 h 109"/>
                  <a:gd name="T48" fmla="*/ 3 w 7"/>
                  <a:gd name="T49" fmla="*/ 83 h 109"/>
                  <a:gd name="T50" fmla="*/ 3 w 7"/>
                  <a:gd name="T51" fmla="*/ 89 h 109"/>
                  <a:gd name="T52" fmla="*/ 4 w 7"/>
                  <a:gd name="T53" fmla="*/ 95 h 109"/>
                  <a:gd name="T54" fmla="*/ 4 w 7"/>
                  <a:gd name="T55" fmla="*/ 100 h 109"/>
                  <a:gd name="T56" fmla="*/ 4 w 7"/>
                  <a:gd name="T57" fmla="*/ 102 h 109"/>
                  <a:gd name="T58" fmla="*/ 4 w 7"/>
                  <a:gd name="T59" fmla="*/ 106 h 109"/>
                  <a:gd name="T60" fmla="*/ 4 w 7"/>
                  <a:gd name="T61" fmla="*/ 109 h 109"/>
                  <a:gd name="T62" fmla="*/ 4 w 7"/>
                  <a:gd name="T63" fmla="*/ 108 h 109"/>
                  <a:gd name="T64" fmla="*/ 5 w 7"/>
                  <a:gd name="T65" fmla="*/ 107 h 109"/>
                  <a:gd name="T66" fmla="*/ 5 w 7"/>
                  <a:gd name="T67" fmla="*/ 109 h 109"/>
                  <a:gd name="T68" fmla="*/ 5 w 7"/>
                  <a:gd name="T69" fmla="*/ 106 h 109"/>
                  <a:gd name="T70" fmla="*/ 5 w 7"/>
                  <a:gd name="T71" fmla="*/ 102 h 109"/>
                  <a:gd name="T72" fmla="*/ 5 w 7"/>
                  <a:gd name="T73" fmla="*/ 102 h 109"/>
                  <a:gd name="T74" fmla="*/ 5 w 7"/>
                  <a:gd name="T75" fmla="*/ 99 h 109"/>
                  <a:gd name="T76" fmla="*/ 5 w 7"/>
                  <a:gd name="T77" fmla="*/ 91 h 109"/>
                  <a:gd name="T78" fmla="*/ 5 w 7"/>
                  <a:gd name="T79" fmla="*/ 85 h 109"/>
                  <a:gd name="T80" fmla="*/ 5 w 7"/>
                  <a:gd name="T81" fmla="*/ 84 h 109"/>
                  <a:gd name="T82" fmla="*/ 6 w 7"/>
                  <a:gd name="T83" fmla="*/ 85 h 109"/>
                  <a:gd name="T84" fmla="*/ 6 w 7"/>
                  <a:gd name="T85" fmla="*/ 84 h 109"/>
                  <a:gd name="T86" fmla="*/ 6 w 7"/>
                  <a:gd name="T87" fmla="*/ 80 h 109"/>
                  <a:gd name="T88" fmla="*/ 6 w 7"/>
                  <a:gd name="T89" fmla="*/ 79 h 109"/>
                  <a:gd name="T90" fmla="*/ 6 w 7"/>
                  <a:gd name="T91" fmla="*/ 77 h 109"/>
                  <a:gd name="T92" fmla="*/ 6 w 7"/>
                  <a:gd name="T93" fmla="*/ 74 h 109"/>
                  <a:gd name="T94" fmla="*/ 6 w 7"/>
                  <a:gd name="T95" fmla="*/ 72 h 109"/>
                  <a:gd name="T96" fmla="*/ 6 w 7"/>
                  <a:gd name="T97" fmla="*/ 68 h 109"/>
                  <a:gd name="T98" fmla="*/ 6 w 7"/>
                  <a:gd name="T99" fmla="*/ 60 h 109"/>
                  <a:gd name="T100" fmla="*/ 7 w 7"/>
                  <a:gd name="T101" fmla="*/ 52 h 109"/>
                  <a:gd name="T102" fmla="*/ 7 w 7"/>
                  <a:gd name="T103" fmla="*/ 45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09">
                    <a:moveTo>
                      <a:pt x="0" y="0"/>
                    </a:moveTo>
                    <a:lnTo>
                      <a:pt x="1" y="4"/>
                    </a:lnTo>
                    <a:lnTo>
                      <a:pt x="1" y="7"/>
                    </a:lnTo>
                    <a:lnTo>
                      <a:pt x="1" y="5"/>
                    </a:lnTo>
                    <a:lnTo>
                      <a:pt x="1" y="6"/>
                    </a:lnTo>
                    <a:lnTo>
                      <a:pt x="1" y="10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1" y="15"/>
                    </a:lnTo>
                    <a:lnTo>
                      <a:pt x="1" y="20"/>
                    </a:lnTo>
                    <a:lnTo>
                      <a:pt x="2" y="24"/>
                    </a:lnTo>
                    <a:lnTo>
                      <a:pt x="2" y="29"/>
                    </a:lnTo>
                    <a:lnTo>
                      <a:pt x="2" y="33"/>
                    </a:lnTo>
                    <a:lnTo>
                      <a:pt x="2" y="35"/>
                    </a:lnTo>
                    <a:lnTo>
                      <a:pt x="2" y="38"/>
                    </a:lnTo>
                    <a:lnTo>
                      <a:pt x="2" y="41"/>
                    </a:lnTo>
                    <a:lnTo>
                      <a:pt x="2" y="45"/>
                    </a:lnTo>
                    <a:lnTo>
                      <a:pt x="3" y="48"/>
                    </a:lnTo>
                    <a:lnTo>
                      <a:pt x="3" y="50"/>
                    </a:lnTo>
                    <a:lnTo>
                      <a:pt x="3" y="55"/>
                    </a:lnTo>
                    <a:lnTo>
                      <a:pt x="3" y="60"/>
                    </a:lnTo>
                    <a:lnTo>
                      <a:pt x="3" y="66"/>
                    </a:lnTo>
                    <a:lnTo>
                      <a:pt x="3" y="70"/>
                    </a:lnTo>
                    <a:lnTo>
                      <a:pt x="3" y="75"/>
                    </a:lnTo>
                    <a:lnTo>
                      <a:pt x="3" y="83"/>
                    </a:lnTo>
                    <a:lnTo>
                      <a:pt x="3" y="89"/>
                    </a:lnTo>
                    <a:lnTo>
                      <a:pt x="4" y="95"/>
                    </a:lnTo>
                    <a:lnTo>
                      <a:pt x="4" y="100"/>
                    </a:lnTo>
                    <a:lnTo>
                      <a:pt x="4" y="102"/>
                    </a:lnTo>
                    <a:lnTo>
                      <a:pt x="4" y="106"/>
                    </a:lnTo>
                    <a:lnTo>
                      <a:pt x="4" y="109"/>
                    </a:lnTo>
                    <a:lnTo>
                      <a:pt x="4" y="108"/>
                    </a:lnTo>
                    <a:lnTo>
                      <a:pt x="5" y="107"/>
                    </a:lnTo>
                    <a:lnTo>
                      <a:pt x="5" y="109"/>
                    </a:lnTo>
                    <a:lnTo>
                      <a:pt x="5" y="106"/>
                    </a:lnTo>
                    <a:lnTo>
                      <a:pt x="5" y="102"/>
                    </a:lnTo>
                    <a:lnTo>
                      <a:pt x="5" y="102"/>
                    </a:lnTo>
                    <a:lnTo>
                      <a:pt x="5" y="99"/>
                    </a:lnTo>
                    <a:lnTo>
                      <a:pt x="5" y="91"/>
                    </a:lnTo>
                    <a:lnTo>
                      <a:pt x="5" y="85"/>
                    </a:lnTo>
                    <a:lnTo>
                      <a:pt x="5" y="84"/>
                    </a:lnTo>
                    <a:lnTo>
                      <a:pt x="6" y="85"/>
                    </a:lnTo>
                    <a:lnTo>
                      <a:pt x="6" y="84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7"/>
                    </a:lnTo>
                    <a:lnTo>
                      <a:pt x="6" y="74"/>
                    </a:lnTo>
                    <a:lnTo>
                      <a:pt x="6" y="72"/>
                    </a:lnTo>
                    <a:lnTo>
                      <a:pt x="6" y="68"/>
                    </a:lnTo>
                    <a:lnTo>
                      <a:pt x="6" y="60"/>
                    </a:lnTo>
                    <a:lnTo>
                      <a:pt x="7" y="52"/>
                    </a:lnTo>
                    <a:lnTo>
                      <a:pt x="7" y="4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31" name="Freeform 876"/>
              <p:cNvSpPr/>
              <p:nvPr/>
            </p:nvSpPr>
            <p:spPr bwMode="auto">
              <a:xfrm>
                <a:off x="1471" y="2886"/>
                <a:ext cx="6" cy="124"/>
              </a:xfrm>
              <a:custGeom>
                <a:avLst/>
                <a:gdLst>
                  <a:gd name="T0" fmla="*/ 0 w 6"/>
                  <a:gd name="T1" fmla="*/ 124 h 124"/>
                  <a:gd name="T2" fmla="*/ 0 w 6"/>
                  <a:gd name="T3" fmla="*/ 117 h 124"/>
                  <a:gd name="T4" fmla="*/ 0 w 6"/>
                  <a:gd name="T5" fmla="*/ 114 h 124"/>
                  <a:gd name="T6" fmla="*/ 0 w 6"/>
                  <a:gd name="T7" fmla="*/ 111 h 124"/>
                  <a:gd name="T8" fmla="*/ 0 w 6"/>
                  <a:gd name="T9" fmla="*/ 106 h 124"/>
                  <a:gd name="T10" fmla="*/ 0 w 6"/>
                  <a:gd name="T11" fmla="*/ 102 h 124"/>
                  <a:gd name="T12" fmla="*/ 1 w 6"/>
                  <a:gd name="T13" fmla="*/ 98 h 124"/>
                  <a:gd name="T14" fmla="*/ 1 w 6"/>
                  <a:gd name="T15" fmla="*/ 94 h 124"/>
                  <a:gd name="T16" fmla="*/ 1 w 6"/>
                  <a:gd name="T17" fmla="*/ 92 h 124"/>
                  <a:gd name="T18" fmla="*/ 1 w 6"/>
                  <a:gd name="T19" fmla="*/ 94 h 124"/>
                  <a:gd name="T20" fmla="*/ 1 w 6"/>
                  <a:gd name="T21" fmla="*/ 92 h 124"/>
                  <a:gd name="T22" fmla="*/ 1 w 6"/>
                  <a:gd name="T23" fmla="*/ 86 h 124"/>
                  <a:gd name="T24" fmla="*/ 1 w 6"/>
                  <a:gd name="T25" fmla="*/ 80 h 124"/>
                  <a:gd name="T26" fmla="*/ 1 w 6"/>
                  <a:gd name="T27" fmla="*/ 78 h 124"/>
                  <a:gd name="T28" fmla="*/ 1 w 6"/>
                  <a:gd name="T29" fmla="*/ 77 h 124"/>
                  <a:gd name="T30" fmla="*/ 2 w 6"/>
                  <a:gd name="T31" fmla="*/ 75 h 124"/>
                  <a:gd name="T32" fmla="*/ 2 w 6"/>
                  <a:gd name="T33" fmla="*/ 70 h 124"/>
                  <a:gd name="T34" fmla="*/ 2 w 6"/>
                  <a:gd name="T35" fmla="*/ 65 h 124"/>
                  <a:gd name="T36" fmla="*/ 2 w 6"/>
                  <a:gd name="T37" fmla="*/ 62 h 124"/>
                  <a:gd name="T38" fmla="*/ 2 w 6"/>
                  <a:gd name="T39" fmla="*/ 61 h 124"/>
                  <a:gd name="T40" fmla="*/ 2 w 6"/>
                  <a:gd name="T41" fmla="*/ 59 h 124"/>
                  <a:gd name="T42" fmla="*/ 3 w 6"/>
                  <a:gd name="T43" fmla="*/ 57 h 124"/>
                  <a:gd name="T44" fmla="*/ 3 w 6"/>
                  <a:gd name="T45" fmla="*/ 56 h 124"/>
                  <a:gd name="T46" fmla="*/ 3 w 6"/>
                  <a:gd name="T47" fmla="*/ 56 h 124"/>
                  <a:gd name="T48" fmla="*/ 3 w 6"/>
                  <a:gd name="T49" fmla="*/ 59 h 124"/>
                  <a:gd name="T50" fmla="*/ 3 w 6"/>
                  <a:gd name="T51" fmla="*/ 63 h 124"/>
                  <a:gd name="T52" fmla="*/ 3 w 6"/>
                  <a:gd name="T53" fmla="*/ 66 h 124"/>
                  <a:gd name="T54" fmla="*/ 3 w 6"/>
                  <a:gd name="T55" fmla="*/ 63 h 124"/>
                  <a:gd name="T56" fmla="*/ 3 w 6"/>
                  <a:gd name="T57" fmla="*/ 61 h 124"/>
                  <a:gd name="T58" fmla="*/ 3 w 6"/>
                  <a:gd name="T59" fmla="*/ 64 h 124"/>
                  <a:gd name="T60" fmla="*/ 3 w 6"/>
                  <a:gd name="T61" fmla="*/ 66 h 124"/>
                  <a:gd name="T62" fmla="*/ 4 w 6"/>
                  <a:gd name="T63" fmla="*/ 65 h 124"/>
                  <a:gd name="T64" fmla="*/ 4 w 6"/>
                  <a:gd name="T65" fmla="*/ 63 h 124"/>
                  <a:gd name="T66" fmla="*/ 4 w 6"/>
                  <a:gd name="T67" fmla="*/ 62 h 124"/>
                  <a:gd name="T68" fmla="*/ 4 w 6"/>
                  <a:gd name="T69" fmla="*/ 58 h 124"/>
                  <a:gd name="T70" fmla="*/ 4 w 6"/>
                  <a:gd name="T71" fmla="*/ 55 h 124"/>
                  <a:gd name="T72" fmla="*/ 4 w 6"/>
                  <a:gd name="T73" fmla="*/ 54 h 124"/>
                  <a:gd name="T74" fmla="*/ 4 w 6"/>
                  <a:gd name="T75" fmla="*/ 54 h 124"/>
                  <a:gd name="T76" fmla="*/ 4 w 6"/>
                  <a:gd name="T77" fmla="*/ 51 h 124"/>
                  <a:gd name="T78" fmla="*/ 4 w 6"/>
                  <a:gd name="T79" fmla="*/ 46 h 124"/>
                  <a:gd name="T80" fmla="*/ 5 w 6"/>
                  <a:gd name="T81" fmla="*/ 43 h 124"/>
                  <a:gd name="T82" fmla="*/ 5 w 6"/>
                  <a:gd name="T83" fmla="*/ 40 h 124"/>
                  <a:gd name="T84" fmla="*/ 5 w 6"/>
                  <a:gd name="T85" fmla="*/ 35 h 124"/>
                  <a:gd name="T86" fmla="*/ 5 w 6"/>
                  <a:gd name="T87" fmla="*/ 30 h 124"/>
                  <a:gd name="T88" fmla="*/ 5 w 6"/>
                  <a:gd name="T89" fmla="*/ 25 h 124"/>
                  <a:gd name="T90" fmla="*/ 5 w 6"/>
                  <a:gd name="T91" fmla="*/ 19 h 124"/>
                  <a:gd name="T92" fmla="*/ 6 w 6"/>
                  <a:gd name="T93" fmla="*/ 13 h 124"/>
                  <a:gd name="T94" fmla="*/ 6 w 6"/>
                  <a:gd name="T95" fmla="*/ 9 h 124"/>
                  <a:gd name="T96" fmla="*/ 6 w 6"/>
                  <a:gd name="T97" fmla="*/ 6 h 124"/>
                  <a:gd name="T98" fmla="*/ 6 w 6"/>
                  <a:gd name="T99" fmla="*/ 2 h 124"/>
                  <a:gd name="T100" fmla="*/ 6 w 6"/>
                  <a:gd name="T101" fmla="*/ 0 h 124"/>
                  <a:gd name="T102" fmla="*/ 6 w 6"/>
                  <a:gd name="T103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24">
                    <a:moveTo>
                      <a:pt x="0" y="124"/>
                    </a:moveTo>
                    <a:lnTo>
                      <a:pt x="0" y="117"/>
                    </a:lnTo>
                    <a:lnTo>
                      <a:pt x="0" y="114"/>
                    </a:lnTo>
                    <a:lnTo>
                      <a:pt x="0" y="111"/>
                    </a:lnTo>
                    <a:lnTo>
                      <a:pt x="0" y="106"/>
                    </a:lnTo>
                    <a:lnTo>
                      <a:pt x="0" y="102"/>
                    </a:lnTo>
                    <a:lnTo>
                      <a:pt x="1" y="98"/>
                    </a:lnTo>
                    <a:lnTo>
                      <a:pt x="1" y="94"/>
                    </a:lnTo>
                    <a:lnTo>
                      <a:pt x="1" y="92"/>
                    </a:lnTo>
                    <a:lnTo>
                      <a:pt x="1" y="94"/>
                    </a:lnTo>
                    <a:lnTo>
                      <a:pt x="1" y="92"/>
                    </a:lnTo>
                    <a:lnTo>
                      <a:pt x="1" y="86"/>
                    </a:lnTo>
                    <a:lnTo>
                      <a:pt x="1" y="80"/>
                    </a:lnTo>
                    <a:lnTo>
                      <a:pt x="1" y="78"/>
                    </a:lnTo>
                    <a:lnTo>
                      <a:pt x="1" y="77"/>
                    </a:lnTo>
                    <a:lnTo>
                      <a:pt x="2" y="75"/>
                    </a:lnTo>
                    <a:lnTo>
                      <a:pt x="2" y="70"/>
                    </a:lnTo>
                    <a:lnTo>
                      <a:pt x="2" y="65"/>
                    </a:lnTo>
                    <a:lnTo>
                      <a:pt x="2" y="62"/>
                    </a:lnTo>
                    <a:lnTo>
                      <a:pt x="2" y="61"/>
                    </a:lnTo>
                    <a:lnTo>
                      <a:pt x="2" y="59"/>
                    </a:lnTo>
                    <a:lnTo>
                      <a:pt x="3" y="57"/>
                    </a:lnTo>
                    <a:lnTo>
                      <a:pt x="3" y="56"/>
                    </a:lnTo>
                    <a:lnTo>
                      <a:pt x="3" y="56"/>
                    </a:lnTo>
                    <a:lnTo>
                      <a:pt x="3" y="59"/>
                    </a:lnTo>
                    <a:lnTo>
                      <a:pt x="3" y="63"/>
                    </a:lnTo>
                    <a:lnTo>
                      <a:pt x="3" y="66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4"/>
                    </a:lnTo>
                    <a:lnTo>
                      <a:pt x="3" y="66"/>
                    </a:lnTo>
                    <a:lnTo>
                      <a:pt x="4" y="65"/>
                    </a:lnTo>
                    <a:lnTo>
                      <a:pt x="4" y="63"/>
                    </a:lnTo>
                    <a:lnTo>
                      <a:pt x="4" y="62"/>
                    </a:lnTo>
                    <a:lnTo>
                      <a:pt x="4" y="58"/>
                    </a:lnTo>
                    <a:lnTo>
                      <a:pt x="4" y="55"/>
                    </a:lnTo>
                    <a:lnTo>
                      <a:pt x="4" y="54"/>
                    </a:lnTo>
                    <a:lnTo>
                      <a:pt x="4" y="54"/>
                    </a:lnTo>
                    <a:lnTo>
                      <a:pt x="4" y="51"/>
                    </a:lnTo>
                    <a:lnTo>
                      <a:pt x="4" y="46"/>
                    </a:lnTo>
                    <a:lnTo>
                      <a:pt x="5" y="43"/>
                    </a:lnTo>
                    <a:lnTo>
                      <a:pt x="5" y="40"/>
                    </a:lnTo>
                    <a:lnTo>
                      <a:pt x="5" y="35"/>
                    </a:lnTo>
                    <a:lnTo>
                      <a:pt x="5" y="30"/>
                    </a:lnTo>
                    <a:lnTo>
                      <a:pt x="5" y="25"/>
                    </a:lnTo>
                    <a:lnTo>
                      <a:pt x="5" y="19"/>
                    </a:lnTo>
                    <a:lnTo>
                      <a:pt x="6" y="13"/>
                    </a:lnTo>
                    <a:lnTo>
                      <a:pt x="6" y="9"/>
                    </a:lnTo>
                    <a:lnTo>
                      <a:pt x="6" y="6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32" name="Freeform 877"/>
              <p:cNvSpPr/>
              <p:nvPr/>
            </p:nvSpPr>
            <p:spPr bwMode="auto">
              <a:xfrm>
                <a:off x="1477" y="2868"/>
                <a:ext cx="7" cy="96"/>
              </a:xfrm>
              <a:custGeom>
                <a:avLst/>
                <a:gdLst>
                  <a:gd name="T0" fmla="*/ 0 w 7"/>
                  <a:gd name="T1" fmla="*/ 18 h 96"/>
                  <a:gd name="T2" fmla="*/ 0 w 7"/>
                  <a:gd name="T3" fmla="*/ 18 h 96"/>
                  <a:gd name="T4" fmla="*/ 0 w 7"/>
                  <a:gd name="T5" fmla="*/ 17 h 96"/>
                  <a:gd name="T6" fmla="*/ 0 w 7"/>
                  <a:gd name="T7" fmla="*/ 13 h 96"/>
                  <a:gd name="T8" fmla="*/ 0 w 7"/>
                  <a:gd name="T9" fmla="*/ 9 h 96"/>
                  <a:gd name="T10" fmla="*/ 1 w 7"/>
                  <a:gd name="T11" fmla="*/ 9 h 96"/>
                  <a:gd name="T12" fmla="*/ 1 w 7"/>
                  <a:gd name="T13" fmla="*/ 9 h 96"/>
                  <a:gd name="T14" fmla="*/ 1 w 7"/>
                  <a:gd name="T15" fmla="*/ 7 h 96"/>
                  <a:gd name="T16" fmla="*/ 1 w 7"/>
                  <a:gd name="T17" fmla="*/ 5 h 96"/>
                  <a:gd name="T18" fmla="*/ 1 w 7"/>
                  <a:gd name="T19" fmla="*/ 3 h 96"/>
                  <a:gd name="T20" fmla="*/ 1 w 7"/>
                  <a:gd name="T21" fmla="*/ 0 h 96"/>
                  <a:gd name="T22" fmla="*/ 2 w 7"/>
                  <a:gd name="T23" fmla="*/ 2 h 96"/>
                  <a:gd name="T24" fmla="*/ 2 w 7"/>
                  <a:gd name="T25" fmla="*/ 6 h 96"/>
                  <a:gd name="T26" fmla="*/ 2 w 7"/>
                  <a:gd name="T27" fmla="*/ 11 h 96"/>
                  <a:gd name="T28" fmla="*/ 2 w 7"/>
                  <a:gd name="T29" fmla="*/ 14 h 96"/>
                  <a:gd name="T30" fmla="*/ 2 w 7"/>
                  <a:gd name="T31" fmla="*/ 17 h 96"/>
                  <a:gd name="T32" fmla="*/ 2 w 7"/>
                  <a:gd name="T33" fmla="*/ 20 h 96"/>
                  <a:gd name="T34" fmla="*/ 2 w 7"/>
                  <a:gd name="T35" fmla="*/ 24 h 96"/>
                  <a:gd name="T36" fmla="*/ 2 w 7"/>
                  <a:gd name="T37" fmla="*/ 31 h 96"/>
                  <a:gd name="T38" fmla="*/ 2 w 7"/>
                  <a:gd name="T39" fmla="*/ 36 h 96"/>
                  <a:gd name="T40" fmla="*/ 3 w 7"/>
                  <a:gd name="T41" fmla="*/ 39 h 96"/>
                  <a:gd name="T42" fmla="*/ 3 w 7"/>
                  <a:gd name="T43" fmla="*/ 41 h 96"/>
                  <a:gd name="T44" fmla="*/ 3 w 7"/>
                  <a:gd name="T45" fmla="*/ 45 h 96"/>
                  <a:gd name="T46" fmla="*/ 3 w 7"/>
                  <a:gd name="T47" fmla="*/ 47 h 96"/>
                  <a:gd name="T48" fmla="*/ 3 w 7"/>
                  <a:gd name="T49" fmla="*/ 50 h 96"/>
                  <a:gd name="T50" fmla="*/ 3 w 7"/>
                  <a:gd name="T51" fmla="*/ 54 h 96"/>
                  <a:gd name="T52" fmla="*/ 3 w 7"/>
                  <a:gd name="T53" fmla="*/ 58 h 96"/>
                  <a:gd name="T54" fmla="*/ 3 w 7"/>
                  <a:gd name="T55" fmla="*/ 61 h 96"/>
                  <a:gd name="T56" fmla="*/ 3 w 7"/>
                  <a:gd name="T57" fmla="*/ 63 h 96"/>
                  <a:gd name="T58" fmla="*/ 4 w 7"/>
                  <a:gd name="T59" fmla="*/ 68 h 96"/>
                  <a:gd name="T60" fmla="*/ 4 w 7"/>
                  <a:gd name="T61" fmla="*/ 72 h 96"/>
                  <a:gd name="T62" fmla="*/ 4 w 7"/>
                  <a:gd name="T63" fmla="*/ 76 h 96"/>
                  <a:gd name="T64" fmla="*/ 4 w 7"/>
                  <a:gd name="T65" fmla="*/ 80 h 96"/>
                  <a:gd name="T66" fmla="*/ 4 w 7"/>
                  <a:gd name="T67" fmla="*/ 83 h 96"/>
                  <a:gd name="T68" fmla="*/ 4 w 7"/>
                  <a:gd name="T69" fmla="*/ 84 h 96"/>
                  <a:gd name="T70" fmla="*/ 5 w 7"/>
                  <a:gd name="T71" fmla="*/ 85 h 96"/>
                  <a:gd name="T72" fmla="*/ 5 w 7"/>
                  <a:gd name="T73" fmla="*/ 86 h 96"/>
                  <a:gd name="T74" fmla="*/ 5 w 7"/>
                  <a:gd name="T75" fmla="*/ 87 h 96"/>
                  <a:gd name="T76" fmla="*/ 5 w 7"/>
                  <a:gd name="T77" fmla="*/ 87 h 96"/>
                  <a:gd name="T78" fmla="*/ 5 w 7"/>
                  <a:gd name="T79" fmla="*/ 86 h 96"/>
                  <a:gd name="T80" fmla="*/ 5 w 7"/>
                  <a:gd name="T81" fmla="*/ 84 h 96"/>
                  <a:gd name="T82" fmla="*/ 5 w 7"/>
                  <a:gd name="T83" fmla="*/ 83 h 96"/>
                  <a:gd name="T84" fmla="*/ 5 w 7"/>
                  <a:gd name="T85" fmla="*/ 81 h 96"/>
                  <a:gd name="T86" fmla="*/ 5 w 7"/>
                  <a:gd name="T87" fmla="*/ 82 h 96"/>
                  <a:gd name="T88" fmla="*/ 6 w 7"/>
                  <a:gd name="T89" fmla="*/ 84 h 96"/>
                  <a:gd name="T90" fmla="*/ 6 w 7"/>
                  <a:gd name="T91" fmla="*/ 88 h 96"/>
                  <a:gd name="T92" fmla="*/ 6 w 7"/>
                  <a:gd name="T93" fmla="*/ 91 h 96"/>
                  <a:gd name="T94" fmla="*/ 6 w 7"/>
                  <a:gd name="T95" fmla="*/ 92 h 96"/>
                  <a:gd name="T96" fmla="*/ 6 w 7"/>
                  <a:gd name="T97" fmla="*/ 93 h 96"/>
                  <a:gd name="T98" fmla="*/ 6 w 7"/>
                  <a:gd name="T99" fmla="*/ 94 h 96"/>
                  <a:gd name="T100" fmla="*/ 6 w 7"/>
                  <a:gd name="T101" fmla="*/ 96 h 96"/>
                  <a:gd name="T102" fmla="*/ 7 w 7"/>
                  <a:gd name="T103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96">
                    <a:moveTo>
                      <a:pt x="0" y="18"/>
                    </a:moveTo>
                    <a:lnTo>
                      <a:pt x="0" y="18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1" y="9"/>
                    </a:lnTo>
                    <a:lnTo>
                      <a:pt x="1" y="9"/>
                    </a:lnTo>
                    <a:lnTo>
                      <a:pt x="1" y="7"/>
                    </a:lnTo>
                    <a:lnTo>
                      <a:pt x="1" y="5"/>
                    </a:lnTo>
                    <a:lnTo>
                      <a:pt x="1" y="3"/>
                    </a:lnTo>
                    <a:lnTo>
                      <a:pt x="1" y="0"/>
                    </a:lnTo>
                    <a:lnTo>
                      <a:pt x="2" y="2"/>
                    </a:lnTo>
                    <a:lnTo>
                      <a:pt x="2" y="6"/>
                    </a:lnTo>
                    <a:lnTo>
                      <a:pt x="2" y="11"/>
                    </a:lnTo>
                    <a:lnTo>
                      <a:pt x="2" y="14"/>
                    </a:lnTo>
                    <a:lnTo>
                      <a:pt x="2" y="17"/>
                    </a:lnTo>
                    <a:lnTo>
                      <a:pt x="2" y="20"/>
                    </a:lnTo>
                    <a:lnTo>
                      <a:pt x="2" y="24"/>
                    </a:lnTo>
                    <a:lnTo>
                      <a:pt x="2" y="31"/>
                    </a:lnTo>
                    <a:lnTo>
                      <a:pt x="2" y="36"/>
                    </a:lnTo>
                    <a:lnTo>
                      <a:pt x="3" y="39"/>
                    </a:lnTo>
                    <a:lnTo>
                      <a:pt x="3" y="41"/>
                    </a:lnTo>
                    <a:lnTo>
                      <a:pt x="3" y="45"/>
                    </a:lnTo>
                    <a:lnTo>
                      <a:pt x="3" y="47"/>
                    </a:lnTo>
                    <a:lnTo>
                      <a:pt x="3" y="50"/>
                    </a:lnTo>
                    <a:lnTo>
                      <a:pt x="3" y="54"/>
                    </a:lnTo>
                    <a:lnTo>
                      <a:pt x="3" y="58"/>
                    </a:lnTo>
                    <a:lnTo>
                      <a:pt x="3" y="61"/>
                    </a:lnTo>
                    <a:lnTo>
                      <a:pt x="3" y="63"/>
                    </a:lnTo>
                    <a:lnTo>
                      <a:pt x="4" y="68"/>
                    </a:lnTo>
                    <a:lnTo>
                      <a:pt x="4" y="72"/>
                    </a:lnTo>
                    <a:lnTo>
                      <a:pt x="4" y="76"/>
                    </a:lnTo>
                    <a:lnTo>
                      <a:pt x="4" y="80"/>
                    </a:lnTo>
                    <a:lnTo>
                      <a:pt x="4" y="83"/>
                    </a:lnTo>
                    <a:lnTo>
                      <a:pt x="4" y="84"/>
                    </a:lnTo>
                    <a:lnTo>
                      <a:pt x="5" y="85"/>
                    </a:lnTo>
                    <a:lnTo>
                      <a:pt x="5" y="86"/>
                    </a:lnTo>
                    <a:lnTo>
                      <a:pt x="5" y="87"/>
                    </a:lnTo>
                    <a:lnTo>
                      <a:pt x="5" y="87"/>
                    </a:lnTo>
                    <a:lnTo>
                      <a:pt x="5" y="86"/>
                    </a:lnTo>
                    <a:lnTo>
                      <a:pt x="5" y="84"/>
                    </a:lnTo>
                    <a:lnTo>
                      <a:pt x="5" y="83"/>
                    </a:lnTo>
                    <a:lnTo>
                      <a:pt x="5" y="81"/>
                    </a:lnTo>
                    <a:lnTo>
                      <a:pt x="5" y="82"/>
                    </a:lnTo>
                    <a:lnTo>
                      <a:pt x="6" y="84"/>
                    </a:lnTo>
                    <a:lnTo>
                      <a:pt x="6" y="88"/>
                    </a:lnTo>
                    <a:lnTo>
                      <a:pt x="6" y="91"/>
                    </a:lnTo>
                    <a:lnTo>
                      <a:pt x="6" y="92"/>
                    </a:lnTo>
                    <a:lnTo>
                      <a:pt x="6" y="93"/>
                    </a:lnTo>
                    <a:lnTo>
                      <a:pt x="6" y="94"/>
                    </a:lnTo>
                    <a:lnTo>
                      <a:pt x="6" y="96"/>
                    </a:lnTo>
                    <a:lnTo>
                      <a:pt x="7" y="9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33" name="Freeform 878"/>
              <p:cNvSpPr/>
              <p:nvPr/>
            </p:nvSpPr>
            <p:spPr bwMode="auto">
              <a:xfrm>
                <a:off x="1483" y="2958"/>
                <a:ext cx="7" cy="62"/>
              </a:xfrm>
              <a:custGeom>
                <a:avLst/>
                <a:gdLst>
                  <a:gd name="T0" fmla="*/ 0 w 7"/>
                  <a:gd name="T1" fmla="*/ 6 h 62"/>
                  <a:gd name="T2" fmla="*/ 1 w 7"/>
                  <a:gd name="T3" fmla="*/ 6 h 62"/>
                  <a:gd name="T4" fmla="*/ 1 w 7"/>
                  <a:gd name="T5" fmla="*/ 5 h 62"/>
                  <a:gd name="T6" fmla="*/ 1 w 7"/>
                  <a:gd name="T7" fmla="*/ 4 h 62"/>
                  <a:gd name="T8" fmla="*/ 1 w 7"/>
                  <a:gd name="T9" fmla="*/ 1 h 62"/>
                  <a:gd name="T10" fmla="*/ 1 w 7"/>
                  <a:gd name="T11" fmla="*/ 0 h 62"/>
                  <a:gd name="T12" fmla="*/ 1 w 7"/>
                  <a:gd name="T13" fmla="*/ 2 h 62"/>
                  <a:gd name="T14" fmla="*/ 1 w 7"/>
                  <a:gd name="T15" fmla="*/ 4 h 62"/>
                  <a:gd name="T16" fmla="*/ 1 w 7"/>
                  <a:gd name="T17" fmla="*/ 3 h 62"/>
                  <a:gd name="T18" fmla="*/ 1 w 7"/>
                  <a:gd name="T19" fmla="*/ 3 h 62"/>
                  <a:gd name="T20" fmla="*/ 2 w 7"/>
                  <a:gd name="T21" fmla="*/ 5 h 62"/>
                  <a:gd name="T22" fmla="*/ 2 w 7"/>
                  <a:gd name="T23" fmla="*/ 7 h 62"/>
                  <a:gd name="T24" fmla="*/ 2 w 7"/>
                  <a:gd name="T25" fmla="*/ 8 h 62"/>
                  <a:gd name="T26" fmla="*/ 2 w 7"/>
                  <a:gd name="T27" fmla="*/ 12 h 62"/>
                  <a:gd name="T28" fmla="*/ 2 w 7"/>
                  <a:gd name="T29" fmla="*/ 16 h 62"/>
                  <a:gd name="T30" fmla="*/ 2 w 7"/>
                  <a:gd name="T31" fmla="*/ 18 h 62"/>
                  <a:gd name="T32" fmla="*/ 2 w 7"/>
                  <a:gd name="T33" fmla="*/ 21 h 62"/>
                  <a:gd name="T34" fmla="*/ 2 w 7"/>
                  <a:gd name="T35" fmla="*/ 26 h 62"/>
                  <a:gd name="T36" fmla="*/ 2 w 7"/>
                  <a:gd name="T37" fmla="*/ 28 h 62"/>
                  <a:gd name="T38" fmla="*/ 3 w 7"/>
                  <a:gd name="T39" fmla="*/ 27 h 62"/>
                  <a:gd name="T40" fmla="*/ 3 w 7"/>
                  <a:gd name="T41" fmla="*/ 29 h 62"/>
                  <a:gd name="T42" fmla="*/ 3 w 7"/>
                  <a:gd name="T43" fmla="*/ 32 h 62"/>
                  <a:gd name="T44" fmla="*/ 3 w 7"/>
                  <a:gd name="T45" fmla="*/ 33 h 62"/>
                  <a:gd name="T46" fmla="*/ 3 w 7"/>
                  <a:gd name="T47" fmla="*/ 32 h 62"/>
                  <a:gd name="T48" fmla="*/ 3 w 7"/>
                  <a:gd name="T49" fmla="*/ 32 h 62"/>
                  <a:gd name="T50" fmla="*/ 4 w 7"/>
                  <a:gd name="T51" fmla="*/ 33 h 62"/>
                  <a:gd name="T52" fmla="*/ 4 w 7"/>
                  <a:gd name="T53" fmla="*/ 33 h 62"/>
                  <a:gd name="T54" fmla="*/ 4 w 7"/>
                  <a:gd name="T55" fmla="*/ 35 h 62"/>
                  <a:gd name="T56" fmla="*/ 4 w 7"/>
                  <a:gd name="T57" fmla="*/ 39 h 62"/>
                  <a:gd name="T58" fmla="*/ 4 w 7"/>
                  <a:gd name="T59" fmla="*/ 42 h 62"/>
                  <a:gd name="T60" fmla="*/ 4 w 7"/>
                  <a:gd name="T61" fmla="*/ 42 h 62"/>
                  <a:gd name="T62" fmla="*/ 4 w 7"/>
                  <a:gd name="T63" fmla="*/ 43 h 62"/>
                  <a:gd name="T64" fmla="*/ 4 w 7"/>
                  <a:gd name="T65" fmla="*/ 46 h 62"/>
                  <a:gd name="T66" fmla="*/ 4 w 7"/>
                  <a:gd name="T67" fmla="*/ 49 h 62"/>
                  <a:gd name="T68" fmla="*/ 5 w 7"/>
                  <a:gd name="T69" fmla="*/ 51 h 62"/>
                  <a:gd name="T70" fmla="*/ 5 w 7"/>
                  <a:gd name="T71" fmla="*/ 53 h 62"/>
                  <a:gd name="T72" fmla="*/ 5 w 7"/>
                  <a:gd name="T73" fmla="*/ 55 h 62"/>
                  <a:gd name="T74" fmla="*/ 5 w 7"/>
                  <a:gd name="T75" fmla="*/ 55 h 62"/>
                  <a:gd name="T76" fmla="*/ 5 w 7"/>
                  <a:gd name="T77" fmla="*/ 56 h 62"/>
                  <a:gd name="T78" fmla="*/ 5 w 7"/>
                  <a:gd name="T79" fmla="*/ 59 h 62"/>
                  <a:gd name="T80" fmla="*/ 6 w 7"/>
                  <a:gd name="T81" fmla="*/ 60 h 62"/>
                  <a:gd name="T82" fmla="*/ 6 w 7"/>
                  <a:gd name="T83" fmla="*/ 61 h 62"/>
                  <a:gd name="T84" fmla="*/ 6 w 7"/>
                  <a:gd name="T85" fmla="*/ 62 h 62"/>
                  <a:gd name="T86" fmla="*/ 6 w 7"/>
                  <a:gd name="T87" fmla="*/ 62 h 62"/>
                  <a:gd name="T88" fmla="*/ 6 w 7"/>
                  <a:gd name="T89" fmla="*/ 60 h 62"/>
                  <a:gd name="T90" fmla="*/ 6 w 7"/>
                  <a:gd name="T91" fmla="*/ 59 h 62"/>
                  <a:gd name="T92" fmla="*/ 6 w 7"/>
                  <a:gd name="T93" fmla="*/ 58 h 62"/>
                  <a:gd name="T94" fmla="*/ 6 w 7"/>
                  <a:gd name="T95" fmla="*/ 55 h 62"/>
                  <a:gd name="T96" fmla="*/ 6 w 7"/>
                  <a:gd name="T97" fmla="*/ 52 h 62"/>
                  <a:gd name="T98" fmla="*/ 7 w 7"/>
                  <a:gd name="T99" fmla="*/ 52 h 62"/>
                  <a:gd name="T100" fmla="*/ 7 w 7"/>
                  <a:gd name="T101" fmla="*/ 48 h 62"/>
                  <a:gd name="T102" fmla="*/ 7 w 7"/>
                  <a:gd name="T103" fmla="*/ 4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62">
                    <a:moveTo>
                      <a:pt x="0" y="6"/>
                    </a:moveTo>
                    <a:lnTo>
                      <a:pt x="1" y="6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1" y="2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2" y="8"/>
                    </a:lnTo>
                    <a:lnTo>
                      <a:pt x="2" y="12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2" y="21"/>
                    </a:lnTo>
                    <a:lnTo>
                      <a:pt x="2" y="26"/>
                    </a:lnTo>
                    <a:lnTo>
                      <a:pt x="2" y="28"/>
                    </a:lnTo>
                    <a:lnTo>
                      <a:pt x="3" y="27"/>
                    </a:lnTo>
                    <a:lnTo>
                      <a:pt x="3" y="29"/>
                    </a:lnTo>
                    <a:lnTo>
                      <a:pt x="3" y="32"/>
                    </a:lnTo>
                    <a:lnTo>
                      <a:pt x="3" y="33"/>
                    </a:lnTo>
                    <a:lnTo>
                      <a:pt x="3" y="32"/>
                    </a:lnTo>
                    <a:lnTo>
                      <a:pt x="3" y="32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4" y="35"/>
                    </a:lnTo>
                    <a:lnTo>
                      <a:pt x="4" y="39"/>
                    </a:lnTo>
                    <a:lnTo>
                      <a:pt x="4" y="42"/>
                    </a:lnTo>
                    <a:lnTo>
                      <a:pt x="4" y="42"/>
                    </a:lnTo>
                    <a:lnTo>
                      <a:pt x="4" y="43"/>
                    </a:lnTo>
                    <a:lnTo>
                      <a:pt x="4" y="46"/>
                    </a:lnTo>
                    <a:lnTo>
                      <a:pt x="4" y="49"/>
                    </a:lnTo>
                    <a:lnTo>
                      <a:pt x="5" y="51"/>
                    </a:lnTo>
                    <a:lnTo>
                      <a:pt x="5" y="53"/>
                    </a:lnTo>
                    <a:lnTo>
                      <a:pt x="5" y="55"/>
                    </a:lnTo>
                    <a:lnTo>
                      <a:pt x="5" y="55"/>
                    </a:lnTo>
                    <a:lnTo>
                      <a:pt x="5" y="56"/>
                    </a:lnTo>
                    <a:lnTo>
                      <a:pt x="5" y="59"/>
                    </a:lnTo>
                    <a:lnTo>
                      <a:pt x="6" y="60"/>
                    </a:lnTo>
                    <a:lnTo>
                      <a:pt x="6" y="61"/>
                    </a:lnTo>
                    <a:lnTo>
                      <a:pt x="6" y="62"/>
                    </a:lnTo>
                    <a:lnTo>
                      <a:pt x="6" y="62"/>
                    </a:lnTo>
                    <a:lnTo>
                      <a:pt x="6" y="60"/>
                    </a:lnTo>
                    <a:lnTo>
                      <a:pt x="6" y="59"/>
                    </a:lnTo>
                    <a:lnTo>
                      <a:pt x="6" y="58"/>
                    </a:lnTo>
                    <a:lnTo>
                      <a:pt x="6" y="55"/>
                    </a:lnTo>
                    <a:lnTo>
                      <a:pt x="6" y="52"/>
                    </a:lnTo>
                    <a:lnTo>
                      <a:pt x="7" y="52"/>
                    </a:lnTo>
                    <a:lnTo>
                      <a:pt x="7" y="48"/>
                    </a:lnTo>
                    <a:lnTo>
                      <a:pt x="7" y="4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34" name="Freeform 879"/>
              <p:cNvSpPr/>
              <p:nvPr/>
            </p:nvSpPr>
            <p:spPr bwMode="auto">
              <a:xfrm>
                <a:off x="1490" y="2983"/>
                <a:ext cx="6" cy="43"/>
              </a:xfrm>
              <a:custGeom>
                <a:avLst/>
                <a:gdLst>
                  <a:gd name="T0" fmla="*/ 0 w 6"/>
                  <a:gd name="T1" fmla="*/ 23 h 43"/>
                  <a:gd name="T2" fmla="*/ 0 w 6"/>
                  <a:gd name="T3" fmla="*/ 19 h 43"/>
                  <a:gd name="T4" fmla="*/ 0 w 6"/>
                  <a:gd name="T5" fmla="*/ 20 h 43"/>
                  <a:gd name="T6" fmla="*/ 0 w 6"/>
                  <a:gd name="T7" fmla="*/ 20 h 43"/>
                  <a:gd name="T8" fmla="*/ 0 w 6"/>
                  <a:gd name="T9" fmla="*/ 17 h 43"/>
                  <a:gd name="T10" fmla="*/ 0 w 6"/>
                  <a:gd name="T11" fmla="*/ 17 h 43"/>
                  <a:gd name="T12" fmla="*/ 0 w 6"/>
                  <a:gd name="T13" fmla="*/ 17 h 43"/>
                  <a:gd name="T14" fmla="*/ 0 w 6"/>
                  <a:gd name="T15" fmla="*/ 13 h 43"/>
                  <a:gd name="T16" fmla="*/ 1 w 6"/>
                  <a:gd name="T17" fmla="*/ 8 h 43"/>
                  <a:gd name="T18" fmla="*/ 1 w 6"/>
                  <a:gd name="T19" fmla="*/ 7 h 43"/>
                  <a:gd name="T20" fmla="*/ 1 w 6"/>
                  <a:gd name="T21" fmla="*/ 7 h 43"/>
                  <a:gd name="T22" fmla="*/ 1 w 6"/>
                  <a:gd name="T23" fmla="*/ 6 h 43"/>
                  <a:gd name="T24" fmla="*/ 1 w 6"/>
                  <a:gd name="T25" fmla="*/ 3 h 43"/>
                  <a:gd name="T26" fmla="*/ 1 w 6"/>
                  <a:gd name="T27" fmla="*/ 1 h 43"/>
                  <a:gd name="T28" fmla="*/ 1 w 6"/>
                  <a:gd name="T29" fmla="*/ 1 h 43"/>
                  <a:gd name="T30" fmla="*/ 2 w 6"/>
                  <a:gd name="T31" fmla="*/ 0 h 43"/>
                  <a:gd name="T32" fmla="*/ 2 w 6"/>
                  <a:gd name="T33" fmla="*/ 0 h 43"/>
                  <a:gd name="T34" fmla="*/ 2 w 6"/>
                  <a:gd name="T35" fmla="*/ 2 h 43"/>
                  <a:gd name="T36" fmla="*/ 2 w 6"/>
                  <a:gd name="T37" fmla="*/ 2 h 43"/>
                  <a:gd name="T38" fmla="*/ 2 w 6"/>
                  <a:gd name="T39" fmla="*/ 3 h 43"/>
                  <a:gd name="T40" fmla="*/ 2 w 6"/>
                  <a:gd name="T41" fmla="*/ 7 h 43"/>
                  <a:gd name="T42" fmla="*/ 2 w 6"/>
                  <a:gd name="T43" fmla="*/ 10 h 43"/>
                  <a:gd name="T44" fmla="*/ 2 w 6"/>
                  <a:gd name="T45" fmla="*/ 10 h 43"/>
                  <a:gd name="T46" fmla="*/ 2 w 6"/>
                  <a:gd name="T47" fmla="*/ 11 h 43"/>
                  <a:gd name="T48" fmla="*/ 3 w 6"/>
                  <a:gd name="T49" fmla="*/ 14 h 43"/>
                  <a:gd name="T50" fmla="*/ 3 w 6"/>
                  <a:gd name="T51" fmla="*/ 15 h 43"/>
                  <a:gd name="T52" fmla="*/ 3 w 6"/>
                  <a:gd name="T53" fmla="*/ 14 h 43"/>
                  <a:gd name="T54" fmla="*/ 3 w 6"/>
                  <a:gd name="T55" fmla="*/ 14 h 43"/>
                  <a:gd name="T56" fmla="*/ 3 w 6"/>
                  <a:gd name="T57" fmla="*/ 14 h 43"/>
                  <a:gd name="T58" fmla="*/ 3 w 6"/>
                  <a:gd name="T59" fmla="*/ 14 h 43"/>
                  <a:gd name="T60" fmla="*/ 4 w 6"/>
                  <a:gd name="T61" fmla="*/ 15 h 43"/>
                  <a:gd name="T62" fmla="*/ 4 w 6"/>
                  <a:gd name="T63" fmla="*/ 15 h 43"/>
                  <a:gd name="T64" fmla="*/ 4 w 6"/>
                  <a:gd name="T65" fmla="*/ 16 h 43"/>
                  <a:gd name="T66" fmla="*/ 4 w 6"/>
                  <a:gd name="T67" fmla="*/ 20 h 43"/>
                  <a:gd name="T68" fmla="*/ 4 w 6"/>
                  <a:gd name="T69" fmla="*/ 25 h 43"/>
                  <a:gd name="T70" fmla="*/ 4 w 6"/>
                  <a:gd name="T71" fmla="*/ 26 h 43"/>
                  <a:gd name="T72" fmla="*/ 4 w 6"/>
                  <a:gd name="T73" fmla="*/ 29 h 43"/>
                  <a:gd name="T74" fmla="*/ 4 w 6"/>
                  <a:gd name="T75" fmla="*/ 35 h 43"/>
                  <a:gd name="T76" fmla="*/ 4 w 6"/>
                  <a:gd name="T77" fmla="*/ 41 h 43"/>
                  <a:gd name="T78" fmla="*/ 5 w 6"/>
                  <a:gd name="T79" fmla="*/ 43 h 43"/>
                  <a:gd name="T80" fmla="*/ 5 w 6"/>
                  <a:gd name="T81" fmla="*/ 43 h 43"/>
                  <a:gd name="T82" fmla="*/ 5 w 6"/>
                  <a:gd name="T83" fmla="*/ 40 h 43"/>
                  <a:gd name="T84" fmla="*/ 5 w 6"/>
                  <a:gd name="T85" fmla="*/ 38 h 43"/>
                  <a:gd name="T86" fmla="*/ 5 w 6"/>
                  <a:gd name="T87" fmla="*/ 39 h 43"/>
                  <a:gd name="T88" fmla="*/ 5 w 6"/>
                  <a:gd name="T89" fmla="*/ 38 h 43"/>
                  <a:gd name="T90" fmla="*/ 6 w 6"/>
                  <a:gd name="T91" fmla="*/ 33 h 43"/>
                  <a:gd name="T92" fmla="*/ 6 w 6"/>
                  <a:gd name="T93" fmla="*/ 28 h 43"/>
                  <a:gd name="T94" fmla="*/ 6 w 6"/>
                  <a:gd name="T95" fmla="*/ 27 h 43"/>
                  <a:gd name="T96" fmla="*/ 6 w 6"/>
                  <a:gd name="T97" fmla="*/ 25 h 43"/>
                  <a:gd name="T98" fmla="*/ 6 w 6"/>
                  <a:gd name="T99" fmla="*/ 23 h 43"/>
                  <a:gd name="T100" fmla="*/ 6 w 6"/>
                  <a:gd name="T101" fmla="*/ 27 h 43"/>
                  <a:gd name="T102" fmla="*/ 6 w 6"/>
                  <a:gd name="T103" fmla="*/ 3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3">
                    <a:moveTo>
                      <a:pt x="0" y="23"/>
                    </a:moveTo>
                    <a:lnTo>
                      <a:pt x="0" y="19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1" y="6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2" y="7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11"/>
                    </a:lnTo>
                    <a:lnTo>
                      <a:pt x="3" y="14"/>
                    </a:lnTo>
                    <a:lnTo>
                      <a:pt x="3" y="15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4" y="15"/>
                    </a:lnTo>
                    <a:lnTo>
                      <a:pt x="4" y="15"/>
                    </a:lnTo>
                    <a:lnTo>
                      <a:pt x="4" y="16"/>
                    </a:lnTo>
                    <a:lnTo>
                      <a:pt x="4" y="20"/>
                    </a:lnTo>
                    <a:lnTo>
                      <a:pt x="4" y="25"/>
                    </a:lnTo>
                    <a:lnTo>
                      <a:pt x="4" y="26"/>
                    </a:lnTo>
                    <a:lnTo>
                      <a:pt x="4" y="29"/>
                    </a:lnTo>
                    <a:lnTo>
                      <a:pt x="4" y="35"/>
                    </a:lnTo>
                    <a:lnTo>
                      <a:pt x="4" y="41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5" y="40"/>
                    </a:lnTo>
                    <a:lnTo>
                      <a:pt x="5" y="38"/>
                    </a:lnTo>
                    <a:lnTo>
                      <a:pt x="5" y="39"/>
                    </a:lnTo>
                    <a:lnTo>
                      <a:pt x="5" y="38"/>
                    </a:lnTo>
                    <a:lnTo>
                      <a:pt x="6" y="33"/>
                    </a:lnTo>
                    <a:lnTo>
                      <a:pt x="6" y="28"/>
                    </a:lnTo>
                    <a:lnTo>
                      <a:pt x="6" y="27"/>
                    </a:lnTo>
                    <a:lnTo>
                      <a:pt x="6" y="25"/>
                    </a:lnTo>
                    <a:lnTo>
                      <a:pt x="6" y="23"/>
                    </a:lnTo>
                    <a:lnTo>
                      <a:pt x="6" y="27"/>
                    </a:lnTo>
                    <a:lnTo>
                      <a:pt x="6" y="3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35" name="Freeform 880"/>
              <p:cNvSpPr/>
              <p:nvPr/>
            </p:nvSpPr>
            <p:spPr bwMode="auto">
              <a:xfrm>
                <a:off x="1496" y="2936"/>
                <a:ext cx="6" cy="77"/>
              </a:xfrm>
              <a:custGeom>
                <a:avLst/>
                <a:gdLst>
                  <a:gd name="T0" fmla="*/ 0 w 6"/>
                  <a:gd name="T1" fmla="*/ 74 h 77"/>
                  <a:gd name="T2" fmla="*/ 0 w 6"/>
                  <a:gd name="T3" fmla="*/ 77 h 77"/>
                  <a:gd name="T4" fmla="*/ 0 w 6"/>
                  <a:gd name="T5" fmla="*/ 73 h 77"/>
                  <a:gd name="T6" fmla="*/ 0 w 6"/>
                  <a:gd name="T7" fmla="*/ 69 h 77"/>
                  <a:gd name="T8" fmla="*/ 1 w 6"/>
                  <a:gd name="T9" fmla="*/ 67 h 77"/>
                  <a:gd name="T10" fmla="*/ 1 w 6"/>
                  <a:gd name="T11" fmla="*/ 64 h 77"/>
                  <a:gd name="T12" fmla="*/ 1 w 6"/>
                  <a:gd name="T13" fmla="*/ 62 h 77"/>
                  <a:gd name="T14" fmla="*/ 1 w 6"/>
                  <a:gd name="T15" fmla="*/ 60 h 77"/>
                  <a:gd name="T16" fmla="*/ 1 w 6"/>
                  <a:gd name="T17" fmla="*/ 58 h 77"/>
                  <a:gd name="T18" fmla="*/ 1 w 6"/>
                  <a:gd name="T19" fmla="*/ 53 h 77"/>
                  <a:gd name="T20" fmla="*/ 1 w 6"/>
                  <a:gd name="T21" fmla="*/ 48 h 77"/>
                  <a:gd name="T22" fmla="*/ 1 w 6"/>
                  <a:gd name="T23" fmla="*/ 48 h 77"/>
                  <a:gd name="T24" fmla="*/ 1 w 6"/>
                  <a:gd name="T25" fmla="*/ 47 h 77"/>
                  <a:gd name="T26" fmla="*/ 2 w 6"/>
                  <a:gd name="T27" fmla="*/ 43 h 77"/>
                  <a:gd name="T28" fmla="*/ 2 w 6"/>
                  <a:gd name="T29" fmla="*/ 41 h 77"/>
                  <a:gd name="T30" fmla="*/ 2 w 6"/>
                  <a:gd name="T31" fmla="*/ 40 h 77"/>
                  <a:gd name="T32" fmla="*/ 2 w 6"/>
                  <a:gd name="T33" fmla="*/ 36 h 77"/>
                  <a:gd name="T34" fmla="*/ 2 w 6"/>
                  <a:gd name="T35" fmla="*/ 31 h 77"/>
                  <a:gd name="T36" fmla="*/ 2 w 6"/>
                  <a:gd name="T37" fmla="*/ 31 h 77"/>
                  <a:gd name="T38" fmla="*/ 3 w 6"/>
                  <a:gd name="T39" fmla="*/ 36 h 77"/>
                  <a:gd name="T40" fmla="*/ 3 w 6"/>
                  <a:gd name="T41" fmla="*/ 35 h 77"/>
                  <a:gd name="T42" fmla="*/ 3 w 6"/>
                  <a:gd name="T43" fmla="*/ 27 h 77"/>
                  <a:gd name="T44" fmla="*/ 3 w 6"/>
                  <a:gd name="T45" fmla="*/ 21 h 77"/>
                  <a:gd name="T46" fmla="*/ 3 w 6"/>
                  <a:gd name="T47" fmla="*/ 20 h 77"/>
                  <a:gd name="T48" fmla="*/ 3 w 6"/>
                  <a:gd name="T49" fmla="*/ 18 h 77"/>
                  <a:gd name="T50" fmla="*/ 3 w 6"/>
                  <a:gd name="T51" fmla="*/ 16 h 77"/>
                  <a:gd name="T52" fmla="*/ 3 w 6"/>
                  <a:gd name="T53" fmla="*/ 16 h 77"/>
                  <a:gd name="T54" fmla="*/ 3 w 6"/>
                  <a:gd name="T55" fmla="*/ 11 h 77"/>
                  <a:gd name="T56" fmla="*/ 4 w 6"/>
                  <a:gd name="T57" fmla="*/ 1 h 77"/>
                  <a:gd name="T58" fmla="*/ 4 w 6"/>
                  <a:gd name="T59" fmla="*/ 0 h 77"/>
                  <a:gd name="T60" fmla="*/ 4 w 6"/>
                  <a:gd name="T61" fmla="*/ 5 h 77"/>
                  <a:gd name="T62" fmla="*/ 4 w 6"/>
                  <a:gd name="T63" fmla="*/ 6 h 77"/>
                  <a:gd name="T64" fmla="*/ 4 w 6"/>
                  <a:gd name="T65" fmla="*/ 6 h 77"/>
                  <a:gd name="T66" fmla="*/ 4 w 6"/>
                  <a:gd name="T67" fmla="*/ 6 h 77"/>
                  <a:gd name="T68" fmla="*/ 4 w 6"/>
                  <a:gd name="T69" fmla="*/ 7 h 77"/>
                  <a:gd name="T70" fmla="*/ 5 w 6"/>
                  <a:gd name="T71" fmla="*/ 7 h 77"/>
                  <a:gd name="T72" fmla="*/ 5 w 6"/>
                  <a:gd name="T73" fmla="*/ 11 h 77"/>
                  <a:gd name="T74" fmla="*/ 5 w 6"/>
                  <a:gd name="T75" fmla="*/ 15 h 77"/>
                  <a:gd name="T76" fmla="*/ 5 w 6"/>
                  <a:gd name="T77" fmla="*/ 16 h 77"/>
                  <a:gd name="T78" fmla="*/ 5 w 6"/>
                  <a:gd name="T79" fmla="*/ 16 h 77"/>
                  <a:gd name="T80" fmla="*/ 5 w 6"/>
                  <a:gd name="T81" fmla="*/ 18 h 77"/>
                  <a:gd name="T82" fmla="*/ 5 w 6"/>
                  <a:gd name="T83" fmla="*/ 22 h 77"/>
                  <a:gd name="T84" fmla="*/ 5 w 6"/>
                  <a:gd name="T85" fmla="*/ 25 h 77"/>
                  <a:gd name="T86" fmla="*/ 5 w 6"/>
                  <a:gd name="T87" fmla="*/ 25 h 77"/>
                  <a:gd name="T88" fmla="*/ 6 w 6"/>
                  <a:gd name="T89" fmla="*/ 25 h 77"/>
                  <a:gd name="T90" fmla="*/ 6 w 6"/>
                  <a:gd name="T91" fmla="*/ 27 h 77"/>
                  <a:gd name="T92" fmla="*/ 6 w 6"/>
                  <a:gd name="T93" fmla="*/ 28 h 77"/>
                  <a:gd name="T94" fmla="*/ 6 w 6"/>
                  <a:gd name="T95" fmla="*/ 27 h 77"/>
                  <a:gd name="T96" fmla="*/ 6 w 6"/>
                  <a:gd name="T97" fmla="*/ 27 h 77"/>
                  <a:gd name="T98" fmla="*/ 6 w 6"/>
                  <a:gd name="T99" fmla="*/ 27 h 77"/>
                  <a:gd name="T100" fmla="*/ 6 w 6"/>
                  <a:gd name="T101" fmla="*/ 24 h 77"/>
                  <a:gd name="T102" fmla="*/ 6 w 6"/>
                  <a:gd name="T103" fmla="*/ 2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7">
                    <a:moveTo>
                      <a:pt x="0" y="74"/>
                    </a:moveTo>
                    <a:lnTo>
                      <a:pt x="0" y="77"/>
                    </a:lnTo>
                    <a:lnTo>
                      <a:pt x="0" y="73"/>
                    </a:lnTo>
                    <a:lnTo>
                      <a:pt x="0" y="69"/>
                    </a:lnTo>
                    <a:lnTo>
                      <a:pt x="1" y="67"/>
                    </a:lnTo>
                    <a:lnTo>
                      <a:pt x="1" y="64"/>
                    </a:lnTo>
                    <a:lnTo>
                      <a:pt x="1" y="62"/>
                    </a:lnTo>
                    <a:lnTo>
                      <a:pt x="1" y="60"/>
                    </a:lnTo>
                    <a:lnTo>
                      <a:pt x="1" y="58"/>
                    </a:lnTo>
                    <a:lnTo>
                      <a:pt x="1" y="53"/>
                    </a:lnTo>
                    <a:lnTo>
                      <a:pt x="1" y="48"/>
                    </a:lnTo>
                    <a:lnTo>
                      <a:pt x="1" y="48"/>
                    </a:lnTo>
                    <a:lnTo>
                      <a:pt x="1" y="47"/>
                    </a:lnTo>
                    <a:lnTo>
                      <a:pt x="2" y="43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36"/>
                    </a:lnTo>
                    <a:lnTo>
                      <a:pt x="2" y="31"/>
                    </a:lnTo>
                    <a:lnTo>
                      <a:pt x="2" y="31"/>
                    </a:lnTo>
                    <a:lnTo>
                      <a:pt x="3" y="36"/>
                    </a:lnTo>
                    <a:lnTo>
                      <a:pt x="3" y="35"/>
                    </a:lnTo>
                    <a:lnTo>
                      <a:pt x="3" y="27"/>
                    </a:lnTo>
                    <a:lnTo>
                      <a:pt x="3" y="21"/>
                    </a:lnTo>
                    <a:lnTo>
                      <a:pt x="3" y="20"/>
                    </a:lnTo>
                    <a:lnTo>
                      <a:pt x="3" y="18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1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4" y="5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7"/>
                    </a:lnTo>
                    <a:lnTo>
                      <a:pt x="5" y="7"/>
                    </a:lnTo>
                    <a:lnTo>
                      <a:pt x="5" y="11"/>
                    </a:lnTo>
                    <a:lnTo>
                      <a:pt x="5" y="15"/>
                    </a:lnTo>
                    <a:lnTo>
                      <a:pt x="5" y="16"/>
                    </a:lnTo>
                    <a:lnTo>
                      <a:pt x="5" y="16"/>
                    </a:lnTo>
                    <a:lnTo>
                      <a:pt x="5" y="18"/>
                    </a:lnTo>
                    <a:lnTo>
                      <a:pt x="5" y="22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6" y="25"/>
                    </a:lnTo>
                    <a:lnTo>
                      <a:pt x="6" y="27"/>
                    </a:lnTo>
                    <a:lnTo>
                      <a:pt x="6" y="28"/>
                    </a:lnTo>
                    <a:lnTo>
                      <a:pt x="6" y="27"/>
                    </a:lnTo>
                    <a:lnTo>
                      <a:pt x="6" y="27"/>
                    </a:lnTo>
                    <a:lnTo>
                      <a:pt x="6" y="27"/>
                    </a:lnTo>
                    <a:lnTo>
                      <a:pt x="6" y="24"/>
                    </a:lnTo>
                    <a:lnTo>
                      <a:pt x="6" y="2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36" name="Freeform 881"/>
              <p:cNvSpPr/>
              <p:nvPr/>
            </p:nvSpPr>
            <p:spPr bwMode="auto">
              <a:xfrm>
                <a:off x="1502" y="2908"/>
                <a:ext cx="7" cy="52"/>
              </a:xfrm>
              <a:custGeom>
                <a:avLst/>
                <a:gdLst>
                  <a:gd name="T0" fmla="*/ 0 w 7"/>
                  <a:gd name="T1" fmla="*/ 52 h 52"/>
                  <a:gd name="T2" fmla="*/ 0 w 7"/>
                  <a:gd name="T3" fmla="*/ 48 h 52"/>
                  <a:gd name="T4" fmla="*/ 0 w 7"/>
                  <a:gd name="T5" fmla="*/ 45 h 52"/>
                  <a:gd name="T6" fmla="*/ 1 w 7"/>
                  <a:gd name="T7" fmla="*/ 45 h 52"/>
                  <a:gd name="T8" fmla="*/ 1 w 7"/>
                  <a:gd name="T9" fmla="*/ 44 h 52"/>
                  <a:gd name="T10" fmla="*/ 1 w 7"/>
                  <a:gd name="T11" fmla="*/ 42 h 52"/>
                  <a:gd name="T12" fmla="*/ 1 w 7"/>
                  <a:gd name="T13" fmla="*/ 39 h 52"/>
                  <a:gd name="T14" fmla="*/ 1 w 7"/>
                  <a:gd name="T15" fmla="*/ 38 h 52"/>
                  <a:gd name="T16" fmla="*/ 1 w 7"/>
                  <a:gd name="T17" fmla="*/ 36 h 52"/>
                  <a:gd name="T18" fmla="*/ 2 w 7"/>
                  <a:gd name="T19" fmla="*/ 37 h 52"/>
                  <a:gd name="T20" fmla="*/ 2 w 7"/>
                  <a:gd name="T21" fmla="*/ 35 h 52"/>
                  <a:gd name="T22" fmla="*/ 2 w 7"/>
                  <a:gd name="T23" fmla="*/ 30 h 52"/>
                  <a:gd name="T24" fmla="*/ 2 w 7"/>
                  <a:gd name="T25" fmla="*/ 24 h 52"/>
                  <a:gd name="T26" fmla="*/ 2 w 7"/>
                  <a:gd name="T27" fmla="*/ 19 h 52"/>
                  <a:gd name="T28" fmla="*/ 2 w 7"/>
                  <a:gd name="T29" fmla="*/ 16 h 52"/>
                  <a:gd name="T30" fmla="*/ 2 w 7"/>
                  <a:gd name="T31" fmla="*/ 15 h 52"/>
                  <a:gd name="T32" fmla="*/ 2 w 7"/>
                  <a:gd name="T33" fmla="*/ 13 h 52"/>
                  <a:gd name="T34" fmla="*/ 2 w 7"/>
                  <a:gd name="T35" fmla="*/ 9 h 52"/>
                  <a:gd name="T36" fmla="*/ 3 w 7"/>
                  <a:gd name="T37" fmla="*/ 4 h 52"/>
                  <a:gd name="T38" fmla="*/ 3 w 7"/>
                  <a:gd name="T39" fmla="*/ 0 h 52"/>
                  <a:gd name="T40" fmla="*/ 3 w 7"/>
                  <a:gd name="T41" fmla="*/ 0 h 52"/>
                  <a:gd name="T42" fmla="*/ 3 w 7"/>
                  <a:gd name="T43" fmla="*/ 1 h 52"/>
                  <a:gd name="T44" fmla="*/ 3 w 7"/>
                  <a:gd name="T45" fmla="*/ 1 h 52"/>
                  <a:gd name="T46" fmla="*/ 3 w 7"/>
                  <a:gd name="T47" fmla="*/ 1 h 52"/>
                  <a:gd name="T48" fmla="*/ 4 w 7"/>
                  <a:gd name="T49" fmla="*/ 1 h 52"/>
                  <a:gd name="T50" fmla="*/ 4 w 7"/>
                  <a:gd name="T51" fmla="*/ 1 h 52"/>
                  <a:gd name="T52" fmla="*/ 4 w 7"/>
                  <a:gd name="T53" fmla="*/ 1 h 52"/>
                  <a:gd name="T54" fmla="*/ 4 w 7"/>
                  <a:gd name="T55" fmla="*/ 3 h 52"/>
                  <a:gd name="T56" fmla="*/ 4 w 7"/>
                  <a:gd name="T57" fmla="*/ 4 h 52"/>
                  <a:gd name="T58" fmla="*/ 4 w 7"/>
                  <a:gd name="T59" fmla="*/ 5 h 52"/>
                  <a:gd name="T60" fmla="*/ 4 w 7"/>
                  <a:gd name="T61" fmla="*/ 6 h 52"/>
                  <a:gd name="T62" fmla="*/ 4 w 7"/>
                  <a:gd name="T63" fmla="*/ 6 h 52"/>
                  <a:gd name="T64" fmla="*/ 4 w 7"/>
                  <a:gd name="T65" fmla="*/ 3 h 52"/>
                  <a:gd name="T66" fmla="*/ 5 w 7"/>
                  <a:gd name="T67" fmla="*/ 4 h 52"/>
                  <a:gd name="T68" fmla="*/ 5 w 7"/>
                  <a:gd name="T69" fmla="*/ 6 h 52"/>
                  <a:gd name="T70" fmla="*/ 5 w 7"/>
                  <a:gd name="T71" fmla="*/ 8 h 52"/>
                  <a:gd name="T72" fmla="*/ 5 w 7"/>
                  <a:gd name="T73" fmla="*/ 9 h 52"/>
                  <a:gd name="T74" fmla="*/ 5 w 7"/>
                  <a:gd name="T75" fmla="*/ 11 h 52"/>
                  <a:gd name="T76" fmla="*/ 5 w 7"/>
                  <a:gd name="T77" fmla="*/ 13 h 52"/>
                  <a:gd name="T78" fmla="*/ 5 w 7"/>
                  <a:gd name="T79" fmla="*/ 17 h 52"/>
                  <a:gd name="T80" fmla="*/ 5 w 7"/>
                  <a:gd name="T81" fmla="*/ 24 h 52"/>
                  <a:gd name="T82" fmla="*/ 5 w 7"/>
                  <a:gd name="T83" fmla="*/ 27 h 52"/>
                  <a:gd name="T84" fmla="*/ 6 w 7"/>
                  <a:gd name="T85" fmla="*/ 28 h 52"/>
                  <a:gd name="T86" fmla="*/ 6 w 7"/>
                  <a:gd name="T87" fmla="*/ 30 h 52"/>
                  <a:gd name="T88" fmla="*/ 6 w 7"/>
                  <a:gd name="T89" fmla="*/ 33 h 52"/>
                  <a:gd name="T90" fmla="*/ 6 w 7"/>
                  <a:gd name="T91" fmla="*/ 31 h 52"/>
                  <a:gd name="T92" fmla="*/ 6 w 7"/>
                  <a:gd name="T93" fmla="*/ 31 h 52"/>
                  <a:gd name="T94" fmla="*/ 6 w 7"/>
                  <a:gd name="T95" fmla="*/ 33 h 52"/>
                  <a:gd name="T96" fmla="*/ 6 w 7"/>
                  <a:gd name="T97" fmla="*/ 32 h 52"/>
                  <a:gd name="T98" fmla="*/ 7 w 7"/>
                  <a:gd name="T99" fmla="*/ 28 h 52"/>
                  <a:gd name="T100" fmla="*/ 7 w 7"/>
                  <a:gd name="T101" fmla="*/ 26 h 52"/>
                  <a:gd name="T102" fmla="*/ 7 w 7"/>
                  <a:gd name="T103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2">
                    <a:moveTo>
                      <a:pt x="0" y="52"/>
                    </a:moveTo>
                    <a:lnTo>
                      <a:pt x="0" y="48"/>
                    </a:lnTo>
                    <a:lnTo>
                      <a:pt x="0" y="45"/>
                    </a:lnTo>
                    <a:lnTo>
                      <a:pt x="1" y="45"/>
                    </a:lnTo>
                    <a:lnTo>
                      <a:pt x="1" y="44"/>
                    </a:lnTo>
                    <a:lnTo>
                      <a:pt x="1" y="42"/>
                    </a:lnTo>
                    <a:lnTo>
                      <a:pt x="1" y="39"/>
                    </a:lnTo>
                    <a:lnTo>
                      <a:pt x="1" y="38"/>
                    </a:lnTo>
                    <a:lnTo>
                      <a:pt x="1" y="36"/>
                    </a:lnTo>
                    <a:lnTo>
                      <a:pt x="2" y="37"/>
                    </a:lnTo>
                    <a:lnTo>
                      <a:pt x="2" y="35"/>
                    </a:lnTo>
                    <a:lnTo>
                      <a:pt x="2" y="30"/>
                    </a:lnTo>
                    <a:lnTo>
                      <a:pt x="2" y="24"/>
                    </a:lnTo>
                    <a:lnTo>
                      <a:pt x="2" y="19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2" y="13"/>
                    </a:lnTo>
                    <a:lnTo>
                      <a:pt x="2" y="9"/>
                    </a:lnTo>
                    <a:lnTo>
                      <a:pt x="3" y="4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4" y="5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3"/>
                    </a:lnTo>
                    <a:lnTo>
                      <a:pt x="5" y="4"/>
                    </a:lnTo>
                    <a:lnTo>
                      <a:pt x="5" y="6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5" y="11"/>
                    </a:lnTo>
                    <a:lnTo>
                      <a:pt x="5" y="13"/>
                    </a:lnTo>
                    <a:lnTo>
                      <a:pt x="5" y="17"/>
                    </a:lnTo>
                    <a:lnTo>
                      <a:pt x="5" y="24"/>
                    </a:lnTo>
                    <a:lnTo>
                      <a:pt x="5" y="27"/>
                    </a:lnTo>
                    <a:lnTo>
                      <a:pt x="6" y="28"/>
                    </a:lnTo>
                    <a:lnTo>
                      <a:pt x="6" y="30"/>
                    </a:lnTo>
                    <a:lnTo>
                      <a:pt x="6" y="33"/>
                    </a:lnTo>
                    <a:lnTo>
                      <a:pt x="6" y="31"/>
                    </a:lnTo>
                    <a:lnTo>
                      <a:pt x="6" y="31"/>
                    </a:lnTo>
                    <a:lnTo>
                      <a:pt x="6" y="33"/>
                    </a:lnTo>
                    <a:lnTo>
                      <a:pt x="6" y="32"/>
                    </a:lnTo>
                    <a:lnTo>
                      <a:pt x="7" y="28"/>
                    </a:lnTo>
                    <a:lnTo>
                      <a:pt x="7" y="26"/>
                    </a:lnTo>
                    <a:lnTo>
                      <a:pt x="7" y="2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37" name="Freeform 882"/>
              <p:cNvSpPr/>
              <p:nvPr/>
            </p:nvSpPr>
            <p:spPr bwMode="auto">
              <a:xfrm>
                <a:off x="1509" y="2919"/>
                <a:ext cx="6" cy="73"/>
              </a:xfrm>
              <a:custGeom>
                <a:avLst/>
                <a:gdLst>
                  <a:gd name="T0" fmla="*/ 0 w 6"/>
                  <a:gd name="T1" fmla="*/ 15 h 73"/>
                  <a:gd name="T2" fmla="*/ 0 w 6"/>
                  <a:gd name="T3" fmla="*/ 15 h 73"/>
                  <a:gd name="T4" fmla="*/ 0 w 6"/>
                  <a:gd name="T5" fmla="*/ 15 h 73"/>
                  <a:gd name="T6" fmla="*/ 0 w 6"/>
                  <a:gd name="T7" fmla="*/ 13 h 73"/>
                  <a:gd name="T8" fmla="*/ 0 w 6"/>
                  <a:gd name="T9" fmla="*/ 14 h 73"/>
                  <a:gd name="T10" fmla="*/ 0 w 6"/>
                  <a:gd name="T11" fmla="*/ 15 h 73"/>
                  <a:gd name="T12" fmla="*/ 0 w 6"/>
                  <a:gd name="T13" fmla="*/ 15 h 73"/>
                  <a:gd name="T14" fmla="*/ 0 w 6"/>
                  <a:gd name="T15" fmla="*/ 16 h 73"/>
                  <a:gd name="T16" fmla="*/ 1 w 6"/>
                  <a:gd name="T17" fmla="*/ 17 h 73"/>
                  <a:gd name="T18" fmla="*/ 1 w 6"/>
                  <a:gd name="T19" fmla="*/ 14 h 73"/>
                  <a:gd name="T20" fmla="*/ 1 w 6"/>
                  <a:gd name="T21" fmla="*/ 12 h 73"/>
                  <a:gd name="T22" fmla="*/ 1 w 6"/>
                  <a:gd name="T23" fmla="*/ 12 h 73"/>
                  <a:gd name="T24" fmla="*/ 1 w 6"/>
                  <a:gd name="T25" fmla="*/ 13 h 73"/>
                  <a:gd name="T26" fmla="*/ 1 w 6"/>
                  <a:gd name="T27" fmla="*/ 9 h 73"/>
                  <a:gd name="T28" fmla="*/ 2 w 6"/>
                  <a:gd name="T29" fmla="*/ 5 h 73"/>
                  <a:gd name="T30" fmla="*/ 2 w 6"/>
                  <a:gd name="T31" fmla="*/ 3 h 73"/>
                  <a:gd name="T32" fmla="*/ 2 w 6"/>
                  <a:gd name="T33" fmla="*/ 2 h 73"/>
                  <a:gd name="T34" fmla="*/ 2 w 6"/>
                  <a:gd name="T35" fmla="*/ 0 h 73"/>
                  <a:gd name="T36" fmla="*/ 2 w 6"/>
                  <a:gd name="T37" fmla="*/ 1 h 73"/>
                  <a:gd name="T38" fmla="*/ 2 w 6"/>
                  <a:gd name="T39" fmla="*/ 2 h 73"/>
                  <a:gd name="T40" fmla="*/ 2 w 6"/>
                  <a:gd name="T41" fmla="*/ 2 h 73"/>
                  <a:gd name="T42" fmla="*/ 2 w 6"/>
                  <a:gd name="T43" fmla="*/ 4 h 73"/>
                  <a:gd name="T44" fmla="*/ 2 w 6"/>
                  <a:gd name="T45" fmla="*/ 7 h 73"/>
                  <a:gd name="T46" fmla="*/ 3 w 6"/>
                  <a:gd name="T47" fmla="*/ 10 h 73"/>
                  <a:gd name="T48" fmla="*/ 3 w 6"/>
                  <a:gd name="T49" fmla="*/ 13 h 73"/>
                  <a:gd name="T50" fmla="*/ 3 w 6"/>
                  <a:gd name="T51" fmla="*/ 14 h 73"/>
                  <a:gd name="T52" fmla="*/ 3 w 6"/>
                  <a:gd name="T53" fmla="*/ 14 h 73"/>
                  <a:gd name="T54" fmla="*/ 3 w 6"/>
                  <a:gd name="T55" fmla="*/ 13 h 73"/>
                  <a:gd name="T56" fmla="*/ 3 w 6"/>
                  <a:gd name="T57" fmla="*/ 15 h 73"/>
                  <a:gd name="T58" fmla="*/ 3 w 6"/>
                  <a:gd name="T59" fmla="*/ 16 h 73"/>
                  <a:gd name="T60" fmla="*/ 3 w 6"/>
                  <a:gd name="T61" fmla="*/ 17 h 73"/>
                  <a:gd name="T62" fmla="*/ 3 w 6"/>
                  <a:gd name="T63" fmla="*/ 17 h 73"/>
                  <a:gd name="T64" fmla="*/ 4 w 6"/>
                  <a:gd name="T65" fmla="*/ 18 h 73"/>
                  <a:gd name="T66" fmla="*/ 4 w 6"/>
                  <a:gd name="T67" fmla="*/ 18 h 73"/>
                  <a:gd name="T68" fmla="*/ 4 w 6"/>
                  <a:gd name="T69" fmla="*/ 19 h 73"/>
                  <a:gd name="T70" fmla="*/ 4 w 6"/>
                  <a:gd name="T71" fmla="*/ 23 h 73"/>
                  <a:gd name="T72" fmla="*/ 4 w 6"/>
                  <a:gd name="T73" fmla="*/ 28 h 73"/>
                  <a:gd name="T74" fmla="*/ 4 w 6"/>
                  <a:gd name="T75" fmla="*/ 31 h 73"/>
                  <a:gd name="T76" fmla="*/ 5 w 6"/>
                  <a:gd name="T77" fmla="*/ 32 h 73"/>
                  <a:gd name="T78" fmla="*/ 5 w 6"/>
                  <a:gd name="T79" fmla="*/ 34 h 73"/>
                  <a:gd name="T80" fmla="*/ 5 w 6"/>
                  <a:gd name="T81" fmla="*/ 36 h 73"/>
                  <a:gd name="T82" fmla="*/ 5 w 6"/>
                  <a:gd name="T83" fmla="*/ 39 h 73"/>
                  <a:gd name="T84" fmla="*/ 5 w 6"/>
                  <a:gd name="T85" fmla="*/ 42 h 73"/>
                  <a:gd name="T86" fmla="*/ 5 w 6"/>
                  <a:gd name="T87" fmla="*/ 46 h 73"/>
                  <a:gd name="T88" fmla="*/ 5 w 6"/>
                  <a:gd name="T89" fmla="*/ 48 h 73"/>
                  <a:gd name="T90" fmla="*/ 5 w 6"/>
                  <a:gd name="T91" fmla="*/ 50 h 73"/>
                  <a:gd name="T92" fmla="*/ 5 w 6"/>
                  <a:gd name="T93" fmla="*/ 55 h 73"/>
                  <a:gd name="T94" fmla="*/ 6 w 6"/>
                  <a:gd name="T95" fmla="*/ 60 h 73"/>
                  <a:gd name="T96" fmla="*/ 6 w 6"/>
                  <a:gd name="T97" fmla="*/ 63 h 73"/>
                  <a:gd name="T98" fmla="*/ 6 w 6"/>
                  <a:gd name="T99" fmla="*/ 66 h 73"/>
                  <a:gd name="T100" fmla="*/ 6 w 6"/>
                  <a:gd name="T101" fmla="*/ 70 h 73"/>
                  <a:gd name="T102" fmla="*/ 6 w 6"/>
                  <a:gd name="T10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3">
                    <a:moveTo>
                      <a:pt x="0" y="15"/>
                    </a:moveTo>
                    <a:lnTo>
                      <a:pt x="0" y="15"/>
                    </a:lnTo>
                    <a:lnTo>
                      <a:pt x="0" y="15"/>
                    </a:lnTo>
                    <a:lnTo>
                      <a:pt x="0" y="13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0" y="15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1" y="12"/>
                    </a:lnTo>
                    <a:lnTo>
                      <a:pt x="1" y="12"/>
                    </a:lnTo>
                    <a:lnTo>
                      <a:pt x="1" y="13"/>
                    </a:lnTo>
                    <a:lnTo>
                      <a:pt x="1" y="9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2" y="7"/>
                    </a:lnTo>
                    <a:lnTo>
                      <a:pt x="3" y="10"/>
                    </a:lnTo>
                    <a:lnTo>
                      <a:pt x="3" y="13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3" y="15"/>
                    </a:lnTo>
                    <a:lnTo>
                      <a:pt x="3" y="16"/>
                    </a:lnTo>
                    <a:lnTo>
                      <a:pt x="3" y="17"/>
                    </a:lnTo>
                    <a:lnTo>
                      <a:pt x="3" y="17"/>
                    </a:lnTo>
                    <a:lnTo>
                      <a:pt x="4" y="18"/>
                    </a:lnTo>
                    <a:lnTo>
                      <a:pt x="4" y="18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4" y="28"/>
                    </a:lnTo>
                    <a:lnTo>
                      <a:pt x="4" y="31"/>
                    </a:lnTo>
                    <a:lnTo>
                      <a:pt x="5" y="32"/>
                    </a:lnTo>
                    <a:lnTo>
                      <a:pt x="5" y="34"/>
                    </a:lnTo>
                    <a:lnTo>
                      <a:pt x="5" y="36"/>
                    </a:lnTo>
                    <a:lnTo>
                      <a:pt x="5" y="39"/>
                    </a:lnTo>
                    <a:lnTo>
                      <a:pt x="5" y="42"/>
                    </a:lnTo>
                    <a:lnTo>
                      <a:pt x="5" y="46"/>
                    </a:lnTo>
                    <a:lnTo>
                      <a:pt x="5" y="48"/>
                    </a:lnTo>
                    <a:lnTo>
                      <a:pt x="5" y="50"/>
                    </a:lnTo>
                    <a:lnTo>
                      <a:pt x="5" y="55"/>
                    </a:lnTo>
                    <a:lnTo>
                      <a:pt x="6" y="60"/>
                    </a:lnTo>
                    <a:lnTo>
                      <a:pt x="6" y="63"/>
                    </a:lnTo>
                    <a:lnTo>
                      <a:pt x="6" y="66"/>
                    </a:lnTo>
                    <a:lnTo>
                      <a:pt x="6" y="70"/>
                    </a:lnTo>
                    <a:lnTo>
                      <a:pt x="6" y="7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38" name="Freeform 883"/>
              <p:cNvSpPr/>
              <p:nvPr/>
            </p:nvSpPr>
            <p:spPr bwMode="auto">
              <a:xfrm>
                <a:off x="1515" y="2989"/>
                <a:ext cx="6" cy="87"/>
              </a:xfrm>
              <a:custGeom>
                <a:avLst/>
                <a:gdLst>
                  <a:gd name="T0" fmla="*/ 0 w 6"/>
                  <a:gd name="T1" fmla="*/ 0 h 87"/>
                  <a:gd name="T2" fmla="*/ 0 w 6"/>
                  <a:gd name="T3" fmla="*/ 3 h 87"/>
                  <a:gd name="T4" fmla="*/ 0 w 6"/>
                  <a:gd name="T5" fmla="*/ 4 h 87"/>
                  <a:gd name="T6" fmla="*/ 1 w 6"/>
                  <a:gd name="T7" fmla="*/ 6 h 87"/>
                  <a:gd name="T8" fmla="*/ 1 w 6"/>
                  <a:gd name="T9" fmla="*/ 9 h 87"/>
                  <a:gd name="T10" fmla="*/ 1 w 6"/>
                  <a:gd name="T11" fmla="*/ 10 h 87"/>
                  <a:gd name="T12" fmla="*/ 1 w 6"/>
                  <a:gd name="T13" fmla="*/ 9 h 87"/>
                  <a:gd name="T14" fmla="*/ 1 w 6"/>
                  <a:gd name="T15" fmla="*/ 11 h 87"/>
                  <a:gd name="T16" fmla="*/ 1 w 6"/>
                  <a:gd name="T17" fmla="*/ 13 h 87"/>
                  <a:gd name="T18" fmla="*/ 1 w 6"/>
                  <a:gd name="T19" fmla="*/ 13 h 87"/>
                  <a:gd name="T20" fmla="*/ 1 w 6"/>
                  <a:gd name="T21" fmla="*/ 13 h 87"/>
                  <a:gd name="T22" fmla="*/ 1 w 6"/>
                  <a:gd name="T23" fmla="*/ 13 h 87"/>
                  <a:gd name="T24" fmla="*/ 1 w 6"/>
                  <a:gd name="T25" fmla="*/ 13 h 87"/>
                  <a:gd name="T26" fmla="*/ 2 w 6"/>
                  <a:gd name="T27" fmla="*/ 16 h 87"/>
                  <a:gd name="T28" fmla="*/ 2 w 6"/>
                  <a:gd name="T29" fmla="*/ 15 h 87"/>
                  <a:gd name="T30" fmla="*/ 2 w 6"/>
                  <a:gd name="T31" fmla="*/ 10 h 87"/>
                  <a:gd name="T32" fmla="*/ 2 w 6"/>
                  <a:gd name="T33" fmla="*/ 10 h 87"/>
                  <a:gd name="T34" fmla="*/ 2 w 6"/>
                  <a:gd name="T35" fmla="*/ 15 h 87"/>
                  <a:gd name="T36" fmla="*/ 2 w 6"/>
                  <a:gd name="T37" fmla="*/ 14 h 87"/>
                  <a:gd name="T38" fmla="*/ 2 w 6"/>
                  <a:gd name="T39" fmla="*/ 10 h 87"/>
                  <a:gd name="T40" fmla="*/ 2 w 6"/>
                  <a:gd name="T41" fmla="*/ 9 h 87"/>
                  <a:gd name="T42" fmla="*/ 2 w 6"/>
                  <a:gd name="T43" fmla="*/ 9 h 87"/>
                  <a:gd name="T44" fmla="*/ 3 w 6"/>
                  <a:gd name="T45" fmla="*/ 7 h 87"/>
                  <a:gd name="T46" fmla="*/ 3 w 6"/>
                  <a:gd name="T47" fmla="*/ 9 h 87"/>
                  <a:gd name="T48" fmla="*/ 3 w 6"/>
                  <a:gd name="T49" fmla="*/ 12 h 87"/>
                  <a:gd name="T50" fmla="*/ 3 w 6"/>
                  <a:gd name="T51" fmla="*/ 11 h 87"/>
                  <a:gd name="T52" fmla="*/ 3 w 6"/>
                  <a:gd name="T53" fmla="*/ 9 h 87"/>
                  <a:gd name="T54" fmla="*/ 3 w 6"/>
                  <a:gd name="T55" fmla="*/ 15 h 87"/>
                  <a:gd name="T56" fmla="*/ 4 w 6"/>
                  <a:gd name="T57" fmla="*/ 24 h 87"/>
                  <a:gd name="T58" fmla="*/ 4 w 6"/>
                  <a:gd name="T59" fmla="*/ 25 h 87"/>
                  <a:gd name="T60" fmla="*/ 4 w 6"/>
                  <a:gd name="T61" fmla="*/ 26 h 87"/>
                  <a:gd name="T62" fmla="*/ 4 w 6"/>
                  <a:gd name="T63" fmla="*/ 32 h 87"/>
                  <a:gd name="T64" fmla="*/ 4 w 6"/>
                  <a:gd name="T65" fmla="*/ 36 h 87"/>
                  <a:gd name="T66" fmla="*/ 4 w 6"/>
                  <a:gd name="T67" fmla="*/ 36 h 87"/>
                  <a:gd name="T68" fmla="*/ 4 w 6"/>
                  <a:gd name="T69" fmla="*/ 38 h 87"/>
                  <a:gd name="T70" fmla="*/ 4 w 6"/>
                  <a:gd name="T71" fmla="*/ 43 h 87"/>
                  <a:gd name="T72" fmla="*/ 4 w 6"/>
                  <a:gd name="T73" fmla="*/ 46 h 87"/>
                  <a:gd name="T74" fmla="*/ 5 w 6"/>
                  <a:gd name="T75" fmla="*/ 47 h 87"/>
                  <a:gd name="T76" fmla="*/ 5 w 6"/>
                  <a:gd name="T77" fmla="*/ 47 h 87"/>
                  <a:gd name="T78" fmla="*/ 5 w 6"/>
                  <a:gd name="T79" fmla="*/ 49 h 87"/>
                  <a:gd name="T80" fmla="*/ 5 w 6"/>
                  <a:gd name="T81" fmla="*/ 53 h 87"/>
                  <a:gd name="T82" fmla="*/ 5 w 6"/>
                  <a:gd name="T83" fmla="*/ 58 h 87"/>
                  <a:gd name="T84" fmla="*/ 5 w 6"/>
                  <a:gd name="T85" fmla="*/ 64 h 87"/>
                  <a:gd name="T86" fmla="*/ 6 w 6"/>
                  <a:gd name="T87" fmla="*/ 69 h 87"/>
                  <a:gd name="T88" fmla="*/ 6 w 6"/>
                  <a:gd name="T89" fmla="*/ 73 h 87"/>
                  <a:gd name="T90" fmla="*/ 6 w 6"/>
                  <a:gd name="T91" fmla="*/ 75 h 87"/>
                  <a:gd name="T92" fmla="*/ 6 w 6"/>
                  <a:gd name="T93" fmla="*/ 77 h 87"/>
                  <a:gd name="T94" fmla="*/ 6 w 6"/>
                  <a:gd name="T95" fmla="*/ 81 h 87"/>
                  <a:gd name="T96" fmla="*/ 6 w 6"/>
                  <a:gd name="T97" fmla="*/ 87 h 87"/>
                  <a:gd name="T98" fmla="*/ 6 w 6"/>
                  <a:gd name="T99" fmla="*/ 87 h 87"/>
                  <a:gd name="T100" fmla="*/ 6 w 6"/>
                  <a:gd name="T101" fmla="*/ 82 h 87"/>
                  <a:gd name="T102" fmla="*/ 6 w 6"/>
                  <a:gd name="T103" fmla="*/ 8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7">
                    <a:moveTo>
                      <a:pt x="0" y="0"/>
                    </a:moveTo>
                    <a:lnTo>
                      <a:pt x="0" y="3"/>
                    </a:lnTo>
                    <a:lnTo>
                      <a:pt x="0" y="4"/>
                    </a:lnTo>
                    <a:lnTo>
                      <a:pt x="1" y="6"/>
                    </a:lnTo>
                    <a:lnTo>
                      <a:pt x="1" y="9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1" y="11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2" y="10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3" y="7"/>
                    </a:lnTo>
                    <a:lnTo>
                      <a:pt x="3" y="9"/>
                    </a:lnTo>
                    <a:lnTo>
                      <a:pt x="3" y="12"/>
                    </a:lnTo>
                    <a:lnTo>
                      <a:pt x="3" y="11"/>
                    </a:lnTo>
                    <a:lnTo>
                      <a:pt x="3" y="9"/>
                    </a:lnTo>
                    <a:lnTo>
                      <a:pt x="3" y="15"/>
                    </a:lnTo>
                    <a:lnTo>
                      <a:pt x="4" y="24"/>
                    </a:lnTo>
                    <a:lnTo>
                      <a:pt x="4" y="25"/>
                    </a:lnTo>
                    <a:lnTo>
                      <a:pt x="4" y="26"/>
                    </a:lnTo>
                    <a:lnTo>
                      <a:pt x="4" y="32"/>
                    </a:lnTo>
                    <a:lnTo>
                      <a:pt x="4" y="36"/>
                    </a:lnTo>
                    <a:lnTo>
                      <a:pt x="4" y="36"/>
                    </a:lnTo>
                    <a:lnTo>
                      <a:pt x="4" y="38"/>
                    </a:lnTo>
                    <a:lnTo>
                      <a:pt x="4" y="43"/>
                    </a:lnTo>
                    <a:lnTo>
                      <a:pt x="4" y="46"/>
                    </a:lnTo>
                    <a:lnTo>
                      <a:pt x="5" y="47"/>
                    </a:lnTo>
                    <a:lnTo>
                      <a:pt x="5" y="47"/>
                    </a:lnTo>
                    <a:lnTo>
                      <a:pt x="5" y="49"/>
                    </a:lnTo>
                    <a:lnTo>
                      <a:pt x="5" y="53"/>
                    </a:lnTo>
                    <a:lnTo>
                      <a:pt x="5" y="58"/>
                    </a:lnTo>
                    <a:lnTo>
                      <a:pt x="5" y="64"/>
                    </a:lnTo>
                    <a:lnTo>
                      <a:pt x="6" y="69"/>
                    </a:lnTo>
                    <a:lnTo>
                      <a:pt x="6" y="73"/>
                    </a:lnTo>
                    <a:lnTo>
                      <a:pt x="6" y="75"/>
                    </a:lnTo>
                    <a:lnTo>
                      <a:pt x="6" y="77"/>
                    </a:lnTo>
                    <a:lnTo>
                      <a:pt x="6" y="81"/>
                    </a:lnTo>
                    <a:lnTo>
                      <a:pt x="6" y="87"/>
                    </a:lnTo>
                    <a:lnTo>
                      <a:pt x="6" y="87"/>
                    </a:lnTo>
                    <a:lnTo>
                      <a:pt x="6" y="82"/>
                    </a:lnTo>
                    <a:lnTo>
                      <a:pt x="6" y="8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39" name="Freeform 884"/>
              <p:cNvSpPr/>
              <p:nvPr/>
            </p:nvSpPr>
            <p:spPr bwMode="auto">
              <a:xfrm>
                <a:off x="1521" y="2917"/>
                <a:ext cx="7" cy="158"/>
              </a:xfrm>
              <a:custGeom>
                <a:avLst/>
                <a:gdLst>
                  <a:gd name="T0" fmla="*/ 0 w 7"/>
                  <a:gd name="T1" fmla="*/ 154 h 158"/>
                  <a:gd name="T2" fmla="*/ 0 w 7"/>
                  <a:gd name="T3" fmla="*/ 152 h 158"/>
                  <a:gd name="T4" fmla="*/ 1 w 7"/>
                  <a:gd name="T5" fmla="*/ 156 h 158"/>
                  <a:gd name="T6" fmla="*/ 1 w 7"/>
                  <a:gd name="T7" fmla="*/ 157 h 158"/>
                  <a:gd name="T8" fmla="*/ 1 w 7"/>
                  <a:gd name="T9" fmla="*/ 156 h 158"/>
                  <a:gd name="T10" fmla="*/ 1 w 7"/>
                  <a:gd name="T11" fmla="*/ 158 h 158"/>
                  <a:gd name="T12" fmla="*/ 1 w 7"/>
                  <a:gd name="T13" fmla="*/ 158 h 158"/>
                  <a:gd name="T14" fmla="*/ 1 w 7"/>
                  <a:gd name="T15" fmla="*/ 152 h 158"/>
                  <a:gd name="T16" fmla="*/ 1 w 7"/>
                  <a:gd name="T17" fmla="*/ 150 h 158"/>
                  <a:gd name="T18" fmla="*/ 1 w 7"/>
                  <a:gd name="T19" fmla="*/ 154 h 158"/>
                  <a:gd name="T20" fmla="*/ 1 w 7"/>
                  <a:gd name="T21" fmla="*/ 153 h 158"/>
                  <a:gd name="T22" fmla="*/ 2 w 7"/>
                  <a:gd name="T23" fmla="*/ 150 h 158"/>
                  <a:gd name="T24" fmla="*/ 2 w 7"/>
                  <a:gd name="T25" fmla="*/ 150 h 158"/>
                  <a:gd name="T26" fmla="*/ 2 w 7"/>
                  <a:gd name="T27" fmla="*/ 150 h 158"/>
                  <a:gd name="T28" fmla="*/ 2 w 7"/>
                  <a:gd name="T29" fmla="*/ 142 h 158"/>
                  <a:gd name="T30" fmla="*/ 2 w 7"/>
                  <a:gd name="T31" fmla="*/ 137 h 158"/>
                  <a:gd name="T32" fmla="*/ 2 w 7"/>
                  <a:gd name="T33" fmla="*/ 142 h 158"/>
                  <a:gd name="T34" fmla="*/ 3 w 7"/>
                  <a:gd name="T35" fmla="*/ 144 h 158"/>
                  <a:gd name="T36" fmla="*/ 3 w 7"/>
                  <a:gd name="T37" fmla="*/ 137 h 158"/>
                  <a:gd name="T38" fmla="*/ 3 w 7"/>
                  <a:gd name="T39" fmla="*/ 128 h 158"/>
                  <a:gd name="T40" fmla="*/ 3 w 7"/>
                  <a:gd name="T41" fmla="*/ 121 h 158"/>
                  <a:gd name="T42" fmla="*/ 3 w 7"/>
                  <a:gd name="T43" fmla="*/ 116 h 158"/>
                  <a:gd name="T44" fmla="*/ 3 w 7"/>
                  <a:gd name="T45" fmla="*/ 112 h 158"/>
                  <a:gd name="T46" fmla="*/ 3 w 7"/>
                  <a:gd name="T47" fmla="*/ 108 h 158"/>
                  <a:gd name="T48" fmla="*/ 3 w 7"/>
                  <a:gd name="T49" fmla="*/ 106 h 158"/>
                  <a:gd name="T50" fmla="*/ 3 w 7"/>
                  <a:gd name="T51" fmla="*/ 99 h 158"/>
                  <a:gd name="T52" fmla="*/ 4 w 7"/>
                  <a:gd name="T53" fmla="*/ 93 h 158"/>
                  <a:gd name="T54" fmla="*/ 4 w 7"/>
                  <a:gd name="T55" fmla="*/ 92 h 158"/>
                  <a:gd name="T56" fmla="*/ 4 w 7"/>
                  <a:gd name="T57" fmla="*/ 91 h 158"/>
                  <a:gd name="T58" fmla="*/ 4 w 7"/>
                  <a:gd name="T59" fmla="*/ 84 h 158"/>
                  <a:gd name="T60" fmla="*/ 4 w 7"/>
                  <a:gd name="T61" fmla="*/ 79 h 158"/>
                  <a:gd name="T62" fmla="*/ 4 w 7"/>
                  <a:gd name="T63" fmla="*/ 75 h 158"/>
                  <a:gd name="T64" fmla="*/ 4 w 7"/>
                  <a:gd name="T65" fmla="*/ 63 h 158"/>
                  <a:gd name="T66" fmla="*/ 5 w 7"/>
                  <a:gd name="T67" fmla="*/ 53 h 158"/>
                  <a:gd name="T68" fmla="*/ 5 w 7"/>
                  <a:gd name="T69" fmla="*/ 51 h 158"/>
                  <a:gd name="T70" fmla="*/ 5 w 7"/>
                  <a:gd name="T71" fmla="*/ 47 h 158"/>
                  <a:gd name="T72" fmla="*/ 5 w 7"/>
                  <a:gd name="T73" fmla="*/ 40 h 158"/>
                  <a:gd name="T74" fmla="*/ 5 w 7"/>
                  <a:gd name="T75" fmla="*/ 34 h 158"/>
                  <a:gd name="T76" fmla="*/ 5 w 7"/>
                  <a:gd name="T77" fmla="*/ 29 h 158"/>
                  <a:gd name="T78" fmla="*/ 5 w 7"/>
                  <a:gd name="T79" fmla="*/ 22 h 158"/>
                  <a:gd name="T80" fmla="*/ 5 w 7"/>
                  <a:gd name="T81" fmla="*/ 17 h 158"/>
                  <a:gd name="T82" fmla="*/ 5 w 7"/>
                  <a:gd name="T83" fmla="*/ 18 h 158"/>
                  <a:gd name="T84" fmla="*/ 6 w 7"/>
                  <a:gd name="T85" fmla="*/ 17 h 158"/>
                  <a:gd name="T86" fmla="*/ 6 w 7"/>
                  <a:gd name="T87" fmla="*/ 9 h 158"/>
                  <a:gd name="T88" fmla="*/ 6 w 7"/>
                  <a:gd name="T89" fmla="*/ 3 h 158"/>
                  <a:gd name="T90" fmla="*/ 6 w 7"/>
                  <a:gd name="T91" fmla="*/ 2 h 158"/>
                  <a:gd name="T92" fmla="*/ 6 w 7"/>
                  <a:gd name="T93" fmla="*/ 2 h 158"/>
                  <a:gd name="T94" fmla="*/ 6 w 7"/>
                  <a:gd name="T95" fmla="*/ 0 h 158"/>
                  <a:gd name="T96" fmla="*/ 6 w 7"/>
                  <a:gd name="T97" fmla="*/ 1 h 158"/>
                  <a:gd name="T98" fmla="*/ 6 w 7"/>
                  <a:gd name="T99" fmla="*/ 3 h 158"/>
                  <a:gd name="T100" fmla="*/ 6 w 7"/>
                  <a:gd name="T101" fmla="*/ 2 h 158"/>
                  <a:gd name="T102" fmla="*/ 7 w 7"/>
                  <a:gd name="T103" fmla="*/ 2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58">
                    <a:moveTo>
                      <a:pt x="0" y="154"/>
                    </a:moveTo>
                    <a:lnTo>
                      <a:pt x="0" y="152"/>
                    </a:lnTo>
                    <a:lnTo>
                      <a:pt x="1" y="156"/>
                    </a:lnTo>
                    <a:lnTo>
                      <a:pt x="1" y="157"/>
                    </a:lnTo>
                    <a:lnTo>
                      <a:pt x="1" y="156"/>
                    </a:lnTo>
                    <a:lnTo>
                      <a:pt x="1" y="158"/>
                    </a:lnTo>
                    <a:lnTo>
                      <a:pt x="1" y="158"/>
                    </a:lnTo>
                    <a:lnTo>
                      <a:pt x="1" y="152"/>
                    </a:lnTo>
                    <a:lnTo>
                      <a:pt x="1" y="150"/>
                    </a:lnTo>
                    <a:lnTo>
                      <a:pt x="1" y="154"/>
                    </a:lnTo>
                    <a:lnTo>
                      <a:pt x="1" y="153"/>
                    </a:lnTo>
                    <a:lnTo>
                      <a:pt x="2" y="150"/>
                    </a:lnTo>
                    <a:lnTo>
                      <a:pt x="2" y="150"/>
                    </a:lnTo>
                    <a:lnTo>
                      <a:pt x="2" y="150"/>
                    </a:lnTo>
                    <a:lnTo>
                      <a:pt x="2" y="142"/>
                    </a:lnTo>
                    <a:lnTo>
                      <a:pt x="2" y="137"/>
                    </a:lnTo>
                    <a:lnTo>
                      <a:pt x="2" y="142"/>
                    </a:lnTo>
                    <a:lnTo>
                      <a:pt x="3" y="144"/>
                    </a:lnTo>
                    <a:lnTo>
                      <a:pt x="3" y="137"/>
                    </a:lnTo>
                    <a:lnTo>
                      <a:pt x="3" y="128"/>
                    </a:lnTo>
                    <a:lnTo>
                      <a:pt x="3" y="121"/>
                    </a:lnTo>
                    <a:lnTo>
                      <a:pt x="3" y="116"/>
                    </a:lnTo>
                    <a:lnTo>
                      <a:pt x="3" y="112"/>
                    </a:lnTo>
                    <a:lnTo>
                      <a:pt x="3" y="108"/>
                    </a:lnTo>
                    <a:lnTo>
                      <a:pt x="3" y="106"/>
                    </a:lnTo>
                    <a:lnTo>
                      <a:pt x="3" y="99"/>
                    </a:lnTo>
                    <a:lnTo>
                      <a:pt x="4" y="93"/>
                    </a:lnTo>
                    <a:lnTo>
                      <a:pt x="4" y="92"/>
                    </a:lnTo>
                    <a:lnTo>
                      <a:pt x="4" y="91"/>
                    </a:lnTo>
                    <a:lnTo>
                      <a:pt x="4" y="84"/>
                    </a:lnTo>
                    <a:lnTo>
                      <a:pt x="4" y="79"/>
                    </a:lnTo>
                    <a:lnTo>
                      <a:pt x="4" y="75"/>
                    </a:lnTo>
                    <a:lnTo>
                      <a:pt x="4" y="63"/>
                    </a:lnTo>
                    <a:lnTo>
                      <a:pt x="5" y="53"/>
                    </a:lnTo>
                    <a:lnTo>
                      <a:pt x="5" y="51"/>
                    </a:lnTo>
                    <a:lnTo>
                      <a:pt x="5" y="47"/>
                    </a:lnTo>
                    <a:lnTo>
                      <a:pt x="5" y="40"/>
                    </a:lnTo>
                    <a:lnTo>
                      <a:pt x="5" y="34"/>
                    </a:lnTo>
                    <a:lnTo>
                      <a:pt x="5" y="29"/>
                    </a:lnTo>
                    <a:lnTo>
                      <a:pt x="5" y="22"/>
                    </a:lnTo>
                    <a:lnTo>
                      <a:pt x="5" y="17"/>
                    </a:lnTo>
                    <a:lnTo>
                      <a:pt x="5" y="18"/>
                    </a:lnTo>
                    <a:lnTo>
                      <a:pt x="6" y="17"/>
                    </a:lnTo>
                    <a:lnTo>
                      <a:pt x="6" y="9"/>
                    </a:lnTo>
                    <a:lnTo>
                      <a:pt x="6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2"/>
                    </a:lnTo>
                    <a:lnTo>
                      <a:pt x="7" y="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40" name="Freeform 885"/>
              <p:cNvSpPr/>
              <p:nvPr/>
            </p:nvSpPr>
            <p:spPr bwMode="auto">
              <a:xfrm>
                <a:off x="1527" y="2878"/>
                <a:ext cx="7" cy="78"/>
              </a:xfrm>
              <a:custGeom>
                <a:avLst/>
                <a:gdLst>
                  <a:gd name="T0" fmla="*/ 0 w 7"/>
                  <a:gd name="T1" fmla="*/ 41 h 78"/>
                  <a:gd name="T2" fmla="*/ 1 w 7"/>
                  <a:gd name="T3" fmla="*/ 41 h 78"/>
                  <a:gd name="T4" fmla="*/ 1 w 7"/>
                  <a:gd name="T5" fmla="*/ 46 h 78"/>
                  <a:gd name="T6" fmla="*/ 1 w 7"/>
                  <a:gd name="T7" fmla="*/ 49 h 78"/>
                  <a:gd name="T8" fmla="*/ 1 w 7"/>
                  <a:gd name="T9" fmla="*/ 46 h 78"/>
                  <a:gd name="T10" fmla="*/ 1 w 7"/>
                  <a:gd name="T11" fmla="*/ 45 h 78"/>
                  <a:gd name="T12" fmla="*/ 1 w 7"/>
                  <a:gd name="T13" fmla="*/ 48 h 78"/>
                  <a:gd name="T14" fmla="*/ 2 w 7"/>
                  <a:gd name="T15" fmla="*/ 50 h 78"/>
                  <a:gd name="T16" fmla="*/ 2 w 7"/>
                  <a:gd name="T17" fmla="*/ 50 h 78"/>
                  <a:gd name="T18" fmla="*/ 2 w 7"/>
                  <a:gd name="T19" fmla="*/ 48 h 78"/>
                  <a:gd name="T20" fmla="*/ 2 w 7"/>
                  <a:gd name="T21" fmla="*/ 46 h 78"/>
                  <a:gd name="T22" fmla="*/ 2 w 7"/>
                  <a:gd name="T23" fmla="*/ 43 h 78"/>
                  <a:gd name="T24" fmla="*/ 2 w 7"/>
                  <a:gd name="T25" fmla="*/ 40 h 78"/>
                  <a:gd name="T26" fmla="*/ 2 w 7"/>
                  <a:gd name="T27" fmla="*/ 40 h 78"/>
                  <a:gd name="T28" fmla="*/ 2 w 7"/>
                  <a:gd name="T29" fmla="*/ 40 h 78"/>
                  <a:gd name="T30" fmla="*/ 2 w 7"/>
                  <a:gd name="T31" fmla="*/ 36 h 78"/>
                  <a:gd name="T32" fmla="*/ 3 w 7"/>
                  <a:gd name="T33" fmla="*/ 34 h 78"/>
                  <a:gd name="T34" fmla="*/ 3 w 7"/>
                  <a:gd name="T35" fmla="*/ 34 h 78"/>
                  <a:gd name="T36" fmla="*/ 3 w 7"/>
                  <a:gd name="T37" fmla="*/ 32 h 78"/>
                  <a:gd name="T38" fmla="*/ 3 w 7"/>
                  <a:gd name="T39" fmla="*/ 31 h 78"/>
                  <a:gd name="T40" fmla="*/ 3 w 7"/>
                  <a:gd name="T41" fmla="*/ 31 h 78"/>
                  <a:gd name="T42" fmla="*/ 3 w 7"/>
                  <a:gd name="T43" fmla="*/ 30 h 78"/>
                  <a:gd name="T44" fmla="*/ 4 w 7"/>
                  <a:gd name="T45" fmla="*/ 26 h 78"/>
                  <a:gd name="T46" fmla="*/ 4 w 7"/>
                  <a:gd name="T47" fmla="*/ 22 h 78"/>
                  <a:gd name="T48" fmla="*/ 4 w 7"/>
                  <a:gd name="T49" fmla="*/ 19 h 78"/>
                  <a:gd name="T50" fmla="*/ 4 w 7"/>
                  <a:gd name="T51" fmla="*/ 19 h 78"/>
                  <a:gd name="T52" fmla="*/ 4 w 7"/>
                  <a:gd name="T53" fmla="*/ 17 h 78"/>
                  <a:gd name="T54" fmla="*/ 4 w 7"/>
                  <a:gd name="T55" fmla="*/ 12 h 78"/>
                  <a:gd name="T56" fmla="*/ 4 w 7"/>
                  <a:gd name="T57" fmla="*/ 6 h 78"/>
                  <a:gd name="T58" fmla="*/ 4 w 7"/>
                  <a:gd name="T59" fmla="*/ 2 h 78"/>
                  <a:gd name="T60" fmla="*/ 4 w 7"/>
                  <a:gd name="T61" fmla="*/ 0 h 78"/>
                  <a:gd name="T62" fmla="*/ 5 w 7"/>
                  <a:gd name="T63" fmla="*/ 2 h 78"/>
                  <a:gd name="T64" fmla="*/ 5 w 7"/>
                  <a:gd name="T65" fmla="*/ 3 h 78"/>
                  <a:gd name="T66" fmla="*/ 5 w 7"/>
                  <a:gd name="T67" fmla="*/ 4 h 78"/>
                  <a:gd name="T68" fmla="*/ 5 w 7"/>
                  <a:gd name="T69" fmla="*/ 5 h 78"/>
                  <a:gd name="T70" fmla="*/ 5 w 7"/>
                  <a:gd name="T71" fmla="*/ 6 h 78"/>
                  <a:gd name="T72" fmla="*/ 5 w 7"/>
                  <a:gd name="T73" fmla="*/ 6 h 78"/>
                  <a:gd name="T74" fmla="*/ 5 w 7"/>
                  <a:gd name="T75" fmla="*/ 9 h 78"/>
                  <a:gd name="T76" fmla="*/ 5 w 7"/>
                  <a:gd name="T77" fmla="*/ 14 h 78"/>
                  <a:gd name="T78" fmla="*/ 5 w 7"/>
                  <a:gd name="T79" fmla="*/ 18 h 78"/>
                  <a:gd name="T80" fmla="*/ 6 w 7"/>
                  <a:gd name="T81" fmla="*/ 18 h 78"/>
                  <a:gd name="T82" fmla="*/ 6 w 7"/>
                  <a:gd name="T83" fmla="*/ 17 h 78"/>
                  <a:gd name="T84" fmla="*/ 6 w 7"/>
                  <a:gd name="T85" fmla="*/ 17 h 78"/>
                  <a:gd name="T86" fmla="*/ 6 w 7"/>
                  <a:gd name="T87" fmla="*/ 21 h 78"/>
                  <a:gd name="T88" fmla="*/ 6 w 7"/>
                  <a:gd name="T89" fmla="*/ 31 h 78"/>
                  <a:gd name="T90" fmla="*/ 6 w 7"/>
                  <a:gd name="T91" fmla="*/ 39 h 78"/>
                  <a:gd name="T92" fmla="*/ 6 w 7"/>
                  <a:gd name="T93" fmla="*/ 43 h 78"/>
                  <a:gd name="T94" fmla="*/ 7 w 7"/>
                  <a:gd name="T95" fmla="*/ 46 h 78"/>
                  <a:gd name="T96" fmla="*/ 7 w 7"/>
                  <a:gd name="T97" fmla="*/ 55 h 78"/>
                  <a:gd name="T98" fmla="*/ 7 w 7"/>
                  <a:gd name="T99" fmla="*/ 64 h 78"/>
                  <a:gd name="T100" fmla="*/ 7 w 7"/>
                  <a:gd name="T101" fmla="*/ 71 h 78"/>
                  <a:gd name="T102" fmla="*/ 7 w 7"/>
                  <a:gd name="T103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78">
                    <a:moveTo>
                      <a:pt x="0" y="41"/>
                    </a:moveTo>
                    <a:lnTo>
                      <a:pt x="1" y="41"/>
                    </a:lnTo>
                    <a:lnTo>
                      <a:pt x="1" y="46"/>
                    </a:lnTo>
                    <a:lnTo>
                      <a:pt x="1" y="49"/>
                    </a:lnTo>
                    <a:lnTo>
                      <a:pt x="1" y="46"/>
                    </a:lnTo>
                    <a:lnTo>
                      <a:pt x="1" y="45"/>
                    </a:lnTo>
                    <a:lnTo>
                      <a:pt x="1" y="48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2" y="43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6"/>
                    </a:lnTo>
                    <a:lnTo>
                      <a:pt x="3" y="34"/>
                    </a:lnTo>
                    <a:lnTo>
                      <a:pt x="3" y="34"/>
                    </a:lnTo>
                    <a:lnTo>
                      <a:pt x="3" y="32"/>
                    </a:lnTo>
                    <a:lnTo>
                      <a:pt x="3" y="31"/>
                    </a:lnTo>
                    <a:lnTo>
                      <a:pt x="3" y="31"/>
                    </a:lnTo>
                    <a:lnTo>
                      <a:pt x="3" y="30"/>
                    </a:lnTo>
                    <a:lnTo>
                      <a:pt x="4" y="26"/>
                    </a:lnTo>
                    <a:lnTo>
                      <a:pt x="4" y="22"/>
                    </a:lnTo>
                    <a:lnTo>
                      <a:pt x="4" y="19"/>
                    </a:lnTo>
                    <a:lnTo>
                      <a:pt x="4" y="19"/>
                    </a:lnTo>
                    <a:lnTo>
                      <a:pt x="4" y="17"/>
                    </a:lnTo>
                    <a:lnTo>
                      <a:pt x="4" y="12"/>
                    </a:lnTo>
                    <a:lnTo>
                      <a:pt x="4" y="6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5" y="9"/>
                    </a:lnTo>
                    <a:lnTo>
                      <a:pt x="5" y="14"/>
                    </a:lnTo>
                    <a:lnTo>
                      <a:pt x="5" y="18"/>
                    </a:lnTo>
                    <a:lnTo>
                      <a:pt x="6" y="18"/>
                    </a:lnTo>
                    <a:lnTo>
                      <a:pt x="6" y="17"/>
                    </a:lnTo>
                    <a:lnTo>
                      <a:pt x="6" y="17"/>
                    </a:lnTo>
                    <a:lnTo>
                      <a:pt x="6" y="21"/>
                    </a:lnTo>
                    <a:lnTo>
                      <a:pt x="6" y="31"/>
                    </a:lnTo>
                    <a:lnTo>
                      <a:pt x="6" y="39"/>
                    </a:lnTo>
                    <a:lnTo>
                      <a:pt x="6" y="43"/>
                    </a:lnTo>
                    <a:lnTo>
                      <a:pt x="7" y="46"/>
                    </a:lnTo>
                    <a:lnTo>
                      <a:pt x="7" y="55"/>
                    </a:lnTo>
                    <a:lnTo>
                      <a:pt x="7" y="64"/>
                    </a:lnTo>
                    <a:lnTo>
                      <a:pt x="7" y="71"/>
                    </a:lnTo>
                    <a:lnTo>
                      <a:pt x="7" y="7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41" name="Freeform 886"/>
              <p:cNvSpPr/>
              <p:nvPr/>
            </p:nvSpPr>
            <p:spPr bwMode="auto">
              <a:xfrm>
                <a:off x="1534" y="2934"/>
                <a:ext cx="7" cy="52"/>
              </a:xfrm>
              <a:custGeom>
                <a:avLst/>
                <a:gdLst>
                  <a:gd name="T0" fmla="*/ 0 w 7"/>
                  <a:gd name="T1" fmla="*/ 15 h 52"/>
                  <a:gd name="T2" fmla="*/ 0 w 7"/>
                  <a:gd name="T3" fmla="*/ 22 h 52"/>
                  <a:gd name="T4" fmla="*/ 0 w 7"/>
                  <a:gd name="T5" fmla="*/ 28 h 52"/>
                  <a:gd name="T6" fmla="*/ 0 w 7"/>
                  <a:gd name="T7" fmla="*/ 29 h 52"/>
                  <a:gd name="T8" fmla="*/ 0 w 7"/>
                  <a:gd name="T9" fmla="*/ 32 h 52"/>
                  <a:gd name="T10" fmla="*/ 0 w 7"/>
                  <a:gd name="T11" fmla="*/ 37 h 52"/>
                  <a:gd name="T12" fmla="*/ 1 w 7"/>
                  <a:gd name="T13" fmla="*/ 42 h 52"/>
                  <a:gd name="T14" fmla="*/ 1 w 7"/>
                  <a:gd name="T15" fmla="*/ 44 h 52"/>
                  <a:gd name="T16" fmla="*/ 1 w 7"/>
                  <a:gd name="T17" fmla="*/ 47 h 52"/>
                  <a:gd name="T18" fmla="*/ 1 w 7"/>
                  <a:gd name="T19" fmla="*/ 47 h 52"/>
                  <a:gd name="T20" fmla="*/ 1 w 7"/>
                  <a:gd name="T21" fmla="*/ 44 h 52"/>
                  <a:gd name="T22" fmla="*/ 1 w 7"/>
                  <a:gd name="T23" fmla="*/ 44 h 52"/>
                  <a:gd name="T24" fmla="*/ 2 w 7"/>
                  <a:gd name="T25" fmla="*/ 47 h 52"/>
                  <a:gd name="T26" fmla="*/ 2 w 7"/>
                  <a:gd name="T27" fmla="*/ 50 h 52"/>
                  <a:gd name="T28" fmla="*/ 2 w 7"/>
                  <a:gd name="T29" fmla="*/ 50 h 52"/>
                  <a:gd name="T30" fmla="*/ 2 w 7"/>
                  <a:gd name="T31" fmla="*/ 51 h 52"/>
                  <a:gd name="T32" fmla="*/ 2 w 7"/>
                  <a:gd name="T33" fmla="*/ 50 h 52"/>
                  <a:gd name="T34" fmla="*/ 2 w 7"/>
                  <a:gd name="T35" fmla="*/ 50 h 52"/>
                  <a:gd name="T36" fmla="*/ 2 w 7"/>
                  <a:gd name="T37" fmla="*/ 50 h 52"/>
                  <a:gd name="T38" fmla="*/ 2 w 7"/>
                  <a:gd name="T39" fmla="*/ 52 h 52"/>
                  <a:gd name="T40" fmla="*/ 2 w 7"/>
                  <a:gd name="T41" fmla="*/ 51 h 52"/>
                  <a:gd name="T42" fmla="*/ 3 w 7"/>
                  <a:gd name="T43" fmla="*/ 47 h 52"/>
                  <a:gd name="T44" fmla="*/ 3 w 7"/>
                  <a:gd name="T45" fmla="*/ 45 h 52"/>
                  <a:gd name="T46" fmla="*/ 3 w 7"/>
                  <a:gd name="T47" fmla="*/ 43 h 52"/>
                  <a:gd name="T48" fmla="*/ 3 w 7"/>
                  <a:gd name="T49" fmla="*/ 40 h 52"/>
                  <a:gd name="T50" fmla="*/ 3 w 7"/>
                  <a:gd name="T51" fmla="*/ 34 h 52"/>
                  <a:gd name="T52" fmla="*/ 3 w 7"/>
                  <a:gd name="T53" fmla="*/ 31 h 52"/>
                  <a:gd name="T54" fmla="*/ 3 w 7"/>
                  <a:gd name="T55" fmla="*/ 32 h 52"/>
                  <a:gd name="T56" fmla="*/ 3 w 7"/>
                  <a:gd name="T57" fmla="*/ 30 h 52"/>
                  <a:gd name="T58" fmla="*/ 3 w 7"/>
                  <a:gd name="T59" fmla="*/ 26 h 52"/>
                  <a:gd name="T60" fmla="*/ 4 w 7"/>
                  <a:gd name="T61" fmla="*/ 24 h 52"/>
                  <a:gd name="T62" fmla="*/ 4 w 7"/>
                  <a:gd name="T63" fmla="*/ 22 h 52"/>
                  <a:gd name="T64" fmla="*/ 4 w 7"/>
                  <a:gd name="T65" fmla="*/ 19 h 52"/>
                  <a:gd name="T66" fmla="*/ 4 w 7"/>
                  <a:gd name="T67" fmla="*/ 18 h 52"/>
                  <a:gd name="T68" fmla="*/ 4 w 7"/>
                  <a:gd name="T69" fmla="*/ 19 h 52"/>
                  <a:gd name="T70" fmla="*/ 4 w 7"/>
                  <a:gd name="T71" fmla="*/ 17 h 52"/>
                  <a:gd name="T72" fmla="*/ 5 w 7"/>
                  <a:gd name="T73" fmla="*/ 12 h 52"/>
                  <a:gd name="T74" fmla="*/ 5 w 7"/>
                  <a:gd name="T75" fmla="*/ 12 h 52"/>
                  <a:gd name="T76" fmla="*/ 5 w 7"/>
                  <a:gd name="T77" fmla="*/ 12 h 52"/>
                  <a:gd name="T78" fmla="*/ 5 w 7"/>
                  <a:gd name="T79" fmla="*/ 10 h 52"/>
                  <a:gd name="T80" fmla="*/ 5 w 7"/>
                  <a:gd name="T81" fmla="*/ 8 h 52"/>
                  <a:gd name="T82" fmla="*/ 5 w 7"/>
                  <a:gd name="T83" fmla="*/ 9 h 52"/>
                  <a:gd name="T84" fmla="*/ 5 w 7"/>
                  <a:gd name="T85" fmla="*/ 9 h 52"/>
                  <a:gd name="T86" fmla="*/ 5 w 7"/>
                  <a:gd name="T87" fmla="*/ 7 h 52"/>
                  <a:gd name="T88" fmla="*/ 5 w 7"/>
                  <a:gd name="T89" fmla="*/ 5 h 52"/>
                  <a:gd name="T90" fmla="*/ 6 w 7"/>
                  <a:gd name="T91" fmla="*/ 3 h 52"/>
                  <a:gd name="T92" fmla="*/ 6 w 7"/>
                  <a:gd name="T93" fmla="*/ 3 h 52"/>
                  <a:gd name="T94" fmla="*/ 6 w 7"/>
                  <a:gd name="T95" fmla="*/ 3 h 52"/>
                  <a:gd name="T96" fmla="*/ 6 w 7"/>
                  <a:gd name="T97" fmla="*/ 3 h 52"/>
                  <a:gd name="T98" fmla="*/ 6 w 7"/>
                  <a:gd name="T99" fmla="*/ 2 h 52"/>
                  <a:gd name="T100" fmla="*/ 6 w 7"/>
                  <a:gd name="T101" fmla="*/ 0 h 52"/>
                  <a:gd name="T102" fmla="*/ 7 w 7"/>
                  <a:gd name="T103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2">
                    <a:moveTo>
                      <a:pt x="0" y="15"/>
                    </a:moveTo>
                    <a:lnTo>
                      <a:pt x="0" y="22"/>
                    </a:lnTo>
                    <a:lnTo>
                      <a:pt x="0" y="28"/>
                    </a:lnTo>
                    <a:lnTo>
                      <a:pt x="0" y="29"/>
                    </a:lnTo>
                    <a:lnTo>
                      <a:pt x="0" y="32"/>
                    </a:lnTo>
                    <a:lnTo>
                      <a:pt x="0" y="37"/>
                    </a:lnTo>
                    <a:lnTo>
                      <a:pt x="1" y="42"/>
                    </a:lnTo>
                    <a:lnTo>
                      <a:pt x="1" y="44"/>
                    </a:lnTo>
                    <a:lnTo>
                      <a:pt x="1" y="47"/>
                    </a:lnTo>
                    <a:lnTo>
                      <a:pt x="1" y="47"/>
                    </a:lnTo>
                    <a:lnTo>
                      <a:pt x="1" y="44"/>
                    </a:lnTo>
                    <a:lnTo>
                      <a:pt x="1" y="44"/>
                    </a:lnTo>
                    <a:lnTo>
                      <a:pt x="2" y="47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52"/>
                    </a:lnTo>
                    <a:lnTo>
                      <a:pt x="2" y="51"/>
                    </a:lnTo>
                    <a:lnTo>
                      <a:pt x="3" y="47"/>
                    </a:lnTo>
                    <a:lnTo>
                      <a:pt x="3" y="45"/>
                    </a:lnTo>
                    <a:lnTo>
                      <a:pt x="3" y="43"/>
                    </a:lnTo>
                    <a:lnTo>
                      <a:pt x="3" y="40"/>
                    </a:lnTo>
                    <a:lnTo>
                      <a:pt x="3" y="34"/>
                    </a:lnTo>
                    <a:lnTo>
                      <a:pt x="3" y="31"/>
                    </a:lnTo>
                    <a:lnTo>
                      <a:pt x="3" y="32"/>
                    </a:lnTo>
                    <a:lnTo>
                      <a:pt x="3" y="30"/>
                    </a:lnTo>
                    <a:lnTo>
                      <a:pt x="3" y="26"/>
                    </a:lnTo>
                    <a:lnTo>
                      <a:pt x="4" y="24"/>
                    </a:lnTo>
                    <a:lnTo>
                      <a:pt x="4" y="22"/>
                    </a:lnTo>
                    <a:lnTo>
                      <a:pt x="4" y="19"/>
                    </a:lnTo>
                    <a:lnTo>
                      <a:pt x="4" y="18"/>
                    </a:lnTo>
                    <a:lnTo>
                      <a:pt x="4" y="19"/>
                    </a:lnTo>
                    <a:lnTo>
                      <a:pt x="4" y="17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5" y="10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5" y="5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42" name="Freeform 887"/>
              <p:cNvSpPr/>
              <p:nvPr/>
            </p:nvSpPr>
            <p:spPr bwMode="auto">
              <a:xfrm>
                <a:off x="1540" y="2934"/>
                <a:ext cx="7" cy="69"/>
              </a:xfrm>
              <a:custGeom>
                <a:avLst/>
                <a:gdLst>
                  <a:gd name="T0" fmla="*/ 0 w 7"/>
                  <a:gd name="T1" fmla="*/ 0 h 69"/>
                  <a:gd name="T2" fmla="*/ 1 w 7"/>
                  <a:gd name="T3" fmla="*/ 0 h 69"/>
                  <a:gd name="T4" fmla="*/ 1 w 7"/>
                  <a:gd name="T5" fmla="*/ 1 h 69"/>
                  <a:gd name="T6" fmla="*/ 1 w 7"/>
                  <a:gd name="T7" fmla="*/ 4 h 69"/>
                  <a:gd name="T8" fmla="*/ 1 w 7"/>
                  <a:gd name="T9" fmla="*/ 8 h 69"/>
                  <a:gd name="T10" fmla="*/ 1 w 7"/>
                  <a:gd name="T11" fmla="*/ 11 h 69"/>
                  <a:gd name="T12" fmla="*/ 1 w 7"/>
                  <a:gd name="T13" fmla="*/ 11 h 69"/>
                  <a:gd name="T14" fmla="*/ 1 w 7"/>
                  <a:gd name="T15" fmla="*/ 11 h 69"/>
                  <a:gd name="T16" fmla="*/ 1 w 7"/>
                  <a:gd name="T17" fmla="*/ 15 h 69"/>
                  <a:gd name="T18" fmla="*/ 1 w 7"/>
                  <a:gd name="T19" fmla="*/ 21 h 69"/>
                  <a:gd name="T20" fmla="*/ 2 w 7"/>
                  <a:gd name="T21" fmla="*/ 23 h 69"/>
                  <a:gd name="T22" fmla="*/ 2 w 7"/>
                  <a:gd name="T23" fmla="*/ 24 h 69"/>
                  <a:gd name="T24" fmla="*/ 2 w 7"/>
                  <a:gd name="T25" fmla="*/ 25 h 69"/>
                  <a:gd name="T26" fmla="*/ 2 w 7"/>
                  <a:gd name="T27" fmla="*/ 26 h 69"/>
                  <a:gd name="T28" fmla="*/ 2 w 7"/>
                  <a:gd name="T29" fmla="*/ 26 h 69"/>
                  <a:gd name="T30" fmla="*/ 2 w 7"/>
                  <a:gd name="T31" fmla="*/ 28 h 69"/>
                  <a:gd name="T32" fmla="*/ 2 w 7"/>
                  <a:gd name="T33" fmla="*/ 30 h 69"/>
                  <a:gd name="T34" fmla="*/ 2 w 7"/>
                  <a:gd name="T35" fmla="*/ 29 h 69"/>
                  <a:gd name="T36" fmla="*/ 2 w 7"/>
                  <a:gd name="T37" fmla="*/ 28 h 69"/>
                  <a:gd name="T38" fmla="*/ 2 w 7"/>
                  <a:gd name="T39" fmla="*/ 30 h 69"/>
                  <a:gd name="T40" fmla="*/ 3 w 7"/>
                  <a:gd name="T41" fmla="*/ 32 h 69"/>
                  <a:gd name="T42" fmla="*/ 3 w 7"/>
                  <a:gd name="T43" fmla="*/ 32 h 69"/>
                  <a:gd name="T44" fmla="*/ 3 w 7"/>
                  <a:gd name="T45" fmla="*/ 33 h 69"/>
                  <a:gd name="T46" fmla="*/ 3 w 7"/>
                  <a:gd name="T47" fmla="*/ 35 h 69"/>
                  <a:gd name="T48" fmla="*/ 3 w 7"/>
                  <a:gd name="T49" fmla="*/ 36 h 69"/>
                  <a:gd name="T50" fmla="*/ 3 w 7"/>
                  <a:gd name="T51" fmla="*/ 35 h 69"/>
                  <a:gd name="T52" fmla="*/ 4 w 7"/>
                  <a:gd name="T53" fmla="*/ 36 h 69"/>
                  <a:gd name="T54" fmla="*/ 4 w 7"/>
                  <a:gd name="T55" fmla="*/ 35 h 69"/>
                  <a:gd name="T56" fmla="*/ 4 w 7"/>
                  <a:gd name="T57" fmla="*/ 33 h 69"/>
                  <a:gd name="T58" fmla="*/ 4 w 7"/>
                  <a:gd name="T59" fmla="*/ 33 h 69"/>
                  <a:gd name="T60" fmla="*/ 4 w 7"/>
                  <a:gd name="T61" fmla="*/ 35 h 69"/>
                  <a:gd name="T62" fmla="*/ 4 w 7"/>
                  <a:gd name="T63" fmla="*/ 32 h 69"/>
                  <a:gd name="T64" fmla="*/ 4 w 7"/>
                  <a:gd name="T65" fmla="*/ 27 h 69"/>
                  <a:gd name="T66" fmla="*/ 4 w 7"/>
                  <a:gd name="T67" fmla="*/ 27 h 69"/>
                  <a:gd name="T68" fmla="*/ 4 w 7"/>
                  <a:gd name="T69" fmla="*/ 32 h 69"/>
                  <a:gd name="T70" fmla="*/ 5 w 7"/>
                  <a:gd name="T71" fmla="*/ 33 h 69"/>
                  <a:gd name="T72" fmla="*/ 5 w 7"/>
                  <a:gd name="T73" fmla="*/ 33 h 69"/>
                  <a:gd name="T74" fmla="*/ 5 w 7"/>
                  <a:gd name="T75" fmla="*/ 37 h 69"/>
                  <a:gd name="T76" fmla="*/ 5 w 7"/>
                  <a:gd name="T77" fmla="*/ 40 h 69"/>
                  <a:gd name="T78" fmla="*/ 5 w 7"/>
                  <a:gd name="T79" fmla="*/ 41 h 69"/>
                  <a:gd name="T80" fmla="*/ 5 w 7"/>
                  <a:gd name="T81" fmla="*/ 45 h 69"/>
                  <a:gd name="T82" fmla="*/ 6 w 7"/>
                  <a:gd name="T83" fmla="*/ 50 h 69"/>
                  <a:gd name="T84" fmla="*/ 6 w 7"/>
                  <a:gd name="T85" fmla="*/ 51 h 69"/>
                  <a:gd name="T86" fmla="*/ 6 w 7"/>
                  <a:gd name="T87" fmla="*/ 50 h 69"/>
                  <a:gd name="T88" fmla="*/ 6 w 7"/>
                  <a:gd name="T89" fmla="*/ 53 h 69"/>
                  <a:gd name="T90" fmla="*/ 6 w 7"/>
                  <a:gd name="T91" fmla="*/ 55 h 69"/>
                  <a:gd name="T92" fmla="*/ 6 w 7"/>
                  <a:gd name="T93" fmla="*/ 55 h 69"/>
                  <a:gd name="T94" fmla="*/ 6 w 7"/>
                  <a:gd name="T95" fmla="*/ 56 h 69"/>
                  <a:gd name="T96" fmla="*/ 6 w 7"/>
                  <a:gd name="T97" fmla="*/ 62 h 69"/>
                  <a:gd name="T98" fmla="*/ 6 w 7"/>
                  <a:gd name="T99" fmla="*/ 64 h 69"/>
                  <a:gd name="T100" fmla="*/ 7 w 7"/>
                  <a:gd name="T101" fmla="*/ 64 h 69"/>
                  <a:gd name="T102" fmla="*/ 7 w 7"/>
                  <a:gd name="T103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69">
                    <a:moveTo>
                      <a:pt x="0" y="0"/>
                    </a:moveTo>
                    <a:lnTo>
                      <a:pt x="1" y="0"/>
                    </a:lnTo>
                    <a:lnTo>
                      <a:pt x="1" y="1"/>
                    </a:lnTo>
                    <a:lnTo>
                      <a:pt x="1" y="4"/>
                    </a:lnTo>
                    <a:lnTo>
                      <a:pt x="1" y="8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1" y="15"/>
                    </a:lnTo>
                    <a:lnTo>
                      <a:pt x="1" y="21"/>
                    </a:lnTo>
                    <a:lnTo>
                      <a:pt x="2" y="23"/>
                    </a:lnTo>
                    <a:lnTo>
                      <a:pt x="2" y="24"/>
                    </a:lnTo>
                    <a:lnTo>
                      <a:pt x="2" y="25"/>
                    </a:lnTo>
                    <a:lnTo>
                      <a:pt x="2" y="26"/>
                    </a:lnTo>
                    <a:lnTo>
                      <a:pt x="2" y="26"/>
                    </a:lnTo>
                    <a:lnTo>
                      <a:pt x="2" y="28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30"/>
                    </a:lnTo>
                    <a:lnTo>
                      <a:pt x="3" y="32"/>
                    </a:lnTo>
                    <a:lnTo>
                      <a:pt x="3" y="32"/>
                    </a:lnTo>
                    <a:lnTo>
                      <a:pt x="3" y="33"/>
                    </a:lnTo>
                    <a:lnTo>
                      <a:pt x="3" y="35"/>
                    </a:lnTo>
                    <a:lnTo>
                      <a:pt x="3" y="36"/>
                    </a:lnTo>
                    <a:lnTo>
                      <a:pt x="3" y="35"/>
                    </a:lnTo>
                    <a:lnTo>
                      <a:pt x="4" y="36"/>
                    </a:lnTo>
                    <a:lnTo>
                      <a:pt x="4" y="35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4" y="35"/>
                    </a:lnTo>
                    <a:lnTo>
                      <a:pt x="4" y="32"/>
                    </a:lnTo>
                    <a:lnTo>
                      <a:pt x="4" y="27"/>
                    </a:lnTo>
                    <a:lnTo>
                      <a:pt x="4" y="27"/>
                    </a:lnTo>
                    <a:lnTo>
                      <a:pt x="4" y="32"/>
                    </a:lnTo>
                    <a:lnTo>
                      <a:pt x="5" y="33"/>
                    </a:lnTo>
                    <a:lnTo>
                      <a:pt x="5" y="33"/>
                    </a:lnTo>
                    <a:lnTo>
                      <a:pt x="5" y="37"/>
                    </a:lnTo>
                    <a:lnTo>
                      <a:pt x="5" y="40"/>
                    </a:lnTo>
                    <a:lnTo>
                      <a:pt x="5" y="41"/>
                    </a:lnTo>
                    <a:lnTo>
                      <a:pt x="5" y="45"/>
                    </a:lnTo>
                    <a:lnTo>
                      <a:pt x="6" y="50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53"/>
                    </a:lnTo>
                    <a:lnTo>
                      <a:pt x="6" y="55"/>
                    </a:lnTo>
                    <a:lnTo>
                      <a:pt x="6" y="55"/>
                    </a:lnTo>
                    <a:lnTo>
                      <a:pt x="6" y="56"/>
                    </a:lnTo>
                    <a:lnTo>
                      <a:pt x="6" y="62"/>
                    </a:lnTo>
                    <a:lnTo>
                      <a:pt x="6" y="64"/>
                    </a:lnTo>
                    <a:lnTo>
                      <a:pt x="7" y="64"/>
                    </a:lnTo>
                    <a:lnTo>
                      <a:pt x="7" y="6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43" name="Freeform 888"/>
              <p:cNvSpPr/>
              <p:nvPr/>
            </p:nvSpPr>
            <p:spPr bwMode="auto">
              <a:xfrm>
                <a:off x="1547" y="2968"/>
                <a:ext cx="6" cy="124"/>
              </a:xfrm>
              <a:custGeom>
                <a:avLst/>
                <a:gdLst>
                  <a:gd name="T0" fmla="*/ 0 w 6"/>
                  <a:gd name="T1" fmla="*/ 30 h 124"/>
                  <a:gd name="T2" fmla="*/ 0 w 6"/>
                  <a:gd name="T3" fmla="*/ 35 h 124"/>
                  <a:gd name="T4" fmla="*/ 0 w 6"/>
                  <a:gd name="T5" fmla="*/ 46 h 124"/>
                  <a:gd name="T6" fmla="*/ 0 w 6"/>
                  <a:gd name="T7" fmla="*/ 50 h 124"/>
                  <a:gd name="T8" fmla="*/ 0 w 6"/>
                  <a:gd name="T9" fmla="*/ 52 h 124"/>
                  <a:gd name="T10" fmla="*/ 0 w 6"/>
                  <a:gd name="T11" fmla="*/ 60 h 124"/>
                  <a:gd name="T12" fmla="*/ 0 w 6"/>
                  <a:gd name="T13" fmla="*/ 70 h 124"/>
                  <a:gd name="T14" fmla="*/ 0 w 6"/>
                  <a:gd name="T15" fmla="*/ 74 h 124"/>
                  <a:gd name="T16" fmla="*/ 0 w 6"/>
                  <a:gd name="T17" fmla="*/ 76 h 124"/>
                  <a:gd name="T18" fmla="*/ 1 w 6"/>
                  <a:gd name="T19" fmla="*/ 80 h 124"/>
                  <a:gd name="T20" fmla="*/ 1 w 6"/>
                  <a:gd name="T21" fmla="*/ 84 h 124"/>
                  <a:gd name="T22" fmla="*/ 1 w 6"/>
                  <a:gd name="T23" fmla="*/ 87 h 124"/>
                  <a:gd name="T24" fmla="*/ 1 w 6"/>
                  <a:gd name="T25" fmla="*/ 89 h 124"/>
                  <a:gd name="T26" fmla="*/ 1 w 6"/>
                  <a:gd name="T27" fmla="*/ 90 h 124"/>
                  <a:gd name="T28" fmla="*/ 1 w 6"/>
                  <a:gd name="T29" fmla="*/ 90 h 124"/>
                  <a:gd name="T30" fmla="*/ 2 w 6"/>
                  <a:gd name="T31" fmla="*/ 92 h 124"/>
                  <a:gd name="T32" fmla="*/ 2 w 6"/>
                  <a:gd name="T33" fmla="*/ 96 h 124"/>
                  <a:gd name="T34" fmla="*/ 2 w 6"/>
                  <a:gd name="T35" fmla="*/ 99 h 124"/>
                  <a:gd name="T36" fmla="*/ 2 w 6"/>
                  <a:gd name="T37" fmla="*/ 102 h 124"/>
                  <a:gd name="T38" fmla="*/ 2 w 6"/>
                  <a:gd name="T39" fmla="*/ 110 h 124"/>
                  <a:gd name="T40" fmla="*/ 2 w 6"/>
                  <a:gd name="T41" fmla="*/ 118 h 124"/>
                  <a:gd name="T42" fmla="*/ 2 w 6"/>
                  <a:gd name="T43" fmla="*/ 120 h 124"/>
                  <a:gd name="T44" fmla="*/ 2 w 6"/>
                  <a:gd name="T45" fmla="*/ 120 h 124"/>
                  <a:gd name="T46" fmla="*/ 2 w 6"/>
                  <a:gd name="T47" fmla="*/ 121 h 124"/>
                  <a:gd name="T48" fmla="*/ 3 w 6"/>
                  <a:gd name="T49" fmla="*/ 122 h 124"/>
                  <a:gd name="T50" fmla="*/ 3 w 6"/>
                  <a:gd name="T51" fmla="*/ 124 h 124"/>
                  <a:gd name="T52" fmla="*/ 3 w 6"/>
                  <a:gd name="T53" fmla="*/ 124 h 124"/>
                  <a:gd name="T54" fmla="*/ 3 w 6"/>
                  <a:gd name="T55" fmla="*/ 117 h 124"/>
                  <a:gd name="T56" fmla="*/ 3 w 6"/>
                  <a:gd name="T57" fmla="*/ 111 h 124"/>
                  <a:gd name="T58" fmla="*/ 3 w 6"/>
                  <a:gd name="T59" fmla="*/ 113 h 124"/>
                  <a:gd name="T60" fmla="*/ 3 w 6"/>
                  <a:gd name="T61" fmla="*/ 115 h 124"/>
                  <a:gd name="T62" fmla="*/ 4 w 6"/>
                  <a:gd name="T63" fmla="*/ 109 h 124"/>
                  <a:gd name="T64" fmla="*/ 4 w 6"/>
                  <a:gd name="T65" fmla="*/ 104 h 124"/>
                  <a:gd name="T66" fmla="*/ 4 w 6"/>
                  <a:gd name="T67" fmla="*/ 106 h 124"/>
                  <a:gd name="T68" fmla="*/ 4 w 6"/>
                  <a:gd name="T69" fmla="*/ 107 h 124"/>
                  <a:gd name="T70" fmla="*/ 4 w 6"/>
                  <a:gd name="T71" fmla="*/ 102 h 124"/>
                  <a:gd name="T72" fmla="*/ 4 w 6"/>
                  <a:gd name="T73" fmla="*/ 95 h 124"/>
                  <a:gd name="T74" fmla="*/ 4 w 6"/>
                  <a:gd name="T75" fmla="*/ 89 h 124"/>
                  <a:gd name="T76" fmla="*/ 4 w 6"/>
                  <a:gd name="T77" fmla="*/ 82 h 124"/>
                  <a:gd name="T78" fmla="*/ 4 w 6"/>
                  <a:gd name="T79" fmla="*/ 77 h 124"/>
                  <a:gd name="T80" fmla="*/ 5 w 6"/>
                  <a:gd name="T81" fmla="*/ 72 h 124"/>
                  <a:gd name="T82" fmla="*/ 5 w 6"/>
                  <a:gd name="T83" fmla="*/ 67 h 124"/>
                  <a:gd name="T84" fmla="*/ 5 w 6"/>
                  <a:gd name="T85" fmla="*/ 58 h 124"/>
                  <a:gd name="T86" fmla="*/ 5 w 6"/>
                  <a:gd name="T87" fmla="*/ 52 h 124"/>
                  <a:gd name="T88" fmla="*/ 5 w 6"/>
                  <a:gd name="T89" fmla="*/ 49 h 124"/>
                  <a:gd name="T90" fmla="*/ 5 w 6"/>
                  <a:gd name="T91" fmla="*/ 45 h 124"/>
                  <a:gd name="T92" fmla="*/ 5 w 6"/>
                  <a:gd name="T93" fmla="*/ 36 h 124"/>
                  <a:gd name="T94" fmla="*/ 5 w 6"/>
                  <a:gd name="T95" fmla="*/ 25 h 124"/>
                  <a:gd name="T96" fmla="*/ 5 w 6"/>
                  <a:gd name="T97" fmla="*/ 18 h 124"/>
                  <a:gd name="T98" fmla="*/ 6 w 6"/>
                  <a:gd name="T99" fmla="*/ 11 h 124"/>
                  <a:gd name="T100" fmla="*/ 6 w 6"/>
                  <a:gd name="T101" fmla="*/ 4 h 124"/>
                  <a:gd name="T102" fmla="*/ 6 w 6"/>
                  <a:gd name="T103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24">
                    <a:moveTo>
                      <a:pt x="0" y="30"/>
                    </a:moveTo>
                    <a:lnTo>
                      <a:pt x="0" y="35"/>
                    </a:lnTo>
                    <a:lnTo>
                      <a:pt x="0" y="46"/>
                    </a:lnTo>
                    <a:lnTo>
                      <a:pt x="0" y="50"/>
                    </a:lnTo>
                    <a:lnTo>
                      <a:pt x="0" y="52"/>
                    </a:lnTo>
                    <a:lnTo>
                      <a:pt x="0" y="60"/>
                    </a:lnTo>
                    <a:lnTo>
                      <a:pt x="0" y="70"/>
                    </a:lnTo>
                    <a:lnTo>
                      <a:pt x="0" y="74"/>
                    </a:lnTo>
                    <a:lnTo>
                      <a:pt x="0" y="76"/>
                    </a:lnTo>
                    <a:lnTo>
                      <a:pt x="1" y="80"/>
                    </a:lnTo>
                    <a:lnTo>
                      <a:pt x="1" y="84"/>
                    </a:lnTo>
                    <a:lnTo>
                      <a:pt x="1" y="87"/>
                    </a:lnTo>
                    <a:lnTo>
                      <a:pt x="1" y="89"/>
                    </a:lnTo>
                    <a:lnTo>
                      <a:pt x="1" y="90"/>
                    </a:lnTo>
                    <a:lnTo>
                      <a:pt x="1" y="90"/>
                    </a:lnTo>
                    <a:lnTo>
                      <a:pt x="2" y="92"/>
                    </a:lnTo>
                    <a:lnTo>
                      <a:pt x="2" y="96"/>
                    </a:lnTo>
                    <a:lnTo>
                      <a:pt x="2" y="99"/>
                    </a:lnTo>
                    <a:lnTo>
                      <a:pt x="2" y="102"/>
                    </a:lnTo>
                    <a:lnTo>
                      <a:pt x="2" y="110"/>
                    </a:lnTo>
                    <a:lnTo>
                      <a:pt x="2" y="118"/>
                    </a:lnTo>
                    <a:lnTo>
                      <a:pt x="2" y="120"/>
                    </a:lnTo>
                    <a:lnTo>
                      <a:pt x="2" y="120"/>
                    </a:lnTo>
                    <a:lnTo>
                      <a:pt x="2" y="121"/>
                    </a:lnTo>
                    <a:lnTo>
                      <a:pt x="3" y="122"/>
                    </a:lnTo>
                    <a:lnTo>
                      <a:pt x="3" y="124"/>
                    </a:lnTo>
                    <a:lnTo>
                      <a:pt x="3" y="124"/>
                    </a:lnTo>
                    <a:lnTo>
                      <a:pt x="3" y="117"/>
                    </a:lnTo>
                    <a:lnTo>
                      <a:pt x="3" y="111"/>
                    </a:lnTo>
                    <a:lnTo>
                      <a:pt x="3" y="113"/>
                    </a:lnTo>
                    <a:lnTo>
                      <a:pt x="3" y="115"/>
                    </a:lnTo>
                    <a:lnTo>
                      <a:pt x="4" y="109"/>
                    </a:lnTo>
                    <a:lnTo>
                      <a:pt x="4" y="104"/>
                    </a:lnTo>
                    <a:lnTo>
                      <a:pt x="4" y="106"/>
                    </a:lnTo>
                    <a:lnTo>
                      <a:pt x="4" y="107"/>
                    </a:lnTo>
                    <a:lnTo>
                      <a:pt x="4" y="102"/>
                    </a:lnTo>
                    <a:lnTo>
                      <a:pt x="4" y="95"/>
                    </a:lnTo>
                    <a:lnTo>
                      <a:pt x="4" y="89"/>
                    </a:lnTo>
                    <a:lnTo>
                      <a:pt x="4" y="82"/>
                    </a:lnTo>
                    <a:lnTo>
                      <a:pt x="4" y="77"/>
                    </a:lnTo>
                    <a:lnTo>
                      <a:pt x="5" y="72"/>
                    </a:lnTo>
                    <a:lnTo>
                      <a:pt x="5" y="67"/>
                    </a:lnTo>
                    <a:lnTo>
                      <a:pt x="5" y="58"/>
                    </a:lnTo>
                    <a:lnTo>
                      <a:pt x="5" y="52"/>
                    </a:lnTo>
                    <a:lnTo>
                      <a:pt x="5" y="49"/>
                    </a:lnTo>
                    <a:lnTo>
                      <a:pt x="5" y="45"/>
                    </a:lnTo>
                    <a:lnTo>
                      <a:pt x="5" y="36"/>
                    </a:lnTo>
                    <a:lnTo>
                      <a:pt x="5" y="25"/>
                    </a:lnTo>
                    <a:lnTo>
                      <a:pt x="5" y="18"/>
                    </a:lnTo>
                    <a:lnTo>
                      <a:pt x="6" y="11"/>
                    </a:lnTo>
                    <a:lnTo>
                      <a:pt x="6" y="4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44" name="Freeform 889"/>
              <p:cNvSpPr/>
              <p:nvPr/>
            </p:nvSpPr>
            <p:spPr bwMode="auto">
              <a:xfrm>
                <a:off x="1553" y="2878"/>
                <a:ext cx="6" cy="94"/>
              </a:xfrm>
              <a:custGeom>
                <a:avLst/>
                <a:gdLst>
                  <a:gd name="T0" fmla="*/ 0 w 6"/>
                  <a:gd name="T1" fmla="*/ 94 h 94"/>
                  <a:gd name="T2" fmla="*/ 0 w 6"/>
                  <a:gd name="T3" fmla="*/ 90 h 94"/>
                  <a:gd name="T4" fmla="*/ 0 w 6"/>
                  <a:gd name="T5" fmla="*/ 85 h 94"/>
                  <a:gd name="T6" fmla="*/ 0 w 6"/>
                  <a:gd name="T7" fmla="*/ 77 h 94"/>
                  <a:gd name="T8" fmla="*/ 0 w 6"/>
                  <a:gd name="T9" fmla="*/ 72 h 94"/>
                  <a:gd name="T10" fmla="*/ 1 w 6"/>
                  <a:gd name="T11" fmla="*/ 73 h 94"/>
                  <a:gd name="T12" fmla="*/ 1 w 6"/>
                  <a:gd name="T13" fmla="*/ 70 h 94"/>
                  <a:gd name="T14" fmla="*/ 1 w 6"/>
                  <a:gd name="T15" fmla="*/ 65 h 94"/>
                  <a:gd name="T16" fmla="*/ 1 w 6"/>
                  <a:gd name="T17" fmla="*/ 65 h 94"/>
                  <a:gd name="T18" fmla="*/ 1 w 6"/>
                  <a:gd name="T19" fmla="*/ 66 h 94"/>
                  <a:gd name="T20" fmla="*/ 1 w 6"/>
                  <a:gd name="T21" fmla="*/ 63 h 94"/>
                  <a:gd name="T22" fmla="*/ 1 w 6"/>
                  <a:gd name="T23" fmla="*/ 62 h 94"/>
                  <a:gd name="T24" fmla="*/ 1 w 6"/>
                  <a:gd name="T25" fmla="*/ 63 h 94"/>
                  <a:gd name="T26" fmla="*/ 1 w 6"/>
                  <a:gd name="T27" fmla="*/ 63 h 94"/>
                  <a:gd name="T28" fmla="*/ 2 w 6"/>
                  <a:gd name="T29" fmla="*/ 61 h 94"/>
                  <a:gd name="T30" fmla="*/ 2 w 6"/>
                  <a:gd name="T31" fmla="*/ 63 h 94"/>
                  <a:gd name="T32" fmla="*/ 2 w 6"/>
                  <a:gd name="T33" fmla="*/ 65 h 94"/>
                  <a:gd name="T34" fmla="*/ 2 w 6"/>
                  <a:gd name="T35" fmla="*/ 63 h 94"/>
                  <a:gd name="T36" fmla="*/ 2 w 6"/>
                  <a:gd name="T37" fmla="*/ 59 h 94"/>
                  <a:gd name="T38" fmla="*/ 2 w 6"/>
                  <a:gd name="T39" fmla="*/ 61 h 94"/>
                  <a:gd name="T40" fmla="*/ 3 w 6"/>
                  <a:gd name="T41" fmla="*/ 61 h 94"/>
                  <a:gd name="T42" fmla="*/ 3 w 6"/>
                  <a:gd name="T43" fmla="*/ 56 h 94"/>
                  <a:gd name="T44" fmla="*/ 3 w 6"/>
                  <a:gd name="T45" fmla="*/ 54 h 94"/>
                  <a:gd name="T46" fmla="*/ 3 w 6"/>
                  <a:gd name="T47" fmla="*/ 58 h 94"/>
                  <a:gd name="T48" fmla="*/ 3 w 6"/>
                  <a:gd name="T49" fmla="*/ 59 h 94"/>
                  <a:gd name="T50" fmla="*/ 3 w 6"/>
                  <a:gd name="T51" fmla="*/ 54 h 94"/>
                  <a:gd name="T52" fmla="*/ 3 w 6"/>
                  <a:gd name="T53" fmla="*/ 52 h 94"/>
                  <a:gd name="T54" fmla="*/ 3 w 6"/>
                  <a:gd name="T55" fmla="*/ 52 h 94"/>
                  <a:gd name="T56" fmla="*/ 3 w 6"/>
                  <a:gd name="T57" fmla="*/ 51 h 94"/>
                  <a:gd name="T58" fmla="*/ 4 w 6"/>
                  <a:gd name="T59" fmla="*/ 48 h 94"/>
                  <a:gd name="T60" fmla="*/ 4 w 6"/>
                  <a:gd name="T61" fmla="*/ 46 h 94"/>
                  <a:gd name="T62" fmla="*/ 4 w 6"/>
                  <a:gd name="T63" fmla="*/ 45 h 94"/>
                  <a:gd name="T64" fmla="*/ 4 w 6"/>
                  <a:gd name="T65" fmla="*/ 40 h 94"/>
                  <a:gd name="T66" fmla="*/ 4 w 6"/>
                  <a:gd name="T67" fmla="*/ 35 h 94"/>
                  <a:gd name="T68" fmla="*/ 4 w 6"/>
                  <a:gd name="T69" fmla="*/ 34 h 94"/>
                  <a:gd name="T70" fmla="*/ 5 w 6"/>
                  <a:gd name="T71" fmla="*/ 32 h 94"/>
                  <a:gd name="T72" fmla="*/ 5 w 6"/>
                  <a:gd name="T73" fmla="*/ 24 h 94"/>
                  <a:gd name="T74" fmla="*/ 5 w 6"/>
                  <a:gd name="T75" fmla="*/ 18 h 94"/>
                  <a:gd name="T76" fmla="*/ 5 w 6"/>
                  <a:gd name="T77" fmla="*/ 18 h 94"/>
                  <a:gd name="T78" fmla="*/ 5 w 6"/>
                  <a:gd name="T79" fmla="*/ 17 h 94"/>
                  <a:gd name="T80" fmla="*/ 5 w 6"/>
                  <a:gd name="T81" fmla="*/ 13 h 94"/>
                  <a:gd name="T82" fmla="*/ 5 w 6"/>
                  <a:gd name="T83" fmla="*/ 12 h 94"/>
                  <a:gd name="T84" fmla="*/ 5 w 6"/>
                  <a:gd name="T85" fmla="*/ 13 h 94"/>
                  <a:gd name="T86" fmla="*/ 5 w 6"/>
                  <a:gd name="T87" fmla="*/ 11 h 94"/>
                  <a:gd name="T88" fmla="*/ 5 w 6"/>
                  <a:gd name="T89" fmla="*/ 9 h 94"/>
                  <a:gd name="T90" fmla="*/ 6 w 6"/>
                  <a:gd name="T91" fmla="*/ 7 h 94"/>
                  <a:gd name="T92" fmla="*/ 6 w 6"/>
                  <a:gd name="T93" fmla="*/ 6 h 94"/>
                  <a:gd name="T94" fmla="*/ 6 w 6"/>
                  <a:gd name="T95" fmla="*/ 6 h 94"/>
                  <a:gd name="T96" fmla="*/ 6 w 6"/>
                  <a:gd name="T97" fmla="*/ 4 h 94"/>
                  <a:gd name="T98" fmla="*/ 6 w 6"/>
                  <a:gd name="T99" fmla="*/ 2 h 94"/>
                  <a:gd name="T100" fmla="*/ 6 w 6"/>
                  <a:gd name="T101" fmla="*/ 0 h 94"/>
                  <a:gd name="T102" fmla="*/ 6 w 6"/>
                  <a:gd name="T103" fmla="*/ 1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94">
                    <a:moveTo>
                      <a:pt x="0" y="94"/>
                    </a:moveTo>
                    <a:lnTo>
                      <a:pt x="0" y="90"/>
                    </a:lnTo>
                    <a:lnTo>
                      <a:pt x="0" y="85"/>
                    </a:lnTo>
                    <a:lnTo>
                      <a:pt x="0" y="77"/>
                    </a:lnTo>
                    <a:lnTo>
                      <a:pt x="0" y="72"/>
                    </a:lnTo>
                    <a:lnTo>
                      <a:pt x="1" y="73"/>
                    </a:lnTo>
                    <a:lnTo>
                      <a:pt x="1" y="70"/>
                    </a:lnTo>
                    <a:lnTo>
                      <a:pt x="1" y="65"/>
                    </a:lnTo>
                    <a:lnTo>
                      <a:pt x="1" y="65"/>
                    </a:lnTo>
                    <a:lnTo>
                      <a:pt x="1" y="66"/>
                    </a:lnTo>
                    <a:lnTo>
                      <a:pt x="1" y="63"/>
                    </a:lnTo>
                    <a:lnTo>
                      <a:pt x="1" y="62"/>
                    </a:lnTo>
                    <a:lnTo>
                      <a:pt x="1" y="63"/>
                    </a:lnTo>
                    <a:lnTo>
                      <a:pt x="1" y="63"/>
                    </a:lnTo>
                    <a:lnTo>
                      <a:pt x="2" y="61"/>
                    </a:lnTo>
                    <a:lnTo>
                      <a:pt x="2" y="63"/>
                    </a:lnTo>
                    <a:lnTo>
                      <a:pt x="2" y="65"/>
                    </a:lnTo>
                    <a:lnTo>
                      <a:pt x="2" y="63"/>
                    </a:lnTo>
                    <a:lnTo>
                      <a:pt x="2" y="59"/>
                    </a:lnTo>
                    <a:lnTo>
                      <a:pt x="2" y="61"/>
                    </a:lnTo>
                    <a:lnTo>
                      <a:pt x="3" y="61"/>
                    </a:lnTo>
                    <a:lnTo>
                      <a:pt x="3" y="56"/>
                    </a:lnTo>
                    <a:lnTo>
                      <a:pt x="3" y="54"/>
                    </a:lnTo>
                    <a:lnTo>
                      <a:pt x="3" y="58"/>
                    </a:lnTo>
                    <a:lnTo>
                      <a:pt x="3" y="59"/>
                    </a:lnTo>
                    <a:lnTo>
                      <a:pt x="3" y="54"/>
                    </a:lnTo>
                    <a:lnTo>
                      <a:pt x="3" y="52"/>
                    </a:lnTo>
                    <a:lnTo>
                      <a:pt x="3" y="52"/>
                    </a:lnTo>
                    <a:lnTo>
                      <a:pt x="3" y="51"/>
                    </a:lnTo>
                    <a:lnTo>
                      <a:pt x="4" y="48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0"/>
                    </a:lnTo>
                    <a:lnTo>
                      <a:pt x="4" y="35"/>
                    </a:lnTo>
                    <a:lnTo>
                      <a:pt x="4" y="34"/>
                    </a:lnTo>
                    <a:lnTo>
                      <a:pt x="5" y="32"/>
                    </a:lnTo>
                    <a:lnTo>
                      <a:pt x="5" y="24"/>
                    </a:lnTo>
                    <a:lnTo>
                      <a:pt x="5" y="18"/>
                    </a:lnTo>
                    <a:lnTo>
                      <a:pt x="5" y="18"/>
                    </a:lnTo>
                    <a:lnTo>
                      <a:pt x="5" y="17"/>
                    </a:lnTo>
                    <a:lnTo>
                      <a:pt x="5" y="13"/>
                    </a:lnTo>
                    <a:lnTo>
                      <a:pt x="5" y="12"/>
                    </a:lnTo>
                    <a:lnTo>
                      <a:pt x="5" y="13"/>
                    </a:lnTo>
                    <a:lnTo>
                      <a:pt x="5" y="11"/>
                    </a:lnTo>
                    <a:lnTo>
                      <a:pt x="5" y="9"/>
                    </a:lnTo>
                    <a:lnTo>
                      <a:pt x="6" y="7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6" y="4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45" name="Freeform 890"/>
              <p:cNvSpPr/>
              <p:nvPr/>
            </p:nvSpPr>
            <p:spPr bwMode="auto">
              <a:xfrm>
                <a:off x="1559" y="2878"/>
                <a:ext cx="7" cy="87"/>
              </a:xfrm>
              <a:custGeom>
                <a:avLst/>
                <a:gdLst>
                  <a:gd name="T0" fmla="*/ 0 w 7"/>
                  <a:gd name="T1" fmla="*/ 0 h 87"/>
                  <a:gd name="T2" fmla="*/ 0 w 7"/>
                  <a:gd name="T3" fmla="*/ 1 h 87"/>
                  <a:gd name="T4" fmla="*/ 0 w 7"/>
                  <a:gd name="T5" fmla="*/ 1 h 87"/>
                  <a:gd name="T6" fmla="*/ 0 w 7"/>
                  <a:gd name="T7" fmla="*/ 3 h 87"/>
                  <a:gd name="T8" fmla="*/ 1 w 7"/>
                  <a:gd name="T9" fmla="*/ 6 h 87"/>
                  <a:gd name="T10" fmla="*/ 1 w 7"/>
                  <a:gd name="T11" fmla="*/ 10 h 87"/>
                  <a:gd name="T12" fmla="*/ 1 w 7"/>
                  <a:gd name="T13" fmla="*/ 16 h 87"/>
                  <a:gd name="T14" fmla="*/ 1 w 7"/>
                  <a:gd name="T15" fmla="*/ 22 h 87"/>
                  <a:gd name="T16" fmla="*/ 1 w 7"/>
                  <a:gd name="T17" fmla="*/ 28 h 87"/>
                  <a:gd name="T18" fmla="*/ 1 w 7"/>
                  <a:gd name="T19" fmla="*/ 35 h 87"/>
                  <a:gd name="T20" fmla="*/ 2 w 7"/>
                  <a:gd name="T21" fmla="*/ 42 h 87"/>
                  <a:gd name="T22" fmla="*/ 2 w 7"/>
                  <a:gd name="T23" fmla="*/ 48 h 87"/>
                  <a:gd name="T24" fmla="*/ 2 w 7"/>
                  <a:gd name="T25" fmla="*/ 54 h 87"/>
                  <a:gd name="T26" fmla="*/ 2 w 7"/>
                  <a:gd name="T27" fmla="*/ 56 h 87"/>
                  <a:gd name="T28" fmla="*/ 2 w 7"/>
                  <a:gd name="T29" fmla="*/ 58 h 87"/>
                  <a:gd name="T30" fmla="*/ 2 w 7"/>
                  <a:gd name="T31" fmla="*/ 62 h 87"/>
                  <a:gd name="T32" fmla="*/ 2 w 7"/>
                  <a:gd name="T33" fmla="*/ 66 h 87"/>
                  <a:gd name="T34" fmla="*/ 2 w 7"/>
                  <a:gd name="T35" fmla="*/ 65 h 87"/>
                  <a:gd name="T36" fmla="*/ 2 w 7"/>
                  <a:gd name="T37" fmla="*/ 64 h 87"/>
                  <a:gd name="T38" fmla="*/ 3 w 7"/>
                  <a:gd name="T39" fmla="*/ 66 h 87"/>
                  <a:gd name="T40" fmla="*/ 3 w 7"/>
                  <a:gd name="T41" fmla="*/ 70 h 87"/>
                  <a:gd name="T42" fmla="*/ 3 w 7"/>
                  <a:gd name="T43" fmla="*/ 72 h 87"/>
                  <a:gd name="T44" fmla="*/ 3 w 7"/>
                  <a:gd name="T45" fmla="*/ 75 h 87"/>
                  <a:gd name="T46" fmla="*/ 3 w 7"/>
                  <a:gd name="T47" fmla="*/ 78 h 87"/>
                  <a:gd name="T48" fmla="*/ 3 w 7"/>
                  <a:gd name="T49" fmla="*/ 80 h 87"/>
                  <a:gd name="T50" fmla="*/ 4 w 7"/>
                  <a:gd name="T51" fmla="*/ 83 h 87"/>
                  <a:gd name="T52" fmla="*/ 4 w 7"/>
                  <a:gd name="T53" fmla="*/ 85 h 87"/>
                  <a:gd name="T54" fmla="*/ 4 w 7"/>
                  <a:gd name="T55" fmla="*/ 85 h 87"/>
                  <a:gd name="T56" fmla="*/ 4 w 7"/>
                  <a:gd name="T57" fmla="*/ 86 h 87"/>
                  <a:gd name="T58" fmla="*/ 4 w 7"/>
                  <a:gd name="T59" fmla="*/ 87 h 87"/>
                  <a:gd name="T60" fmla="*/ 4 w 7"/>
                  <a:gd name="T61" fmla="*/ 86 h 87"/>
                  <a:gd name="T62" fmla="*/ 4 w 7"/>
                  <a:gd name="T63" fmla="*/ 84 h 87"/>
                  <a:gd name="T64" fmla="*/ 4 w 7"/>
                  <a:gd name="T65" fmla="*/ 83 h 87"/>
                  <a:gd name="T66" fmla="*/ 4 w 7"/>
                  <a:gd name="T67" fmla="*/ 83 h 87"/>
                  <a:gd name="T68" fmla="*/ 5 w 7"/>
                  <a:gd name="T69" fmla="*/ 83 h 87"/>
                  <a:gd name="T70" fmla="*/ 5 w 7"/>
                  <a:gd name="T71" fmla="*/ 82 h 87"/>
                  <a:gd name="T72" fmla="*/ 5 w 7"/>
                  <a:gd name="T73" fmla="*/ 81 h 87"/>
                  <a:gd name="T74" fmla="*/ 5 w 7"/>
                  <a:gd name="T75" fmla="*/ 82 h 87"/>
                  <a:gd name="T76" fmla="*/ 5 w 7"/>
                  <a:gd name="T77" fmla="*/ 83 h 87"/>
                  <a:gd name="T78" fmla="*/ 5 w 7"/>
                  <a:gd name="T79" fmla="*/ 82 h 87"/>
                  <a:gd name="T80" fmla="*/ 5 w 7"/>
                  <a:gd name="T81" fmla="*/ 81 h 87"/>
                  <a:gd name="T82" fmla="*/ 5 w 7"/>
                  <a:gd name="T83" fmla="*/ 81 h 87"/>
                  <a:gd name="T84" fmla="*/ 5 w 7"/>
                  <a:gd name="T85" fmla="*/ 79 h 87"/>
                  <a:gd name="T86" fmla="*/ 6 w 7"/>
                  <a:gd name="T87" fmla="*/ 77 h 87"/>
                  <a:gd name="T88" fmla="*/ 6 w 7"/>
                  <a:gd name="T89" fmla="*/ 76 h 87"/>
                  <a:gd name="T90" fmla="*/ 6 w 7"/>
                  <a:gd name="T91" fmla="*/ 73 h 87"/>
                  <a:gd name="T92" fmla="*/ 6 w 7"/>
                  <a:gd name="T93" fmla="*/ 69 h 87"/>
                  <a:gd name="T94" fmla="*/ 6 w 7"/>
                  <a:gd name="T95" fmla="*/ 68 h 87"/>
                  <a:gd name="T96" fmla="*/ 6 w 7"/>
                  <a:gd name="T97" fmla="*/ 68 h 87"/>
                  <a:gd name="T98" fmla="*/ 7 w 7"/>
                  <a:gd name="T99" fmla="*/ 66 h 87"/>
                  <a:gd name="T100" fmla="*/ 7 w 7"/>
                  <a:gd name="T101" fmla="*/ 63 h 87"/>
                  <a:gd name="T102" fmla="*/ 7 w 7"/>
                  <a:gd name="T103" fmla="*/ 61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87">
                    <a:moveTo>
                      <a:pt x="0" y="0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1" y="6"/>
                    </a:lnTo>
                    <a:lnTo>
                      <a:pt x="1" y="10"/>
                    </a:lnTo>
                    <a:lnTo>
                      <a:pt x="1" y="16"/>
                    </a:lnTo>
                    <a:lnTo>
                      <a:pt x="1" y="22"/>
                    </a:lnTo>
                    <a:lnTo>
                      <a:pt x="1" y="28"/>
                    </a:lnTo>
                    <a:lnTo>
                      <a:pt x="1" y="35"/>
                    </a:lnTo>
                    <a:lnTo>
                      <a:pt x="2" y="42"/>
                    </a:lnTo>
                    <a:lnTo>
                      <a:pt x="2" y="48"/>
                    </a:lnTo>
                    <a:lnTo>
                      <a:pt x="2" y="54"/>
                    </a:lnTo>
                    <a:lnTo>
                      <a:pt x="2" y="56"/>
                    </a:lnTo>
                    <a:lnTo>
                      <a:pt x="2" y="58"/>
                    </a:lnTo>
                    <a:lnTo>
                      <a:pt x="2" y="62"/>
                    </a:lnTo>
                    <a:lnTo>
                      <a:pt x="2" y="66"/>
                    </a:lnTo>
                    <a:lnTo>
                      <a:pt x="2" y="65"/>
                    </a:lnTo>
                    <a:lnTo>
                      <a:pt x="2" y="64"/>
                    </a:lnTo>
                    <a:lnTo>
                      <a:pt x="3" y="66"/>
                    </a:lnTo>
                    <a:lnTo>
                      <a:pt x="3" y="70"/>
                    </a:lnTo>
                    <a:lnTo>
                      <a:pt x="3" y="72"/>
                    </a:lnTo>
                    <a:lnTo>
                      <a:pt x="3" y="75"/>
                    </a:lnTo>
                    <a:lnTo>
                      <a:pt x="3" y="78"/>
                    </a:lnTo>
                    <a:lnTo>
                      <a:pt x="3" y="80"/>
                    </a:lnTo>
                    <a:lnTo>
                      <a:pt x="4" y="83"/>
                    </a:lnTo>
                    <a:lnTo>
                      <a:pt x="4" y="85"/>
                    </a:lnTo>
                    <a:lnTo>
                      <a:pt x="4" y="85"/>
                    </a:lnTo>
                    <a:lnTo>
                      <a:pt x="4" y="86"/>
                    </a:lnTo>
                    <a:lnTo>
                      <a:pt x="4" y="87"/>
                    </a:lnTo>
                    <a:lnTo>
                      <a:pt x="4" y="86"/>
                    </a:lnTo>
                    <a:lnTo>
                      <a:pt x="4" y="84"/>
                    </a:lnTo>
                    <a:lnTo>
                      <a:pt x="4" y="83"/>
                    </a:lnTo>
                    <a:lnTo>
                      <a:pt x="4" y="83"/>
                    </a:lnTo>
                    <a:lnTo>
                      <a:pt x="5" y="83"/>
                    </a:lnTo>
                    <a:lnTo>
                      <a:pt x="5" y="82"/>
                    </a:lnTo>
                    <a:lnTo>
                      <a:pt x="5" y="81"/>
                    </a:lnTo>
                    <a:lnTo>
                      <a:pt x="5" y="82"/>
                    </a:lnTo>
                    <a:lnTo>
                      <a:pt x="5" y="83"/>
                    </a:lnTo>
                    <a:lnTo>
                      <a:pt x="5" y="82"/>
                    </a:lnTo>
                    <a:lnTo>
                      <a:pt x="5" y="81"/>
                    </a:lnTo>
                    <a:lnTo>
                      <a:pt x="5" y="81"/>
                    </a:lnTo>
                    <a:lnTo>
                      <a:pt x="5" y="79"/>
                    </a:lnTo>
                    <a:lnTo>
                      <a:pt x="6" y="77"/>
                    </a:lnTo>
                    <a:lnTo>
                      <a:pt x="6" y="76"/>
                    </a:lnTo>
                    <a:lnTo>
                      <a:pt x="6" y="73"/>
                    </a:lnTo>
                    <a:lnTo>
                      <a:pt x="6" y="69"/>
                    </a:lnTo>
                    <a:lnTo>
                      <a:pt x="6" y="68"/>
                    </a:lnTo>
                    <a:lnTo>
                      <a:pt x="6" y="68"/>
                    </a:lnTo>
                    <a:lnTo>
                      <a:pt x="7" y="66"/>
                    </a:lnTo>
                    <a:lnTo>
                      <a:pt x="7" y="63"/>
                    </a:lnTo>
                    <a:lnTo>
                      <a:pt x="7" y="6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46" name="Freeform 891"/>
              <p:cNvSpPr/>
              <p:nvPr/>
            </p:nvSpPr>
            <p:spPr bwMode="auto">
              <a:xfrm>
                <a:off x="1566" y="2931"/>
                <a:ext cx="6" cy="45"/>
              </a:xfrm>
              <a:custGeom>
                <a:avLst/>
                <a:gdLst>
                  <a:gd name="T0" fmla="*/ 0 w 6"/>
                  <a:gd name="T1" fmla="*/ 10 h 45"/>
                  <a:gd name="T2" fmla="*/ 0 w 6"/>
                  <a:gd name="T3" fmla="*/ 8 h 45"/>
                  <a:gd name="T4" fmla="*/ 0 w 6"/>
                  <a:gd name="T5" fmla="*/ 6 h 45"/>
                  <a:gd name="T6" fmla="*/ 0 w 6"/>
                  <a:gd name="T7" fmla="*/ 4 h 45"/>
                  <a:gd name="T8" fmla="*/ 0 w 6"/>
                  <a:gd name="T9" fmla="*/ 3 h 45"/>
                  <a:gd name="T10" fmla="*/ 0 w 6"/>
                  <a:gd name="T11" fmla="*/ 4 h 45"/>
                  <a:gd name="T12" fmla="*/ 0 w 6"/>
                  <a:gd name="T13" fmla="*/ 3 h 45"/>
                  <a:gd name="T14" fmla="*/ 0 w 6"/>
                  <a:gd name="T15" fmla="*/ 1 h 45"/>
                  <a:gd name="T16" fmla="*/ 1 w 6"/>
                  <a:gd name="T17" fmla="*/ 0 h 45"/>
                  <a:gd name="T18" fmla="*/ 1 w 6"/>
                  <a:gd name="T19" fmla="*/ 1 h 45"/>
                  <a:gd name="T20" fmla="*/ 1 w 6"/>
                  <a:gd name="T21" fmla="*/ 2 h 45"/>
                  <a:gd name="T22" fmla="*/ 1 w 6"/>
                  <a:gd name="T23" fmla="*/ 3 h 45"/>
                  <a:gd name="T24" fmla="*/ 1 w 6"/>
                  <a:gd name="T25" fmla="*/ 6 h 45"/>
                  <a:gd name="T26" fmla="*/ 1 w 6"/>
                  <a:gd name="T27" fmla="*/ 9 h 45"/>
                  <a:gd name="T28" fmla="*/ 1 w 6"/>
                  <a:gd name="T29" fmla="*/ 11 h 45"/>
                  <a:gd name="T30" fmla="*/ 2 w 6"/>
                  <a:gd name="T31" fmla="*/ 14 h 45"/>
                  <a:gd name="T32" fmla="*/ 2 w 6"/>
                  <a:gd name="T33" fmla="*/ 16 h 45"/>
                  <a:gd name="T34" fmla="*/ 2 w 6"/>
                  <a:gd name="T35" fmla="*/ 18 h 45"/>
                  <a:gd name="T36" fmla="*/ 2 w 6"/>
                  <a:gd name="T37" fmla="*/ 20 h 45"/>
                  <a:gd name="T38" fmla="*/ 2 w 6"/>
                  <a:gd name="T39" fmla="*/ 24 h 45"/>
                  <a:gd name="T40" fmla="*/ 2 w 6"/>
                  <a:gd name="T41" fmla="*/ 27 h 45"/>
                  <a:gd name="T42" fmla="*/ 2 w 6"/>
                  <a:gd name="T43" fmla="*/ 28 h 45"/>
                  <a:gd name="T44" fmla="*/ 2 w 6"/>
                  <a:gd name="T45" fmla="*/ 28 h 45"/>
                  <a:gd name="T46" fmla="*/ 2 w 6"/>
                  <a:gd name="T47" fmla="*/ 30 h 45"/>
                  <a:gd name="T48" fmla="*/ 3 w 6"/>
                  <a:gd name="T49" fmla="*/ 33 h 45"/>
                  <a:gd name="T50" fmla="*/ 3 w 6"/>
                  <a:gd name="T51" fmla="*/ 35 h 45"/>
                  <a:gd name="T52" fmla="*/ 3 w 6"/>
                  <a:gd name="T53" fmla="*/ 36 h 45"/>
                  <a:gd name="T54" fmla="*/ 3 w 6"/>
                  <a:gd name="T55" fmla="*/ 38 h 45"/>
                  <a:gd name="T56" fmla="*/ 3 w 6"/>
                  <a:gd name="T57" fmla="*/ 38 h 45"/>
                  <a:gd name="T58" fmla="*/ 3 w 6"/>
                  <a:gd name="T59" fmla="*/ 38 h 45"/>
                  <a:gd name="T60" fmla="*/ 3 w 6"/>
                  <a:gd name="T61" fmla="*/ 41 h 45"/>
                  <a:gd name="T62" fmla="*/ 3 w 6"/>
                  <a:gd name="T63" fmla="*/ 45 h 45"/>
                  <a:gd name="T64" fmla="*/ 3 w 6"/>
                  <a:gd name="T65" fmla="*/ 45 h 45"/>
                  <a:gd name="T66" fmla="*/ 4 w 6"/>
                  <a:gd name="T67" fmla="*/ 44 h 45"/>
                  <a:gd name="T68" fmla="*/ 4 w 6"/>
                  <a:gd name="T69" fmla="*/ 43 h 45"/>
                  <a:gd name="T70" fmla="*/ 4 w 6"/>
                  <a:gd name="T71" fmla="*/ 42 h 45"/>
                  <a:gd name="T72" fmla="*/ 4 w 6"/>
                  <a:gd name="T73" fmla="*/ 41 h 45"/>
                  <a:gd name="T74" fmla="*/ 4 w 6"/>
                  <a:gd name="T75" fmla="*/ 41 h 45"/>
                  <a:gd name="T76" fmla="*/ 4 w 6"/>
                  <a:gd name="T77" fmla="*/ 40 h 45"/>
                  <a:gd name="T78" fmla="*/ 5 w 6"/>
                  <a:gd name="T79" fmla="*/ 35 h 45"/>
                  <a:gd name="T80" fmla="*/ 5 w 6"/>
                  <a:gd name="T81" fmla="*/ 28 h 45"/>
                  <a:gd name="T82" fmla="*/ 5 w 6"/>
                  <a:gd name="T83" fmla="*/ 26 h 45"/>
                  <a:gd name="T84" fmla="*/ 5 w 6"/>
                  <a:gd name="T85" fmla="*/ 28 h 45"/>
                  <a:gd name="T86" fmla="*/ 5 w 6"/>
                  <a:gd name="T87" fmla="*/ 29 h 45"/>
                  <a:gd name="T88" fmla="*/ 5 w 6"/>
                  <a:gd name="T89" fmla="*/ 27 h 45"/>
                  <a:gd name="T90" fmla="*/ 5 w 6"/>
                  <a:gd name="T91" fmla="*/ 26 h 45"/>
                  <a:gd name="T92" fmla="*/ 5 w 6"/>
                  <a:gd name="T93" fmla="*/ 26 h 45"/>
                  <a:gd name="T94" fmla="*/ 5 w 6"/>
                  <a:gd name="T95" fmla="*/ 27 h 45"/>
                  <a:gd name="T96" fmla="*/ 6 w 6"/>
                  <a:gd name="T97" fmla="*/ 30 h 45"/>
                  <a:gd name="T98" fmla="*/ 6 w 6"/>
                  <a:gd name="T99" fmla="*/ 33 h 45"/>
                  <a:gd name="T100" fmla="*/ 6 w 6"/>
                  <a:gd name="T101" fmla="*/ 33 h 45"/>
                  <a:gd name="T102" fmla="*/ 6 w 6"/>
                  <a:gd name="T103" fmla="*/ 3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5">
                    <a:moveTo>
                      <a:pt x="0" y="10"/>
                    </a:move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1" y="6"/>
                    </a:lnTo>
                    <a:lnTo>
                      <a:pt x="1" y="9"/>
                    </a:lnTo>
                    <a:lnTo>
                      <a:pt x="1" y="11"/>
                    </a:lnTo>
                    <a:lnTo>
                      <a:pt x="2" y="14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2" y="20"/>
                    </a:lnTo>
                    <a:lnTo>
                      <a:pt x="2" y="24"/>
                    </a:lnTo>
                    <a:lnTo>
                      <a:pt x="2" y="27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30"/>
                    </a:lnTo>
                    <a:lnTo>
                      <a:pt x="3" y="33"/>
                    </a:lnTo>
                    <a:lnTo>
                      <a:pt x="3" y="35"/>
                    </a:lnTo>
                    <a:lnTo>
                      <a:pt x="3" y="36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3" y="41"/>
                    </a:lnTo>
                    <a:lnTo>
                      <a:pt x="3" y="45"/>
                    </a:lnTo>
                    <a:lnTo>
                      <a:pt x="3" y="45"/>
                    </a:lnTo>
                    <a:lnTo>
                      <a:pt x="4" y="44"/>
                    </a:lnTo>
                    <a:lnTo>
                      <a:pt x="4" y="43"/>
                    </a:lnTo>
                    <a:lnTo>
                      <a:pt x="4" y="42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4" y="40"/>
                    </a:lnTo>
                    <a:lnTo>
                      <a:pt x="5" y="35"/>
                    </a:lnTo>
                    <a:lnTo>
                      <a:pt x="5" y="28"/>
                    </a:lnTo>
                    <a:lnTo>
                      <a:pt x="5" y="26"/>
                    </a:lnTo>
                    <a:lnTo>
                      <a:pt x="5" y="28"/>
                    </a:lnTo>
                    <a:lnTo>
                      <a:pt x="5" y="29"/>
                    </a:lnTo>
                    <a:lnTo>
                      <a:pt x="5" y="27"/>
                    </a:lnTo>
                    <a:lnTo>
                      <a:pt x="5" y="26"/>
                    </a:lnTo>
                    <a:lnTo>
                      <a:pt x="5" y="26"/>
                    </a:lnTo>
                    <a:lnTo>
                      <a:pt x="5" y="27"/>
                    </a:lnTo>
                    <a:lnTo>
                      <a:pt x="6" y="30"/>
                    </a:lnTo>
                    <a:lnTo>
                      <a:pt x="6" y="33"/>
                    </a:lnTo>
                    <a:lnTo>
                      <a:pt x="6" y="33"/>
                    </a:lnTo>
                    <a:lnTo>
                      <a:pt x="6" y="3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47" name="Freeform 892"/>
              <p:cNvSpPr/>
              <p:nvPr/>
            </p:nvSpPr>
            <p:spPr bwMode="auto">
              <a:xfrm>
                <a:off x="1572" y="2963"/>
                <a:ext cx="6" cy="112"/>
              </a:xfrm>
              <a:custGeom>
                <a:avLst/>
                <a:gdLst>
                  <a:gd name="T0" fmla="*/ 0 w 6"/>
                  <a:gd name="T1" fmla="*/ 1 h 112"/>
                  <a:gd name="T2" fmla="*/ 0 w 6"/>
                  <a:gd name="T3" fmla="*/ 0 h 112"/>
                  <a:gd name="T4" fmla="*/ 0 w 6"/>
                  <a:gd name="T5" fmla="*/ 1 h 112"/>
                  <a:gd name="T6" fmla="*/ 0 w 6"/>
                  <a:gd name="T7" fmla="*/ 3 h 112"/>
                  <a:gd name="T8" fmla="*/ 1 w 6"/>
                  <a:gd name="T9" fmla="*/ 3 h 112"/>
                  <a:gd name="T10" fmla="*/ 1 w 6"/>
                  <a:gd name="T11" fmla="*/ 4 h 112"/>
                  <a:gd name="T12" fmla="*/ 1 w 6"/>
                  <a:gd name="T13" fmla="*/ 7 h 112"/>
                  <a:gd name="T14" fmla="*/ 1 w 6"/>
                  <a:gd name="T15" fmla="*/ 9 h 112"/>
                  <a:gd name="T16" fmla="*/ 1 w 6"/>
                  <a:gd name="T17" fmla="*/ 11 h 112"/>
                  <a:gd name="T18" fmla="*/ 1 w 6"/>
                  <a:gd name="T19" fmla="*/ 15 h 112"/>
                  <a:gd name="T20" fmla="*/ 1 w 6"/>
                  <a:gd name="T21" fmla="*/ 19 h 112"/>
                  <a:gd name="T22" fmla="*/ 1 w 6"/>
                  <a:gd name="T23" fmla="*/ 26 h 112"/>
                  <a:gd name="T24" fmla="*/ 1 w 6"/>
                  <a:gd name="T25" fmla="*/ 33 h 112"/>
                  <a:gd name="T26" fmla="*/ 2 w 6"/>
                  <a:gd name="T27" fmla="*/ 38 h 112"/>
                  <a:gd name="T28" fmla="*/ 2 w 6"/>
                  <a:gd name="T29" fmla="*/ 42 h 112"/>
                  <a:gd name="T30" fmla="*/ 2 w 6"/>
                  <a:gd name="T31" fmla="*/ 43 h 112"/>
                  <a:gd name="T32" fmla="*/ 2 w 6"/>
                  <a:gd name="T33" fmla="*/ 47 h 112"/>
                  <a:gd name="T34" fmla="*/ 2 w 6"/>
                  <a:gd name="T35" fmla="*/ 53 h 112"/>
                  <a:gd name="T36" fmla="*/ 2 w 6"/>
                  <a:gd name="T37" fmla="*/ 60 h 112"/>
                  <a:gd name="T38" fmla="*/ 2 w 6"/>
                  <a:gd name="T39" fmla="*/ 63 h 112"/>
                  <a:gd name="T40" fmla="*/ 2 w 6"/>
                  <a:gd name="T41" fmla="*/ 64 h 112"/>
                  <a:gd name="T42" fmla="*/ 2 w 6"/>
                  <a:gd name="T43" fmla="*/ 67 h 112"/>
                  <a:gd name="T44" fmla="*/ 3 w 6"/>
                  <a:gd name="T45" fmla="*/ 71 h 112"/>
                  <a:gd name="T46" fmla="*/ 3 w 6"/>
                  <a:gd name="T47" fmla="*/ 73 h 112"/>
                  <a:gd name="T48" fmla="*/ 3 w 6"/>
                  <a:gd name="T49" fmla="*/ 76 h 112"/>
                  <a:gd name="T50" fmla="*/ 3 w 6"/>
                  <a:gd name="T51" fmla="*/ 81 h 112"/>
                  <a:gd name="T52" fmla="*/ 3 w 6"/>
                  <a:gd name="T53" fmla="*/ 85 h 112"/>
                  <a:gd name="T54" fmla="*/ 3 w 6"/>
                  <a:gd name="T55" fmla="*/ 87 h 112"/>
                  <a:gd name="T56" fmla="*/ 3 w 6"/>
                  <a:gd name="T57" fmla="*/ 89 h 112"/>
                  <a:gd name="T58" fmla="*/ 4 w 6"/>
                  <a:gd name="T59" fmla="*/ 92 h 112"/>
                  <a:gd name="T60" fmla="*/ 4 w 6"/>
                  <a:gd name="T61" fmla="*/ 97 h 112"/>
                  <a:gd name="T62" fmla="*/ 4 w 6"/>
                  <a:gd name="T63" fmla="*/ 101 h 112"/>
                  <a:gd name="T64" fmla="*/ 4 w 6"/>
                  <a:gd name="T65" fmla="*/ 101 h 112"/>
                  <a:gd name="T66" fmla="*/ 4 w 6"/>
                  <a:gd name="T67" fmla="*/ 98 h 112"/>
                  <a:gd name="T68" fmla="*/ 4 w 6"/>
                  <a:gd name="T69" fmla="*/ 98 h 112"/>
                  <a:gd name="T70" fmla="*/ 4 w 6"/>
                  <a:gd name="T71" fmla="*/ 103 h 112"/>
                  <a:gd name="T72" fmla="*/ 4 w 6"/>
                  <a:gd name="T73" fmla="*/ 107 h 112"/>
                  <a:gd name="T74" fmla="*/ 4 w 6"/>
                  <a:gd name="T75" fmla="*/ 107 h 112"/>
                  <a:gd name="T76" fmla="*/ 5 w 6"/>
                  <a:gd name="T77" fmla="*/ 105 h 112"/>
                  <a:gd name="T78" fmla="*/ 5 w 6"/>
                  <a:gd name="T79" fmla="*/ 101 h 112"/>
                  <a:gd name="T80" fmla="*/ 5 w 6"/>
                  <a:gd name="T81" fmla="*/ 102 h 112"/>
                  <a:gd name="T82" fmla="*/ 5 w 6"/>
                  <a:gd name="T83" fmla="*/ 110 h 112"/>
                  <a:gd name="T84" fmla="*/ 5 w 6"/>
                  <a:gd name="T85" fmla="*/ 112 h 112"/>
                  <a:gd name="T86" fmla="*/ 5 w 6"/>
                  <a:gd name="T87" fmla="*/ 106 h 112"/>
                  <a:gd name="T88" fmla="*/ 6 w 6"/>
                  <a:gd name="T89" fmla="*/ 104 h 112"/>
                  <a:gd name="T90" fmla="*/ 6 w 6"/>
                  <a:gd name="T91" fmla="*/ 107 h 112"/>
                  <a:gd name="T92" fmla="*/ 6 w 6"/>
                  <a:gd name="T93" fmla="*/ 108 h 112"/>
                  <a:gd name="T94" fmla="*/ 6 w 6"/>
                  <a:gd name="T95" fmla="*/ 109 h 112"/>
                  <a:gd name="T96" fmla="*/ 6 w 6"/>
                  <a:gd name="T97" fmla="*/ 111 h 112"/>
                  <a:gd name="T98" fmla="*/ 6 w 6"/>
                  <a:gd name="T99" fmla="*/ 109 h 112"/>
                  <a:gd name="T100" fmla="*/ 6 w 6"/>
                  <a:gd name="T101" fmla="*/ 106 h 112"/>
                  <a:gd name="T102" fmla="*/ 6 w 6"/>
                  <a:gd name="T103" fmla="*/ 10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12">
                    <a:moveTo>
                      <a:pt x="0" y="1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1" y="7"/>
                    </a:lnTo>
                    <a:lnTo>
                      <a:pt x="1" y="9"/>
                    </a:lnTo>
                    <a:lnTo>
                      <a:pt x="1" y="11"/>
                    </a:lnTo>
                    <a:lnTo>
                      <a:pt x="1" y="15"/>
                    </a:lnTo>
                    <a:lnTo>
                      <a:pt x="1" y="19"/>
                    </a:lnTo>
                    <a:lnTo>
                      <a:pt x="1" y="26"/>
                    </a:lnTo>
                    <a:lnTo>
                      <a:pt x="1" y="33"/>
                    </a:lnTo>
                    <a:lnTo>
                      <a:pt x="2" y="38"/>
                    </a:lnTo>
                    <a:lnTo>
                      <a:pt x="2" y="42"/>
                    </a:lnTo>
                    <a:lnTo>
                      <a:pt x="2" y="43"/>
                    </a:lnTo>
                    <a:lnTo>
                      <a:pt x="2" y="47"/>
                    </a:lnTo>
                    <a:lnTo>
                      <a:pt x="2" y="53"/>
                    </a:lnTo>
                    <a:lnTo>
                      <a:pt x="2" y="60"/>
                    </a:lnTo>
                    <a:lnTo>
                      <a:pt x="2" y="63"/>
                    </a:lnTo>
                    <a:lnTo>
                      <a:pt x="2" y="64"/>
                    </a:lnTo>
                    <a:lnTo>
                      <a:pt x="2" y="67"/>
                    </a:lnTo>
                    <a:lnTo>
                      <a:pt x="3" y="71"/>
                    </a:lnTo>
                    <a:lnTo>
                      <a:pt x="3" y="73"/>
                    </a:lnTo>
                    <a:lnTo>
                      <a:pt x="3" y="76"/>
                    </a:lnTo>
                    <a:lnTo>
                      <a:pt x="3" y="81"/>
                    </a:lnTo>
                    <a:lnTo>
                      <a:pt x="3" y="85"/>
                    </a:lnTo>
                    <a:lnTo>
                      <a:pt x="3" y="87"/>
                    </a:lnTo>
                    <a:lnTo>
                      <a:pt x="3" y="89"/>
                    </a:lnTo>
                    <a:lnTo>
                      <a:pt x="4" y="92"/>
                    </a:lnTo>
                    <a:lnTo>
                      <a:pt x="4" y="97"/>
                    </a:lnTo>
                    <a:lnTo>
                      <a:pt x="4" y="101"/>
                    </a:lnTo>
                    <a:lnTo>
                      <a:pt x="4" y="101"/>
                    </a:lnTo>
                    <a:lnTo>
                      <a:pt x="4" y="98"/>
                    </a:lnTo>
                    <a:lnTo>
                      <a:pt x="4" y="98"/>
                    </a:lnTo>
                    <a:lnTo>
                      <a:pt x="4" y="103"/>
                    </a:lnTo>
                    <a:lnTo>
                      <a:pt x="4" y="107"/>
                    </a:lnTo>
                    <a:lnTo>
                      <a:pt x="4" y="107"/>
                    </a:lnTo>
                    <a:lnTo>
                      <a:pt x="5" y="105"/>
                    </a:lnTo>
                    <a:lnTo>
                      <a:pt x="5" y="101"/>
                    </a:lnTo>
                    <a:lnTo>
                      <a:pt x="5" y="102"/>
                    </a:lnTo>
                    <a:lnTo>
                      <a:pt x="5" y="110"/>
                    </a:lnTo>
                    <a:lnTo>
                      <a:pt x="5" y="112"/>
                    </a:lnTo>
                    <a:lnTo>
                      <a:pt x="5" y="106"/>
                    </a:lnTo>
                    <a:lnTo>
                      <a:pt x="6" y="104"/>
                    </a:lnTo>
                    <a:lnTo>
                      <a:pt x="6" y="107"/>
                    </a:lnTo>
                    <a:lnTo>
                      <a:pt x="6" y="108"/>
                    </a:lnTo>
                    <a:lnTo>
                      <a:pt x="6" y="109"/>
                    </a:lnTo>
                    <a:lnTo>
                      <a:pt x="6" y="111"/>
                    </a:lnTo>
                    <a:lnTo>
                      <a:pt x="6" y="109"/>
                    </a:lnTo>
                    <a:lnTo>
                      <a:pt x="6" y="106"/>
                    </a:lnTo>
                    <a:lnTo>
                      <a:pt x="6" y="10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48" name="Freeform 893"/>
              <p:cNvSpPr/>
              <p:nvPr/>
            </p:nvSpPr>
            <p:spPr bwMode="auto">
              <a:xfrm>
                <a:off x="1578" y="2907"/>
                <a:ext cx="6" cy="162"/>
              </a:xfrm>
              <a:custGeom>
                <a:avLst/>
                <a:gdLst>
                  <a:gd name="T0" fmla="*/ 0 w 6"/>
                  <a:gd name="T1" fmla="*/ 162 h 162"/>
                  <a:gd name="T2" fmla="*/ 0 w 6"/>
                  <a:gd name="T3" fmla="*/ 157 h 162"/>
                  <a:gd name="T4" fmla="*/ 0 w 6"/>
                  <a:gd name="T5" fmla="*/ 152 h 162"/>
                  <a:gd name="T6" fmla="*/ 1 w 6"/>
                  <a:gd name="T7" fmla="*/ 149 h 162"/>
                  <a:gd name="T8" fmla="*/ 1 w 6"/>
                  <a:gd name="T9" fmla="*/ 145 h 162"/>
                  <a:gd name="T10" fmla="*/ 1 w 6"/>
                  <a:gd name="T11" fmla="*/ 136 h 162"/>
                  <a:gd name="T12" fmla="*/ 1 w 6"/>
                  <a:gd name="T13" fmla="*/ 130 h 162"/>
                  <a:gd name="T14" fmla="*/ 1 w 6"/>
                  <a:gd name="T15" fmla="*/ 123 h 162"/>
                  <a:gd name="T16" fmla="*/ 1 w 6"/>
                  <a:gd name="T17" fmla="*/ 116 h 162"/>
                  <a:gd name="T18" fmla="*/ 1 w 6"/>
                  <a:gd name="T19" fmla="*/ 113 h 162"/>
                  <a:gd name="T20" fmla="*/ 1 w 6"/>
                  <a:gd name="T21" fmla="*/ 112 h 162"/>
                  <a:gd name="T22" fmla="*/ 1 w 6"/>
                  <a:gd name="T23" fmla="*/ 106 h 162"/>
                  <a:gd name="T24" fmla="*/ 2 w 6"/>
                  <a:gd name="T25" fmla="*/ 95 h 162"/>
                  <a:gd name="T26" fmla="*/ 2 w 6"/>
                  <a:gd name="T27" fmla="*/ 84 h 162"/>
                  <a:gd name="T28" fmla="*/ 2 w 6"/>
                  <a:gd name="T29" fmla="*/ 79 h 162"/>
                  <a:gd name="T30" fmla="*/ 2 w 6"/>
                  <a:gd name="T31" fmla="*/ 76 h 162"/>
                  <a:gd name="T32" fmla="*/ 2 w 6"/>
                  <a:gd name="T33" fmla="*/ 68 h 162"/>
                  <a:gd name="T34" fmla="*/ 2 w 6"/>
                  <a:gd name="T35" fmla="*/ 62 h 162"/>
                  <a:gd name="T36" fmla="*/ 3 w 6"/>
                  <a:gd name="T37" fmla="*/ 62 h 162"/>
                  <a:gd name="T38" fmla="*/ 3 w 6"/>
                  <a:gd name="T39" fmla="*/ 58 h 162"/>
                  <a:gd name="T40" fmla="*/ 3 w 6"/>
                  <a:gd name="T41" fmla="*/ 50 h 162"/>
                  <a:gd name="T42" fmla="*/ 3 w 6"/>
                  <a:gd name="T43" fmla="*/ 48 h 162"/>
                  <a:gd name="T44" fmla="*/ 3 w 6"/>
                  <a:gd name="T45" fmla="*/ 49 h 162"/>
                  <a:gd name="T46" fmla="*/ 3 w 6"/>
                  <a:gd name="T47" fmla="*/ 48 h 162"/>
                  <a:gd name="T48" fmla="*/ 3 w 6"/>
                  <a:gd name="T49" fmla="*/ 47 h 162"/>
                  <a:gd name="T50" fmla="*/ 3 w 6"/>
                  <a:gd name="T51" fmla="*/ 44 h 162"/>
                  <a:gd name="T52" fmla="*/ 3 w 6"/>
                  <a:gd name="T53" fmla="*/ 37 h 162"/>
                  <a:gd name="T54" fmla="*/ 4 w 6"/>
                  <a:gd name="T55" fmla="*/ 34 h 162"/>
                  <a:gd name="T56" fmla="*/ 4 w 6"/>
                  <a:gd name="T57" fmla="*/ 34 h 162"/>
                  <a:gd name="T58" fmla="*/ 4 w 6"/>
                  <a:gd name="T59" fmla="*/ 33 h 162"/>
                  <a:gd name="T60" fmla="*/ 4 w 6"/>
                  <a:gd name="T61" fmla="*/ 31 h 162"/>
                  <a:gd name="T62" fmla="*/ 4 w 6"/>
                  <a:gd name="T63" fmla="*/ 26 h 162"/>
                  <a:gd name="T64" fmla="*/ 4 w 6"/>
                  <a:gd name="T65" fmla="*/ 21 h 162"/>
                  <a:gd name="T66" fmla="*/ 5 w 6"/>
                  <a:gd name="T67" fmla="*/ 22 h 162"/>
                  <a:gd name="T68" fmla="*/ 5 w 6"/>
                  <a:gd name="T69" fmla="*/ 25 h 162"/>
                  <a:gd name="T70" fmla="*/ 5 w 6"/>
                  <a:gd name="T71" fmla="*/ 25 h 162"/>
                  <a:gd name="T72" fmla="*/ 5 w 6"/>
                  <a:gd name="T73" fmla="*/ 25 h 162"/>
                  <a:gd name="T74" fmla="*/ 5 w 6"/>
                  <a:gd name="T75" fmla="*/ 23 h 162"/>
                  <a:gd name="T76" fmla="*/ 5 w 6"/>
                  <a:gd name="T77" fmla="*/ 20 h 162"/>
                  <a:gd name="T78" fmla="*/ 5 w 6"/>
                  <a:gd name="T79" fmla="*/ 21 h 162"/>
                  <a:gd name="T80" fmla="*/ 5 w 6"/>
                  <a:gd name="T81" fmla="*/ 24 h 162"/>
                  <a:gd name="T82" fmla="*/ 5 w 6"/>
                  <a:gd name="T83" fmla="*/ 22 h 162"/>
                  <a:gd name="T84" fmla="*/ 6 w 6"/>
                  <a:gd name="T85" fmla="*/ 17 h 162"/>
                  <a:gd name="T86" fmla="*/ 6 w 6"/>
                  <a:gd name="T87" fmla="*/ 13 h 162"/>
                  <a:gd name="T88" fmla="*/ 6 w 6"/>
                  <a:gd name="T89" fmla="*/ 10 h 162"/>
                  <a:gd name="T90" fmla="*/ 6 w 6"/>
                  <a:gd name="T91" fmla="*/ 8 h 162"/>
                  <a:gd name="T92" fmla="*/ 6 w 6"/>
                  <a:gd name="T93" fmla="*/ 8 h 162"/>
                  <a:gd name="T94" fmla="*/ 6 w 6"/>
                  <a:gd name="T95" fmla="*/ 8 h 162"/>
                  <a:gd name="T96" fmla="*/ 6 w 6"/>
                  <a:gd name="T97" fmla="*/ 5 h 162"/>
                  <a:gd name="T98" fmla="*/ 6 w 6"/>
                  <a:gd name="T99" fmla="*/ 1 h 162"/>
                  <a:gd name="T100" fmla="*/ 6 w 6"/>
                  <a:gd name="T101" fmla="*/ 0 h 162"/>
                  <a:gd name="T102" fmla="*/ 6 w 6"/>
                  <a:gd name="T103" fmla="*/ 3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62">
                    <a:moveTo>
                      <a:pt x="0" y="162"/>
                    </a:moveTo>
                    <a:lnTo>
                      <a:pt x="0" y="157"/>
                    </a:lnTo>
                    <a:lnTo>
                      <a:pt x="0" y="152"/>
                    </a:lnTo>
                    <a:lnTo>
                      <a:pt x="1" y="149"/>
                    </a:lnTo>
                    <a:lnTo>
                      <a:pt x="1" y="145"/>
                    </a:lnTo>
                    <a:lnTo>
                      <a:pt x="1" y="136"/>
                    </a:lnTo>
                    <a:lnTo>
                      <a:pt x="1" y="130"/>
                    </a:lnTo>
                    <a:lnTo>
                      <a:pt x="1" y="123"/>
                    </a:lnTo>
                    <a:lnTo>
                      <a:pt x="1" y="116"/>
                    </a:lnTo>
                    <a:lnTo>
                      <a:pt x="1" y="113"/>
                    </a:lnTo>
                    <a:lnTo>
                      <a:pt x="1" y="112"/>
                    </a:lnTo>
                    <a:lnTo>
                      <a:pt x="1" y="106"/>
                    </a:lnTo>
                    <a:lnTo>
                      <a:pt x="2" y="95"/>
                    </a:lnTo>
                    <a:lnTo>
                      <a:pt x="2" y="84"/>
                    </a:lnTo>
                    <a:lnTo>
                      <a:pt x="2" y="79"/>
                    </a:lnTo>
                    <a:lnTo>
                      <a:pt x="2" y="76"/>
                    </a:lnTo>
                    <a:lnTo>
                      <a:pt x="2" y="68"/>
                    </a:lnTo>
                    <a:lnTo>
                      <a:pt x="2" y="62"/>
                    </a:lnTo>
                    <a:lnTo>
                      <a:pt x="3" y="62"/>
                    </a:lnTo>
                    <a:lnTo>
                      <a:pt x="3" y="58"/>
                    </a:lnTo>
                    <a:lnTo>
                      <a:pt x="3" y="50"/>
                    </a:lnTo>
                    <a:lnTo>
                      <a:pt x="3" y="48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4"/>
                    </a:lnTo>
                    <a:lnTo>
                      <a:pt x="3" y="37"/>
                    </a:lnTo>
                    <a:lnTo>
                      <a:pt x="4" y="34"/>
                    </a:lnTo>
                    <a:lnTo>
                      <a:pt x="4" y="34"/>
                    </a:lnTo>
                    <a:lnTo>
                      <a:pt x="4" y="33"/>
                    </a:lnTo>
                    <a:lnTo>
                      <a:pt x="4" y="31"/>
                    </a:lnTo>
                    <a:lnTo>
                      <a:pt x="4" y="26"/>
                    </a:lnTo>
                    <a:lnTo>
                      <a:pt x="4" y="21"/>
                    </a:lnTo>
                    <a:lnTo>
                      <a:pt x="5" y="22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5" y="23"/>
                    </a:lnTo>
                    <a:lnTo>
                      <a:pt x="5" y="20"/>
                    </a:lnTo>
                    <a:lnTo>
                      <a:pt x="5" y="21"/>
                    </a:lnTo>
                    <a:lnTo>
                      <a:pt x="5" y="24"/>
                    </a:lnTo>
                    <a:lnTo>
                      <a:pt x="5" y="22"/>
                    </a:lnTo>
                    <a:lnTo>
                      <a:pt x="6" y="17"/>
                    </a:lnTo>
                    <a:lnTo>
                      <a:pt x="6" y="13"/>
                    </a:lnTo>
                    <a:lnTo>
                      <a:pt x="6" y="10"/>
                    </a:lnTo>
                    <a:lnTo>
                      <a:pt x="6" y="8"/>
                    </a:lnTo>
                    <a:lnTo>
                      <a:pt x="6" y="8"/>
                    </a:lnTo>
                    <a:lnTo>
                      <a:pt x="6" y="8"/>
                    </a:lnTo>
                    <a:lnTo>
                      <a:pt x="6" y="5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6" y="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49" name="Freeform 894"/>
              <p:cNvSpPr/>
              <p:nvPr/>
            </p:nvSpPr>
            <p:spPr bwMode="auto">
              <a:xfrm>
                <a:off x="1584" y="2873"/>
                <a:ext cx="7" cy="112"/>
              </a:xfrm>
              <a:custGeom>
                <a:avLst/>
                <a:gdLst>
                  <a:gd name="T0" fmla="*/ 0 w 7"/>
                  <a:gd name="T1" fmla="*/ 34 h 112"/>
                  <a:gd name="T2" fmla="*/ 0 w 7"/>
                  <a:gd name="T3" fmla="*/ 37 h 112"/>
                  <a:gd name="T4" fmla="*/ 1 w 7"/>
                  <a:gd name="T5" fmla="*/ 33 h 112"/>
                  <a:gd name="T6" fmla="*/ 1 w 7"/>
                  <a:gd name="T7" fmla="*/ 26 h 112"/>
                  <a:gd name="T8" fmla="*/ 1 w 7"/>
                  <a:gd name="T9" fmla="*/ 25 h 112"/>
                  <a:gd name="T10" fmla="*/ 1 w 7"/>
                  <a:gd name="T11" fmla="*/ 23 h 112"/>
                  <a:gd name="T12" fmla="*/ 1 w 7"/>
                  <a:gd name="T13" fmla="*/ 16 h 112"/>
                  <a:gd name="T14" fmla="*/ 1 w 7"/>
                  <a:gd name="T15" fmla="*/ 12 h 112"/>
                  <a:gd name="T16" fmla="*/ 2 w 7"/>
                  <a:gd name="T17" fmla="*/ 13 h 112"/>
                  <a:gd name="T18" fmla="*/ 2 w 7"/>
                  <a:gd name="T19" fmla="*/ 7 h 112"/>
                  <a:gd name="T20" fmla="*/ 2 w 7"/>
                  <a:gd name="T21" fmla="*/ 0 h 112"/>
                  <a:gd name="T22" fmla="*/ 2 w 7"/>
                  <a:gd name="T23" fmla="*/ 1 h 112"/>
                  <a:gd name="T24" fmla="*/ 2 w 7"/>
                  <a:gd name="T25" fmla="*/ 4 h 112"/>
                  <a:gd name="T26" fmla="*/ 2 w 7"/>
                  <a:gd name="T27" fmla="*/ 4 h 112"/>
                  <a:gd name="T28" fmla="*/ 2 w 7"/>
                  <a:gd name="T29" fmla="*/ 5 h 112"/>
                  <a:gd name="T30" fmla="*/ 2 w 7"/>
                  <a:gd name="T31" fmla="*/ 7 h 112"/>
                  <a:gd name="T32" fmla="*/ 2 w 7"/>
                  <a:gd name="T33" fmla="*/ 11 h 112"/>
                  <a:gd name="T34" fmla="*/ 3 w 7"/>
                  <a:gd name="T35" fmla="*/ 17 h 112"/>
                  <a:gd name="T36" fmla="*/ 3 w 7"/>
                  <a:gd name="T37" fmla="*/ 23 h 112"/>
                  <a:gd name="T38" fmla="*/ 3 w 7"/>
                  <a:gd name="T39" fmla="*/ 29 h 112"/>
                  <a:gd name="T40" fmla="*/ 3 w 7"/>
                  <a:gd name="T41" fmla="*/ 34 h 112"/>
                  <a:gd name="T42" fmla="*/ 3 w 7"/>
                  <a:gd name="T43" fmla="*/ 37 h 112"/>
                  <a:gd name="T44" fmla="*/ 3 w 7"/>
                  <a:gd name="T45" fmla="*/ 40 h 112"/>
                  <a:gd name="T46" fmla="*/ 4 w 7"/>
                  <a:gd name="T47" fmla="*/ 47 h 112"/>
                  <a:gd name="T48" fmla="*/ 4 w 7"/>
                  <a:gd name="T49" fmla="*/ 53 h 112"/>
                  <a:gd name="T50" fmla="*/ 4 w 7"/>
                  <a:gd name="T51" fmla="*/ 56 h 112"/>
                  <a:gd name="T52" fmla="*/ 4 w 7"/>
                  <a:gd name="T53" fmla="*/ 58 h 112"/>
                  <a:gd name="T54" fmla="*/ 4 w 7"/>
                  <a:gd name="T55" fmla="*/ 63 h 112"/>
                  <a:gd name="T56" fmla="*/ 4 w 7"/>
                  <a:gd name="T57" fmla="*/ 66 h 112"/>
                  <a:gd name="T58" fmla="*/ 4 w 7"/>
                  <a:gd name="T59" fmla="*/ 68 h 112"/>
                  <a:gd name="T60" fmla="*/ 4 w 7"/>
                  <a:gd name="T61" fmla="*/ 73 h 112"/>
                  <a:gd name="T62" fmla="*/ 4 w 7"/>
                  <a:gd name="T63" fmla="*/ 80 h 112"/>
                  <a:gd name="T64" fmla="*/ 5 w 7"/>
                  <a:gd name="T65" fmla="*/ 84 h 112"/>
                  <a:gd name="T66" fmla="*/ 5 w 7"/>
                  <a:gd name="T67" fmla="*/ 85 h 112"/>
                  <a:gd name="T68" fmla="*/ 5 w 7"/>
                  <a:gd name="T69" fmla="*/ 89 h 112"/>
                  <a:gd name="T70" fmla="*/ 5 w 7"/>
                  <a:gd name="T71" fmla="*/ 93 h 112"/>
                  <a:gd name="T72" fmla="*/ 5 w 7"/>
                  <a:gd name="T73" fmla="*/ 95 h 112"/>
                  <a:gd name="T74" fmla="*/ 5 w 7"/>
                  <a:gd name="T75" fmla="*/ 99 h 112"/>
                  <a:gd name="T76" fmla="*/ 5 w 7"/>
                  <a:gd name="T77" fmla="*/ 103 h 112"/>
                  <a:gd name="T78" fmla="*/ 5 w 7"/>
                  <a:gd name="T79" fmla="*/ 105 h 112"/>
                  <a:gd name="T80" fmla="*/ 5 w 7"/>
                  <a:gd name="T81" fmla="*/ 107 h 112"/>
                  <a:gd name="T82" fmla="*/ 6 w 7"/>
                  <a:gd name="T83" fmla="*/ 108 h 112"/>
                  <a:gd name="T84" fmla="*/ 6 w 7"/>
                  <a:gd name="T85" fmla="*/ 108 h 112"/>
                  <a:gd name="T86" fmla="*/ 6 w 7"/>
                  <a:gd name="T87" fmla="*/ 109 h 112"/>
                  <a:gd name="T88" fmla="*/ 6 w 7"/>
                  <a:gd name="T89" fmla="*/ 110 h 112"/>
                  <a:gd name="T90" fmla="*/ 6 w 7"/>
                  <a:gd name="T91" fmla="*/ 111 h 112"/>
                  <a:gd name="T92" fmla="*/ 6 w 7"/>
                  <a:gd name="T93" fmla="*/ 111 h 112"/>
                  <a:gd name="T94" fmla="*/ 7 w 7"/>
                  <a:gd name="T95" fmla="*/ 110 h 112"/>
                  <a:gd name="T96" fmla="*/ 7 w 7"/>
                  <a:gd name="T97" fmla="*/ 110 h 112"/>
                  <a:gd name="T98" fmla="*/ 7 w 7"/>
                  <a:gd name="T99" fmla="*/ 111 h 112"/>
                  <a:gd name="T100" fmla="*/ 7 w 7"/>
                  <a:gd name="T101" fmla="*/ 112 h 112"/>
                  <a:gd name="T102" fmla="*/ 7 w 7"/>
                  <a:gd name="T103" fmla="*/ 1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12">
                    <a:moveTo>
                      <a:pt x="0" y="34"/>
                    </a:moveTo>
                    <a:lnTo>
                      <a:pt x="0" y="37"/>
                    </a:lnTo>
                    <a:lnTo>
                      <a:pt x="1" y="33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3"/>
                    </a:lnTo>
                    <a:lnTo>
                      <a:pt x="1" y="16"/>
                    </a:lnTo>
                    <a:lnTo>
                      <a:pt x="1" y="12"/>
                    </a:lnTo>
                    <a:lnTo>
                      <a:pt x="2" y="13"/>
                    </a:lnTo>
                    <a:lnTo>
                      <a:pt x="2" y="7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2" y="11"/>
                    </a:lnTo>
                    <a:lnTo>
                      <a:pt x="3" y="17"/>
                    </a:lnTo>
                    <a:lnTo>
                      <a:pt x="3" y="23"/>
                    </a:lnTo>
                    <a:lnTo>
                      <a:pt x="3" y="29"/>
                    </a:lnTo>
                    <a:lnTo>
                      <a:pt x="3" y="34"/>
                    </a:lnTo>
                    <a:lnTo>
                      <a:pt x="3" y="37"/>
                    </a:lnTo>
                    <a:lnTo>
                      <a:pt x="3" y="40"/>
                    </a:lnTo>
                    <a:lnTo>
                      <a:pt x="4" y="47"/>
                    </a:lnTo>
                    <a:lnTo>
                      <a:pt x="4" y="53"/>
                    </a:lnTo>
                    <a:lnTo>
                      <a:pt x="4" y="56"/>
                    </a:lnTo>
                    <a:lnTo>
                      <a:pt x="4" y="58"/>
                    </a:lnTo>
                    <a:lnTo>
                      <a:pt x="4" y="63"/>
                    </a:lnTo>
                    <a:lnTo>
                      <a:pt x="4" y="66"/>
                    </a:lnTo>
                    <a:lnTo>
                      <a:pt x="4" y="68"/>
                    </a:lnTo>
                    <a:lnTo>
                      <a:pt x="4" y="73"/>
                    </a:lnTo>
                    <a:lnTo>
                      <a:pt x="4" y="80"/>
                    </a:lnTo>
                    <a:lnTo>
                      <a:pt x="5" y="84"/>
                    </a:lnTo>
                    <a:lnTo>
                      <a:pt x="5" y="85"/>
                    </a:lnTo>
                    <a:lnTo>
                      <a:pt x="5" y="89"/>
                    </a:lnTo>
                    <a:lnTo>
                      <a:pt x="5" y="93"/>
                    </a:lnTo>
                    <a:lnTo>
                      <a:pt x="5" y="95"/>
                    </a:lnTo>
                    <a:lnTo>
                      <a:pt x="5" y="99"/>
                    </a:lnTo>
                    <a:lnTo>
                      <a:pt x="5" y="103"/>
                    </a:lnTo>
                    <a:lnTo>
                      <a:pt x="5" y="105"/>
                    </a:lnTo>
                    <a:lnTo>
                      <a:pt x="5" y="107"/>
                    </a:lnTo>
                    <a:lnTo>
                      <a:pt x="6" y="108"/>
                    </a:lnTo>
                    <a:lnTo>
                      <a:pt x="6" y="108"/>
                    </a:lnTo>
                    <a:lnTo>
                      <a:pt x="6" y="109"/>
                    </a:lnTo>
                    <a:lnTo>
                      <a:pt x="6" y="110"/>
                    </a:lnTo>
                    <a:lnTo>
                      <a:pt x="6" y="111"/>
                    </a:lnTo>
                    <a:lnTo>
                      <a:pt x="6" y="111"/>
                    </a:lnTo>
                    <a:lnTo>
                      <a:pt x="7" y="110"/>
                    </a:lnTo>
                    <a:lnTo>
                      <a:pt x="7" y="110"/>
                    </a:lnTo>
                    <a:lnTo>
                      <a:pt x="7" y="111"/>
                    </a:lnTo>
                    <a:lnTo>
                      <a:pt x="7" y="112"/>
                    </a:lnTo>
                    <a:lnTo>
                      <a:pt x="7" y="11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50" name="Freeform 895"/>
              <p:cNvSpPr/>
              <p:nvPr/>
            </p:nvSpPr>
            <p:spPr bwMode="auto">
              <a:xfrm>
                <a:off x="1591" y="2946"/>
                <a:ext cx="6" cy="39"/>
              </a:xfrm>
              <a:custGeom>
                <a:avLst/>
                <a:gdLst>
                  <a:gd name="T0" fmla="*/ 0 w 6"/>
                  <a:gd name="T1" fmla="*/ 39 h 39"/>
                  <a:gd name="T2" fmla="*/ 0 w 6"/>
                  <a:gd name="T3" fmla="*/ 38 h 39"/>
                  <a:gd name="T4" fmla="*/ 0 w 6"/>
                  <a:gd name="T5" fmla="*/ 36 h 39"/>
                  <a:gd name="T6" fmla="*/ 0 w 6"/>
                  <a:gd name="T7" fmla="*/ 33 h 39"/>
                  <a:gd name="T8" fmla="*/ 0 w 6"/>
                  <a:gd name="T9" fmla="*/ 32 h 39"/>
                  <a:gd name="T10" fmla="*/ 0 w 6"/>
                  <a:gd name="T11" fmla="*/ 30 h 39"/>
                  <a:gd name="T12" fmla="*/ 1 w 6"/>
                  <a:gd name="T13" fmla="*/ 28 h 39"/>
                  <a:gd name="T14" fmla="*/ 1 w 6"/>
                  <a:gd name="T15" fmla="*/ 25 h 39"/>
                  <a:gd name="T16" fmla="*/ 1 w 6"/>
                  <a:gd name="T17" fmla="*/ 23 h 39"/>
                  <a:gd name="T18" fmla="*/ 1 w 6"/>
                  <a:gd name="T19" fmla="*/ 19 h 39"/>
                  <a:gd name="T20" fmla="*/ 1 w 6"/>
                  <a:gd name="T21" fmla="*/ 17 h 39"/>
                  <a:gd name="T22" fmla="*/ 1 w 6"/>
                  <a:gd name="T23" fmla="*/ 17 h 39"/>
                  <a:gd name="T24" fmla="*/ 1 w 6"/>
                  <a:gd name="T25" fmla="*/ 14 h 39"/>
                  <a:gd name="T26" fmla="*/ 2 w 6"/>
                  <a:gd name="T27" fmla="*/ 10 h 39"/>
                  <a:gd name="T28" fmla="*/ 2 w 6"/>
                  <a:gd name="T29" fmla="*/ 8 h 39"/>
                  <a:gd name="T30" fmla="*/ 2 w 6"/>
                  <a:gd name="T31" fmla="*/ 7 h 39"/>
                  <a:gd name="T32" fmla="*/ 2 w 6"/>
                  <a:gd name="T33" fmla="*/ 5 h 39"/>
                  <a:gd name="T34" fmla="*/ 2 w 6"/>
                  <a:gd name="T35" fmla="*/ 3 h 39"/>
                  <a:gd name="T36" fmla="*/ 2 w 6"/>
                  <a:gd name="T37" fmla="*/ 1 h 39"/>
                  <a:gd name="T38" fmla="*/ 2 w 6"/>
                  <a:gd name="T39" fmla="*/ 0 h 39"/>
                  <a:gd name="T40" fmla="*/ 2 w 6"/>
                  <a:gd name="T41" fmla="*/ 0 h 39"/>
                  <a:gd name="T42" fmla="*/ 2 w 6"/>
                  <a:gd name="T43" fmla="*/ 2 h 39"/>
                  <a:gd name="T44" fmla="*/ 3 w 6"/>
                  <a:gd name="T45" fmla="*/ 3 h 39"/>
                  <a:gd name="T46" fmla="*/ 3 w 6"/>
                  <a:gd name="T47" fmla="*/ 4 h 39"/>
                  <a:gd name="T48" fmla="*/ 3 w 6"/>
                  <a:gd name="T49" fmla="*/ 5 h 39"/>
                  <a:gd name="T50" fmla="*/ 3 w 6"/>
                  <a:gd name="T51" fmla="*/ 6 h 39"/>
                  <a:gd name="T52" fmla="*/ 3 w 6"/>
                  <a:gd name="T53" fmla="*/ 10 h 39"/>
                  <a:gd name="T54" fmla="*/ 3 w 6"/>
                  <a:gd name="T55" fmla="*/ 12 h 39"/>
                  <a:gd name="T56" fmla="*/ 3 w 6"/>
                  <a:gd name="T57" fmla="*/ 12 h 39"/>
                  <a:gd name="T58" fmla="*/ 3 w 6"/>
                  <a:gd name="T59" fmla="*/ 13 h 39"/>
                  <a:gd name="T60" fmla="*/ 3 w 6"/>
                  <a:gd name="T61" fmla="*/ 15 h 39"/>
                  <a:gd name="T62" fmla="*/ 4 w 6"/>
                  <a:gd name="T63" fmla="*/ 15 h 39"/>
                  <a:gd name="T64" fmla="*/ 4 w 6"/>
                  <a:gd name="T65" fmla="*/ 13 h 39"/>
                  <a:gd name="T66" fmla="*/ 4 w 6"/>
                  <a:gd name="T67" fmla="*/ 13 h 39"/>
                  <a:gd name="T68" fmla="*/ 4 w 6"/>
                  <a:gd name="T69" fmla="*/ 14 h 39"/>
                  <a:gd name="T70" fmla="*/ 4 w 6"/>
                  <a:gd name="T71" fmla="*/ 15 h 39"/>
                  <a:gd name="T72" fmla="*/ 4 w 6"/>
                  <a:gd name="T73" fmla="*/ 15 h 39"/>
                  <a:gd name="T74" fmla="*/ 5 w 6"/>
                  <a:gd name="T75" fmla="*/ 16 h 39"/>
                  <a:gd name="T76" fmla="*/ 5 w 6"/>
                  <a:gd name="T77" fmla="*/ 17 h 39"/>
                  <a:gd name="T78" fmla="*/ 5 w 6"/>
                  <a:gd name="T79" fmla="*/ 17 h 39"/>
                  <a:gd name="T80" fmla="*/ 5 w 6"/>
                  <a:gd name="T81" fmla="*/ 20 h 39"/>
                  <a:gd name="T82" fmla="*/ 5 w 6"/>
                  <a:gd name="T83" fmla="*/ 23 h 39"/>
                  <a:gd name="T84" fmla="*/ 5 w 6"/>
                  <a:gd name="T85" fmla="*/ 22 h 39"/>
                  <a:gd name="T86" fmla="*/ 5 w 6"/>
                  <a:gd name="T87" fmla="*/ 19 h 39"/>
                  <a:gd name="T88" fmla="*/ 5 w 6"/>
                  <a:gd name="T89" fmla="*/ 18 h 39"/>
                  <a:gd name="T90" fmla="*/ 5 w 6"/>
                  <a:gd name="T91" fmla="*/ 17 h 39"/>
                  <a:gd name="T92" fmla="*/ 6 w 6"/>
                  <a:gd name="T93" fmla="*/ 13 h 39"/>
                  <a:gd name="T94" fmla="*/ 6 w 6"/>
                  <a:gd name="T95" fmla="*/ 12 h 39"/>
                  <a:gd name="T96" fmla="*/ 6 w 6"/>
                  <a:gd name="T97" fmla="*/ 10 h 39"/>
                  <a:gd name="T98" fmla="*/ 6 w 6"/>
                  <a:gd name="T99" fmla="*/ 5 h 39"/>
                  <a:gd name="T100" fmla="*/ 6 w 6"/>
                  <a:gd name="T101" fmla="*/ 0 h 39"/>
                  <a:gd name="T102" fmla="*/ 6 w 6"/>
                  <a:gd name="T103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9">
                    <a:moveTo>
                      <a:pt x="0" y="39"/>
                    </a:moveTo>
                    <a:lnTo>
                      <a:pt x="0" y="38"/>
                    </a:lnTo>
                    <a:lnTo>
                      <a:pt x="0" y="36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0"/>
                    </a:lnTo>
                    <a:lnTo>
                      <a:pt x="1" y="28"/>
                    </a:lnTo>
                    <a:lnTo>
                      <a:pt x="1" y="25"/>
                    </a:lnTo>
                    <a:lnTo>
                      <a:pt x="1" y="23"/>
                    </a:lnTo>
                    <a:lnTo>
                      <a:pt x="1" y="19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2" y="10"/>
                    </a:lnTo>
                    <a:lnTo>
                      <a:pt x="2" y="8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3" y="4"/>
                    </a:lnTo>
                    <a:lnTo>
                      <a:pt x="3" y="5"/>
                    </a:lnTo>
                    <a:lnTo>
                      <a:pt x="3" y="6"/>
                    </a:lnTo>
                    <a:lnTo>
                      <a:pt x="3" y="10"/>
                    </a:lnTo>
                    <a:lnTo>
                      <a:pt x="3" y="12"/>
                    </a:lnTo>
                    <a:lnTo>
                      <a:pt x="3" y="12"/>
                    </a:lnTo>
                    <a:lnTo>
                      <a:pt x="3" y="13"/>
                    </a:lnTo>
                    <a:lnTo>
                      <a:pt x="3" y="15"/>
                    </a:lnTo>
                    <a:lnTo>
                      <a:pt x="4" y="15"/>
                    </a:lnTo>
                    <a:lnTo>
                      <a:pt x="4" y="13"/>
                    </a:lnTo>
                    <a:lnTo>
                      <a:pt x="4" y="13"/>
                    </a:lnTo>
                    <a:lnTo>
                      <a:pt x="4" y="14"/>
                    </a:lnTo>
                    <a:lnTo>
                      <a:pt x="4" y="15"/>
                    </a:lnTo>
                    <a:lnTo>
                      <a:pt x="4" y="15"/>
                    </a:lnTo>
                    <a:lnTo>
                      <a:pt x="5" y="16"/>
                    </a:lnTo>
                    <a:lnTo>
                      <a:pt x="5" y="17"/>
                    </a:lnTo>
                    <a:lnTo>
                      <a:pt x="5" y="17"/>
                    </a:lnTo>
                    <a:lnTo>
                      <a:pt x="5" y="20"/>
                    </a:lnTo>
                    <a:lnTo>
                      <a:pt x="5" y="23"/>
                    </a:lnTo>
                    <a:lnTo>
                      <a:pt x="5" y="22"/>
                    </a:lnTo>
                    <a:lnTo>
                      <a:pt x="5" y="19"/>
                    </a:lnTo>
                    <a:lnTo>
                      <a:pt x="5" y="18"/>
                    </a:lnTo>
                    <a:lnTo>
                      <a:pt x="5" y="17"/>
                    </a:lnTo>
                    <a:lnTo>
                      <a:pt x="6" y="13"/>
                    </a:lnTo>
                    <a:lnTo>
                      <a:pt x="6" y="12"/>
                    </a:lnTo>
                    <a:lnTo>
                      <a:pt x="6" y="10"/>
                    </a:lnTo>
                    <a:lnTo>
                      <a:pt x="6" y="5"/>
                    </a:lnTo>
                    <a:lnTo>
                      <a:pt x="6" y="0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51" name="Freeform 896"/>
              <p:cNvSpPr/>
              <p:nvPr/>
            </p:nvSpPr>
            <p:spPr bwMode="auto">
              <a:xfrm>
                <a:off x="1597" y="2936"/>
                <a:ext cx="7" cy="144"/>
              </a:xfrm>
              <a:custGeom>
                <a:avLst/>
                <a:gdLst>
                  <a:gd name="T0" fmla="*/ 0 w 7"/>
                  <a:gd name="T1" fmla="*/ 10 h 144"/>
                  <a:gd name="T2" fmla="*/ 0 w 7"/>
                  <a:gd name="T3" fmla="*/ 10 h 144"/>
                  <a:gd name="T4" fmla="*/ 1 w 7"/>
                  <a:gd name="T5" fmla="*/ 9 h 144"/>
                  <a:gd name="T6" fmla="*/ 1 w 7"/>
                  <a:gd name="T7" fmla="*/ 6 h 144"/>
                  <a:gd name="T8" fmla="*/ 1 w 7"/>
                  <a:gd name="T9" fmla="*/ 6 h 144"/>
                  <a:gd name="T10" fmla="*/ 1 w 7"/>
                  <a:gd name="T11" fmla="*/ 6 h 144"/>
                  <a:gd name="T12" fmla="*/ 1 w 7"/>
                  <a:gd name="T13" fmla="*/ 4 h 144"/>
                  <a:gd name="T14" fmla="*/ 1 w 7"/>
                  <a:gd name="T15" fmla="*/ 3 h 144"/>
                  <a:gd name="T16" fmla="*/ 1 w 7"/>
                  <a:gd name="T17" fmla="*/ 6 h 144"/>
                  <a:gd name="T18" fmla="*/ 1 w 7"/>
                  <a:gd name="T19" fmla="*/ 6 h 144"/>
                  <a:gd name="T20" fmla="*/ 1 w 7"/>
                  <a:gd name="T21" fmla="*/ 4 h 144"/>
                  <a:gd name="T22" fmla="*/ 2 w 7"/>
                  <a:gd name="T23" fmla="*/ 1 h 144"/>
                  <a:gd name="T24" fmla="*/ 2 w 7"/>
                  <a:gd name="T25" fmla="*/ 1 h 144"/>
                  <a:gd name="T26" fmla="*/ 2 w 7"/>
                  <a:gd name="T27" fmla="*/ 1 h 144"/>
                  <a:gd name="T28" fmla="*/ 2 w 7"/>
                  <a:gd name="T29" fmla="*/ 0 h 144"/>
                  <a:gd name="T30" fmla="*/ 2 w 7"/>
                  <a:gd name="T31" fmla="*/ 0 h 144"/>
                  <a:gd name="T32" fmla="*/ 2 w 7"/>
                  <a:gd name="T33" fmla="*/ 2 h 144"/>
                  <a:gd name="T34" fmla="*/ 2 w 7"/>
                  <a:gd name="T35" fmla="*/ 5 h 144"/>
                  <a:gd name="T36" fmla="*/ 2 w 7"/>
                  <a:gd name="T37" fmla="*/ 5 h 144"/>
                  <a:gd name="T38" fmla="*/ 2 w 7"/>
                  <a:gd name="T39" fmla="*/ 7 h 144"/>
                  <a:gd name="T40" fmla="*/ 3 w 7"/>
                  <a:gd name="T41" fmla="*/ 14 h 144"/>
                  <a:gd name="T42" fmla="*/ 3 w 7"/>
                  <a:gd name="T43" fmla="*/ 20 h 144"/>
                  <a:gd name="T44" fmla="*/ 3 w 7"/>
                  <a:gd name="T45" fmla="*/ 25 h 144"/>
                  <a:gd name="T46" fmla="*/ 3 w 7"/>
                  <a:gd name="T47" fmla="*/ 29 h 144"/>
                  <a:gd name="T48" fmla="*/ 3 w 7"/>
                  <a:gd name="T49" fmla="*/ 34 h 144"/>
                  <a:gd name="T50" fmla="*/ 3 w 7"/>
                  <a:gd name="T51" fmla="*/ 41 h 144"/>
                  <a:gd name="T52" fmla="*/ 4 w 7"/>
                  <a:gd name="T53" fmla="*/ 46 h 144"/>
                  <a:gd name="T54" fmla="*/ 4 w 7"/>
                  <a:gd name="T55" fmla="*/ 50 h 144"/>
                  <a:gd name="T56" fmla="*/ 4 w 7"/>
                  <a:gd name="T57" fmla="*/ 53 h 144"/>
                  <a:gd name="T58" fmla="*/ 4 w 7"/>
                  <a:gd name="T59" fmla="*/ 57 h 144"/>
                  <a:gd name="T60" fmla="*/ 4 w 7"/>
                  <a:gd name="T61" fmla="*/ 59 h 144"/>
                  <a:gd name="T62" fmla="*/ 4 w 7"/>
                  <a:gd name="T63" fmla="*/ 64 h 144"/>
                  <a:gd name="T64" fmla="*/ 4 w 7"/>
                  <a:gd name="T65" fmla="*/ 68 h 144"/>
                  <a:gd name="T66" fmla="*/ 4 w 7"/>
                  <a:gd name="T67" fmla="*/ 69 h 144"/>
                  <a:gd name="T68" fmla="*/ 4 w 7"/>
                  <a:gd name="T69" fmla="*/ 72 h 144"/>
                  <a:gd name="T70" fmla="*/ 4 w 7"/>
                  <a:gd name="T71" fmla="*/ 80 h 144"/>
                  <a:gd name="T72" fmla="*/ 5 w 7"/>
                  <a:gd name="T73" fmla="*/ 89 h 144"/>
                  <a:gd name="T74" fmla="*/ 5 w 7"/>
                  <a:gd name="T75" fmla="*/ 94 h 144"/>
                  <a:gd name="T76" fmla="*/ 5 w 7"/>
                  <a:gd name="T77" fmla="*/ 96 h 144"/>
                  <a:gd name="T78" fmla="*/ 5 w 7"/>
                  <a:gd name="T79" fmla="*/ 102 h 144"/>
                  <a:gd name="T80" fmla="*/ 5 w 7"/>
                  <a:gd name="T81" fmla="*/ 113 h 144"/>
                  <a:gd name="T82" fmla="*/ 5 w 7"/>
                  <a:gd name="T83" fmla="*/ 116 h 144"/>
                  <a:gd name="T84" fmla="*/ 6 w 7"/>
                  <a:gd name="T85" fmla="*/ 114 h 144"/>
                  <a:gd name="T86" fmla="*/ 6 w 7"/>
                  <a:gd name="T87" fmla="*/ 121 h 144"/>
                  <a:gd name="T88" fmla="*/ 6 w 7"/>
                  <a:gd name="T89" fmla="*/ 128 h 144"/>
                  <a:gd name="T90" fmla="*/ 6 w 7"/>
                  <a:gd name="T91" fmla="*/ 126 h 144"/>
                  <a:gd name="T92" fmla="*/ 6 w 7"/>
                  <a:gd name="T93" fmla="*/ 125 h 144"/>
                  <a:gd name="T94" fmla="*/ 6 w 7"/>
                  <a:gd name="T95" fmla="*/ 129 h 144"/>
                  <a:gd name="T96" fmla="*/ 6 w 7"/>
                  <a:gd name="T97" fmla="*/ 132 h 144"/>
                  <a:gd name="T98" fmla="*/ 6 w 7"/>
                  <a:gd name="T99" fmla="*/ 133 h 144"/>
                  <a:gd name="T100" fmla="*/ 6 w 7"/>
                  <a:gd name="T101" fmla="*/ 137 h 144"/>
                  <a:gd name="T102" fmla="*/ 7 w 7"/>
                  <a:gd name="T103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44">
                    <a:moveTo>
                      <a:pt x="0" y="10"/>
                    </a:moveTo>
                    <a:lnTo>
                      <a:pt x="0" y="10"/>
                    </a:lnTo>
                    <a:lnTo>
                      <a:pt x="1" y="9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4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3" y="14"/>
                    </a:lnTo>
                    <a:lnTo>
                      <a:pt x="3" y="20"/>
                    </a:lnTo>
                    <a:lnTo>
                      <a:pt x="3" y="25"/>
                    </a:lnTo>
                    <a:lnTo>
                      <a:pt x="3" y="29"/>
                    </a:lnTo>
                    <a:lnTo>
                      <a:pt x="3" y="34"/>
                    </a:lnTo>
                    <a:lnTo>
                      <a:pt x="3" y="41"/>
                    </a:lnTo>
                    <a:lnTo>
                      <a:pt x="4" y="46"/>
                    </a:lnTo>
                    <a:lnTo>
                      <a:pt x="4" y="50"/>
                    </a:lnTo>
                    <a:lnTo>
                      <a:pt x="4" y="53"/>
                    </a:lnTo>
                    <a:lnTo>
                      <a:pt x="4" y="57"/>
                    </a:lnTo>
                    <a:lnTo>
                      <a:pt x="4" y="59"/>
                    </a:lnTo>
                    <a:lnTo>
                      <a:pt x="4" y="64"/>
                    </a:lnTo>
                    <a:lnTo>
                      <a:pt x="4" y="68"/>
                    </a:lnTo>
                    <a:lnTo>
                      <a:pt x="4" y="69"/>
                    </a:lnTo>
                    <a:lnTo>
                      <a:pt x="4" y="72"/>
                    </a:lnTo>
                    <a:lnTo>
                      <a:pt x="4" y="80"/>
                    </a:lnTo>
                    <a:lnTo>
                      <a:pt x="5" y="89"/>
                    </a:lnTo>
                    <a:lnTo>
                      <a:pt x="5" y="94"/>
                    </a:lnTo>
                    <a:lnTo>
                      <a:pt x="5" y="96"/>
                    </a:lnTo>
                    <a:lnTo>
                      <a:pt x="5" y="102"/>
                    </a:lnTo>
                    <a:lnTo>
                      <a:pt x="5" y="113"/>
                    </a:lnTo>
                    <a:lnTo>
                      <a:pt x="5" y="116"/>
                    </a:lnTo>
                    <a:lnTo>
                      <a:pt x="6" y="114"/>
                    </a:lnTo>
                    <a:lnTo>
                      <a:pt x="6" y="121"/>
                    </a:lnTo>
                    <a:lnTo>
                      <a:pt x="6" y="128"/>
                    </a:lnTo>
                    <a:lnTo>
                      <a:pt x="6" y="126"/>
                    </a:lnTo>
                    <a:lnTo>
                      <a:pt x="6" y="125"/>
                    </a:lnTo>
                    <a:lnTo>
                      <a:pt x="6" y="129"/>
                    </a:lnTo>
                    <a:lnTo>
                      <a:pt x="6" y="132"/>
                    </a:lnTo>
                    <a:lnTo>
                      <a:pt x="6" y="133"/>
                    </a:lnTo>
                    <a:lnTo>
                      <a:pt x="6" y="137"/>
                    </a:lnTo>
                    <a:lnTo>
                      <a:pt x="7" y="14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52" name="Freeform 897"/>
              <p:cNvSpPr/>
              <p:nvPr/>
            </p:nvSpPr>
            <p:spPr bwMode="auto">
              <a:xfrm>
                <a:off x="1603" y="2930"/>
                <a:ext cx="7" cy="159"/>
              </a:xfrm>
              <a:custGeom>
                <a:avLst/>
                <a:gdLst>
                  <a:gd name="T0" fmla="*/ 0 w 7"/>
                  <a:gd name="T1" fmla="*/ 143 h 159"/>
                  <a:gd name="T2" fmla="*/ 1 w 7"/>
                  <a:gd name="T3" fmla="*/ 150 h 159"/>
                  <a:gd name="T4" fmla="*/ 1 w 7"/>
                  <a:gd name="T5" fmla="*/ 152 h 159"/>
                  <a:gd name="T6" fmla="*/ 1 w 7"/>
                  <a:gd name="T7" fmla="*/ 150 h 159"/>
                  <a:gd name="T8" fmla="*/ 1 w 7"/>
                  <a:gd name="T9" fmla="*/ 153 h 159"/>
                  <a:gd name="T10" fmla="*/ 1 w 7"/>
                  <a:gd name="T11" fmla="*/ 158 h 159"/>
                  <a:gd name="T12" fmla="*/ 1 w 7"/>
                  <a:gd name="T13" fmla="*/ 156 h 159"/>
                  <a:gd name="T14" fmla="*/ 1 w 7"/>
                  <a:gd name="T15" fmla="*/ 154 h 159"/>
                  <a:gd name="T16" fmla="*/ 1 w 7"/>
                  <a:gd name="T17" fmla="*/ 159 h 159"/>
                  <a:gd name="T18" fmla="*/ 1 w 7"/>
                  <a:gd name="T19" fmla="*/ 159 h 159"/>
                  <a:gd name="T20" fmla="*/ 2 w 7"/>
                  <a:gd name="T21" fmla="*/ 153 h 159"/>
                  <a:gd name="T22" fmla="*/ 2 w 7"/>
                  <a:gd name="T23" fmla="*/ 154 h 159"/>
                  <a:gd name="T24" fmla="*/ 2 w 7"/>
                  <a:gd name="T25" fmla="*/ 159 h 159"/>
                  <a:gd name="T26" fmla="*/ 2 w 7"/>
                  <a:gd name="T27" fmla="*/ 158 h 159"/>
                  <a:gd name="T28" fmla="*/ 2 w 7"/>
                  <a:gd name="T29" fmla="*/ 153 h 159"/>
                  <a:gd name="T30" fmla="*/ 2 w 7"/>
                  <a:gd name="T31" fmla="*/ 150 h 159"/>
                  <a:gd name="T32" fmla="*/ 3 w 7"/>
                  <a:gd name="T33" fmla="*/ 148 h 159"/>
                  <a:gd name="T34" fmla="*/ 3 w 7"/>
                  <a:gd name="T35" fmla="*/ 141 h 159"/>
                  <a:gd name="T36" fmla="*/ 3 w 7"/>
                  <a:gd name="T37" fmla="*/ 131 h 159"/>
                  <a:gd name="T38" fmla="*/ 3 w 7"/>
                  <a:gd name="T39" fmla="*/ 125 h 159"/>
                  <a:gd name="T40" fmla="*/ 3 w 7"/>
                  <a:gd name="T41" fmla="*/ 120 h 159"/>
                  <a:gd name="T42" fmla="*/ 3 w 7"/>
                  <a:gd name="T43" fmla="*/ 109 h 159"/>
                  <a:gd name="T44" fmla="*/ 3 w 7"/>
                  <a:gd name="T45" fmla="*/ 100 h 159"/>
                  <a:gd name="T46" fmla="*/ 3 w 7"/>
                  <a:gd name="T47" fmla="*/ 96 h 159"/>
                  <a:gd name="T48" fmla="*/ 3 w 7"/>
                  <a:gd name="T49" fmla="*/ 89 h 159"/>
                  <a:gd name="T50" fmla="*/ 4 w 7"/>
                  <a:gd name="T51" fmla="*/ 82 h 159"/>
                  <a:gd name="T52" fmla="*/ 4 w 7"/>
                  <a:gd name="T53" fmla="*/ 80 h 159"/>
                  <a:gd name="T54" fmla="*/ 4 w 7"/>
                  <a:gd name="T55" fmla="*/ 76 h 159"/>
                  <a:gd name="T56" fmla="*/ 4 w 7"/>
                  <a:gd name="T57" fmla="*/ 66 h 159"/>
                  <a:gd name="T58" fmla="*/ 4 w 7"/>
                  <a:gd name="T59" fmla="*/ 62 h 159"/>
                  <a:gd name="T60" fmla="*/ 4 w 7"/>
                  <a:gd name="T61" fmla="*/ 60 h 159"/>
                  <a:gd name="T62" fmla="*/ 5 w 7"/>
                  <a:gd name="T63" fmla="*/ 52 h 159"/>
                  <a:gd name="T64" fmla="*/ 5 w 7"/>
                  <a:gd name="T65" fmla="*/ 45 h 159"/>
                  <a:gd name="T66" fmla="*/ 5 w 7"/>
                  <a:gd name="T67" fmla="*/ 43 h 159"/>
                  <a:gd name="T68" fmla="*/ 5 w 7"/>
                  <a:gd name="T69" fmla="*/ 39 h 159"/>
                  <a:gd name="T70" fmla="*/ 5 w 7"/>
                  <a:gd name="T71" fmla="*/ 33 h 159"/>
                  <a:gd name="T72" fmla="*/ 5 w 7"/>
                  <a:gd name="T73" fmla="*/ 28 h 159"/>
                  <a:gd name="T74" fmla="*/ 5 w 7"/>
                  <a:gd name="T75" fmla="*/ 26 h 159"/>
                  <a:gd name="T76" fmla="*/ 5 w 7"/>
                  <a:gd name="T77" fmla="*/ 24 h 159"/>
                  <a:gd name="T78" fmla="*/ 5 w 7"/>
                  <a:gd name="T79" fmla="*/ 22 h 159"/>
                  <a:gd name="T80" fmla="*/ 6 w 7"/>
                  <a:gd name="T81" fmla="*/ 20 h 159"/>
                  <a:gd name="T82" fmla="*/ 6 w 7"/>
                  <a:gd name="T83" fmla="*/ 19 h 159"/>
                  <a:gd name="T84" fmla="*/ 6 w 7"/>
                  <a:gd name="T85" fmla="*/ 14 h 159"/>
                  <a:gd name="T86" fmla="*/ 6 w 7"/>
                  <a:gd name="T87" fmla="*/ 10 h 159"/>
                  <a:gd name="T88" fmla="*/ 6 w 7"/>
                  <a:gd name="T89" fmla="*/ 12 h 159"/>
                  <a:gd name="T90" fmla="*/ 6 w 7"/>
                  <a:gd name="T91" fmla="*/ 12 h 159"/>
                  <a:gd name="T92" fmla="*/ 6 w 7"/>
                  <a:gd name="T93" fmla="*/ 9 h 159"/>
                  <a:gd name="T94" fmla="*/ 6 w 7"/>
                  <a:gd name="T95" fmla="*/ 7 h 159"/>
                  <a:gd name="T96" fmla="*/ 6 w 7"/>
                  <a:gd name="T97" fmla="*/ 7 h 159"/>
                  <a:gd name="T98" fmla="*/ 6 w 7"/>
                  <a:gd name="T99" fmla="*/ 3 h 159"/>
                  <a:gd name="T100" fmla="*/ 7 w 7"/>
                  <a:gd name="T101" fmla="*/ 1 h 159"/>
                  <a:gd name="T102" fmla="*/ 7 w 7"/>
                  <a:gd name="T103" fmla="*/ 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59">
                    <a:moveTo>
                      <a:pt x="0" y="143"/>
                    </a:moveTo>
                    <a:lnTo>
                      <a:pt x="1" y="150"/>
                    </a:lnTo>
                    <a:lnTo>
                      <a:pt x="1" y="152"/>
                    </a:lnTo>
                    <a:lnTo>
                      <a:pt x="1" y="150"/>
                    </a:lnTo>
                    <a:lnTo>
                      <a:pt x="1" y="153"/>
                    </a:lnTo>
                    <a:lnTo>
                      <a:pt x="1" y="158"/>
                    </a:lnTo>
                    <a:lnTo>
                      <a:pt x="1" y="156"/>
                    </a:lnTo>
                    <a:lnTo>
                      <a:pt x="1" y="154"/>
                    </a:lnTo>
                    <a:lnTo>
                      <a:pt x="1" y="159"/>
                    </a:lnTo>
                    <a:lnTo>
                      <a:pt x="1" y="159"/>
                    </a:lnTo>
                    <a:lnTo>
                      <a:pt x="2" y="153"/>
                    </a:lnTo>
                    <a:lnTo>
                      <a:pt x="2" y="154"/>
                    </a:lnTo>
                    <a:lnTo>
                      <a:pt x="2" y="159"/>
                    </a:lnTo>
                    <a:lnTo>
                      <a:pt x="2" y="158"/>
                    </a:lnTo>
                    <a:lnTo>
                      <a:pt x="2" y="153"/>
                    </a:lnTo>
                    <a:lnTo>
                      <a:pt x="2" y="150"/>
                    </a:lnTo>
                    <a:lnTo>
                      <a:pt x="3" y="148"/>
                    </a:lnTo>
                    <a:lnTo>
                      <a:pt x="3" y="141"/>
                    </a:lnTo>
                    <a:lnTo>
                      <a:pt x="3" y="131"/>
                    </a:lnTo>
                    <a:lnTo>
                      <a:pt x="3" y="125"/>
                    </a:lnTo>
                    <a:lnTo>
                      <a:pt x="3" y="120"/>
                    </a:lnTo>
                    <a:lnTo>
                      <a:pt x="3" y="109"/>
                    </a:lnTo>
                    <a:lnTo>
                      <a:pt x="3" y="100"/>
                    </a:lnTo>
                    <a:lnTo>
                      <a:pt x="3" y="96"/>
                    </a:lnTo>
                    <a:lnTo>
                      <a:pt x="3" y="89"/>
                    </a:lnTo>
                    <a:lnTo>
                      <a:pt x="4" y="82"/>
                    </a:lnTo>
                    <a:lnTo>
                      <a:pt x="4" y="80"/>
                    </a:lnTo>
                    <a:lnTo>
                      <a:pt x="4" y="76"/>
                    </a:lnTo>
                    <a:lnTo>
                      <a:pt x="4" y="66"/>
                    </a:lnTo>
                    <a:lnTo>
                      <a:pt x="4" y="62"/>
                    </a:lnTo>
                    <a:lnTo>
                      <a:pt x="4" y="60"/>
                    </a:lnTo>
                    <a:lnTo>
                      <a:pt x="5" y="52"/>
                    </a:lnTo>
                    <a:lnTo>
                      <a:pt x="5" y="45"/>
                    </a:lnTo>
                    <a:lnTo>
                      <a:pt x="5" y="43"/>
                    </a:lnTo>
                    <a:lnTo>
                      <a:pt x="5" y="39"/>
                    </a:lnTo>
                    <a:lnTo>
                      <a:pt x="5" y="33"/>
                    </a:lnTo>
                    <a:lnTo>
                      <a:pt x="5" y="28"/>
                    </a:lnTo>
                    <a:lnTo>
                      <a:pt x="5" y="26"/>
                    </a:lnTo>
                    <a:lnTo>
                      <a:pt x="5" y="24"/>
                    </a:lnTo>
                    <a:lnTo>
                      <a:pt x="5" y="22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4"/>
                    </a:lnTo>
                    <a:lnTo>
                      <a:pt x="6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6" y="9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6" y="3"/>
                    </a:lnTo>
                    <a:lnTo>
                      <a:pt x="7" y="1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53" name="Freeform 898"/>
              <p:cNvSpPr/>
              <p:nvPr/>
            </p:nvSpPr>
            <p:spPr bwMode="auto">
              <a:xfrm>
                <a:off x="1610" y="2862"/>
                <a:ext cx="6" cy="79"/>
              </a:xfrm>
              <a:custGeom>
                <a:avLst/>
                <a:gdLst>
                  <a:gd name="T0" fmla="*/ 0 w 6"/>
                  <a:gd name="T1" fmla="*/ 69 h 79"/>
                  <a:gd name="T2" fmla="*/ 0 w 6"/>
                  <a:gd name="T3" fmla="*/ 68 h 79"/>
                  <a:gd name="T4" fmla="*/ 0 w 6"/>
                  <a:gd name="T5" fmla="*/ 66 h 79"/>
                  <a:gd name="T6" fmla="*/ 0 w 6"/>
                  <a:gd name="T7" fmla="*/ 62 h 79"/>
                  <a:gd name="T8" fmla="*/ 0 w 6"/>
                  <a:gd name="T9" fmla="*/ 59 h 79"/>
                  <a:gd name="T10" fmla="*/ 0 w 6"/>
                  <a:gd name="T11" fmla="*/ 57 h 79"/>
                  <a:gd name="T12" fmla="*/ 1 w 6"/>
                  <a:gd name="T13" fmla="*/ 57 h 79"/>
                  <a:gd name="T14" fmla="*/ 1 w 6"/>
                  <a:gd name="T15" fmla="*/ 55 h 79"/>
                  <a:gd name="T16" fmla="*/ 1 w 6"/>
                  <a:gd name="T17" fmla="*/ 54 h 79"/>
                  <a:gd name="T18" fmla="*/ 1 w 6"/>
                  <a:gd name="T19" fmla="*/ 56 h 79"/>
                  <a:gd name="T20" fmla="*/ 1 w 6"/>
                  <a:gd name="T21" fmla="*/ 55 h 79"/>
                  <a:gd name="T22" fmla="*/ 1 w 6"/>
                  <a:gd name="T23" fmla="*/ 51 h 79"/>
                  <a:gd name="T24" fmla="*/ 1 w 6"/>
                  <a:gd name="T25" fmla="*/ 51 h 79"/>
                  <a:gd name="T26" fmla="*/ 1 w 6"/>
                  <a:gd name="T27" fmla="*/ 49 h 79"/>
                  <a:gd name="T28" fmla="*/ 1 w 6"/>
                  <a:gd name="T29" fmla="*/ 43 h 79"/>
                  <a:gd name="T30" fmla="*/ 2 w 6"/>
                  <a:gd name="T31" fmla="*/ 39 h 79"/>
                  <a:gd name="T32" fmla="*/ 2 w 6"/>
                  <a:gd name="T33" fmla="*/ 37 h 79"/>
                  <a:gd name="T34" fmla="*/ 2 w 6"/>
                  <a:gd name="T35" fmla="*/ 29 h 79"/>
                  <a:gd name="T36" fmla="*/ 2 w 6"/>
                  <a:gd name="T37" fmla="*/ 21 h 79"/>
                  <a:gd name="T38" fmla="*/ 2 w 6"/>
                  <a:gd name="T39" fmla="*/ 16 h 79"/>
                  <a:gd name="T40" fmla="*/ 2 w 6"/>
                  <a:gd name="T41" fmla="*/ 10 h 79"/>
                  <a:gd name="T42" fmla="*/ 3 w 6"/>
                  <a:gd name="T43" fmla="*/ 6 h 79"/>
                  <a:gd name="T44" fmla="*/ 3 w 6"/>
                  <a:gd name="T45" fmla="*/ 4 h 79"/>
                  <a:gd name="T46" fmla="*/ 3 w 6"/>
                  <a:gd name="T47" fmla="*/ 3 h 79"/>
                  <a:gd name="T48" fmla="*/ 3 w 6"/>
                  <a:gd name="T49" fmla="*/ 1 h 79"/>
                  <a:gd name="T50" fmla="*/ 3 w 6"/>
                  <a:gd name="T51" fmla="*/ 0 h 79"/>
                  <a:gd name="T52" fmla="*/ 3 w 6"/>
                  <a:gd name="T53" fmla="*/ 2 h 79"/>
                  <a:gd name="T54" fmla="*/ 3 w 6"/>
                  <a:gd name="T55" fmla="*/ 6 h 79"/>
                  <a:gd name="T56" fmla="*/ 3 w 6"/>
                  <a:gd name="T57" fmla="*/ 7 h 79"/>
                  <a:gd name="T58" fmla="*/ 3 w 6"/>
                  <a:gd name="T59" fmla="*/ 9 h 79"/>
                  <a:gd name="T60" fmla="*/ 4 w 6"/>
                  <a:gd name="T61" fmla="*/ 11 h 79"/>
                  <a:gd name="T62" fmla="*/ 4 w 6"/>
                  <a:gd name="T63" fmla="*/ 12 h 79"/>
                  <a:gd name="T64" fmla="*/ 4 w 6"/>
                  <a:gd name="T65" fmla="*/ 11 h 79"/>
                  <a:gd name="T66" fmla="*/ 4 w 6"/>
                  <a:gd name="T67" fmla="*/ 15 h 79"/>
                  <a:gd name="T68" fmla="*/ 4 w 6"/>
                  <a:gd name="T69" fmla="*/ 18 h 79"/>
                  <a:gd name="T70" fmla="*/ 4 w 6"/>
                  <a:gd name="T71" fmla="*/ 20 h 79"/>
                  <a:gd name="T72" fmla="*/ 4 w 6"/>
                  <a:gd name="T73" fmla="*/ 23 h 79"/>
                  <a:gd name="T74" fmla="*/ 4 w 6"/>
                  <a:gd name="T75" fmla="*/ 24 h 79"/>
                  <a:gd name="T76" fmla="*/ 4 w 6"/>
                  <a:gd name="T77" fmla="*/ 27 h 79"/>
                  <a:gd name="T78" fmla="*/ 5 w 6"/>
                  <a:gd name="T79" fmla="*/ 33 h 79"/>
                  <a:gd name="T80" fmla="*/ 5 w 6"/>
                  <a:gd name="T81" fmla="*/ 39 h 79"/>
                  <a:gd name="T82" fmla="*/ 5 w 6"/>
                  <a:gd name="T83" fmla="*/ 43 h 79"/>
                  <a:gd name="T84" fmla="*/ 5 w 6"/>
                  <a:gd name="T85" fmla="*/ 48 h 79"/>
                  <a:gd name="T86" fmla="*/ 5 w 6"/>
                  <a:gd name="T87" fmla="*/ 53 h 79"/>
                  <a:gd name="T88" fmla="*/ 5 w 6"/>
                  <a:gd name="T89" fmla="*/ 57 h 79"/>
                  <a:gd name="T90" fmla="*/ 6 w 6"/>
                  <a:gd name="T91" fmla="*/ 62 h 79"/>
                  <a:gd name="T92" fmla="*/ 6 w 6"/>
                  <a:gd name="T93" fmla="*/ 67 h 79"/>
                  <a:gd name="T94" fmla="*/ 6 w 6"/>
                  <a:gd name="T95" fmla="*/ 70 h 79"/>
                  <a:gd name="T96" fmla="*/ 6 w 6"/>
                  <a:gd name="T97" fmla="*/ 72 h 79"/>
                  <a:gd name="T98" fmla="*/ 6 w 6"/>
                  <a:gd name="T99" fmla="*/ 74 h 79"/>
                  <a:gd name="T100" fmla="*/ 6 w 6"/>
                  <a:gd name="T101" fmla="*/ 77 h 79"/>
                  <a:gd name="T102" fmla="*/ 6 w 6"/>
                  <a:gd name="T103" fmla="*/ 7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9">
                    <a:moveTo>
                      <a:pt x="0" y="69"/>
                    </a:moveTo>
                    <a:lnTo>
                      <a:pt x="0" y="68"/>
                    </a:lnTo>
                    <a:lnTo>
                      <a:pt x="0" y="66"/>
                    </a:lnTo>
                    <a:lnTo>
                      <a:pt x="0" y="62"/>
                    </a:lnTo>
                    <a:lnTo>
                      <a:pt x="0" y="59"/>
                    </a:lnTo>
                    <a:lnTo>
                      <a:pt x="0" y="57"/>
                    </a:lnTo>
                    <a:lnTo>
                      <a:pt x="1" y="57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1"/>
                    </a:lnTo>
                    <a:lnTo>
                      <a:pt x="1" y="51"/>
                    </a:lnTo>
                    <a:lnTo>
                      <a:pt x="1" y="49"/>
                    </a:lnTo>
                    <a:lnTo>
                      <a:pt x="1" y="43"/>
                    </a:lnTo>
                    <a:lnTo>
                      <a:pt x="2" y="39"/>
                    </a:lnTo>
                    <a:lnTo>
                      <a:pt x="2" y="37"/>
                    </a:lnTo>
                    <a:lnTo>
                      <a:pt x="2" y="29"/>
                    </a:lnTo>
                    <a:lnTo>
                      <a:pt x="2" y="21"/>
                    </a:lnTo>
                    <a:lnTo>
                      <a:pt x="2" y="16"/>
                    </a:lnTo>
                    <a:lnTo>
                      <a:pt x="2" y="10"/>
                    </a:lnTo>
                    <a:lnTo>
                      <a:pt x="3" y="6"/>
                    </a:lnTo>
                    <a:lnTo>
                      <a:pt x="3" y="4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6"/>
                    </a:lnTo>
                    <a:lnTo>
                      <a:pt x="3" y="7"/>
                    </a:lnTo>
                    <a:lnTo>
                      <a:pt x="3" y="9"/>
                    </a:lnTo>
                    <a:lnTo>
                      <a:pt x="4" y="11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4" y="15"/>
                    </a:lnTo>
                    <a:lnTo>
                      <a:pt x="4" y="18"/>
                    </a:lnTo>
                    <a:lnTo>
                      <a:pt x="4" y="20"/>
                    </a:lnTo>
                    <a:lnTo>
                      <a:pt x="4" y="23"/>
                    </a:lnTo>
                    <a:lnTo>
                      <a:pt x="4" y="24"/>
                    </a:lnTo>
                    <a:lnTo>
                      <a:pt x="4" y="27"/>
                    </a:lnTo>
                    <a:lnTo>
                      <a:pt x="5" y="33"/>
                    </a:lnTo>
                    <a:lnTo>
                      <a:pt x="5" y="39"/>
                    </a:lnTo>
                    <a:lnTo>
                      <a:pt x="5" y="43"/>
                    </a:lnTo>
                    <a:lnTo>
                      <a:pt x="5" y="48"/>
                    </a:lnTo>
                    <a:lnTo>
                      <a:pt x="5" y="53"/>
                    </a:lnTo>
                    <a:lnTo>
                      <a:pt x="5" y="57"/>
                    </a:lnTo>
                    <a:lnTo>
                      <a:pt x="6" y="62"/>
                    </a:lnTo>
                    <a:lnTo>
                      <a:pt x="6" y="67"/>
                    </a:lnTo>
                    <a:lnTo>
                      <a:pt x="6" y="70"/>
                    </a:lnTo>
                    <a:lnTo>
                      <a:pt x="6" y="72"/>
                    </a:lnTo>
                    <a:lnTo>
                      <a:pt x="6" y="74"/>
                    </a:lnTo>
                    <a:lnTo>
                      <a:pt x="6" y="77"/>
                    </a:lnTo>
                    <a:lnTo>
                      <a:pt x="6" y="7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54" name="Freeform 899"/>
              <p:cNvSpPr/>
              <p:nvPr/>
            </p:nvSpPr>
            <p:spPr bwMode="auto">
              <a:xfrm>
                <a:off x="1616" y="2939"/>
                <a:ext cx="7" cy="58"/>
              </a:xfrm>
              <a:custGeom>
                <a:avLst/>
                <a:gdLst>
                  <a:gd name="T0" fmla="*/ 0 w 7"/>
                  <a:gd name="T1" fmla="*/ 0 h 58"/>
                  <a:gd name="T2" fmla="*/ 0 w 7"/>
                  <a:gd name="T3" fmla="*/ 2 h 58"/>
                  <a:gd name="T4" fmla="*/ 0 w 7"/>
                  <a:gd name="T5" fmla="*/ 5 h 58"/>
                  <a:gd name="T6" fmla="*/ 0 w 7"/>
                  <a:gd name="T7" fmla="*/ 10 h 58"/>
                  <a:gd name="T8" fmla="*/ 1 w 7"/>
                  <a:gd name="T9" fmla="*/ 14 h 58"/>
                  <a:gd name="T10" fmla="*/ 1 w 7"/>
                  <a:gd name="T11" fmla="*/ 15 h 58"/>
                  <a:gd name="T12" fmla="*/ 1 w 7"/>
                  <a:gd name="T13" fmla="*/ 18 h 58"/>
                  <a:gd name="T14" fmla="*/ 1 w 7"/>
                  <a:gd name="T15" fmla="*/ 22 h 58"/>
                  <a:gd name="T16" fmla="*/ 1 w 7"/>
                  <a:gd name="T17" fmla="*/ 24 h 58"/>
                  <a:gd name="T18" fmla="*/ 1 w 7"/>
                  <a:gd name="T19" fmla="*/ 25 h 58"/>
                  <a:gd name="T20" fmla="*/ 1 w 7"/>
                  <a:gd name="T21" fmla="*/ 25 h 58"/>
                  <a:gd name="T22" fmla="*/ 2 w 7"/>
                  <a:gd name="T23" fmla="*/ 25 h 58"/>
                  <a:gd name="T24" fmla="*/ 2 w 7"/>
                  <a:gd name="T25" fmla="*/ 25 h 58"/>
                  <a:gd name="T26" fmla="*/ 2 w 7"/>
                  <a:gd name="T27" fmla="*/ 26 h 58"/>
                  <a:gd name="T28" fmla="*/ 2 w 7"/>
                  <a:gd name="T29" fmla="*/ 25 h 58"/>
                  <a:gd name="T30" fmla="*/ 2 w 7"/>
                  <a:gd name="T31" fmla="*/ 24 h 58"/>
                  <a:gd name="T32" fmla="*/ 2 w 7"/>
                  <a:gd name="T33" fmla="*/ 25 h 58"/>
                  <a:gd name="T34" fmla="*/ 2 w 7"/>
                  <a:gd name="T35" fmla="*/ 23 h 58"/>
                  <a:gd name="T36" fmla="*/ 2 w 7"/>
                  <a:gd name="T37" fmla="*/ 20 h 58"/>
                  <a:gd name="T38" fmla="*/ 2 w 7"/>
                  <a:gd name="T39" fmla="*/ 18 h 58"/>
                  <a:gd name="T40" fmla="*/ 3 w 7"/>
                  <a:gd name="T41" fmla="*/ 15 h 58"/>
                  <a:gd name="T42" fmla="*/ 3 w 7"/>
                  <a:gd name="T43" fmla="*/ 13 h 58"/>
                  <a:gd name="T44" fmla="*/ 3 w 7"/>
                  <a:gd name="T45" fmla="*/ 10 h 58"/>
                  <a:gd name="T46" fmla="*/ 3 w 7"/>
                  <a:gd name="T47" fmla="*/ 8 h 58"/>
                  <a:gd name="T48" fmla="*/ 3 w 7"/>
                  <a:gd name="T49" fmla="*/ 6 h 58"/>
                  <a:gd name="T50" fmla="*/ 3 w 7"/>
                  <a:gd name="T51" fmla="*/ 5 h 58"/>
                  <a:gd name="T52" fmla="*/ 4 w 7"/>
                  <a:gd name="T53" fmla="*/ 5 h 58"/>
                  <a:gd name="T54" fmla="*/ 4 w 7"/>
                  <a:gd name="T55" fmla="*/ 3 h 58"/>
                  <a:gd name="T56" fmla="*/ 4 w 7"/>
                  <a:gd name="T57" fmla="*/ 1 h 58"/>
                  <a:gd name="T58" fmla="*/ 4 w 7"/>
                  <a:gd name="T59" fmla="*/ 1 h 58"/>
                  <a:gd name="T60" fmla="*/ 4 w 7"/>
                  <a:gd name="T61" fmla="*/ 3 h 58"/>
                  <a:gd name="T62" fmla="*/ 4 w 7"/>
                  <a:gd name="T63" fmla="*/ 6 h 58"/>
                  <a:gd name="T64" fmla="*/ 4 w 7"/>
                  <a:gd name="T65" fmla="*/ 8 h 58"/>
                  <a:gd name="T66" fmla="*/ 4 w 7"/>
                  <a:gd name="T67" fmla="*/ 12 h 58"/>
                  <a:gd name="T68" fmla="*/ 4 w 7"/>
                  <a:gd name="T69" fmla="*/ 13 h 58"/>
                  <a:gd name="T70" fmla="*/ 5 w 7"/>
                  <a:gd name="T71" fmla="*/ 14 h 58"/>
                  <a:gd name="T72" fmla="*/ 5 w 7"/>
                  <a:gd name="T73" fmla="*/ 19 h 58"/>
                  <a:gd name="T74" fmla="*/ 5 w 7"/>
                  <a:gd name="T75" fmla="*/ 23 h 58"/>
                  <a:gd name="T76" fmla="*/ 5 w 7"/>
                  <a:gd name="T77" fmla="*/ 24 h 58"/>
                  <a:gd name="T78" fmla="*/ 5 w 7"/>
                  <a:gd name="T79" fmla="*/ 25 h 58"/>
                  <a:gd name="T80" fmla="*/ 5 w 7"/>
                  <a:gd name="T81" fmla="*/ 28 h 58"/>
                  <a:gd name="T82" fmla="*/ 5 w 7"/>
                  <a:gd name="T83" fmla="*/ 29 h 58"/>
                  <a:gd name="T84" fmla="*/ 5 w 7"/>
                  <a:gd name="T85" fmla="*/ 31 h 58"/>
                  <a:gd name="T86" fmla="*/ 5 w 7"/>
                  <a:gd name="T87" fmla="*/ 35 h 58"/>
                  <a:gd name="T88" fmla="*/ 6 w 7"/>
                  <a:gd name="T89" fmla="*/ 37 h 58"/>
                  <a:gd name="T90" fmla="*/ 6 w 7"/>
                  <a:gd name="T91" fmla="*/ 39 h 58"/>
                  <a:gd name="T92" fmla="*/ 6 w 7"/>
                  <a:gd name="T93" fmla="*/ 42 h 58"/>
                  <a:gd name="T94" fmla="*/ 6 w 7"/>
                  <a:gd name="T95" fmla="*/ 45 h 58"/>
                  <a:gd name="T96" fmla="*/ 6 w 7"/>
                  <a:gd name="T97" fmla="*/ 48 h 58"/>
                  <a:gd name="T98" fmla="*/ 6 w 7"/>
                  <a:gd name="T99" fmla="*/ 51 h 58"/>
                  <a:gd name="T100" fmla="*/ 7 w 7"/>
                  <a:gd name="T101" fmla="*/ 54 h 58"/>
                  <a:gd name="T102" fmla="*/ 7 w 7"/>
                  <a:gd name="T103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8">
                    <a:moveTo>
                      <a:pt x="0" y="0"/>
                    </a:moveTo>
                    <a:lnTo>
                      <a:pt x="0" y="2"/>
                    </a:lnTo>
                    <a:lnTo>
                      <a:pt x="0" y="5"/>
                    </a:lnTo>
                    <a:lnTo>
                      <a:pt x="0" y="10"/>
                    </a:lnTo>
                    <a:lnTo>
                      <a:pt x="1" y="14"/>
                    </a:lnTo>
                    <a:lnTo>
                      <a:pt x="1" y="15"/>
                    </a:lnTo>
                    <a:lnTo>
                      <a:pt x="1" y="18"/>
                    </a:lnTo>
                    <a:lnTo>
                      <a:pt x="1" y="22"/>
                    </a:lnTo>
                    <a:lnTo>
                      <a:pt x="1" y="24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2" y="25"/>
                    </a:lnTo>
                    <a:lnTo>
                      <a:pt x="2" y="25"/>
                    </a:lnTo>
                    <a:lnTo>
                      <a:pt x="2" y="26"/>
                    </a:lnTo>
                    <a:lnTo>
                      <a:pt x="2" y="25"/>
                    </a:lnTo>
                    <a:lnTo>
                      <a:pt x="2" y="24"/>
                    </a:lnTo>
                    <a:lnTo>
                      <a:pt x="2" y="25"/>
                    </a:lnTo>
                    <a:lnTo>
                      <a:pt x="2" y="23"/>
                    </a:lnTo>
                    <a:lnTo>
                      <a:pt x="2" y="20"/>
                    </a:lnTo>
                    <a:lnTo>
                      <a:pt x="2" y="18"/>
                    </a:lnTo>
                    <a:lnTo>
                      <a:pt x="3" y="15"/>
                    </a:lnTo>
                    <a:lnTo>
                      <a:pt x="3" y="13"/>
                    </a:lnTo>
                    <a:lnTo>
                      <a:pt x="3" y="10"/>
                    </a:lnTo>
                    <a:lnTo>
                      <a:pt x="3" y="8"/>
                    </a:lnTo>
                    <a:lnTo>
                      <a:pt x="3" y="6"/>
                    </a:lnTo>
                    <a:lnTo>
                      <a:pt x="3" y="5"/>
                    </a:lnTo>
                    <a:lnTo>
                      <a:pt x="4" y="5"/>
                    </a:lnTo>
                    <a:lnTo>
                      <a:pt x="4" y="3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4" y="6"/>
                    </a:lnTo>
                    <a:lnTo>
                      <a:pt x="4" y="8"/>
                    </a:lnTo>
                    <a:lnTo>
                      <a:pt x="4" y="12"/>
                    </a:lnTo>
                    <a:lnTo>
                      <a:pt x="4" y="13"/>
                    </a:lnTo>
                    <a:lnTo>
                      <a:pt x="5" y="14"/>
                    </a:lnTo>
                    <a:lnTo>
                      <a:pt x="5" y="19"/>
                    </a:lnTo>
                    <a:lnTo>
                      <a:pt x="5" y="23"/>
                    </a:lnTo>
                    <a:lnTo>
                      <a:pt x="5" y="24"/>
                    </a:lnTo>
                    <a:lnTo>
                      <a:pt x="5" y="25"/>
                    </a:lnTo>
                    <a:lnTo>
                      <a:pt x="5" y="28"/>
                    </a:lnTo>
                    <a:lnTo>
                      <a:pt x="5" y="29"/>
                    </a:lnTo>
                    <a:lnTo>
                      <a:pt x="5" y="31"/>
                    </a:lnTo>
                    <a:lnTo>
                      <a:pt x="5" y="35"/>
                    </a:lnTo>
                    <a:lnTo>
                      <a:pt x="6" y="37"/>
                    </a:lnTo>
                    <a:lnTo>
                      <a:pt x="6" y="39"/>
                    </a:lnTo>
                    <a:lnTo>
                      <a:pt x="6" y="42"/>
                    </a:lnTo>
                    <a:lnTo>
                      <a:pt x="6" y="45"/>
                    </a:lnTo>
                    <a:lnTo>
                      <a:pt x="6" y="48"/>
                    </a:lnTo>
                    <a:lnTo>
                      <a:pt x="6" y="51"/>
                    </a:lnTo>
                    <a:lnTo>
                      <a:pt x="7" y="54"/>
                    </a:lnTo>
                    <a:lnTo>
                      <a:pt x="7" y="5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55" name="Freeform 900"/>
              <p:cNvSpPr/>
              <p:nvPr/>
            </p:nvSpPr>
            <p:spPr bwMode="auto">
              <a:xfrm>
                <a:off x="1623" y="2969"/>
                <a:ext cx="6" cy="65"/>
              </a:xfrm>
              <a:custGeom>
                <a:avLst/>
                <a:gdLst>
                  <a:gd name="T0" fmla="*/ 0 w 6"/>
                  <a:gd name="T1" fmla="*/ 24 h 65"/>
                  <a:gd name="T2" fmla="*/ 0 w 6"/>
                  <a:gd name="T3" fmla="*/ 28 h 65"/>
                  <a:gd name="T4" fmla="*/ 0 w 6"/>
                  <a:gd name="T5" fmla="*/ 29 h 65"/>
                  <a:gd name="T6" fmla="*/ 0 w 6"/>
                  <a:gd name="T7" fmla="*/ 27 h 65"/>
                  <a:gd name="T8" fmla="*/ 0 w 6"/>
                  <a:gd name="T9" fmla="*/ 28 h 65"/>
                  <a:gd name="T10" fmla="*/ 0 w 6"/>
                  <a:gd name="T11" fmla="*/ 31 h 65"/>
                  <a:gd name="T12" fmla="*/ 0 w 6"/>
                  <a:gd name="T13" fmla="*/ 29 h 65"/>
                  <a:gd name="T14" fmla="*/ 0 w 6"/>
                  <a:gd name="T15" fmla="*/ 26 h 65"/>
                  <a:gd name="T16" fmla="*/ 0 w 6"/>
                  <a:gd name="T17" fmla="*/ 24 h 65"/>
                  <a:gd name="T18" fmla="*/ 1 w 6"/>
                  <a:gd name="T19" fmla="*/ 24 h 65"/>
                  <a:gd name="T20" fmla="*/ 1 w 6"/>
                  <a:gd name="T21" fmla="*/ 23 h 65"/>
                  <a:gd name="T22" fmla="*/ 1 w 6"/>
                  <a:gd name="T23" fmla="*/ 22 h 65"/>
                  <a:gd name="T24" fmla="*/ 1 w 6"/>
                  <a:gd name="T25" fmla="*/ 20 h 65"/>
                  <a:gd name="T26" fmla="*/ 1 w 6"/>
                  <a:gd name="T27" fmla="*/ 19 h 65"/>
                  <a:gd name="T28" fmla="*/ 1 w 6"/>
                  <a:gd name="T29" fmla="*/ 21 h 65"/>
                  <a:gd name="T30" fmla="*/ 2 w 6"/>
                  <a:gd name="T31" fmla="*/ 20 h 65"/>
                  <a:gd name="T32" fmla="*/ 2 w 6"/>
                  <a:gd name="T33" fmla="*/ 18 h 65"/>
                  <a:gd name="T34" fmla="*/ 2 w 6"/>
                  <a:gd name="T35" fmla="*/ 14 h 65"/>
                  <a:gd name="T36" fmla="*/ 2 w 6"/>
                  <a:gd name="T37" fmla="*/ 13 h 65"/>
                  <a:gd name="T38" fmla="*/ 2 w 6"/>
                  <a:gd name="T39" fmla="*/ 16 h 65"/>
                  <a:gd name="T40" fmla="*/ 2 w 6"/>
                  <a:gd name="T41" fmla="*/ 14 h 65"/>
                  <a:gd name="T42" fmla="*/ 2 w 6"/>
                  <a:gd name="T43" fmla="*/ 7 h 65"/>
                  <a:gd name="T44" fmla="*/ 2 w 6"/>
                  <a:gd name="T45" fmla="*/ 6 h 65"/>
                  <a:gd name="T46" fmla="*/ 2 w 6"/>
                  <a:gd name="T47" fmla="*/ 7 h 65"/>
                  <a:gd name="T48" fmla="*/ 3 w 6"/>
                  <a:gd name="T49" fmla="*/ 2 h 65"/>
                  <a:gd name="T50" fmla="*/ 3 w 6"/>
                  <a:gd name="T51" fmla="*/ 0 h 65"/>
                  <a:gd name="T52" fmla="*/ 3 w 6"/>
                  <a:gd name="T53" fmla="*/ 6 h 65"/>
                  <a:gd name="T54" fmla="*/ 3 w 6"/>
                  <a:gd name="T55" fmla="*/ 6 h 65"/>
                  <a:gd name="T56" fmla="*/ 3 w 6"/>
                  <a:gd name="T57" fmla="*/ 4 h 65"/>
                  <a:gd name="T58" fmla="*/ 3 w 6"/>
                  <a:gd name="T59" fmla="*/ 6 h 65"/>
                  <a:gd name="T60" fmla="*/ 3 w 6"/>
                  <a:gd name="T61" fmla="*/ 12 h 65"/>
                  <a:gd name="T62" fmla="*/ 3 w 6"/>
                  <a:gd name="T63" fmla="*/ 17 h 65"/>
                  <a:gd name="T64" fmla="*/ 3 w 6"/>
                  <a:gd name="T65" fmla="*/ 23 h 65"/>
                  <a:gd name="T66" fmla="*/ 3 w 6"/>
                  <a:gd name="T67" fmla="*/ 26 h 65"/>
                  <a:gd name="T68" fmla="*/ 4 w 6"/>
                  <a:gd name="T69" fmla="*/ 26 h 65"/>
                  <a:gd name="T70" fmla="*/ 4 w 6"/>
                  <a:gd name="T71" fmla="*/ 26 h 65"/>
                  <a:gd name="T72" fmla="*/ 4 w 6"/>
                  <a:gd name="T73" fmla="*/ 29 h 65"/>
                  <a:gd name="T74" fmla="*/ 4 w 6"/>
                  <a:gd name="T75" fmla="*/ 35 h 65"/>
                  <a:gd name="T76" fmla="*/ 4 w 6"/>
                  <a:gd name="T77" fmla="*/ 37 h 65"/>
                  <a:gd name="T78" fmla="*/ 4 w 6"/>
                  <a:gd name="T79" fmla="*/ 34 h 65"/>
                  <a:gd name="T80" fmla="*/ 5 w 6"/>
                  <a:gd name="T81" fmla="*/ 36 h 65"/>
                  <a:gd name="T82" fmla="*/ 5 w 6"/>
                  <a:gd name="T83" fmla="*/ 40 h 65"/>
                  <a:gd name="T84" fmla="*/ 5 w 6"/>
                  <a:gd name="T85" fmla="*/ 39 h 65"/>
                  <a:gd name="T86" fmla="*/ 5 w 6"/>
                  <a:gd name="T87" fmla="*/ 41 h 65"/>
                  <a:gd name="T88" fmla="*/ 5 w 6"/>
                  <a:gd name="T89" fmla="*/ 49 h 65"/>
                  <a:gd name="T90" fmla="*/ 5 w 6"/>
                  <a:gd name="T91" fmla="*/ 55 h 65"/>
                  <a:gd name="T92" fmla="*/ 5 w 6"/>
                  <a:gd name="T93" fmla="*/ 56 h 65"/>
                  <a:gd name="T94" fmla="*/ 5 w 6"/>
                  <a:gd name="T95" fmla="*/ 56 h 65"/>
                  <a:gd name="T96" fmla="*/ 5 w 6"/>
                  <a:gd name="T97" fmla="*/ 55 h 65"/>
                  <a:gd name="T98" fmla="*/ 6 w 6"/>
                  <a:gd name="T99" fmla="*/ 60 h 65"/>
                  <a:gd name="T100" fmla="*/ 6 w 6"/>
                  <a:gd name="T101" fmla="*/ 65 h 65"/>
                  <a:gd name="T102" fmla="*/ 6 w 6"/>
                  <a:gd name="T103" fmla="*/ 63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5">
                    <a:moveTo>
                      <a:pt x="0" y="24"/>
                    </a:moveTo>
                    <a:lnTo>
                      <a:pt x="0" y="28"/>
                    </a:lnTo>
                    <a:lnTo>
                      <a:pt x="0" y="29"/>
                    </a:lnTo>
                    <a:lnTo>
                      <a:pt x="0" y="27"/>
                    </a:lnTo>
                    <a:lnTo>
                      <a:pt x="0" y="28"/>
                    </a:lnTo>
                    <a:lnTo>
                      <a:pt x="0" y="31"/>
                    </a:lnTo>
                    <a:lnTo>
                      <a:pt x="0" y="29"/>
                    </a:lnTo>
                    <a:lnTo>
                      <a:pt x="0" y="26"/>
                    </a:lnTo>
                    <a:lnTo>
                      <a:pt x="0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2" y="20"/>
                    </a:lnTo>
                    <a:lnTo>
                      <a:pt x="2" y="18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6"/>
                    </a:lnTo>
                    <a:lnTo>
                      <a:pt x="2" y="14"/>
                    </a:lnTo>
                    <a:lnTo>
                      <a:pt x="2" y="7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4"/>
                    </a:lnTo>
                    <a:lnTo>
                      <a:pt x="3" y="6"/>
                    </a:lnTo>
                    <a:lnTo>
                      <a:pt x="3" y="12"/>
                    </a:lnTo>
                    <a:lnTo>
                      <a:pt x="3" y="17"/>
                    </a:lnTo>
                    <a:lnTo>
                      <a:pt x="3" y="23"/>
                    </a:lnTo>
                    <a:lnTo>
                      <a:pt x="3" y="26"/>
                    </a:lnTo>
                    <a:lnTo>
                      <a:pt x="4" y="26"/>
                    </a:lnTo>
                    <a:lnTo>
                      <a:pt x="4" y="26"/>
                    </a:lnTo>
                    <a:lnTo>
                      <a:pt x="4" y="29"/>
                    </a:lnTo>
                    <a:lnTo>
                      <a:pt x="4" y="35"/>
                    </a:lnTo>
                    <a:lnTo>
                      <a:pt x="4" y="37"/>
                    </a:lnTo>
                    <a:lnTo>
                      <a:pt x="4" y="34"/>
                    </a:lnTo>
                    <a:lnTo>
                      <a:pt x="5" y="36"/>
                    </a:lnTo>
                    <a:lnTo>
                      <a:pt x="5" y="40"/>
                    </a:lnTo>
                    <a:lnTo>
                      <a:pt x="5" y="39"/>
                    </a:lnTo>
                    <a:lnTo>
                      <a:pt x="5" y="41"/>
                    </a:lnTo>
                    <a:lnTo>
                      <a:pt x="5" y="49"/>
                    </a:lnTo>
                    <a:lnTo>
                      <a:pt x="5" y="55"/>
                    </a:lnTo>
                    <a:lnTo>
                      <a:pt x="5" y="56"/>
                    </a:lnTo>
                    <a:lnTo>
                      <a:pt x="5" y="56"/>
                    </a:lnTo>
                    <a:lnTo>
                      <a:pt x="5" y="55"/>
                    </a:lnTo>
                    <a:lnTo>
                      <a:pt x="6" y="60"/>
                    </a:lnTo>
                    <a:lnTo>
                      <a:pt x="6" y="65"/>
                    </a:lnTo>
                    <a:lnTo>
                      <a:pt x="6" y="6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56" name="Freeform 901"/>
              <p:cNvSpPr/>
              <p:nvPr/>
            </p:nvSpPr>
            <p:spPr bwMode="auto">
              <a:xfrm>
                <a:off x="1629" y="2944"/>
                <a:ext cx="6" cy="100"/>
              </a:xfrm>
              <a:custGeom>
                <a:avLst/>
                <a:gdLst>
                  <a:gd name="T0" fmla="*/ 0 w 6"/>
                  <a:gd name="T1" fmla="*/ 90 h 100"/>
                  <a:gd name="T2" fmla="*/ 0 w 6"/>
                  <a:gd name="T3" fmla="*/ 88 h 100"/>
                  <a:gd name="T4" fmla="*/ 0 w 6"/>
                  <a:gd name="T5" fmla="*/ 86 h 100"/>
                  <a:gd name="T6" fmla="*/ 0 w 6"/>
                  <a:gd name="T7" fmla="*/ 89 h 100"/>
                  <a:gd name="T8" fmla="*/ 0 w 6"/>
                  <a:gd name="T9" fmla="*/ 89 h 100"/>
                  <a:gd name="T10" fmla="*/ 1 w 6"/>
                  <a:gd name="T11" fmla="*/ 88 h 100"/>
                  <a:gd name="T12" fmla="*/ 1 w 6"/>
                  <a:gd name="T13" fmla="*/ 88 h 100"/>
                  <a:gd name="T14" fmla="*/ 1 w 6"/>
                  <a:gd name="T15" fmla="*/ 89 h 100"/>
                  <a:gd name="T16" fmla="*/ 1 w 6"/>
                  <a:gd name="T17" fmla="*/ 91 h 100"/>
                  <a:gd name="T18" fmla="*/ 1 w 6"/>
                  <a:gd name="T19" fmla="*/ 90 h 100"/>
                  <a:gd name="T20" fmla="*/ 1 w 6"/>
                  <a:gd name="T21" fmla="*/ 88 h 100"/>
                  <a:gd name="T22" fmla="*/ 1 w 6"/>
                  <a:gd name="T23" fmla="*/ 87 h 100"/>
                  <a:gd name="T24" fmla="*/ 1 w 6"/>
                  <a:gd name="T25" fmla="*/ 86 h 100"/>
                  <a:gd name="T26" fmla="*/ 1 w 6"/>
                  <a:gd name="T27" fmla="*/ 84 h 100"/>
                  <a:gd name="T28" fmla="*/ 2 w 6"/>
                  <a:gd name="T29" fmla="*/ 90 h 100"/>
                  <a:gd name="T30" fmla="*/ 2 w 6"/>
                  <a:gd name="T31" fmla="*/ 99 h 100"/>
                  <a:gd name="T32" fmla="*/ 2 w 6"/>
                  <a:gd name="T33" fmla="*/ 96 h 100"/>
                  <a:gd name="T34" fmla="*/ 2 w 6"/>
                  <a:gd name="T35" fmla="*/ 93 h 100"/>
                  <a:gd name="T36" fmla="*/ 2 w 6"/>
                  <a:gd name="T37" fmla="*/ 96 h 100"/>
                  <a:gd name="T38" fmla="*/ 2 w 6"/>
                  <a:gd name="T39" fmla="*/ 97 h 100"/>
                  <a:gd name="T40" fmla="*/ 2 w 6"/>
                  <a:gd name="T41" fmla="*/ 96 h 100"/>
                  <a:gd name="T42" fmla="*/ 2 w 6"/>
                  <a:gd name="T43" fmla="*/ 99 h 100"/>
                  <a:gd name="T44" fmla="*/ 2 w 6"/>
                  <a:gd name="T45" fmla="*/ 100 h 100"/>
                  <a:gd name="T46" fmla="*/ 3 w 6"/>
                  <a:gd name="T47" fmla="*/ 96 h 100"/>
                  <a:gd name="T48" fmla="*/ 3 w 6"/>
                  <a:gd name="T49" fmla="*/ 92 h 100"/>
                  <a:gd name="T50" fmla="*/ 3 w 6"/>
                  <a:gd name="T51" fmla="*/ 91 h 100"/>
                  <a:gd name="T52" fmla="*/ 3 w 6"/>
                  <a:gd name="T53" fmla="*/ 93 h 100"/>
                  <a:gd name="T54" fmla="*/ 3 w 6"/>
                  <a:gd name="T55" fmla="*/ 94 h 100"/>
                  <a:gd name="T56" fmla="*/ 3 w 6"/>
                  <a:gd name="T57" fmla="*/ 92 h 100"/>
                  <a:gd name="T58" fmla="*/ 4 w 6"/>
                  <a:gd name="T59" fmla="*/ 90 h 100"/>
                  <a:gd name="T60" fmla="*/ 4 w 6"/>
                  <a:gd name="T61" fmla="*/ 84 h 100"/>
                  <a:gd name="T62" fmla="*/ 4 w 6"/>
                  <a:gd name="T63" fmla="*/ 72 h 100"/>
                  <a:gd name="T64" fmla="*/ 4 w 6"/>
                  <a:gd name="T65" fmla="*/ 67 h 100"/>
                  <a:gd name="T66" fmla="*/ 4 w 6"/>
                  <a:gd name="T67" fmla="*/ 68 h 100"/>
                  <a:gd name="T68" fmla="*/ 4 w 6"/>
                  <a:gd name="T69" fmla="*/ 61 h 100"/>
                  <a:gd name="T70" fmla="*/ 4 w 6"/>
                  <a:gd name="T71" fmla="*/ 52 h 100"/>
                  <a:gd name="T72" fmla="*/ 4 w 6"/>
                  <a:gd name="T73" fmla="*/ 49 h 100"/>
                  <a:gd name="T74" fmla="*/ 4 w 6"/>
                  <a:gd name="T75" fmla="*/ 47 h 100"/>
                  <a:gd name="T76" fmla="*/ 5 w 6"/>
                  <a:gd name="T77" fmla="*/ 45 h 100"/>
                  <a:gd name="T78" fmla="*/ 5 w 6"/>
                  <a:gd name="T79" fmla="*/ 44 h 100"/>
                  <a:gd name="T80" fmla="*/ 5 w 6"/>
                  <a:gd name="T81" fmla="*/ 41 h 100"/>
                  <a:gd name="T82" fmla="*/ 5 w 6"/>
                  <a:gd name="T83" fmla="*/ 38 h 100"/>
                  <a:gd name="T84" fmla="*/ 5 w 6"/>
                  <a:gd name="T85" fmla="*/ 35 h 100"/>
                  <a:gd name="T86" fmla="*/ 5 w 6"/>
                  <a:gd name="T87" fmla="*/ 29 h 100"/>
                  <a:gd name="T88" fmla="*/ 5 w 6"/>
                  <a:gd name="T89" fmla="*/ 24 h 100"/>
                  <a:gd name="T90" fmla="*/ 6 w 6"/>
                  <a:gd name="T91" fmla="*/ 18 h 100"/>
                  <a:gd name="T92" fmla="*/ 6 w 6"/>
                  <a:gd name="T93" fmla="*/ 12 h 100"/>
                  <a:gd name="T94" fmla="*/ 6 w 6"/>
                  <a:gd name="T95" fmla="*/ 14 h 100"/>
                  <a:gd name="T96" fmla="*/ 6 w 6"/>
                  <a:gd name="T97" fmla="*/ 14 h 100"/>
                  <a:gd name="T98" fmla="*/ 6 w 6"/>
                  <a:gd name="T99" fmla="*/ 4 h 100"/>
                  <a:gd name="T100" fmla="*/ 6 w 6"/>
                  <a:gd name="T101" fmla="*/ 0 h 100"/>
                  <a:gd name="T102" fmla="*/ 6 w 6"/>
                  <a:gd name="T103" fmla="*/ 5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00">
                    <a:moveTo>
                      <a:pt x="0" y="90"/>
                    </a:moveTo>
                    <a:lnTo>
                      <a:pt x="0" y="88"/>
                    </a:lnTo>
                    <a:lnTo>
                      <a:pt x="0" y="86"/>
                    </a:lnTo>
                    <a:lnTo>
                      <a:pt x="0" y="89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9"/>
                    </a:lnTo>
                    <a:lnTo>
                      <a:pt x="1" y="91"/>
                    </a:lnTo>
                    <a:lnTo>
                      <a:pt x="1" y="90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4"/>
                    </a:lnTo>
                    <a:lnTo>
                      <a:pt x="2" y="90"/>
                    </a:lnTo>
                    <a:lnTo>
                      <a:pt x="2" y="99"/>
                    </a:lnTo>
                    <a:lnTo>
                      <a:pt x="2" y="96"/>
                    </a:lnTo>
                    <a:lnTo>
                      <a:pt x="2" y="93"/>
                    </a:lnTo>
                    <a:lnTo>
                      <a:pt x="2" y="96"/>
                    </a:lnTo>
                    <a:lnTo>
                      <a:pt x="2" y="97"/>
                    </a:lnTo>
                    <a:lnTo>
                      <a:pt x="2" y="96"/>
                    </a:lnTo>
                    <a:lnTo>
                      <a:pt x="2" y="99"/>
                    </a:lnTo>
                    <a:lnTo>
                      <a:pt x="2" y="100"/>
                    </a:lnTo>
                    <a:lnTo>
                      <a:pt x="3" y="96"/>
                    </a:lnTo>
                    <a:lnTo>
                      <a:pt x="3" y="92"/>
                    </a:lnTo>
                    <a:lnTo>
                      <a:pt x="3" y="91"/>
                    </a:lnTo>
                    <a:lnTo>
                      <a:pt x="3" y="93"/>
                    </a:lnTo>
                    <a:lnTo>
                      <a:pt x="3" y="94"/>
                    </a:lnTo>
                    <a:lnTo>
                      <a:pt x="3" y="92"/>
                    </a:lnTo>
                    <a:lnTo>
                      <a:pt x="4" y="90"/>
                    </a:lnTo>
                    <a:lnTo>
                      <a:pt x="4" y="84"/>
                    </a:lnTo>
                    <a:lnTo>
                      <a:pt x="4" y="72"/>
                    </a:lnTo>
                    <a:lnTo>
                      <a:pt x="4" y="67"/>
                    </a:lnTo>
                    <a:lnTo>
                      <a:pt x="4" y="68"/>
                    </a:lnTo>
                    <a:lnTo>
                      <a:pt x="4" y="61"/>
                    </a:lnTo>
                    <a:lnTo>
                      <a:pt x="4" y="52"/>
                    </a:lnTo>
                    <a:lnTo>
                      <a:pt x="4" y="49"/>
                    </a:lnTo>
                    <a:lnTo>
                      <a:pt x="4" y="47"/>
                    </a:lnTo>
                    <a:lnTo>
                      <a:pt x="5" y="45"/>
                    </a:lnTo>
                    <a:lnTo>
                      <a:pt x="5" y="44"/>
                    </a:lnTo>
                    <a:lnTo>
                      <a:pt x="5" y="41"/>
                    </a:lnTo>
                    <a:lnTo>
                      <a:pt x="5" y="38"/>
                    </a:lnTo>
                    <a:lnTo>
                      <a:pt x="5" y="35"/>
                    </a:lnTo>
                    <a:lnTo>
                      <a:pt x="5" y="29"/>
                    </a:lnTo>
                    <a:lnTo>
                      <a:pt x="5" y="24"/>
                    </a:lnTo>
                    <a:lnTo>
                      <a:pt x="6" y="18"/>
                    </a:lnTo>
                    <a:lnTo>
                      <a:pt x="6" y="12"/>
                    </a:lnTo>
                    <a:lnTo>
                      <a:pt x="6" y="14"/>
                    </a:lnTo>
                    <a:lnTo>
                      <a:pt x="6" y="14"/>
                    </a:lnTo>
                    <a:lnTo>
                      <a:pt x="6" y="4"/>
                    </a:lnTo>
                    <a:lnTo>
                      <a:pt x="6" y="0"/>
                    </a:lnTo>
                    <a:lnTo>
                      <a:pt x="6" y="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57" name="Freeform 902"/>
              <p:cNvSpPr/>
              <p:nvPr/>
            </p:nvSpPr>
            <p:spPr bwMode="auto">
              <a:xfrm>
                <a:off x="1635" y="2912"/>
                <a:ext cx="6" cy="41"/>
              </a:xfrm>
              <a:custGeom>
                <a:avLst/>
                <a:gdLst>
                  <a:gd name="T0" fmla="*/ 0 w 6"/>
                  <a:gd name="T1" fmla="*/ 32 h 41"/>
                  <a:gd name="T2" fmla="*/ 0 w 6"/>
                  <a:gd name="T3" fmla="*/ 37 h 41"/>
                  <a:gd name="T4" fmla="*/ 0 w 6"/>
                  <a:gd name="T5" fmla="*/ 37 h 41"/>
                  <a:gd name="T6" fmla="*/ 0 w 6"/>
                  <a:gd name="T7" fmla="*/ 37 h 41"/>
                  <a:gd name="T8" fmla="*/ 1 w 6"/>
                  <a:gd name="T9" fmla="*/ 41 h 41"/>
                  <a:gd name="T10" fmla="*/ 1 w 6"/>
                  <a:gd name="T11" fmla="*/ 40 h 41"/>
                  <a:gd name="T12" fmla="*/ 1 w 6"/>
                  <a:gd name="T13" fmla="*/ 32 h 41"/>
                  <a:gd name="T14" fmla="*/ 1 w 6"/>
                  <a:gd name="T15" fmla="*/ 26 h 41"/>
                  <a:gd name="T16" fmla="*/ 1 w 6"/>
                  <a:gd name="T17" fmla="*/ 28 h 41"/>
                  <a:gd name="T18" fmla="*/ 1 w 6"/>
                  <a:gd name="T19" fmla="*/ 32 h 41"/>
                  <a:gd name="T20" fmla="*/ 1 w 6"/>
                  <a:gd name="T21" fmla="*/ 30 h 41"/>
                  <a:gd name="T22" fmla="*/ 1 w 6"/>
                  <a:gd name="T23" fmla="*/ 26 h 41"/>
                  <a:gd name="T24" fmla="*/ 1 w 6"/>
                  <a:gd name="T25" fmla="*/ 24 h 41"/>
                  <a:gd name="T26" fmla="*/ 2 w 6"/>
                  <a:gd name="T27" fmla="*/ 22 h 41"/>
                  <a:gd name="T28" fmla="*/ 2 w 6"/>
                  <a:gd name="T29" fmla="*/ 18 h 41"/>
                  <a:gd name="T30" fmla="*/ 2 w 6"/>
                  <a:gd name="T31" fmla="*/ 22 h 41"/>
                  <a:gd name="T32" fmla="*/ 2 w 6"/>
                  <a:gd name="T33" fmla="*/ 29 h 41"/>
                  <a:gd name="T34" fmla="*/ 2 w 6"/>
                  <a:gd name="T35" fmla="*/ 28 h 41"/>
                  <a:gd name="T36" fmla="*/ 2 w 6"/>
                  <a:gd name="T37" fmla="*/ 26 h 41"/>
                  <a:gd name="T38" fmla="*/ 3 w 6"/>
                  <a:gd name="T39" fmla="*/ 26 h 41"/>
                  <a:gd name="T40" fmla="*/ 3 w 6"/>
                  <a:gd name="T41" fmla="*/ 27 h 41"/>
                  <a:gd name="T42" fmla="*/ 3 w 6"/>
                  <a:gd name="T43" fmla="*/ 29 h 41"/>
                  <a:gd name="T44" fmla="*/ 3 w 6"/>
                  <a:gd name="T45" fmla="*/ 32 h 41"/>
                  <a:gd name="T46" fmla="*/ 3 w 6"/>
                  <a:gd name="T47" fmla="*/ 31 h 41"/>
                  <a:gd name="T48" fmla="*/ 3 w 6"/>
                  <a:gd name="T49" fmla="*/ 28 h 41"/>
                  <a:gd name="T50" fmla="*/ 3 w 6"/>
                  <a:gd name="T51" fmla="*/ 26 h 41"/>
                  <a:gd name="T52" fmla="*/ 3 w 6"/>
                  <a:gd name="T53" fmla="*/ 22 h 41"/>
                  <a:gd name="T54" fmla="*/ 3 w 6"/>
                  <a:gd name="T55" fmla="*/ 22 h 41"/>
                  <a:gd name="T56" fmla="*/ 4 w 6"/>
                  <a:gd name="T57" fmla="*/ 20 h 41"/>
                  <a:gd name="T58" fmla="*/ 4 w 6"/>
                  <a:gd name="T59" fmla="*/ 15 h 41"/>
                  <a:gd name="T60" fmla="*/ 4 w 6"/>
                  <a:gd name="T61" fmla="*/ 13 h 41"/>
                  <a:gd name="T62" fmla="*/ 4 w 6"/>
                  <a:gd name="T63" fmla="*/ 15 h 41"/>
                  <a:gd name="T64" fmla="*/ 4 w 6"/>
                  <a:gd name="T65" fmla="*/ 10 h 41"/>
                  <a:gd name="T66" fmla="*/ 4 w 6"/>
                  <a:gd name="T67" fmla="*/ 5 h 41"/>
                  <a:gd name="T68" fmla="*/ 5 w 6"/>
                  <a:gd name="T69" fmla="*/ 5 h 41"/>
                  <a:gd name="T70" fmla="*/ 5 w 6"/>
                  <a:gd name="T71" fmla="*/ 7 h 41"/>
                  <a:gd name="T72" fmla="*/ 5 w 6"/>
                  <a:gd name="T73" fmla="*/ 9 h 41"/>
                  <a:gd name="T74" fmla="*/ 5 w 6"/>
                  <a:gd name="T75" fmla="*/ 8 h 41"/>
                  <a:gd name="T76" fmla="*/ 5 w 6"/>
                  <a:gd name="T77" fmla="*/ 3 h 41"/>
                  <a:gd name="T78" fmla="*/ 5 w 6"/>
                  <a:gd name="T79" fmla="*/ 1 h 41"/>
                  <a:gd name="T80" fmla="*/ 5 w 6"/>
                  <a:gd name="T81" fmla="*/ 2 h 41"/>
                  <a:gd name="T82" fmla="*/ 5 w 6"/>
                  <a:gd name="T83" fmla="*/ 2 h 41"/>
                  <a:gd name="T84" fmla="*/ 5 w 6"/>
                  <a:gd name="T85" fmla="*/ 3 h 41"/>
                  <a:gd name="T86" fmla="*/ 6 w 6"/>
                  <a:gd name="T87" fmla="*/ 4 h 41"/>
                  <a:gd name="T88" fmla="*/ 6 w 6"/>
                  <a:gd name="T89" fmla="*/ 2 h 41"/>
                  <a:gd name="T90" fmla="*/ 6 w 6"/>
                  <a:gd name="T91" fmla="*/ 0 h 41"/>
                  <a:gd name="T92" fmla="*/ 6 w 6"/>
                  <a:gd name="T93" fmla="*/ 0 h 41"/>
                  <a:gd name="T94" fmla="*/ 6 w 6"/>
                  <a:gd name="T95" fmla="*/ 2 h 41"/>
                  <a:gd name="T96" fmla="*/ 6 w 6"/>
                  <a:gd name="T97" fmla="*/ 6 h 41"/>
                  <a:gd name="T98" fmla="*/ 6 w 6"/>
                  <a:gd name="T99" fmla="*/ 7 h 41"/>
                  <a:gd name="T100" fmla="*/ 6 w 6"/>
                  <a:gd name="T101" fmla="*/ 7 h 41"/>
                  <a:gd name="T102" fmla="*/ 6 w 6"/>
                  <a:gd name="T103" fmla="*/ 1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1">
                    <a:moveTo>
                      <a:pt x="0" y="32"/>
                    </a:move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" y="41"/>
                    </a:lnTo>
                    <a:lnTo>
                      <a:pt x="1" y="40"/>
                    </a:lnTo>
                    <a:lnTo>
                      <a:pt x="1" y="32"/>
                    </a:lnTo>
                    <a:lnTo>
                      <a:pt x="1" y="26"/>
                    </a:lnTo>
                    <a:lnTo>
                      <a:pt x="1" y="28"/>
                    </a:lnTo>
                    <a:lnTo>
                      <a:pt x="1" y="32"/>
                    </a:lnTo>
                    <a:lnTo>
                      <a:pt x="1" y="30"/>
                    </a:lnTo>
                    <a:lnTo>
                      <a:pt x="1" y="26"/>
                    </a:lnTo>
                    <a:lnTo>
                      <a:pt x="1" y="24"/>
                    </a:lnTo>
                    <a:lnTo>
                      <a:pt x="2" y="22"/>
                    </a:lnTo>
                    <a:lnTo>
                      <a:pt x="2" y="18"/>
                    </a:lnTo>
                    <a:lnTo>
                      <a:pt x="2" y="22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6"/>
                    </a:lnTo>
                    <a:lnTo>
                      <a:pt x="3" y="26"/>
                    </a:lnTo>
                    <a:lnTo>
                      <a:pt x="3" y="27"/>
                    </a:lnTo>
                    <a:lnTo>
                      <a:pt x="3" y="29"/>
                    </a:lnTo>
                    <a:lnTo>
                      <a:pt x="3" y="32"/>
                    </a:lnTo>
                    <a:lnTo>
                      <a:pt x="3" y="31"/>
                    </a:lnTo>
                    <a:lnTo>
                      <a:pt x="3" y="28"/>
                    </a:lnTo>
                    <a:lnTo>
                      <a:pt x="3" y="26"/>
                    </a:lnTo>
                    <a:lnTo>
                      <a:pt x="3" y="22"/>
                    </a:lnTo>
                    <a:lnTo>
                      <a:pt x="3" y="22"/>
                    </a:lnTo>
                    <a:lnTo>
                      <a:pt x="4" y="20"/>
                    </a:lnTo>
                    <a:lnTo>
                      <a:pt x="4" y="15"/>
                    </a:lnTo>
                    <a:lnTo>
                      <a:pt x="4" y="13"/>
                    </a:lnTo>
                    <a:lnTo>
                      <a:pt x="4" y="15"/>
                    </a:lnTo>
                    <a:lnTo>
                      <a:pt x="4" y="10"/>
                    </a:lnTo>
                    <a:lnTo>
                      <a:pt x="4" y="5"/>
                    </a:lnTo>
                    <a:lnTo>
                      <a:pt x="5" y="5"/>
                    </a:lnTo>
                    <a:lnTo>
                      <a:pt x="5" y="7"/>
                    </a:lnTo>
                    <a:lnTo>
                      <a:pt x="5" y="9"/>
                    </a:lnTo>
                    <a:lnTo>
                      <a:pt x="5" y="8"/>
                    </a:lnTo>
                    <a:lnTo>
                      <a:pt x="5" y="3"/>
                    </a:lnTo>
                    <a:lnTo>
                      <a:pt x="5" y="1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6" y="4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6" y="6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6" y="1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58" name="Freeform 903"/>
              <p:cNvSpPr/>
              <p:nvPr/>
            </p:nvSpPr>
            <p:spPr bwMode="auto">
              <a:xfrm>
                <a:off x="1641" y="2905"/>
                <a:ext cx="7" cy="49"/>
              </a:xfrm>
              <a:custGeom>
                <a:avLst/>
                <a:gdLst>
                  <a:gd name="T0" fmla="*/ 0 w 7"/>
                  <a:gd name="T1" fmla="*/ 14 h 49"/>
                  <a:gd name="T2" fmla="*/ 0 w 7"/>
                  <a:gd name="T3" fmla="*/ 17 h 49"/>
                  <a:gd name="T4" fmla="*/ 1 w 7"/>
                  <a:gd name="T5" fmla="*/ 18 h 49"/>
                  <a:gd name="T6" fmla="*/ 1 w 7"/>
                  <a:gd name="T7" fmla="*/ 16 h 49"/>
                  <a:gd name="T8" fmla="*/ 1 w 7"/>
                  <a:gd name="T9" fmla="*/ 19 h 49"/>
                  <a:gd name="T10" fmla="*/ 1 w 7"/>
                  <a:gd name="T11" fmla="*/ 23 h 49"/>
                  <a:gd name="T12" fmla="*/ 1 w 7"/>
                  <a:gd name="T13" fmla="*/ 23 h 49"/>
                  <a:gd name="T14" fmla="*/ 1 w 7"/>
                  <a:gd name="T15" fmla="*/ 26 h 49"/>
                  <a:gd name="T16" fmla="*/ 2 w 7"/>
                  <a:gd name="T17" fmla="*/ 30 h 49"/>
                  <a:gd name="T18" fmla="*/ 2 w 7"/>
                  <a:gd name="T19" fmla="*/ 29 h 49"/>
                  <a:gd name="T20" fmla="*/ 2 w 7"/>
                  <a:gd name="T21" fmla="*/ 29 h 49"/>
                  <a:gd name="T22" fmla="*/ 2 w 7"/>
                  <a:gd name="T23" fmla="*/ 33 h 49"/>
                  <a:gd name="T24" fmla="*/ 2 w 7"/>
                  <a:gd name="T25" fmla="*/ 34 h 49"/>
                  <a:gd name="T26" fmla="*/ 2 w 7"/>
                  <a:gd name="T27" fmla="*/ 34 h 49"/>
                  <a:gd name="T28" fmla="*/ 2 w 7"/>
                  <a:gd name="T29" fmla="*/ 36 h 49"/>
                  <a:gd name="T30" fmla="*/ 2 w 7"/>
                  <a:gd name="T31" fmla="*/ 38 h 49"/>
                  <a:gd name="T32" fmla="*/ 2 w 7"/>
                  <a:gd name="T33" fmla="*/ 37 h 49"/>
                  <a:gd name="T34" fmla="*/ 2 w 7"/>
                  <a:gd name="T35" fmla="*/ 39 h 49"/>
                  <a:gd name="T36" fmla="*/ 3 w 7"/>
                  <a:gd name="T37" fmla="*/ 44 h 49"/>
                  <a:gd name="T38" fmla="*/ 3 w 7"/>
                  <a:gd name="T39" fmla="*/ 47 h 49"/>
                  <a:gd name="T40" fmla="*/ 3 w 7"/>
                  <a:gd name="T41" fmla="*/ 46 h 49"/>
                  <a:gd name="T42" fmla="*/ 3 w 7"/>
                  <a:gd name="T43" fmla="*/ 44 h 49"/>
                  <a:gd name="T44" fmla="*/ 3 w 7"/>
                  <a:gd name="T45" fmla="*/ 44 h 49"/>
                  <a:gd name="T46" fmla="*/ 3 w 7"/>
                  <a:gd name="T47" fmla="*/ 44 h 49"/>
                  <a:gd name="T48" fmla="*/ 4 w 7"/>
                  <a:gd name="T49" fmla="*/ 46 h 49"/>
                  <a:gd name="T50" fmla="*/ 4 w 7"/>
                  <a:gd name="T51" fmla="*/ 49 h 49"/>
                  <a:gd name="T52" fmla="*/ 4 w 7"/>
                  <a:gd name="T53" fmla="*/ 44 h 49"/>
                  <a:gd name="T54" fmla="*/ 4 w 7"/>
                  <a:gd name="T55" fmla="*/ 38 h 49"/>
                  <a:gd name="T56" fmla="*/ 4 w 7"/>
                  <a:gd name="T57" fmla="*/ 38 h 49"/>
                  <a:gd name="T58" fmla="*/ 4 w 7"/>
                  <a:gd name="T59" fmla="*/ 37 h 49"/>
                  <a:gd name="T60" fmla="*/ 4 w 7"/>
                  <a:gd name="T61" fmla="*/ 34 h 49"/>
                  <a:gd name="T62" fmla="*/ 4 w 7"/>
                  <a:gd name="T63" fmla="*/ 32 h 49"/>
                  <a:gd name="T64" fmla="*/ 4 w 7"/>
                  <a:gd name="T65" fmla="*/ 27 h 49"/>
                  <a:gd name="T66" fmla="*/ 5 w 7"/>
                  <a:gd name="T67" fmla="*/ 20 h 49"/>
                  <a:gd name="T68" fmla="*/ 5 w 7"/>
                  <a:gd name="T69" fmla="*/ 15 h 49"/>
                  <a:gd name="T70" fmla="*/ 5 w 7"/>
                  <a:gd name="T71" fmla="*/ 12 h 49"/>
                  <a:gd name="T72" fmla="*/ 5 w 7"/>
                  <a:gd name="T73" fmla="*/ 8 h 49"/>
                  <a:gd name="T74" fmla="*/ 5 w 7"/>
                  <a:gd name="T75" fmla="*/ 4 h 49"/>
                  <a:gd name="T76" fmla="*/ 5 w 7"/>
                  <a:gd name="T77" fmla="*/ 2 h 49"/>
                  <a:gd name="T78" fmla="*/ 5 w 7"/>
                  <a:gd name="T79" fmla="*/ 0 h 49"/>
                  <a:gd name="T80" fmla="*/ 5 w 7"/>
                  <a:gd name="T81" fmla="*/ 2 h 49"/>
                  <a:gd name="T82" fmla="*/ 5 w 7"/>
                  <a:gd name="T83" fmla="*/ 3 h 49"/>
                  <a:gd name="T84" fmla="*/ 6 w 7"/>
                  <a:gd name="T85" fmla="*/ 2 h 49"/>
                  <a:gd name="T86" fmla="*/ 6 w 7"/>
                  <a:gd name="T87" fmla="*/ 2 h 49"/>
                  <a:gd name="T88" fmla="*/ 6 w 7"/>
                  <a:gd name="T89" fmla="*/ 4 h 49"/>
                  <a:gd name="T90" fmla="*/ 6 w 7"/>
                  <a:gd name="T91" fmla="*/ 7 h 49"/>
                  <a:gd name="T92" fmla="*/ 6 w 7"/>
                  <a:gd name="T93" fmla="*/ 9 h 49"/>
                  <a:gd name="T94" fmla="*/ 6 w 7"/>
                  <a:gd name="T95" fmla="*/ 9 h 49"/>
                  <a:gd name="T96" fmla="*/ 7 w 7"/>
                  <a:gd name="T97" fmla="*/ 9 h 49"/>
                  <a:gd name="T98" fmla="*/ 7 w 7"/>
                  <a:gd name="T99" fmla="*/ 9 h 49"/>
                  <a:gd name="T100" fmla="*/ 7 w 7"/>
                  <a:gd name="T101" fmla="*/ 9 h 49"/>
                  <a:gd name="T102" fmla="*/ 7 w 7"/>
                  <a:gd name="T103" fmla="*/ 1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9">
                    <a:moveTo>
                      <a:pt x="0" y="14"/>
                    </a:moveTo>
                    <a:lnTo>
                      <a:pt x="0" y="17"/>
                    </a:lnTo>
                    <a:lnTo>
                      <a:pt x="1" y="18"/>
                    </a:lnTo>
                    <a:lnTo>
                      <a:pt x="1" y="16"/>
                    </a:lnTo>
                    <a:lnTo>
                      <a:pt x="1" y="19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1" y="26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33"/>
                    </a:lnTo>
                    <a:lnTo>
                      <a:pt x="2" y="34"/>
                    </a:lnTo>
                    <a:lnTo>
                      <a:pt x="2" y="34"/>
                    </a:lnTo>
                    <a:lnTo>
                      <a:pt x="2" y="36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9"/>
                    </a:lnTo>
                    <a:lnTo>
                      <a:pt x="3" y="44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4" y="46"/>
                    </a:lnTo>
                    <a:lnTo>
                      <a:pt x="4" y="49"/>
                    </a:lnTo>
                    <a:lnTo>
                      <a:pt x="4" y="44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4" y="37"/>
                    </a:lnTo>
                    <a:lnTo>
                      <a:pt x="4" y="34"/>
                    </a:lnTo>
                    <a:lnTo>
                      <a:pt x="4" y="32"/>
                    </a:lnTo>
                    <a:lnTo>
                      <a:pt x="4" y="27"/>
                    </a:lnTo>
                    <a:lnTo>
                      <a:pt x="5" y="20"/>
                    </a:lnTo>
                    <a:lnTo>
                      <a:pt x="5" y="15"/>
                    </a:lnTo>
                    <a:lnTo>
                      <a:pt x="5" y="12"/>
                    </a:lnTo>
                    <a:lnTo>
                      <a:pt x="5" y="8"/>
                    </a:lnTo>
                    <a:lnTo>
                      <a:pt x="5" y="4"/>
                    </a:lnTo>
                    <a:lnTo>
                      <a:pt x="5" y="2"/>
                    </a:lnTo>
                    <a:lnTo>
                      <a:pt x="5" y="0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6" y="4"/>
                    </a:lnTo>
                    <a:lnTo>
                      <a:pt x="6" y="7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7" y="9"/>
                    </a:lnTo>
                    <a:lnTo>
                      <a:pt x="7" y="9"/>
                    </a:lnTo>
                    <a:lnTo>
                      <a:pt x="7" y="9"/>
                    </a:lnTo>
                    <a:lnTo>
                      <a:pt x="7" y="1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59" name="Freeform 904"/>
              <p:cNvSpPr/>
              <p:nvPr/>
            </p:nvSpPr>
            <p:spPr bwMode="auto">
              <a:xfrm>
                <a:off x="1648" y="2914"/>
                <a:ext cx="6" cy="114"/>
              </a:xfrm>
              <a:custGeom>
                <a:avLst/>
                <a:gdLst>
                  <a:gd name="T0" fmla="*/ 0 w 6"/>
                  <a:gd name="T1" fmla="*/ 0 h 114"/>
                  <a:gd name="T2" fmla="*/ 0 w 6"/>
                  <a:gd name="T3" fmla="*/ 5 h 114"/>
                  <a:gd name="T4" fmla="*/ 0 w 6"/>
                  <a:gd name="T5" fmla="*/ 8 h 114"/>
                  <a:gd name="T6" fmla="*/ 0 w 6"/>
                  <a:gd name="T7" fmla="*/ 7 h 114"/>
                  <a:gd name="T8" fmla="*/ 0 w 6"/>
                  <a:gd name="T9" fmla="*/ 7 h 114"/>
                  <a:gd name="T10" fmla="*/ 0 w 6"/>
                  <a:gd name="T11" fmla="*/ 12 h 114"/>
                  <a:gd name="T12" fmla="*/ 0 w 6"/>
                  <a:gd name="T13" fmla="*/ 15 h 114"/>
                  <a:gd name="T14" fmla="*/ 1 w 6"/>
                  <a:gd name="T15" fmla="*/ 21 h 114"/>
                  <a:gd name="T16" fmla="*/ 1 w 6"/>
                  <a:gd name="T17" fmla="*/ 28 h 114"/>
                  <a:gd name="T18" fmla="*/ 1 w 6"/>
                  <a:gd name="T19" fmla="*/ 29 h 114"/>
                  <a:gd name="T20" fmla="*/ 1 w 6"/>
                  <a:gd name="T21" fmla="*/ 30 h 114"/>
                  <a:gd name="T22" fmla="*/ 1 w 6"/>
                  <a:gd name="T23" fmla="*/ 35 h 114"/>
                  <a:gd name="T24" fmla="*/ 1 w 6"/>
                  <a:gd name="T25" fmla="*/ 40 h 114"/>
                  <a:gd name="T26" fmla="*/ 2 w 6"/>
                  <a:gd name="T27" fmla="*/ 42 h 114"/>
                  <a:gd name="T28" fmla="*/ 2 w 6"/>
                  <a:gd name="T29" fmla="*/ 46 h 114"/>
                  <a:gd name="T30" fmla="*/ 2 w 6"/>
                  <a:gd name="T31" fmla="*/ 47 h 114"/>
                  <a:gd name="T32" fmla="*/ 2 w 6"/>
                  <a:gd name="T33" fmla="*/ 47 h 114"/>
                  <a:gd name="T34" fmla="*/ 2 w 6"/>
                  <a:gd name="T35" fmla="*/ 47 h 114"/>
                  <a:gd name="T36" fmla="*/ 2 w 6"/>
                  <a:gd name="T37" fmla="*/ 47 h 114"/>
                  <a:gd name="T38" fmla="*/ 2 w 6"/>
                  <a:gd name="T39" fmla="*/ 50 h 114"/>
                  <a:gd name="T40" fmla="*/ 2 w 6"/>
                  <a:gd name="T41" fmla="*/ 54 h 114"/>
                  <a:gd name="T42" fmla="*/ 2 w 6"/>
                  <a:gd name="T43" fmla="*/ 55 h 114"/>
                  <a:gd name="T44" fmla="*/ 3 w 6"/>
                  <a:gd name="T45" fmla="*/ 56 h 114"/>
                  <a:gd name="T46" fmla="*/ 3 w 6"/>
                  <a:gd name="T47" fmla="*/ 59 h 114"/>
                  <a:gd name="T48" fmla="*/ 3 w 6"/>
                  <a:gd name="T49" fmla="*/ 61 h 114"/>
                  <a:gd name="T50" fmla="*/ 3 w 6"/>
                  <a:gd name="T51" fmla="*/ 63 h 114"/>
                  <a:gd name="T52" fmla="*/ 3 w 6"/>
                  <a:gd name="T53" fmla="*/ 64 h 114"/>
                  <a:gd name="T54" fmla="*/ 3 w 6"/>
                  <a:gd name="T55" fmla="*/ 64 h 114"/>
                  <a:gd name="T56" fmla="*/ 3 w 6"/>
                  <a:gd name="T57" fmla="*/ 62 h 114"/>
                  <a:gd name="T58" fmla="*/ 3 w 6"/>
                  <a:gd name="T59" fmla="*/ 60 h 114"/>
                  <a:gd name="T60" fmla="*/ 3 w 6"/>
                  <a:gd name="T61" fmla="*/ 57 h 114"/>
                  <a:gd name="T62" fmla="*/ 3 w 6"/>
                  <a:gd name="T63" fmla="*/ 56 h 114"/>
                  <a:gd name="T64" fmla="*/ 4 w 6"/>
                  <a:gd name="T65" fmla="*/ 53 h 114"/>
                  <a:gd name="T66" fmla="*/ 4 w 6"/>
                  <a:gd name="T67" fmla="*/ 50 h 114"/>
                  <a:gd name="T68" fmla="*/ 4 w 6"/>
                  <a:gd name="T69" fmla="*/ 52 h 114"/>
                  <a:gd name="T70" fmla="*/ 4 w 6"/>
                  <a:gd name="T71" fmla="*/ 51 h 114"/>
                  <a:gd name="T72" fmla="*/ 4 w 6"/>
                  <a:gd name="T73" fmla="*/ 47 h 114"/>
                  <a:gd name="T74" fmla="*/ 4 w 6"/>
                  <a:gd name="T75" fmla="*/ 52 h 114"/>
                  <a:gd name="T76" fmla="*/ 5 w 6"/>
                  <a:gd name="T77" fmla="*/ 61 h 114"/>
                  <a:gd name="T78" fmla="*/ 5 w 6"/>
                  <a:gd name="T79" fmla="*/ 61 h 114"/>
                  <a:gd name="T80" fmla="*/ 5 w 6"/>
                  <a:gd name="T81" fmla="*/ 62 h 114"/>
                  <a:gd name="T82" fmla="*/ 5 w 6"/>
                  <a:gd name="T83" fmla="*/ 68 h 114"/>
                  <a:gd name="T84" fmla="*/ 5 w 6"/>
                  <a:gd name="T85" fmla="*/ 74 h 114"/>
                  <a:gd name="T86" fmla="*/ 5 w 6"/>
                  <a:gd name="T87" fmla="*/ 79 h 114"/>
                  <a:gd name="T88" fmla="*/ 5 w 6"/>
                  <a:gd name="T89" fmla="*/ 84 h 114"/>
                  <a:gd name="T90" fmla="*/ 5 w 6"/>
                  <a:gd name="T91" fmla="*/ 89 h 114"/>
                  <a:gd name="T92" fmla="*/ 5 w 6"/>
                  <a:gd name="T93" fmla="*/ 94 h 114"/>
                  <a:gd name="T94" fmla="*/ 6 w 6"/>
                  <a:gd name="T95" fmla="*/ 98 h 114"/>
                  <a:gd name="T96" fmla="*/ 6 w 6"/>
                  <a:gd name="T97" fmla="*/ 103 h 114"/>
                  <a:gd name="T98" fmla="*/ 6 w 6"/>
                  <a:gd name="T99" fmla="*/ 108 h 114"/>
                  <a:gd name="T100" fmla="*/ 6 w 6"/>
                  <a:gd name="T101" fmla="*/ 111 h 114"/>
                  <a:gd name="T102" fmla="*/ 6 w 6"/>
                  <a:gd name="T103" fmla="*/ 11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14">
                    <a:moveTo>
                      <a:pt x="0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1" y="21"/>
                    </a:lnTo>
                    <a:lnTo>
                      <a:pt x="1" y="28"/>
                    </a:lnTo>
                    <a:lnTo>
                      <a:pt x="1" y="29"/>
                    </a:lnTo>
                    <a:lnTo>
                      <a:pt x="1" y="30"/>
                    </a:lnTo>
                    <a:lnTo>
                      <a:pt x="1" y="35"/>
                    </a:lnTo>
                    <a:lnTo>
                      <a:pt x="1" y="40"/>
                    </a:lnTo>
                    <a:lnTo>
                      <a:pt x="2" y="42"/>
                    </a:lnTo>
                    <a:lnTo>
                      <a:pt x="2" y="46"/>
                    </a:lnTo>
                    <a:lnTo>
                      <a:pt x="2" y="47"/>
                    </a:lnTo>
                    <a:lnTo>
                      <a:pt x="2" y="47"/>
                    </a:lnTo>
                    <a:lnTo>
                      <a:pt x="2" y="47"/>
                    </a:lnTo>
                    <a:lnTo>
                      <a:pt x="2" y="47"/>
                    </a:lnTo>
                    <a:lnTo>
                      <a:pt x="2" y="50"/>
                    </a:lnTo>
                    <a:lnTo>
                      <a:pt x="2" y="54"/>
                    </a:lnTo>
                    <a:lnTo>
                      <a:pt x="2" y="55"/>
                    </a:lnTo>
                    <a:lnTo>
                      <a:pt x="3" y="56"/>
                    </a:lnTo>
                    <a:lnTo>
                      <a:pt x="3" y="59"/>
                    </a:lnTo>
                    <a:lnTo>
                      <a:pt x="3" y="61"/>
                    </a:lnTo>
                    <a:lnTo>
                      <a:pt x="3" y="63"/>
                    </a:lnTo>
                    <a:lnTo>
                      <a:pt x="3" y="64"/>
                    </a:lnTo>
                    <a:lnTo>
                      <a:pt x="3" y="64"/>
                    </a:lnTo>
                    <a:lnTo>
                      <a:pt x="3" y="62"/>
                    </a:lnTo>
                    <a:lnTo>
                      <a:pt x="3" y="60"/>
                    </a:lnTo>
                    <a:lnTo>
                      <a:pt x="3" y="57"/>
                    </a:lnTo>
                    <a:lnTo>
                      <a:pt x="3" y="56"/>
                    </a:lnTo>
                    <a:lnTo>
                      <a:pt x="4" y="53"/>
                    </a:lnTo>
                    <a:lnTo>
                      <a:pt x="4" y="50"/>
                    </a:lnTo>
                    <a:lnTo>
                      <a:pt x="4" y="52"/>
                    </a:lnTo>
                    <a:lnTo>
                      <a:pt x="4" y="51"/>
                    </a:lnTo>
                    <a:lnTo>
                      <a:pt x="4" y="47"/>
                    </a:lnTo>
                    <a:lnTo>
                      <a:pt x="4" y="52"/>
                    </a:lnTo>
                    <a:lnTo>
                      <a:pt x="5" y="61"/>
                    </a:lnTo>
                    <a:lnTo>
                      <a:pt x="5" y="61"/>
                    </a:lnTo>
                    <a:lnTo>
                      <a:pt x="5" y="62"/>
                    </a:lnTo>
                    <a:lnTo>
                      <a:pt x="5" y="68"/>
                    </a:lnTo>
                    <a:lnTo>
                      <a:pt x="5" y="74"/>
                    </a:lnTo>
                    <a:lnTo>
                      <a:pt x="5" y="79"/>
                    </a:lnTo>
                    <a:lnTo>
                      <a:pt x="5" y="84"/>
                    </a:lnTo>
                    <a:lnTo>
                      <a:pt x="5" y="89"/>
                    </a:lnTo>
                    <a:lnTo>
                      <a:pt x="5" y="94"/>
                    </a:lnTo>
                    <a:lnTo>
                      <a:pt x="6" y="98"/>
                    </a:lnTo>
                    <a:lnTo>
                      <a:pt x="6" y="103"/>
                    </a:lnTo>
                    <a:lnTo>
                      <a:pt x="6" y="108"/>
                    </a:lnTo>
                    <a:lnTo>
                      <a:pt x="6" y="111"/>
                    </a:lnTo>
                    <a:lnTo>
                      <a:pt x="6" y="11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60" name="Freeform 905"/>
              <p:cNvSpPr/>
              <p:nvPr/>
            </p:nvSpPr>
            <p:spPr bwMode="auto">
              <a:xfrm>
                <a:off x="1654" y="3006"/>
                <a:ext cx="6" cy="85"/>
              </a:xfrm>
              <a:custGeom>
                <a:avLst/>
                <a:gdLst>
                  <a:gd name="T0" fmla="*/ 0 w 6"/>
                  <a:gd name="T1" fmla="*/ 19 h 85"/>
                  <a:gd name="T2" fmla="*/ 0 w 6"/>
                  <a:gd name="T3" fmla="*/ 22 h 85"/>
                  <a:gd name="T4" fmla="*/ 0 w 6"/>
                  <a:gd name="T5" fmla="*/ 29 h 85"/>
                  <a:gd name="T6" fmla="*/ 1 w 6"/>
                  <a:gd name="T7" fmla="*/ 34 h 85"/>
                  <a:gd name="T8" fmla="*/ 1 w 6"/>
                  <a:gd name="T9" fmla="*/ 37 h 85"/>
                  <a:gd name="T10" fmla="*/ 1 w 6"/>
                  <a:gd name="T11" fmla="*/ 41 h 85"/>
                  <a:gd name="T12" fmla="*/ 1 w 6"/>
                  <a:gd name="T13" fmla="*/ 42 h 85"/>
                  <a:gd name="T14" fmla="*/ 1 w 6"/>
                  <a:gd name="T15" fmla="*/ 46 h 85"/>
                  <a:gd name="T16" fmla="*/ 1 w 6"/>
                  <a:gd name="T17" fmla="*/ 56 h 85"/>
                  <a:gd name="T18" fmla="*/ 1 w 6"/>
                  <a:gd name="T19" fmla="*/ 60 h 85"/>
                  <a:gd name="T20" fmla="*/ 1 w 6"/>
                  <a:gd name="T21" fmla="*/ 58 h 85"/>
                  <a:gd name="T22" fmla="*/ 1 w 6"/>
                  <a:gd name="T23" fmla="*/ 61 h 85"/>
                  <a:gd name="T24" fmla="*/ 2 w 6"/>
                  <a:gd name="T25" fmla="*/ 68 h 85"/>
                  <a:gd name="T26" fmla="*/ 2 w 6"/>
                  <a:gd name="T27" fmla="*/ 70 h 85"/>
                  <a:gd name="T28" fmla="*/ 2 w 6"/>
                  <a:gd name="T29" fmla="*/ 72 h 85"/>
                  <a:gd name="T30" fmla="*/ 2 w 6"/>
                  <a:gd name="T31" fmla="*/ 75 h 85"/>
                  <a:gd name="T32" fmla="*/ 2 w 6"/>
                  <a:gd name="T33" fmla="*/ 74 h 85"/>
                  <a:gd name="T34" fmla="*/ 2 w 6"/>
                  <a:gd name="T35" fmla="*/ 72 h 85"/>
                  <a:gd name="T36" fmla="*/ 2 w 6"/>
                  <a:gd name="T37" fmla="*/ 73 h 85"/>
                  <a:gd name="T38" fmla="*/ 2 w 6"/>
                  <a:gd name="T39" fmla="*/ 77 h 85"/>
                  <a:gd name="T40" fmla="*/ 2 w 6"/>
                  <a:gd name="T41" fmla="*/ 79 h 85"/>
                  <a:gd name="T42" fmla="*/ 3 w 6"/>
                  <a:gd name="T43" fmla="*/ 77 h 85"/>
                  <a:gd name="T44" fmla="*/ 3 w 6"/>
                  <a:gd name="T45" fmla="*/ 75 h 85"/>
                  <a:gd name="T46" fmla="*/ 3 w 6"/>
                  <a:gd name="T47" fmla="*/ 76 h 85"/>
                  <a:gd name="T48" fmla="*/ 3 w 6"/>
                  <a:gd name="T49" fmla="*/ 73 h 85"/>
                  <a:gd name="T50" fmla="*/ 3 w 6"/>
                  <a:gd name="T51" fmla="*/ 72 h 85"/>
                  <a:gd name="T52" fmla="*/ 3 w 6"/>
                  <a:gd name="T53" fmla="*/ 76 h 85"/>
                  <a:gd name="T54" fmla="*/ 4 w 6"/>
                  <a:gd name="T55" fmla="*/ 75 h 85"/>
                  <a:gd name="T56" fmla="*/ 4 w 6"/>
                  <a:gd name="T57" fmla="*/ 66 h 85"/>
                  <a:gd name="T58" fmla="*/ 4 w 6"/>
                  <a:gd name="T59" fmla="*/ 66 h 85"/>
                  <a:gd name="T60" fmla="*/ 4 w 6"/>
                  <a:gd name="T61" fmla="*/ 78 h 85"/>
                  <a:gd name="T62" fmla="*/ 4 w 6"/>
                  <a:gd name="T63" fmla="*/ 85 h 85"/>
                  <a:gd name="T64" fmla="*/ 4 w 6"/>
                  <a:gd name="T65" fmla="*/ 81 h 85"/>
                  <a:gd name="T66" fmla="*/ 4 w 6"/>
                  <a:gd name="T67" fmla="*/ 74 h 85"/>
                  <a:gd name="T68" fmla="*/ 4 w 6"/>
                  <a:gd name="T69" fmla="*/ 74 h 85"/>
                  <a:gd name="T70" fmla="*/ 4 w 6"/>
                  <a:gd name="T71" fmla="*/ 76 h 85"/>
                  <a:gd name="T72" fmla="*/ 5 w 6"/>
                  <a:gd name="T73" fmla="*/ 73 h 85"/>
                  <a:gd name="T74" fmla="*/ 5 w 6"/>
                  <a:gd name="T75" fmla="*/ 69 h 85"/>
                  <a:gd name="T76" fmla="*/ 5 w 6"/>
                  <a:gd name="T77" fmla="*/ 63 h 85"/>
                  <a:gd name="T78" fmla="*/ 5 w 6"/>
                  <a:gd name="T79" fmla="*/ 54 h 85"/>
                  <a:gd name="T80" fmla="*/ 5 w 6"/>
                  <a:gd name="T81" fmla="*/ 48 h 85"/>
                  <a:gd name="T82" fmla="*/ 5 w 6"/>
                  <a:gd name="T83" fmla="*/ 50 h 85"/>
                  <a:gd name="T84" fmla="*/ 5 w 6"/>
                  <a:gd name="T85" fmla="*/ 51 h 85"/>
                  <a:gd name="T86" fmla="*/ 6 w 6"/>
                  <a:gd name="T87" fmla="*/ 48 h 85"/>
                  <a:gd name="T88" fmla="*/ 6 w 6"/>
                  <a:gd name="T89" fmla="*/ 47 h 85"/>
                  <a:gd name="T90" fmla="*/ 6 w 6"/>
                  <a:gd name="T91" fmla="*/ 46 h 85"/>
                  <a:gd name="T92" fmla="*/ 6 w 6"/>
                  <a:gd name="T93" fmla="*/ 40 h 85"/>
                  <a:gd name="T94" fmla="*/ 6 w 6"/>
                  <a:gd name="T95" fmla="*/ 34 h 85"/>
                  <a:gd name="T96" fmla="*/ 6 w 6"/>
                  <a:gd name="T97" fmla="*/ 29 h 85"/>
                  <a:gd name="T98" fmla="*/ 6 w 6"/>
                  <a:gd name="T99" fmla="*/ 20 h 85"/>
                  <a:gd name="T100" fmla="*/ 6 w 6"/>
                  <a:gd name="T101" fmla="*/ 7 h 85"/>
                  <a:gd name="T102" fmla="*/ 6 w 6"/>
                  <a:gd name="T10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5">
                    <a:moveTo>
                      <a:pt x="0" y="19"/>
                    </a:moveTo>
                    <a:lnTo>
                      <a:pt x="0" y="22"/>
                    </a:lnTo>
                    <a:lnTo>
                      <a:pt x="0" y="29"/>
                    </a:lnTo>
                    <a:lnTo>
                      <a:pt x="1" y="34"/>
                    </a:lnTo>
                    <a:lnTo>
                      <a:pt x="1" y="37"/>
                    </a:lnTo>
                    <a:lnTo>
                      <a:pt x="1" y="41"/>
                    </a:lnTo>
                    <a:lnTo>
                      <a:pt x="1" y="42"/>
                    </a:lnTo>
                    <a:lnTo>
                      <a:pt x="1" y="46"/>
                    </a:lnTo>
                    <a:lnTo>
                      <a:pt x="1" y="56"/>
                    </a:lnTo>
                    <a:lnTo>
                      <a:pt x="1" y="60"/>
                    </a:lnTo>
                    <a:lnTo>
                      <a:pt x="1" y="58"/>
                    </a:lnTo>
                    <a:lnTo>
                      <a:pt x="1" y="61"/>
                    </a:lnTo>
                    <a:lnTo>
                      <a:pt x="2" y="68"/>
                    </a:lnTo>
                    <a:lnTo>
                      <a:pt x="2" y="70"/>
                    </a:lnTo>
                    <a:lnTo>
                      <a:pt x="2" y="72"/>
                    </a:lnTo>
                    <a:lnTo>
                      <a:pt x="2" y="75"/>
                    </a:lnTo>
                    <a:lnTo>
                      <a:pt x="2" y="74"/>
                    </a:lnTo>
                    <a:lnTo>
                      <a:pt x="2" y="72"/>
                    </a:lnTo>
                    <a:lnTo>
                      <a:pt x="2" y="73"/>
                    </a:lnTo>
                    <a:lnTo>
                      <a:pt x="2" y="77"/>
                    </a:lnTo>
                    <a:lnTo>
                      <a:pt x="2" y="79"/>
                    </a:lnTo>
                    <a:lnTo>
                      <a:pt x="3" y="77"/>
                    </a:lnTo>
                    <a:lnTo>
                      <a:pt x="3" y="75"/>
                    </a:lnTo>
                    <a:lnTo>
                      <a:pt x="3" y="76"/>
                    </a:lnTo>
                    <a:lnTo>
                      <a:pt x="3" y="73"/>
                    </a:lnTo>
                    <a:lnTo>
                      <a:pt x="3" y="72"/>
                    </a:lnTo>
                    <a:lnTo>
                      <a:pt x="3" y="76"/>
                    </a:lnTo>
                    <a:lnTo>
                      <a:pt x="4" y="75"/>
                    </a:lnTo>
                    <a:lnTo>
                      <a:pt x="4" y="66"/>
                    </a:lnTo>
                    <a:lnTo>
                      <a:pt x="4" y="66"/>
                    </a:lnTo>
                    <a:lnTo>
                      <a:pt x="4" y="78"/>
                    </a:lnTo>
                    <a:lnTo>
                      <a:pt x="4" y="85"/>
                    </a:lnTo>
                    <a:lnTo>
                      <a:pt x="4" y="81"/>
                    </a:lnTo>
                    <a:lnTo>
                      <a:pt x="4" y="74"/>
                    </a:lnTo>
                    <a:lnTo>
                      <a:pt x="4" y="74"/>
                    </a:lnTo>
                    <a:lnTo>
                      <a:pt x="4" y="76"/>
                    </a:lnTo>
                    <a:lnTo>
                      <a:pt x="5" y="73"/>
                    </a:lnTo>
                    <a:lnTo>
                      <a:pt x="5" y="69"/>
                    </a:lnTo>
                    <a:lnTo>
                      <a:pt x="5" y="63"/>
                    </a:lnTo>
                    <a:lnTo>
                      <a:pt x="5" y="54"/>
                    </a:lnTo>
                    <a:lnTo>
                      <a:pt x="5" y="48"/>
                    </a:lnTo>
                    <a:lnTo>
                      <a:pt x="5" y="50"/>
                    </a:lnTo>
                    <a:lnTo>
                      <a:pt x="5" y="51"/>
                    </a:lnTo>
                    <a:lnTo>
                      <a:pt x="6" y="48"/>
                    </a:lnTo>
                    <a:lnTo>
                      <a:pt x="6" y="47"/>
                    </a:lnTo>
                    <a:lnTo>
                      <a:pt x="6" y="46"/>
                    </a:lnTo>
                    <a:lnTo>
                      <a:pt x="6" y="40"/>
                    </a:lnTo>
                    <a:lnTo>
                      <a:pt x="6" y="34"/>
                    </a:lnTo>
                    <a:lnTo>
                      <a:pt x="6" y="29"/>
                    </a:lnTo>
                    <a:lnTo>
                      <a:pt x="6" y="20"/>
                    </a:lnTo>
                    <a:lnTo>
                      <a:pt x="6" y="7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61" name="Freeform 906"/>
              <p:cNvSpPr/>
              <p:nvPr/>
            </p:nvSpPr>
            <p:spPr bwMode="auto">
              <a:xfrm>
                <a:off x="1660" y="2888"/>
                <a:ext cx="7" cy="125"/>
              </a:xfrm>
              <a:custGeom>
                <a:avLst/>
                <a:gdLst>
                  <a:gd name="T0" fmla="*/ 0 w 7"/>
                  <a:gd name="T1" fmla="*/ 125 h 125"/>
                  <a:gd name="T2" fmla="*/ 0 w 7"/>
                  <a:gd name="T3" fmla="*/ 118 h 125"/>
                  <a:gd name="T4" fmla="*/ 1 w 7"/>
                  <a:gd name="T5" fmla="*/ 116 h 125"/>
                  <a:gd name="T6" fmla="*/ 1 w 7"/>
                  <a:gd name="T7" fmla="*/ 111 h 125"/>
                  <a:gd name="T8" fmla="*/ 1 w 7"/>
                  <a:gd name="T9" fmla="*/ 101 h 125"/>
                  <a:gd name="T10" fmla="*/ 1 w 7"/>
                  <a:gd name="T11" fmla="*/ 95 h 125"/>
                  <a:gd name="T12" fmla="*/ 1 w 7"/>
                  <a:gd name="T13" fmla="*/ 93 h 125"/>
                  <a:gd name="T14" fmla="*/ 1 w 7"/>
                  <a:gd name="T15" fmla="*/ 89 h 125"/>
                  <a:gd name="T16" fmla="*/ 1 w 7"/>
                  <a:gd name="T17" fmla="*/ 85 h 125"/>
                  <a:gd name="T18" fmla="*/ 1 w 7"/>
                  <a:gd name="T19" fmla="*/ 79 h 125"/>
                  <a:gd name="T20" fmla="*/ 1 w 7"/>
                  <a:gd name="T21" fmla="*/ 70 h 125"/>
                  <a:gd name="T22" fmla="*/ 2 w 7"/>
                  <a:gd name="T23" fmla="*/ 61 h 125"/>
                  <a:gd name="T24" fmla="*/ 2 w 7"/>
                  <a:gd name="T25" fmla="*/ 59 h 125"/>
                  <a:gd name="T26" fmla="*/ 2 w 7"/>
                  <a:gd name="T27" fmla="*/ 60 h 125"/>
                  <a:gd name="T28" fmla="*/ 2 w 7"/>
                  <a:gd name="T29" fmla="*/ 55 h 125"/>
                  <a:gd name="T30" fmla="*/ 2 w 7"/>
                  <a:gd name="T31" fmla="*/ 48 h 125"/>
                  <a:gd name="T32" fmla="*/ 2 w 7"/>
                  <a:gd name="T33" fmla="*/ 44 h 125"/>
                  <a:gd name="T34" fmla="*/ 3 w 7"/>
                  <a:gd name="T35" fmla="*/ 40 h 125"/>
                  <a:gd name="T36" fmla="*/ 3 w 7"/>
                  <a:gd name="T37" fmla="*/ 37 h 125"/>
                  <a:gd name="T38" fmla="*/ 3 w 7"/>
                  <a:gd name="T39" fmla="*/ 35 h 125"/>
                  <a:gd name="T40" fmla="*/ 3 w 7"/>
                  <a:gd name="T41" fmla="*/ 31 h 125"/>
                  <a:gd name="T42" fmla="*/ 3 w 7"/>
                  <a:gd name="T43" fmla="*/ 20 h 125"/>
                  <a:gd name="T44" fmla="*/ 3 w 7"/>
                  <a:gd name="T45" fmla="*/ 12 h 125"/>
                  <a:gd name="T46" fmla="*/ 3 w 7"/>
                  <a:gd name="T47" fmla="*/ 12 h 125"/>
                  <a:gd name="T48" fmla="*/ 3 w 7"/>
                  <a:gd name="T49" fmla="*/ 14 h 125"/>
                  <a:gd name="T50" fmla="*/ 3 w 7"/>
                  <a:gd name="T51" fmla="*/ 12 h 125"/>
                  <a:gd name="T52" fmla="*/ 4 w 7"/>
                  <a:gd name="T53" fmla="*/ 10 h 125"/>
                  <a:gd name="T54" fmla="*/ 4 w 7"/>
                  <a:gd name="T55" fmla="*/ 10 h 125"/>
                  <a:gd name="T56" fmla="*/ 4 w 7"/>
                  <a:gd name="T57" fmla="*/ 12 h 125"/>
                  <a:gd name="T58" fmla="*/ 4 w 7"/>
                  <a:gd name="T59" fmla="*/ 17 h 125"/>
                  <a:gd name="T60" fmla="*/ 4 w 7"/>
                  <a:gd name="T61" fmla="*/ 21 h 125"/>
                  <a:gd name="T62" fmla="*/ 4 w 7"/>
                  <a:gd name="T63" fmla="*/ 19 h 125"/>
                  <a:gd name="T64" fmla="*/ 5 w 7"/>
                  <a:gd name="T65" fmla="*/ 18 h 125"/>
                  <a:gd name="T66" fmla="*/ 5 w 7"/>
                  <a:gd name="T67" fmla="*/ 19 h 125"/>
                  <a:gd name="T68" fmla="*/ 5 w 7"/>
                  <a:gd name="T69" fmla="*/ 20 h 125"/>
                  <a:gd name="T70" fmla="*/ 5 w 7"/>
                  <a:gd name="T71" fmla="*/ 18 h 125"/>
                  <a:gd name="T72" fmla="*/ 5 w 7"/>
                  <a:gd name="T73" fmla="*/ 16 h 125"/>
                  <a:gd name="T74" fmla="*/ 5 w 7"/>
                  <a:gd name="T75" fmla="*/ 12 h 125"/>
                  <a:gd name="T76" fmla="*/ 5 w 7"/>
                  <a:gd name="T77" fmla="*/ 9 h 125"/>
                  <a:gd name="T78" fmla="*/ 5 w 7"/>
                  <a:gd name="T79" fmla="*/ 7 h 125"/>
                  <a:gd name="T80" fmla="*/ 5 w 7"/>
                  <a:gd name="T81" fmla="*/ 7 h 125"/>
                  <a:gd name="T82" fmla="*/ 6 w 7"/>
                  <a:gd name="T83" fmla="*/ 9 h 125"/>
                  <a:gd name="T84" fmla="*/ 6 w 7"/>
                  <a:gd name="T85" fmla="*/ 9 h 125"/>
                  <a:gd name="T86" fmla="*/ 6 w 7"/>
                  <a:gd name="T87" fmla="*/ 5 h 125"/>
                  <a:gd name="T88" fmla="*/ 6 w 7"/>
                  <a:gd name="T89" fmla="*/ 3 h 125"/>
                  <a:gd name="T90" fmla="*/ 6 w 7"/>
                  <a:gd name="T91" fmla="*/ 7 h 125"/>
                  <a:gd name="T92" fmla="*/ 6 w 7"/>
                  <a:gd name="T93" fmla="*/ 9 h 125"/>
                  <a:gd name="T94" fmla="*/ 6 w 7"/>
                  <a:gd name="T95" fmla="*/ 7 h 125"/>
                  <a:gd name="T96" fmla="*/ 6 w 7"/>
                  <a:gd name="T97" fmla="*/ 4 h 125"/>
                  <a:gd name="T98" fmla="*/ 6 w 7"/>
                  <a:gd name="T99" fmla="*/ 4 h 125"/>
                  <a:gd name="T100" fmla="*/ 7 w 7"/>
                  <a:gd name="T101" fmla="*/ 2 h 125"/>
                  <a:gd name="T102" fmla="*/ 7 w 7"/>
                  <a:gd name="T10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25">
                    <a:moveTo>
                      <a:pt x="0" y="125"/>
                    </a:moveTo>
                    <a:lnTo>
                      <a:pt x="0" y="118"/>
                    </a:lnTo>
                    <a:lnTo>
                      <a:pt x="1" y="116"/>
                    </a:lnTo>
                    <a:lnTo>
                      <a:pt x="1" y="111"/>
                    </a:lnTo>
                    <a:lnTo>
                      <a:pt x="1" y="101"/>
                    </a:lnTo>
                    <a:lnTo>
                      <a:pt x="1" y="95"/>
                    </a:lnTo>
                    <a:lnTo>
                      <a:pt x="1" y="93"/>
                    </a:lnTo>
                    <a:lnTo>
                      <a:pt x="1" y="89"/>
                    </a:lnTo>
                    <a:lnTo>
                      <a:pt x="1" y="85"/>
                    </a:lnTo>
                    <a:lnTo>
                      <a:pt x="1" y="79"/>
                    </a:lnTo>
                    <a:lnTo>
                      <a:pt x="1" y="70"/>
                    </a:lnTo>
                    <a:lnTo>
                      <a:pt x="2" y="61"/>
                    </a:lnTo>
                    <a:lnTo>
                      <a:pt x="2" y="59"/>
                    </a:lnTo>
                    <a:lnTo>
                      <a:pt x="2" y="60"/>
                    </a:lnTo>
                    <a:lnTo>
                      <a:pt x="2" y="55"/>
                    </a:lnTo>
                    <a:lnTo>
                      <a:pt x="2" y="48"/>
                    </a:lnTo>
                    <a:lnTo>
                      <a:pt x="2" y="44"/>
                    </a:lnTo>
                    <a:lnTo>
                      <a:pt x="3" y="40"/>
                    </a:lnTo>
                    <a:lnTo>
                      <a:pt x="3" y="37"/>
                    </a:lnTo>
                    <a:lnTo>
                      <a:pt x="3" y="35"/>
                    </a:lnTo>
                    <a:lnTo>
                      <a:pt x="3" y="31"/>
                    </a:lnTo>
                    <a:lnTo>
                      <a:pt x="3" y="20"/>
                    </a:lnTo>
                    <a:lnTo>
                      <a:pt x="3" y="12"/>
                    </a:lnTo>
                    <a:lnTo>
                      <a:pt x="3" y="12"/>
                    </a:lnTo>
                    <a:lnTo>
                      <a:pt x="3" y="14"/>
                    </a:lnTo>
                    <a:lnTo>
                      <a:pt x="3" y="12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4" y="12"/>
                    </a:lnTo>
                    <a:lnTo>
                      <a:pt x="4" y="17"/>
                    </a:lnTo>
                    <a:lnTo>
                      <a:pt x="4" y="21"/>
                    </a:lnTo>
                    <a:lnTo>
                      <a:pt x="4" y="19"/>
                    </a:lnTo>
                    <a:lnTo>
                      <a:pt x="5" y="18"/>
                    </a:lnTo>
                    <a:lnTo>
                      <a:pt x="5" y="19"/>
                    </a:lnTo>
                    <a:lnTo>
                      <a:pt x="5" y="20"/>
                    </a:lnTo>
                    <a:lnTo>
                      <a:pt x="5" y="18"/>
                    </a:lnTo>
                    <a:lnTo>
                      <a:pt x="5" y="16"/>
                    </a:lnTo>
                    <a:lnTo>
                      <a:pt x="5" y="12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6" y="5"/>
                    </a:lnTo>
                    <a:lnTo>
                      <a:pt x="6" y="3"/>
                    </a:lnTo>
                    <a:lnTo>
                      <a:pt x="6" y="7"/>
                    </a:lnTo>
                    <a:lnTo>
                      <a:pt x="6" y="9"/>
                    </a:lnTo>
                    <a:lnTo>
                      <a:pt x="6" y="7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7" y="2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62" name="Freeform 907"/>
              <p:cNvSpPr/>
              <p:nvPr/>
            </p:nvSpPr>
            <p:spPr bwMode="auto">
              <a:xfrm>
                <a:off x="1667" y="2884"/>
                <a:ext cx="6" cy="103"/>
              </a:xfrm>
              <a:custGeom>
                <a:avLst/>
                <a:gdLst>
                  <a:gd name="T0" fmla="*/ 0 w 6"/>
                  <a:gd name="T1" fmla="*/ 6 h 103"/>
                  <a:gd name="T2" fmla="*/ 0 w 6"/>
                  <a:gd name="T3" fmla="*/ 4 h 103"/>
                  <a:gd name="T4" fmla="*/ 0 w 6"/>
                  <a:gd name="T5" fmla="*/ 8 h 103"/>
                  <a:gd name="T6" fmla="*/ 0 w 6"/>
                  <a:gd name="T7" fmla="*/ 9 h 103"/>
                  <a:gd name="T8" fmla="*/ 0 w 6"/>
                  <a:gd name="T9" fmla="*/ 3 h 103"/>
                  <a:gd name="T10" fmla="*/ 0 w 6"/>
                  <a:gd name="T11" fmla="*/ 0 h 103"/>
                  <a:gd name="T12" fmla="*/ 1 w 6"/>
                  <a:gd name="T13" fmla="*/ 5 h 103"/>
                  <a:gd name="T14" fmla="*/ 1 w 6"/>
                  <a:gd name="T15" fmla="*/ 8 h 103"/>
                  <a:gd name="T16" fmla="*/ 1 w 6"/>
                  <a:gd name="T17" fmla="*/ 7 h 103"/>
                  <a:gd name="T18" fmla="*/ 1 w 6"/>
                  <a:gd name="T19" fmla="*/ 10 h 103"/>
                  <a:gd name="T20" fmla="*/ 1 w 6"/>
                  <a:gd name="T21" fmla="*/ 15 h 103"/>
                  <a:gd name="T22" fmla="*/ 1 w 6"/>
                  <a:gd name="T23" fmla="*/ 20 h 103"/>
                  <a:gd name="T24" fmla="*/ 1 w 6"/>
                  <a:gd name="T25" fmla="*/ 26 h 103"/>
                  <a:gd name="T26" fmla="*/ 1 w 6"/>
                  <a:gd name="T27" fmla="*/ 30 h 103"/>
                  <a:gd name="T28" fmla="*/ 1 w 6"/>
                  <a:gd name="T29" fmla="*/ 32 h 103"/>
                  <a:gd name="T30" fmla="*/ 1 w 6"/>
                  <a:gd name="T31" fmla="*/ 36 h 103"/>
                  <a:gd name="T32" fmla="*/ 2 w 6"/>
                  <a:gd name="T33" fmla="*/ 41 h 103"/>
                  <a:gd name="T34" fmla="*/ 2 w 6"/>
                  <a:gd name="T35" fmla="*/ 44 h 103"/>
                  <a:gd name="T36" fmla="*/ 2 w 6"/>
                  <a:gd name="T37" fmla="*/ 45 h 103"/>
                  <a:gd name="T38" fmla="*/ 2 w 6"/>
                  <a:gd name="T39" fmla="*/ 46 h 103"/>
                  <a:gd name="T40" fmla="*/ 2 w 6"/>
                  <a:gd name="T41" fmla="*/ 49 h 103"/>
                  <a:gd name="T42" fmla="*/ 2 w 6"/>
                  <a:gd name="T43" fmla="*/ 57 h 103"/>
                  <a:gd name="T44" fmla="*/ 3 w 6"/>
                  <a:gd name="T45" fmla="*/ 65 h 103"/>
                  <a:gd name="T46" fmla="*/ 3 w 6"/>
                  <a:gd name="T47" fmla="*/ 71 h 103"/>
                  <a:gd name="T48" fmla="*/ 3 w 6"/>
                  <a:gd name="T49" fmla="*/ 73 h 103"/>
                  <a:gd name="T50" fmla="*/ 3 w 6"/>
                  <a:gd name="T51" fmla="*/ 76 h 103"/>
                  <a:gd name="T52" fmla="*/ 3 w 6"/>
                  <a:gd name="T53" fmla="*/ 82 h 103"/>
                  <a:gd name="T54" fmla="*/ 3 w 6"/>
                  <a:gd name="T55" fmla="*/ 84 h 103"/>
                  <a:gd name="T56" fmla="*/ 3 w 6"/>
                  <a:gd name="T57" fmla="*/ 84 h 103"/>
                  <a:gd name="T58" fmla="*/ 3 w 6"/>
                  <a:gd name="T59" fmla="*/ 88 h 103"/>
                  <a:gd name="T60" fmla="*/ 3 w 6"/>
                  <a:gd name="T61" fmla="*/ 90 h 103"/>
                  <a:gd name="T62" fmla="*/ 4 w 6"/>
                  <a:gd name="T63" fmla="*/ 89 h 103"/>
                  <a:gd name="T64" fmla="*/ 4 w 6"/>
                  <a:gd name="T65" fmla="*/ 92 h 103"/>
                  <a:gd name="T66" fmla="*/ 4 w 6"/>
                  <a:gd name="T67" fmla="*/ 99 h 103"/>
                  <a:gd name="T68" fmla="*/ 4 w 6"/>
                  <a:gd name="T69" fmla="*/ 101 h 103"/>
                  <a:gd name="T70" fmla="*/ 4 w 6"/>
                  <a:gd name="T71" fmla="*/ 101 h 103"/>
                  <a:gd name="T72" fmla="*/ 4 w 6"/>
                  <a:gd name="T73" fmla="*/ 103 h 103"/>
                  <a:gd name="T74" fmla="*/ 4 w 6"/>
                  <a:gd name="T75" fmla="*/ 101 h 103"/>
                  <a:gd name="T76" fmla="*/ 4 w 6"/>
                  <a:gd name="T77" fmla="*/ 96 h 103"/>
                  <a:gd name="T78" fmla="*/ 4 w 6"/>
                  <a:gd name="T79" fmla="*/ 93 h 103"/>
                  <a:gd name="T80" fmla="*/ 5 w 6"/>
                  <a:gd name="T81" fmla="*/ 90 h 103"/>
                  <a:gd name="T82" fmla="*/ 5 w 6"/>
                  <a:gd name="T83" fmla="*/ 82 h 103"/>
                  <a:gd name="T84" fmla="*/ 5 w 6"/>
                  <a:gd name="T85" fmla="*/ 74 h 103"/>
                  <a:gd name="T86" fmla="*/ 5 w 6"/>
                  <a:gd name="T87" fmla="*/ 70 h 103"/>
                  <a:gd name="T88" fmla="*/ 5 w 6"/>
                  <a:gd name="T89" fmla="*/ 67 h 103"/>
                  <a:gd name="T90" fmla="*/ 5 w 6"/>
                  <a:gd name="T91" fmla="*/ 62 h 103"/>
                  <a:gd name="T92" fmla="*/ 6 w 6"/>
                  <a:gd name="T93" fmla="*/ 57 h 103"/>
                  <a:gd name="T94" fmla="*/ 6 w 6"/>
                  <a:gd name="T95" fmla="*/ 53 h 103"/>
                  <a:gd name="T96" fmla="*/ 6 w 6"/>
                  <a:gd name="T97" fmla="*/ 49 h 103"/>
                  <a:gd name="T98" fmla="*/ 6 w 6"/>
                  <a:gd name="T99" fmla="*/ 47 h 103"/>
                  <a:gd name="T100" fmla="*/ 6 w 6"/>
                  <a:gd name="T101" fmla="*/ 46 h 103"/>
                  <a:gd name="T102" fmla="*/ 6 w 6"/>
                  <a:gd name="T103" fmla="*/ 4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03">
                    <a:moveTo>
                      <a:pt x="0" y="6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1" y="5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1" y="10"/>
                    </a:lnTo>
                    <a:lnTo>
                      <a:pt x="1" y="15"/>
                    </a:lnTo>
                    <a:lnTo>
                      <a:pt x="1" y="20"/>
                    </a:lnTo>
                    <a:lnTo>
                      <a:pt x="1" y="26"/>
                    </a:lnTo>
                    <a:lnTo>
                      <a:pt x="1" y="30"/>
                    </a:lnTo>
                    <a:lnTo>
                      <a:pt x="1" y="32"/>
                    </a:lnTo>
                    <a:lnTo>
                      <a:pt x="1" y="36"/>
                    </a:lnTo>
                    <a:lnTo>
                      <a:pt x="2" y="41"/>
                    </a:lnTo>
                    <a:lnTo>
                      <a:pt x="2" y="44"/>
                    </a:lnTo>
                    <a:lnTo>
                      <a:pt x="2" y="45"/>
                    </a:lnTo>
                    <a:lnTo>
                      <a:pt x="2" y="46"/>
                    </a:lnTo>
                    <a:lnTo>
                      <a:pt x="2" y="49"/>
                    </a:lnTo>
                    <a:lnTo>
                      <a:pt x="2" y="57"/>
                    </a:lnTo>
                    <a:lnTo>
                      <a:pt x="3" y="65"/>
                    </a:lnTo>
                    <a:lnTo>
                      <a:pt x="3" y="71"/>
                    </a:lnTo>
                    <a:lnTo>
                      <a:pt x="3" y="73"/>
                    </a:lnTo>
                    <a:lnTo>
                      <a:pt x="3" y="76"/>
                    </a:lnTo>
                    <a:lnTo>
                      <a:pt x="3" y="82"/>
                    </a:lnTo>
                    <a:lnTo>
                      <a:pt x="3" y="84"/>
                    </a:lnTo>
                    <a:lnTo>
                      <a:pt x="3" y="84"/>
                    </a:lnTo>
                    <a:lnTo>
                      <a:pt x="3" y="88"/>
                    </a:lnTo>
                    <a:lnTo>
                      <a:pt x="3" y="90"/>
                    </a:lnTo>
                    <a:lnTo>
                      <a:pt x="4" y="89"/>
                    </a:lnTo>
                    <a:lnTo>
                      <a:pt x="4" y="92"/>
                    </a:lnTo>
                    <a:lnTo>
                      <a:pt x="4" y="99"/>
                    </a:lnTo>
                    <a:lnTo>
                      <a:pt x="4" y="101"/>
                    </a:lnTo>
                    <a:lnTo>
                      <a:pt x="4" y="101"/>
                    </a:lnTo>
                    <a:lnTo>
                      <a:pt x="4" y="103"/>
                    </a:lnTo>
                    <a:lnTo>
                      <a:pt x="4" y="101"/>
                    </a:lnTo>
                    <a:lnTo>
                      <a:pt x="4" y="96"/>
                    </a:lnTo>
                    <a:lnTo>
                      <a:pt x="4" y="93"/>
                    </a:lnTo>
                    <a:lnTo>
                      <a:pt x="5" y="90"/>
                    </a:lnTo>
                    <a:lnTo>
                      <a:pt x="5" y="82"/>
                    </a:lnTo>
                    <a:lnTo>
                      <a:pt x="5" y="74"/>
                    </a:lnTo>
                    <a:lnTo>
                      <a:pt x="5" y="70"/>
                    </a:lnTo>
                    <a:lnTo>
                      <a:pt x="5" y="67"/>
                    </a:lnTo>
                    <a:lnTo>
                      <a:pt x="5" y="62"/>
                    </a:lnTo>
                    <a:lnTo>
                      <a:pt x="6" y="57"/>
                    </a:lnTo>
                    <a:lnTo>
                      <a:pt x="6" y="53"/>
                    </a:lnTo>
                    <a:lnTo>
                      <a:pt x="6" y="49"/>
                    </a:lnTo>
                    <a:lnTo>
                      <a:pt x="6" y="47"/>
                    </a:lnTo>
                    <a:lnTo>
                      <a:pt x="6" y="46"/>
                    </a:lnTo>
                    <a:lnTo>
                      <a:pt x="6" y="4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63" name="Freeform 908"/>
              <p:cNvSpPr/>
              <p:nvPr/>
            </p:nvSpPr>
            <p:spPr bwMode="auto">
              <a:xfrm>
                <a:off x="1673" y="2912"/>
                <a:ext cx="7" cy="42"/>
              </a:xfrm>
              <a:custGeom>
                <a:avLst/>
                <a:gdLst>
                  <a:gd name="T0" fmla="*/ 0 w 7"/>
                  <a:gd name="T1" fmla="*/ 18 h 42"/>
                  <a:gd name="T2" fmla="*/ 0 w 7"/>
                  <a:gd name="T3" fmla="*/ 16 h 42"/>
                  <a:gd name="T4" fmla="*/ 0 w 7"/>
                  <a:gd name="T5" fmla="*/ 10 h 42"/>
                  <a:gd name="T6" fmla="*/ 0 w 7"/>
                  <a:gd name="T7" fmla="*/ 6 h 42"/>
                  <a:gd name="T8" fmla="*/ 0 w 7"/>
                  <a:gd name="T9" fmla="*/ 7 h 42"/>
                  <a:gd name="T10" fmla="*/ 1 w 7"/>
                  <a:gd name="T11" fmla="*/ 7 h 42"/>
                  <a:gd name="T12" fmla="*/ 1 w 7"/>
                  <a:gd name="T13" fmla="*/ 4 h 42"/>
                  <a:gd name="T14" fmla="*/ 1 w 7"/>
                  <a:gd name="T15" fmla="*/ 2 h 42"/>
                  <a:gd name="T16" fmla="*/ 1 w 7"/>
                  <a:gd name="T17" fmla="*/ 1 h 42"/>
                  <a:gd name="T18" fmla="*/ 1 w 7"/>
                  <a:gd name="T19" fmla="*/ 2 h 42"/>
                  <a:gd name="T20" fmla="*/ 1 w 7"/>
                  <a:gd name="T21" fmla="*/ 1 h 42"/>
                  <a:gd name="T22" fmla="*/ 2 w 7"/>
                  <a:gd name="T23" fmla="*/ 0 h 42"/>
                  <a:gd name="T24" fmla="*/ 2 w 7"/>
                  <a:gd name="T25" fmla="*/ 2 h 42"/>
                  <a:gd name="T26" fmla="*/ 2 w 7"/>
                  <a:gd name="T27" fmla="*/ 4 h 42"/>
                  <a:gd name="T28" fmla="*/ 2 w 7"/>
                  <a:gd name="T29" fmla="*/ 5 h 42"/>
                  <a:gd name="T30" fmla="*/ 2 w 7"/>
                  <a:gd name="T31" fmla="*/ 6 h 42"/>
                  <a:gd name="T32" fmla="*/ 2 w 7"/>
                  <a:gd name="T33" fmla="*/ 12 h 42"/>
                  <a:gd name="T34" fmla="*/ 2 w 7"/>
                  <a:gd name="T35" fmla="*/ 15 h 42"/>
                  <a:gd name="T36" fmla="*/ 2 w 7"/>
                  <a:gd name="T37" fmla="*/ 15 h 42"/>
                  <a:gd name="T38" fmla="*/ 2 w 7"/>
                  <a:gd name="T39" fmla="*/ 18 h 42"/>
                  <a:gd name="T40" fmla="*/ 3 w 7"/>
                  <a:gd name="T41" fmla="*/ 21 h 42"/>
                  <a:gd name="T42" fmla="*/ 3 w 7"/>
                  <a:gd name="T43" fmla="*/ 22 h 42"/>
                  <a:gd name="T44" fmla="*/ 3 w 7"/>
                  <a:gd name="T45" fmla="*/ 22 h 42"/>
                  <a:gd name="T46" fmla="*/ 3 w 7"/>
                  <a:gd name="T47" fmla="*/ 22 h 42"/>
                  <a:gd name="T48" fmla="*/ 3 w 7"/>
                  <a:gd name="T49" fmla="*/ 24 h 42"/>
                  <a:gd name="T50" fmla="*/ 3 w 7"/>
                  <a:gd name="T51" fmla="*/ 23 h 42"/>
                  <a:gd name="T52" fmla="*/ 3 w 7"/>
                  <a:gd name="T53" fmla="*/ 23 h 42"/>
                  <a:gd name="T54" fmla="*/ 4 w 7"/>
                  <a:gd name="T55" fmla="*/ 25 h 42"/>
                  <a:gd name="T56" fmla="*/ 4 w 7"/>
                  <a:gd name="T57" fmla="*/ 27 h 42"/>
                  <a:gd name="T58" fmla="*/ 4 w 7"/>
                  <a:gd name="T59" fmla="*/ 27 h 42"/>
                  <a:gd name="T60" fmla="*/ 4 w 7"/>
                  <a:gd name="T61" fmla="*/ 30 h 42"/>
                  <a:gd name="T62" fmla="*/ 4 w 7"/>
                  <a:gd name="T63" fmla="*/ 34 h 42"/>
                  <a:gd name="T64" fmla="*/ 4 w 7"/>
                  <a:gd name="T65" fmla="*/ 35 h 42"/>
                  <a:gd name="T66" fmla="*/ 4 w 7"/>
                  <a:gd name="T67" fmla="*/ 35 h 42"/>
                  <a:gd name="T68" fmla="*/ 4 w 7"/>
                  <a:gd name="T69" fmla="*/ 37 h 42"/>
                  <a:gd name="T70" fmla="*/ 4 w 7"/>
                  <a:gd name="T71" fmla="*/ 37 h 42"/>
                  <a:gd name="T72" fmla="*/ 5 w 7"/>
                  <a:gd name="T73" fmla="*/ 34 h 42"/>
                  <a:gd name="T74" fmla="*/ 5 w 7"/>
                  <a:gd name="T75" fmla="*/ 34 h 42"/>
                  <a:gd name="T76" fmla="*/ 5 w 7"/>
                  <a:gd name="T77" fmla="*/ 34 h 42"/>
                  <a:gd name="T78" fmla="*/ 5 w 7"/>
                  <a:gd name="T79" fmla="*/ 32 h 42"/>
                  <a:gd name="T80" fmla="*/ 5 w 7"/>
                  <a:gd name="T81" fmla="*/ 30 h 42"/>
                  <a:gd name="T82" fmla="*/ 5 w 7"/>
                  <a:gd name="T83" fmla="*/ 30 h 42"/>
                  <a:gd name="T84" fmla="*/ 5 w 7"/>
                  <a:gd name="T85" fmla="*/ 30 h 42"/>
                  <a:gd name="T86" fmla="*/ 5 w 7"/>
                  <a:gd name="T87" fmla="*/ 28 h 42"/>
                  <a:gd name="T88" fmla="*/ 5 w 7"/>
                  <a:gd name="T89" fmla="*/ 26 h 42"/>
                  <a:gd name="T90" fmla="*/ 6 w 7"/>
                  <a:gd name="T91" fmla="*/ 26 h 42"/>
                  <a:gd name="T92" fmla="*/ 6 w 7"/>
                  <a:gd name="T93" fmla="*/ 27 h 42"/>
                  <a:gd name="T94" fmla="*/ 6 w 7"/>
                  <a:gd name="T95" fmla="*/ 29 h 42"/>
                  <a:gd name="T96" fmla="*/ 6 w 7"/>
                  <a:gd name="T97" fmla="*/ 33 h 42"/>
                  <a:gd name="T98" fmla="*/ 6 w 7"/>
                  <a:gd name="T99" fmla="*/ 34 h 42"/>
                  <a:gd name="T100" fmla="*/ 6 w 7"/>
                  <a:gd name="T101" fmla="*/ 34 h 42"/>
                  <a:gd name="T102" fmla="*/ 7 w 7"/>
                  <a:gd name="T103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2">
                    <a:moveTo>
                      <a:pt x="0" y="18"/>
                    </a:moveTo>
                    <a:lnTo>
                      <a:pt x="0" y="16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1" y="7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2" y="6"/>
                    </a:lnTo>
                    <a:lnTo>
                      <a:pt x="2" y="12"/>
                    </a:lnTo>
                    <a:lnTo>
                      <a:pt x="2" y="15"/>
                    </a:lnTo>
                    <a:lnTo>
                      <a:pt x="2" y="15"/>
                    </a:lnTo>
                    <a:lnTo>
                      <a:pt x="2" y="18"/>
                    </a:lnTo>
                    <a:lnTo>
                      <a:pt x="3" y="21"/>
                    </a:lnTo>
                    <a:lnTo>
                      <a:pt x="3" y="22"/>
                    </a:lnTo>
                    <a:lnTo>
                      <a:pt x="3" y="22"/>
                    </a:lnTo>
                    <a:lnTo>
                      <a:pt x="3" y="22"/>
                    </a:lnTo>
                    <a:lnTo>
                      <a:pt x="3" y="24"/>
                    </a:lnTo>
                    <a:lnTo>
                      <a:pt x="3" y="23"/>
                    </a:lnTo>
                    <a:lnTo>
                      <a:pt x="3" y="23"/>
                    </a:lnTo>
                    <a:lnTo>
                      <a:pt x="4" y="25"/>
                    </a:lnTo>
                    <a:lnTo>
                      <a:pt x="4" y="27"/>
                    </a:lnTo>
                    <a:lnTo>
                      <a:pt x="4" y="27"/>
                    </a:lnTo>
                    <a:lnTo>
                      <a:pt x="4" y="30"/>
                    </a:lnTo>
                    <a:lnTo>
                      <a:pt x="4" y="34"/>
                    </a:lnTo>
                    <a:lnTo>
                      <a:pt x="4" y="35"/>
                    </a:lnTo>
                    <a:lnTo>
                      <a:pt x="4" y="35"/>
                    </a:lnTo>
                    <a:lnTo>
                      <a:pt x="4" y="37"/>
                    </a:lnTo>
                    <a:lnTo>
                      <a:pt x="4" y="37"/>
                    </a:lnTo>
                    <a:lnTo>
                      <a:pt x="5" y="34"/>
                    </a:lnTo>
                    <a:lnTo>
                      <a:pt x="5" y="34"/>
                    </a:lnTo>
                    <a:lnTo>
                      <a:pt x="5" y="34"/>
                    </a:lnTo>
                    <a:lnTo>
                      <a:pt x="5" y="32"/>
                    </a:lnTo>
                    <a:lnTo>
                      <a:pt x="5" y="30"/>
                    </a:lnTo>
                    <a:lnTo>
                      <a:pt x="5" y="30"/>
                    </a:lnTo>
                    <a:lnTo>
                      <a:pt x="5" y="30"/>
                    </a:lnTo>
                    <a:lnTo>
                      <a:pt x="5" y="28"/>
                    </a:lnTo>
                    <a:lnTo>
                      <a:pt x="5" y="26"/>
                    </a:lnTo>
                    <a:lnTo>
                      <a:pt x="6" y="26"/>
                    </a:lnTo>
                    <a:lnTo>
                      <a:pt x="6" y="27"/>
                    </a:lnTo>
                    <a:lnTo>
                      <a:pt x="6" y="29"/>
                    </a:lnTo>
                    <a:lnTo>
                      <a:pt x="6" y="33"/>
                    </a:lnTo>
                    <a:lnTo>
                      <a:pt x="6" y="34"/>
                    </a:lnTo>
                    <a:lnTo>
                      <a:pt x="6" y="34"/>
                    </a:lnTo>
                    <a:lnTo>
                      <a:pt x="7" y="4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64" name="Freeform 909"/>
              <p:cNvSpPr/>
              <p:nvPr/>
            </p:nvSpPr>
            <p:spPr bwMode="auto">
              <a:xfrm>
                <a:off x="1679" y="2946"/>
                <a:ext cx="7" cy="156"/>
              </a:xfrm>
              <a:custGeom>
                <a:avLst/>
                <a:gdLst>
                  <a:gd name="T0" fmla="*/ 0 w 7"/>
                  <a:gd name="T1" fmla="*/ 0 h 156"/>
                  <a:gd name="T2" fmla="*/ 1 w 7"/>
                  <a:gd name="T3" fmla="*/ 8 h 156"/>
                  <a:gd name="T4" fmla="*/ 1 w 7"/>
                  <a:gd name="T5" fmla="*/ 19 h 156"/>
                  <a:gd name="T6" fmla="*/ 1 w 7"/>
                  <a:gd name="T7" fmla="*/ 21 h 156"/>
                  <a:gd name="T8" fmla="*/ 1 w 7"/>
                  <a:gd name="T9" fmla="*/ 20 h 156"/>
                  <a:gd name="T10" fmla="*/ 1 w 7"/>
                  <a:gd name="T11" fmla="*/ 25 h 156"/>
                  <a:gd name="T12" fmla="*/ 1 w 7"/>
                  <a:gd name="T13" fmla="*/ 32 h 156"/>
                  <a:gd name="T14" fmla="*/ 1 w 7"/>
                  <a:gd name="T15" fmla="*/ 32 h 156"/>
                  <a:gd name="T16" fmla="*/ 1 w 7"/>
                  <a:gd name="T17" fmla="*/ 33 h 156"/>
                  <a:gd name="T18" fmla="*/ 1 w 7"/>
                  <a:gd name="T19" fmla="*/ 39 h 156"/>
                  <a:gd name="T20" fmla="*/ 2 w 7"/>
                  <a:gd name="T21" fmla="*/ 43 h 156"/>
                  <a:gd name="T22" fmla="*/ 2 w 7"/>
                  <a:gd name="T23" fmla="*/ 44 h 156"/>
                  <a:gd name="T24" fmla="*/ 2 w 7"/>
                  <a:gd name="T25" fmla="*/ 48 h 156"/>
                  <a:gd name="T26" fmla="*/ 2 w 7"/>
                  <a:gd name="T27" fmla="*/ 55 h 156"/>
                  <a:gd name="T28" fmla="*/ 2 w 7"/>
                  <a:gd name="T29" fmla="*/ 62 h 156"/>
                  <a:gd name="T30" fmla="*/ 2 w 7"/>
                  <a:gd name="T31" fmla="*/ 66 h 156"/>
                  <a:gd name="T32" fmla="*/ 3 w 7"/>
                  <a:gd name="T33" fmla="*/ 73 h 156"/>
                  <a:gd name="T34" fmla="*/ 3 w 7"/>
                  <a:gd name="T35" fmla="*/ 76 h 156"/>
                  <a:gd name="T36" fmla="*/ 3 w 7"/>
                  <a:gd name="T37" fmla="*/ 76 h 156"/>
                  <a:gd name="T38" fmla="*/ 3 w 7"/>
                  <a:gd name="T39" fmla="*/ 79 h 156"/>
                  <a:gd name="T40" fmla="*/ 3 w 7"/>
                  <a:gd name="T41" fmla="*/ 84 h 156"/>
                  <a:gd name="T42" fmla="*/ 3 w 7"/>
                  <a:gd name="T43" fmla="*/ 86 h 156"/>
                  <a:gd name="T44" fmla="*/ 3 w 7"/>
                  <a:gd name="T45" fmla="*/ 89 h 156"/>
                  <a:gd name="T46" fmla="*/ 3 w 7"/>
                  <a:gd name="T47" fmla="*/ 94 h 156"/>
                  <a:gd name="T48" fmla="*/ 3 w 7"/>
                  <a:gd name="T49" fmla="*/ 98 h 156"/>
                  <a:gd name="T50" fmla="*/ 4 w 7"/>
                  <a:gd name="T51" fmla="*/ 100 h 156"/>
                  <a:gd name="T52" fmla="*/ 4 w 7"/>
                  <a:gd name="T53" fmla="*/ 104 h 156"/>
                  <a:gd name="T54" fmla="*/ 4 w 7"/>
                  <a:gd name="T55" fmla="*/ 108 h 156"/>
                  <a:gd name="T56" fmla="*/ 4 w 7"/>
                  <a:gd name="T57" fmla="*/ 113 h 156"/>
                  <a:gd name="T58" fmla="*/ 4 w 7"/>
                  <a:gd name="T59" fmla="*/ 116 h 156"/>
                  <a:gd name="T60" fmla="*/ 4 w 7"/>
                  <a:gd name="T61" fmla="*/ 118 h 156"/>
                  <a:gd name="T62" fmla="*/ 4 w 7"/>
                  <a:gd name="T63" fmla="*/ 120 h 156"/>
                  <a:gd name="T64" fmla="*/ 4 w 7"/>
                  <a:gd name="T65" fmla="*/ 123 h 156"/>
                  <a:gd name="T66" fmla="*/ 4 w 7"/>
                  <a:gd name="T67" fmla="*/ 124 h 156"/>
                  <a:gd name="T68" fmla="*/ 5 w 7"/>
                  <a:gd name="T69" fmla="*/ 127 h 156"/>
                  <a:gd name="T70" fmla="*/ 5 w 7"/>
                  <a:gd name="T71" fmla="*/ 131 h 156"/>
                  <a:gd name="T72" fmla="*/ 5 w 7"/>
                  <a:gd name="T73" fmla="*/ 133 h 156"/>
                  <a:gd name="T74" fmla="*/ 5 w 7"/>
                  <a:gd name="T75" fmla="*/ 134 h 156"/>
                  <a:gd name="T76" fmla="*/ 5 w 7"/>
                  <a:gd name="T77" fmla="*/ 137 h 156"/>
                  <a:gd name="T78" fmla="*/ 5 w 7"/>
                  <a:gd name="T79" fmla="*/ 139 h 156"/>
                  <a:gd name="T80" fmla="*/ 6 w 7"/>
                  <a:gd name="T81" fmla="*/ 138 h 156"/>
                  <a:gd name="T82" fmla="*/ 6 w 7"/>
                  <a:gd name="T83" fmla="*/ 139 h 156"/>
                  <a:gd name="T84" fmla="*/ 6 w 7"/>
                  <a:gd name="T85" fmla="*/ 142 h 156"/>
                  <a:gd name="T86" fmla="*/ 6 w 7"/>
                  <a:gd name="T87" fmla="*/ 139 h 156"/>
                  <a:gd name="T88" fmla="*/ 6 w 7"/>
                  <a:gd name="T89" fmla="*/ 139 h 156"/>
                  <a:gd name="T90" fmla="*/ 6 w 7"/>
                  <a:gd name="T91" fmla="*/ 150 h 156"/>
                  <a:gd name="T92" fmla="*/ 6 w 7"/>
                  <a:gd name="T93" fmla="*/ 156 h 156"/>
                  <a:gd name="T94" fmla="*/ 6 w 7"/>
                  <a:gd name="T95" fmla="*/ 146 h 156"/>
                  <a:gd name="T96" fmla="*/ 6 w 7"/>
                  <a:gd name="T97" fmla="*/ 139 h 156"/>
                  <a:gd name="T98" fmla="*/ 6 w 7"/>
                  <a:gd name="T99" fmla="*/ 145 h 156"/>
                  <a:gd name="T100" fmla="*/ 7 w 7"/>
                  <a:gd name="T101" fmla="*/ 149 h 156"/>
                  <a:gd name="T102" fmla="*/ 7 w 7"/>
                  <a:gd name="T103" fmla="*/ 142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56">
                    <a:moveTo>
                      <a:pt x="0" y="0"/>
                    </a:moveTo>
                    <a:lnTo>
                      <a:pt x="1" y="8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25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3"/>
                    </a:lnTo>
                    <a:lnTo>
                      <a:pt x="1" y="39"/>
                    </a:lnTo>
                    <a:lnTo>
                      <a:pt x="2" y="43"/>
                    </a:lnTo>
                    <a:lnTo>
                      <a:pt x="2" y="44"/>
                    </a:lnTo>
                    <a:lnTo>
                      <a:pt x="2" y="48"/>
                    </a:lnTo>
                    <a:lnTo>
                      <a:pt x="2" y="55"/>
                    </a:lnTo>
                    <a:lnTo>
                      <a:pt x="2" y="62"/>
                    </a:lnTo>
                    <a:lnTo>
                      <a:pt x="2" y="66"/>
                    </a:lnTo>
                    <a:lnTo>
                      <a:pt x="3" y="73"/>
                    </a:lnTo>
                    <a:lnTo>
                      <a:pt x="3" y="76"/>
                    </a:lnTo>
                    <a:lnTo>
                      <a:pt x="3" y="76"/>
                    </a:lnTo>
                    <a:lnTo>
                      <a:pt x="3" y="79"/>
                    </a:lnTo>
                    <a:lnTo>
                      <a:pt x="3" y="84"/>
                    </a:lnTo>
                    <a:lnTo>
                      <a:pt x="3" y="86"/>
                    </a:lnTo>
                    <a:lnTo>
                      <a:pt x="3" y="89"/>
                    </a:lnTo>
                    <a:lnTo>
                      <a:pt x="3" y="94"/>
                    </a:lnTo>
                    <a:lnTo>
                      <a:pt x="3" y="98"/>
                    </a:lnTo>
                    <a:lnTo>
                      <a:pt x="4" y="100"/>
                    </a:lnTo>
                    <a:lnTo>
                      <a:pt x="4" y="104"/>
                    </a:lnTo>
                    <a:lnTo>
                      <a:pt x="4" y="108"/>
                    </a:lnTo>
                    <a:lnTo>
                      <a:pt x="4" y="113"/>
                    </a:lnTo>
                    <a:lnTo>
                      <a:pt x="4" y="116"/>
                    </a:lnTo>
                    <a:lnTo>
                      <a:pt x="4" y="118"/>
                    </a:lnTo>
                    <a:lnTo>
                      <a:pt x="4" y="120"/>
                    </a:lnTo>
                    <a:lnTo>
                      <a:pt x="4" y="123"/>
                    </a:lnTo>
                    <a:lnTo>
                      <a:pt x="4" y="124"/>
                    </a:lnTo>
                    <a:lnTo>
                      <a:pt x="5" y="127"/>
                    </a:lnTo>
                    <a:lnTo>
                      <a:pt x="5" y="131"/>
                    </a:lnTo>
                    <a:lnTo>
                      <a:pt x="5" y="133"/>
                    </a:lnTo>
                    <a:lnTo>
                      <a:pt x="5" y="134"/>
                    </a:lnTo>
                    <a:lnTo>
                      <a:pt x="5" y="137"/>
                    </a:lnTo>
                    <a:lnTo>
                      <a:pt x="5" y="139"/>
                    </a:lnTo>
                    <a:lnTo>
                      <a:pt x="6" y="138"/>
                    </a:lnTo>
                    <a:lnTo>
                      <a:pt x="6" y="139"/>
                    </a:lnTo>
                    <a:lnTo>
                      <a:pt x="6" y="142"/>
                    </a:lnTo>
                    <a:lnTo>
                      <a:pt x="6" y="139"/>
                    </a:lnTo>
                    <a:lnTo>
                      <a:pt x="6" y="139"/>
                    </a:lnTo>
                    <a:lnTo>
                      <a:pt x="6" y="150"/>
                    </a:lnTo>
                    <a:lnTo>
                      <a:pt x="6" y="156"/>
                    </a:lnTo>
                    <a:lnTo>
                      <a:pt x="6" y="146"/>
                    </a:lnTo>
                    <a:lnTo>
                      <a:pt x="6" y="139"/>
                    </a:lnTo>
                    <a:lnTo>
                      <a:pt x="6" y="145"/>
                    </a:lnTo>
                    <a:lnTo>
                      <a:pt x="7" y="149"/>
                    </a:lnTo>
                    <a:lnTo>
                      <a:pt x="7" y="14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65" name="Freeform 910"/>
              <p:cNvSpPr/>
              <p:nvPr/>
            </p:nvSpPr>
            <p:spPr bwMode="auto">
              <a:xfrm>
                <a:off x="1686" y="2911"/>
                <a:ext cx="6" cy="184"/>
              </a:xfrm>
              <a:custGeom>
                <a:avLst/>
                <a:gdLst>
                  <a:gd name="T0" fmla="*/ 0 w 6"/>
                  <a:gd name="T1" fmla="*/ 184 h 184"/>
                  <a:gd name="T2" fmla="*/ 0 w 6"/>
                  <a:gd name="T3" fmla="*/ 177 h 184"/>
                  <a:gd name="T4" fmla="*/ 0 w 6"/>
                  <a:gd name="T5" fmla="*/ 169 h 184"/>
                  <a:gd name="T6" fmla="*/ 0 w 6"/>
                  <a:gd name="T7" fmla="*/ 165 h 184"/>
                  <a:gd name="T8" fmla="*/ 0 w 6"/>
                  <a:gd name="T9" fmla="*/ 162 h 184"/>
                  <a:gd name="T10" fmla="*/ 0 w 6"/>
                  <a:gd name="T11" fmla="*/ 164 h 184"/>
                  <a:gd name="T12" fmla="*/ 1 w 6"/>
                  <a:gd name="T13" fmla="*/ 170 h 184"/>
                  <a:gd name="T14" fmla="*/ 1 w 6"/>
                  <a:gd name="T15" fmla="*/ 171 h 184"/>
                  <a:gd name="T16" fmla="*/ 1 w 6"/>
                  <a:gd name="T17" fmla="*/ 167 h 184"/>
                  <a:gd name="T18" fmla="*/ 1 w 6"/>
                  <a:gd name="T19" fmla="*/ 166 h 184"/>
                  <a:gd name="T20" fmla="*/ 1 w 6"/>
                  <a:gd name="T21" fmla="*/ 164 h 184"/>
                  <a:gd name="T22" fmla="*/ 1 w 6"/>
                  <a:gd name="T23" fmla="*/ 153 h 184"/>
                  <a:gd name="T24" fmla="*/ 1 w 6"/>
                  <a:gd name="T25" fmla="*/ 141 h 184"/>
                  <a:gd name="T26" fmla="*/ 1 w 6"/>
                  <a:gd name="T27" fmla="*/ 137 h 184"/>
                  <a:gd name="T28" fmla="*/ 1 w 6"/>
                  <a:gd name="T29" fmla="*/ 127 h 184"/>
                  <a:gd name="T30" fmla="*/ 2 w 6"/>
                  <a:gd name="T31" fmla="*/ 112 h 184"/>
                  <a:gd name="T32" fmla="*/ 2 w 6"/>
                  <a:gd name="T33" fmla="*/ 104 h 184"/>
                  <a:gd name="T34" fmla="*/ 2 w 6"/>
                  <a:gd name="T35" fmla="*/ 99 h 184"/>
                  <a:gd name="T36" fmla="*/ 2 w 6"/>
                  <a:gd name="T37" fmla="*/ 96 h 184"/>
                  <a:gd name="T38" fmla="*/ 2 w 6"/>
                  <a:gd name="T39" fmla="*/ 97 h 184"/>
                  <a:gd name="T40" fmla="*/ 2 w 6"/>
                  <a:gd name="T41" fmla="*/ 95 h 184"/>
                  <a:gd name="T42" fmla="*/ 2 w 6"/>
                  <a:gd name="T43" fmla="*/ 89 h 184"/>
                  <a:gd name="T44" fmla="*/ 2 w 6"/>
                  <a:gd name="T45" fmla="*/ 84 h 184"/>
                  <a:gd name="T46" fmla="*/ 2 w 6"/>
                  <a:gd name="T47" fmla="*/ 80 h 184"/>
                  <a:gd name="T48" fmla="*/ 3 w 6"/>
                  <a:gd name="T49" fmla="*/ 73 h 184"/>
                  <a:gd name="T50" fmla="*/ 3 w 6"/>
                  <a:gd name="T51" fmla="*/ 64 h 184"/>
                  <a:gd name="T52" fmla="*/ 3 w 6"/>
                  <a:gd name="T53" fmla="*/ 57 h 184"/>
                  <a:gd name="T54" fmla="*/ 3 w 6"/>
                  <a:gd name="T55" fmla="*/ 50 h 184"/>
                  <a:gd name="T56" fmla="*/ 3 w 6"/>
                  <a:gd name="T57" fmla="*/ 44 h 184"/>
                  <a:gd name="T58" fmla="*/ 3 w 6"/>
                  <a:gd name="T59" fmla="*/ 36 h 184"/>
                  <a:gd name="T60" fmla="*/ 4 w 6"/>
                  <a:gd name="T61" fmla="*/ 26 h 184"/>
                  <a:gd name="T62" fmla="*/ 4 w 6"/>
                  <a:gd name="T63" fmla="*/ 23 h 184"/>
                  <a:gd name="T64" fmla="*/ 4 w 6"/>
                  <a:gd name="T65" fmla="*/ 23 h 184"/>
                  <a:gd name="T66" fmla="*/ 4 w 6"/>
                  <a:gd name="T67" fmla="*/ 21 h 184"/>
                  <a:gd name="T68" fmla="*/ 4 w 6"/>
                  <a:gd name="T69" fmla="*/ 20 h 184"/>
                  <a:gd name="T70" fmla="*/ 4 w 6"/>
                  <a:gd name="T71" fmla="*/ 16 h 184"/>
                  <a:gd name="T72" fmla="*/ 4 w 6"/>
                  <a:gd name="T73" fmla="*/ 10 h 184"/>
                  <a:gd name="T74" fmla="*/ 4 w 6"/>
                  <a:gd name="T75" fmla="*/ 6 h 184"/>
                  <a:gd name="T76" fmla="*/ 4 w 6"/>
                  <a:gd name="T77" fmla="*/ 10 h 184"/>
                  <a:gd name="T78" fmla="*/ 5 w 6"/>
                  <a:gd name="T79" fmla="*/ 14 h 184"/>
                  <a:gd name="T80" fmla="*/ 5 w 6"/>
                  <a:gd name="T81" fmla="*/ 10 h 184"/>
                  <a:gd name="T82" fmla="*/ 5 w 6"/>
                  <a:gd name="T83" fmla="*/ 2 h 184"/>
                  <a:gd name="T84" fmla="*/ 5 w 6"/>
                  <a:gd name="T85" fmla="*/ 0 h 184"/>
                  <a:gd name="T86" fmla="*/ 5 w 6"/>
                  <a:gd name="T87" fmla="*/ 4 h 184"/>
                  <a:gd name="T88" fmla="*/ 5 w 6"/>
                  <a:gd name="T89" fmla="*/ 6 h 184"/>
                  <a:gd name="T90" fmla="*/ 6 w 6"/>
                  <a:gd name="T91" fmla="*/ 5 h 184"/>
                  <a:gd name="T92" fmla="*/ 6 w 6"/>
                  <a:gd name="T93" fmla="*/ 4 h 184"/>
                  <a:gd name="T94" fmla="*/ 6 w 6"/>
                  <a:gd name="T95" fmla="*/ 3 h 184"/>
                  <a:gd name="T96" fmla="*/ 6 w 6"/>
                  <a:gd name="T97" fmla="*/ 4 h 184"/>
                  <a:gd name="T98" fmla="*/ 6 w 6"/>
                  <a:gd name="T99" fmla="*/ 5 h 184"/>
                  <a:gd name="T100" fmla="*/ 6 w 6"/>
                  <a:gd name="T101" fmla="*/ 3 h 184"/>
                  <a:gd name="T102" fmla="*/ 6 w 6"/>
                  <a:gd name="T103" fmla="*/ 1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84">
                    <a:moveTo>
                      <a:pt x="0" y="184"/>
                    </a:moveTo>
                    <a:lnTo>
                      <a:pt x="0" y="177"/>
                    </a:lnTo>
                    <a:lnTo>
                      <a:pt x="0" y="169"/>
                    </a:lnTo>
                    <a:lnTo>
                      <a:pt x="0" y="165"/>
                    </a:lnTo>
                    <a:lnTo>
                      <a:pt x="0" y="162"/>
                    </a:lnTo>
                    <a:lnTo>
                      <a:pt x="0" y="164"/>
                    </a:lnTo>
                    <a:lnTo>
                      <a:pt x="1" y="170"/>
                    </a:lnTo>
                    <a:lnTo>
                      <a:pt x="1" y="171"/>
                    </a:lnTo>
                    <a:lnTo>
                      <a:pt x="1" y="167"/>
                    </a:lnTo>
                    <a:lnTo>
                      <a:pt x="1" y="166"/>
                    </a:lnTo>
                    <a:lnTo>
                      <a:pt x="1" y="164"/>
                    </a:lnTo>
                    <a:lnTo>
                      <a:pt x="1" y="153"/>
                    </a:lnTo>
                    <a:lnTo>
                      <a:pt x="1" y="141"/>
                    </a:lnTo>
                    <a:lnTo>
                      <a:pt x="1" y="137"/>
                    </a:lnTo>
                    <a:lnTo>
                      <a:pt x="1" y="127"/>
                    </a:lnTo>
                    <a:lnTo>
                      <a:pt x="2" y="112"/>
                    </a:lnTo>
                    <a:lnTo>
                      <a:pt x="2" y="104"/>
                    </a:lnTo>
                    <a:lnTo>
                      <a:pt x="2" y="99"/>
                    </a:lnTo>
                    <a:lnTo>
                      <a:pt x="2" y="96"/>
                    </a:lnTo>
                    <a:lnTo>
                      <a:pt x="2" y="97"/>
                    </a:lnTo>
                    <a:lnTo>
                      <a:pt x="2" y="95"/>
                    </a:lnTo>
                    <a:lnTo>
                      <a:pt x="2" y="89"/>
                    </a:lnTo>
                    <a:lnTo>
                      <a:pt x="2" y="84"/>
                    </a:lnTo>
                    <a:lnTo>
                      <a:pt x="2" y="80"/>
                    </a:lnTo>
                    <a:lnTo>
                      <a:pt x="3" y="73"/>
                    </a:lnTo>
                    <a:lnTo>
                      <a:pt x="3" y="64"/>
                    </a:lnTo>
                    <a:lnTo>
                      <a:pt x="3" y="57"/>
                    </a:lnTo>
                    <a:lnTo>
                      <a:pt x="3" y="50"/>
                    </a:lnTo>
                    <a:lnTo>
                      <a:pt x="3" y="44"/>
                    </a:lnTo>
                    <a:lnTo>
                      <a:pt x="3" y="36"/>
                    </a:lnTo>
                    <a:lnTo>
                      <a:pt x="4" y="26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1"/>
                    </a:lnTo>
                    <a:lnTo>
                      <a:pt x="4" y="20"/>
                    </a:lnTo>
                    <a:lnTo>
                      <a:pt x="4" y="16"/>
                    </a:lnTo>
                    <a:lnTo>
                      <a:pt x="4" y="10"/>
                    </a:lnTo>
                    <a:lnTo>
                      <a:pt x="4" y="6"/>
                    </a:lnTo>
                    <a:lnTo>
                      <a:pt x="4" y="10"/>
                    </a:lnTo>
                    <a:lnTo>
                      <a:pt x="5" y="14"/>
                    </a:lnTo>
                    <a:lnTo>
                      <a:pt x="5" y="10"/>
                    </a:lnTo>
                    <a:lnTo>
                      <a:pt x="5" y="2"/>
                    </a:lnTo>
                    <a:lnTo>
                      <a:pt x="5" y="0"/>
                    </a:lnTo>
                    <a:lnTo>
                      <a:pt x="5" y="4"/>
                    </a:lnTo>
                    <a:lnTo>
                      <a:pt x="5" y="6"/>
                    </a:lnTo>
                    <a:lnTo>
                      <a:pt x="6" y="5"/>
                    </a:lnTo>
                    <a:lnTo>
                      <a:pt x="6" y="4"/>
                    </a:lnTo>
                    <a:lnTo>
                      <a:pt x="6" y="3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6" y="3"/>
                    </a:lnTo>
                    <a:lnTo>
                      <a:pt x="6" y="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66" name="Freeform 911"/>
              <p:cNvSpPr/>
              <p:nvPr/>
            </p:nvSpPr>
            <p:spPr bwMode="auto">
              <a:xfrm>
                <a:off x="1692" y="2901"/>
                <a:ext cx="6" cy="68"/>
              </a:xfrm>
              <a:custGeom>
                <a:avLst/>
                <a:gdLst>
                  <a:gd name="T0" fmla="*/ 0 w 6"/>
                  <a:gd name="T1" fmla="*/ 13 h 68"/>
                  <a:gd name="T2" fmla="*/ 0 w 6"/>
                  <a:gd name="T3" fmla="*/ 11 h 68"/>
                  <a:gd name="T4" fmla="*/ 0 w 6"/>
                  <a:gd name="T5" fmla="*/ 12 h 68"/>
                  <a:gd name="T6" fmla="*/ 0 w 6"/>
                  <a:gd name="T7" fmla="*/ 12 h 68"/>
                  <a:gd name="T8" fmla="*/ 1 w 6"/>
                  <a:gd name="T9" fmla="*/ 11 h 68"/>
                  <a:gd name="T10" fmla="*/ 1 w 6"/>
                  <a:gd name="T11" fmla="*/ 13 h 68"/>
                  <a:gd name="T12" fmla="*/ 1 w 6"/>
                  <a:gd name="T13" fmla="*/ 12 h 68"/>
                  <a:gd name="T14" fmla="*/ 1 w 6"/>
                  <a:gd name="T15" fmla="*/ 11 h 68"/>
                  <a:gd name="T16" fmla="*/ 1 w 6"/>
                  <a:gd name="T17" fmla="*/ 12 h 68"/>
                  <a:gd name="T18" fmla="*/ 1 w 6"/>
                  <a:gd name="T19" fmla="*/ 9 h 68"/>
                  <a:gd name="T20" fmla="*/ 1 w 6"/>
                  <a:gd name="T21" fmla="*/ 8 h 68"/>
                  <a:gd name="T22" fmla="*/ 1 w 6"/>
                  <a:gd name="T23" fmla="*/ 8 h 68"/>
                  <a:gd name="T24" fmla="*/ 1 w 6"/>
                  <a:gd name="T25" fmla="*/ 6 h 68"/>
                  <a:gd name="T26" fmla="*/ 1 w 6"/>
                  <a:gd name="T27" fmla="*/ 3 h 68"/>
                  <a:gd name="T28" fmla="*/ 2 w 6"/>
                  <a:gd name="T29" fmla="*/ 3 h 68"/>
                  <a:gd name="T30" fmla="*/ 2 w 6"/>
                  <a:gd name="T31" fmla="*/ 4 h 68"/>
                  <a:gd name="T32" fmla="*/ 2 w 6"/>
                  <a:gd name="T33" fmla="*/ 4 h 68"/>
                  <a:gd name="T34" fmla="*/ 2 w 6"/>
                  <a:gd name="T35" fmla="*/ 5 h 68"/>
                  <a:gd name="T36" fmla="*/ 2 w 6"/>
                  <a:gd name="T37" fmla="*/ 3 h 68"/>
                  <a:gd name="T38" fmla="*/ 2 w 6"/>
                  <a:gd name="T39" fmla="*/ 0 h 68"/>
                  <a:gd name="T40" fmla="*/ 3 w 6"/>
                  <a:gd name="T41" fmla="*/ 1 h 68"/>
                  <a:gd name="T42" fmla="*/ 3 w 6"/>
                  <a:gd name="T43" fmla="*/ 3 h 68"/>
                  <a:gd name="T44" fmla="*/ 3 w 6"/>
                  <a:gd name="T45" fmla="*/ 3 h 68"/>
                  <a:gd name="T46" fmla="*/ 3 w 6"/>
                  <a:gd name="T47" fmla="*/ 5 h 68"/>
                  <a:gd name="T48" fmla="*/ 3 w 6"/>
                  <a:gd name="T49" fmla="*/ 7 h 68"/>
                  <a:gd name="T50" fmla="*/ 3 w 6"/>
                  <a:gd name="T51" fmla="*/ 8 h 68"/>
                  <a:gd name="T52" fmla="*/ 3 w 6"/>
                  <a:gd name="T53" fmla="*/ 11 h 68"/>
                  <a:gd name="T54" fmla="*/ 3 w 6"/>
                  <a:gd name="T55" fmla="*/ 16 h 68"/>
                  <a:gd name="T56" fmla="*/ 3 w 6"/>
                  <a:gd name="T57" fmla="*/ 19 h 68"/>
                  <a:gd name="T58" fmla="*/ 4 w 6"/>
                  <a:gd name="T59" fmla="*/ 18 h 68"/>
                  <a:gd name="T60" fmla="*/ 4 w 6"/>
                  <a:gd name="T61" fmla="*/ 16 h 68"/>
                  <a:gd name="T62" fmla="*/ 4 w 6"/>
                  <a:gd name="T63" fmla="*/ 19 h 68"/>
                  <a:gd name="T64" fmla="*/ 4 w 6"/>
                  <a:gd name="T65" fmla="*/ 20 h 68"/>
                  <a:gd name="T66" fmla="*/ 4 w 6"/>
                  <a:gd name="T67" fmla="*/ 17 h 68"/>
                  <a:gd name="T68" fmla="*/ 4 w 6"/>
                  <a:gd name="T69" fmla="*/ 22 h 68"/>
                  <a:gd name="T70" fmla="*/ 5 w 6"/>
                  <a:gd name="T71" fmla="*/ 30 h 68"/>
                  <a:gd name="T72" fmla="*/ 5 w 6"/>
                  <a:gd name="T73" fmla="*/ 30 h 68"/>
                  <a:gd name="T74" fmla="*/ 5 w 6"/>
                  <a:gd name="T75" fmla="*/ 35 h 68"/>
                  <a:gd name="T76" fmla="*/ 5 w 6"/>
                  <a:gd name="T77" fmla="*/ 42 h 68"/>
                  <a:gd name="T78" fmla="*/ 5 w 6"/>
                  <a:gd name="T79" fmla="*/ 43 h 68"/>
                  <a:gd name="T80" fmla="*/ 5 w 6"/>
                  <a:gd name="T81" fmla="*/ 45 h 68"/>
                  <a:gd name="T82" fmla="*/ 5 w 6"/>
                  <a:gd name="T83" fmla="*/ 52 h 68"/>
                  <a:gd name="T84" fmla="*/ 5 w 6"/>
                  <a:gd name="T85" fmla="*/ 53 h 68"/>
                  <a:gd name="T86" fmla="*/ 5 w 6"/>
                  <a:gd name="T87" fmla="*/ 52 h 68"/>
                  <a:gd name="T88" fmla="*/ 6 w 6"/>
                  <a:gd name="T89" fmla="*/ 58 h 68"/>
                  <a:gd name="T90" fmla="*/ 6 w 6"/>
                  <a:gd name="T91" fmla="*/ 62 h 68"/>
                  <a:gd name="T92" fmla="*/ 6 w 6"/>
                  <a:gd name="T93" fmla="*/ 61 h 68"/>
                  <a:gd name="T94" fmla="*/ 6 w 6"/>
                  <a:gd name="T95" fmla="*/ 64 h 68"/>
                  <a:gd name="T96" fmla="*/ 6 w 6"/>
                  <a:gd name="T97" fmla="*/ 68 h 68"/>
                  <a:gd name="T98" fmla="*/ 6 w 6"/>
                  <a:gd name="T99" fmla="*/ 67 h 68"/>
                  <a:gd name="T100" fmla="*/ 6 w 6"/>
                  <a:gd name="T101" fmla="*/ 65 h 68"/>
                  <a:gd name="T102" fmla="*/ 6 w 6"/>
                  <a:gd name="T103" fmla="*/ 63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8">
                    <a:moveTo>
                      <a:pt x="0" y="13"/>
                    </a:moveTo>
                    <a:lnTo>
                      <a:pt x="0" y="11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1" y="11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1" y="11"/>
                    </a:lnTo>
                    <a:lnTo>
                      <a:pt x="1" y="12"/>
                    </a:lnTo>
                    <a:lnTo>
                      <a:pt x="1" y="9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1" y="6"/>
                    </a:lnTo>
                    <a:lnTo>
                      <a:pt x="1" y="3"/>
                    </a:lnTo>
                    <a:lnTo>
                      <a:pt x="2" y="3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0"/>
                    </a:lnTo>
                    <a:lnTo>
                      <a:pt x="3" y="1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5"/>
                    </a:lnTo>
                    <a:lnTo>
                      <a:pt x="3" y="7"/>
                    </a:lnTo>
                    <a:lnTo>
                      <a:pt x="3" y="8"/>
                    </a:lnTo>
                    <a:lnTo>
                      <a:pt x="3" y="11"/>
                    </a:lnTo>
                    <a:lnTo>
                      <a:pt x="3" y="16"/>
                    </a:lnTo>
                    <a:lnTo>
                      <a:pt x="3" y="19"/>
                    </a:lnTo>
                    <a:lnTo>
                      <a:pt x="4" y="18"/>
                    </a:lnTo>
                    <a:lnTo>
                      <a:pt x="4" y="16"/>
                    </a:lnTo>
                    <a:lnTo>
                      <a:pt x="4" y="19"/>
                    </a:lnTo>
                    <a:lnTo>
                      <a:pt x="4" y="20"/>
                    </a:lnTo>
                    <a:lnTo>
                      <a:pt x="4" y="17"/>
                    </a:lnTo>
                    <a:lnTo>
                      <a:pt x="4" y="22"/>
                    </a:lnTo>
                    <a:lnTo>
                      <a:pt x="5" y="30"/>
                    </a:lnTo>
                    <a:lnTo>
                      <a:pt x="5" y="30"/>
                    </a:lnTo>
                    <a:lnTo>
                      <a:pt x="5" y="35"/>
                    </a:lnTo>
                    <a:lnTo>
                      <a:pt x="5" y="42"/>
                    </a:lnTo>
                    <a:lnTo>
                      <a:pt x="5" y="43"/>
                    </a:lnTo>
                    <a:lnTo>
                      <a:pt x="5" y="45"/>
                    </a:lnTo>
                    <a:lnTo>
                      <a:pt x="5" y="52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6" y="58"/>
                    </a:lnTo>
                    <a:lnTo>
                      <a:pt x="6" y="62"/>
                    </a:lnTo>
                    <a:lnTo>
                      <a:pt x="6" y="61"/>
                    </a:lnTo>
                    <a:lnTo>
                      <a:pt x="6" y="64"/>
                    </a:lnTo>
                    <a:lnTo>
                      <a:pt x="6" y="68"/>
                    </a:lnTo>
                    <a:lnTo>
                      <a:pt x="6" y="67"/>
                    </a:lnTo>
                    <a:lnTo>
                      <a:pt x="6" y="65"/>
                    </a:lnTo>
                    <a:lnTo>
                      <a:pt x="6" y="6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67" name="Freeform 912"/>
              <p:cNvSpPr/>
              <p:nvPr/>
            </p:nvSpPr>
            <p:spPr bwMode="auto">
              <a:xfrm>
                <a:off x="1698" y="2907"/>
                <a:ext cx="7" cy="59"/>
              </a:xfrm>
              <a:custGeom>
                <a:avLst/>
                <a:gdLst>
                  <a:gd name="T0" fmla="*/ 0 w 7"/>
                  <a:gd name="T1" fmla="*/ 59 h 59"/>
                  <a:gd name="T2" fmla="*/ 0 w 7"/>
                  <a:gd name="T3" fmla="*/ 57 h 59"/>
                  <a:gd name="T4" fmla="*/ 0 w 7"/>
                  <a:gd name="T5" fmla="*/ 53 h 59"/>
                  <a:gd name="T6" fmla="*/ 1 w 7"/>
                  <a:gd name="T7" fmla="*/ 47 h 59"/>
                  <a:gd name="T8" fmla="*/ 1 w 7"/>
                  <a:gd name="T9" fmla="*/ 42 h 59"/>
                  <a:gd name="T10" fmla="*/ 1 w 7"/>
                  <a:gd name="T11" fmla="*/ 37 h 59"/>
                  <a:gd name="T12" fmla="*/ 1 w 7"/>
                  <a:gd name="T13" fmla="*/ 30 h 59"/>
                  <a:gd name="T14" fmla="*/ 1 w 7"/>
                  <a:gd name="T15" fmla="*/ 26 h 59"/>
                  <a:gd name="T16" fmla="*/ 1 w 7"/>
                  <a:gd name="T17" fmla="*/ 25 h 59"/>
                  <a:gd name="T18" fmla="*/ 2 w 7"/>
                  <a:gd name="T19" fmla="*/ 23 h 59"/>
                  <a:gd name="T20" fmla="*/ 2 w 7"/>
                  <a:gd name="T21" fmla="*/ 20 h 59"/>
                  <a:gd name="T22" fmla="*/ 2 w 7"/>
                  <a:gd name="T23" fmla="*/ 22 h 59"/>
                  <a:gd name="T24" fmla="*/ 2 w 7"/>
                  <a:gd name="T25" fmla="*/ 22 h 59"/>
                  <a:gd name="T26" fmla="*/ 2 w 7"/>
                  <a:gd name="T27" fmla="*/ 18 h 59"/>
                  <a:gd name="T28" fmla="*/ 2 w 7"/>
                  <a:gd name="T29" fmla="*/ 17 h 59"/>
                  <a:gd name="T30" fmla="*/ 2 w 7"/>
                  <a:gd name="T31" fmla="*/ 15 h 59"/>
                  <a:gd name="T32" fmla="*/ 2 w 7"/>
                  <a:gd name="T33" fmla="*/ 9 h 59"/>
                  <a:gd name="T34" fmla="*/ 2 w 7"/>
                  <a:gd name="T35" fmla="*/ 7 h 59"/>
                  <a:gd name="T36" fmla="*/ 3 w 7"/>
                  <a:gd name="T37" fmla="*/ 10 h 59"/>
                  <a:gd name="T38" fmla="*/ 3 w 7"/>
                  <a:gd name="T39" fmla="*/ 7 h 59"/>
                  <a:gd name="T40" fmla="*/ 3 w 7"/>
                  <a:gd name="T41" fmla="*/ 1 h 59"/>
                  <a:gd name="T42" fmla="*/ 3 w 7"/>
                  <a:gd name="T43" fmla="*/ 0 h 59"/>
                  <a:gd name="T44" fmla="*/ 3 w 7"/>
                  <a:gd name="T45" fmla="*/ 4 h 59"/>
                  <a:gd name="T46" fmla="*/ 3 w 7"/>
                  <a:gd name="T47" fmla="*/ 7 h 59"/>
                  <a:gd name="T48" fmla="*/ 3 w 7"/>
                  <a:gd name="T49" fmla="*/ 10 h 59"/>
                  <a:gd name="T50" fmla="*/ 4 w 7"/>
                  <a:gd name="T51" fmla="*/ 12 h 59"/>
                  <a:gd name="T52" fmla="*/ 4 w 7"/>
                  <a:gd name="T53" fmla="*/ 12 h 59"/>
                  <a:gd name="T54" fmla="*/ 4 w 7"/>
                  <a:gd name="T55" fmla="*/ 15 h 59"/>
                  <a:gd name="T56" fmla="*/ 4 w 7"/>
                  <a:gd name="T57" fmla="*/ 19 h 59"/>
                  <a:gd name="T58" fmla="*/ 4 w 7"/>
                  <a:gd name="T59" fmla="*/ 22 h 59"/>
                  <a:gd name="T60" fmla="*/ 4 w 7"/>
                  <a:gd name="T61" fmla="*/ 21 h 59"/>
                  <a:gd name="T62" fmla="*/ 4 w 7"/>
                  <a:gd name="T63" fmla="*/ 19 h 59"/>
                  <a:gd name="T64" fmla="*/ 4 w 7"/>
                  <a:gd name="T65" fmla="*/ 20 h 59"/>
                  <a:gd name="T66" fmla="*/ 4 w 7"/>
                  <a:gd name="T67" fmla="*/ 24 h 59"/>
                  <a:gd name="T68" fmla="*/ 5 w 7"/>
                  <a:gd name="T69" fmla="*/ 24 h 59"/>
                  <a:gd name="T70" fmla="*/ 5 w 7"/>
                  <a:gd name="T71" fmla="*/ 24 h 59"/>
                  <a:gd name="T72" fmla="*/ 5 w 7"/>
                  <a:gd name="T73" fmla="*/ 24 h 59"/>
                  <a:gd name="T74" fmla="*/ 5 w 7"/>
                  <a:gd name="T75" fmla="*/ 27 h 59"/>
                  <a:gd name="T76" fmla="*/ 5 w 7"/>
                  <a:gd name="T77" fmla="*/ 30 h 59"/>
                  <a:gd name="T78" fmla="*/ 5 w 7"/>
                  <a:gd name="T79" fmla="*/ 34 h 59"/>
                  <a:gd name="T80" fmla="*/ 5 w 7"/>
                  <a:gd name="T81" fmla="*/ 37 h 59"/>
                  <a:gd name="T82" fmla="*/ 5 w 7"/>
                  <a:gd name="T83" fmla="*/ 40 h 59"/>
                  <a:gd name="T84" fmla="*/ 5 w 7"/>
                  <a:gd name="T85" fmla="*/ 44 h 59"/>
                  <a:gd name="T86" fmla="*/ 6 w 7"/>
                  <a:gd name="T87" fmla="*/ 45 h 59"/>
                  <a:gd name="T88" fmla="*/ 6 w 7"/>
                  <a:gd name="T89" fmla="*/ 48 h 59"/>
                  <a:gd name="T90" fmla="*/ 6 w 7"/>
                  <a:gd name="T91" fmla="*/ 51 h 59"/>
                  <a:gd name="T92" fmla="*/ 6 w 7"/>
                  <a:gd name="T93" fmla="*/ 48 h 59"/>
                  <a:gd name="T94" fmla="*/ 6 w 7"/>
                  <a:gd name="T95" fmla="*/ 44 h 59"/>
                  <a:gd name="T96" fmla="*/ 6 w 7"/>
                  <a:gd name="T97" fmla="*/ 44 h 59"/>
                  <a:gd name="T98" fmla="*/ 7 w 7"/>
                  <a:gd name="T99" fmla="*/ 44 h 59"/>
                  <a:gd name="T100" fmla="*/ 7 w 7"/>
                  <a:gd name="T101" fmla="*/ 42 h 59"/>
                  <a:gd name="T102" fmla="*/ 7 w 7"/>
                  <a:gd name="T103" fmla="*/ 3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9">
                    <a:moveTo>
                      <a:pt x="0" y="59"/>
                    </a:moveTo>
                    <a:lnTo>
                      <a:pt x="0" y="57"/>
                    </a:lnTo>
                    <a:lnTo>
                      <a:pt x="0" y="53"/>
                    </a:lnTo>
                    <a:lnTo>
                      <a:pt x="1" y="47"/>
                    </a:lnTo>
                    <a:lnTo>
                      <a:pt x="1" y="42"/>
                    </a:lnTo>
                    <a:lnTo>
                      <a:pt x="1" y="37"/>
                    </a:lnTo>
                    <a:lnTo>
                      <a:pt x="1" y="30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2" y="23"/>
                    </a:lnTo>
                    <a:lnTo>
                      <a:pt x="2" y="20"/>
                    </a:lnTo>
                    <a:lnTo>
                      <a:pt x="2" y="22"/>
                    </a:lnTo>
                    <a:lnTo>
                      <a:pt x="2" y="22"/>
                    </a:lnTo>
                    <a:lnTo>
                      <a:pt x="2" y="18"/>
                    </a:lnTo>
                    <a:lnTo>
                      <a:pt x="2" y="17"/>
                    </a:lnTo>
                    <a:lnTo>
                      <a:pt x="2" y="15"/>
                    </a:lnTo>
                    <a:lnTo>
                      <a:pt x="2" y="9"/>
                    </a:lnTo>
                    <a:lnTo>
                      <a:pt x="2" y="7"/>
                    </a:lnTo>
                    <a:lnTo>
                      <a:pt x="3" y="10"/>
                    </a:lnTo>
                    <a:lnTo>
                      <a:pt x="3" y="7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3" y="4"/>
                    </a:lnTo>
                    <a:lnTo>
                      <a:pt x="3" y="7"/>
                    </a:lnTo>
                    <a:lnTo>
                      <a:pt x="3" y="10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4" y="15"/>
                    </a:lnTo>
                    <a:lnTo>
                      <a:pt x="4" y="19"/>
                    </a:lnTo>
                    <a:lnTo>
                      <a:pt x="4" y="22"/>
                    </a:lnTo>
                    <a:lnTo>
                      <a:pt x="4" y="21"/>
                    </a:lnTo>
                    <a:lnTo>
                      <a:pt x="4" y="19"/>
                    </a:lnTo>
                    <a:lnTo>
                      <a:pt x="4" y="20"/>
                    </a:lnTo>
                    <a:lnTo>
                      <a:pt x="4" y="24"/>
                    </a:lnTo>
                    <a:lnTo>
                      <a:pt x="5" y="24"/>
                    </a:lnTo>
                    <a:lnTo>
                      <a:pt x="5" y="24"/>
                    </a:lnTo>
                    <a:lnTo>
                      <a:pt x="5" y="24"/>
                    </a:lnTo>
                    <a:lnTo>
                      <a:pt x="5" y="27"/>
                    </a:lnTo>
                    <a:lnTo>
                      <a:pt x="5" y="30"/>
                    </a:lnTo>
                    <a:lnTo>
                      <a:pt x="5" y="34"/>
                    </a:lnTo>
                    <a:lnTo>
                      <a:pt x="5" y="37"/>
                    </a:lnTo>
                    <a:lnTo>
                      <a:pt x="5" y="40"/>
                    </a:lnTo>
                    <a:lnTo>
                      <a:pt x="5" y="44"/>
                    </a:lnTo>
                    <a:lnTo>
                      <a:pt x="6" y="45"/>
                    </a:lnTo>
                    <a:lnTo>
                      <a:pt x="6" y="48"/>
                    </a:lnTo>
                    <a:lnTo>
                      <a:pt x="6" y="51"/>
                    </a:lnTo>
                    <a:lnTo>
                      <a:pt x="6" y="48"/>
                    </a:lnTo>
                    <a:lnTo>
                      <a:pt x="6" y="44"/>
                    </a:lnTo>
                    <a:lnTo>
                      <a:pt x="6" y="44"/>
                    </a:lnTo>
                    <a:lnTo>
                      <a:pt x="7" y="44"/>
                    </a:lnTo>
                    <a:lnTo>
                      <a:pt x="7" y="42"/>
                    </a:lnTo>
                    <a:lnTo>
                      <a:pt x="7" y="3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68" name="Freeform 913"/>
              <p:cNvSpPr/>
              <p:nvPr/>
            </p:nvSpPr>
            <p:spPr bwMode="auto">
              <a:xfrm>
                <a:off x="1705" y="2938"/>
                <a:ext cx="6" cy="142"/>
              </a:xfrm>
              <a:custGeom>
                <a:avLst/>
                <a:gdLst>
                  <a:gd name="T0" fmla="*/ 0 w 6"/>
                  <a:gd name="T1" fmla="*/ 11 h 142"/>
                  <a:gd name="T2" fmla="*/ 0 w 6"/>
                  <a:gd name="T3" fmla="*/ 8 h 142"/>
                  <a:gd name="T4" fmla="*/ 0 w 6"/>
                  <a:gd name="T5" fmla="*/ 5 h 142"/>
                  <a:gd name="T6" fmla="*/ 0 w 6"/>
                  <a:gd name="T7" fmla="*/ 2 h 142"/>
                  <a:gd name="T8" fmla="*/ 0 w 6"/>
                  <a:gd name="T9" fmla="*/ 0 h 142"/>
                  <a:gd name="T10" fmla="*/ 0 w 6"/>
                  <a:gd name="T11" fmla="*/ 1 h 142"/>
                  <a:gd name="T12" fmla="*/ 0 w 6"/>
                  <a:gd name="T13" fmla="*/ 5 h 142"/>
                  <a:gd name="T14" fmla="*/ 0 w 6"/>
                  <a:gd name="T15" fmla="*/ 5 h 142"/>
                  <a:gd name="T16" fmla="*/ 1 w 6"/>
                  <a:gd name="T17" fmla="*/ 2 h 142"/>
                  <a:gd name="T18" fmla="*/ 1 w 6"/>
                  <a:gd name="T19" fmla="*/ 5 h 142"/>
                  <a:gd name="T20" fmla="*/ 1 w 6"/>
                  <a:gd name="T21" fmla="*/ 11 h 142"/>
                  <a:gd name="T22" fmla="*/ 1 w 6"/>
                  <a:gd name="T23" fmla="*/ 12 h 142"/>
                  <a:gd name="T24" fmla="*/ 1 w 6"/>
                  <a:gd name="T25" fmla="*/ 11 h 142"/>
                  <a:gd name="T26" fmla="*/ 1 w 6"/>
                  <a:gd name="T27" fmla="*/ 16 h 142"/>
                  <a:gd name="T28" fmla="*/ 2 w 6"/>
                  <a:gd name="T29" fmla="*/ 20 h 142"/>
                  <a:gd name="T30" fmla="*/ 2 w 6"/>
                  <a:gd name="T31" fmla="*/ 22 h 142"/>
                  <a:gd name="T32" fmla="*/ 2 w 6"/>
                  <a:gd name="T33" fmla="*/ 26 h 142"/>
                  <a:gd name="T34" fmla="*/ 2 w 6"/>
                  <a:gd name="T35" fmla="*/ 32 h 142"/>
                  <a:gd name="T36" fmla="*/ 2 w 6"/>
                  <a:gd name="T37" fmla="*/ 36 h 142"/>
                  <a:gd name="T38" fmla="*/ 2 w 6"/>
                  <a:gd name="T39" fmla="*/ 40 h 142"/>
                  <a:gd name="T40" fmla="*/ 2 w 6"/>
                  <a:gd name="T41" fmla="*/ 43 h 142"/>
                  <a:gd name="T42" fmla="*/ 2 w 6"/>
                  <a:gd name="T43" fmla="*/ 49 h 142"/>
                  <a:gd name="T44" fmla="*/ 2 w 6"/>
                  <a:gd name="T45" fmla="*/ 51 h 142"/>
                  <a:gd name="T46" fmla="*/ 3 w 6"/>
                  <a:gd name="T47" fmla="*/ 51 h 142"/>
                  <a:gd name="T48" fmla="*/ 3 w 6"/>
                  <a:gd name="T49" fmla="*/ 58 h 142"/>
                  <a:gd name="T50" fmla="*/ 3 w 6"/>
                  <a:gd name="T51" fmla="*/ 65 h 142"/>
                  <a:gd name="T52" fmla="*/ 3 w 6"/>
                  <a:gd name="T53" fmla="*/ 66 h 142"/>
                  <a:gd name="T54" fmla="*/ 3 w 6"/>
                  <a:gd name="T55" fmla="*/ 67 h 142"/>
                  <a:gd name="T56" fmla="*/ 3 w 6"/>
                  <a:gd name="T57" fmla="*/ 75 h 142"/>
                  <a:gd name="T58" fmla="*/ 3 w 6"/>
                  <a:gd name="T59" fmla="*/ 78 h 142"/>
                  <a:gd name="T60" fmla="*/ 3 w 6"/>
                  <a:gd name="T61" fmla="*/ 80 h 142"/>
                  <a:gd name="T62" fmla="*/ 3 w 6"/>
                  <a:gd name="T63" fmla="*/ 88 h 142"/>
                  <a:gd name="T64" fmla="*/ 4 w 6"/>
                  <a:gd name="T65" fmla="*/ 93 h 142"/>
                  <a:gd name="T66" fmla="*/ 4 w 6"/>
                  <a:gd name="T67" fmla="*/ 90 h 142"/>
                  <a:gd name="T68" fmla="*/ 4 w 6"/>
                  <a:gd name="T69" fmla="*/ 90 h 142"/>
                  <a:gd name="T70" fmla="*/ 4 w 6"/>
                  <a:gd name="T71" fmla="*/ 95 h 142"/>
                  <a:gd name="T72" fmla="*/ 4 w 6"/>
                  <a:gd name="T73" fmla="*/ 98 h 142"/>
                  <a:gd name="T74" fmla="*/ 4 w 6"/>
                  <a:gd name="T75" fmla="*/ 99 h 142"/>
                  <a:gd name="T76" fmla="*/ 5 w 6"/>
                  <a:gd name="T77" fmla="*/ 101 h 142"/>
                  <a:gd name="T78" fmla="*/ 5 w 6"/>
                  <a:gd name="T79" fmla="*/ 104 h 142"/>
                  <a:gd name="T80" fmla="*/ 5 w 6"/>
                  <a:gd name="T81" fmla="*/ 104 h 142"/>
                  <a:gd name="T82" fmla="*/ 5 w 6"/>
                  <a:gd name="T83" fmla="*/ 103 h 142"/>
                  <a:gd name="T84" fmla="*/ 5 w 6"/>
                  <a:gd name="T85" fmla="*/ 110 h 142"/>
                  <a:gd name="T86" fmla="*/ 5 w 6"/>
                  <a:gd name="T87" fmla="*/ 115 h 142"/>
                  <a:gd name="T88" fmla="*/ 5 w 6"/>
                  <a:gd name="T89" fmla="*/ 113 h 142"/>
                  <a:gd name="T90" fmla="*/ 5 w 6"/>
                  <a:gd name="T91" fmla="*/ 115 h 142"/>
                  <a:gd name="T92" fmla="*/ 5 w 6"/>
                  <a:gd name="T93" fmla="*/ 124 h 142"/>
                  <a:gd name="T94" fmla="*/ 5 w 6"/>
                  <a:gd name="T95" fmla="*/ 124 h 142"/>
                  <a:gd name="T96" fmla="*/ 6 w 6"/>
                  <a:gd name="T97" fmla="*/ 126 h 142"/>
                  <a:gd name="T98" fmla="*/ 6 w 6"/>
                  <a:gd name="T99" fmla="*/ 137 h 142"/>
                  <a:gd name="T100" fmla="*/ 6 w 6"/>
                  <a:gd name="T101" fmla="*/ 142 h 142"/>
                  <a:gd name="T102" fmla="*/ 6 w 6"/>
                  <a:gd name="T103" fmla="*/ 134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42">
                    <a:moveTo>
                      <a:pt x="0" y="11"/>
                    </a:moveTo>
                    <a:lnTo>
                      <a:pt x="0" y="8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2"/>
                    </a:lnTo>
                    <a:lnTo>
                      <a:pt x="1" y="5"/>
                    </a:lnTo>
                    <a:lnTo>
                      <a:pt x="1" y="11"/>
                    </a:lnTo>
                    <a:lnTo>
                      <a:pt x="1" y="12"/>
                    </a:lnTo>
                    <a:lnTo>
                      <a:pt x="1" y="11"/>
                    </a:lnTo>
                    <a:lnTo>
                      <a:pt x="1" y="16"/>
                    </a:lnTo>
                    <a:lnTo>
                      <a:pt x="2" y="20"/>
                    </a:lnTo>
                    <a:lnTo>
                      <a:pt x="2" y="22"/>
                    </a:lnTo>
                    <a:lnTo>
                      <a:pt x="2" y="26"/>
                    </a:lnTo>
                    <a:lnTo>
                      <a:pt x="2" y="32"/>
                    </a:lnTo>
                    <a:lnTo>
                      <a:pt x="2" y="36"/>
                    </a:lnTo>
                    <a:lnTo>
                      <a:pt x="2" y="40"/>
                    </a:lnTo>
                    <a:lnTo>
                      <a:pt x="2" y="43"/>
                    </a:lnTo>
                    <a:lnTo>
                      <a:pt x="2" y="49"/>
                    </a:lnTo>
                    <a:lnTo>
                      <a:pt x="2" y="51"/>
                    </a:lnTo>
                    <a:lnTo>
                      <a:pt x="3" y="51"/>
                    </a:lnTo>
                    <a:lnTo>
                      <a:pt x="3" y="58"/>
                    </a:lnTo>
                    <a:lnTo>
                      <a:pt x="3" y="65"/>
                    </a:lnTo>
                    <a:lnTo>
                      <a:pt x="3" y="66"/>
                    </a:lnTo>
                    <a:lnTo>
                      <a:pt x="3" y="67"/>
                    </a:lnTo>
                    <a:lnTo>
                      <a:pt x="3" y="75"/>
                    </a:lnTo>
                    <a:lnTo>
                      <a:pt x="3" y="78"/>
                    </a:lnTo>
                    <a:lnTo>
                      <a:pt x="3" y="80"/>
                    </a:lnTo>
                    <a:lnTo>
                      <a:pt x="3" y="88"/>
                    </a:lnTo>
                    <a:lnTo>
                      <a:pt x="4" y="93"/>
                    </a:lnTo>
                    <a:lnTo>
                      <a:pt x="4" y="90"/>
                    </a:lnTo>
                    <a:lnTo>
                      <a:pt x="4" y="90"/>
                    </a:lnTo>
                    <a:lnTo>
                      <a:pt x="4" y="95"/>
                    </a:lnTo>
                    <a:lnTo>
                      <a:pt x="4" y="98"/>
                    </a:lnTo>
                    <a:lnTo>
                      <a:pt x="4" y="99"/>
                    </a:lnTo>
                    <a:lnTo>
                      <a:pt x="5" y="101"/>
                    </a:lnTo>
                    <a:lnTo>
                      <a:pt x="5" y="104"/>
                    </a:lnTo>
                    <a:lnTo>
                      <a:pt x="5" y="104"/>
                    </a:lnTo>
                    <a:lnTo>
                      <a:pt x="5" y="103"/>
                    </a:lnTo>
                    <a:lnTo>
                      <a:pt x="5" y="110"/>
                    </a:lnTo>
                    <a:lnTo>
                      <a:pt x="5" y="115"/>
                    </a:lnTo>
                    <a:lnTo>
                      <a:pt x="5" y="113"/>
                    </a:lnTo>
                    <a:lnTo>
                      <a:pt x="5" y="115"/>
                    </a:lnTo>
                    <a:lnTo>
                      <a:pt x="5" y="124"/>
                    </a:lnTo>
                    <a:lnTo>
                      <a:pt x="5" y="124"/>
                    </a:lnTo>
                    <a:lnTo>
                      <a:pt x="6" y="126"/>
                    </a:lnTo>
                    <a:lnTo>
                      <a:pt x="6" y="137"/>
                    </a:lnTo>
                    <a:lnTo>
                      <a:pt x="6" y="142"/>
                    </a:lnTo>
                    <a:lnTo>
                      <a:pt x="6" y="13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69" name="Freeform 914"/>
              <p:cNvSpPr/>
              <p:nvPr/>
            </p:nvSpPr>
            <p:spPr bwMode="auto">
              <a:xfrm>
                <a:off x="1711" y="2912"/>
                <a:ext cx="6" cy="185"/>
              </a:xfrm>
              <a:custGeom>
                <a:avLst/>
                <a:gdLst>
                  <a:gd name="T0" fmla="*/ 0 w 6"/>
                  <a:gd name="T1" fmla="*/ 168 h 185"/>
                  <a:gd name="T2" fmla="*/ 0 w 6"/>
                  <a:gd name="T3" fmla="*/ 160 h 185"/>
                  <a:gd name="T4" fmla="*/ 0 w 6"/>
                  <a:gd name="T5" fmla="*/ 158 h 185"/>
                  <a:gd name="T6" fmla="*/ 0 w 6"/>
                  <a:gd name="T7" fmla="*/ 165 h 185"/>
                  <a:gd name="T8" fmla="*/ 1 w 6"/>
                  <a:gd name="T9" fmla="*/ 167 h 185"/>
                  <a:gd name="T10" fmla="*/ 1 w 6"/>
                  <a:gd name="T11" fmla="*/ 161 h 185"/>
                  <a:gd name="T12" fmla="*/ 1 w 6"/>
                  <a:gd name="T13" fmla="*/ 158 h 185"/>
                  <a:gd name="T14" fmla="*/ 1 w 6"/>
                  <a:gd name="T15" fmla="*/ 163 h 185"/>
                  <a:gd name="T16" fmla="*/ 1 w 6"/>
                  <a:gd name="T17" fmla="*/ 171 h 185"/>
                  <a:gd name="T18" fmla="*/ 1 w 6"/>
                  <a:gd name="T19" fmla="*/ 176 h 185"/>
                  <a:gd name="T20" fmla="*/ 1 w 6"/>
                  <a:gd name="T21" fmla="*/ 175 h 185"/>
                  <a:gd name="T22" fmla="*/ 1 w 6"/>
                  <a:gd name="T23" fmla="*/ 167 h 185"/>
                  <a:gd name="T24" fmla="*/ 1 w 6"/>
                  <a:gd name="T25" fmla="*/ 166 h 185"/>
                  <a:gd name="T26" fmla="*/ 2 w 6"/>
                  <a:gd name="T27" fmla="*/ 179 h 185"/>
                  <a:gd name="T28" fmla="*/ 2 w 6"/>
                  <a:gd name="T29" fmla="*/ 185 h 185"/>
                  <a:gd name="T30" fmla="*/ 2 w 6"/>
                  <a:gd name="T31" fmla="*/ 173 h 185"/>
                  <a:gd name="T32" fmla="*/ 2 w 6"/>
                  <a:gd name="T33" fmla="*/ 163 h 185"/>
                  <a:gd name="T34" fmla="*/ 2 w 6"/>
                  <a:gd name="T35" fmla="*/ 163 h 185"/>
                  <a:gd name="T36" fmla="*/ 2 w 6"/>
                  <a:gd name="T37" fmla="*/ 165 h 185"/>
                  <a:gd name="T38" fmla="*/ 2 w 6"/>
                  <a:gd name="T39" fmla="*/ 172 h 185"/>
                  <a:gd name="T40" fmla="*/ 2 w 6"/>
                  <a:gd name="T41" fmla="*/ 177 h 185"/>
                  <a:gd name="T42" fmla="*/ 2 w 6"/>
                  <a:gd name="T43" fmla="*/ 169 h 185"/>
                  <a:gd name="T44" fmla="*/ 3 w 6"/>
                  <a:gd name="T45" fmla="*/ 158 h 185"/>
                  <a:gd name="T46" fmla="*/ 3 w 6"/>
                  <a:gd name="T47" fmla="*/ 156 h 185"/>
                  <a:gd name="T48" fmla="*/ 3 w 6"/>
                  <a:gd name="T49" fmla="*/ 152 h 185"/>
                  <a:gd name="T50" fmla="*/ 3 w 6"/>
                  <a:gd name="T51" fmla="*/ 140 h 185"/>
                  <a:gd name="T52" fmla="*/ 3 w 6"/>
                  <a:gd name="T53" fmla="*/ 129 h 185"/>
                  <a:gd name="T54" fmla="*/ 3 w 6"/>
                  <a:gd name="T55" fmla="*/ 123 h 185"/>
                  <a:gd name="T56" fmla="*/ 4 w 6"/>
                  <a:gd name="T57" fmla="*/ 116 h 185"/>
                  <a:gd name="T58" fmla="*/ 4 w 6"/>
                  <a:gd name="T59" fmla="*/ 106 h 185"/>
                  <a:gd name="T60" fmla="*/ 4 w 6"/>
                  <a:gd name="T61" fmla="*/ 100 h 185"/>
                  <a:gd name="T62" fmla="*/ 4 w 6"/>
                  <a:gd name="T63" fmla="*/ 99 h 185"/>
                  <a:gd name="T64" fmla="*/ 4 w 6"/>
                  <a:gd name="T65" fmla="*/ 96 h 185"/>
                  <a:gd name="T66" fmla="*/ 4 w 6"/>
                  <a:gd name="T67" fmla="*/ 91 h 185"/>
                  <a:gd name="T68" fmla="*/ 4 w 6"/>
                  <a:gd name="T69" fmla="*/ 87 h 185"/>
                  <a:gd name="T70" fmla="*/ 4 w 6"/>
                  <a:gd name="T71" fmla="*/ 79 h 185"/>
                  <a:gd name="T72" fmla="*/ 4 w 6"/>
                  <a:gd name="T73" fmla="*/ 67 h 185"/>
                  <a:gd name="T74" fmla="*/ 5 w 6"/>
                  <a:gd name="T75" fmla="*/ 57 h 185"/>
                  <a:gd name="T76" fmla="*/ 5 w 6"/>
                  <a:gd name="T77" fmla="*/ 47 h 185"/>
                  <a:gd name="T78" fmla="*/ 5 w 6"/>
                  <a:gd name="T79" fmla="*/ 35 h 185"/>
                  <a:gd name="T80" fmla="*/ 5 w 6"/>
                  <a:gd name="T81" fmla="*/ 29 h 185"/>
                  <a:gd name="T82" fmla="*/ 5 w 6"/>
                  <a:gd name="T83" fmla="*/ 26 h 185"/>
                  <a:gd name="T84" fmla="*/ 5 w 6"/>
                  <a:gd name="T85" fmla="*/ 19 h 185"/>
                  <a:gd name="T86" fmla="*/ 6 w 6"/>
                  <a:gd name="T87" fmla="*/ 14 h 185"/>
                  <a:gd name="T88" fmla="*/ 6 w 6"/>
                  <a:gd name="T89" fmla="*/ 12 h 185"/>
                  <a:gd name="T90" fmla="*/ 6 w 6"/>
                  <a:gd name="T91" fmla="*/ 10 h 185"/>
                  <a:gd name="T92" fmla="*/ 6 w 6"/>
                  <a:gd name="T93" fmla="*/ 14 h 185"/>
                  <a:gd name="T94" fmla="*/ 6 w 6"/>
                  <a:gd name="T95" fmla="*/ 17 h 185"/>
                  <a:gd name="T96" fmla="*/ 6 w 6"/>
                  <a:gd name="T97" fmla="*/ 15 h 185"/>
                  <a:gd name="T98" fmla="*/ 6 w 6"/>
                  <a:gd name="T99" fmla="*/ 7 h 185"/>
                  <a:gd name="T100" fmla="*/ 6 w 6"/>
                  <a:gd name="T101" fmla="*/ 0 h 185"/>
                  <a:gd name="T102" fmla="*/ 6 w 6"/>
                  <a:gd name="T103" fmla="*/ 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85">
                    <a:moveTo>
                      <a:pt x="0" y="168"/>
                    </a:moveTo>
                    <a:lnTo>
                      <a:pt x="0" y="160"/>
                    </a:lnTo>
                    <a:lnTo>
                      <a:pt x="0" y="158"/>
                    </a:lnTo>
                    <a:lnTo>
                      <a:pt x="0" y="165"/>
                    </a:lnTo>
                    <a:lnTo>
                      <a:pt x="1" y="167"/>
                    </a:lnTo>
                    <a:lnTo>
                      <a:pt x="1" y="161"/>
                    </a:lnTo>
                    <a:lnTo>
                      <a:pt x="1" y="158"/>
                    </a:lnTo>
                    <a:lnTo>
                      <a:pt x="1" y="163"/>
                    </a:lnTo>
                    <a:lnTo>
                      <a:pt x="1" y="171"/>
                    </a:lnTo>
                    <a:lnTo>
                      <a:pt x="1" y="176"/>
                    </a:lnTo>
                    <a:lnTo>
                      <a:pt x="1" y="175"/>
                    </a:lnTo>
                    <a:lnTo>
                      <a:pt x="1" y="167"/>
                    </a:lnTo>
                    <a:lnTo>
                      <a:pt x="1" y="166"/>
                    </a:lnTo>
                    <a:lnTo>
                      <a:pt x="2" y="179"/>
                    </a:lnTo>
                    <a:lnTo>
                      <a:pt x="2" y="185"/>
                    </a:lnTo>
                    <a:lnTo>
                      <a:pt x="2" y="173"/>
                    </a:lnTo>
                    <a:lnTo>
                      <a:pt x="2" y="163"/>
                    </a:lnTo>
                    <a:lnTo>
                      <a:pt x="2" y="163"/>
                    </a:lnTo>
                    <a:lnTo>
                      <a:pt x="2" y="165"/>
                    </a:lnTo>
                    <a:lnTo>
                      <a:pt x="2" y="172"/>
                    </a:lnTo>
                    <a:lnTo>
                      <a:pt x="2" y="177"/>
                    </a:lnTo>
                    <a:lnTo>
                      <a:pt x="2" y="169"/>
                    </a:lnTo>
                    <a:lnTo>
                      <a:pt x="3" y="158"/>
                    </a:lnTo>
                    <a:lnTo>
                      <a:pt x="3" y="156"/>
                    </a:lnTo>
                    <a:lnTo>
                      <a:pt x="3" y="152"/>
                    </a:lnTo>
                    <a:lnTo>
                      <a:pt x="3" y="140"/>
                    </a:lnTo>
                    <a:lnTo>
                      <a:pt x="3" y="129"/>
                    </a:lnTo>
                    <a:lnTo>
                      <a:pt x="3" y="123"/>
                    </a:lnTo>
                    <a:lnTo>
                      <a:pt x="4" y="116"/>
                    </a:lnTo>
                    <a:lnTo>
                      <a:pt x="4" y="106"/>
                    </a:lnTo>
                    <a:lnTo>
                      <a:pt x="4" y="100"/>
                    </a:lnTo>
                    <a:lnTo>
                      <a:pt x="4" y="99"/>
                    </a:lnTo>
                    <a:lnTo>
                      <a:pt x="4" y="96"/>
                    </a:lnTo>
                    <a:lnTo>
                      <a:pt x="4" y="91"/>
                    </a:lnTo>
                    <a:lnTo>
                      <a:pt x="4" y="87"/>
                    </a:lnTo>
                    <a:lnTo>
                      <a:pt x="4" y="79"/>
                    </a:lnTo>
                    <a:lnTo>
                      <a:pt x="4" y="67"/>
                    </a:lnTo>
                    <a:lnTo>
                      <a:pt x="5" y="57"/>
                    </a:lnTo>
                    <a:lnTo>
                      <a:pt x="5" y="47"/>
                    </a:lnTo>
                    <a:lnTo>
                      <a:pt x="5" y="35"/>
                    </a:lnTo>
                    <a:lnTo>
                      <a:pt x="5" y="29"/>
                    </a:lnTo>
                    <a:lnTo>
                      <a:pt x="5" y="26"/>
                    </a:lnTo>
                    <a:lnTo>
                      <a:pt x="5" y="19"/>
                    </a:lnTo>
                    <a:lnTo>
                      <a:pt x="6" y="14"/>
                    </a:lnTo>
                    <a:lnTo>
                      <a:pt x="6" y="12"/>
                    </a:lnTo>
                    <a:lnTo>
                      <a:pt x="6" y="10"/>
                    </a:lnTo>
                    <a:lnTo>
                      <a:pt x="6" y="14"/>
                    </a:lnTo>
                    <a:lnTo>
                      <a:pt x="6" y="17"/>
                    </a:lnTo>
                    <a:lnTo>
                      <a:pt x="6" y="15"/>
                    </a:lnTo>
                    <a:lnTo>
                      <a:pt x="6" y="7"/>
                    </a:lnTo>
                    <a:lnTo>
                      <a:pt x="6" y="0"/>
                    </a:lnTo>
                    <a:lnTo>
                      <a:pt x="6" y="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70" name="Freeform 915"/>
              <p:cNvSpPr/>
              <p:nvPr/>
            </p:nvSpPr>
            <p:spPr bwMode="auto">
              <a:xfrm>
                <a:off x="1717" y="2898"/>
                <a:ext cx="7" cy="70"/>
              </a:xfrm>
              <a:custGeom>
                <a:avLst/>
                <a:gdLst>
                  <a:gd name="T0" fmla="*/ 0 w 7"/>
                  <a:gd name="T1" fmla="*/ 14 h 70"/>
                  <a:gd name="T2" fmla="*/ 0 w 7"/>
                  <a:gd name="T3" fmla="*/ 16 h 70"/>
                  <a:gd name="T4" fmla="*/ 1 w 7"/>
                  <a:gd name="T5" fmla="*/ 26 h 70"/>
                  <a:gd name="T6" fmla="*/ 1 w 7"/>
                  <a:gd name="T7" fmla="*/ 27 h 70"/>
                  <a:gd name="T8" fmla="*/ 1 w 7"/>
                  <a:gd name="T9" fmla="*/ 16 h 70"/>
                  <a:gd name="T10" fmla="*/ 1 w 7"/>
                  <a:gd name="T11" fmla="*/ 9 h 70"/>
                  <a:gd name="T12" fmla="*/ 1 w 7"/>
                  <a:gd name="T13" fmla="*/ 12 h 70"/>
                  <a:gd name="T14" fmla="*/ 1 w 7"/>
                  <a:gd name="T15" fmla="*/ 17 h 70"/>
                  <a:gd name="T16" fmla="*/ 1 w 7"/>
                  <a:gd name="T17" fmla="*/ 20 h 70"/>
                  <a:gd name="T18" fmla="*/ 1 w 7"/>
                  <a:gd name="T19" fmla="*/ 17 h 70"/>
                  <a:gd name="T20" fmla="*/ 1 w 7"/>
                  <a:gd name="T21" fmla="*/ 14 h 70"/>
                  <a:gd name="T22" fmla="*/ 1 w 7"/>
                  <a:gd name="T23" fmla="*/ 16 h 70"/>
                  <a:gd name="T24" fmla="*/ 2 w 7"/>
                  <a:gd name="T25" fmla="*/ 21 h 70"/>
                  <a:gd name="T26" fmla="*/ 2 w 7"/>
                  <a:gd name="T27" fmla="*/ 21 h 70"/>
                  <a:gd name="T28" fmla="*/ 2 w 7"/>
                  <a:gd name="T29" fmla="*/ 18 h 70"/>
                  <a:gd name="T30" fmla="*/ 2 w 7"/>
                  <a:gd name="T31" fmla="*/ 17 h 70"/>
                  <a:gd name="T32" fmla="*/ 2 w 7"/>
                  <a:gd name="T33" fmla="*/ 18 h 70"/>
                  <a:gd name="T34" fmla="*/ 2 w 7"/>
                  <a:gd name="T35" fmla="*/ 23 h 70"/>
                  <a:gd name="T36" fmla="*/ 3 w 7"/>
                  <a:gd name="T37" fmla="*/ 22 h 70"/>
                  <a:gd name="T38" fmla="*/ 3 w 7"/>
                  <a:gd name="T39" fmla="*/ 13 h 70"/>
                  <a:gd name="T40" fmla="*/ 3 w 7"/>
                  <a:gd name="T41" fmla="*/ 6 h 70"/>
                  <a:gd name="T42" fmla="*/ 3 w 7"/>
                  <a:gd name="T43" fmla="*/ 9 h 70"/>
                  <a:gd name="T44" fmla="*/ 3 w 7"/>
                  <a:gd name="T45" fmla="*/ 14 h 70"/>
                  <a:gd name="T46" fmla="*/ 3 w 7"/>
                  <a:gd name="T47" fmla="*/ 11 h 70"/>
                  <a:gd name="T48" fmla="*/ 3 w 7"/>
                  <a:gd name="T49" fmla="*/ 6 h 70"/>
                  <a:gd name="T50" fmla="*/ 3 w 7"/>
                  <a:gd name="T51" fmla="*/ 4 h 70"/>
                  <a:gd name="T52" fmla="*/ 3 w 7"/>
                  <a:gd name="T53" fmla="*/ 3 h 70"/>
                  <a:gd name="T54" fmla="*/ 4 w 7"/>
                  <a:gd name="T55" fmla="*/ 2 h 70"/>
                  <a:gd name="T56" fmla="*/ 4 w 7"/>
                  <a:gd name="T57" fmla="*/ 5 h 70"/>
                  <a:gd name="T58" fmla="*/ 4 w 7"/>
                  <a:gd name="T59" fmla="*/ 8 h 70"/>
                  <a:gd name="T60" fmla="*/ 4 w 7"/>
                  <a:gd name="T61" fmla="*/ 4 h 70"/>
                  <a:gd name="T62" fmla="*/ 4 w 7"/>
                  <a:gd name="T63" fmla="*/ 0 h 70"/>
                  <a:gd name="T64" fmla="*/ 4 w 7"/>
                  <a:gd name="T65" fmla="*/ 0 h 70"/>
                  <a:gd name="T66" fmla="*/ 5 w 7"/>
                  <a:gd name="T67" fmla="*/ 1 h 70"/>
                  <a:gd name="T68" fmla="*/ 5 w 7"/>
                  <a:gd name="T69" fmla="*/ 3 h 70"/>
                  <a:gd name="T70" fmla="*/ 5 w 7"/>
                  <a:gd name="T71" fmla="*/ 10 h 70"/>
                  <a:gd name="T72" fmla="*/ 5 w 7"/>
                  <a:gd name="T73" fmla="*/ 12 h 70"/>
                  <a:gd name="T74" fmla="*/ 5 w 7"/>
                  <a:gd name="T75" fmla="*/ 9 h 70"/>
                  <a:gd name="T76" fmla="*/ 5 w 7"/>
                  <a:gd name="T77" fmla="*/ 12 h 70"/>
                  <a:gd name="T78" fmla="*/ 5 w 7"/>
                  <a:gd name="T79" fmla="*/ 21 h 70"/>
                  <a:gd name="T80" fmla="*/ 5 w 7"/>
                  <a:gd name="T81" fmla="*/ 27 h 70"/>
                  <a:gd name="T82" fmla="*/ 5 w 7"/>
                  <a:gd name="T83" fmla="*/ 28 h 70"/>
                  <a:gd name="T84" fmla="*/ 6 w 7"/>
                  <a:gd name="T85" fmla="*/ 28 h 70"/>
                  <a:gd name="T86" fmla="*/ 6 w 7"/>
                  <a:gd name="T87" fmla="*/ 29 h 70"/>
                  <a:gd name="T88" fmla="*/ 6 w 7"/>
                  <a:gd name="T89" fmla="*/ 32 h 70"/>
                  <a:gd name="T90" fmla="*/ 6 w 7"/>
                  <a:gd name="T91" fmla="*/ 36 h 70"/>
                  <a:gd name="T92" fmla="*/ 6 w 7"/>
                  <a:gd name="T93" fmla="*/ 39 h 70"/>
                  <a:gd name="T94" fmla="*/ 6 w 7"/>
                  <a:gd name="T95" fmla="*/ 41 h 70"/>
                  <a:gd name="T96" fmla="*/ 6 w 7"/>
                  <a:gd name="T97" fmla="*/ 45 h 70"/>
                  <a:gd name="T98" fmla="*/ 6 w 7"/>
                  <a:gd name="T99" fmla="*/ 55 h 70"/>
                  <a:gd name="T100" fmla="*/ 6 w 7"/>
                  <a:gd name="T101" fmla="*/ 66 h 70"/>
                  <a:gd name="T102" fmla="*/ 7 w 7"/>
                  <a:gd name="T103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70">
                    <a:moveTo>
                      <a:pt x="0" y="14"/>
                    </a:moveTo>
                    <a:lnTo>
                      <a:pt x="0" y="16"/>
                    </a:lnTo>
                    <a:lnTo>
                      <a:pt x="1" y="26"/>
                    </a:lnTo>
                    <a:lnTo>
                      <a:pt x="1" y="27"/>
                    </a:lnTo>
                    <a:lnTo>
                      <a:pt x="1" y="16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1" y="16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18"/>
                    </a:lnTo>
                    <a:lnTo>
                      <a:pt x="2" y="17"/>
                    </a:lnTo>
                    <a:lnTo>
                      <a:pt x="2" y="18"/>
                    </a:lnTo>
                    <a:lnTo>
                      <a:pt x="2" y="23"/>
                    </a:lnTo>
                    <a:lnTo>
                      <a:pt x="3" y="22"/>
                    </a:lnTo>
                    <a:lnTo>
                      <a:pt x="3" y="13"/>
                    </a:lnTo>
                    <a:lnTo>
                      <a:pt x="3" y="6"/>
                    </a:lnTo>
                    <a:lnTo>
                      <a:pt x="3" y="9"/>
                    </a:lnTo>
                    <a:lnTo>
                      <a:pt x="3" y="14"/>
                    </a:lnTo>
                    <a:lnTo>
                      <a:pt x="3" y="11"/>
                    </a:lnTo>
                    <a:lnTo>
                      <a:pt x="3" y="6"/>
                    </a:lnTo>
                    <a:lnTo>
                      <a:pt x="3" y="4"/>
                    </a:lnTo>
                    <a:lnTo>
                      <a:pt x="3" y="3"/>
                    </a:lnTo>
                    <a:lnTo>
                      <a:pt x="4" y="2"/>
                    </a:lnTo>
                    <a:lnTo>
                      <a:pt x="4" y="5"/>
                    </a:lnTo>
                    <a:lnTo>
                      <a:pt x="4" y="8"/>
                    </a:lnTo>
                    <a:lnTo>
                      <a:pt x="4" y="4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5" y="1"/>
                    </a:lnTo>
                    <a:lnTo>
                      <a:pt x="5" y="3"/>
                    </a:lnTo>
                    <a:lnTo>
                      <a:pt x="5" y="10"/>
                    </a:lnTo>
                    <a:lnTo>
                      <a:pt x="5" y="12"/>
                    </a:lnTo>
                    <a:lnTo>
                      <a:pt x="5" y="9"/>
                    </a:lnTo>
                    <a:lnTo>
                      <a:pt x="5" y="12"/>
                    </a:lnTo>
                    <a:lnTo>
                      <a:pt x="5" y="21"/>
                    </a:lnTo>
                    <a:lnTo>
                      <a:pt x="5" y="27"/>
                    </a:lnTo>
                    <a:lnTo>
                      <a:pt x="5" y="28"/>
                    </a:lnTo>
                    <a:lnTo>
                      <a:pt x="6" y="28"/>
                    </a:lnTo>
                    <a:lnTo>
                      <a:pt x="6" y="29"/>
                    </a:lnTo>
                    <a:lnTo>
                      <a:pt x="6" y="32"/>
                    </a:lnTo>
                    <a:lnTo>
                      <a:pt x="6" y="36"/>
                    </a:lnTo>
                    <a:lnTo>
                      <a:pt x="6" y="39"/>
                    </a:lnTo>
                    <a:lnTo>
                      <a:pt x="6" y="41"/>
                    </a:lnTo>
                    <a:lnTo>
                      <a:pt x="6" y="45"/>
                    </a:lnTo>
                    <a:lnTo>
                      <a:pt x="6" y="55"/>
                    </a:lnTo>
                    <a:lnTo>
                      <a:pt x="6" y="66"/>
                    </a:lnTo>
                    <a:lnTo>
                      <a:pt x="7" y="7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71" name="Freeform 916"/>
              <p:cNvSpPr/>
              <p:nvPr/>
            </p:nvSpPr>
            <p:spPr bwMode="auto">
              <a:xfrm>
                <a:off x="1723" y="2920"/>
                <a:ext cx="7" cy="66"/>
              </a:xfrm>
              <a:custGeom>
                <a:avLst/>
                <a:gdLst>
                  <a:gd name="T0" fmla="*/ 0 w 7"/>
                  <a:gd name="T1" fmla="*/ 44 h 66"/>
                  <a:gd name="T2" fmla="*/ 1 w 7"/>
                  <a:gd name="T3" fmla="*/ 48 h 66"/>
                  <a:gd name="T4" fmla="*/ 1 w 7"/>
                  <a:gd name="T5" fmla="*/ 50 h 66"/>
                  <a:gd name="T6" fmla="*/ 1 w 7"/>
                  <a:gd name="T7" fmla="*/ 56 h 66"/>
                  <a:gd name="T8" fmla="*/ 1 w 7"/>
                  <a:gd name="T9" fmla="*/ 63 h 66"/>
                  <a:gd name="T10" fmla="*/ 1 w 7"/>
                  <a:gd name="T11" fmla="*/ 65 h 66"/>
                  <a:gd name="T12" fmla="*/ 1 w 7"/>
                  <a:gd name="T13" fmla="*/ 66 h 66"/>
                  <a:gd name="T14" fmla="*/ 2 w 7"/>
                  <a:gd name="T15" fmla="*/ 66 h 66"/>
                  <a:gd name="T16" fmla="*/ 2 w 7"/>
                  <a:gd name="T17" fmla="*/ 65 h 66"/>
                  <a:gd name="T18" fmla="*/ 2 w 7"/>
                  <a:gd name="T19" fmla="*/ 63 h 66"/>
                  <a:gd name="T20" fmla="*/ 2 w 7"/>
                  <a:gd name="T21" fmla="*/ 64 h 66"/>
                  <a:gd name="T22" fmla="*/ 2 w 7"/>
                  <a:gd name="T23" fmla="*/ 66 h 66"/>
                  <a:gd name="T24" fmla="*/ 2 w 7"/>
                  <a:gd name="T25" fmla="*/ 65 h 66"/>
                  <a:gd name="T26" fmla="*/ 2 w 7"/>
                  <a:gd name="T27" fmla="*/ 61 h 66"/>
                  <a:gd name="T28" fmla="*/ 2 w 7"/>
                  <a:gd name="T29" fmla="*/ 57 h 66"/>
                  <a:gd name="T30" fmla="*/ 2 w 7"/>
                  <a:gd name="T31" fmla="*/ 53 h 66"/>
                  <a:gd name="T32" fmla="*/ 3 w 7"/>
                  <a:gd name="T33" fmla="*/ 46 h 66"/>
                  <a:gd name="T34" fmla="*/ 3 w 7"/>
                  <a:gd name="T35" fmla="*/ 42 h 66"/>
                  <a:gd name="T36" fmla="*/ 3 w 7"/>
                  <a:gd name="T37" fmla="*/ 40 h 66"/>
                  <a:gd name="T38" fmla="*/ 3 w 7"/>
                  <a:gd name="T39" fmla="*/ 34 h 66"/>
                  <a:gd name="T40" fmla="*/ 3 w 7"/>
                  <a:gd name="T41" fmla="*/ 26 h 66"/>
                  <a:gd name="T42" fmla="*/ 3 w 7"/>
                  <a:gd name="T43" fmla="*/ 24 h 66"/>
                  <a:gd name="T44" fmla="*/ 4 w 7"/>
                  <a:gd name="T45" fmla="*/ 23 h 66"/>
                  <a:gd name="T46" fmla="*/ 4 w 7"/>
                  <a:gd name="T47" fmla="*/ 21 h 66"/>
                  <a:gd name="T48" fmla="*/ 4 w 7"/>
                  <a:gd name="T49" fmla="*/ 18 h 66"/>
                  <a:gd name="T50" fmla="*/ 4 w 7"/>
                  <a:gd name="T51" fmla="*/ 15 h 66"/>
                  <a:gd name="T52" fmla="*/ 4 w 7"/>
                  <a:gd name="T53" fmla="*/ 9 h 66"/>
                  <a:gd name="T54" fmla="*/ 4 w 7"/>
                  <a:gd name="T55" fmla="*/ 7 h 66"/>
                  <a:gd name="T56" fmla="*/ 4 w 7"/>
                  <a:gd name="T57" fmla="*/ 7 h 66"/>
                  <a:gd name="T58" fmla="*/ 4 w 7"/>
                  <a:gd name="T59" fmla="*/ 3 h 66"/>
                  <a:gd name="T60" fmla="*/ 4 w 7"/>
                  <a:gd name="T61" fmla="*/ 0 h 66"/>
                  <a:gd name="T62" fmla="*/ 4 w 7"/>
                  <a:gd name="T63" fmla="*/ 3 h 66"/>
                  <a:gd name="T64" fmla="*/ 5 w 7"/>
                  <a:gd name="T65" fmla="*/ 6 h 66"/>
                  <a:gd name="T66" fmla="*/ 5 w 7"/>
                  <a:gd name="T67" fmla="*/ 7 h 66"/>
                  <a:gd name="T68" fmla="*/ 5 w 7"/>
                  <a:gd name="T69" fmla="*/ 8 h 66"/>
                  <a:gd name="T70" fmla="*/ 5 w 7"/>
                  <a:gd name="T71" fmla="*/ 11 h 66"/>
                  <a:gd name="T72" fmla="*/ 5 w 7"/>
                  <a:gd name="T73" fmla="*/ 14 h 66"/>
                  <a:gd name="T74" fmla="*/ 5 w 7"/>
                  <a:gd name="T75" fmla="*/ 19 h 66"/>
                  <a:gd name="T76" fmla="*/ 5 w 7"/>
                  <a:gd name="T77" fmla="*/ 21 h 66"/>
                  <a:gd name="T78" fmla="*/ 5 w 7"/>
                  <a:gd name="T79" fmla="*/ 19 h 66"/>
                  <a:gd name="T80" fmla="*/ 5 w 7"/>
                  <a:gd name="T81" fmla="*/ 16 h 66"/>
                  <a:gd name="T82" fmla="*/ 6 w 7"/>
                  <a:gd name="T83" fmla="*/ 16 h 66"/>
                  <a:gd name="T84" fmla="*/ 6 w 7"/>
                  <a:gd name="T85" fmla="*/ 19 h 66"/>
                  <a:gd name="T86" fmla="*/ 6 w 7"/>
                  <a:gd name="T87" fmla="*/ 22 h 66"/>
                  <a:gd name="T88" fmla="*/ 6 w 7"/>
                  <a:gd name="T89" fmla="*/ 20 h 66"/>
                  <a:gd name="T90" fmla="*/ 6 w 7"/>
                  <a:gd name="T91" fmla="*/ 17 h 66"/>
                  <a:gd name="T92" fmla="*/ 6 w 7"/>
                  <a:gd name="T93" fmla="*/ 20 h 66"/>
                  <a:gd name="T94" fmla="*/ 7 w 7"/>
                  <a:gd name="T95" fmla="*/ 24 h 66"/>
                  <a:gd name="T96" fmla="*/ 7 w 7"/>
                  <a:gd name="T97" fmla="*/ 25 h 66"/>
                  <a:gd name="T98" fmla="*/ 7 w 7"/>
                  <a:gd name="T99" fmla="*/ 24 h 66"/>
                  <a:gd name="T100" fmla="*/ 7 w 7"/>
                  <a:gd name="T101" fmla="*/ 25 h 66"/>
                  <a:gd name="T102" fmla="*/ 7 w 7"/>
                  <a:gd name="T103" fmla="*/ 29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66">
                    <a:moveTo>
                      <a:pt x="0" y="44"/>
                    </a:moveTo>
                    <a:lnTo>
                      <a:pt x="1" y="48"/>
                    </a:lnTo>
                    <a:lnTo>
                      <a:pt x="1" y="50"/>
                    </a:lnTo>
                    <a:lnTo>
                      <a:pt x="1" y="56"/>
                    </a:lnTo>
                    <a:lnTo>
                      <a:pt x="1" y="63"/>
                    </a:lnTo>
                    <a:lnTo>
                      <a:pt x="1" y="65"/>
                    </a:lnTo>
                    <a:lnTo>
                      <a:pt x="1" y="66"/>
                    </a:lnTo>
                    <a:lnTo>
                      <a:pt x="2" y="66"/>
                    </a:lnTo>
                    <a:lnTo>
                      <a:pt x="2" y="65"/>
                    </a:lnTo>
                    <a:lnTo>
                      <a:pt x="2" y="63"/>
                    </a:lnTo>
                    <a:lnTo>
                      <a:pt x="2" y="64"/>
                    </a:lnTo>
                    <a:lnTo>
                      <a:pt x="2" y="66"/>
                    </a:lnTo>
                    <a:lnTo>
                      <a:pt x="2" y="65"/>
                    </a:lnTo>
                    <a:lnTo>
                      <a:pt x="2" y="61"/>
                    </a:lnTo>
                    <a:lnTo>
                      <a:pt x="2" y="57"/>
                    </a:lnTo>
                    <a:lnTo>
                      <a:pt x="2" y="53"/>
                    </a:lnTo>
                    <a:lnTo>
                      <a:pt x="3" y="46"/>
                    </a:lnTo>
                    <a:lnTo>
                      <a:pt x="3" y="42"/>
                    </a:lnTo>
                    <a:lnTo>
                      <a:pt x="3" y="40"/>
                    </a:lnTo>
                    <a:lnTo>
                      <a:pt x="3" y="34"/>
                    </a:lnTo>
                    <a:lnTo>
                      <a:pt x="3" y="26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1"/>
                    </a:lnTo>
                    <a:lnTo>
                      <a:pt x="4" y="18"/>
                    </a:lnTo>
                    <a:lnTo>
                      <a:pt x="4" y="15"/>
                    </a:lnTo>
                    <a:lnTo>
                      <a:pt x="4" y="9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3"/>
                    </a:lnTo>
                    <a:lnTo>
                      <a:pt x="4" y="0"/>
                    </a:lnTo>
                    <a:lnTo>
                      <a:pt x="4" y="3"/>
                    </a:lnTo>
                    <a:lnTo>
                      <a:pt x="5" y="6"/>
                    </a:lnTo>
                    <a:lnTo>
                      <a:pt x="5" y="7"/>
                    </a:lnTo>
                    <a:lnTo>
                      <a:pt x="5" y="8"/>
                    </a:lnTo>
                    <a:lnTo>
                      <a:pt x="5" y="11"/>
                    </a:lnTo>
                    <a:lnTo>
                      <a:pt x="5" y="14"/>
                    </a:lnTo>
                    <a:lnTo>
                      <a:pt x="5" y="19"/>
                    </a:lnTo>
                    <a:lnTo>
                      <a:pt x="5" y="21"/>
                    </a:lnTo>
                    <a:lnTo>
                      <a:pt x="5" y="19"/>
                    </a:lnTo>
                    <a:lnTo>
                      <a:pt x="5" y="16"/>
                    </a:lnTo>
                    <a:lnTo>
                      <a:pt x="6" y="16"/>
                    </a:lnTo>
                    <a:lnTo>
                      <a:pt x="6" y="19"/>
                    </a:lnTo>
                    <a:lnTo>
                      <a:pt x="6" y="22"/>
                    </a:lnTo>
                    <a:lnTo>
                      <a:pt x="6" y="20"/>
                    </a:lnTo>
                    <a:lnTo>
                      <a:pt x="6" y="17"/>
                    </a:lnTo>
                    <a:lnTo>
                      <a:pt x="6" y="20"/>
                    </a:lnTo>
                    <a:lnTo>
                      <a:pt x="7" y="24"/>
                    </a:lnTo>
                    <a:lnTo>
                      <a:pt x="7" y="25"/>
                    </a:lnTo>
                    <a:lnTo>
                      <a:pt x="7" y="24"/>
                    </a:lnTo>
                    <a:lnTo>
                      <a:pt x="7" y="25"/>
                    </a:lnTo>
                    <a:lnTo>
                      <a:pt x="7" y="2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72" name="Freeform 917"/>
              <p:cNvSpPr/>
              <p:nvPr/>
            </p:nvSpPr>
            <p:spPr bwMode="auto">
              <a:xfrm>
                <a:off x="1730" y="2926"/>
                <a:ext cx="6" cy="100"/>
              </a:xfrm>
              <a:custGeom>
                <a:avLst/>
                <a:gdLst>
                  <a:gd name="T0" fmla="*/ 0 w 6"/>
                  <a:gd name="T1" fmla="*/ 19 h 100"/>
                  <a:gd name="T2" fmla="*/ 0 w 6"/>
                  <a:gd name="T3" fmla="*/ 23 h 100"/>
                  <a:gd name="T4" fmla="*/ 0 w 6"/>
                  <a:gd name="T5" fmla="*/ 26 h 100"/>
                  <a:gd name="T6" fmla="*/ 0 w 6"/>
                  <a:gd name="T7" fmla="*/ 25 h 100"/>
                  <a:gd name="T8" fmla="*/ 0 w 6"/>
                  <a:gd name="T9" fmla="*/ 25 h 100"/>
                  <a:gd name="T10" fmla="*/ 0 w 6"/>
                  <a:gd name="T11" fmla="*/ 26 h 100"/>
                  <a:gd name="T12" fmla="*/ 1 w 6"/>
                  <a:gd name="T13" fmla="*/ 25 h 100"/>
                  <a:gd name="T14" fmla="*/ 1 w 6"/>
                  <a:gd name="T15" fmla="*/ 23 h 100"/>
                  <a:gd name="T16" fmla="*/ 1 w 6"/>
                  <a:gd name="T17" fmla="*/ 23 h 100"/>
                  <a:gd name="T18" fmla="*/ 1 w 6"/>
                  <a:gd name="T19" fmla="*/ 19 h 100"/>
                  <a:gd name="T20" fmla="*/ 1 w 6"/>
                  <a:gd name="T21" fmla="*/ 15 h 100"/>
                  <a:gd name="T22" fmla="*/ 1 w 6"/>
                  <a:gd name="T23" fmla="*/ 14 h 100"/>
                  <a:gd name="T24" fmla="*/ 2 w 6"/>
                  <a:gd name="T25" fmla="*/ 11 h 100"/>
                  <a:gd name="T26" fmla="*/ 2 w 6"/>
                  <a:gd name="T27" fmla="*/ 6 h 100"/>
                  <a:gd name="T28" fmla="*/ 2 w 6"/>
                  <a:gd name="T29" fmla="*/ 5 h 100"/>
                  <a:gd name="T30" fmla="*/ 2 w 6"/>
                  <a:gd name="T31" fmla="*/ 5 h 100"/>
                  <a:gd name="T32" fmla="*/ 2 w 6"/>
                  <a:gd name="T33" fmla="*/ 3 h 100"/>
                  <a:gd name="T34" fmla="*/ 2 w 6"/>
                  <a:gd name="T35" fmla="*/ 3 h 100"/>
                  <a:gd name="T36" fmla="*/ 2 w 6"/>
                  <a:gd name="T37" fmla="*/ 3 h 100"/>
                  <a:gd name="T38" fmla="*/ 2 w 6"/>
                  <a:gd name="T39" fmla="*/ 2 h 100"/>
                  <a:gd name="T40" fmla="*/ 2 w 6"/>
                  <a:gd name="T41" fmla="*/ 4 h 100"/>
                  <a:gd name="T42" fmla="*/ 3 w 6"/>
                  <a:gd name="T43" fmla="*/ 6 h 100"/>
                  <a:gd name="T44" fmla="*/ 3 w 6"/>
                  <a:gd name="T45" fmla="*/ 2 h 100"/>
                  <a:gd name="T46" fmla="*/ 3 w 6"/>
                  <a:gd name="T47" fmla="*/ 0 h 100"/>
                  <a:gd name="T48" fmla="*/ 3 w 6"/>
                  <a:gd name="T49" fmla="*/ 5 h 100"/>
                  <a:gd name="T50" fmla="*/ 3 w 6"/>
                  <a:gd name="T51" fmla="*/ 6 h 100"/>
                  <a:gd name="T52" fmla="*/ 3 w 6"/>
                  <a:gd name="T53" fmla="*/ 5 h 100"/>
                  <a:gd name="T54" fmla="*/ 3 w 6"/>
                  <a:gd name="T55" fmla="*/ 8 h 100"/>
                  <a:gd name="T56" fmla="*/ 3 w 6"/>
                  <a:gd name="T57" fmla="*/ 16 h 100"/>
                  <a:gd name="T58" fmla="*/ 3 w 6"/>
                  <a:gd name="T59" fmla="*/ 20 h 100"/>
                  <a:gd name="T60" fmla="*/ 4 w 6"/>
                  <a:gd name="T61" fmla="*/ 24 h 100"/>
                  <a:gd name="T62" fmla="*/ 4 w 6"/>
                  <a:gd name="T63" fmla="*/ 31 h 100"/>
                  <a:gd name="T64" fmla="*/ 4 w 6"/>
                  <a:gd name="T65" fmla="*/ 33 h 100"/>
                  <a:gd name="T66" fmla="*/ 4 w 6"/>
                  <a:gd name="T67" fmla="*/ 37 h 100"/>
                  <a:gd name="T68" fmla="*/ 4 w 6"/>
                  <a:gd name="T69" fmla="*/ 46 h 100"/>
                  <a:gd name="T70" fmla="*/ 4 w 6"/>
                  <a:gd name="T71" fmla="*/ 47 h 100"/>
                  <a:gd name="T72" fmla="*/ 5 w 6"/>
                  <a:gd name="T73" fmla="*/ 40 h 100"/>
                  <a:gd name="T74" fmla="*/ 5 w 6"/>
                  <a:gd name="T75" fmla="*/ 44 h 100"/>
                  <a:gd name="T76" fmla="*/ 5 w 6"/>
                  <a:gd name="T77" fmla="*/ 57 h 100"/>
                  <a:gd name="T78" fmla="*/ 5 w 6"/>
                  <a:gd name="T79" fmla="*/ 58 h 100"/>
                  <a:gd name="T80" fmla="*/ 5 w 6"/>
                  <a:gd name="T81" fmla="*/ 58 h 100"/>
                  <a:gd name="T82" fmla="*/ 5 w 6"/>
                  <a:gd name="T83" fmla="*/ 69 h 100"/>
                  <a:gd name="T84" fmla="*/ 5 w 6"/>
                  <a:gd name="T85" fmla="*/ 75 h 100"/>
                  <a:gd name="T86" fmla="*/ 5 w 6"/>
                  <a:gd name="T87" fmla="*/ 72 h 100"/>
                  <a:gd name="T88" fmla="*/ 5 w 6"/>
                  <a:gd name="T89" fmla="*/ 80 h 100"/>
                  <a:gd name="T90" fmla="*/ 5 w 6"/>
                  <a:gd name="T91" fmla="*/ 90 h 100"/>
                  <a:gd name="T92" fmla="*/ 6 w 6"/>
                  <a:gd name="T93" fmla="*/ 85 h 100"/>
                  <a:gd name="T94" fmla="*/ 6 w 6"/>
                  <a:gd name="T95" fmla="*/ 83 h 100"/>
                  <a:gd name="T96" fmla="*/ 6 w 6"/>
                  <a:gd name="T97" fmla="*/ 92 h 100"/>
                  <a:gd name="T98" fmla="*/ 6 w 6"/>
                  <a:gd name="T99" fmla="*/ 95 h 100"/>
                  <a:gd name="T100" fmla="*/ 6 w 6"/>
                  <a:gd name="T101" fmla="*/ 91 h 100"/>
                  <a:gd name="T102" fmla="*/ 6 w 6"/>
                  <a:gd name="T103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00">
                    <a:moveTo>
                      <a:pt x="0" y="19"/>
                    </a:moveTo>
                    <a:lnTo>
                      <a:pt x="0" y="23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6"/>
                    </a:lnTo>
                    <a:lnTo>
                      <a:pt x="1" y="25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1" y="19"/>
                    </a:lnTo>
                    <a:lnTo>
                      <a:pt x="1" y="15"/>
                    </a:lnTo>
                    <a:lnTo>
                      <a:pt x="1" y="14"/>
                    </a:lnTo>
                    <a:lnTo>
                      <a:pt x="2" y="11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3" y="6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3" y="5"/>
                    </a:lnTo>
                    <a:lnTo>
                      <a:pt x="3" y="6"/>
                    </a:lnTo>
                    <a:lnTo>
                      <a:pt x="3" y="5"/>
                    </a:lnTo>
                    <a:lnTo>
                      <a:pt x="3" y="8"/>
                    </a:lnTo>
                    <a:lnTo>
                      <a:pt x="3" y="16"/>
                    </a:lnTo>
                    <a:lnTo>
                      <a:pt x="3" y="20"/>
                    </a:lnTo>
                    <a:lnTo>
                      <a:pt x="4" y="24"/>
                    </a:lnTo>
                    <a:lnTo>
                      <a:pt x="4" y="31"/>
                    </a:lnTo>
                    <a:lnTo>
                      <a:pt x="4" y="33"/>
                    </a:lnTo>
                    <a:lnTo>
                      <a:pt x="4" y="37"/>
                    </a:lnTo>
                    <a:lnTo>
                      <a:pt x="4" y="46"/>
                    </a:lnTo>
                    <a:lnTo>
                      <a:pt x="4" y="47"/>
                    </a:lnTo>
                    <a:lnTo>
                      <a:pt x="5" y="40"/>
                    </a:lnTo>
                    <a:lnTo>
                      <a:pt x="5" y="44"/>
                    </a:lnTo>
                    <a:lnTo>
                      <a:pt x="5" y="57"/>
                    </a:lnTo>
                    <a:lnTo>
                      <a:pt x="5" y="58"/>
                    </a:lnTo>
                    <a:lnTo>
                      <a:pt x="5" y="58"/>
                    </a:lnTo>
                    <a:lnTo>
                      <a:pt x="5" y="69"/>
                    </a:lnTo>
                    <a:lnTo>
                      <a:pt x="5" y="75"/>
                    </a:lnTo>
                    <a:lnTo>
                      <a:pt x="5" y="72"/>
                    </a:lnTo>
                    <a:lnTo>
                      <a:pt x="5" y="80"/>
                    </a:lnTo>
                    <a:lnTo>
                      <a:pt x="5" y="90"/>
                    </a:lnTo>
                    <a:lnTo>
                      <a:pt x="6" y="85"/>
                    </a:lnTo>
                    <a:lnTo>
                      <a:pt x="6" y="83"/>
                    </a:lnTo>
                    <a:lnTo>
                      <a:pt x="6" y="92"/>
                    </a:lnTo>
                    <a:lnTo>
                      <a:pt x="6" y="95"/>
                    </a:lnTo>
                    <a:lnTo>
                      <a:pt x="6" y="91"/>
                    </a:lnTo>
                    <a:lnTo>
                      <a:pt x="6" y="10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73" name="Freeform 918"/>
              <p:cNvSpPr/>
              <p:nvPr/>
            </p:nvSpPr>
            <p:spPr bwMode="auto">
              <a:xfrm>
                <a:off x="1736" y="2959"/>
                <a:ext cx="7" cy="145"/>
              </a:xfrm>
              <a:custGeom>
                <a:avLst/>
                <a:gdLst>
                  <a:gd name="T0" fmla="*/ 0 w 7"/>
                  <a:gd name="T1" fmla="*/ 58 h 145"/>
                  <a:gd name="T2" fmla="*/ 0 w 7"/>
                  <a:gd name="T3" fmla="*/ 67 h 145"/>
                  <a:gd name="T4" fmla="*/ 1 w 7"/>
                  <a:gd name="T5" fmla="*/ 76 h 145"/>
                  <a:gd name="T6" fmla="*/ 1 w 7"/>
                  <a:gd name="T7" fmla="*/ 73 h 145"/>
                  <a:gd name="T8" fmla="*/ 1 w 7"/>
                  <a:gd name="T9" fmla="*/ 76 h 145"/>
                  <a:gd name="T10" fmla="*/ 1 w 7"/>
                  <a:gd name="T11" fmla="*/ 90 h 145"/>
                  <a:gd name="T12" fmla="*/ 1 w 7"/>
                  <a:gd name="T13" fmla="*/ 95 h 145"/>
                  <a:gd name="T14" fmla="*/ 1 w 7"/>
                  <a:gd name="T15" fmla="*/ 96 h 145"/>
                  <a:gd name="T16" fmla="*/ 1 w 7"/>
                  <a:gd name="T17" fmla="*/ 105 h 145"/>
                  <a:gd name="T18" fmla="*/ 1 w 7"/>
                  <a:gd name="T19" fmla="*/ 112 h 145"/>
                  <a:gd name="T20" fmla="*/ 1 w 7"/>
                  <a:gd name="T21" fmla="*/ 111 h 145"/>
                  <a:gd name="T22" fmla="*/ 2 w 7"/>
                  <a:gd name="T23" fmla="*/ 116 h 145"/>
                  <a:gd name="T24" fmla="*/ 2 w 7"/>
                  <a:gd name="T25" fmla="*/ 122 h 145"/>
                  <a:gd name="T26" fmla="*/ 2 w 7"/>
                  <a:gd name="T27" fmla="*/ 120 h 145"/>
                  <a:gd name="T28" fmla="*/ 2 w 7"/>
                  <a:gd name="T29" fmla="*/ 120 h 145"/>
                  <a:gd name="T30" fmla="*/ 2 w 7"/>
                  <a:gd name="T31" fmla="*/ 124 h 145"/>
                  <a:gd name="T32" fmla="*/ 2 w 7"/>
                  <a:gd name="T33" fmla="*/ 120 h 145"/>
                  <a:gd name="T34" fmla="*/ 3 w 7"/>
                  <a:gd name="T35" fmla="*/ 115 h 145"/>
                  <a:gd name="T36" fmla="*/ 3 w 7"/>
                  <a:gd name="T37" fmla="*/ 119 h 145"/>
                  <a:gd name="T38" fmla="*/ 3 w 7"/>
                  <a:gd name="T39" fmla="*/ 120 h 145"/>
                  <a:gd name="T40" fmla="*/ 3 w 7"/>
                  <a:gd name="T41" fmla="*/ 120 h 145"/>
                  <a:gd name="T42" fmla="*/ 3 w 7"/>
                  <a:gd name="T43" fmla="*/ 133 h 145"/>
                  <a:gd name="T44" fmla="*/ 3 w 7"/>
                  <a:gd name="T45" fmla="*/ 145 h 145"/>
                  <a:gd name="T46" fmla="*/ 3 w 7"/>
                  <a:gd name="T47" fmla="*/ 139 h 145"/>
                  <a:gd name="T48" fmla="*/ 3 w 7"/>
                  <a:gd name="T49" fmla="*/ 133 h 145"/>
                  <a:gd name="T50" fmla="*/ 3 w 7"/>
                  <a:gd name="T51" fmla="*/ 138 h 145"/>
                  <a:gd name="T52" fmla="*/ 4 w 7"/>
                  <a:gd name="T53" fmla="*/ 141 h 145"/>
                  <a:gd name="T54" fmla="*/ 4 w 7"/>
                  <a:gd name="T55" fmla="*/ 138 h 145"/>
                  <a:gd name="T56" fmla="*/ 4 w 7"/>
                  <a:gd name="T57" fmla="*/ 138 h 145"/>
                  <a:gd name="T58" fmla="*/ 4 w 7"/>
                  <a:gd name="T59" fmla="*/ 131 h 145"/>
                  <a:gd name="T60" fmla="*/ 4 w 7"/>
                  <a:gd name="T61" fmla="*/ 118 h 145"/>
                  <a:gd name="T62" fmla="*/ 4 w 7"/>
                  <a:gd name="T63" fmla="*/ 116 h 145"/>
                  <a:gd name="T64" fmla="*/ 4 w 7"/>
                  <a:gd name="T65" fmla="*/ 126 h 145"/>
                  <a:gd name="T66" fmla="*/ 4 w 7"/>
                  <a:gd name="T67" fmla="*/ 130 h 145"/>
                  <a:gd name="T68" fmla="*/ 4 w 7"/>
                  <a:gd name="T69" fmla="*/ 124 h 145"/>
                  <a:gd name="T70" fmla="*/ 5 w 7"/>
                  <a:gd name="T71" fmla="*/ 120 h 145"/>
                  <a:gd name="T72" fmla="*/ 5 w 7"/>
                  <a:gd name="T73" fmla="*/ 116 h 145"/>
                  <a:gd name="T74" fmla="*/ 5 w 7"/>
                  <a:gd name="T75" fmla="*/ 105 h 145"/>
                  <a:gd name="T76" fmla="*/ 5 w 7"/>
                  <a:gd name="T77" fmla="*/ 97 h 145"/>
                  <a:gd name="T78" fmla="*/ 5 w 7"/>
                  <a:gd name="T79" fmla="*/ 94 h 145"/>
                  <a:gd name="T80" fmla="*/ 5 w 7"/>
                  <a:gd name="T81" fmla="*/ 84 h 145"/>
                  <a:gd name="T82" fmla="*/ 6 w 7"/>
                  <a:gd name="T83" fmla="*/ 68 h 145"/>
                  <a:gd name="T84" fmla="*/ 6 w 7"/>
                  <a:gd name="T85" fmla="*/ 61 h 145"/>
                  <a:gd name="T86" fmla="*/ 6 w 7"/>
                  <a:gd name="T87" fmla="*/ 58 h 145"/>
                  <a:gd name="T88" fmla="*/ 6 w 7"/>
                  <a:gd name="T89" fmla="*/ 50 h 145"/>
                  <a:gd name="T90" fmla="*/ 6 w 7"/>
                  <a:gd name="T91" fmla="*/ 46 h 145"/>
                  <a:gd name="T92" fmla="*/ 6 w 7"/>
                  <a:gd name="T93" fmla="*/ 44 h 145"/>
                  <a:gd name="T94" fmla="*/ 6 w 7"/>
                  <a:gd name="T95" fmla="*/ 36 h 145"/>
                  <a:gd name="T96" fmla="*/ 6 w 7"/>
                  <a:gd name="T97" fmla="*/ 25 h 145"/>
                  <a:gd name="T98" fmla="*/ 6 w 7"/>
                  <a:gd name="T99" fmla="*/ 19 h 145"/>
                  <a:gd name="T100" fmla="*/ 7 w 7"/>
                  <a:gd name="T101" fmla="*/ 10 h 145"/>
                  <a:gd name="T102" fmla="*/ 7 w 7"/>
                  <a:gd name="T103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45">
                    <a:moveTo>
                      <a:pt x="0" y="58"/>
                    </a:moveTo>
                    <a:lnTo>
                      <a:pt x="0" y="67"/>
                    </a:lnTo>
                    <a:lnTo>
                      <a:pt x="1" y="76"/>
                    </a:lnTo>
                    <a:lnTo>
                      <a:pt x="1" y="73"/>
                    </a:lnTo>
                    <a:lnTo>
                      <a:pt x="1" y="76"/>
                    </a:lnTo>
                    <a:lnTo>
                      <a:pt x="1" y="90"/>
                    </a:lnTo>
                    <a:lnTo>
                      <a:pt x="1" y="95"/>
                    </a:lnTo>
                    <a:lnTo>
                      <a:pt x="1" y="96"/>
                    </a:lnTo>
                    <a:lnTo>
                      <a:pt x="1" y="105"/>
                    </a:lnTo>
                    <a:lnTo>
                      <a:pt x="1" y="112"/>
                    </a:lnTo>
                    <a:lnTo>
                      <a:pt x="1" y="111"/>
                    </a:lnTo>
                    <a:lnTo>
                      <a:pt x="2" y="116"/>
                    </a:lnTo>
                    <a:lnTo>
                      <a:pt x="2" y="122"/>
                    </a:lnTo>
                    <a:lnTo>
                      <a:pt x="2" y="120"/>
                    </a:lnTo>
                    <a:lnTo>
                      <a:pt x="2" y="120"/>
                    </a:lnTo>
                    <a:lnTo>
                      <a:pt x="2" y="124"/>
                    </a:lnTo>
                    <a:lnTo>
                      <a:pt x="2" y="120"/>
                    </a:lnTo>
                    <a:lnTo>
                      <a:pt x="3" y="115"/>
                    </a:lnTo>
                    <a:lnTo>
                      <a:pt x="3" y="119"/>
                    </a:lnTo>
                    <a:lnTo>
                      <a:pt x="3" y="120"/>
                    </a:lnTo>
                    <a:lnTo>
                      <a:pt x="3" y="120"/>
                    </a:lnTo>
                    <a:lnTo>
                      <a:pt x="3" y="133"/>
                    </a:lnTo>
                    <a:lnTo>
                      <a:pt x="3" y="145"/>
                    </a:lnTo>
                    <a:lnTo>
                      <a:pt x="3" y="139"/>
                    </a:lnTo>
                    <a:lnTo>
                      <a:pt x="3" y="133"/>
                    </a:lnTo>
                    <a:lnTo>
                      <a:pt x="3" y="138"/>
                    </a:lnTo>
                    <a:lnTo>
                      <a:pt x="4" y="141"/>
                    </a:lnTo>
                    <a:lnTo>
                      <a:pt x="4" y="138"/>
                    </a:lnTo>
                    <a:lnTo>
                      <a:pt x="4" y="138"/>
                    </a:lnTo>
                    <a:lnTo>
                      <a:pt x="4" y="131"/>
                    </a:lnTo>
                    <a:lnTo>
                      <a:pt x="4" y="118"/>
                    </a:lnTo>
                    <a:lnTo>
                      <a:pt x="4" y="116"/>
                    </a:lnTo>
                    <a:lnTo>
                      <a:pt x="4" y="126"/>
                    </a:lnTo>
                    <a:lnTo>
                      <a:pt x="4" y="130"/>
                    </a:lnTo>
                    <a:lnTo>
                      <a:pt x="4" y="124"/>
                    </a:lnTo>
                    <a:lnTo>
                      <a:pt x="5" y="120"/>
                    </a:lnTo>
                    <a:lnTo>
                      <a:pt x="5" y="116"/>
                    </a:lnTo>
                    <a:lnTo>
                      <a:pt x="5" y="105"/>
                    </a:lnTo>
                    <a:lnTo>
                      <a:pt x="5" y="97"/>
                    </a:lnTo>
                    <a:lnTo>
                      <a:pt x="5" y="94"/>
                    </a:lnTo>
                    <a:lnTo>
                      <a:pt x="5" y="84"/>
                    </a:lnTo>
                    <a:lnTo>
                      <a:pt x="6" y="68"/>
                    </a:lnTo>
                    <a:lnTo>
                      <a:pt x="6" y="61"/>
                    </a:lnTo>
                    <a:lnTo>
                      <a:pt x="6" y="58"/>
                    </a:lnTo>
                    <a:lnTo>
                      <a:pt x="6" y="50"/>
                    </a:lnTo>
                    <a:lnTo>
                      <a:pt x="6" y="46"/>
                    </a:lnTo>
                    <a:lnTo>
                      <a:pt x="6" y="44"/>
                    </a:lnTo>
                    <a:lnTo>
                      <a:pt x="6" y="36"/>
                    </a:lnTo>
                    <a:lnTo>
                      <a:pt x="6" y="25"/>
                    </a:lnTo>
                    <a:lnTo>
                      <a:pt x="6" y="19"/>
                    </a:lnTo>
                    <a:lnTo>
                      <a:pt x="7" y="10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74" name="Freeform 919"/>
              <p:cNvSpPr/>
              <p:nvPr/>
            </p:nvSpPr>
            <p:spPr bwMode="auto">
              <a:xfrm>
                <a:off x="1743" y="2886"/>
                <a:ext cx="6" cy="83"/>
              </a:xfrm>
              <a:custGeom>
                <a:avLst/>
                <a:gdLst>
                  <a:gd name="T0" fmla="*/ 0 w 6"/>
                  <a:gd name="T1" fmla="*/ 83 h 83"/>
                  <a:gd name="T2" fmla="*/ 0 w 6"/>
                  <a:gd name="T3" fmla="*/ 73 h 83"/>
                  <a:gd name="T4" fmla="*/ 0 w 6"/>
                  <a:gd name="T5" fmla="*/ 64 h 83"/>
                  <a:gd name="T6" fmla="*/ 0 w 6"/>
                  <a:gd name="T7" fmla="*/ 59 h 83"/>
                  <a:gd name="T8" fmla="*/ 0 w 6"/>
                  <a:gd name="T9" fmla="*/ 58 h 83"/>
                  <a:gd name="T10" fmla="*/ 0 w 6"/>
                  <a:gd name="T11" fmla="*/ 55 h 83"/>
                  <a:gd name="T12" fmla="*/ 1 w 6"/>
                  <a:gd name="T13" fmla="*/ 47 h 83"/>
                  <a:gd name="T14" fmla="*/ 1 w 6"/>
                  <a:gd name="T15" fmla="*/ 44 h 83"/>
                  <a:gd name="T16" fmla="*/ 1 w 6"/>
                  <a:gd name="T17" fmla="*/ 45 h 83"/>
                  <a:gd name="T18" fmla="*/ 1 w 6"/>
                  <a:gd name="T19" fmla="*/ 45 h 83"/>
                  <a:gd name="T20" fmla="*/ 1 w 6"/>
                  <a:gd name="T21" fmla="*/ 49 h 83"/>
                  <a:gd name="T22" fmla="*/ 1 w 6"/>
                  <a:gd name="T23" fmla="*/ 51 h 83"/>
                  <a:gd name="T24" fmla="*/ 1 w 6"/>
                  <a:gd name="T25" fmla="*/ 43 h 83"/>
                  <a:gd name="T26" fmla="*/ 1 w 6"/>
                  <a:gd name="T27" fmla="*/ 36 h 83"/>
                  <a:gd name="T28" fmla="*/ 1 w 6"/>
                  <a:gd name="T29" fmla="*/ 40 h 83"/>
                  <a:gd name="T30" fmla="*/ 1 w 6"/>
                  <a:gd name="T31" fmla="*/ 42 h 83"/>
                  <a:gd name="T32" fmla="*/ 2 w 6"/>
                  <a:gd name="T33" fmla="*/ 38 h 83"/>
                  <a:gd name="T34" fmla="*/ 2 w 6"/>
                  <a:gd name="T35" fmla="*/ 34 h 83"/>
                  <a:gd name="T36" fmla="*/ 2 w 6"/>
                  <a:gd name="T37" fmla="*/ 34 h 83"/>
                  <a:gd name="T38" fmla="*/ 2 w 6"/>
                  <a:gd name="T39" fmla="*/ 36 h 83"/>
                  <a:gd name="T40" fmla="*/ 2 w 6"/>
                  <a:gd name="T41" fmla="*/ 35 h 83"/>
                  <a:gd name="T42" fmla="*/ 2 w 6"/>
                  <a:gd name="T43" fmla="*/ 34 h 83"/>
                  <a:gd name="T44" fmla="*/ 2 w 6"/>
                  <a:gd name="T45" fmla="*/ 40 h 83"/>
                  <a:gd name="T46" fmla="*/ 2 w 6"/>
                  <a:gd name="T47" fmla="*/ 46 h 83"/>
                  <a:gd name="T48" fmla="*/ 2 w 6"/>
                  <a:gd name="T49" fmla="*/ 45 h 83"/>
                  <a:gd name="T50" fmla="*/ 3 w 6"/>
                  <a:gd name="T51" fmla="*/ 41 h 83"/>
                  <a:gd name="T52" fmla="*/ 3 w 6"/>
                  <a:gd name="T53" fmla="*/ 38 h 83"/>
                  <a:gd name="T54" fmla="*/ 3 w 6"/>
                  <a:gd name="T55" fmla="*/ 35 h 83"/>
                  <a:gd name="T56" fmla="*/ 3 w 6"/>
                  <a:gd name="T57" fmla="*/ 35 h 83"/>
                  <a:gd name="T58" fmla="*/ 3 w 6"/>
                  <a:gd name="T59" fmla="*/ 36 h 83"/>
                  <a:gd name="T60" fmla="*/ 3 w 6"/>
                  <a:gd name="T61" fmla="*/ 35 h 83"/>
                  <a:gd name="T62" fmla="*/ 4 w 6"/>
                  <a:gd name="T63" fmla="*/ 31 h 83"/>
                  <a:gd name="T64" fmla="*/ 4 w 6"/>
                  <a:gd name="T65" fmla="*/ 29 h 83"/>
                  <a:gd name="T66" fmla="*/ 4 w 6"/>
                  <a:gd name="T67" fmla="*/ 26 h 83"/>
                  <a:gd name="T68" fmla="*/ 4 w 6"/>
                  <a:gd name="T69" fmla="*/ 26 h 83"/>
                  <a:gd name="T70" fmla="*/ 4 w 6"/>
                  <a:gd name="T71" fmla="*/ 26 h 83"/>
                  <a:gd name="T72" fmla="*/ 4 w 6"/>
                  <a:gd name="T73" fmla="*/ 23 h 83"/>
                  <a:gd name="T74" fmla="*/ 4 w 6"/>
                  <a:gd name="T75" fmla="*/ 19 h 83"/>
                  <a:gd name="T76" fmla="*/ 4 w 6"/>
                  <a:gd name="T77" fmla="*/ 16 h 83"/>
                  <a:gd name="T78" fmla="*/ 4 w 6"/>
                  <a:gd name="T79" fmla="*/ 11 h 83"/>
                  <a:gd name="T80" fmla="*/ 5 w 6"/>
                  <a:gd name="T81" fmla="*/ 8 h 83"/>
                  <a:gd name="T82" fmla="*/ 5 w 6"/>
                  <a:gd name="T83" fmla="*/ 9 h 83"/>
                  <a:gd name="T84" fmla="*/ 5 w 6"/>
                  <a:gd name="T85" fmla="*/ 10 h 83"/>
                  <a:gd name="T86" fmla="*/ 5 w 6"/>
                  <a:gd name="T87" fmla="*/ 9 h 83"/>
                  <a:gd name="T88" fmla="*/ 5 w 6"/>
                  <a:gd name="T89" fmla="*/ 7 h 83"/>
                  <a:gd name="T90" fmla="*/ 5 w 6"/>
                  <a:gd name="T91" fmla="*/ 2 h 83"/>
                  <a:gd name="T92" fmla="*/ 6 w 6"/>
                  <a:gd name="T93" fmla="*/ 0 h 83"/>
                  <a:gd name="T94" fmla="*/ 6 w 6"/>
                  <a:gd name="T95" fmla="*/ 4 h 83"/>
                  <a:gd name="T96" fmla="*/ 6 w 6"/>
                  <a:gd name="T97" fmla="*/ 9 h 83"/>
                  <a:gd name="T98" fmla="*/ 6 w 6"/>
                  <a:gd name="T99" fmla="*/ 7 h 83"/>
                  <a:gd name="T100" fmla="*/ 6 w 6"/>
                  <a:gd name="T101" fmla="*/ 4 h 83"/>
                  <a:gd name="T102" fmla="*/ 6 w 6"/>
                  <a:gd name="T103" fmla="*/ 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3">
                    <a:moveTo>
                      <a:pt x="0" y="83"/>
                    </a:moveTo>
                    <a:lnTo>
                      <a:pt x="0" y="73"/>
                    </a:lnTo>
                    <a:lnTo>
                      <a:pt x="0" y="64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5"/>
                    </a:lnTo>
                    <a:lnTo>
                      <a:pt x="1" y="47"/>
                    </a:lnTo>
                    <a:lnTo>
                      <a:pt x="1" y="44"/>
                    </a:lnTo>
                    <a:lnTo>
                      <a:pt x="1" y="45"/>
                    </a:lnTo>
                    <a:lnTo>
                      <a:pt x="1" y="45"/>
                    </a:lnTo>
                    <a:lnTo>
                      <a:pt x="1" y="49"/>
                    </a:lnTo>
                    <a:lnTo>
                      <a:pt x="1" y="51"/>
                    </a:lnTo>
                    <a:lnTo>
                      <a:pt x="1" y="43"/>
                    </a:lnTo>
                    <a:lnTo>
                      <a:pt x="1" y="36"/>
                    </a:lnTo>
                    <a:lnTo>
                      <a:pt x="1" y="40"/>
                    </a:lnTo>
                    <a:lnTo>
                      <a:pt x="1" y="42"/>
                    </a:lnTo>
                    <a:lnTo>
                      <a:pt x="2" y="38"/>
                    </a:lnTo>
                    <a:lnTo>
                      <a:pt x="2" y="34"/>
                    </a:lnTo>
                    <a:lnTo>
                      <a:pt x="2" y="34"/>
                    </a:lnTo>
                    <a:lnTo>
                      <a:pt x="2" y="36"/>
                    </a:lnTo>
                    <a:lnTo>
                      <a:pt x="2" y="35"/>
                    </a:lnTo>
                    <a:lnTo>
                      <a:pt x="2" y="34"/>
                    </a:lnTo>
                    <a:lnTo>
                      <a:pt x="2" y="40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3" y="41"/>
                    </a:lnTo>
                    <a:lnTo>
                      <a:pt x="3" y="38"/>
                    </a:lnTo>
                    <a:lnTo>
                      <a:pt x="3" y="35"/>
                    </a:lnTo>
                    <a:lnTo>
                      <a:pt x="3" y="35"/>
                    </a:lnTo>
                    <a:lnTo>
                      <a:pt x="3" y="36"/>
                    </a:lnTo>
                    <a:lnTo>
                      <a:pt x="3" y="35"/>
                    </a:lnTo>
                    <a:lnTo>
                      <a:pt x="4" y="31"/>
                    </a:lnTo>
                    <a:lnTo>
                      <a:pt x="4" y="29"/>
                    </a:lnTo>
                    <a:lnTo>
                      <a:pt x="4" y="26"/>
                    </a:lnTo>
                    <a:lnTo>
                      <a:pt x="4" y="26"/>
                    </a:lnTo>
                    <a:lnTo>
                      <a:pt x="4" y="26"/>
                    </a:lnTo>
                    <a:lnTo>
                      <a:pt x="4" y="23"/>
                    </a:lnTo>
                    <a:lnTo>
                      <a:pt x="4" y="19"/>
                    </a:lnTo>
                    <a:lnTo>
                      <a:pt x="4" y="16"/>
                    </a:lnTo>
                    <a:lnTo>
                      <a:pt x="4" y="11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5" y="2"/>
                    </a:lnTo>
                    <a:lnTo>
                      <a:pt x="6" y="0"/>
                    </a:lnTo>
                    <a:lnTo>
                      <a:pt x="6" y="4"/>
                    </a:lnTo>
                    <a:lnTo>
                      <a:pt x="6" y="9"/>
                    </a:lnTo>
                    <a:lnTo>
                      <a:pt x="6" y="7"/>
                    </a:lnTo>
                    <a:lnTo>
                      <a:pt x="6" y="4"/>
                    </a:lnTo>
                    <a:lnTo>
                      <a:pt x="6" y="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75" name="Freeform 920"/>
              <p:cNvSpPr/>
              <p:nvPr/>
            </p:nvSpPr>
            <p:spPr bwMode="auto">
              <a:xfrm>
                <a:off x="1749" y="2890"/>
                <a:ext cx="6" cy="83"/>
              </a:xfrm>
              <a:custGeom>
                <a:avLst/>
                <a:gdLst>
                  <a:gd name="T0" fmla="*/ 0 w 6"/>
                  <a:gd name="T1" fmla="*/ 0 h 83"/>
                  <a:gd name="T2" fmla="*/ 0 w 6"/>
                  <a:gd name="T3" fmla="*/ 2 h 83"/>
                  <a:gd name="T4" fmla="*/ 0 w 6"/>
                  <a:gd name="T5" fmla="*/ 10 h 83"/>
                  <a:gd name="T6" fmla="*/ 0 w 6"/>
                  <a:gd name="T7" fmla="*/ 14 h 83"/>
                  <a:gd name="T8" fmla="*/ 0 w 6"/>
                  <a:gd name="T9" fmla="*/ 14 h 83"/>
                  <a:gd name="T10" fmla="*/ 1 w 6"/>
                  <a:gd name="T11" fmla="*/ 15 h 83"/>
                  <a:gd name="T12" fmla="*/ 1 w 6"/>
                  <a:gd name="T13" fmla="*/ 18 h 83"/>
                  <a:gd name="T14" fmla="*/ 1 w 6"/>
                  <a:gd name="T15" fmla="*/ 20 h 83"/>
                  <a:gd name="T16" fmla="*/ 1 w 6"/>
                  <a:gd name="T17" fmla="*/ 26 h 83"/>
                  <a:gd name="T18" fmla="*/ 1 w 6"/>
                  <a:gd name="T19" fmla="*/ 30 h 83"/>
                  <a:gd name="T20" fmla="*/ 1 w 6"/>
                  <a:gd name="T21" fmla="*/ 32 h 83"/>
                  <a:gd name="T22" fmla="*/ 1 w 6"/>
                  <a:gd name="T23" fmla="*/ 40 h 83"/>
                  <a:gd name="T24" fmla="*/ 1 w 6"/>
                  <a:gd name="T25" fmla="*/ 54 h 83"/>
                  <a:gd name="T26" fmla="*/ 1 w 6"/>
                  <a:gd name="T27" fmla="*/ 64 h 83"/>
                  <a:gd name="T28" fmla="*/ 2 w 6"/>
                  <a:gd name="T29" fmla="*/ 69 h 83"/>
                  <a:gd name="T30" fmla="*/ 2 w 6"/>
                  <a:gd name="T31" fmla="*/ 72 h 83"/>
                  <a:gd name="T32" fmla="*/ 2 w 6"/>
                  <a:gd name="T33" fmla="*/ 77 h 83"/>
                  <a:gd name="T34" fmla="*/ 2 w 6"/>
                  <a:gd name="T35" fmla="*/ 82 h 83"/>
                  <a:gd name="T36" fmla="*/ 2 w 6"/>
                  <a:gd name="T37" fmla="*/ 83 h 83"/>
                  <a:gd name="T38" fmla="*/ 2 w 6"/>
                  <a:gd name="T39" fmla="*/ 79 h 83"/>
                  <a:gd name="T40" fmla="*/ 3 w 6"/>
                  <a:gd name="T41" fmla="*/ 78 h 83"/>
                  <a:gd name="T42" fmla="*/ 3 w 6"/>
                  <a:gd name="T43" fmla="*/ 75 h 83"/>
                  <a:gd name="T44" fmla="*/ 3 w 6"/>
                  <a:gd name="T45" fmla="*/ 71 h 83"/>
                  <a:gd name="T46" fmla="*/ 3 w 6"/>
                  <a:gd name="T47" fmla="*/ 71 h 83"/>
                  <a:gd name="T48" fmla="*/ 3 w 6"/>
                  <a:gd name="T49" fmla="*/ 72 h 83"/>
                  <a:gd name="T50" fmla="*/ 3 w 6"/>
                  <a:gd name="T51" fmla="*/ 69 h 83"/>
                  <a:gd name="T52" fmla="*/ 3 w 6"/>
                  <a:gd name="T53" fmla="*/ 67 h 83"/>
                  <a:gd name="T54" fmla="*/ 3 w 6"/>
                  <a:gd name="T55" fmla="*/ 66 h 83"/>
                  <a:gd name="T56" fmla="*/ 3 w 6"/>
                  <a:gd name="T57" fmla="*/ 63 h 83"/>
                  <a:gd name="T58" fmla="*/ 3 w 6"/>
                  <a:gd name="T59" fmla="*/ 58 h 83"/>
                  <a:gd name="T60" fmla="*/ 4 w 6"/>
                  <a:gd name="T61" fmla="*/ 52 h 83"/>
                  <a:gd name="T62" fmla="*/ 4 w 6"/>
                  <a:gd name="T63" fmla="*/ 47 h 83"/>
                  <a:gd name="T64" fmla="*/ 4 w 6"/>
                  <a:gd name="T65" fmla="*/ 43 h 83"/>
                  <a:gd name="T66" fmla="*/ 4 w 6"/>
                  <a:gd name="T67" fmla="*/ 37 h 83"/>
                  <a:gd name="T68" fmla="*/ 4 w 6"/>
                  <a:gd name="T69" fmla="*/ 29 h 83"/>
                  <a:gd name="T70" fmla="*/ 4 w 6"/>
                  <a:gd name="T71" fmla="*/ 27 h 83"/>
                  <a:gd name="T72" fmla="*/ 5 w 6"/>
                  <a:gd name="T73" fmla="*/ 26 h 83"/>
                  <a:gd name="T74" fmla="*/ 5 w 6"/>
                  <a:gd name="T75" fmla="*/ 22 h 83"/>
                  <a:gd name="T76" fmla="*/ 5 w 6"/>
                  <a:gd name="T77" fmla="*/ 20 h 83"/>
                  <a:gd name="T78" fmla="*/ 5 w 6"/>
                  <a:gd name="T79" fmla="*/ 20 h 83"/>
                  <a:gd name="T80" fmla="*/ 5 w 6"/>
                  <a:gd name="T81" fmla="*/ 20 h 83"/>
                  <a:gd name="T82" fmla="*/ 5 w 6"/>
                  <a:gd name="T83" fmla="*/ 23 h 83"/>
                  <a:gd name="T84" fmla="*/ 5 w 6"/>
                  <a:gd name="T85" fmla="*/ 27 h 83"/>
                  <a:gd name="T86" fmla="*/ 5 w 6"/>
                  <a:gd name="T87" fmla="*/ 28 h 83"/>
                  <a:gd name="T88" fmla="*/ 5 w 6"/>
                  <a:gd name="T89" fmla="*/ 29 h 83"/>
                  <a:gd name="T90" fmla="*/ 6 w 6"/>
                  <a:gd name="T91" fmla="*/ 34 h 83"/>
                  <a:gd name="T92" fmla="*/ 6 w 6"/>
                  <a:gd name="T93" fmla="*/ 39 h 83"/>
                  <a:gd name="T94" fmla="*/ 6 w 6"/>
                  <a:gd name="T95" fmla="*/ 40 h 83"/>
                  <a:gd name="T96" fmla="*/ 6 w 6"/>
                  <a:gd name="T97" fmla="*/ 40 h 83"/>
                  <a:gd name="T98" fmla="*/ 6 w 6"/>
                  <a:gd name="T99" fmla="*/ 44 h 83"/>
                  <a:gd name="T100" fmla="*/ 6 w 6"/>
                  <a:gd name="T101" fmla="*/ 47 h 83"/>
                  <a:gd name="T102" fmla="*/ 6 w 6"/>
                  <a:gd name="T103" fmla="*/ 49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3">
                    <a:moveTo>
                      <a:pt x="0" y="0"/>
                    </a:moveTo>
                    <a:lnTo>
                      <a:pt x="0" y="2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1" y="15"/>
                    </a:lnTo>
                    <a:lnTo>
                      <a:pt x="1" y="18"/>
                    </a:lnTo>
                    <a:lnTo>
                      <a:pt x="1" y="20"/>
                    </a:lnTo>
                    <a:lnTo>
                      <a:pt x="1" y="26"/>
                    </a:lnTo>
                    <a:lnTo>
                      <a:pt x="1" y="30"/>
                    </a:lnTo>
                    <a:lnTo>
                      <a:pt x="1" y="32"/>
                    </a:lnTo>
                    <a:lnTo>
                      <a:pt x="1" y="40"/>
                    </a:lnTo>
                    <a:lnTo>
                      <a:pt x="1" y="54"/>
                    </a:lnTo>
                    <a:lnTo>
                      <a:pt x="1" y="64"/>
                    </a:lnTo>
                    <a:lnTo>
                      <a:pt x="2" y="69"/>
                    </a:lnTo>
                    <a:lnTo>
                      <a:pt x="2" y="72"/>
                    </a:lnTo>
                    <a:lnTo>
                      <a:pt x="2" y="77"/>
                    </a:lnTo>
                    <a:lnTo>
                      <a:pt x="2" y="82"/>
                    </a:lnTo>
                    <a:lnTo>
                      <a:pt x="2" y="83"/>
                    </a:lnTo>
                    <a:lnTo>
                      <a:pt x="2" y="79"/>
                    </a:lnTo>
                    <a:lnTo>
                      <a:pt x="3" y="78"/>
                    </a:lnTo>
                    <a:lnTo>
                      <a:pt x="3" y="75"/>
                    </a:lnTo>
                    <a:lnTo>
                      <a:pt x="3" y="71"/>
                    </a:lnTo>
                    <a:lnTo>
                      <a:pt x="3" y="71"/>
                    </a:lnTo>
                    <a:lnTo>
                      <a:pt x="3" y="72"/>
                    </a:lnTo>
                    <a:lnTo>
                      <a:pt x="3" y="69"/>
                    </a:lnTo>
                    <a:lnTo>
                      <a:pt x="3" y="67"/>
                    </a:lnTo>
                    <a:lnTo>
                      <a:pt x="3" y="66"/>
                    </a:lnTo>
                    <a:lnTo>
                      <a:pt x="3" y="63"/>
                    </a:lnTo>
                    <a:lnTo>
                      <a:pt x="3" y="58"/>
                    </a:lnTo>
                    <a:lnTo>
                      <a:pt x="4" y="52"/>
                    </a:lnTo>
                    <a:lnTo>
                      <a:pt x="4" y="47"/>
                    </a:lnTo>
                    <a:lnTo>
                      <a:pt x="4" y="43"/>
                    </a:lnTo>
                    <a:lnTo>
                      <a:pt x="4" y="37"/>
                    </a:lnTo>
                    <a:lnTo>
                      <a:pt x="4" y="29"/>
                    </a:lnTo>
                    <a:lnTo>
                      <a:pt x="4" y="27"/>
                    </a:lnTo>
                    <a:lnTo>
                      <a:pt x="5" y="26"/>
                    </a:lnTo>
                    <a:lnTo>
                      <a:pt x="5" y="22"/>
                    </a:lnTo>
                    <a:lnTo>
                      <a:pt x="5" y="20"/>
                    </a:lnTo>
                    <a:lnTo>
                      <a:pt x="5" y="20"/>
                    </a:lnTo>
                    <a:lnTo>
                      <a:pt x="5" y="20"/>
                    </a:lnTo>
                    <a:lnTo>
                      <a:pt x="5" y="23"/>
                    </a:lnTo>
                    <a:lnTo>
                      <a:pt x="5" y="27"/>
                    </a:lnTo>
                    <a:lnTo>
                      <a:pt x="5" y="28"/>
                    </a:lnTo>
                    <a:lnTo>
                      <a:pt x="5" y="29"/>
                    </a:lnTo>
                    <a:lnTo>
                      <a:pt x="6" y="34"/>
                    </a:lnTo>
                    <a:lnTo>
                      <a:pt x="6" y="39"/>
                    </a:lnTo>
                    <a:lnTo>
                      <a:pt x="6" y="40"/>
                    </a:lnTo>
                    <a:lnTo>
                      <a:pt x="6" y="40"/>
                    </a:lnTo>
                    <a:lnTo>
                      <a:pt x="6" y="44"/>
                    </a:lnTo>
                    <a:lnTo>
                      <a:pt x="6" y="47"/>
                    </a:lnTo>
                    <a:lnTo>
                      <a:pt x="6" y="4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76" name="Freeform 921"/>
              <p:cNvSpPr/>
              <p:nvPr/>
            </p:nvSpPr>
            <p:spPr bwMode="auto">
              <a:xfrm>
                <a:off x="1755" y="2937"/>
                <a:ext cx="7" cy="81"/>
              </a:xfrm>
              <a:custGeom>
                <a:avLst/>
                <a:gdLst>
                  <a:gd name="T0" fmla="*/ 0 w 7"/>
                  <a:gd name="T1" fmla="*/ 0 h 81"/>
                  <a:gd name="T2" fmla="*/ 0 w 7"/>
                  <a:gd name="T3" fmla="*/ 2 h 81"/>
                  <a:gd name="T4" fmla="*/ 0 w 7"/>
                  <a:gd name="T5" fmla="*/ 4 h 81"/>
                  <a:gd name="T6" fmla="*/ 0 w 7"/>
                  <a:gd name="T7" fmla="*/ 4 h 81"/>
                  <a:gd name="T8" fmla="*/ 1 w 7"/>
                  <a:gd name="T9" fmla="*/ 3 h 81"/>
                  <a:gd name="T10" fmla="*/ 1 w 7"/>
                  <a:gd name="T11" fmla="*/ 7 h 81"/>
                  <a:gd name="T12" fmla="*/ 1 w 7"/>
                  <a:gd name="T13" fmla="*/ 14 h 81"/>
                  <a:gd name="T14" fmla="*/ 1 w 7"/>
                  <a:gd name="T15" fmla="*/ 15 h 81"/>
                  <a:gd name="T16" fmla="*/ 1 w 7"/>
                  <a:gd name="T17" fmla="*/ 14 h 81"/>
                  <a:gd name="T18" fmla="*/ 1 w 7"/>
                  <a:gd name="T19" fmla="*/ 17 h 81"/>
                  <a:gd name="T20" fmla="*/ 2 w 7"/>
                  <a:gd name="T21" fmla="*/ 22 h 81"/>
                  <a:gd name="T22" fmla="*/ 2 w 7"/>
                  <a:gd name="T23" fmla="*/ 23 h 81"/>
                  <a:gd name="T24" fmla="*/ 2 w 7"/>
                  <a:gd name="T25" fmla="*/ 24 h 81"/>
                  <a:gd name="T26" fmla="*/ 2 w 7"/>
                  <a:gd name="T27" fmla="*/ 29 h 81"/>
                  <a:gd name="T28" fmla="*/ 2 w 7"/>
                  <a:gd name="T29" fmla="*/ 31 h 81"/>
                  <a:gd name="T30" fmla="*/ 2 w 7"/>
                  <a:gd name="T31" fmla="*/ 30 h 81"/>
                  <a:gd name="T32" fmla="*/ 2 w 7"/>
                  <a:gd name="T33" fmla="*/ 32 h 81"/>
                  <a:gd name="T34" fmla="*/ 2 w 7"/>
                  <a:gd name="T35" fmla="*/ 34 h 81"/>
                  <a:gd name="T36" fmla="*/ 2 w 7"/>
                  <a:gd name="T37" fmla="*/ 32 h 81"/>
                  <a:gd name="T38" fmla="*/ 3 w 7"/>
                  <a:gd name="T39" fmla="*/ 31 h 81"/>
                  <a:gd name="T40" fmla="*/ 3 w 7"/>
                  <a:gd name="T41" fmla="*/ 32 h 81"/>
                  <a:gd name="T42" fmla="*/ 3 w 7"/>
                  <a:gd name="T43" fmla="*/ 29 h 81"/>
                  <a:gd name="T44" fmla="*/ 3 w 7"/>
                  <a:gd name="T45" fmla="*/ 27 h 81"/>
                  <a:gd name="T46" fmla="*/ 3 w 7"/>
                  <a:gd name="T47" fmla="*/ 28 h 81"/>
                  <a:gd name="T48" fmla="*/ 3 w 7"/>
                  <a:gd name="T49" fmla="*/ 28 h 81"/>
                  <a:gd name="T50" fmla="*/ 4 w 7"/>
                  <a:gd name="T51" fmla="*/ 26 h 81"/>
                  <a:gd name="T52" fmla="*/ 4 w 7"/>
                  <a:gd name="T53" fmla="*/ 24 h 81"/>
                  <a:gd name="T54" fmla="*/ 4 w 7"/>
                  <a:gd name="T55" fmla="*/ 24 h 81"/>
                  <a:gd name="T56" fmla="*/ 4 w 7"/>
                  <a:gd name="T57" fmla="*/ 22 h 81"/>
                  <a:gd name="T58" fmla="*/ 4 w 7"/>
                  <a:gd name="T59" fmla="*/ 22 h 81"/>
                  <a:gd name="T60" fmla="*/ 4 w 7"/>
                  <a:gd name="T61" fmla="*/ 26 h 81"/>
                  <a:gd name="T62" fmla="*/ 4 w 7"/>
                  <a:gd name="T63" fmla="*/ 29 h 81"/>
                  <a:gd name="T64" fmla="*/ 4 w 7"/>
                  <a:gd name="T65" fmla="*/ 26 h 81"/>
                  <a:gd name="T66" fmla="*/ 4 w 7"/>
                  <a:gd name="T67" fmla="*/ 25 h 81"/>
                  <a:gd name="T68" fmla="*/ 5 w 7"/>
                  <a:gd name="T69" fmla="*/ 29 h 81"/>
                  <a:gd name="T70" fmla="*/ 5 w 7"/>
                  <a:gd name="T71" fmla="*/ 33 h 81"/>
                  <a:gd name="T72" fmla="*/ 5 w 7"/>
                  <a:gd name="T73" fmla="*/ 33 h 81"/>
                  <a:gd name="T74" fmla="*/ 5 w 7"/>
                  <a:gd name="T75" fmla="*/ 34 h 81"/>
                  <a:gd name="T76" fmla="*/ 5 w 7"/>
                  <a:gd name="T77" fmla="*/ 37 h 81"/>
                  <a:gd name="T78" fmla="*/ 5 w 7"/>
                  <a:gd name="T79" fmla="*/ 38 h 81"/>
                  <a:gd name="T80" fmla="*/ 5 w 7"/>
                  <a:gd name="T81" fmla="*/ 43 h 81"/>
                  <a:gd name="T82" fmla="*/ 5 w 7"/>
                  <a:gd name="T83" fmla="*/ 50 h 81"/>
                  <a:gd name="T84" fmla="*/ 5 w 7"/>
                  <a:gd name="T85" fmla="*/ 51 h 81"/>
                  <a:gd name="T86" fmla="*/ 5 w 7"/>
                  <a:gd name="T87" fmla="*/ 51 h 81"/>
                  <a:gd name="T88" fmla="*/ 6 w 7"/>
                  <a:gd name="T89" fmla="*/ 59 h 81"/>
                  <a:gd name="T90" fmla="*/ 6 w 7"/>
                  <a:gd name="T91" fmla="*/ 66 h 81"/>
                  <a:gd name="T92" fmla="*/ 6 w 7"/>
                  <a:gd name="T93" fmla="*/ 67 h 81"/>
                  <a:gd name="T94" fmla="*/ 6 w 7"/>
                  <a:gd name="T95" fmla="*/ 68 h 81"/>
                  <a:gd name="T96" fmla="*/ 6 w 7"/>
                  <a:gd name="T97" fmla="*/ 71 h 81"/>
                  <a:gd name="T98" fmla="*/ 6 w 7"/>
                  <a:gd name="T99" fmla="*/ 74 h 81"/>
                  <a:gd name="T100" fmla="*/ 7 w 7"/>
                  <a:gd name="T101" fmla="*/ 77 h 81"/>
                  <a:gd name="T102" fmla="*/ 7 w 7"/>
                  <a:gd name="T103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81">
                    <a:moveTo>
                      <a:pt x="0" y="0"/>
                    </a:moveTo>
                    <a:lnTo>
                      <a:pt x="0" y="2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3"/>
                    </a:lnTo>
                    <a:lnTo>
                      <a:pt x="1" y="7"/>
                    </a:lnTo>
                    <a:lnTo>
                      <a:pt x="1" y="14"/>
                    </a:lnTo>
                    <a:lnTo>
                      <a:pt x="1" y="15"/>
                    </a:lnTo>
                    <a:lnTo>
                      <a:pt x="1" y="14"/>
                    </a:lnTo>
                    <a:lnTo>
                      <a:pt x="1" y="17"/>
                    </a:lnTo>
                    <a:lnTo>
                      <a:pt x="2" y="22"/>
                    </a:lnTo>
                    <a:lnTo>
                      <a:pt x="2" y="23"/>
                    </a:lnTo>
                    <a:lnTo>
                      <a:pt x="2" y="24"/>
                    </a:lnTo>
                    <a:lnTo>
                      <a:pt x="2" y="29"/>
                    </a:lnTo>
                    <a:lnTo>
                      <a:pt x="2" y="31"/>
                    </a:lnTo>
                    <a:lnTo>
                      <a:pt x="2" y="30"/>
                    </a:lnTo>
                    <a:lnTo>
                      <a:pt x="2" y="32"/>
                    </a:lnTo>
                    <a:lnTo>
                      <a:pt x="2" y="34"/>
                    </a:lnTo>
                    <a:lnTo>
                      <a:pt x="2" y="32"/>
                    </a:lnTo>
                    <a:lnTo>
                      <a:pt x="3" y="31"/>
                    </a:lnTo>
                    <a:lnTo>
                      <a:pt x="3" y="32"/>
                    </a:lnTo>
                    <a:lnTo>
                      <a:pt x="3" y="29"/>
                    </a:lnTo>
                    <a:lnTo>
                      <a:pt x="3" y="27"/>
                    </a:lnTo>
                    <a:lnTo>
                      <a:pt x="3" y="28"/>
                    </a:lnTo>
                    <a:lnTo>
                      <a:pt x="3" y="28"/>
                    </a:lnTo>
                    <a:lnTo>
                      <a:pt x="4" y="26"/>
                    </a:lnTo>
                    <a:lnTo>
                      <a:pt x="4" y="24"/>
                    </a:lnTo>
                    <a:lnTo>
                      <a:pt x="4" y="24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6"/>
                    </a:lnTo>
                    <a:lnTo>
                      <a:pt x="4" y="29"/>
                    </a:lnTo>
                    <a:lnTo>
                      <a:pt x="4" y="26"/>
                    </a:lnTo>
                    <a:lnTo>
                      <a:pt x="4" y="25"/>
                    </a:lnTo>
                    <a:lnTo>
                      <a:pt x="5" y="29"/>
                    </a:lnTo>
                    <a:lnTo>
                      <a:pt x="5" y="33"/>
                    </a:lnTo>
                    <a:lnTo>
                      <a:pt x="5" y="33"/>
                    </a:lnTo>
                    <a:lnTo>
                      <a:pt x="5" y="34"/>
                    </a:lnTo>
                    <a:lnTo>
                      <a:pt x="5" y="37"/>
                    </a:lnTo>
                    <a:lnTo>
                      <a:pt x="5" y="38"/>
                    </a:lnTo>
                    <a:lnTo>
                      <a:pt x="5" y="43"/>
                    </a:lnTo>
                    <a:lnTo>
                      <a:pt x="5" y="50"/>
                    </a:lnTo>
                    <a:lnTo>
                      <a:pt x="5" y="51"/>
                    </a:lnTo>
                    <a:lnTo>
                      <a:pt x="5" y="51"/>
                    </a:lnTo>
                    <a:lnTo>
                      <a:pt x="6" y="59"/>
                    </a:lnTo>
                    <a:lnTo>
                      <a:pt x="6" y="66"/>
                    </a:lnTo>
                    <a:lnTo>
                      <a:pt x="6" y="67"/>
                    </a:lnTo>
                    <a:lnTo>
                      <a:pt x="6" y="68"/>
                    </a:lnTo>
                    <a:lnTo>
                      <a:pt x="6" y="71"/>
                    </a:lnTo>
                    <a:lnTo>
                      <a:pt x="6" y="74"/>
                    </a:lnTo>
                    <a:lnTo>
                      <a:pt x="7" y="77"/>
                    </a:lnTo>
                    <a:lnTo>
                      <a:pt x="7" y="8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77" name="Freeform 922"/>
              <p:cNvSpPr/>
              <p:nvPr/>
            </p:nvSpPr>
            <p:spPr bwMode="auto">
              <a:xfrm>
                <a:off x="1762" y="3010"/>
                <a:ext cx="6" cy="69"/>
              </a:xfrm>
              <a:custGeom>
                <a:avLst/>
                <a:gdLst>
                  <a:gd name="T0" fmla="*/ 0 w 6"/>
                  <a:gd name="T1" fmla="*/ 4 h 69"/>
                  <a:gd name="T2" fmla="*/ 0 w 6"/>
                  <a:gd name="T3" fmla="*/ 8 h 69"/>
                  <a:gd name="T4" fmla="*/ 0 w 6"/>
                  <a:gd name="T5" fmla="*/ 11 h 69"/>
                  <a:gd name="T6" fmla="*/ 0 w 6"/>
                  <a:gd name="T7" fmla="*/ 11 h 69"/>
                  <a:gd name="T8" fmla="*/ 0 w 6"/>
                  <a:gd name="T9" fmla="*/ 13 h 69"/>
                  <a:gd name="T10" fmla="*/ 0 w 6"/>
                  <a:gd name="T11" fmla="*/ 16 h 69"/>
                  <a:gd name="T12" fmla="*/ 0 w 6"/>
                  <a:gd name="T13" fmla="*/ 16 h 69"/>
                  <a:gd name="T14" fmla="*/ 0 w 6"/>
                  <a:gd name="T15" fmla="*/ 14 h 69"/>
                  <a:gd name="T16" fmla="*/ 0 w 6"/>
                  <a:gd name="T17" fmla="*/ 15 h 69"/>
                  <a:gd name="T18" fmla="*/ 1 w 6"/>
                  <a:gd name="T19" fmla="*/ 14 h 69"/>
                  <a:gd name="T20" fmla="*/ 1 w 6"/>
                  <a:gd name="T21" fmla="*/ 11 h 69"/>
                  <a:gd name="T22" fmla="*/ 1 w 6"/>
                  <a:gd name="T23" fmla="*/ 11 h 69"/>
                  <a:gd name="T24" fmla="*/ 1 w 6"/>
                  <a:gd name="T25" fmla="*/ 13 h 69"/>
                  <a:gd name="T26" fmla="*/ 1 w 6"/>
                  <a:gd name="T27" fmla="*/ 15 h 69"/>
                  <a:gd name="T28" fmla="*/ 1 w 6"/>
                  <a:gd name="T29" fmla="*/ 15 h 69"/>
                  <a:gd name="T30" fmla="*/ 2 w 6"/>
                  <a:gd name="T31" fmla="*/ 20 h 69"/>
                  <a:gd name="T32" fmla="*/ 2 w 6"/>
                  <a:gd name="T33" fmla="*/ 27 h 69"/>
                  <a:gd name="T34" fmla="*/ 2 w 6"/>
                  <a:gd name="T35" fmla="*/ 28 h 69"/>
                  <a:gd name="T36" fmla="*/ 2 w 6"/>
                  <a:gd name="T37" fmla="*/ 32 h 69"/>
                  <a:gd name="T38" fmla="*/ 2 w 6"/>
                  <a:gd name="T39" fmla="*/ 38 h 69"/>
                  <a:gd name="T40" fmla="*/ 2 w 6"/>
                  <a:gd name="T41" fmla="*/ 42 h 69"/>
                  <a:gd name="T42" fmla="*/ 2 w 6"/>
                  <a:gd name="T43" fmla="*/ 41 h 69"/>
                  <a:gd name="T44" fmla="*/ 2 w 6"/>
                  <a:gd name="T45" fmla="*/ 43 h 69"/>
                  <a:gd name="T46" fmla="*/ 2 w 6"/>
                  <a:gd name="T47" fmla="*/ 48 h 69"/>
                  <a:gd name="T48" fmla="*/ 3 w 6"/>
                  <a:gd name="T49" fmla="*/ 49 h 69"/>
                  <a:gd name="T50" fmla="*/ 3 w 6"/>
                  <a:gd name="T51" fmla="*/ 44 h 69"/>
                  <a:gd name="T52" fmla="*/ 3 w 6"/>
                  <a:gd name="T53" fmla="*/ 37 h 69"/>
                  <a:gd name="T54" fmla="*/ 3 w 6"/>
                  <a:gd name="T55" fmla="*/ 38 h 69"/>
                  <a:gd name="T56" fmla="*/ 3 w 6"/>
                  <a:gd name="T57" fmla="*/ 45 h 69"/>
                  <a:gd name="T58" fmla="*/ 3 w 6"/>
                  <a:gd name="T59" fmla="*/ 47 h 69"/>
                  <a:gd name="T60" fmla="*/ 3 w 6"/>
                  <a:gd name="T61" fmla="*/ 42 h 69"/>
                  <a:gd name="T62" fmla="*/ 3 w 6"/>
                  <a:gd name="T63" fmla="*/ 37 h 69"/>
                  <a:gd name="T64" fmla="*/ 3 w 6"/>
                  <a:gd name="T65" fmla="*/ 39 h 69"/>
                  <a:gd name="T66" fmla="*/ 4 w 6"/>
                  <a:gd name="T67" fmla="*/ 53 h 69"/>
                  <a:gd name="T68" fmla="*/ 4 w 6"/>
                  <a:gd name="T69" fmla="*/ 69 h 69"/>
                  <a:gd name="T70" fmla="*/ 4 w 6"/>
                  <a:gd name="T71" fmla="*/ 67 h 69"/>
                  <a:gd name="T72" fmla="*/ 4 w 6"/>
                  <a:gd name="T73" fmla="*/ 53 h 69"/>
                  <a:gd name="T74" fmla="*/ 4 w 6"/>
                  <a:gd name="T75" fmla="*/ 48 h 69"/>
                  <a:gd name="T76" fmla="*/ 4 w 6"/>
                  <a:gd name="T77" fmla="*/ 54 h 69"/>
                  <a:gd name="T78" fmla="*/ 5 w 6"/>
                  <a:gd name="T79" fmla="*/ 56 h 69"/>
                  <a:gd name="T80" fmla="*/ 5 w 6"/>
                  <a:gd name="T81" fmla="*/ 50 h 69"/>
                  <a:gd name="T82" fmla="*/ 5 w 6"/>
                  <a:gd name="T83" fmla="*/ 41 h 69"/>
                  <a:gd name="T84" fmla="*/ 5 w 6"/>
                  <a:gd name="T85" fmla="*/ 33 h 69"/>
                  <a:gd name="T86" fmla="*/ 5 w 6"/>
                  <a:gd name="T87" fmla="*/ 29 h 69"/>
                  <a:gd name="T88" fmla="*/ 5 w 6"/>
                  <a:gd name="T89" fmla="*/ 30 h 69"/>
                  <a:gd name="T90" fmla="*/ 5 w 6"/>
                  <a:gd name="T91" fmla="*/ 34 h 69"/>
                  <a:gd name="T92" fmla="*/ 5 w 6"/>
                  <a:gd name="T93" fmla="*/ 36 h 69"/>
                  <a:gd name="T94" fmla="*/ 5 w 6"/>
                  <a:gd name="T95" fmla="*/ 33 h 69"/>
                  <a:gd name="T96" fmla="*/ 6 w 6"/>
                  <a:gd name="T97" fmla="*/ 33 h 69"/>
                  <a:gd name="T98" fmla="*/ 6 w 6"/>
                  <a:gd name="T99" fmla="*/ 29 h 69"/>
                  <a:gd name="T100" fmla="*/ 6 w 6"/>
                  <a:gd name="T101" fmla="*/ 12 h 69"/>
                  <a:gd name="T102" fmla="*/ 6 w 6"/>
                  <a:gd name="T103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9">
                    <a:moveTo>
                      <a:pt x="0" y="4"/>
                    </a:moveTo>
                    <a:lnTo>
                      <a:pt x="0" y="8"/>
                    </a:lnTo>
                    <a:lnTo>
                      <a:pt x="0" y="11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1" y="14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1" y="13"/>
                    </a:lnTo>
                    <a:lnTo>
                      <a:pt x="1" y="15"/>
                    </a:lnTo>
                    <a:lnTo>
                      <a:pt x="1" y="15"/>
                    </a:lnTo>
                    <a:lnTo>
                      <a:pt x="2" y="20"/>
                    </a:lnTo>
                    <a:lnTo>
                      <a:pt x="2" y="27"/>
                    </a:lnTo>
                    <a:lnTo>
                      <a:pt x="2" y="28"/>
                    </a:lnTo>
                    <a:lnTo>
                      <a:pt x="2" y="32"/>
                    </a:lnTo>
                    <a:lnTo>
                      <a:pt x="2" y="38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3"/>
                    </a:lnTo>
                    <a:lnTo>
                      <a:pt x="2" y="48"/>
                    </a:lnTo>
                    <a:lnTo>
                      <a:pt x="3" y="49"/>
                    </a:lnTo>
                    <a:lnTo>
                      <a:pt x="3" y="44"/>
                    </a:lnTo>
                    <a:lnTo>
                      <a:pt x="3" y="37"/>
                    </a:lnTo>
                    <a:lnTo>
                      <a:pt x="3" y="38"/>
                    </a:lnTo>
                    <a:lnTo>
                      <a:pt x="3" y="45"/>
                    </a:lnTo>
                    <a:lnTo>
                      <a:pt x="3" y="47"/>
                    </a:lnTo>
                    <a:lnTo>
                      <a:pt x="3" y="42"/>
                    </a:lnTo>
                    <a:lnTo>
                      <a:pt x="3" y="37"/>
                    </a:lnTo>
                    <a:lnTo>
                      <a:pt x="3" y="39"/>
                    </a:lnTo>
                    <a:lnTo>
                      <a:pt x="4" y="53"/>
                    </a:lnTo>
                    <a:lnTo>
                      <a:pt x="4" y="69"/>
                    </a:lnTo>
                    <a:lnTo>
                      <a:pt x="4" y="67"/>
                    </a:lnTo>
                    <a:lnTo>
                      <a:pt x="4" y="53"/>
                    </a:lnTo>
                    <a:lnTo>
                      <a:pt x="4" y="48"/>
                    </a:lnTo>
                    <a:lnTo>
                      <a:pt x="4" y="54"/>
                    </a:lnTo>
                    <a:lnTo>
                      <a:pt x="5" y="56"/>
                    </a:lnTo>
                    <a:lnTo>
                      <a:pt x="5" y="50"/>
                    </a:lnTo>
                    <a:lnTo>
                      <a:pt x="5" y="41"/>
                    </a:lnTo>
                    <a:lnTo>
                      <a:pt x="5" y="33"/>
                    </a:lnTo>
                    <a:lnTo>
                      <a:pt x="5" y="29"/>
                    </a:lnTo>
                    <a:lnTo>
                      <a:pt x="5" y="30"/>
                    </a:lnTo>
                    <a:lnTo>
                      <a:pt x="5" y="34"/>
                    </a:lnTo>
                    <a:lnTo>
                      <a:pt x="5" y="36"/>
                    </a:lnTo>
                    <a:lnTo>
                      <a:pt x="5" y="33"/>
                    </a:lnTo>
                    <a:lnTo>
                      <a:pt x="6" y="33"/>
                    </a:lnTo>
                    <a:lnTo>
                      <a:pt x="6" y="29"/>
                    </a:lnTo>
                    <a:lnTo>
                      <a:pt x="6" y="12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78" name="Freeform 923"/>
              <p:cNvSpPr/>
              <p:nvPr/>
            </p:nvSpPr>
            <p:spPr bwMode="auto">
              <a:xfrm>
                <a:off x="1768" y="2912"/>
                <a:ext cx="6" cy="110"/>
              </a:xfrm>
              <a:custGeom>
                <a:avLst/>
                <a:gdLst>
                  <a:gd name="T0" fmla="*/ 0 w 6"/>
                  <a:gd name="T1" fmla="*/ 110 h 110"/>
                  <a:gd name="T2" fmla="*/ 0 w 6"/>
                  <a:gd name="T3" fmla="*/ 98 h 110"/>
                  <a:gd name="T4" fmla="*/ 0 w 6"/>
                  <a:gd name="T5" fmla="*/ 98 h 110"/>
                  <a:gd name="T6" fmla="*/ 0 w 6"/>
                  <a:gd name="T7" fmla="*/ 90 h 110"/>
                  <a:gd name="T8" fmla="*/ 1 w 6"/>
                  <a:gd name="T9" fmla="*/ 74 h 110"/>
                  <a:gd name="T10" fmla="*/ 1 w 6"/>
                  <a:gd name="T11" fmla="*/ 62 h 110"/>
                  <a:gd name="T12" fmla="*/ 1 w 6"/>
                  <a:gd name="T13" fmla="*/ 55 h 110"/>
                  <a:gd name="T14" fmla="*/ 1 w 6"/>
                  <a:gd name="T15" fmla="*/ 49 h 110"/>
                  <a:gd name="T16" fmla="*/ 1 w 6"/>
                  <a:gd name="T17" fmla="*/ 47 h 110"/>
                  <a:gd name="T18" fmla="*/ 1 w 6"/>
                  <a:gd name="T19" fmla="*/ 44 h 110"/>
                  <a:gd name="T20" fmla="*/ 1 w 6"/>
                  <a:gd name="T21" fmla="*/ 37 h 110"/>
                  <a:gd name="T22" fmla="*/ 1 w 6"/>
                  <a:gd name="T23" fmla="*/ 32 h 110"/>
                  <a:gd name="T24" fmla="*/ 1 w 6"/>
                  <a:gd name="T25" fmla="*/ 30 h 110"/>
                  <a:gd name="T26" fmla="*/ 1 w 6"/>
                  <a:gd name="T27" fmla="*/ 27 h 110"/>
                  <a:gd name="T28" fmla="*/ 2 w 6"/>
                  <a:gd name="T29" fmla="*/ 20 h 110"/>
                  <a:gd name="T30" fmla="*/ 2 w 6"/>
                  <a:gd name="T31" fmla="*/ 15 h 110"/>
                  <a:gd name="T32" fmla="*/ 2 w 6"/>
                  <a:gd name="T33" fmla="*/ 14 h 110"/>
                  <a:gd name="T34" fmla="*/ 2 w 6"/>
                  <a:gd name="T35" fmla="*/ 16 h 110"/>
                  <a:gd name="T36" fmla="*/ 2 w 6"/>
                  <a:gd name="T37" fmla="*/ 13 h 110"/>
                  <a:gd name="T38" fmla="*/ 2 w 6"/>
                  <a:gd name="T39" fmla="*/ 4 h 110"/>
                  <a:gd name="T40" fmla="*/ 2 w 6"/>
                  <a:gd name="T41" fmla="*/ 0 h 110"/>
                  <a:gd name="T42" fmla="*/ 2 w 6"/>
                  <a:gd name="T43" fmla="*/ 8 h 110"/>
                  <a:gd name="T44" fmla="*/ 2 w 6"/>
                  <a:gd name="T45" fmla="*/ 19 h 110"/>
                  <a:gd name="T46" fmla="*/ 3 w 6"/>
                  <a:gd name="T47" fmla="*/ 20 h 110"/>
                  <a:gd name="T48" fmla="*/ 3 w 6"/>
                  <a:gd name="T49" fmla="*/ 14 h 110"/>
                  <a:gd name="T50" fmla="*/ 3 w 6"/>
                  <a:gd name="T51" fmla="*/ 11 h 110"/>
                  <a:gd name="T52" fmla="*/ 3 w 6"/>
                  <a:gd name="T53" fmla="*/ 13 h 110"/>
                  <a:gd name="T54" fmla="*/ 3 w 6"/>
                  <a:gd name="T55" fmla="*/ 19 h 110"/>
                  <a:gd name="T56" fmla="*/ 3 w 6"/>
                  <a:gd name="T57" fmla="*/ 23 h 110"/>
                  <a:gd name="T58" fmla="*/ 4 w 6"/>
                  <a:gd name="T59" fmla="*/ 20 h 110"/>
                  <a:gd name="T60" fmla="*/ 4 w 6"/>
                  <a:gd name="T61" fmla="*/ 15 h 110"/>
                  <a:gd name="T62" fmla="*/ 4 w 6"/>
                  <a:gd name="T63" fmla="*/ 18 h 110"/>
                  <a:gd name="T64" fmla="*/ 4 w 6"/>
                  <a:gd name="T65" fmla="*/ 26 h 110"/>
                  <a:gd name="T66" fmla="*/ 4 w 6"/>
                  <a:gd name="T67" fmla="*/ 28 h 110"/>
                  <a:gd name="T68" fmla="*/ 4 w 6"/>
                  <a:gd name="T69" fmla="*/ 27 h 110"/>
                  <a:gd name="T70" fmla="*/ 4 w 6"/>
                  <a:gd name="T71" fmla="*/ 33 h 110"/>
                  <a:gd name="T72" fmla="*/ 4 w 6"/>
                  <a:gd name="T73" fmla="*/ 40 h 110"/>
                  <a:gd name="T74" fmla="*/ 4 w 6"/>
                  <a:gd name="T75" fmla="*/ 41 h 110"/>
                  <a:gd name="T76" fmla="*/ 5 w 6"/>
                  <a:gd name="T77" fmla="*/ 40 h 110"/>
                  <a:gd name="T78" fmla="*/ 5 w 6"/>
                  <a:gd name="T79" fmla="*/ 36 h 110"/>
                  <a:gd name="T80" fmla="*/ 5 w 6"/>
                  <a:gd name="T81" fmla="*/ 31 h 110"/>
                  <a:gd name="T82" fmla="*/ 5 w 6"/>
                  <a:gd name="T83" fmla="*/ 35 h 110"/>
                  <a:gd name="T84" fmla="*/ 5 w 6"/>
                  <a:gd name="T85" fmla="*/ 43 h 110"/>
                  <a:gd name="T86" fmla="*/ 5 w 6"/>
                  <a:gd name="T87" fmla="*/ 40 h 110"/>
                  <a:gd name="T88" fmla="*/ 6 w 6"/>
                  <a:gd name="T89" fmla="*/ 32 h 110"/>
                  <a:gd name="T90" fmla="*/ 6 w 6"/>
                  <a:gd name="T91" fmla="*/ 29 h 110"/>
                  <a:gd name="T92" fmla="*/ 6 w 6"/>
                  <a:gd name="T93" fmla="*/ 29 h 110"/>
                  <a:gd name="T94" fmla="*/ 6 w 6"/>
                  <a:gd name="T95" fmla="*/ 28 h 110"/>
                  <a:gd name="T96" fmla="*/ 6 w 6"/>
                  <a:gd name="T97" fmla="*/ 27 h 110"/>
                  <a:gd name="T98" fmla="*/ 6 w 6"/>
                  <a:gd name="T99" fmla="*/ 24 h 110"/>
                  <a:gd name="T100" fmla="*/ 6 w 6"/>
                  <a:gd name="T101" fmla="*/ 20 h 110"/>
                  <a:gd name="T102" fmla="*/ 6 w 6"/>
                  <a:gd name="T103" fmla="*/ 16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10">
                    <a:moveTo>
                      <a:pt x="0" y="110"/>
                    </a:moveTo>
                    <a:lnTo>
                      <a:pt x="0" y="98"/>
                    </a:lnTo>
                    <a:lnTo>
                      <a:pt x="0" y="98"/>
                    </a:lnTo>
                    <a:lnTo>
                      <a:pt x="0" y="90"/>
                    </a:lnTo>
                    <a:lnTo>
                      <a:pt x="1" y="74"/>
                    </a:lnTo>
                    <a:lnTo>
                      <a:pt x="1" y="62"/>
                    </a:lnTo>
                    <a:lnTo>
                      <a:pt x="1" y="55"/>
                    </a:lnTo>
                    <a:lnTo>
                      <a:pt x="1" y="49"/>
                    </a:lnTo>
                    <a:lnTo>
                      <a:pt x="1" y="47"/>
                    </a:lnTo>
                    <a:lnTo>
                      <a:pt x="1" y="44"/>
                    </a:lnTo>
                    <a:lnTo>
                      <a:pt x="1" y="37"/>
                    </a:lnTo>
                    <a:lnTo>
                      <a:pt x="1" y="32"/>
                    </a:lnTo>
                    <a:lnTo>
                      <a:pt x="1" y="30"/>
                    </a:lnTo>
                    <a:lnTo>
                      <a:pt x="1" y="27"/>
                    </a:lnTo>
                    <a:lnTo>
                      <a:pt x="2" y="20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2" y="16"/>
                    </a:lnTo>
                    <a:lnTo>
                      <a:pt x="2" y="13"/>
                    </a:lnTo>
                    <a:lnTo>
                      <a:pt x="2" y="4"/>
                    </a:lnTo>
                    <a:lnTo>
                      <a:pt x="2" y="0"/>
                    </a:lnTo>
                    <a:lnTo>
                      <a:pt x="2" y="8"/>
                    </a:lnTo>
                    <a:lnTo>
                      <a:pt x="2" y="19"/>
                    </a:lnTo>
                    <a:lnTo>
                      <a:pt x="3" y="20"/>
                    </a:lnTo>
                    <a:lnTo>
                      <a:pt x="3" y="14"/>
                    </a:lnTo>
                    <a:lnTo>
                      <a:pt x="3" y="11"/>
                    </a:lnTo>
                    <a:lnTo>
                      <a:pt x="3" y="13"/>
                    </a:lnTo>
                    <a:lnTo>
                      <a:pt x="3" y="19"/>
                    </a:lnTo>
                    <a:lnTo>
                      <a:pt x="3" y="23"/>
                    </a:lnTo>
                    <a:lnTo>
                      <a:pt x="4" y="20"/>
                    </a:lnTo>
                    <a:lnTo>
                      <a:pt x="4" y="15"/>
                    </a:lnTo>
                    <a:lnTo>
                      <a:pt x="4" y="18"/>
                    </a:lnTo>
                    <a:lnTo>
                      <a:pt x="4" y="26"/>
                    </a:lnTo>
                    <a:lnTo>
                      <a:pt x="4" y="28"/>
                    </a:lnTo>
                    <a:lnTo>
                      <a:pt x="4" y="27"/>
                    </a:lnTo>
                    <a:lnTo>
                      <a:pt x="4" y="33"/>
                    </a:lnTo>
                    <a:lnTo>
                      <a:pt x="4" y="40"/>
                    </a:lnTo>
                    <a:lnTo>
                      <a:pt x="4" y="41"/>
                    </a:lnTo>
                    <a:lnTo>
                      <a:pt x="5" y="40"/>
                    </a:lnTo>
                    <a:lnTo>
                      <a:pt x="5" y="36"/>
                    </a:lnTo>
                    <a:lnTo>
                      <a:pt x="5" y="31"/>
                    </a:lnTo>
                    <a:lnTo>
                      <a:pt x="5" y="35"/>
                    </a:lnTo>
                    <a:lnTo>
                      <a:pt x="5" y="43"/>
                    </a:lnTo>
                    <a:lnTo>
                      <a:pt x="5" y="40"/>
                    </a:lnTo>
                    <a:lnTo>
                      <a:pt x="6" y="32"/>
                    </a:lnTo>
                    <a:lnTo>
                      <a:pt x="6" y="29"/>
                    </a:lnTo>
                    <a:lnTo>
                      <a:pt x="6" y="29"/>
                    </a:lnTo>
                    <a:lnTo>
                      <a:pt x="6" y="28"/>
                    </a:lnTo>
                    <a:lnTo>
                      <a:pt x="6" y="27"/>
                    </a:lnTo>
                    <a:lnTo>
                      <a:pt x="6" y="24"/>
                    </a:lnTo>
                    <a:lnTo>
                      <a:pt x="6" y="20"/>
                    </a:lnTo>
                    <a:lnTo>
                      <a:pt x="6" y="1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79" name="Freeform 924"/>
              <p:cNvSpPr/>
              <p:nvPr/>
            </p:nvSpPr>
            <p:spPr bwMode="auto">
              <a:xfrm>
                <a:off x="1774" y="2890"/>
                <a:ext cx="6" cy="86"/>
              </a:xfrm>
              <a:custGeom>
                <a:avLst/>
                <a:gdLst>
                  <a:gd name="T0" fmla="*/ 0 w 6"/>
                  <a:gd name="T1" fmla="*/ 42 h 86"/>
                  <a:gd name="T2" fmla="*/ 0 w 6"/>
                  <a:gd name="T3" fmla="*/ 38 h 86"/>
                  <a:gd name="T4" fmla="*/ 0 w 6"/>
                  <a:gd name="T5" fmla="*/ 34 h 86"/>
                  <a:gd name="T6" fmla="*/ 1 w 6"/>
                  <a:gd name="T7" fmla="*/ 36 h 86"/>
                  <a:gd name="T8" fmla="*/ 1 w 6"/>
                  <a:gd name="T9" fmla="*/ 41 h 86"/>
                  <a:gd name="T10" fmla="*/ 1 w 6"/>
                  <a:gd name="T11" fmla="*/ 42 h 86"/>
                  <a:gd name="T12" fmla="*/ 1 w 6"/>
                  <a:gd name="T13" fmla="*/ 37 h 86"/>
                  <a:gd name="T14" fmla="*/ 1 w 6"/>
                  <a:gd name="T15" fmla="*/ 32 h 86"/>
                  <a:gd name="T16" fmla="*/ 1 w 6"/>
                  <a:gd name="T17" fmla="*/ 29 h 86"/>
                  <a:gd name="T18" fmla="*/ 1 w 6"/>
                  <a:gd name="T19" fmla="*/ 29 h 86"/>
                  <a:gd name="T20" fmla="*/ 1 w 6"/>
                  <a:gd name="T21" fmla="*/ 32 h 86"/>
                  <a:gd name="T22" fmla="*/ 1 w 6"/>
                  <a:gd name="T23" fmla="*/ 36 h 86"/>
                  <a:gd name="T24" fmla="*/ 2 w 6"/>
                  <a:gd name="T25" fmla="*/ 32 h 86"/>
                  <a:gd name="T26" fmla="*/ 2 w 6"/>
                  <a:gd name="T27" fmla="*/ 26 h 86"/>
                  <a:gd name="T28" fmla="*/ 2 w 6"/>
                  <a:gd name="T29" fmla="*/ 32 h 86"/>
                  <a:gd name="T30" fmla="*/ 2 w 6"/>
                  <a:gd name="T31" fmla="*/ 43 h 86"/>
                  <a:gd name="T32" fmla="*/ 2 w 6"/>
                  <a:gd name="T33" fmla="*/ 44 h 86"/>
                  <a:gd name="T34" fmla="*/ 2 w 6"/>
                  <a:gd name="T35" fmla="*/ 45 h 86"/>
                  <a:gd name="T36" fmla="*/ 3 w 6"/>
                  <a:gd name="T37" fmla="*/ 51 h 86"/>
                  <a:gd name="T38" fmla="*/ 3 w 6"/>
                  <a:gd name="T39" fmla="*/ 52 h 86"/>
                  <a:gd name="T40" fmla="*/ 3 w 6"/>
                  <a:gd name="T41" fmla="*/ 51 h 86"/>
                  <a:gd name="T42" fmla="*/ 3 w 6"/>
                  <a:gd name="T43" fmla="*/ 58 h 86"/>
                  <a:gd name="T44" fmla="*/ 3 w 6"/>
                  <a:gd name="T45" fmla="*/ 66 h 86"/>
                  <a:gd name="T46" fmla="*/ 3 w 6"/>
                  <a:gd name="T47" fmla="*/ 66 h 86"/>
                  <a:gd name="T48" fmla="*/ 3 w 6"/>
                  <a:gd name="T49" fmla="*/ 69 h 86"/>
                  <a:gd name="T50" fmla="*/ 3 w 6"/>
                  <a:gd name="T51" fmla="*/ 77 h 86"/>
                  <a:gd name="T52" fmla="*/ 3 w 6"/>
                  <a:gd name="T53" fmla="*/ 82 h 86"/>
                  <a:gd name="T54" fmla="*/ 3 w 6"/>
                  <a:gd name="T55" fmla="*/ 84 h 86"/>
                  <a:gd name="T56" fmla="*/ 4 w 6"/>
                  <a:gd name="T57" fmla="*/ 86 h 86"/>
                  <a:gd name="T58" fmla="*/ 4 w 6"/>
                  <a:gd name="T59" fmla="*/ 84 h 86"/>
                  <a:gd name="T60" fmla="*/ 4 w 6"/>
                  <a:gd name="T61" fmla="*/ 81 h 86"/>
                  <a:gd name="T62" fmla="*/ 4 w 6"/>
                  <a:gd name="T63" fmla="*/ 80 h 86"/>
                  <a:gd name="T64" fmla="*/ 4 w 6"/>
                  <a:gd name="T65" fmla="*/ 80 h 86"/>
                  <a:gd name="T66" fmla="*/ 4 w 6"/>
                  <a:gd name="T67" fmla="*/ 77 h 86"/>
                  <a:gd name="T68" fmla="*/ 5 w 6"/>
                  <a:gd name="T69" fmla="*/ 74 h 86"/>
                  <a:gd name="T70" fmla="*/ 5 w 6"/>
                  <a:gd name="T71" fmla="*/ 71 h 86"/>
                  <a:gd name="T72" fmla="*/ 5 w 6"/>
                  <a:gd name="T73" fmla="*/ 68 h 86"/>
                  <a:gd name="T74" fmla="*/ 5 w 6"/>
                  <a:gd name="T75" fmla="*/ 69 h 86"/>
                  <a:gd name="T76" fmla="*/ 5 w 6"/>
                  <a:gd name="T77" fmla="*/ 70 h 86"/>
                  <a:gd name="T78" fmla="*/ 5 w 6"/>
                  <a:gd name="T79" fmla="*/ 63 h 86"/>
                  <a:gd name="T80" fmla="*/ 5 w 6"/>
                  <a:gd name="T81" fmla="*/ 52 h 86"/>
                  <a:gd name="T82" fmla="*/ 5 w 6"/>
                  <a:gd name="T83" fmla="*/ 47 h 86"/>
                  <a:gd name="T84" fmla="*/ 5 w 6"/>
                  <a:gd name="T85" fmla="*/ 43 h 86"/>
                  <a:gd name="T86" fmla="*/ 6 w 6"/>
                  <a:gd name="T87" fmla="*/ 34 h 86"/>
                  <a:gd name="T88" fmla="*/ 6 w 6"/>
                  <a:gd name="T89" fmla="*/ 27 h 86"/>
                  <a:gd name="T90" fmla="*/ 6 w 6"/>
                  <a:gd name="T91" fmla="*/ 20 h 86"/>
                  <a:gd name="T92" fmla="*/ 6 w 6"/>
                  <a:gd name="T93" fmla="*/ 12 h 86"/>
                  <a:gd name="T94" fmla="*/ 6 w 6"/>
                  <a:gd name="T95" fmla="*/ 7 h 86"/>
                  <a:gd name="T96" fmla="*/ 6 w 6"/>
                  <a:gd name="T97" fmla="*/ 7 h 86"/>
                  <a:gd name="T98" fmla="*/ 6 w 6"/>
                  <a:gd name="T99" fmla="*/ 4 h 86"/>
                  <a:gd name="T100" fmla="*/ 6 w 6"/>
                  <a:gd name="T101" fmla="*/ 0 h 86"/>
                  <a:gd name="T102" fmla="*/ 6 w 6"/>
                  <a:gd name="T103" fmla="*/ 4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6">
                    <a:moveTo>
                      <a:pt x="0" y="42"/>
                    </a:moveTo>
                    <a:lnTo>
                      <a:pt x="0" y="38"/>
                    </a:lnTo>
                    <a:lnTo>
                      <a:pt x="0" y="34"/>
                    </a:lnTo>
                    <a:lnTo>
                      <a:pt x="1" y="36"/>
                    </a:lnTo>
                    <a:lnTo>
                      <a:pt x="1" y="41"/>
                    </a:lnTo>
                    <a:lnTo>
                      <a:pt x="1" y="42"/>
                    </a:lnTo>
                    <a:lnTo>
                      <a:pt x="1" y="37"/>
                    </a:lnTo>
                    <a:lnTo>
                      <a:pt x="1" y="32"/>
                    </a:lnTo>
                    <a:lnTo>
                      <a:pt x="1" y="29"/>
                    </a:lnTo>
                    <a:lnTo>
                      <a:pt x="1" y="29"/>
                    </a:lnTo>
                    <a:lnTo>
                      <a:pt x="1" y="32"/>
                    </a:lnTo>
                    <a:lnTo>
                      <a:pt x="1" y="36"/>
                    </a:lnTo>
                    <a:lnTo>
                      <a:pt x="2" y="32"/>
                    </a:lnTo>
                    <a:lnTo>
                      <a:pt x="2" y="26"/>
                    </a:lnTo>
                    <a:lnTo>
                      <a:pt x="2" y="32"/>
                    </a:lnTo>
                    <a:lnTo>
                      <a:pt x="2" y="43"/>
                    </a:lnTo>
                    <a:lnTo>
                      <a:pt x="2" y="44"/>
                    </a:lnTo>
                    <a:lnTo>
                      <a:pt x="2" y="45"/>
                    </a:lnTo>
                    <a:lnTo>
                      <a:pt x="3" y="51"/>
                    </a:lnTo>
                    <a:lnTo>
                      <a:pt x="3" y="52"/>
                    </a:lnTo>
                    <a:lnTo>
                      <a:pt x="3" y="51"/>
                    </a:lnTo>
                    <a:lnTo>
                      <a:pt x="3" y="58"/>
                    </a:lnTo>
                    <a:lnTo>
                      <a:pt x="3" y="66"/>
                    </a:lnTo>
                    <a:lnTo>
                      <a:pt x="3" y="66"/>
                    </a:lnTo>
                    <a:lnTo>
                      <a:pt x="3" y="69"/>
                    </a:lnTo>
                    <a:lnTo>
                      <a:pt x="3" y="77"/>
                    </a:lnTo>
                    <a:lnTo>
                      <a:pt x="3" y="82"/>
                    </a:lnTo>
                    <a:lnTo>
                      <a:pt x="3" y="84"/>
                    </a:lnTo>
                    <a:lnTo>
                      <a:pt x="4" y="86"/>
                    </a:lnTo>
                    <a:lnTo>
                      <a:pt x="4" y="84"/>
                    </a:lnTo>
                    <a:lnTo>
                      <a:pt x="4" y="81"/>
                    </a:lnTo>
                    <a:lnTo>
                      <a:pt x="4" y="80"/>
                    </a:lnTo>
                    <a:lnTo>
                      <a:pt x="4" y="80"/>
                    </a:lnTo>
                    <a:lnTo>
                      <a:pt x="4" y="77"/>
                    </a:lnTo>
                    <a:lnTo>
                      <a:pt x="5" y="74"/>
                    </a:lnTo>
                    <a:lnTo>
                      <a:pt x="5" y="71"/>
                    </a:lnTo>
                    <a:lnTo>
                      <a:pt x="5" y="68"/>
                    </a:lnTo>
                    <a:lnTo>
                      <a:pt x="5" y="69"/>
                    </a:lnTo>
                    <a:lnTo>
                      <a:pt x="5" y="70"/>
                    </a:lnTo>
                    <a:lnTo>
                      <a:pt x="5" y="63"/>
                    </a:lnTo>
                    <a:lnTo>
                      <a:pt x="5" y="52"/>
                    </a:lnTo>
                    <a:lnTo>
                      <a:pt x="5" y="47"/>
                    </a:lnTo>
                    <a:lnTo>
                      <a:pt x="5" y="43"/>
                    </a:lnTo>
                    <a:lnTo>
                      <a:pt x="6" y="34"/>
                    </a:lnTo>
                    <a:lnTo>
                      <a:pt x="6" y="27"/>
                    </a:lnTo>
                    <a:lnTo>
                      <a:pt x="6" y="20"/>
                    </a:lnTo>
                    <a:lnTo>
                      <a:pt x="6" y="12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6" y="4"/>
                    </a:lnTo>
                    <a:lnTo>
                      <a:pt x="6" y="0"/>
                    </a:lnTo>
                    <a:lnTo>
                      <a:pt x="6" y="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80" name="Freeform 925"/>
              <p:cNvSpPr/>
              <p:nvPr/>
            </p:nvSpPr>
            <p:spPr bwMode="auto">
              <a:xfrm>
                <a:off x="1780" y="2890"/>
                <a:ext cx="7" cy="80"/>
              </a:xfrm>
              <a:custGeom>
                <a:avLst/>
                <a:gdLst>
                  <a:gd name="T0" fmla="*/ 0 w 7"/>
                  <a:gd name="T1" fmla="*/ 0 h 80"/>
                  <a:gd name="T2" fmla="*/ 0 w 7"/>
                  <a:gd name="T3" fmla="*/ 4 h 80"/>
                  <a:gd name="T4" fmla="*/ 1 w 7"/>
                  <a:gd name="T5" fmla="*/ 8 h 80"/>
                  <a:gd name="T6" fmla="*/ 1 w 7"/>
                  <a:gd name="T7" fmla="*/ 6 h 80"/>
                  <a:gd name="T8" fmla="*/ 1 w 7"/>
                  <a:gd name="T9" fmla="*/ 4 h 80"/>
                  <a:gd name="T10" fmla="*/ 1 w 7"/>
                  <a:gd name="T11" fmla="*/ 7 h 80"/>
                  <a:gd name="T12" fmla="*/ 1 w 7"/>
                  <a:gd name="T13" fmla="*/ 11 h 80"/>
                  <a:gd name="T14" fmla="*/ 1 w 7"/>
                  <a:gd name="T15" fmla="*/ 13 h 80"/>
                  <a:gd name="T16" fmla="*/ 2 w 7"/>
                  <a:gd name="T17" fmla="*/ 14 h 80"/>
                  <a:gd name="T18" fmla="*/ 2 w 7"/>
                  <a:gd name="T19" fmla="*/ 11 h 80"/>
                  <a:gd name="T20" fmla="*/ 2 w 7"/>
                  <a:gd name="T21" fmla="*/ 7 h 80"/>
                  <a:gd name="T22" fmla="*/ 2 w 7"/>
                  <a:gd name="T23" fmla="*/ 9 h 80"/>
                  <a:gd name="T24" fmla="*/ 2 w 7"/>
                  <a:gd name="T25" fmla="*/ 14 h 80"/>
                  <a:gd name="T26" fmla="*/ 2 w 7"/>
                  <a:gd name="T27" fmla="*/ 14 h 80"/>
                  <a:gd name="T28" fmla="*/ 2 w 7"/>
                  <a:gd name="T29" fmla="*/ 14 h 80"/>
                  <a:gd name="T30" fmla="*/ 2 w 7"/>
                  <a:gd name="T31" fmla="*/ 17 h 80"/>
                  <a:gd name="T32" fmla="*/ 2 w 7"/>
                  <a:gd name="T33" fmla="*/ 21 h 80"/>
                  <a:gd name="T34" fmla="*/ 3 w 7"/>
                  <a:gd name="T35" fmla="*/ 24 h 80"/>
                  <a:gd name="T36" fmla="*/ 3 w 7"/>
                  <a:gd name="T37" fmla="*/ 26 h 80"/>
                  <a:gd name="T38" fmla="*/ 3 w 7"/>
                  <a:gd name="T39" fmla="*/ 29 h 80"/>
                  <a:gd name="T40" fmla="*/ 3 w 7"/>
                  <a:gd name="T41" fmla="*/ 33 h 80"/>
                  <a:gd name="T42" fmla="*/ 3 w 7"/>
                  <a:gd name="T43" fmla="*/ 37 h 80"/>
                  <a:gd name="T44" fmla="*/ 3 w 7"/>
                  <a:gd name="T45" fmla="*/ 37 h 80"/>
                  <a:gd name="T46" fmla="*/ 4 w 7"/>
                  <a:gd name="T47" fmla="*/ 36 h 80"/>
                  <a:gd name="T48" fmla="*/ 4 w 7"/>
                  <a:gd name="T49" fmla="*/ 37 h 80"/>
                  <a:gd name="T50" fmla="*/ 4 w 7"/>
                  <a:gd name="T51" fmla="*/ 40 h 80"/>
                  <a:gd name="T52" fmla="*/ 4 w 7"/>
                  <a:gd name="T53" fmla="*/ 41 h 80"/>
                  <a:gd name="T54" fmla="*/ 4 w 7"/>
                  <a:gd name="T55" fmla="*/ 41 h 80"/>
                  <a:gd name="T56" fmla="*/ 4 w 7"/>
                  <a:gd name="T57" fmla="*/ 41 h 80"/>
                  <a:gd name="T58" fmla="*/ 4 w 7"/>
                  <a:gd name="T59" fmla="*/ 44 h 80"/>
                  <a:gd name="T60" fmla="*/ 4 w 7"/>
                  <a:gd name="T61" fmla="*/ 44 h 80"/>
                  <a:gd name="T62" fmla="*/ 4 w 7"/>
                  <a:gd name="T63" fmla="*/ 44 h 80"/>
                  <a:gd name="T64" fmla="*/ 5 w 7"/>
                  <a:gd name="T65" fmla="*/ 47 h 80"/>
                  <a:gd name="T66" fmla="*/ 5 w 7"/>
                  <a:gd name="T67" fmla="*/ 47 h 80"/>
                  <a:gd name="T68" fmla="*/ 5 w 7"/>
                  <a:gd name="T69" fmla="*/ 45 h 80"/>
                  <a:gd name="T70" fmla="*/ 5 w 7"/>
                  <a:gd name="T71" fmla="*/ 46 h 80"/>
                  <a:gd name="T72" fmla="*/ 5 w 7"/>
                  <a:gd name="T73" fmla="*/ 49 h 80"/>
                  <a:gd name="T74" fmla="*/ 5 w 7"/>
                  <a:gd name="T75" fmla="*/ 44 h 80"/>
                  <a:gd name="T76" fmla="*/ 5 w 7"/>
                  <a:gd name="T77" fmla="*/ 39 h 80"/>
                  <a:gd name="T78" fmla="*/ 5 w 7"/>
                  <a:gd name="T79" fmla="*/ 41 h 80"/>
                  <a:gd name="T80" fmla="*/ 5 w 7"/>
                  <a:gd name="T81" fmla="*/ 47 h 80"/>
                  <a:gd name="T82" fmla="*/ 5 w 7"/>
                  <a:gd name="T83" fmla="*/ 47 h 80"/>
                  <a:gd name="T84" fmla="*/ 6 w 7"/>
                  <a:gd name="T85" fmla="*/ 46 h 80"/>
                  <a:gd name="T86" fmla="*/ 6 w 7"/>
                  <a:gd name="T87" fmla="*/ 50 h 80"/>
                  <a:gd name="T88" fmla="*/ 6 w 7"/>
                  <a:gd name="T89" fmla="*/ 54 h 80"/>
                  <a:gd name="T90" fmla="*/ 6 w 7"/>
                  <a:gd name="T91" fmla="*/ 57 h 80"/>
                  <a:gd name="T92" fmla="*/ 6 w 7"/>
                  <a:gd name="T93" fmla="*/ 64 h 80"/>
                  <a:gd name="T94" fmla="*/ 6 w 7"/>
                  <a:gd name="T95" fmla="*/ 71 h 80"/>
                  <a:gd name="T96" fmla="*/ 7 w 7"/>
                  <a:gd name="T97" fmla="*/ 70 h 80"/>
                  <a:gd name="T98" fmla="*/ 7 w 7"/>
                  <a:gd name="T99" fmla="*/ 65 h 80"/>
                  <a:gd name="T100" fmla="*/ 7 w 7"/>
                  <a:gd name="T101" fmla="*/ 71 h 80"/>
                  <a:gd name="T102" fmla="*/ 7 w 7"/>
                  <a:gd name="T103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80">
                    <a:moveTo>
                      <a:pt x="0" y="0"/>
                    </a:moveTo>
                    <a:lnTo>
                      <a:pt x="0" y="4"/>
                    </a:lnTo>
                    <a:lnTo>
                      <a:pt x="1" y="8"/>
                    </a:lnTo>
                    <a:lnTo>
                      <a:pt x="1" y="6"/>
                    </a:lnTo>
                    <a:lnTo>
                      <a:pt x="1" y="4"/>
                    </a:lnTo>
                    <a:lnTo>
                      <a:pt x="1" y="7"/>
                    </a:lnTo>
                    <a:lnTo>
                      <a:pt x="1" y="11"/>
                    </a:lnTo>
                    <a:lnTo>
                      <a:pt x="1" y="13"/>
                    </a:lnTo>
                    <a:lnTo>
                      <a:pt x="2" y="14"/>
                    </a:lnTo>
                    <a:lnTo>
                      <a:pt x="2" y="11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2" y="17"/>
                    </a:lnTo>
                    <a:lnTo>
                      <a:pt x="2" y="21"/>
                    </a:lnTo>
                    <a:lnTo>
                      <a:pt x="3" y="24"/>
                    </a:lnTo>
                    <a:lnTo>
                      <a:pt x="3" y="26"/>
                    </a:lnTo>
                    <a:lnTo>
                      <a:pt x="3" y="29"/>
                    </a:lnTo>
                    <a:lnTo>
                      <a:pt x="3" y="33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4" y="36"/>
                    </a:lnTo>
                    <a:lnTo>
                      <a:pt x="4" y="37"/>
                    </a:lnTo>
                    <a:lnTo>
                      <a:pt x="4" y="40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4" y="44"/>
                    </a:lnTo>
                    <a:lnTo>
                      <a:pt x="4" y="44"/>
                    </a:lnTo>
                    <a:lnTo>
                      <a:pt x="4" y="44"/>
                    </a:lnTo>
                    <a:lnTo>
                      <a:pt x="5" y="47"/>
                    </a:lnTo>
                    <a:lnTo>
                      <a:pt x="5" y="47"/>
                    </a:lnTo>
                    <a:lnTo>
                      <a:pt x="5" y="45"/>
                    </a:lnTo>
                    <a:lnTo>
                      <a:pt x="5" y="46"/>
                    </a:lnTo>
                    <a:lnTo>
                      <a:pt x="5" y="49"/>
                    </a:lnTo>
                    <a:lnTo>
                      <a:pt x="5" y="44"/>
                    </a:lnTo>
                    <a:lnTo>
                      <a:pt x="5" y="39"/>
                    </a:lnTo>
                    <a:lnTo>
                      <a:pt x="5" y="41"/>
                    </a:lnTo>
                    <a:lnTo>
                      <a:pt x="5" y="47"/>
                    </a:lnTo>
                    <a:lnTo>
                      <a:pt x="5" y="47"/>
                    </a:lnTo>
                    <a:lnTo>
                      <a:pt x="6" y="46"/>
                    </a:lnTo>
                    <a:lnTo>
                      <a:pt x="6" y="50"/>
                    </a:lnTo>
                    <a:lnTo>
                      <a:pt x="6" y="54"/>
                    </a:lnTo>
                    <a:lnTo>
                      <a:pt x="6" y="57"/>
                    </a:lnTo>
                    <a:lnTo>
                      <a:pt x="6" y="64"/>
                    </a:lnTo>
                    <a:lnTo>
                      <a:pt x="6" y="71"/>
                    </a:lnTo>
                    <a:lnTo>
                      <a:pt x="7" y="70"/>
                    </a:lnTo>
                    <a:lnTo>
                      <a:pt x="7" y="65"/>
                    </a:lnTo>
                    <a:lnTo>
                      <a:pt x="7" y="71"/>
                    </a:lnTo>
                    <a:lnTo>
                      <a:pt x="7" y="8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81" name="Freeform 926"/>
              <p:cNvSpPr/>
              <p:nvPr/>
            </p:nvSpPr>
            <p:spPr bwMode="auto">
              <a:xfrm>
                <a:off x="1787" y="2961"/>
                <a:ext cx="6" cy="156"/>
              </a:xfrm>
              <a:custGeom>
                <a:avLst/>
                <a:gdLst>
                  <a:gd name="T0" fmla="*/ 0 w 6"/>
                  <a:gd name="T1" fmla="*/ 0 h 156"/>
                  <a:gd name="T2" fmla="*/ 0 w 6"/>
                  <a:gd name="T3" fmla="*/ 9 h 156"/>
                  <a:gd name="T4" fmla="*/ 0 w 6"/>
                  <a:gd name="T5" fmla="*/ 11 h 156"/>
                  <a:gd name="T6" fmla="*/ 0 w 6"/>
                  <a:gd name="T7" fmla="*/ 11 h 156"/>
                  <a:gd name="T8" fmla="*/ 0 w 6"/>
                  <a:gd name="T9" fmla="*/ 18 h 156"/>
                  <a:gd name="T10" fmla="*/ 0 w 6"/>
                  <a:gd name="T11" fmla="*/ 25 h 156"/>
                  <a:gd name="T12" fmla="*/ 0 w 6"/>
                  <a:gd name="T13" fmla="*/ 31 h 156"/>
                  <a:gd name="T14" fmla="*/ 1 w 6"/>
                  <a:gd name="T15" fmla="*/ 42 h 156"/>
                  <a:gd name="T16" fmla="*/ 1 w 6"/>
                  <a:gd name="T17" fmla="*/ 51 h 156"/>
                  <a:gd name="T18" fmla="*/ 1 w 6"/>
                  <a:gd name="T19" fmla="*/ 50 h 156"/>
                  <a:gd name="T20" fmla="*/ 1 w 6"/>
                  <a:gd name="T21" fmla="*/ 52 h 156"/>
                  <a:gd name="T22" fmla="*/ 1 w 6"/>
                  <a:gd name="T23" fmla="*/ 60 h 156"/>
                  <a:gd name="T24" fmla="*/ 1 w 6"/>
                  <a:gd name="T25" fmla="*/ 62 h 156"/>
                  <a:gd name="T26" fmla="*/ 2 w 6"/>
                  <a:gd name="T27" fmla="*/ 61 h 156"/>
                  <a:gd name="T28" fmla="*/ 2 w 6"/>
                  <a:gd name="T29" fmla="*/ 64 h 156"/>
                  <a:gd name="T30" fmla="*/ 2 w 6"/>
                  <a:gd name="T31" fmla="*/ 67 h 156"/>
                  <a:gd name="T32" fmla="*/ 2 w 6"/>
                  <a:gd name="T33" fmla="*/ 69 h 156"/>
                  <a:gd name="T34" fmla="*/ 2 w 6"/>
                  <a:gd name="T35" fmla="*/ 72 h 156"/>
                  <a:gd name="T36" fmla="*/ 2 w 6"/>
                  <a:gd name="T37" fmla="*/ 77 h 156"/>
                  <a:gd name="T38" fmla="*/ 2 w 6"/>
                  <a:gd name="T39" fmla="*/ 81 h 156"/>
                  <a:gd name="T40" fmla="*/ 2 w 6"/>
                  <a:gd name="T41" fmla="*/ 79 h 156"/>
                  <a:gd name="T42" fmla="*/ 2 w 6"/>
                  <a:gd name="T43" fmla="*/ 81 h 156"/>
                  <a:gd name="T44" fmla="*/ 3 w 6"/>
                  <a:gd name="T45" fmla="*/ 89 h 156"/>
                  <a:gd name="T46" fmla="*/ 3 w 6"/>
                  <a:gd name="T47" fmla="*/ 92 h 156"/>
                  <a:gd name="T48" fmla="*/ 3 w 6"/>
                  <a:gd name="T49" fmla="*/ 88 h 156"/>
                  <a:gd name="T50" fmla="*/ 3 w 6"/>
                  <a:gd name="T51" fmla="*/ 94 h 156"/>
                  <a:gd name="T52" fmla="*/ 3 w 6"/>
                  <a:gd name="T53" fmla="*/ 106 h 156"/>
                  <a:gd name="T54" fmla="*/ 3 w 6"/>
                  <a:gd name="T55" fmla="*/ 108 h 156"/>
                  <a:gd name="T56" fmla="*/ 3 w 6"/>
                  <a:gd name="T57" fmla="*/ 111 h 156"/>
                  <a:gd name="T58" fmla="*/ 3 w 6"/>
                  <a:gd name="T59" fmla="*/ 122 h 156"/>
                  <a:gd name="T60" fmla="*/ 3 w 6"/>
                  <a:gd name="T61" fmla="*/ 126 h 156"/>
                  <a:gd name="T62" fmla="*/ 4 w 6"/>
                  <a:gd name="T63" fmla="*/ 124 h 156"/>
                  <a:gd name="T64" fmla="*/ 4 w 6"/>
                  <a:gd name="T65" fmla="*/ 128 h 156"/>
                  <a:gd name="T66" fmla="*/ 4 w 6"/>
                  <a:gd name="T67" fmla="*/ 137 h 156"/>
                  <a:gd name="T68" fmla="*/ 4 w 6"/>
                  <a:gd name="T69" fmla="*/ 140 h 156"/>
                  <a:gd name="T70" fmla="*/ 4 w 6"/>
                  <a:gd name="T71" fmla="*/ 136 h 156"/>
                  <a:gd name="T72" fmla="*/ 4 w 6"/>
                  <a:gd name="T73" fmla="*/ 137 h 156"/>
                  <a:gd name="T74" fmla="*/ 5 w 6"/>
                  <a:gd name="T75" fmla="*/ 142 h 156"/>
                  <a:gd name="T76" fmla="*/ 5 w 6"/>
                  <a:gd name="T77" fmla="*/ 138 h 156"/>
                  <a:gd name="T78" fmla="*/ 5 w 6"/>
                  <a:gd name="T79" fmla="*/ 136 h 156"/>
                  <a:gd name="T80" fmla="*/ 5 w 6"/>
                  <a:gd name="T81" fmla="*/ 145 h 156"/>
                  <a:gd name="T82" fmla="*/ 5 w 6"/>
                  <a:gd name="T83" fmla="*/ 145 h 156"/>
                  <a:gd name="T84" fmla="*/ 5 w 6"/>
                  <a:gd name="T85" fmla="*/ 132 h 156"/>
                  <a:gd name="T86" fmla="*/ 5 w 6"/>
                  <a:gd name="T87" fmla="*/ 134 h 156"/>
                  <a:gd name="T88" fmla="*/ 5 w 6"/>
                  <a:gd name="T89" fmla="*/ 151 h 156"/>
                  <a:gd name="T90" fmla="*/ 5 w 6"/>
                  <a:gd name="T91" fmla="*/ 156 h 156"/>
                  <a:gd name="T92" fmla="*/ 6 w 6"/>
                  <a:gd name="T93" fmla="*/ 153 h 156"/>
                  <a:gd name="T94" fmla="*/ 6 w 6"/>
                  <a:gd name="T95" fmla="*/ 153 h 156"/>
                  <a:gd name="T96" fmla="*/ 6 w 6"/>
                  <a:gd name="T97" fmla="*/ 150 h 156"/>
                  <a:gd name="T98" fmla="*/ 6 w 6"/>
                  <a:gd name="T99" fmla="*/ 145 h 156"/>
                  <a:gd name="T100" fmla="*/ 6 w 6"/>
                  <a:gd name="T101" fmla="*/ 146 h 156"/>
                  <a:gd name="T102" fmla="*/ 6 w 6"/>
                  <a:gd name="T103" fmla="*/ 144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56">
                    <a:moveTo>
                      <a:pt x="0" y="0"/>
                    </a:moveTo>
                    <a:lnTo>
                      <a:pt x="0" y="9"/>
                    </a:lnTo>
                    <a:lnTo>
                      <a:pt x="0" y="11"/>
                    </a:lnTo>
                    <a:lnTo>
                      <a:pt x="0" y="11"/>
                    </a:lnTo>
                    <a:lnTo>
                      <a:pt x="0" y="18"/>
                    </a:lnTo>
                    <a:lnTo>
                      <a:pt x="0" y="25"/>
                    </a:lnTo>
                    <a:lnTo>
                      <a:pt x="0" y="31"/>
                    </a:lnTo>
                    <a:lnTo>
                      <a:pt x="1" y="42"/>
                    </a:lnTo>
                    <a:lnTo>
                      <a:pt x="1" y="51"/>
                    </a:lnTo>
                    <a:lnTo>
                      <a:pt x="1" y="50"/>
                    </a:lnTo>
                    <a:lnTo>
                      <a:pt x="1" y="52"/>
                    </a:lnTo>
                    <a:lnTo>
                      <a:pt x="1" y="60"/>
                    </a:lnTo>
                    <a:lnTo>
                      <a:pt x="1" y="62"/>
                    </a:lnTo>
                    <a:lnTo>
                      <a:pt x="2" y="61"/>
                    </a:lnTo>
                    <a:lnTo>
                      <a:pt x="2" y="64"/>
                    </a:lnTo>
                    <a:lnTo>
                      <a:pt x="2" y="67"/>
                    </a:lnTo>
                    <a:lnTo>
                      <a:pt x="2" y="69"/>
                    </a:lnTo>
                    <a:lnTo>
                      <a:pt x="2" y="72"/>
                    </a:lnTo>
                    <a:lnTo>
                      <a:pt x="2" y="77"/>
                    </a:lnTo>
                    <a:lnTo>
                      <a:pt x="2" y="81"/>
                    </a:lnTo>
                    <a:lnTo>
                      <a:pt x="2" y="79"/>
                    </a:lnTo>
                    <a:lnTo>
                      <a:pt x="2" y="81"/>
                    </a:lnTo>
                    <a:lnTo>
                      <a:pt x="3" y="89"/>
                    </a:lnTo>
                    <a:lnTo>
                      <a:pt x="3" y="92"/>
                    </a:lnTo>
                    <a:lnTo>
                      <a:pt x="3" y="88"/>
                    </a:lnTo>
                    <a:lnTo>
                      <a:pt x="3" y="94"/>
                    </a:lnTo>
                    <a:lnTo>
                      <a:pt x="3" y="106"/>
                    </a:lnTo>
                    <a:lnTo>
                      <a:pt x="3" y="108"/>
                    </a:lnTo>
                    <a:lnTo>
                      <a:pt x="3" y="111"/>
                    </a:lnTo>
                    <a:lnTo>
                      <a:pt x="3" y="122"/>
                    </a:lnTo>
                    <a:lnTo>
                      <a:pt x="3" y="126"/>
                    </a:lnTo>
                    <a:lnTo>
                      <a:pt x="4" y="124"/>
                    </a:lnTo>
                    <a:lnTo>
                      <a:pt x="4" y="128"/>
                    </a:lnTo>
                    <a:lnTo>
                      <a:pt x="4" y="137"/>
                    </a:lnTo>
                    <a:lnTo>
                      <a:pt x="4" y="140"/>
                    </a:lnTo>
                    <a:lnTo>
                      <a:pt x="4" y="136"/>
                    </a:lnTo>
                    <a:lnTo>
                      <a:pt x="4" y="137"/>
                    </a:lnTo>
                    <a:lnTo>
                      <a:pt x="5" y="142"/>
                    </a:lnTo>
                    <a:lnTo>
                      <a:pt x="5" y="138"/>
                    </a:lnTo>
                    <a:lnTo>
                      <a:pt x="5" y="136"/>
                    </a:lnTo>
                    <a:lnTo>
                      <a:pt x="5" y="145"/>
                    </a:lnTo>
                    <a:lnTo>
                      <a:pt x="5" y="145"/>
                    </a:lnTo>
                    <a:lnTo>
                      <a:pt x="5" y="132"/>
                    </a:lnTo>
                    <a:lnTo>
                      <a:pt x="5" y="134"/>
                    </a:lnTo>
                    <a:lnTo>
                      <a:pt x="5" y="151"/>
                    </a:lnTo>
                    <a:lnTo>
                      <a:pt x="5" y="156"/>
                    </a:lnTo>
                    <a:lnTo>
                      <a:pt x="6" y="153"/>
                    </a:lnTo>
                    <a:lnTo>
                      <a:pt x="6" y="153"/>
                    </a:lnTo>
                    <a:lnTo>
                      <a:pt x="6" y="150"/>
                    </a:lnTo>
                    <a:lnTo>
                      <a:pt x="6" y="145"/>
                    </a:lnTo>
                    <a:lnTo>
                      <a:pt x="6" y="146"/>
                    </a:lnTo>
                    <a:lnTo>
                      <a:pt x="6" y="14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82" name="Freeform 927"/>
              <p:cNvSpPr/>
              <p:nvPr/>
            </p:nvSpPr>
            <p:spPr bwMode="auto">
              <a:xfrm>
                <a:off x="1793" y="2897"/>
                <a:ext cx="7" cy="210"/>
              </a:xfrm>
              <a:custGeom>
                <a:avLst/>
                <a:gdLst>
                  <a:gd name="T0" fmla="*/ 0 w 7"/>
                  <a:gd name="T1" fmla="*/ 210 h 210"/>
                  <a:gd name="T2" fmla="*/ 0 w 7"/>
                  <a:gd name="T3" fmla="*/ 208 h 210"/>
                  <a:gd name="T4" fmla="*/ 1 w 7"/>
                  <a:gd name="T5" fmla="*/ 192 h 210"/>
                  <a:gd name="T6" fmla="*/ 1 w 7"/>
                  <a:gd name="T7" fmla="*/ 180 h 210"/>
                  <a:gd name="T8" fmla="*/ 1 w 7"/>
                  <a:gd name="T9" fmla="*/ 183 h 210"/>
                  <a:gd name="T10" fmla="*/ 1 w 7"/>
                  <a:gd name="T11" fmla="*/ 191 h 210"/>
                  <a:gd name="T12" fmla="*/ 1 w 7"/>
                  <a:gd name="T13" fmla="*/ 187 h 210"/>
                  <a:gd name="T14" fmla="*/ 1 w 7"/>
                  <a:gd name="T15" fmla="*/ 183 h 210"/>
                  <a:gd name="T16" fmla="*/ 1 w 7"/>
                  <a:gd name="T17" fmla="*/ 185 h 210"/>
                  <a:gd name="T18" fmla="*/ 1 w 7"/>
                  <a:gd name="T19" fmla="*/ 180 h 210"/>
                  <a:gd name="T20" fmla="*/ 1 w 7"/>
                  <a:gd name="T21" fmla="*/ 170 h 210"/>
                  <a:gd name="T22" fmla="*/ 1 w 7"/>
                  <a:gd name="T23" fmla="*/ 161 h 210"/>
                  <a:gd name="T24" fmla="*/ 2 w 7"/>
                  <a:gd name="T25" fmla="*/ 146 h 210"/>
                  <a:gd name="T26" fmla="*/ 2 w 7"/>
                  <a:gd name="T27" fmla="*/ 121 h 210"/>
                  <a:gd name="T28" fmla="*/ 2 w 7"/>
                  <a:gd name="T29" fmla="*/ 107 h 210"/>
                  <a:gd name="T30" fmla="*/ 2 w 7"/>
                  <a:gd name="T31" fmla="*/ 106 h 210"/>
                  <a:gd name="T32" fmla="*/ 2 w 7"/>
                  <a:gd name="T33" fmla="*/ 98 h 210"/>
                  <a:gd name="T34" fmla="*/ 2 w 7"/>
                  <a:gd name="T35" fmla="*/ 84 h 210"/>
                  <a:gd name="T36" fmla="*/ 2 w 7"/>
                  <a:gd name="T37" fmla="*/ 78 h 210"/>
                  <a:gd name="T38" fmla="*/ 2 w 7"/>
                  <a:gd name="T39" fmla="*/ 73 h 210"/>
                  <a:gd name="T40" fmla="*/ 2 w 7"/>
                  <a:gd name="T41" fmla="*/ 65 h 210"/>
                  <a:gd name="T42" fmla="*/ 3 w 7"/>
                  <a:gd name="T43" fmla="*/ 63 h 210"/>
                  <a:gd name="T44" fmla="*/ 3 w 7"/>
                  <a:gd name="T45" fmla="*/ 65 h 210"/>
                  <a:gd name="T46" fmla="*/ 3 w 7"/>
                  <a:gd name="T47" fmla="*/ 56 h 210"/>
                  <a:gd name="T48" fmla="*/ 3 w 7"/>
                  <a:gd name="T49" fmla="*/ 39 h 210"/>
                  <a:gd name="T50" fmla="*/ 3 w 7"/>
                  <a:gd name="T51" fmla="*/ 28 h 210"/>
                  <a:gd name="T52" fmla="*/ 3 w 7"/>
                  <a:gd name="T53" fmla="*/ 28 h 210"/>
                  <a:gd name="T54" fmla="*/ 4 w 7"/>
                  <a:gd name="T55" fmla="*/ 27 h 210"/>
                  <a:gd name="T56" fmla="*/ 4 w 7"/>
                  <a:gd name="T57" fmla="*/ 22 h 210"/>
                  <a:gd name="T58" fmla="*/ 4 w 7"/>
                  <a:gd name="T59" fmla="*/ 14 h 210"/>
                  <a:gd name="T60" fmla="*/ 4 w 7"/>
                  <a:gd name="T61" fmla="*/ 6 h 210"/>
                  <a:gd name="T62" fmla="*/ 4 w 7"/>
                  <a:gd name="T63" fmla="*/ 0 h 210"/>
                  <a:gd name="T64" fmla="*/ 4 w 7"/>
                  <a:gd name="T65" fmla="*/ 5 h 210"/>
                  <a:gd name="T66" fmla="*/ 4 w 7"/>
                  <a:gd name="T67" fmla="*/ 16 h 210"/>
                  <a:gd name="T68" fmla="*/ 4 w 7"/>
                  <a:gd name="T69" fmla="*/ 17 h 210"/>
                  <a:gd name="T70" fmla="*/ 4 w 7"/>
                  <a:gd name="T71" fmla="*/ 10 h 210"/>
                  <a:gd name="T72" fmla="*/ 5 w 7"/>
                  <a:gd name="T73" fmla="*/ 7 h 210"/>
                  <a:gd name="T74" fmla="*/ 5 w 7"/>
                  <a:gd name="T75" fmla="*/ 11 h 210"/>
                  <a:gd name="T76" fmla="*/ 5 w 7"/>
                  <a:gd name="T77" fmla="*/ 17 h 210"/>
                  <a:gd name="T78" fmla="*/ 5 w 7"/>
                  <a:gd name="T79" fmla="*/ 16 h 210"/>
                  <a:gd name="T80" fmla="*/ 5 w 7"/>
                  <a:gd name="T81" fmla="*/ 12 h 210"/>
                  <a:gd name="T82" fmla="*/ 5 w 7"/>
                  <a:gd name="T83" fmla="*/ 8 h 210"/>
                  <a:gd name="T84" fmla="*/ 6 w 7"/>
                  <a:gd name="T85" fmla="*/ 7 h 210"/>
                  <a:gd name="T86" fmla="*/ 6 w 7"/>
                  <a:gd name="T87" fmla="*/ 10 h 210"/>
                  <a:gd name="T88" fmla="*/ 6 w 7"/>
                  <a:gd name="T89" fmla="*/ 15 h 210"/>
                  <a:gd name="T90" fmla="*/ 6 w 7"/>
                  <a:gd name="T91" fmla="*/ 15 h 210"/>
                  <a:gd name="T92" fmla="*/ 6 w 7"/>
                  <a:gd name="T93" fmla="*/ 12 h 210"/>
                  <a:gd name="T94" fmla="*/ 6 w 7"/>
                  <a:gd name="T95" fmla="*/ 17 h 210"/>
                  <a:gd name="T96" fmla="*/ 6 w 7"/>
                  <a:gd name="T97" fmla="*/ 27 h 210"/>
                  <a:gd name="T98" fmla="*/ 6 w 7"/>
                  <a:gd name="T99" fmla="*/ 22 h 210"/>
                  <a:gd name="T100" fmla="*/ 6 w 7"/>
                  <a:gd name="T101" fmla="*/ 12 h 210"/>
                  <a:gd name="T102" fmla="*/ 7 w 7"/>
                  <a:gd name="T103" fmla="*/ 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10">
                    <a:moveTo>
                      <a:pt x="0" y="210"/>
                    </a:moveTo>
                    <a:lnTo>
                      <a:pt x="0" y="208"/>
                    </a:lnTo>
                    <a:lnTo>
                      <a:pt x="1" y="192"/>
                    </a:lnTo>
                    <a:lnTo>
                      <a:pt x="1" y="180"/>
                    </a:lnTo>
                    <a:lnTo>
                      <a:pt x="1" y="183"/>
                    </a:lnTo>
                    <a:lnTo>
                      <a:pt x="1" y="191"/>
                    </a:lnTo>
                    <a:lnTo>
                      <a:pt x="1" y="187"/>
                    </a:lnTo>
                    <a:lnTo>
                      <a:pt x="1" y="183"/>
                    </a:lnTo>
                    <a:lnTo>
                      <a:pt x="1" y="185"/>
                    </a:lnTo>
                    <a:lnTo>
                      <a:pt x="1" y="180"/>
                    </a:lnTo>
                    <a:lnTo>
                      <a:pt x="1" y="170"/>
                    </a:lnTo>
                    <a:lnTo>
                      <a:pt x="1" y="161"/>
                    </a:lnTo>
                    <a:lnTo>
                      <a:pt x="2" y="146"/>
                    </a:lnTo>
                    <a:lnTo>
                      <a:pt x="2" y="121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98"/>
                    </a:lnTo>
                    <a:lnTo>
                      <a:pt x="2" y="84"/>
                    </a:lnTo>
                    <a:lnTo>
                      <a:pt x="2" y="78"/>
                    </a:lnTo>
                    <a:lnTo>
                      <a:pt x="2" y="73"/>
                    </a:lnTo>
                    <a:lnTo>
                      <a:pt x="2" y="65"/>
                    </a:lnTo>
                    <a:lnTo>
                      <a:pt x="3" y="63"/>
                    </a:lnTo>
                    <a:lnTo>
                      <a:pt x="3" y="65"/>
                    </a:lnTo>
                    <a:lnTo>
                      <a:pt x="3" y="56"/>
                    </a:lnTo>
                    <a:lnTo>
                      <a:pt x="3" y="39"/>
                    </a:lnTo>
                    <a:lnTo>
                      <a:pt x="3" y="28"/>
                    </a:lnTo>
                    <a:lnTo>
                      <a:pt x="3" y="28"/>
                    </a:lnTo>
                    <a:lnTo>
                      <a:pt x="4" y="27"/>
                    </a:lnTo>
                    <a:lnTo>
                      <a:pt x="4" y="22"/>
                    </a:lnTo>
                    <a:lnTo>
                      <a:pt x="4" y="14"/>
                    </a:lnTo>
                    <a:lnTo>
                      <a:pt x="4" y="6"/>
                    </a:lnTo>
                    <a:lnTo>
                      <a:pt x="4" y="0"/>
                    </a:lnTo>
                    <a:lnTo>
                      <a:pt x="4" y="5"/>
                    </a:lnTo>
                    <a:lnTo>
                      <a:pt x="4" y="16"/>
                    </a:lnTo>
                    <a:lnTo>
                      <a:pt x="4" y="17"/>
                    </a:lnTo>
                    <a:lnTo>
                      <a:pt x="4" y="10"/>
                    </a:lnTo>
                    <a:lnTo>
                      <a:pt x="5" y="7"/>
                    </a:lnTo>
                    <a:lnTo>
                      <a:pt x="5" y="11"/>
                    </a:lnTo>
                    <a:lnTo>
                      <a:pt x="5" y="17"/>
                    </a:lnTo>
                    <a:lnTo>
                      <a:pt x="5" y="16"/>
                    </a:lnTo>
                    <a:lnTo>
                      <a:pt x="5" y="12"/>
                    </a:lnTo>
                    <a:lnTo>
                      <a:pt x="5" y="8"/>
                    </a:lnTo>
                    <a:lnTo>
                      <a:pt x="6" y="7"/>
                    </a:lnTo>
                    <a:lnTo>
                      <a:pt x="6" y="10"/>
                    </a:lnTo>
                    <a:lnTo>
                      <a:pt x="6" y="15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6" y="17"/>
                    </a:lnTo>
                    <a:lnTo>
                      <a:pt x="6" y="27"/>
                    </a:lnTo>
                    <a:lnTo>
                      <a:pt x="6" y="22"/>
                    </a:lnTo>
                    <a:lnTo>
                      <a:pt x="6" y="12"/>
                    </a:lnTo>
                    <a:lnTo>
                      <a:pt x="7" y="1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83" name="Freeform 928"/>
              <p:cNvSpPr/>
              <p:nvPr/>
            </p:nvSpPr>
            <p:spPr bwMode="auto">
              <a:xfrm>
                <a:off x="1799" y="2883"/>
                <a:ext cx="7" cy="113"/>
              </a:xfrm>
              <a:custGeom>
                <a:avLst/>
                <a:gdLst>
                  <a:gd name="T0" fmla="*/ 0 w 7"/>
                  <a:gd name="T1" fmla="*/ 26 h 113"/>
                  <a:gd name="T2" fmla="*/ 1 w 7"/>
                  <a:gd name="T3" fmla="*/ 24 h 113"/>
                  <a:gd name="T4" fmla="*/ 1 w 7"/>
                  <a:gd name="T5" fmla="*/ 25 h 113"/>
                  <a:gd name="T6" fmla="*/ 1 w 7"/>
                  <a:gd name="T7" fmla="*/ 24 h 113"/>
                  <a:gd name="T8" fmla="*/ 1 w 7"/>
                  <a:gd name="T9" fmla="*/ 26 h 113"/>
                  <a:gd name="T10" fmla="*/ 1 w 7"/>
                  <a:gd name="T11" fmla="*/ 25 h 113"/>
                  <a:gd name="T12" fmla="*/ 1 w 7"/>
                  <a:gd name="T13" fmla="*/ 15 h 113"/>
                  <a:gd name="T14" fmla="*/ 2 w 7"/>
                  <a:gd name="T15" fmla="*/ 6 h 113"/>
                  <a:gd name="T16" fmla="*/ 2 w 7"/>
                  <a:gd name="T17" fmla="*/ 7 h 113"/>
                  <a:gd name="T18" fmla="*/ 2 w 7"/>
                  <a:gd name="T19" fmla="*/ 12 h 113"/>
                  <a:gd name="T20" fmla="*/ 2 w 7"/>
                  <a:gd name="T21" fmla="*/ 10 h 113"/>
                  <a:gd name="T22" fmla="*/ 2 w 7"/>
                  <a:gd name="T23" fmla="*/ 6 h 113"/>
                  <a:gd name="T24" fmla="*/ 2 w 7"/>
                  <a:gd name="T25" fmla="*/ 4 h 113"/>
                  <a:gd name="T26" fmla="*/ 2 w 7"/>
                  <a:gd name="T27" fmla="*/ 0 h 113"/>
                  <a:gd name="T28" fmla="*/ 2 w 7"/>
                  <a:gd name="T29" fmla="*/ 2 h 113"/>
                  <a:gd name="T30" fmla="*/ 2 w 7"/>
                  <a:gd name="T31" fmla="*/ 12 h 113"/>
                  <a:gd name="T32" fmla="*/ 3 w 7"/>
                  <a:gd name="T33" fmla="*/ 16 h 113"/>
                  <a:gd name="T34" fmla="*/ 3 w 7"/>
                  <a:gd name="T35" fmla="*/ 8 h 113"/>
                  <a:gd name="T36" fmla="*/ 3 w 7"/>
                  <a:gd name="T37" fmla="*/ 4 h 113"/>
                  <a:gd name="T38" fmla="*/ 3 w 7"/>
                  <a:gd name="T39" fmla="*/ 4 h 113"/>
                  <a:gd name="T40" fmla="*/ 3 w 7"/>
                  <a:gd name="T41" fmla="*/ 6 h 113"/>
                  <a:gd name="T42" fmla="*/ 3 w 7"/>
                  <a:gd name="T43" fmla="*/ 12 h 113"/>
                  <a:gd name="T44" fmla="*/ 3 w 7"/>
                  <a:gd name="T45" fmla="*/ 14 h 113"/>
                  <a:gd name="T46" fmla="*/ 3 w 7"/>
                  <a:gd name="T47" fmla="*/ 11 h 113"/>
                  <a:gd name="T48" fmla="*/ 3 w 7"/>
                  <a:gd name="T49" fmla="*/ 14 h 113"/>
                  <a:gd name="T50" fmla="*/ 3 w 7"/>
                  <a:gd name="T51" fmla="*/ 27 h 113"/>
                  <a:gd name="T52" fmla="*/ 4 w 7"/>
                  <a:gd name="T53" fmla="*/ 38 h 113"/>
                  <a:gd name="T54" fmla="*/ 4 w 7"/>
                  <a:gd name="T55" fmla="*/ 44 h 113"/>
                  <a:gd name="T56" fmla="*/ 4 w 7"/>
                  <a:gd name="T57" fmla="*/ 52 h 113"/>
                  <a:gd name="T58" fmla="*/ 4 w 7"/>
                  <a:gd name="T59" fmla="*/ 59 h 113"/>
                  <a:gd name="T60" fmla="*/ 4 w 7"/>
                  <a:gd name="T61" fmla="*/ 65 h 113"/>
                  <a:gd name="T62" fmla="*/ 4 w 7"/>
                  <a:gd name="T63" fmla="*/ 71 h 113"/>
                  <a:gd name="T64" fmla="*/ 5 w 7"/>
                  <a:gd name="T65" fmla="*/ 76 h 113"/>
                  <a:gd name="T66" fmla="*/ 5 w 7"/>
                  <a:gd name="T67" fmla="*/ 79 h 113"/>
                  <a:gd name="T68" fmla="*/ 5 w 7"/>
                  <a:gd name="T69" fmla="*/ 83 h 113"/>
                  <a:gd name="T70" fmla="*/ 5 w 7"/>
                  <a:gd name="T71" fmla="*/ 91 h 113"/>
                  <a:gd name="T72" fmla="*/ 5 w 7"/>
                  <a:gd name="T73" fmla="*/ 101 h 113"/>
                  <a:gd name="T74" fmla="*/ 5 w 7"/>
                  <a:gd name="T75" fmla="*/ 109 h 113"/>
                  <a:gd name="T76" fmla="*/ 5 w 7"/>
                  <a:gd name="T77" fmla="*/ 110 h 113"/>
                  <a:gd name="T78" fmla="*/ 5 w 7"/>
                  <a:gd name="T79" fmla="*/ 107 h 113"/>
                  <a:gd name="T80" fmla="*/ 5 w 7"/>
                  <a:gd name="T81" fmla="*/ 108 h 113"/>
                  <a:gd name="T82" fmla="*/ 6 w 7"/>
                  <a:gd name="T83" fmla="*/ 112 h 113"/>
                  <a:gd name="T84" fmla="*/ 6 w 7"/>
                  <a:gd name="T85" fmla="*/ 113 h 113"/>
                  <a:gd name="T86" fmla="*/ 6 w 7"/>
                  <a:gd name="T87" fmla="*/ 106 h 113"/>
                  <a:gd name="T88" fmla="*/ 6 w 7"/>
                  <a:gd name="T89" fmla="*/ 100 h 113"/>
                  <a:gd name="T90" fmla="*/ 6 w 7"/>
                  <a:gd name="T91" fmla="*/ 97 h 113"/>
                  <a:gd name="T92" fmla="*/ 6 w 7"/>
                  <a:gd name="T93" fmla="*/ 95 h 113"/>
                  <a:gd name="T94" fmla="*/ 7 w 7"/>
                  <a:gd name="T95" fmla="*/ 98 h 113"/>
                  <a:gd name="T96" fmla="*/ 7 w 7"/>
                  <a:gd name="T97" fmla="*/ 102 h 113"/>
                  <a:gd name="T98" fmla="*/ 7 w 7"/>
                  <a:gd name="T99" fmla="*/ 98 h 113"/>
                  <a:gd name="T100" fmla="*/ 7 w 7"/>
                  <a:gd name="T101" fmla="*/ 89 h 113"/>
                  <a:gd name="T102" fmla="*/ 7 w 7"/>
                  <a:gd name="T103" fmla="*/ 85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13">
                    <a:moveTo>
                      <a:pt x="0" y="26"/>
                    </a:moveTo>
                    <a:lnTo>
                      <a:pt x="1" y="24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15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12"/>
                    </a:lnTo>
                    <a:lnTo>
                      <a:pt x="2" y="10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12"/>
                    </a:lnTo>
                    <a:lnTo>
                      <a:pt x="3" y="16"/>
                    </a:lnTo>
                    <a:lnTo>
                      <a:pt x="3" y="8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3" y="6"/>
                    </a:lnTo>
                    <a:lnTo>
                      <a:pt x="3" y="12"/>
                    </a:lnTo>
                    <a:lnTo>
                      <a:pt x="3" y="14"/>
                    </a:lnTo>
                    <a:lnTo>
                      <a:pt x="3" y="11"/>
                    </a:lnTo>
                    <a:lnTo>
                      <a:pt x="3" y="14"/>
                    </a:lnTo>
                    <a:lnTo>
                      <a:pt x="3" y="27"/>
                    </a:lnTo>
                    <a:lnTo>
                      <a:pt x="4" y="38"/>
                    </a:lnTo>
                    <a:lnTo>
                      <a:pt x="4" y="44"/>
                    </a:lnTo>
                    <a:lnTo>
                      <a:pt x="4" y="52"/>
                    </a:lnTo>
                    <a:lnTo>
                      <a:pt x="4" y="59"/>
                    </a:lnTo>
                    <a:lnTo>
                      <a:pt x="4" y="65"/>
                    </a:lnTo>
                    <a:lnTo>
                      <a:pt x="4" y="71"/>
                    </a:lnTo>
                    <a:lnTo>
                      <a:pt x="5" y="76"/>
                    </a:lnTo>
                    <a:lnTo>
                      <a:pt x="5" y="79"/>
                    </a:lnTo>
                    <a:lnTo>
                      <a:pt x="5" y="83"/>
                    </a:lnTo>
                    <a:lnTo>
                      <a:pt x="5" y="91"/>
                    </a:lnTo>
                    <a:lnTo>
                      <a:pt x="5" y="101"/>
                    </a:lnTo>
                    <a:lnTo>
                      <a:pt x="5" y="109"/>
                    </a:lnTo>
                    <a:lnTo>
                      <a:pt x="5" y="110"/>
                    </a:lnTo>
                    <a:lnTo>
                      <a:pt x="5" y="107"/>
                    </a:lnTo>
                    <a:lnTo>
                      <a:pt x="5" y="108"/>
                    </a:lnTo>
                    <a:lnTo>
                      <a:pt x="6" y="112"/>
                    </a:lnTo>
                    <a:lnTo>
                      <a:pt x="6" y="113"/>
                    </a:lnTo>
                    <a:lnTo>
                      <a:pt x="6" y="106"/>
                    </a:lnTo>
                    <a:lnTo>
                      <a:pt x="6" y="100"/>
                    </a:lnTo>
                    <a:lnTo>
                      <a:pt x="6" y="97"/>
                    </a:lnTo>
                    <a:lnTo>
                      <a:pt x="6" y="95"/>
                    </a:lnTo>
                    <a:lnTo>
                      <a:pt x="7" y="98"/>
                    </a:lnTo>
                    <a:lnTo>
                      <a:pt x="7" y="102"/>
                    </a:lnTo>
                    <a:lnTo>
                      <a:pt x="7" y="98"/>
                    </a:lnTo>
                    <a:lnTo>
                      <a:pt x="7" y="89"/>
                    </a:lnTo>
                    <a:lnTo>
                      <a:pt x="7" y="8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84" name="Freeform 929"/>
              <p:cNvSpPr/>
              <p:nvPr/>
            </p:nvSpPr>
            <p:spPr bwMode="auto">
              <a:xfrm>
                <a:off x="1806" y="2918"/>
                <a:ext cx="6" cy="54"/>
              </a:xfrm>
              <a:custGeom>
                <a:avLst/>
                <a:gdLst>
                  <a:gd name="T0" fmla="*/ 0 w 6"/>
                  <a:gd name="T1" fmla="*/ 54 h 54"/>
                  <a:gd name="T2" fmla="*/ 0 w 6"/>
                  <a:gd name="T3" fmla="*/ 50 h 54"/>
                  <a:gd name="T4" fmla="*/ 0 w 6"/>
                  <a:gd name="T5" fmla="*/ 46 h 54"/>
                  <a:gd name="T6" fmla="*/ 0 w 6"/>
                  <a:gd name="T7" fmla="*/ 37 h 54"/>
                  <a:gd name="T8" fmla="*/ 0 w 6"/>
                  <a:gd name="T9" fmla="*/ 28 h 54"/>
                  <a:gd name="T10" fmla="*/ 0 w 6"/>
                  <a:gd name="T11" fmla="*/ 21 h 54"/>
                  <a:gd name="T12" fmla="*/ 1 w 6"/>
                  <a:gd name="T13" fmla="*/ 14 h 54"/>
                  <a:gd name="T14" fmla="*/ 1 w 6"/>
                  <a:gd name="T15" fmla="*/ 9 h 54"/>
                  <a:gd name="T16" fmla="*/ 1 w 6"/>
                  <a:gd name="T17" fmla="*/ 7 h 54"/>
                  <a:gd name="T18" fmla="*/ 1 w 6"/>
                  <a:gd name="T19" fmla="*/ 4 h 54"/>
                  <a:gd name="T20" fmla="*/ 1 w 6"/>
                  <a:gd name="T21" fmla="*/ 3 h 54"/>
                  <a:gd name="T22" fmla="*/ 1 w 6"/>
                  <a:gd name="T23" fmla="*/ 4 h 54"/>
                  <a:gd name="T24" fmla="*/ 1 w 6"/>
                  <a:gd name="T25" fmla="*/ 6 h 54"/>
                  <a:gd name="T26" fmla="*/ 1 w 6"/>
                  <a:gd name="T27" fmla="*/ 7 h 54"/>
                  <a:gd name="T28" fmla="*/ 1 w 6"/>
                  <a:gd name="T29" fmla="*/ 7 h 54"/>
                  <a:gd name="T30" fmla="*/ 2 w 6"/>
                  <a:gd name="T31" fmla="*/ 6 h 54"/>
                  <a:gd name="T32" fmla="*/ 2 w 6"/>
                  <a:gd name="T33" fmla="*/ 5 h 54"/>
                  <a:gd name="T34" fmla="*/ 2 w 6"/>
                  <a:gd name="T35" fmla="*/ 7 h 54"/>
                  <a:gd name="T36" fmla="*/ 2 w 6"/>
                  <a:gd name="T37" fmla="*/ 13 h 54"/>
                  <a:gd name="T38" fmla="*/ 2 w 6"/>
                  <a:gd name="T39" fmla="*/ 14 h 54"/>
                  <a:gd name="T40" fmla="*/ 2 w 6"/>
                  <a:gd name="T41" fmla="*/ 12 h 54"/>
                  <a:gd name="T42" fmla="*/ 3 w 6"/>
                  <a:gd name="T43" fmla="*/ 11 h 54"/>
                  <a:gd name="T44" fmla="*/ 3 w 6"/>
                  <a:gd name="T45" fmla="*/ 11 h 54"/>
                  <a:gd name="T46" fmla="*/ 3 w 6"/>
                  <a:gd name="T47" fmla="*/ 13 h 54"/>
                  <a:gd name="T48" fmla="*/ 3 w 6"/>
                  <a:gd name="T49" fmla="*/ 17 h 54"/>
                  <a:gd name="T50" fmla="*/ 3 w 6"/>
                  <a:gd name="T51" fmla="*/ 19 h 54"/>
                  <a:gd name="T52" fmla="*/ 3 w 6"/>
                  <a:gd name="T53" fmla="*/ 18 h 54"/>
                  <a:gd name="T54" fmla="*/ 3 w 6"/>
                  <a:gd name="T55" fmla="*/ 19 h 54"/>
                  <a:gd name="T56" fmla="*/ 3 w 6"/>
                  <a:gd name="T57" fmla="*/ 19 h 54"/>
                  <a:gd name="T58" fmla="*/ 3 w 6"/>
                  <a:gd name="T59" fmla="*/ 18 h 54"/>
                  <a:gd name="T60" fmla="*/ 4 w 6"/>
                  <a:gd name="T61" fmla="*/ 22 h 54"/>
                  <a:gd name="T62" fmla="*/ 4 w 6"/>
                  <a:gd name="T63" fmla="*/ 23 h 54"/>
                  <a:gd name="T64" fmla="*/ 4 w 6"/>
                  <a:gd name="T65" fmla="*/ 18 h 54"/>
                  <a:gd name="T66" fmla="*/ 4 w 6"/>
                  <a:gd name="T67" fmla="*/ 16 h 54"/>
                  <a:gd name="T68" fmla="*/ 4 w 6"/>
                  <a:gd name="T69" fmla="*/ 16 h 54"/>
                  <a:gd name="T70" fmla="*/ 4 w 6"/>
                  <a:gd name="T71" fmla="*/ 16 h 54"/>
                  <a:gd name="T72" fmla="*/ 5 w 6"/>
                  <a:gd name="T73" fmla="*/ 15 h 54"/>
                  <a:gd name="T74" fmla="*/ 5 w 6"/>
                  <a:gd name="T75" fmla="*/ 13 h 54"/>
                  <a:gd name="T76" fmla="*/ 5 w 6"/>
                  <a:gd name="T77" fmla="*/ 9 h 54"/>
                  <a:gd name="T78" fmla="*/ 5 w 6"/>
                  <a:gd name="T79" fmla="*/ 8 h 54"/>
                  <a:gd name="T80" fmla="*/ 5 w 6"/>
                  <a:gd name="T81" fmla="*/ 8 h 54"/>
                  <a:gd name="T82" fmla="*/ 5 w 6"/>
                  <a:gd name="T83" fmla="*/ 8 h 54"/>
                  <a:gd name="T84" fmla="*/ 5 w 6"/>
                  <a:gd name="T85" fmla="*/ 6 h 54"/>
                  <a:gd name="T86" fmla="*/ 5 w 6"/>
                  <a:gd name="T87" fmla="*/ 3 h 54"/>
                  <a:gd name="T88" fmla="*/ 5 w 6"/>
                  <a:gd name="T89" fmla="*/ 2 h 54"/>
                  <a:gd name="T90" fmla="*/ 5 w 6"/>
                  <a:gd name="T91" fmla="*/ 5 h 54"/>
                  <a:gd name="T92" fmla="*/ 6 w 6"/>
                  <a:gd name="T93" fmla="*/ 5 h 54"/>
                  <a:gd name="T94" fmla="*/ 6 w 6"/>
                  <a:gd name="T95" fmla="*/ 0 h 54"/>
                  <a:gd name="T96" fmla="*/ 6 w 6"/>
                  <a:gd name="T97" fmla="*/ 1 h 54"/>
                  <a:gd name="T98" fmla="*/ 6 w 6"/>
                  <a:gd name="T99" fmla="*/ 4 h 54"/>
                  <a:gd name="T100" fmla="*/ 6 w 6"/>
                  <a:gd name="T101" fmla="*/ 5 h 54"/>
                  <a:gd name="T102" fmla="*/ 6 w 6"/>
                  <a:gd name="T103" fmla="*/ 6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4">
                    <a:moveTo>
                      <a:pt x="0" y="54"/>
                    </a:moveTo>
                    <a:lnTo>
                      <a:pt x="0" y="50"/>
                    </a:lnTo>
                    <a:lnTo>
                      <a:pt x="0" y="46"/>
                    </a:lnTo>
                    <a:lnTo>
                      <a:pt x="0" y="37"/>
                    </a:lnTo>
                    <a:lnTo>
                      <a:pt x="0" y="28"/>
                    </a:lnTo>
                    <a:lnTo>
                      <a:pt x="0" y="21"/>
                    </a:lnTo>
                    <a:lnTo>
                      <a:pt x="1" y="14"/>
                    </a:lnTo>
                    <a:lnTo>
                      <a:pt x="1" y="9"/>
                    </a:lnTo>
                    <a:lnTo>
                      <a:pt x="1" y="7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1" y="6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2" y="13"/>
                    </a:lnTo>
                    <a:lnTo>
                      <a:pt x="2" y="14"/>
                    </a:lnTo>
                    <a:lnTo>
                      <a:pt x="2" y="12"/>
                    </a:lnTo>
                    <a:lnTo>
                      <a:pt x="3" y="11"/>
                    </a:lnTo>
                    <a:lnTo>
                      <a:pt x="3" y="11"/>
                    </a:lnTo>
                    <a:lnTo>
                      <a:pt x="3" y="13"/>
                    </a:lnTo>
                    <a:lnTo>
                      <a:pt x="3" y="17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4" y="22"/>
                    </a:lnTo>
                    <a:lnTo>
                      <a:pt x="4" y="23"/>
                    </a:lnTo>
                    <a:lnTo>
                      <a:pt x="4" y="18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3"/>
                    </a:lnTo>
                    <a:lnTo>
                      <a:pt x="5" y="9"/>
                    </a:lnTo>
                    <a:lnTo>
                      <a:pt x="5" y="8"/>
                    </a:lnTo>
                    <a:lnTo>
                      <a:pt x="5" y="8"/>
                    </a:lnTo>
                    <a:lnTo>
                      <a:pt x="5" y="8"/>
                    </a:lnTo>
                    <a:lnTo>
                      <a:pt x="5" y="6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5" y="5"/>
                    </a:lnTo>
                    <a:lnTo>
                      <a:pt x="6" y="5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6" y="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85" name="Freeform 930"/>
              <p:cNvSpPr/>
              <p:nvPr/>
            </p:nvSpPr>
            <p:spPr bwMode="auto">
              <a:xfrm>
                <a:off x="1812" y="2923"/>
                <a:ext cx="7" cy="178"/>
              </a:xfrm>
              <a:custGeom>
                <a:avLst/>
                <a:gdLst>
                  <a:gd name="T0" fmla="*/ 0 w 7"/>
                  <a:gd name="T1" fmla="*/ 0 h 178"/>
                  <a:gd name="T2" fmla="*/ 0 w 7"/>
                  <a:gd name="T3" fmla="*/ 1 h 178"/>
                  <a:gd name="T4" fmla="*/ 0 w 7"/>
                  <a:gd name="T5" fmla="*/ 1 h 178"/>
                  <a:gd name="T6" fmla="*/ 0 w 7"/>
                  <a:gd name="T7" fmla="*/ 1 h 178"/>
                  <a:gd name="T8" fmla="*/ 0 w 7"/>
                  <a:gd name="T9" fmla="*/ 5 h 178"/>
                  <a:gd name="T10" fmla="*/ 1 w 7"/>
                  <a:gd name="T11" fmla="*/ 15 h 178"/>
                  <a:gd name="T12" fmla="*/ 1 w 7"/>
                  <a:gd name="T13" fmla="*/ 21 h 178"/>
                  <a:gd name="T14" fmla="*/ 1 w 7"/>
                  <a:gd name="T15" fmla="*/ 19 h 178"/>
                  <a:gd name="T16" fmla="*/ 1 w 7"/>
                  <a:gd name="T17" fmla="*/ 20 h 178"/>
                  <a:gd name="T18" fmla="*/ 1 w 7"/>
                  <a:gd name="T19" fmla="*/ 27 h 178"/>
                  <a:gd name="T20" fmla="*/ 1 w 7"/>
                  <a:gd name="T21" fmla="*/ 32 h 178"/>
                  <a:gd name="T22" fmla="*/ 2 w 7"/>
                  <a:gd name="T23" fmla="*/ 32 h 178"/>
                  <a:gd name="T24" fmla="*/ 2 w 7"/>
                  <a:gd name="T25" fmla="*/ 33 h 178"/>
                  <a:gd name="T26" fmla="*/ 2 w 7"/>
                  <a:gd name="T27" fmla="*/ 38 h 178"/>
                  <a:gd name="T28" fmla="*/ 2 w 7"/>
                  <a:gd name="T29" fmla="*/ 41 h 178"/>
                  <a:gd name="T30" fmla="*/ 2 w 7"/>
                  <a:gd name="T31" fmla="*/ 43 h 178"/>
                  <a:gd name="T32" fmla="*/ 2 w 7"/>
                  <a:gd name="T33" fmla="*/ 50 h 178"/>
                  <a:gd name="T34" fmla="*/ 2 w 7"/>
                  <a:gd name="T35" fmla="*/ 59 h 178"/>
                  <a:gd name="T36" fmla="*/ 2 w 7"/>
                  <a:gd name="T37" fmla="*/ 61 h 178"/>
                  <a:gd name="T38" fmla="*/ 2 w 7"/>
                  <a:gd name="T39" fmla="*/ 66 h 178"/>
                  <a:gd name="T40" fmla="*/ 3 w 7"/>
                  <a:gd name="T41" fmla="*/ 77 h 178"/>
                  <a:gd name="T42" fmla="*/ 3 w 7"/>
                  <a:gd name="T43" fmla="*/ 80 h 178"/>
                  <a:gd name="T44" fmla="*/ 3 w 7"/>
                  <a:gd name="T45" fmla="*/ 75 h 178"/>
                  <a:gd name="T46" fmla="*/ 3 w 7"/>
                  <a:gd name="T47" fmla="*/ 73 h 178"/>
                  <a:gd name="T48" fmla="*/ 3 w 7"/>
                  <a:gd name="T49" fmla="*/ 76 h 178"/>
                  <a:gd name="T50" fmla="*/ 3 w 7"/>
                  <a:gd name="T51" fmla="*/ 76 h 178"/>
                  <a:gd name="T52" fmla="*/ 4 w 7"/>
                  <a:gd name="T53" fmla="*/ 71 h 178"/>
                  <a:gd name="T54" fmla="*/ 4 w 7"/>
                  <a:gd name="T55" fmla="*/ 68 h 178"/>
                  <a:gd name="T56" fmla="*/ 4 w 7"/>
                  <a:gd name="T57" fmla="*/ 74 h 178"/>
                  <a:gd name="T58" fmla="*/ 4 w 7"/>
                  <a:gd name="T59" fmla="*/ 77 h 178"/>
                  <a:gd name="T60" fmla="*/ 4 w 7"/>
                  <a:gd name="T61" fmla="*/ 74 h 178"/>
                  <a:gd name="T62" fmla="*/ 4 w 7"/>
                  <a:gd name="T63" fmla="*/ 77 h 178"/>
                  <a:gd name="T64" fmla="*/ 4 w 7"/>
                  <a:gd name="T65" fmla="*/ 85 h 178"/>
                  <a:gd name="T66" fmla="*/ 4 w 7"/>
                  <a:gd name="T67" fmla="*/ 87 h 178"/>
                  <a:gd name="T68" fmla="*/ 4 w 7"/>
                  <a:gd name="T69" fmla="*/ 88 h 178"/>
                  <a:gd name="T70" fmla="*/ 5 w 7"/>
                  <a:gd name="T71" fmla="*/ 95 h 178"/>
                  <a:gd name="T72" fmla="*/ 5 w 7"/>
                  <a:gd name="T73" fmla="*/ 97 h 178"/>
                  <a:gd name="T74" fmla="*/ 5 w 7"/>
                  <a:gd name="T75" fmla="*/ 97 h 178"/>
                  <a:gd name="T76" fmla="*/ 5 w 7"/>
                  <a:gd name="T77" fmla="*/ 106 h 178"/>
                  <a:gd name="T78" fmla="*/ 5 w 7"/>
                  <a:gd name="T79" fmla="*/ 120 h 178"/>
                  <a:gd name="T80" fmla="*/ 5 w 7"/>
                  <a:gd name="T81" fmla="*/ 127 h 178"/>
                  <a:gd name="T82" fmla="*/ 5 w 7"/>
                  <a:gd name="T83" fmla="*/ 125 h 178"/>
                  <a:gd name="T84" fmla="*/ 5 w 7"/>
                  <a:gd name="T85" fmla="*/ 127 h 178"/>
                  <a:gd name="T86" fmla="*/ 5 w 7"/>
                  <a:gd name="T87" fmla="*/ 140 h 178"/>
                  <a:gd name="T88" fmla="*/ 6 w 7"/>
                  <a:gd name="T89" fmla="*/ 149 h 178"/>
                  <a:gd name="T90" fmla="*/ 6 w 7"/>
                  <a:gd name="T91" fmla="*/ 150 h 178"/>
                  <a:gd name="T92" fmla="*/ 6 w 7"/>
                  <a:gd name="T93" fmla="*/ 155 h 178"/>
                  <a:gd name="T94" fmla="*/ 6 w 7"/>
                  <a:gd name="T95" fmla="*/ 159 h 178"/>
                  <a:gd name="T96" fmla="*/ 6 w 7"/>
                  <a:gd name="T97" fmla="*/ 161 h 178"/>
                  <a:gd name="T98" fmla="*/ 6 w 7"/>
                  <a:gd name="T99" fmla="*/ 167 h 178"/>
                  <a:gd name="T100" fmla="*/ 7 w 7"/>
                  <a:gd name="T101" fmla="*/ 175 h 178"/>
                  <a:gd name="T102" fmla="*/ 7 w 7"/>
                  <a:gd name="T103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78">
                    <a:moveTo>
                      <a:pt x="0" y="0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5"/>
                    </a:lnTo>
                    <a:lnTo>
                      <a:pt x="1" y="15"/>
                    </a:lnTo>
                    <a:lnTo>
                      <a:pt x="1" y="21"/>
                    </a:lnTo>
                    <a:lnTo>
                      <a:pt x="1" y="19"/>
                    </a:lnTo>
                    <a:lnTo>
                      <a:pt x="1" y="20"/>
                    </a:lnTo>
                    <a:lnTo>
                      <a:pt x="1" y="27"/>
                    </a:lnTo>
                    <a:lnTo>
                      <a:pt x="1" y="32"/>
                    </a:lnTo>
                    <a:lnTo>
                      <a:pt x="2" y="32"/>
                    </a:lnTo>
                    <a:lnTo>
                      <a:pt x="2" y="33"/>
                    </a:lnTo>
                    <a:lnTo>
                      <a:pt x="2" y="38"/>
                    </a:lnTo>
                    <a:lnTo>
                      <a:pt x="2" y="41"/>
                    </a:lnTo>
                    <a:lnTo>
                      <a:pt x="2" y="43"/>
                    </a:lnTo>
                    <a:lnTo>
                      <a:pt x="2" y="50"/>
                    </a:lnTo>
                    <a:lnTo>
                      <a:pt x="2" y="59"/>
                    </a:lnTo>
                    <a:lnTo>
                      <a:pt x="2" y="61"/>
                    </a:lnTo>
                    <a:lnTo>
                      <a:pt x="2" y="66"/>
                    </a:lnTo>
                    <a:lnTo>
                      <a:pt x="3" y="77"/>
                    </a:lnTo>
                    <a:lnTo>
                      <a:pt x="3" y="80"/>
                    </a:lnTo>
                    <a:lnTo>
                      <a:pt x="3" y="75"/>
                    </a:lnTo>
                    <a:lnTo>
                      <a:pt x="3" y="73"/>
                    </a:lnTo>
                    <a:lnTo>
                      <a:pt x="3" y="76"/>
                    </a:lnTo>
                    <a:lnTo>
                      <a:pt x="3" y="76"/>
                    </a:lnTo>
                    <a:lnTo>
                      <a:pt x="4" y="71"/>
                    </a:lnTo>
                    <a:lnTo>
                      <a:pt x="4" y="68"/>
                    </a:lnTo>
                    <a:lnTo>
                      <a:pt x="4" y="74"/>
                    </a:lnTo>
                    <a:lnTo>
                      <a:pt x="4" y="77"/>
                    </a:lnTo>
                    <a:lnTo>
                      <a:pt x="4" y="74"/>
                    </a:lnTo>
                    <a:lnTo>
                      <a:pt x="4" y="77"/>
                    </a:lnTo>
                    <a:lnTo>
                      <a:pt x="4" y="85"/>
                    </a:lnTo>
                    <a:lnTo>
                      <a:pt x="4" y="87"/>
                    </a:lnTo>
                    <a:lnTo>
                      <a:pt x="4" y="88"/>
                    </a:lnTo>
                    <a:lnTo>
                      <a:pt x="5" y="95"/>
                    </a:lnTo>
                    <a:lnTo>
                      <a:pt x="5" y="97"/>
                    </a:lnTo>
                    <a:lnTo>
                      <a:pt x="5" y="97"/>
                    </a:lnTo>
                    <a:lnTo>
                      <a:pt x="5" y="106"/>
                    </a:lnTo>
                    <a:lnTo>
                      <a:pt x="5" y="120"/>
                    </a:lnTo>
                    <a:lnTo>
                      <a:pt x="5" y="127"/>
                    </a:lnTo>
                    <a:lnTo>
                      <a:pt x="5" y="125"/>
                    </a:lnTo>
                    <a:lnTo>
                      <a:pt x="5" y="127"/>
                    </a:lnTo>
                    <a:lnTo>
                      <a:pt x="5" y="140"/>
                    </a:lnTo>
                    <a:lnTo>
                      <a:pt x="6" y="149"/>
                    </a:lnTo>
                    <a:lnTo>
                      <a:pt x="6" y="150"/>
                    </a:lnTo>
                    <a:lnTo>
                      <a:pt x="6" y="155"/>
                    </a:lnTo>
                    <a:lnTo>
                      <a:pt x="6" y="159"/>
                    </a:lnTo>
                    <a:lnTo>
                      <a:pt x="6" y="161"/>
                    </a:lnTo>
                    <a:lnTo>
                      <a:pt x="6" y="167"/>
                    </a:lnTo>
                    <a:lnTo>
                      <a:pt x="7" y="175"/>
                    </a:lnTo>
                    <a:lnTo>
                      <a:pt x="7" y="17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86" name="Freeform 931"/>
              <p:cNvSpPr/>
              <p:nvPr/>
            </p:nvSpPr>
            <p:spPr bwMode="auto">
              <a:xfrm>
                <a:off x="1819" y="2926"/>
                <a:ext cx="6" cy="193"/>
              </a:xfrm>
              <a:custGeom>
                <a:avLst/>
                <a:gdLst>
                  <a:gd name="T0" fmla="*/ 0 w 6"/>
                  <a:gd name="T1" fmla="*/ 172 h 193"/>
                  <a:gd name="T2" fmla="*/ 0 w 6"/>
                  <a:gd name="T3" fmla="*/ 175 h 193"/>
                  <a:gd name="T4" fmla="*/ 0 w 6"/>
                  <a:gd name="T5" fmla="*/ 173 h 193"/>
                  <a:gd name="T6" fmla="*/ 0 w 6"/>
                  <a:gd name="T7" fmla="*/ 171 h 193"/>
                  <a:gd name="T8" fmla="*/ 0 w 6"/>
                  <a:gd name="T9" fmla="*/ 171 h 193"/>
                  <a:gd name="T10" fmla="*/ 0 w 6"/>
                  <a:gd name="T11" fmla="*/ 172 h 193"/>
                  <a:gd name="T12" fmla="*/ 0 w 6"/>
                  <a:gd name="T13" fmla="*/ 175 h 193"/>
                  <a:gd name="T14" fmla="*/ 0 w 6"/>
                  <a:gd name="T15" fmla="*/ 183 h 193"/>
                  <a:gd name="T16" fmla="*/ 0 w 6"/>
                  <a:gd name="T17" fmla="*/ 193 h 193"/>
                  <a:gd name="T18" fmla="*/ 0 w 6"/>
                  <a:gd name="T19" fmla="*/ 191 h 193"/>
                  <a:gd name="T20" fmla="*/ 1 w 6"/>
                  <a:gd name="T21" fmla="*/ 185 h 193"/>
                  <a:gd name="T22" fmla="*/ 1 w 6"/>
                  <a:gd name="T23" fmla="*/ 185 h 193"/>
                  <a:gd name="T24" fmla="*/ 1 w 6"/>
                  <a:gd name="T25" fmla="*/ 185 h 193"/>
                  <a:gd name="T26" fmla="*/ 1 w 6"/>
                  <a:gd name="T27" fmla="*/ 180 h 193"/>
                  <a:gd name="T28" fmla="*/ 1 w 6"/>
                  <a:gd name="T29" fmla="*/ 176 h 193"/>
                  <a:gd name="T30" fmla="*/ 1 w 6"/>
                  <a:gd name="T31" fmla="*/ 168 h 193"/>
                  <a:gd name="T32" fmla="*/ 2 w 6"/>
                  <a:gd name="T33" fmla="*/ 155 h 193"/>
                  <a:gd name="T34" fmla="*/ 2 w 6"/>
                  <a:gd name="T35" fmla="*/ 151 h 193"/>
                  <a:gd name="T36" fmla="*/ 2 w 6"/>
                  <a:gd name="T37" fmla="*/ 157 h 193"/>
                  <a:gd name="T38" fmla="*/ 2 w 6"/>
                  <a:gd name="T39" fmla="*/ 159 h 193"/>
                  <a:gd name="T40" fmla="*/ 2 w 6"/>
                  <a:gd name="T41" fmla="*/ 156 h 193"/>
                  <a:gd name="T42" fmla="*/ 2 w 6"/>
                  <a:gd name="T43" fmla="*/ 151 h 193"/>
                  <a:gd name="T44" fmla="*/ 2 w 6"/>
                  <a:gd name="T45" fmla="*/ 144 h 193"/>
                  <a:gd name="T46" fmla="*/ 2 w 6"/>
                  <a:gd name="T47" fmla="*/ 132 h 193"/>
                  <a:gd name="T48" fmla="*/ 2 w 6"/>
                  <a:gd name="T49" fmla="*/ 116 h 193"/>
                  <a:gd name="T50" fmla="*/ 3 w 6"/>
                  <a:gd name="T51" fmla="*/ 99 h 193"/>
                  <a:gd name="T52" fmla="*/ 3 w 6"/>
                  <a:gd name="T53" fmla="*/ 86 h 193"/>
                  <a:gd name="T54" fmla="*/ 3 w 6"/>
                  <a:gd name="T55" fmla="*/ 74 h 193"/>
                  <a:gd name="T56" fmla="*/ 3 w 6"/>
                  <a:gd name="T57" fmla="*/ 64 h 193"/>
                  <a:gd name="T58" fmla="*/ 3 w 6"/>
                  <a:gd name="T59" fmla="*/ 55 h 193"/>
                  <a:gd name="T60" fmla="*/ 3 w 6"/>
                  <a:gd name="T61" fmla="*/ 47 h 193"/>
                  <a:gd name="T62" fmla="*/ 3 w 6"/>
                  <a:gd name="T63" fmla="*/ 42 h 193"/>
                  <a:gd name="T64" fmla="*/ 3 w 6"/>
                  <a:gd name="T65" fmla="*/ 43 h 193"/>
                  <a:gd name="T66" fmla="*/ 3 w 6"/>
                  <a:gd name="T67" fmla="*/ 43 h 193"/>
                  <a:gd name="T68" fmla="*/ 4 w 6"/>
                  <a:gd name="T69" fmla="*/ 39 h 193"/>
                  <a:gd name="T70" fmla="*/ 4 w 6"/>
                  <a:gd name="T71" fmla="*/ 33 h 193"/>
                  <a:gd name="T72" fmla="*/ 4 w 6"/>
                  <a:gd name="T73" fmla="*/ 26 h 193"/>
                  <a:gd name="T74" fmla="*/ 4 w 6"/>
                  <a:gd name="T75" fmla="*/ 20 h 193"/>
                  <a:gd name="T76" fmla="*/ 4 w 6"/>
                  <a:gd name="T77" fmla="*/ 16 h 193"/>
                  <a:gd name="T78" fmla="*/ 4 w 6"/>
                  <a:gd name="T79" fmla="*/ 10 h 193"/>
                  <a:gd name="T80" fmla="*/ 5 w 6"/>
                  <a:gd name="T81" fmla="*/ 7 h 193"/>
                  <a:gd name="T82" fmla="*/ 5 w 6"/>
                  <a:gd name="T83" fmla="*/ 10 h 193"/>
                  <a:gd name="T84" fmla="*/ 5 w 6"/>
                  <a:gd name="T85" fmla="*/ 8 h 193"/>
                  <a:gd name="T86" fmla="*/ 5 w 6"/>
                  <a:gd name="T87" fmla="*/ 1 h 193"/>
                  <a:gd name="T88" fmla="*/ 5 w 6"/>
                  <a:gd name="T89" fmla="*/ 0 h 193"/>
                  <a:gd name="T90" fmla="*/ 5 w 6"/>
                  <a:gd name="T91" fmla="*/ 5 h 193"/>
                  <a:gd name="T92" fmla="*/ 5 w 6"/>
                  <a:gd name="T93" fmla="*/ 12 h 193"/>
                  <a:gd name="T94" fmla="*/ 5 w 6"/>
                  <a:gd name="T95" fmla="*/ 16 h 193"/>
                  <a:gd name="T96" fmla="*/ 5 w 6"/>
                  <a:gd name="T97" fmla="*/ 15 h 193"/>
                  <a:gd name="T98" fmla="*/ 6 w 6"/>
                  <a:gd name="T99" fmla="*/ 13 h 193"/>
                  <a:gd name="T100" fmla="*/ 6 w 6"/>
                  <a:gd name="T101" fmla="*/ 13 h 193"/>
                  <a:gd name="T102" fmla="*/ 6 w 6"/>
                  <a:gd name="T103" fmla="*/ 13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93">
                    <a:moveTo>
                      <a:pt x="0" y="172"/>
                    </a:moveTo>
                    <a:lnTo>
                      <a:pt x="0" y="175"/>
                    </a:lnTo>
                    <a:lnTo>
                      <a:pt x="0" y="173"/>
                    </a:lnTo>
                    <a:lnTo>
                      <a:pt x="0" y="171"/>
                    </a:lnTo>
                    <a:lnTo>
                      <a:pt x="0" y="171"/>
                    </a:lnTo>
                    <a:lnTo>
                      <a:pt x="0" y="172"/>
                    </a:lnTo>
                    <a:lnTo>
                      <a:pt x="0" y="175"/>
                    </a:lnTo>
                    <a:lnTo>
                      <a:pt x="0" y="183"/>
                    </a:lnTo>
                    <a:lnTo>
                      <a:pt x="0" y="193"/>
                    </a:lnTo>
                    <a:lnTo>
                      <a:pt x="0" y="191"/>
                    </a:lnTo>
                    <a:lnTo>
                      <a:pt x="1" y="185"/>
                    </a:lnTo>
                    <a:lnTo>
                      <a:pt x="1" y="185"/>
                    </a:lnTo>
                    <a:lnTo>
                      <a:pt x="1" y="185"/>
                    </a:lnTo>
                    <a:lnTo>
                      <a:pt x="1" y="180"/>
                    </a:lnTo>
                    <a:lnTo>
                      <a:pt x="1" y="176"/>
                    </a:lnTo>
                    <a:lnTo>
                      <a:pt x="1" y="168"/>
                    </a:lnTo>
                    <a:lnTo>
                      <a:pt x="2" y="155"/>
                    </a:lnTo>
                    <a:lnTo>
                      <a:pt x="2" y="151"/>
                    </a:lnTo>
                    <a:lnTo>
                      <a:pt x="2" y="157"/>
                    </a:lnTo>
                    <a:lnTo>
                      <a:pt x="2" y="159"/>
                    </a:lnTo>
                    <a:lnTo>
                      <a:pt x="2" y="156"/>
                    </a:lnTo>
                    <a:lnTo>
                      <a:pt x="2" y="151"/>
                    </a:lnTo>
                    <a:lnTo>
                      <a:pt x="2" y="144"/>
                    </a:lnTo>
                    <a:lnTo>
                      <a:pt x="2" y="132"/>
                    </a:lnTo>
                    <a:lnTo>
                      <a:pt x="2" y="116"/>
                    </a:lnTo>
                    <a:lnTo>
                      <a:pt x="3" y="99"/>
                    </a:lnTo>
                    <a:lnTo>
                      <a:pt x="3" y="86"/>
                    </a:lnTo>
                    <a:lnTo>
                      <a:pt x="3" y="74"/>
                    </a:lnTo>
                    <a:lnTo>
                      <a:pt x="3" y="64"/>
                    </a:lnTo>
                    <a:lnTo>
                      <a:pt x="3" y="55"/>
                    </a:lnTo>
                    <a:lnTo>
                      <a:pt x="3" y="47"/>
                    </a:lnTo>
                    <a:lnTo>
                      <a:pt x="3" y="42"/>
                    </a:lnTo>
                    <a:lnTo>
                      <a:pt x="3" y="43"/>
                    </a:lnTo>
                    <a:lnTo>
                      <a:pt x="3" y="43"/>
                    </a:lnTo>
                    <a:lnTo>
                      <a:pt x="4" y="39"/>
                    </a:lnTo>
                    <a:lnTo>
                      <a:pt x="4" y="33"/>
                    </a:lnTo>
                    <a:lnTo>
                      <a:pt x="4" y="26"/>
                    </a:lnTo>
                    <a:lnTo>
                      <a:pt x="4" y="20"/>
                    </a:lnTo>
                    <a:lnTo>
                      <a:pt x="4" y="16"/>
                    </a:lnTo>
                    <a:lnTo>
                      <a:pt x="4" y="10"/>
                    </a:lnTo>
                    <a:lnTo>
                      <a:pt x="5" y="7"/>
                    </a:lnTo>
                    <a:lnTo>
                      <a:pt x="5" y="10"/>
                    </a:lnTo>
                    <a:lnTo>
                      <a:pt x="5" y="8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5" y="5"/>
                    </a:lnTo>
                    <a:lnTo>
                      <a:pt x="5" y="12"/>
                    </a:lnTo>
                    <a:lnTo>
                      <a:pt x="5" y="16"/>
                    </a:lnTo>
                    <a:lnTo>
                      <a:pt x="5" y="15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87" name="Freeform 932"/>
              <p:cNvSpPr/>
              <p:nvPr/>
            </p:nvSpPr>
            <p:spPr bwMode="auto">
              <a:xfrm>
                <a:off x="1825" y="2900"/>
                <a:ext cx="6" cy="76"/>
              </a:xfrm>
              <a:custGeom>
                <a:avLst/>
                <a:gdLst>
                  <a:gd name="T0" fmla="*/ 0 w 6"/>
                  <a:gd name="T1" fmla="*/ 39 h 76"/>
                  <a:gd name="T2" fmla="*/ 0 w 6"/>
                  <a:gd name="T3" fmla="*/ 39 h 76"/>
                  <a:gd name="T4" fmla="*/ 0 w 6"/>
                  <a:gd name="T5" fmla="*/ 40 h 76"/>
                  <a:gd name="T6" fmla="*/ 0 w 6"/>
                  <a:gd name="T7" fmla="*/ 39 h 76"/>
                  <a:gd name="T8" fmla="*/ 0 w 6"/>
                  <a:gd name="T9" fmla="*/ 37 h 76"/>
                  <a:gd name="T10" fmla="*/ 1 w 6"/>
                  <a:gd name="T11" fmla="*/ 36 h 76"/>
                  <a:gd name="T12" fmla="*/ 1 w 6"/>
                  <a:gd name="T13" fmla="*/ 36 h 76"/>
                  <a:gd name="T14" fmla="*/ 1 w 6"/>
                  <a:gd name="T15" fmla="*/ 31 h 76"/>
                  <a:gd name="T16" fmla="*/ 1 w 6"/>
                  <a:gd name="T17" fmla="*/ 29 h 76"/>
                  <a:gd name="T18" fmla="*/ 1 w 6"/>
                  <a:gd name="T19" fmla="*/ 36 h 76"/>
                  <a:gd name="T20" fmla="*/ 1 w 6"/>
                  <a:gd name="T21" fmla="*/ 42 h 76"/>
                  <a:gd name="T22" fmla="*/ 1 w 6"/>
                  <a:gd name="T23" fmla="*/ 39 h 76"/>
                  <a:gd name="T24" fmla="*/ 1 w 6"/>
                  <a:gd name="T25" fmla="*/ 31 h 76"/>
                  <a:gd name="T26" fmla="*/ 1 w 6"/>
                  <a:gd name="T27" fmla="*/ 24 h 76"/>
                  <a:gd name="T28" fmla="*/ 2 w 6"/>
                  <a:gd name="T29" fmla="*/ 23 h 76"/>
                  <a:gd name="T30" fmla="*/ 2 w 6"/>
                  <a:gd name="T31" fmla="*/ 24 h 76"/>
                  <a:gd name="T32" fmla="*/ 2 w 6"/>
                  <a:gd name="T33" fmla="*/ 24 h 76"/>
                  <a:gd name="T34" fmla="*/ 2 w 6"/>
                  <a:gd name="T35" fmla="*/ 20 h 76"/>
                  <a:gd name="T36" fmla="*/ 2 w 6"/>
                  <a:gd name="T37" fmla="*/ 8 h 76"/>
                  <a:gd name="T38" fmla="*/ 2 w 6"/>
                  <a:gd name="T39" fmla="*/ 0 h 76"/>
                  <a:gd name="T40" fmla="*/ 2 w 6"/>
                  <a:gd name="T41" fmla="*/ 4 h 76"/>
                  <a:gd name="T42" fmla="*/ 2 w 6"/>
                  <a:gd name="T43" fmla="*/ 6 h 76"/>
                  <a:gd name="T44" fmla="*/ 2 w 6"/>
                  <a:gd name="T45" fmla="*/ 4 h 76"/>
                  <a:gd name="T46" fmla="*/ 2 w 6"/>
                  <a:gd name="T47" fmla="*/ 7 h 76"/>
                  <a:gd name="T48" fmla="*/ 3 w 6"/>
                  <a:gd name="T49" fmla="*/ 9 h 76"/>
                  <a:gd name="T50" fmla="*/ 3 w 6"/>
                  <a:gd name="T51" fmla="*/ 5 h 76"/>
                  <a:gd name="T52" fmla="*/ 3 w 6"/>
                  <a:gd name="T53" fmla="*/ 2 h 76"/>
                  <a:gd name="T54" fmla="*/ 3 w 6"/>
                  <a:gd name="T55" fmla="*/ 7 h 76"/>
                  <a:gd name="T56" fmla="*/ 3 w 6"/>
                  <a:gd name="T57" fmla="*/ 11 h 76"/>
                  <a:gd name="T58" fmla="*/ 3 w 6"/>
                  <a:gd name="T59" fmla="*/ 8 h 76"/>
                  <a:gd name="T60" fmla="*/ 4 w 6"/>
                  <a:gd name="T61" fmla="*/ 4 h 76"/>
                  <a:gd name="T62" fmla="*/ 4 w 6"/>
                  <a:gd name="T63" fmla="*/ 3 h 76"/>
                  <a:gd name="T64" fmla="*/ 4 w 6"/>
                  <a:gd name="T65" fmla="*/ 2 h 76"/>
                  <a:gd name="T66" fmla="*/ 4 w 6"/>
                  <a:gd name="T67" fmla="*/ 3 h 76"/>
                  <a:gd name="T68" fmla="*/ 4 w 6"/>
                  <a:gd name="T69" fmla="*/ 10 h 76"/>
                  <a:gd name="T70" fmla="*/ 4 w 6"/>
                  <a:gd name="T71" fmla="*/ 14 h 76"/>
                  <a:gd name="T72" fmla="*/ 4 w 6"/>
                  <a:gd name="T73" fmla="*/ 15 h 76"/>
                  <a:gd name="T74" fmla="*/ 4 w 6"/>
                  <a:gd name="T75" fmla="*/ 25 h 76"/>
                  <a:gd name="T76" fmla="*/ 4 w 6"/>
                  <a:gd name="T77" fmla="*/ 39 h 76"/>
                  <a:gd name="T78" fmla="*/ 5 w 6"/>
                  <a:gd name="T79" fmla="*/ 48 h 76"/>
                  <a:gd name="T80" fmla="*/ 5 w 6"/>
                  <a:gd name="T81" fmla="*/ 50 h 76"/>
                  <a:gd name="T82" fmla="*/ 5 w 6"/>
                  <a:gd name="T83" fmla="*/ 52 h 76"/>
                  <a:gd name="T84" fmla="*/ 5 w 6"/>
                  <a:gd name="T85" fmla="*/ 61 h 76"/>
                  <a:gd name="T86" fmla="*/ 5 w 6"/>
                  <a:gd name="T87" fmla="*/ 67 h 76"/>
                  <a:gd name="T88" fmla="*/ 5 w 6"/>
                  <a:gd name="T89" fmla="*/ 65 h 76"/>
                  <a:gd name="T90" fmla="*/ 6 w 6"/>
                  <a:gd name="T91" fmla="*/ 60 h 76"/>
                  <a:gd name="T92" fmla="*/ 6 w 6"/>
                  <a:gd name="T93" fmla="*/ 57 h 76"/>
                  <a:gd name="T94" fmla="*/ 6 w 6"/>
                  <a:gd name="T95" fmla="*/ 57 h 76"/>
                  <a:gd name="T96" fmla="*/ 6 w 6"/>
                  <a:gd name="T97" fmla="*/ 64 h 76"/>
                  <a:gd name="T98" fmla="*/ 6 w 6"/>
                  <a:gd name="T99" fmla="*/ 74 h 76"/>
                  <a:gd name="T100" fmla="*/ 6 w 6"/>
                  <a:gd name="T101" fmla="*/ 76 h 76"/>
                  <a:gd name="T102" fmla="*/ 6 w 6"/>
                  <a:gd name="T103" fmla="*/ 7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6">
                    <a:moveTo>
                      <a:pt x="0" y="39"/>
                    </a:moveTo>
                    <a:lnTo>
                      <a:pt x="0" y="39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7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1"/>
                    </a:lnTo>
                    <a:lnTo>
                      <a:pt x="1" y="29"/>
                    </a:lnTo>
                    <a:lnTo>
                      <a:pt x="1" y="36"/>
                    </a:lnTo>
                    <a:lnTo>
                      <a:pt x="1" y="42"/>
                    </a:lnTo>
                    <a:lnTo>
                      <a:pt x="1" y="39"/>
                    </a:lnTo>
                    <a:lnTo>
                      <a:pt x="1" y="31"/>
                    </a:lnTo>
                    <a:lnTo>
                      <a:pt x="1" y="24"/>
                    </a:lnTo>
                    <a:lnTo>
                      <a:pt x="2" y="23"/>
                    </a:lnTo>
                    <a:lnTo>
                      <a:pt x="2" y="24"/>
                    </a:lnTo>
                    <a:lnTo>
                      <a:pt x="2" y="24"/>
                    </a:lnTo>
                    <a:lnTo>
                      <a:pt x="2" y="20"/>
                    </a:lnTo>
                    <a:lnTo>
                      <a:pt x="2" y="8"/>
                    </a:lnTo>
                    <a:lnTo>
                      <a:pt x="2" y="0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2" y="7"/>
                    </a:lnTo>
                    <a:lnTo>
                      <a:pt x="3" y="9"/>
                    </a:lnTo>
                    <a:lnTo>
                      <a:pt x="3" y="5"/>
                    </a:lnTo>
                    <a:lnTo>
                      <a:pt x="3" y="2"/>
                    </a:lnTo>
                    <a:lnTo>
                      <a:pt x="3" y="7"/>
                    </a:lnTo>
                    <a:lnTo>
                      <a:pt x="3" y="11"/>
                    </a:lnTo>
                    <a:lnTo>
                      <a:pt x="3" y="8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4" y="10"/>
                    </a:lnTo>
                    <a:lnTo>
                      <a:pt x="4" y="14"/>
                    </a:lnTo>
                    <a:lnTo>
                      <a:pt x="4" y="15"/>
                    </a:lnTo>
                    <a:lnTo>
                      <a:pt x="4" y="25"/>
                    </a:lnTo>
                    <a:lnTo>
                      <a:pt x="4" y="39"/>
                    </a:lnTo>
                    <a:lnTo>
                      <a:pt x="5" y="48"/>
                    </a:lnTo>
                    <a:lnTo>
                      <a:pt x="5" y="50"/>
                    </a:lnTo>
                    <a:lnTo>
                      <a:pt x="5" y="52"/>
                    </a:lnTo>
                    <a:lnTo>
                      <a:pt x="5" y="61"/>
                    </a:lnTo>
                    <a:lnTo>
                      <a:pt x="5" y="67"/>
                    </a:lnTo>
                    <a:lnTo>
                      <a:pt x="5" y="65"/>
                    </a:lnTo>
                    <a:lnTo>
                      <a:pt x="6" y="60"/>
                    </a:lnTo>
                    <a:lnTo>
                      <a:pt x="6" y="57"/>
                    </a:lnTo>
                    <a:lnTo>
                      <a:pt x="6" y="57"/>
                    </a:lnTo>
                    <a:lnTo>
                      <a:pt x="6" y="64"/>
                    </a:lnTo>
                    <a:lnTo>
                      <a:pt x="6" y="74"/>
                    </a:lnTo>
                    <a:lnTo>
                      <a:pt x="6" y="76"/>
                    </a:lnTo>
                    <a:lnTo>
                      <a:pt x="6" y="7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88" name="Freeform 933"/>
              <p:cNvSpPr/>
              <p:nvPr/>
            </p:nvSpPr>
            <p:spPr bwMode="auto">
              <a:xfrm>
                <a:off x="1831" y="2907"/>
                <a:ext cx="6" cy="74"/>
              </a:xfrm>
              <a:custGeom>
                <a:avLst/>
                <a:gdLst>
                  <a:gd name="T0" fmla="*/ 0 w 6"/>
                  <a:gd name="T1" fmla="*/ 69 h 74"/>
                  <a:gd name="T2" fmla="*/ 0 w 6"/>
                  <a:gd name="T3" fmla="*/ 66 h 74"/>
                  <a:gd name="T4" fmla="*/ 0 w 6"/>
                  <a:gd name="T5" fmla="*/ 68 h 74"/>
                  <a:gd name="T6" fmla="*/ 0 w 6"/>
                  <a:gd name="T7" fmla="*/ 74 h 74"/>
                  <a:gd name="T8" fmla="*/ 1 w 6"/>
                  <a:gd name="T9" fmla="*/ 73 h 74"/>
                  <a:gd name="T10" fmla="*/ 1 w 6"/>
                  <a:gd name="T11" fmla="*/ 65 h 74"/>
                  <a:gd name="T12" fmla="*/ 1 w 6"/>
                  <a:gd name="T13" fmla="*/ 59 h 74"/>
                  <a:gd name="T14" fmla="*/ 1 w 6"/>
                  <a:gd name="T15" fmla="*/ 56 h 74"/>
                  <a:gd name="T16" fmla="*/ 1 w 6"/>
                  <a:gd name="T17" fmla="*/ 47 h 74"/>
                  <a:gd name="T18" fmla="*/ 1 w 6"/>
                  <a:gd name="T19" fmla="*/ 41 h 74"/>
                  <a:gd name="T20" fmla="*/ 1 w 6"/>
                  <a:gd name="T21" fmla="*/ 40 h 74"/>
                  <a:gd name="T22" fmla="*/ 1 w 6"/>
                  <a:gd name="T23" fmla="*/ 36 h 74"/>
                  <a:gd name="T24" fmla="*/ 1 w 6"/>
                  <a:gd name="T25" fmla="*/ 30 h 74"/>
                  <a:gd name="T26" fmla="*/ 2 w 6"/>
                  <a:gd name="T27" fmla="*/ 31 h 74"/>
                  <a:gd name="T28" fmla="*/ 2 w 6"/>
                  <a:gd name="T29" fmla="*/ 28 h 74"/>
                  <a:gd name="T30" fmla="*/ 2 w 6"/>
                  <a:gd name="T31" fmla="*/ 18 h 74"/>
                  <a:gd name="T32" fmla="*/ 2 w 6"/>
                  <a:gd name="T33" fmla="*/ 10 h 74"/>
                  <a:gd name="T34" fmla="*/ 2 w 6"/>
                  <a:gd name="T35" fmla="*/ 9 h 74"/>
                  <a:gd name="T36" fmla="*/ 2 w 6"/>
                  <a:gd name="T37" fmla="*/ 7 h 74"/>
                  <a:gd name="T38" fmla="*/ 3 w 6"/>
                  <a:gd name="T39" fmla="*/ 2 h 74"/>
                  <a:gd name="T40" fmla="*/ 3 w 6"/>
                  <a:gd name="T41" fmla="*/ 0 h 74"/>
                  <a:gd name="T42" fmla="*/ 3 w 6"/>
                  <a:gd name="T43" fmla="*/ 0 h 74"/>
                  <a:gd name="T44" fmla="*/ 3 w 6"/>
                  <a:gd name="T45" fmla="*/ 0 h 74"/>
                  <a:gd name="T46" fmla="*/ 3 w 6"/>
                  <a:gd name="T47" fmla="*/ 2 h 74"/>
                  <a:gd name="T48" fmla="*/ 3 w 6"/>
                  <a:gd name="T49" fmla="*/ 8 h 74"/>
                  <a:gd name="T50" fmla="*/ 3 w 6"/>
                  <a:gd name="T51" fmla="*/ 11 h 74"/>
                  <a:gd name="T52" fmla="*/ 3 w 6"/>
                  <a:gd name="T53" fmla="*/ 10 h 74"/>
                  <a:gd name="T54" fmla="*/ 3 w 6"/>
                  <a:gd name="T55" fmla="*/ 9 h 74"/>
                  <a:gd name="T56" fmla="*/ 4 w 6"/>
                  <a:gd name="T57" fmla="*/ 9 h 74"/>
                  <a:gd name="T58" fmla="*/ 4 w 6"/>
                  <a:gd name="T59" fmla="*/ 12 h 74"/>
                  <a:gd name="T60" fmla="*/ 4 w 6"/>
                  <a:gd name="T61" fmla="*/ 15 h 74"/>
                  <a:gd name="T62" fmla="*/ 4 w 6"/>
                  <a:gd name="T63" fmla="*/ 17 h 74"/>
                  <a:gd name="T64" fmla="*/ 4 w 6"/>
                  <a:gd name="T65" fmla="*/ 17 h 74"/>
                  <a:gd name="T66" fmla="*/ 4 w 6"/>
                  <a:gd name="T67" fmla="*/ 15 h 74"/>
                  <a:gd name="T68" fmla="*/ 5 w 6"/>
                  <a:gd name="T69" fmla="*/ 14 h 74"/>
                  <a:gd name="T70" fmla="*/ 5 w 6"/>
                  <a:gd name="T71" fmla="*/ 16 h 74"/>
                  <a:gd name="T72" fmla="*/ 5 w 6"/>
                  <a:gd name="T73" fmla="*/ 19 h 74"/>
                  <a:gd name="T74" fmla="*/ 5 w 6"/>
                  <a:gd name="T75" fmla="*/ 20 h 74"/>
                  <a:gd name="T76" fmla="*/ 5 w 6"/>
                  <a:gd name="T77" fmla="*/ 20 h 74"/>
                  <a:gd name="T78" fmla="*/ 5 w 6"/>
                  <a:gd name="T79" fmla="*/ 19 h 74"/>
                  <a:gd name="T80" fmla="*/ 5 w 6"/>
                  <a:gd name="T81" fmla="*/ 19 h 74"/>
                  <a:gd name="T82" fmla="*/ 5 w 6"/>
                  <a:gd name="T83" fmla="*/ 20 h 74"/>
                  <a:gd name="T84" fmla="*/ 5 w 6"/>
                  <a:gd name="T85" fmla="*/ 20 h 74"/>
                  <a:gd name="T86" fmla="*/ 5 w 6"/>
                  <a:gd name="T87" fmla="*/ 21 h 74"/>
                  <a:gd name="T88" fmla="*/ 6 w 6"/>
                  <a:gd name="T89" fmla="*/ 23 h 74"/>
                  <a:gd name="T90" fmla="*/ 6 w 6"/>
                  <a:gd name="T91" fmla="*/ 22 h 74"/>
                  <a:gd name="T92" fmla="*/ 6 w 6"/>
                  <a:gd name="T93" fmla="*/ 19 h 74"/>
                  <a:gd name="T94" fmla="*/ 6 w 6"/>
                  <a:gd name="T95" fmla="*/ 17 h 74"/>
                  <a:gd name="T96" fmla="*/ 6 w 6"/>
                  <a:gd name="T97" fmla="*/ 12 h 74"/>
                  <a:gd name="T98" fmla="*/ 6 w 6"/>
                  <a:gd name="T99" fmla="*/ 8 h 74"/>
                  <a:gd name="T100" fmla="*/ 6 w 6"/>
                  <a:gd name="T101" fmla="*/ 7 h 74"/>
                  <a:gd name="T102" fmla="*/ 6 w 6"/>
                  <a:gd name="T103" fmla="*/ 9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4">
                    <a:moveTo>
                      <a:pt x="0" y="69"/>
                    </a:moveTo>
                    <a:lnTo>
                      <a:pt x="0" y="66"/>
                    </a:lnTo>
                    <a:lnTo>
                      <a:pt x="0" y="68"/>
                    </a:lnTo>
                    <a:lnTo>
                      <a:pt x="0" y="74"/>
                    </a:lnTo>
                    <a:lnTo>
                      <a:pt x="1" y="73"/>
                    </a:lnTo>
                    <a:lnTo>
                      <a:pt x="1" y="65"/>
                    </a:lnTo>
                    <a:lnTo>
                      <a:pt x="1" y="59"/>
                    </a:lnTo>
                    <a:lnTo>
                      <a:pt x="1" y="56"/>
                    </a:lnTo>
                    <a:lnTo>
                      <a:pt x="1" y="47"/>
                    </a:lnTo>
                    <a:lnTo>
                      <a:pt x="1" y="41"/>
                    </a:lnTo>
                    <a:lnTo>
                      <a:pt x="1" y="40"/>
                    </a:lnTo>
                    <a:lnTo>
                      <a:pt x="1" y="36"/>
                    </a:lnTo>
                    <a:lnTo>
                      <a:pt x="1" y="30"/>
                    </a:lnTo>
                    <a:lnTo>
                      <a:pt x="2" y="31"/>
                    </a:lnTo>
                    <a:lnTo>
                      <a:pt x="2" y="28"/>
                    </a:lnTo>
                    <a:lnTo>
                      <a:pt x="2" y="18"/>
                    </a:lnTo>
                    <a:lnTo>
                      <a:pt x="2" y="10"/>
                    </a:lnTo>
                    <a:lnTo>
                      <a:pt x="2" y="9"/>
                    </a:lnTo>
                    <a:lnTo>
                      <a:pt x="2" y="7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8"/>
                    </a:lnTo>
                    <a:lnTo>
                      <a:pt x="3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4" y="12"/>
                    </a:lnTo>
                    <a:lnTo>
                      <a:pt x="4" y="15"/>
                    </a:lnTo>
                    <a:lnTo>
                      <a:pt x="4" y="17"/>
                    </a:lnTo>
                    <a:lnTo>
                      <a:pt x="4" y="17"/>
                    </a:lnTo>
                    <a:lnTo>
                      <a:pt x="4" y="15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5" y="19"/>
                    </a:lnTo>
                    <a:lnTo>
                      <a:pt x="5" y="20"/>
                    </a:lnTo>
                    <a:lnTo>
                      <a:pt x="5" y="20"/>
                    </a:lnTo>
                    <a:lnTo>
                      <a:pt x="5" y="19"/>
                    </a:lnTo>
                    <a:lnTo>
                      <a:pt x="5" y="19"/>
                    </a:lnTo>
                    <a:lnTo>
                      <a:pt x="5" y="20"/>
                    </a:lnTo>
                    <a:lnTo>
                      <a:pt x="5" y="20"/>
                    </a:lnTo>
                    <a:lnTo>
                      <a:pt x="5" y="21"/>
                    </a:lnTo>
                    <a:lnTo>
                      <a:pt x="6" y="23"/>
                    </a:lnTo>
                    <a:lnTo>
                      <a:pt x="6" y="22"/>
                    </a:lnTo>
                    <a:lnTo>
                      <a:pt x="6" y="19"/>
                    </a:lnTo>
                    <a:lnTo>
                      <a:pt x="6" y="17"/>
                    </a:lnTo>
                    <a:lnTo>
                      <a:pt x="6" y="12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6" y="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89" name="Freeform 934"/>
              <p:cNvSpPr/>
              <p:nvPr/>
            </p:nvSpPr>
            <p:spPr bwMode="auto">
              <a:xfrm>
                <a:off x="1837" y="2913"/>
                <a:ext cx="7" cy="126"/>
              </a:xfrm>
              <a:custGeom>
                <a:avLst/>
                <a:gdLst>
                  <a:gd name="T0" fmla="*/ 0 w 7"/>
                  <a:gd name="T1" fmla="*/ 1 h 126"/>
                  <a:gd name="T2" fmla="*/ 0 w 7"/>
                  <a:gd name="T3" fmla="*/ 3 h 126"/>
                  <a:gd name="T4" fmla="*/ 0 w 7"/>
                  <a:gd name="T5" fmla="*/ 6 h 126"/>
                  <a:gd name="T6" fmla="*/ 1 w 7"/>
                  <a:gd name="T7" fmla="*/ 3 h 126"/>
                  <a:gd name="T8" fmla="*/ 1 w 7"/>
                  <a:gd name="T9" fmla="*/ 0 h 126"/>
                  <a:gd name="T10" fmla="*/ 1 w 7"/>
                  <a:gd name="T11" fmla="*/ 4 h 126"/>
                  <a:gd name="T12" fmla="*/ 1 w 7"/>
                  <a:gd name="T13" fmla="*/ 12 h 126"/>
                  <a:gd name="T14" fmla="*/ 1 w 7"/>
                  <a:gd name="T15" fmla="*/ 13 h 126"/>
                  <a:gd name="T16" fmla="*/ 1 w 7"/>
                  <a:gd name="T17" fmla="*/ 13 h 126"/>
                  <a:gd name="T18" fmla="*/ 2 w 7"/>
                  <a:gd name="T19" fmla="*/ 15 h 126"/>
                  <a:gd name="T20" fmla="*/ 2 w 7"/>
                  <a:gd name="T21" fmla="*/ 11 h 126"/>
                  <a:gd name="T22" fmla="*/ 2 w 7"/>
                  <a:gd name="T23" fmla="*/ 8 h 126"/>
                  <a:gd name="T24" fmla="*/ 2 w 7"/>
                  <a:gd name="T25" fmla="*/ 16 h 126"/>
                  <a:gd name="T26" fmla="*/ 2 w 7"/>
                  <a:gd name="T27" fmla="*/ 24 h 126"/>
                  <a:gd name="T28" fmla="*/ 2 w 7"/>
                  <a:gd name="T29" fmla="*/ 22 h 126"/>
                  <a:gd name="T30" fmla="*/ 2 w 7"/>
                  <a:gd name="T31" fmla="*/ 22 h 126"/>
                  <a:gd name="T32" fmla="*/ 2 w 7"/>
                  <a:gd name="T33" fmla="*/ 30 h 126"/>
                  <a:gd name="T34" fmla="*/ 2 w 7"/>
                  <a:gd name="T35" fmla="*/ 37 h 126"/>
                  <a:gd name="T36" fmla="*/ 3 w 7"/>
                  <a:gd name="T37" fmla="*/ 38 h 126"/>
                  <a:gd name="T38" fmla="*/ 3 w 7"/>
                  <a:gd name="T39" fmla="*/ 44 h 126"/>
                  <a:gd name="T40" fmla="*/ 3 w 7"/>
                  <a:gd name="T41" fmla="*/ 51 h 126"/>
                  <a:gd name="T42" fmla="*/ 3 w 7"/>
                  <a:gd name="T43" fmla="*/ 50 h 126"/>
                  <a:gd name="T44" fmla="*/ 3 w 7"/>
                  <a:gd name="T45" fmla="*/ 47 h 126"/>
                  <a:gd name="T46" fmla="*/ 3 w 7"/>
                  <a:gd name="T47" fmla="*/ 54 h 126"/>
                  <a:gd name="T48" fmla="*/ 4 w 7"/>
                  <a:gd name="T49" fmla="*/ 63 h 126"/>
                  <a:gd name="T50" fmla="*/ 4 w 7"/>
                  <a:gd name="T51" fmla="*/ 63 h 126"/>
                  <a:gd name="T52" fmla="*/ 4 w 7"/>
                  <a:gd name="T53" fmla="*/ 62 h 126"/>
                  <a:gd name="T54" fmla="*/ 4 w 7"/>
                  <a:gd name="T55" fmla="*/ 74 h 126"/>
                  <a:gd name="T56" fmla="*/ 4 w 7"/>
                  <a:gd name="T57" fmla="*/ 85 h 126"/>
                  <a:gd name="T58" fmla="*/ 4 w 7"/>
                  <a:gd name="T59" fmla="*/ 84 h 126"/>
                  <a:gd name="T60" fmla="*/ 4 w 7"/>
                  <a:gd name="T61" fmla="*/ 84 h 126"/>
                  <a:gd name="T62" fmla="*/ 4 w 7"/>
                  <a:gd name="T63" fmla="*/ 90 h 126"/>
                  <a:gd name="T64" fmla="*/ 4 w 7"/>
                  <a:gd name="T65" fmla="*/ 92 h 126"/>
                  <a:gd name="T66" fmla="*/ 5 w 7"/>
                  <a:gd name="T67" fmla="*/ 90 h 126"/>
                  <a:gd name="T68" fmla="*/ 5 w 7"/>
                  <a:gd name="T69" fmla="*/ 92 h 126"/>
                  <a:gd name="T70" fmla="*/ 5 w 7"/>
                  <a:gd name="T71" fmla="*/ 92 h 126"/>
                  <a:gd name="T72" fmla="*/ 5 w 7"/>
                  <a:gd name="T73" fmla="*/ 85 h 126"/>
                  <a:gd name="T74" fmla="*/ 5 w 7"/>
                  <a:gd name="T75" fmla="*/ 78 h 126"/>
                  <a:gd name="T76" fmla="*/ 5 w 7"/>
                  <a:gd name="T77" fmla="*/ 83 h 126"/>
                  <a:gd name="T78" fmla="*/ 5 w 7"/>
                  <a:gd name="T79" fmla="*/ 90 h 126"/>
                  <a:gd name="T80" fmla="*/ 5 w 7"/>
                  <a:gd name="T81" fmla="*/ 85 h 126"/>
                  <a:gd name="T82" fmla="*/ 5 w 7"/>
                  <a:gd name="T83" fmla="*/ 83 h 126"/>
                  <a:gd name="T84" fmla="*/ 6 w 7"/>
                  <a:gd name="T85" fmla="*/ 93 h 126"/>
                  <a:gd name="T86" fmla="*/ 6 w 7"/>
                  <a:gd name="T87" fmla="*/ 96 h 126"/>
                  <a:gd name="T88" fmla="*/ 6 w 7"/>
                  <a:gd name="T89" fmla="*/ 93 h 126"/>
                  <a:gd name="T90" fmla="*/ 6 w 7"/>
                  <a:gd name="T91" fmla="*/ 103 h 126"/>
                  <a:gd name="T92" fmla="*/ 6 w 7"/>
                  <a:gd name="T93" fmla="*/ 110 h 126"/>
                  <a:gd name="T94" fmla="*/ 6 w 7"/>
                  <a:gd name="T95" fmla="*/ 107 h 126"/>
                  <a:gd name="T96" fmla="*/ 7 w 7"/>
                  <a:gd name="T97" fmla="*/ 108 h 126"/>
                  <a:gd name="T98" fmla="*/ 7 w 7"/>
                  <a:gd name="T99" fmla="*/ 117 h 126"/>
                  <a:gd name="T100" fmla="*/ 7 w 7"/>
                  <a:gd name="T101" fmla="*/ 122 h 126"/>
                  <a:gd name="T102" fmla="*/ 7 w 7"/>
                  <a:gd name="T103" fmla="*/ 126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26">
                    <a:moveTo>
                      <a:pt x="0" y="1"/>
                    </a:moveTo>
                    <a:lnTo>
                      <a:pt x="0" y="3"/>
                    </a:lnTo>
                    <a:lnTo>
                      <a:pt x="0" y="6"/>
                    </a:lnTo>
                    <a:lnTo>
                      <a:pt x="1" y="3"/>
                    </a:lnTo>
                    <a:lnTo>
                      <a:pt x="1" y="0"/>
                    </a:lnTo>
                    <a:lnTo>
                      <a:pt x="1" y="4"/>
                    </a:lnTo>
                    <a:lnTo>
                      <a:pt x="1" y="12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2" y="15"/>
                    </a:lnTo>
                    <a:lnTo>
                      <a:pt x="2" y="11"/>
                    </a:lnTo>
                    <a:lnTo>
                      <a:pt x="2" y="8"/>
                    </a:lnTo>
                    <a:lnTo>
                      <a:pt x="2" y="16"/>
                    </a:lnTo>
                    <a:lnTo>
                      <a:pt x="2" y="24"/>
                    </a:lnTo>
                    <a:lnTo>
                      <a:pt x="2" y="22"/>
                    </a:lnTo>
                    <a:lnTo>
                      <a:pt x="2" y="22"/>
                    </a:lnTo>
                    <a:lnTo>
                      <a:pt x="2" y="30"/>
                    </a:lnTo>
                    <a:lnTo>
                      <a:pt x="2" y="37"/>
                    </a:lnTo>
                    <a:lnTo>
                      <a:pt x="3" y="38"/>
                    </a:lnTo>
                    <a:lnTo>
                      <a:pt x="3" y="44"/>
                    </a:lnTo>
                    <a:lnTo>
                      <a:pt x="3" y="51"/>
                    </a:lnTo>
                    <a:lnTo>
                      <a:pt x="3" y="50"/>
                    </a:lnTo>
                    <a:lnTo>
                      <a:pt x="3" y="47"/>
                    </a:lnTo>
                    <a:lnTo>
                      <a:pt x="3" y="54"/>
                    </a:lnTo>
                    <a:lnTo>
                      <a:pt x="4" y="63"/>
                    </a:lnTo>
                    <a:lnTo>
                      <a:pt x="4" y="63"/>
                    </a:lnTo>
                    <a:lnTo>
                      <a:pt x="4" y="62"/>
                    </a:lnTo>
                    <a:lnTo>
                      <a:pt x="4" y="74"/>
                    </a:lnTo>
                    <a:lnTo>
                      <a:pt x="4" y="85"/>
                    </a:lnTo>
                    <a:lnTo>
                      <a:pt x="4" y="84"/>
                    </a:lnTo>
                    <a:lnTo>
                      <a:pt x="4" y="84"/>
                    </a:lnTo>
                    <a:lnTo>
                      <a:pt x="4" y="90"/>
                    </a:lnTo>
                    <a:lnTo>
                      <a:pt x="4" y="92"/>
                    </a:lnTo>
                    <a:lnTo>
                      <a:pt x="5" y="90"/>
                    </a:lnTo>
                    <a:lnTo>
                      <a:pt x="5" y="92"/>
                    </a:lnTo>
                    <a:lnTo>
                      <a:pt x="5" y="92"/>
                    </a:lnTo>
                    <a:lnTo>
                      <a:pt x="5" y="85"/>
                    </a:lnTo>
                    <a:lnTo>
                      <a:pt x="5" y="78"/>
                    </a:lnTo>
                    <a:lnTo>
                      <a:pt x="5" y="83"/>
                    </a:lnTo>
                    <a:lnTo>
                      <a:pt x="5" y="90"/>
                    </a:lnTo>
                    <a:lnTo>
                      <a:pt x="5" y="85"/>
                    </a:lnTo>
                    <a:lnTo>
                      <a:pt x="5" y="83"/>
                    </a:lnTo>
                    <a:lnTo>
                      <a:pt x="6" y="93"/>
                    </a:lnTo>
                    <a:lnTo>
                      <a:pt x="6" y="96"/>
                    </a:lnTo>
                    <a:lnTo>
                      <a:pt x="6" y="93"/>
                    </a:lnTo>
                    <a:lnTo>
                      <a:pt x="6" y="103"/>
                    </a:lnTo>
                    <a:lnTo>
                      <a:pt x="6" y="110"/>
                    </a:lnTo>
                    <a:lnTo>
                      <a:pt x="6" y="107"/>
                    </a:lnTo>
                    <a:lnTo>
                      <a:pt x="7" y="108"/>
                    </a:lnTo>
                    <a:lnTo>
                      <a:pt x="7" y="117"/>
                    </a:lnTo>
                    <a:lnTo>
                      <a:pt x="7" y="122"/>
                    </a:lnTo>
                    <a:lnTo>
                      <a:pt x="7" y="12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90" name="Freeform 935"/>
              <p:cNvSpPr/>
              <p:nvPr/>
            </p:nvSpPr>
            <p:spPr bwMode="auto">
              <a:xfrm>
                <a:off x="1844" y="2925"/>
                <a:ext cx="6" cy="188"/>
              </a:xfrm>
              <a:custGeom>
                <a:avLst/>
                <a:gdLst>
                  <a:gd name="T0" fmla="*/ 0 w 6"/>
                  <a:gd name="T1" fmla="*/ 110 h 188"/>
                  <a:gd name="T2" fmla="*/ 0 w 6"/>
                  <a:gd name="T3" fmla="*/ 114 h 188"/>
                  <a:gd name="T4" fmla="*/ 0 w 6"/>
                  <a:gd name="T5" fmla="*/ 121 h 188"/>
                  <a:gd name="T6" fmla="*/ 0 w 6"/>
                  <a:gd name="T7" fmla="*/ 128 h 188"/>
                  <a:gd name="T8" fmla="*/ 0 w 6"/>
                  <a:gd name="T9" fmla="*/ 132 h 188"/>
                  <a:gd name="T10" fmla="*/ 0 w 6"/>
                  <a:gd name="T11" fmla="*/ 137 h 188"/>
                  <a:gd name="T12" fmla="*/ 0 w 6"/>
                  <a:gd name="T13" fmla="*/ 148 h 188"/>
                  <a:gd name="T14" fmla="*/ 0 w 6"/>
                  <a:gd name="T15" fmla="*/ 157 h 188"/>
                  <a:gd name="T16" fmla="*/ 1 w 6"/>
                  <a:gd name="T17" fmla="*/ 159 h 188"/>
                  <a:gd name="T18" fmla="*/ 1 w 6"/>
                  <a:gd name="T19" fmla="*/ 159 h 188"/>
                  <a:gd name="T20" fmla="*/ 1 w 6"/>
                  <a:gd name="T21" fmla="*/ 166 h 188"/>
                  <a:gd name="T22" fmla="*/ 1 w 6"/>
                  <a:gd name="T23" fmla="*/ 175 h 188"/>
                  <a:gd name="T24" fmla="*/ 1 w 6"/>
                  <a:gd name="T25" fmla="*/ 171 h 188"/>
                  <a:gd name="T26" fmla="*/ 1 w 6"/>
                  <a:gd name="T27" fmla="*/ 164 h 188"/>
                  <a:gd name="T28" fmla="*/ 2 w 6"/>
                  <a:gd name="T29" fmla="*/ 164 h 188"/>
                  <a:gd name="T30" fmla="*/ 2 w 6"/>
                  <a:gd name="T31" fmla="*/ 165 h 188"/>
                  <a:gd name="T32" fmla="*/ 2 w 6"/>
                  <a:gd name="T33" fmla="*/ 170 h 188"/>
                  <a:gd name="T34" fmla="*/ 2 w 6"/>
                  <a:gd name="T35" fmla="*/ 181 h 188"/>
                  <a:gd name="T36" fmla="*/ 2 w 6"/>
                  <a:gd name="T37" fmla="*/ 186 h 188"/>
                  <a:gd name="T38" fmla="*/ 2 w 6"/>
                  <a:gd name="T39" fmla="*/ 175 h 188"/>
                  <a:gd name="T40" fmla="*/ 2 w 6"/>
                  <a:gd name="T41" fmla="*/ 171 h 188"/>
                  <a:gd name="T42" fmla="*/ 2 w 6"/>
                  <a:gd name="T43" fmla="*/ 182 h 188"/>
                  <a:gd name="T44" fmla="*/ 2 w 6"/>
                  <a:gd name="T45" fmla="*/ 188 h 188"/>
                  <a:gd name="T46" fmla="*/ 3 w 6"/>
                  <a:gd name="T47" fmla="*/ 179 h 188"/>
                  <a:gd name="T48" fmla="*/ 3 w 6"/>
                  <a:gd name="T49" fmla="*/ 166 h 188"/>
                  <a:gd name="T50" fmla="*/ 3 w 6"/>
                  <a:gd name="T51" fmla="*/ 157 h 188"/>
                  <a:gd name="T52" fmla="*/ 3 w 6"/>
                  <a:gd name="T53" fmla="*/ 149 h 188"/>
                  <a:gd name="T54" fmla="*/ 3 w 6"/>
                  <a:gd name="T55" fmla="*/ 143 h 188"/>
                  <a:gd name="T56" fmla="*/ 3 w 6"/>
                  <a:gd name="T57" fmla="*/ 146 h 188"/>
                  <a:gd name="T58" fmla="*/ 3 w 6"/>
                  <a:gd name="T59" fmla="*/ 147 h 188"/>
                  <a:gd name="T60" fmla="*/ 3 w 6"/>
                  <a:gd name="T61" fmla="*/ 137 h 188"/>
                  <a:gd name="T62" fmla="*/ 3 w 6"/>
                  <a:gd name="T63" fmla="*/ 135 h 188"/>
                  <a:gd name="T64" fmla="*/ 4 w 6"/>
                  <a:gd name="T65" fmla="*/ 140 h 188"/>
                  <a:gd name="T66" fmla="*/ 4 w 6"/>
                  <a:gd name="T67" fmla="*/ 124 h 188"/>
                  <a:gd name="T68" fmla="*/ 4 w 6"/>
                  <a:gd name="T69" fmla="*/ 105 h 188"/>
                  <a:gd name="T70" fmla="*/ 4 w 6"/>
                  <a:gd name="T71" fmla="*/ 99 h 188"/>
                  <a:gd name="T72" fmla="*/ 4 w 6"/>
                  <a:gd name="T73" fmla="*/ 88 h 188"/>
                  <a:gd name="T74" fmla="*/ 4 w 6"/>
                  <a:gd name="T75" fmla="*/ 71 h 188"/>
                  <a:gd name="T76" fmla="*/ 5 w 6"/>
                  <a:gd name="T77" fmla="*/ 61 h 188"/>
                  <a:gd name="T78" fmla="*/ 5 w 6"/>
                  <a:gd name="T79" fmla="*/ 51 h 188"/>
                  <a:gd name="T80" fmla="*/ 5 w 6"/>
                  <a:gd name="T81" fmla="*/ 39 h 188"/>
                  <a:gd name="T82" fmla="*/ 5 w 6"/>
                  <a:gd name="T83" fmla="*/ 36 h 188"/>
                  <a:gd name="T84" fmla="*/ 5 w 6"/>
                  <a:gd name="T85" fmla="*/ 37 h 188"/>
                  <a:gd name="T86" fmla="*/ 5 w 6"/>
                  <a:gd name="T87" fmla="*/ 33 h 188"/>
                  <a:gd name="T88" fmla="*/ 5 w 6"/>
                  <a:gd name="T89" fmla="*/ 23 h 188"/>
                  <a:gd name="T90" fmla="*/ 5 w 6"/>
                  <a:gd name="T91" fmla="*/ 19 h 188"/>
                  <a:gd name="T92" fmla="*/ 5 w 6"/>
                  <a:gd name="T93" fmla="*/ 20 h 188"/>
                  <a:gd name="T94" fmla="*/ 6 w 6"/>
                  <a:gd name="T95" fmla="*/ 12 h 188"/>
                  <a:gd name="T96" fmla="*/ 6 w 6"/>
                  <a:gd name="T97" fmla="*/ 0 h 188"/>
                  <a:gd name="T98" fmla="*/ 6 w 6"/>
                  <a:gd name="T99" fmla="*/ 1 h 188"/>
                  <a:gd name="T100" fmla="*/ 6 w 6"/>
                  <a:gd name="T101" fmla="*/ 5 h 188"/>
                  <a:gd name="T102" fmla="*/ 6 w 6"/>
                  <a:gd name="T103" fmla="*/ 1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88">
                    <a:moveTo>
                      <a:pt x="0" y="110"/>
                    </a:moveTo>
                    <a:lnTo>
                      <a:pt x="0" y="114"/>
                    </a:lnTo>
                    <a:lnTo>
                      <a:pt x="0" y="121"/>
                    </a:lnTo>
                    <a:lnTo>
                      <a:pt x="0" y="128"/>
                    </a:lnTo>
                    <a:lnTo>
                      <a:pt x="0" y="132"/>
                    </a:lnTo>
                    <a:lnTo>
                      <a:pt x="0" y="137"/>
                    </a:lnTo>
                    <a:lnTo>
                      <a:pt x="0" y="148"/>
                    </a:lnTo>
                    <a:lnTo>
                      <a:pt x="0" y="157"/>
                    </a:lnTo>
                    <a:lnTo>
                      <a:pt x="1" y="159"/>
                    </a:lnTo>
                    <a:lnTo>
                      <a:pt x="1" y="159"/>
                    </a:lnTo>
                    <a:lnTo>
                      <a:pt x="1" y="166"/>
                    </a:lnTo>
                    <a:lnTo>
                      <a:pt x="1" y="175"/>
                    </a:lnTo>
                    <a:lnTo>
                      <a:pt x="1" y="171"/>
                    </a:lnTo>
                    <a:lnTo>
                      <a:pt x="1" y="164"/>
                    </a:lnTo>
                    <a:lnTo>
                      <a:pt x="2" y="164"/>
                    </a:lnTo>
                    <a:lnTo>
                      <a:pt x="2" y="165"/>
                    </a:lnTo>
                    <a:lnTo>
                      <a:pt x="2" y="170"/>
                    </a:lnTo>
                    <a:lnTo>
                      <a:pt x="2" y="181"/>
                    </a:lnTo>
                    <a:lnTo>
                      <a:pt x="2" y="186"/>
                    </a:lnTo>
                    <a:lnTo>
                      <a:pt x="2" y="175"/>
                    </a:lnTo>
                    <a:lnTo>
                      <a:pt x="2" y="171"/>
                    </a:lnTo>
                    <a:lnTo>
                      <a:pt x="2" y="182"/>
                    </a:lnTo>
                    <a:lnTo>
                      <a:pt x="2" y="188"/>
                    </a:lnTo>
                    <a:lnTo>
                      <a:pt x="3" y="179"/>
                    </a:lnTo>
                    <a:lnTo>
                      <a:pt x="3" y="166"/>
                    </a:lnTo>
                    <a:lnTo>
                      <a:pt x="3" y="157"/>
                    </a:lnTo>
                    <a:lnTo>
                      <a:pt x="3" y="149"/>
                    </a:lnTo>
                    <a:lnTo>
                      <a:pt x="3" y="143"/>
                    </a:lnTo>
                    <a:lnTo>
                      <a:pt x="3" y="146"/>
                    </a:lnTo>
                    <a:lnTo>
                      <a:pt x="3" y="147"/>
                    </a:lnTo>
                    <a:lnTo>
                      <a:pt x="3" y="137"/>
                    </a:lnTo>
                    <a:lnTo>
                      <a:pt x="3" y="135"/>
                    </a:lnTo>
                    <a:lnTo>
                      <a:pt x="4" y="140"/>
                    </a:lnTo>
                    <a:lnTo>
                      <a:pt x="4" y="124"/>
                    </a:lnTo>
                    <a:lnTo>
                      <a:pt x="4" y="105"/>
                    </a:lnTo>
                    <a:lnTo>
                      <a:pt x="4" y="99"/>
                    </a:lnTo>
                    <a:lnTo>
                      <a:pt x="4" y="88"/>
                    </a:lnTo>
                    <a:lnTo>
                      <a:pt x="4" y="71"/>
                    </a:lnTo>
                    <a:lnTo>
                      <a:pt x="5" y="61"/>
                    </a:lnTo>
                    <a:lnTo>
                      <a:pt x="5" y="51"/>
                    </a:lnTo>
                    <a:lnTo>
                      <a:pt x="5" y="39"/>
                    </a:lnTo>
                    <a:lnTo>
                      <a:pt x="5" y="36"/>
                    </a:lnTo>
                    <a:lnTo>
                      <a:pt x="5" y="37"/>
                    </a:lnTo>
                    <a:lnTo>
                      <a:pt x="5" y="33"/>
                    </a:lnTo>
                    <a:lnTo>
                      <a:pt x="5" y="23"/>
                    </a:lnTo>
                    <a:lnTo>
                      <a:pt x="5" y="19"/>
                    </a:lnTo>
                    <a:lnTo>
                      <a:pt x="5" y="20"/>
                    </a:lnTo>
                    <a:lnTo>
                      <a:pt x="6" y="12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5"/>
                    </a:lnTo>
                    <a:lnTo>
                      <a:pt x="6" y="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91" name="Freeform 936"/>
              <p:cNvSpPr/>
              <p:nvPr/>
            </p:nvSpPr>
            <p:spPr bwMode="auto">
              <a:xfrm>
                <a:off x="1850" y="2890"/>
                <a:ext cx="6" cy="64"/>
              </a:xfrm>
              <a:custGeom>
                <a:avLst/>
                <a:gdLst>
                  <a:gd name="T0" fmla="*/ 0 w 6"/>
                  <a:gd name="T1" fmla="*/ 40 h 64"/>
                  <a:gd name="T2" fmla="*/ 0 w 6"/>
                  <a:gd name="T3" fmla="*/ 36 h 64"/>
                  <a:gd name="T4" fmla="*/ 0 w 6"/>
                  <a:gd name="T5" fmla="*/ 32 h 64"/>
                  <a:gd name="T6" fmla="*/ 1 w 6"/>
                  <a:gd name="T7" fmla="*/ 30 h 64"/>
                  <a:gd name="T8" fmla="*/ 1 w 6"/>
                  <a:gd name="T9" fmla="*/ 26 h 64"/>
                  <a:gd name="T10" fmla="*/ 1 w 6"/>
                  <a:gd name="T11" fmla="*/ 32 h 64"/>
                  <a:gd name="T12" fmla="*/ 1 w 6"/>
                  <a:gd name="T13" fmla="*/ 42 h 64"/>
                  <a:gd name="T14" fmla="*/ 1 w 6"/>
                  <a:gd name="T15" fmla="*/ 43 h 64"/>
                  <a:gd name="T16" fmla="*/ 1 w 6"/>
                  <a:gd name="T17" fmla="*/ 37 h 64"/>
                  <a:gd name="T18" fmla="*/ 1 w 6"/>
                  <a:gd name="T19" fmla="*/ 35 h 64"/>
                  <a:gd name="T20" fmla="*/ 1 w 6"/>
                  <a:gd name="T21" fmla="*/ 41 h 64"/>
                  <a:gd name="T22" fmla="*/ 1 w 6"/>
                  <a:gd name="T23" fmla="*/ 48 h 64"/>
                  <a:gd name="T24" fmla="*/ 2 w 6"/>
                  <a:gd name="T25" fmla="*/ 46 h 64"/>
                  <a:gd name="T26" fmla="*/ 2 w 6"/>
                  <a:gd name="T27" fmla="*/ 42 h 64"/>
                  <a:gd name="T28" fmla="*/ 2 w 6"/>
                  <a:gd name="T29" fmla="*/ 44 h 64"/>
                  <a:gd name="T30" fmla="*/ 2 w 6"/>
                  <a:gd name="T31" fmla="*/ 42 h 64"/>
                  <a:gd name="T32" fmla="*/ 2 w 6"/>
                  <a:gd name="T33" fmla="*/ 39 h 64"/>
                  <a:gd name="T34" fmla="*/ 2 w 6"/>
                  <a:gd name="T35" fmla="*/ 37 h 64"/>
                  <a:gd name="T36" fmla="*/ 2 w 6"/>
                  <a:gd name="T37" fmla="*/ 35 h 64"/>
                  <a:gd name="T38" fmla="*/ 2 w 6"/>
                  <a:gd name="T39" fmla="*/ 35 h 64"/>
                  <a:gd name="T40" fmla="*/ 2 w 6"/>
                  <a:gd name="T41" fmla="*/ 40 h 64"/>
                  <a:gd name="T42" fmla="*/ 2 w 6"/>
                  <a:gd name="T43" fmla="*/ 38 h 64"/>
                  <a:gd name="T44" fmla="*/ 3 w 6"/>
                  <a:gd name="T45" fmla="*/ 27 h 64"/>
                  <a:gd name="T46" fmla="*/ 3 w 6"/>
                  <a:gd name="T47" fmla="*/ 20 h 64"/>
                  <a:gd name="T48" fmla="*/ 3 w 6"/>
                  <a:gd name="T49" fmla="*/ 21 h 64"/>
                  <a:gd name="T50" fmla="*/ 3 w 6"/>
                  <a:gd name="T51" fmla="*/ 24 h 64"/>
                  <a:gd name="T52" fmla="*/ 3 w 6"/>
                  <a:gd name="T53" fmla="*/ 22 h 64"/>
                  <a:gd name="T54" fmla="*/ 3 w 6"/>
                  <a:gd name="T55" fmla="*/ 14 h 64"/>
                  <a:gd name="T56" fmla="*/ 4 w 6"/>
                  <a:gd name="T57" fmla="*/ 5 h 64"/>
                  <a:gd name="T58" fmla="*/ 4 w 6"/>
                  <a:gd name="T59" fmla="*/ 4 h 64"/>
                  <a:gd name="T60" fmla="*/ 4 w 6"/>
                  <a:gd name="T61" fmla="*/ 5 h 64"/>
                  <a:gd name="T62" fmla="*/ 4 w 6"/>
                  <a:gd name="T63" fmla="*/ 5 h 64"/>
                  <a:gd name="T64" fmla="*/ 4 w 6"/>
                  <a:gd name="T65" fmla="*/ 5 h 64"/>
                  <a:gd name="T66" fmla="*/ 4 w 6"/>
                  <a:gd name="T67" fmla="*/ 4 h 64"/>
                  <a:gd name="T68" fmla="*/ 4 w 6"/>
                  <a:gd name="T69" fmla="*/ 0 h 64"/>
                  <a:gd name="T70" fmla="*/ 4 w 6"/>
                  <a:gd name="T71" fmla="*/ 0 h 64"/>
                  <a:gd name="T72" fmla="*/ 4 w 6"/>
                  <a:gd name="T73" fmla="*/ 6 h 64"/>
                  <a:gd name="T74" fmla="*/ 5 w 6"/>
                  <a:gd name="T75" fmla="*/ 9 h 64"/>
                  <a:gd name="T76" fmla="*/ 5 w 6"/>
                  <a:gd name="T77" fmla="*/ 9 h 64"/>
                  <a:gd name="T78" fmla="*/ 5 w 6"/>
                  <a:gd name="T79" fmla="*/ 10 h 64"/>
                  <a:gd name="T80" fmla="*/ 5 w 6"/>
                  <a:gd name="T81" fmla="*/ 7 h 64"/>
                  <a:gd name="T82" fmla="*/ 5 w 6"/>
                  <a:gd name="T83" fmla="*/ 3 h 64"/>
                  <a:gd name="T84" fmla="*/ 5 w 6"/>
                  <a:gd name="T85" fmla="*/ 7 h 64"/>
                  <a:gd name="T86" fmla="*/ 6 w 6"/>
                  <a:gd name="T87" fmla="*/ 14 h 64"/>
                  <a:gd name="T88" fmla="*/ 6 w 6"/>
                  <a:gd name="T89" fmla="*/ 16 h 64"/>
                  <a:gd name="T90" fmla="*/ 6 w 6"/>
                  <a:gd name="T91" fmla="*/ 15 h 64"/>
                  <a:gd name="T92" fmla="*/ 6 w 6"/>
                  <a:gd name="T93" fmla="*/ 19 h 64"/>
                  <a:gd name="T94" fmla="*/ 6 w 6"/>
                  <a:gd name="T95" fmla="*/ 29 h 64"/>
                  <a:gd name="T96" fmla="*/ 6 w 6"/>
                  <a:gd name="T97" fmla="*/ 41 h 64"/>
                  <a:gd name="T98" fmla="*/ 6 w 6"/>
                  <a:gd name="T99" fmla="*/ 50 h 64"/>
                  <a:gd name="T100" fmla="*/ 6 w 6"/>
                  <a:gd name="T101" fmla="*/ 57 h 64"/>
                  <a:gd name="T102" fmla="*/ 6 w 6"/>
                  <a:gd name="T103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4">
                    <a:moveTo>
                      <a:pt x="0" y="40"/>
                    </a:moveTo>
                    <a:lnTo>
                      <a:pt x="0" y="36"/>
                    </a:lnTo>
                    <a:lnTo>
                      <a:pt x="0" y="32"/>
                    </a:lnTo>
                    <a:lnTo>
                      <a:pt x="1" y="30"/>
                    </a:lnTo>
                    <a:lnTo>
                      <a:pt x="1" y="26"/>
                    </a:lnTo>
                    <a:lnTo>
                      <a:pt x="1" y="32"/>
                    </a:lnTo>
                    <a:lnTo>
                      <a:pt x="1" y="42"/>
                    </a:lnTo>
                    <a:lnTo>
                      <a:pt x="1" y="43"/>
                    </a:lnTo>
                    <a:lnTo>
                      <a:pt x="1" y="37"/>
                    </a:lnTo>
                    <a:lnTo>
                      <a:pt x="1" y="35"/>
                    </a:lnTo>
                    <a:lnTo>
                      <a:pt x="1" y="41"/>
                    </a:lnTo>
                    <a:lnTo>
                      <a:pt x="1" y="48"/>
                    </a:lnTo>
                    <a:lnTo>
                      <a:pt x="2" y="46"/>
                    </a:lnTo>
                    <a:lnTo>
                      <a:pt x="2" y="42"/>
                    </a:lnTo>
                    <a:lnTo>
                      <a:pt x="2" y="44"/>
                    </a:lnTo>
                    <a:lnTo>
                      <a:pt x="2" y="42"/>
                    </a:lnTo>
                    <a:lnTo>
                      <a:pt x="2" y="39"/>
                    </a:lnTo>
                    <a:lnTo>
                      <a:pt x="2" y="37"/>
                    </a:lnTo>
                    <a:lnTo>
                      <a:pt x="2" y="35"/>
                    </a:lnTo>
                    <a:lnTo>
                      <a:pt x="2" y="35"/>
                    </a:lnTo>
                    <a:lnTo>
                      <a:pt x="2" y="40"/>
                    </a:lnTo>
                    <a:lnTo>
                      <a:pt x="2" y="38"/>
                    </a:lnTo>
                    <a:lnTo>
                      <a:pt x="3" y="27"/>
                    </a:lnTo>
                    <a:lnTo>
                      <a:pt x="3" y="20"/>
                    </a:lnTo>
                    <a:lnTo>
                      <a:pt x="3" y="21"/>
                    </a:lnTo>
                    <a:lnTo>
                      <a:pt x="3" y="24"/>
                    </a:lnTo>
                    <a:lnTo>
                      <a:pt x="3" y="22"/>
                    </a:lnTo>
                    <a:lnTo>
                      <a:pt x="3" y="14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6"/>
                    </a:lnTo>
                    <a:lnTo>
                      <a:pt x="5" y="9"/>
                    </a:lnTo>
                    <a:lnTo>
                      <a:pt x="5" y="9"/>
                    </a:lnTo>
                    <a:lnTo>
                      <a:pt x="5" y="10"/>
                    </a:lnTo>
                    <a:lnTo>
                      <a:pt x="5" y="7"/>
                    </a:lnTo>
                    <a:lnTo>
                      <a:pt x="5" y="3"/>
                    </a:lnTo>
                    <a:lnTo>
                      <a:pt x="5" y="7"/>
                    </a:lnTo>
                    <a:lnTo>
                      <a:pt x="6" y="14"/>
                    </a:lnTo>
                    <a:lnTo>
                      <a:pt x="6" y="16"/>
                    </a:lnTo>
                    <a:lnTo>
                      <a:pt x="6" y="15"/>
                    </a:lnTo>
                    <a:lnTo>
                      <a:pt x="6" y="19"/>
                    </a:lnTo>
                    <a:lnTo>
                      <a:pt x="6" y="29"/>
                    </a:lnTo>
                    <a:lnTo>
                      <a:pt x="6" y="41"/>
                    </a:lnTo>
                    <a:lnTo>
                      <a:pt x="6" y="50"/>
                    </a:lnTo>
                    <a:lnTo>
                      <a:pt x="6" y="57"/>
                    </a:lnTo>
                    <a:lnTo>
                      <a:pt x="6" y="6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92" name="Freeform 937"/>
              <p:cNvSpPr/>
              <p:nvPr/>
            </p:nvSpPr>
            <p:spPr bwMode="auto">
              <a:xfrm>
                <a:off x="1856" y="2937"/>
                <a:ext cx="7" cy="50"/>
              </a:xfrm>
              <a:custGeom>
                <a:avLst/>
                <a:gdLst>
                  <a:gd name="T0" fmla="*/ 0 w 7"/>
                  <a:gd name="T1" fmla="*/ 10 h 50"/>
                  <a:gd name="T2" fmla="*/ 0 w 7"/>
                  <a:gd name="T3" fmla="*/ 17 h 50"/>
                  <a:gd name="T4" fmla="*/ 1 w 7"/>
                  <a:gd name="T5" fmla="*/ 22 h 50"/>
                  <a:gd name="T6" fmla="*/ 1 w 7"/>
                  <a:gd name="T7" fmla="*/ 27 h 50"/>
                  <a:gd name="T8" fmla="*/ 1 w 7"/>
                  <a:gd name="T9" fmla="*/ 30 h 50"/>
                  <a:gd name="T10" fmla="*/ 1 w 7"/>
                  <a:gd name="T11" fmla="*/ 27 h 50"/>
                  <a:gd name="T12" fmla="*/ 1 w 7"/>
                  <a:gd name="T13" fmla="*/ 25 h 50"/>
                  <a:gd name="T14" fmla="*/ 1 w 7"/>
                  <a:gd name="T15" fmla="*/ 30 h 50"/>
                  <a:gd name="T16" fmla="*/ 2 w 7"/>
                  <a:gd name="T17" fmla="*/ 33 h 50"/>
                  <a:gd name="T18" fmla="*/ 2 w 7"/>
                  <a:gd name="T19" fmla="*/ 34 h 50"/>
                  <a:gd name="T20" fmla="*/ 2 w 7"/>
                  <a:gd name="T21" fmla="*/ 40 h 50"/>
                  <a:gd name="T22" fmla="*/ 2 w 7"/>
                  <a:gd name="T23" fmla="*/ 43 h 50"/>
                  <a:gd name="T24" fmla="*/ 2 w 7"/>
                  <a:gd name="T25" fmla="*/ 43 h 50"/>
                  <a:gd name="T26" fmla="*/ 2 w 7"/>
                  <a:gd name="T27" fmla="*/ 47 h 50"/>
                  <a:gd name="T28" fmla="*/ 2 w 7"/>
                  <a:gd name="T29" fmla="*/ 50 h 50"/>
                  <a:gd name="T30" fmla="*/ 2 w 7"/>
                  <a:gd name="T31" fmla="*/ 48 h 50"/>
                  <a:gd name="T32" fmla="*/ 2 w 7"/>
                  <a:gd name="T33" fmla="*/ 46 h 50"/>
                  <a:gd name="T34" fmla="*/ 3 w 7"/>
                  <a:gd name="T35" fmla="*/ 39 h 50"/>
                  <a:gd name="T36" fmla="*/ 3 w 7"/>
                  <a:gd name="T37" fmla="*/ 31 h 50"/>
                  <a:gd name="T38" fmla="*/ 3 w 7"/>
                  <a:gd name="T39" fmla="*/ 27 h 50"/>
                  <a:gd name="T40" fmla="*/ 3 w 7"/>
                  <a:gd name="T41" fmla="*/ 27 h 50"/>
                  <a:gd name="T42" fmla="*/ 3 w 7"/>
                  <a:gd name="T43" fmla="*/ 25 h 50"/>
                  <a:gd name="T44" fmla="*/ 3 w 7"/>
                  <a:gd name="T45" fmla="*/ 22 h 50"/>
                  <a:gd name="T46" fmla="*/ 3 w 7"/>
                  <a:gd name="T47" fmla="*/ 17 h 50"/>
                  <a:gd name="T48" fmla="*/ 3 w 7"/>
                  <a:gd name="T49" fmla="*/ 12 h 50"/>
                  <a:gd name="T50" fmla="*/ 3 w 7"/>
                  <a:gd name="T51" fmla="*/ 11 h 50"/>
                  <a:gd name="T52" fmla="*/ 4 w 7"/>
                  <a:gd name="T53" fmla="*/ 12 h 50"/>
                  <a:gd name="T54" fmla="*/ 4 w 7"/>
                  <a:gd name="T55" fmla="*/ 9 h 50"/>
                  <a:gd name="T56" fmla="*/ 4 w 7"/>
                  <a:gd name="T57" fmla="*/ 7 h 50"/>
                  <a:gd name="T58" fmla="*/ 4 w 7"/>
                  <a:gd name="T59" fmla="*/ 7 h 50"/>
                  <a:gd name="T60" fmla="*/ 4 w 7"/>
                  <a:gd name="T61" fmla="*/ 5 h 50"/>
                  <a:gd name="T62" fmla="*/ 4 w 7"/>
                  <a:gd name="T63" fmla="*/ 1 h 50"/>
                  <a:gd name="T64" fmla="*/ 5 w 7"/>
                  <a:gd name="T65" fmla="*/ 0 h 50"/>
                  <a:gd name="T66" fmla="*/ 5 w 7"/>
                  <a:gd name="T67" fmla="*/ 3 h 50"/>
                  <a:gd name="T68" fmla="*/ 5 w 7"/>
                  <a:gd name="T69" fmla="*/ 5 h 50"/>
                  <a:gd name="T70" fmla="*/ 5 w 7"/>
                  <a:gd name="T71" fmla="*/ 5 h 50"/>
                  <a:gd name="T72" fmla="*/ 5 w 7"/>
                  <a:gd name="T73" fmla="*/ 2 h 50"/>
                  <a:gd name="T74" fmla="*/ 5 w 7"/>
                  <a:gd name="T75" fmla="*/ 2 h 50"/>
                  <a:gd name="T76" fmla="*/ 5 w 7"/>
                  <a:gd name="T77" fmla="*/ 2 h 50"/>
                  <a:gd name="T78" fmla="*/ 5 w 7"/>
                  <a:gd name="T79" fmla="*/ 7 h 50"/>
                  <a:gd name="T80" fmla="*/ 5 w 7"/>
                  <a:gd name="T81" fmla="*/ 15 h 50"/>
                  <a:gd name="T82" fmla="*/ 5 w 7"/>
                  <a:gd name="T83" fmla="*/ 16 h 50"/>
                  <a:gd name="T84" fmla="*/ 6 w 7"/>
                  <a:gd name="T85" fmla="*/ 12 h 50"/>
                  <a:gd name="T86" fmla="*/ 6 w 7"/>
                  <a:gd name="T87" fmla="*/ 14 h 50"/>
                  <a:gd name="T88" fmla="*/ 6 w 7"/>
                  <a:gd name="T89" fmla="*/ 16 h 50"/>
                  <a:gd name="T90" fmla="*/ 6 w 7"/>
                  <a:gd name="T91" fmla="*/ 15 h 50"/>
                  <a:gd name="T92" fmla="*/ 6 w 7"/>
                  <a:gd name="T93" fmla="*/ 15 h 50"/>
                  <a:gd name="T94" fmla="*/ 6 w 7"/>
                  <a:gd name="T95" fmla="*/ 14 h 50"/>
                  <a:gd name="T96" fmla="*/ 7 w 7"/>
                  <a:gd name="T97" fmla="*/ 9 h 50"/>
                  <a:gd name="T98" fmla="*/ 7 w 7"/>
                  <a:gd name="T99" fmla="*/ 7 h 50"/>
                  <a:gd name="T100" fmla="*/ 7 w 7"/>
                  <a:gd name="T101" fmla="*/ 9 h 50"/>
                  <a:gd name="T102" fmla="*/ 7 w 7"/>
                  <a:gd name="T103" fmla="*/ 1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0">
                    <a:moveTo>
                      <a:pt x="0" y="10"/>
                    </a:moveTo>
                    <a:lnTo>
                      <a:pt x="0" y="17"/>
                    </a:lnTo>
                    <a:lnTo>
                      <a:pt x="1" y="22"/>
                    </a:lnTo>
                    <a:lnTo>
                      <a:pt x="1" y="27"/>
                    </a:lnTo>
                    <a:lnTo>
                      <a:pt x="1" y="30"/>
                    </a:lnTo>
                    <a:lnTo>
                      <a:pt x="1" y="27"/>
                    </a:lnTo>
                    <a:lnTo>
                      <a:pt x="1" y="25"/>
                    </a:lnTo>
                    <a:lnTo>
                      <a:pt x="1" y="30"/>
                    </a:lnTo>
                    <a:lnTo>
                      <a:pt x="2" y="33"/>
                    </a:lnTo>
                    <a:lnTo>
                      <a:pt x="2" y="34"/>
                    </a:lnTo>
                    <a:lnTo>
                      <a:pt x="2" y="40"/>
                    </a:lnTo>
                    <a:lnTo>
                      <a:pt x="2" y="43"/>
                    </a:lnTo>
                    <a:lnTo>
                      <a:pt x="2" y="43"/>
                    </a:lnTo>
                    <a:lnTo>
                      <a:pt x="2" y="47"/>
                    </a:lnTo>
                    <a:lnTo>
                      <a:pt x="2" y="50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3" y="39"/>
                    </a:lnTo>
                    <a:lnTo>
                      <a:pt x="3" y="31"/>
                    </a:lnTo>
                    <a:lnTo>
                      <a:pt x="3" y="27"/>
                    </a:lnTo>
                    <a:lnTo>
                      <a:pt x="3" y="27"/>
                    </a:lnTo>
                    <a:lnTo>
                      <a:pt x="3" y="25"/>
                    </a:lnTo>
                    <a:lnTo>
                      <a:pt x="3" y="22"/>
                    </a:lnTo>
                    <a:lnTo>
                      <a:pt x="3" y="17"/>
                    </a:lnTo>
                    <a:lnTo>
                      <a:pt x="3" y="12"/>
                    </a:lnTo>
                    <a:lnTo>
                      <a:pt x="3" y="11"/>
                    </a:lnTo>
                    <a:lnTo>
                      <a:pt x="4" y="12"/>
                    </a:lnTo>
                    <a:lnTo>
                      <a:pt x="4" y="9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5"/>
                    </a:lnTo>
                    <a:lnTo>
                      <a:pt x="4" y="1"/>
                    </a:lnTo>
                    <a:lnTo>
                      <a:pt x="5" y="0"/>
                    </a:lnTo>
                    <a:lnTo>
                      <a:pt x="5" y="3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5" y="7"/>
                    </a:lnTo>
                    <a:lnTo>
                      <a:pt x="5" y="15"/>
                    </a:lnTo>
                    <a:lnTo>
                      <a:pt x="5" y="16"/>
                    </a:lnTo>
                    <a:lnTo>
                      <a:pt x="6" y="12"/>
                    </a:lnTo>
                    <a:lnTo>
                      <a:pt x="6" y="14"/>
                    </a:lnTo>
                    <a:lnTo>
                      <a:pt x="6" y="16"/>
                    </a:lnTo>
                    <a:lnTo>
                      <a:pt x="6" y="15"/>
                    </a:lnTo>
                    <a:lnTo>
                      <a:pt x="6" y="15"/>
                    </a:lnTo>
                    <a:lnTo>
                      <a:pt x="6" y="14"/>
                    </a:lnTo>
                    <a:lnTo>
                      <a:pt x="7" y="9"/>
                    </a:lnTo>
                    <a:lnTo>
                      <a:pt x="7" y="7"/>
                    </a:lnTo>
                    <a:lnTo>
                      <a:pt x="7" y="9"/>
                    </a:lnTo>
                    <a:lnTo>
                      <a:pt x="7" y="1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93" name="Freeform 938"/>
              <p:cNvSpPr/>
              <p:nvPr/>
            </p:nvSpPr>
            <p:spPr bwMode="auto">
              <a:xfrm>
                <a:off x="1863" y="2932"/>
                <a:ext cx="6" cy="42"/>
              </a:xfrm>
              <a:custGeom>
                <a:avLst/>
                <a:gdLst>
                  <a:gd name="T0" fmla="*/ 0 w 6"/>
                  <a:gd name="T1" fmla="*/ 14 h 42"/>
                  <a:gd name="T2" fmla="*/ 0 w 6"/>
                  <a:gd name="T3" fmla="*/ 17 h 42"/>
                  <a:gd name="T4" fmla="*/ 0 w 6"/>
                  <a:gd name="T5" fmla="*/ 21 h 42"/>
                  <a:gd name="T6" fmla="*/ 0 w 6"/>
                  <a:gd name="T7" fmla="*/ 21 h 42"/>
                  <a:gd name="T8" fmla="*/ 0 w 6"/>
                  <a:gd name="T9" fmla="*/ 18 h 42"/>
                  <a:gd name="T10" fmla="*/ 0 w 6"/>
                  <a:gd name="T11" fmla="*/ 17 h 42"/>
                  <a:gd name="T12" fmla="*/ 0 w 6"/>
                  <a:gd name="T13" fmla="*/ 15 h 42"/>
                  <a:gd name="T14" fmla="*/ 1 w 6"/>
                  <a:gd name="T15" fmla="*/ 13 h 42"/>
                  <a:gd name="T16" fmla="*/ 1 w 6"/>
                  <a:gd name="T17" fmla="*/ 12 h 42"/>
                  <a:gd name="T18" fmla="*/ 1 w 6"/>
                  <a:gd name="T19" fmla="*/ 8 h 42"/>
                  <a:gd name="T20" fmla="*/ 1 w 6"/>
                  <a:gd name="T21" fmla="*/ 2 h 42"/>
                  <a:gd name="T22" fmla="*/ 1 w 6"/>
                  <a:gd name="T23" fmla="*/ 0 h 42"/>
                  <a:gd name="T24" fmla="*/ 1 w 6"/>
                  <a:gd name="T25" fmla="*/ 2 h 42"/>
                  <a:gd name="T26" fmla="*/ 1 w 6"/>
                  <a:gd name="T27" fmla="*/ 5 h 42"/>
                  <a:gd name="T28" fmla="*/ 1 w 6"/>
                  <a:gd name="T29" fmla="*/ 7 h 42"/>
                  <a:gd name="T30" fmla="*/ 1 w 6"/>
                  <a:gd name="T31" fmla="*/ 7 h 42"/>
                  <a:gd name="T32" fmla="*/ 2 w 6"/>
                  <a:gd name="T33" fmla="*/ 11 h 42"/>
                  <a:gd name="T34" fmla="*/ 2 w 6"/>
                  <a:gd name="T35" fmla="*/ 15 h 42"/>
                  <a:gd name="T36" fmla="*/ 2 w 6"/>
                  <a:gd name="T37" fmla="*/ 13 h 42"/>
                  <a:gd name="T38" fmla="*/ 2 w 6"/>
                  <a:gd name="T39" fmla="*/ 16 h 42"/>
                  <a:gd name="T40" fmla="*/ 2 w 6"/>
                  <a:gd name="T41" fmla="*/ 22 h 42"/>
                  <a:gd name="T42" fmla="*/ 2 w 6"/>
                  <a:gd name="T43" fmla="*/ 20 h 42"/>
                  <a:gd name="T44" fmla="*/ 3 w 6"/>
                  <a:gd name="T45" fmla="*/ 19 h 42"/>
                  <a:gd name="T46" fmla="*/ 3 w 6"/>
                  <a:gd name="T47" fmla="*/ 23 h 42"/>
                  <a:gd name="T48" fmla="*/ 3 w 6"/>
                  <a:gd name="T49" fmla="*/ 26 h 42"/>
                  <a:gd name="T50" fmla="*/ 3 w 6"/>
                  <a:gd name="T51" fmla="*/ 24 h 42"/>
                  <a:gd name="T52" fmla="*/ 3 w 6"/>
                  <a:gd name="T53" fmla="*/ 24 h 42"/>
                  <a:gd name="T54" fmla="*/ 3 w 6"/>
                  <a:gd name="T55" fmla="*/ 26 h 42"/>
                  <a:gd name="T56" fmla="*/ 3 w 6"/>
                  <a:gd name="T57" fmla="*/ 25 h 42"/>
                  <a:gd name="T58" fmla="*/ 3 w 6"/>
                  <a:gd name="T59" fmla="*/ 22 h 42"/>
                  <a:gd name="T60" fmla="*/ 3 w 6"/>
                  <a:gd name="T61" fmla="*/ 26 h 42"/>
                  <a:gd name="T62" fmla="*/ 4 w 6"/>
                  <a:gd name="T63" fmla="*/ 32 h 42"/>
                  <a:gd name="T64" fmla="*/ 4 w 6"/>
                  <a:gd name="T65" fmla="*/ 29 h 42"/>
                  <a:gd name="T66" fmla="*/ 4 w 6"/>
                  <a:gd name="T67" fmla="*/ 24 h 42"/>
                  <a:gd name="T68" fmla="*/ 4 w 6"/>
                  <a:gd name="T69" fmla="*/ 31 h 42"/>
                  <a:gd name="T70" fmla="*/ 4 w 6"/>
                  <a:gd name="T71" fmla="*/ 37 h 42"/>
                  <a:gd name="T72" fmla="*/ 4 w 6"/>
                  <a:gd name="T73" fmla="*/ 35 h 42"/>
                  <a:gd name="T74" fmla="*/ 5 w 6"/>
                  <a:gd name="T75" fmla="*/ 36 h 42"/>
                  <a:gd name="T76" fmla="*/ 5 w 6"/>
                  <a:gd name="T77" fmla="*/ 38 h 42"/>
                  <a:gd name="T78" fmla="*/ 5 w 6"/>
                  <a:gd name="T79" fmla="*/ 34 h 42"/>
                  <a:gd name="T80" fmla="*/ 5 w 6"/>
                  <a:gd name="T81" fmla="*/ 34 h 42"/>
                  <a:gd name="T82" fmla="*/ 5 w 6"/>
                  <a:gd name="T83" fmla="*/ 39 h 42"/>
                  <a:gd name="T84" fmla="*/ 5 w 6"/>
                  <a:gd name="T85" fmla="*/ 42 h 42"/>
                  <a:gd name="T86" fmla="*/ 5 w 6"/>
                  <a:gd name="T87" fmla="*/ 38 h 42"/>
                  <a:gd name="T88" fmla="*/ 5 w 6"/>
                  <a:gd name="T89" fmla="*/ 30 h 42"/>
                  <a:gd name="T90" fmla="*/ 5 w 6"/>
                  <a:gd name="T91" fmla="*/ 33 h 42"/>
                  <a:gd name="T92" fmla="*/ 6 w 6"/>
                  <a:gd name="T93" fmla="*/ 41 h 42"/>
                  <a:gd name="T94" fmla="*/ 6 w 6"/>
                  <a:gd name="T95" fmla="*/ 36 h 42"/>
                  <a:gd name="T96" fmla="*/ 6 w 6"/>
                  <a:gd name="T97" fmla="*/ 31 h 42"/>
                  <a:gd name="T98" fmla="*/ 6 w 6"/>
                  <a:gd name="T99" fmla="*/ 35 h 42"/>
                  <a:gd name="T100" fmla="*/ 6 w 6"/>
                  <a:gd name="T101" fmla="*/ 34 h 42"/>
                  <a:gd name="T102" fmla="*/ 6 w 6"/>
                  <a:gd name="T103" fmla="*/ 3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2">
                    <a:moveTo>
                      <a:pt x="0" y="14"/>
                    </a:moveTo>
                    <a:lnTo>
                      <a:pt x="0" y="17"/>
                    </a:lnTo>
                    <a:lnTo>
                      <a:pt x="0" y="21"/>
                    </a:lnTo>
                    <a:lnTo>
                      <a:pt x="0" y="21"/>
                    </a:lnTo>
                    <a:lnTo>
                      <a:pt x="0" y="18"/>
                    </a:lnTo>
                    <a:lnTo>
                      <a:pt x="0" y="17"/>
                    </a:lnTo>
                    <a:lnTo>
                      <a:pt x="0" y="15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1" y="8"/>
                    </a:lnTo>
                    <a:lnTo>
                      <a:pt x="1" y="2"/>
                    </a:lnTo>
                    <a:lnTo>
                      <a:pt x="1" y="0"/>
                    </a:lnTo>
                    <a:lnTo>
                      <a:pt x="1" y="2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2" y="11"/>
                    </a:lnTo>
                    <a:lnTo>
                      <a:pt x="2" y="15"/>
                    </a:lnTo>
                    <a:lnTo>
                      <a:pt x="2" y="13"/>
                    </a:lnTo>
                    <a:lnTo>
                      <a:pt x="2" y="16"/>
                    </a:lnTo>
                    <a:lnTo>
                      <a:pt x="2" y="22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23"/>
                    </a:lnTo>
                    <a:lnTo>
                      <a:pt x="3" y="26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2"/>
                    </a:lnTo>
                    <a:lnTo>
                      <a:pt x="3" y="26"/>
                    </a:lnTo>
                    <a:lnTo>
                      <a:pt x="4" y="32"/>
                    </a:lnTo>
                    <a:lnTo>
                      <a:pt x="4" y="29"/>
                    </a:lnTo>
                    <a:lnTo>
                      <a:pt x="4" y="24"/>
                    </a:lnTo>
                    <a:lnTo>
                      <a:pt x="4" y="31"/>
                    </a:lnTo>
                    <a:lnTo>
                      <a:pt x="4" y="37"/>
                    </a:lnTo>
                    <a:lnTo>
                      <a:pt x="4" y="35"/>
                    </a:lnTo>
                    <a:lnTo>
                      <a:pt x="5" y="36"/>
                    </a:lnTo>
                    <a:lnTo>
                      <a:pt x="5" y="38"/>
                    </a:lnTo>
                    <a:lnTo>
                      <a:pt x="5" y="34"/>
                    </a:lnTo>
                    <a:lnTo>
                      <a:pt x="5" y="34"/>
                    </a:lnTo>
                    <a:lnTo>
                      <a:pt x="5" y="39"/>
                    </a:lnTo>
                    <a:lnTo>
                      <a:pt x="5" y="42"/>
                    </a:lnTo>
                    <a:lnTo>
                      <a:pt x="5" y="38"/>
                    </a:lnTo>
                    <a:lnTo>
                      <a:pt x="5" y="30"/>
                    </a:lnTo>
                    <a:lnTo>
                      <a:pt x="5" y="33"/>
                    </a:lnTo>
                    <a:lnTo>
                      <a:pt x="6" y="41"/>
                    </a:lnTo>
                    <a:lnTo>
                      <a:pt x="6" y="36"/>
                    </a:lnTo>
                    <a:lnTo>
                      <a:pt x="6" y="31"/>
                    </a:lnTo>
                    <a:lnTo>
                      <a:pt x="6" y="35"/>
                    </a:lnTo>
                    <a:lnTo>
                      <a:pt x="6" y="34"/>
                    </a:lnTo>
                    <a:lnTo>
                      <a:pt x="6" y="3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94" name="Freeform 939"/>
              <p:cNvSpPr/>
              <p:nvPr/>
            </p:nvSpPr>
            <p:spPr bwMode="auto">
              <a:xfrm>
                <a:off x="1869" y="2965"/>
                <a:ext cx="7" cy="148"/>
              </a:xfrm>
              <a:custGeom>
                <a:avLst/>
                <a:gdLst>
                  <a:gd name="T0" fmla="*/ 0 w 7"/>
                  <a:gd name="T1" fmla="*/ 1 h 148"/>
                  <a:gd name="T2" fmla="*/ 0 w 7"/>
                  <a:gd name="T3" fmla="*/ 0 h 148"/>
                  <a:gd name="T4" fmla="*/ 0 w 7"/>
                  <a:gd name="T5" fmla="*/ 9 h 148"/>
                  <a:gd name="T6" fmla="*/ 0 w 7"/>
                  <a:gd name="T7" fmla="*/ 13 h 148"/>
                  <a:gd name="T8" fmla="*/ 0 w 7"/>
                  <a:gd name="T9" fmla="*/ 12 h 148"/>
                  <a:gd name="T10" fmla="*/ 0 w 7"/>
                  <a:gd name="T11" fmla="*/ 18 h 148"/>
                  <a:gd name="T12" fmla="*/ 1 w 7"/>
                  <a:gd name="T13" fmla="*/ 29 h 148"/>
                  <a:gd name="T14" fmla="*/ 1 w 7"/>
                  <a:gd name="T15" fmla="*/ 38 h 148"/>
                  <a:gd name="T16" fmla="*/ 1 w 7"/>
                  <a:gd name="T17" fmla="*/ 38 h 148"/>
                  <a:gd name="T18" fmla="*/ 1 w 7"/>
                  <a:gd name="T19" fmla="*/ 40 h 148"/>
                  <a:gd name="T20" fmla="*/ 1 w 7"/>
                  <a:gd name="T21" fmla="*/ 58 h 148"/>
                  <a:gd name="T22" fmla="*/ 1 w 7"/>
                  <a:gd name="T23" fmla="*/ 72 h 148"/>
                  <a:gd name="T24" fmla="*/ 2 w 7"/>
                  <a:gd name="T25" fmla="*/ 68 h 148"/>
                  <a:gd name="T26" fmla="*/ 2 w 7"/>
                  <a:gd name="T27" fmla="*/ 70 h 148"/>
                  <a:gd name="T28" fmla="*/ 2 w 7"/>
                  <a:gd name="T29" fmla="*/ 84 h 148"/>
                  <a:gd name="T30" fmla="*/ 2 w 7"/>
                  <a:gd name="T31" fmla="*/ 90 h 148"/>
                  <a:gd name="T32" fmla="*/ 2 w 7"/>
                  <a:gd name="T33" fmla="*/ 97 h 148"/>
                  <a:gd name="T34" fmla="*/ 2 w 7"/>
                  <a:gd name="T35" fmla="*/ 113 h 148"/>
                  <a:gd name="T36" fmla="*/ 2 w 7"/>
                  <a:gd name="T37" fmla="*/ 119 h 148"/>
                  <a:gd name="T38" fmla="*/ 2 w 7"/>
                  <a:gd name="T39" fmla="*/ 114 h 148"/>
                  <a:gd name="T40" fmla="*/ 2 w 7"/>
                  <a:gd name="T41" fmla="*/ 119 h 148"/>
                  <a:gd name="T42" fmla="*/ 3 w 7"/>
                  <a:gd name="T43" fmla="*/ 136 h 148"/>
                  <a:gd name="T44" fmla="*/ 3 w 7"/>
                  <a:gd name="T45" fmla="*/ 139 h 148"/>
                  <a:gd name="T46" fmla="*/ 3 w 7"/>
                  <a:gd name="T47" fmla="*/ 127 h 148"/>
                  <a:gd name="T48" fmla="*/ 3 w 7"/>
                  <a:gd name="T49" fmla="*/ 125 h 148"/>
                  <a:gd name="T50" fmla="*/ 3 w 7"/>
                  <a:gd name="T51" fmla="*/ 128 h 148"/>
                  <a:gd name="T52" fmla="*/ 3 w 7"/>
                  <a:gd name="T53" fmla="*/ 118 h 148"/>
                  <a:gd name="T54" fmla="*/ 4 w 7"/>
                  <a:gd name="T55" fmla="*/ 116 h 148"/>
                  <a:gd name="T56" fmla="*/ 4 w 7"/>
                  <a:gd name="T57" fmla="*/ 138 h 148"/>
                  <a:gd name="T58" fmla="*/ 4 w 7"/>
                  <a:gd name="T59" fmla="*/ 148 h 148"/>
                  <a:gd name="T60" fmla="*/ 4 w 7"/>
                  <a:gd name="T61" fmla="*/ 133 h 148"/>
                  <a:gd name="T62" fmla="*/ 4 w 7"/>
                  <a:gd name="T63" fmla="*/ 126 h 148"/>
                  <a:gd name="T64" fmla="*/ 4 w 7"/>
                  <a:gd name="T65" fmla="*/ 132 h 148"/>
                  <a:gd name="T66" fmla="*/ 4 w 7"/>
                  <a:gd name="T67" fmla="*/ 132 h 148"/>
                  <a:gd name="T68" fmla="*/ 4 w 7"/>
                  <a:gd name="T69" fmla="*/ 130 h 148"/>
                  <a:gd name="T70" fmla="*/ 4 w 7"/>
                  <a:gd name="T71" fmla="*/ 127 h 148"/>
                  <a:gd name="T72" fmla="*/ 5 w 7"/>
                  <a:gd name="T73" fmla="*/ 111 h 148"/>
                  <a:gd name="T74" fmla="*/ 5 w 7"/>
                  <a:gd name="T75" fmla="*/ 86 h 148"/>
                  <a:gd name="T76" fmla="*/ 5 w 7"/>
                  <a:gd name="T77" fmla="*/ 84 h 148"/>
                  <a:gd name="T78" fmla="*/ 5 w 7"/>
                  <a:gd name="T79" fmla="*/ 103 h 148"/>
                  <a:gd name="T80" fmla="*/ 5 w 7"/>
                  <a:gd name="T81" fmla="*/ 105 h 148"/>
                  <a:gd name="T82" fmla="*/ 5 w 7"/>
                  <a:gd name="T83" fmla="*/ 88 h 148"/>
                  <a:gd name="T84" fmla="*/ 5 w 7"/>
                  <a:gd name="T85" fmla="*/ 85 h 148"/>
                  <a:gd name="T86" fmla="*/ 5 w 7"/>
                  <a:gd name="T87" fmla="*/ 87 h 148"/>
                  <a:gd name="T88" fmla="*/ 5 w 7"/>
                  <a:gd name="T89" fmla="*/ 75 h 148"/>
                  <a:gd name="T90" fmla="*/ 6 w 7"/>
                  <a:gd name="T91" fmla="*/ 61 h 148"/>
                  <a:gd name="T92" fmla="*/ 6 w 7"/>
                  <a:gd name="T93" fmla="*/ 53 h 148"/>
                  <a:gd name="T94" fmla="*/ 6 w 7"/>
                  <a:gd name="T95" fmla="*/ 39 h 148"/>
                  <a:gd name="T96" fmla="*/ 6 w 7"/>
                  <a:gd name="T97" fmla="*/ 23 h 148"/>
                  <a:gd name="T98" fmla="*/ 6 w 7"/>
                  <a:gd name="T99" fmla="*/ 19 h 148"/>
                  <a:gd name="T100" fmla="*/ 6 w 7"/>
                  <a:gd name="T101" fmla="*/ 18 h 148"/>
                  <a:gd name="T102" fmla="*/ 7 w 7"/>
                  <a:gd name="T103" fmla="*/ 7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48">
                    <a:moveTo>
                      <a:pt x="0" y="1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3"/>
                    </a:lnTo>
                    <a:lnTo>
                      <a:pt x="0" y="12"/>
                    </a:lnTo>
                    <a:lnTo>
                      <a:pt x="0" y="18"/>
                    </a:lnTo>
                    <a:lnTo>
                      <a:pt x="1" y="29"/>
                    </a:lnTo>
                    <a:lnTo>
                      <a:pt x="1" y="38"/>
                    </a:lnTo>
                    <a:lnTo>
                      <a:pt x="1" y="38"/>
                    </a:lnTo>
                    <a:lnTo>
                      <a:pt x="1" y="40"/>
                    </a:lnTo>
                    <a:lnTo>
                      <a:pt x="1" y="58"/>
                    </a:lnTo>
                    <a:lnTo>
                      <a:pt x="1" y="72"/>
                    </a:lnTo>
                    <a:lnTo>
                      <a:pt x="2" y="68"/>
                    </a:lnTo>
                    <a:lnTo>
                      <a:pt x="2" y="70"/>
                    </a:lnTo>
                    <a:lnTo>
                      <a:pt x="2" y="84"/>
                    </a:lnTo>
                    <a:lnTo>
                      <a:pt x="2" y="90"/>
                    </a:lnTo>
                    <a:lnTo>
                      <a:pt x="2" y="97"/>
                    </a:lnTo>
                    <a:lnTo>
                      <a:pt x="2" y="113"/>
                    </a:lnTo>
                    <a:lnTo>
                      <a:pt x="2" y="119"/>
                    </a:lnTo>
                    <a:lnTo>
                      <a:pt x="2" y="114"/>
                    </a:lnTo>
                    <a:lnTo>
                      <a:pt x="2" y="119"/>
                    </a:lnTo>
                    <a:lnTo>
                      <a:pt x="3" y="136"/>
                    </a:lnTo>
                    <a:lnTo>
                      <a:pt x="3" y="139"/>
                    </a:lnTo>
                    <a:lnTo>
                      <a:pt x="3" y="127"/>
                    </a:lnTo>
                    <a:lnTo>
                      <a:pt x="3" y="125"/>
                    </a:lnTo>
                    <a:lnTo>
                      <a:pt x="3" y="128"/>
                    </a:lnTo>
                    <a:lnTo>
                      <a:pt x="3" y="118"/>
                    </a:lnTo>
                    <a:lnTo>
                      <a:pt x="4" y="116"/>
                    </a:lnTo>
                    <a:lnTo>
                      <a:pt x="4" y="138"/>
                    </a:lnTo>
                    <a:lnTo>
                      <a:pt x="4" y="148"/>
                    </a:lnTo>
                    <a:lnTo>
                      <a:pt x="4" y="133"/>
                    </a:lnTo>
                    <a:lnTo>
                      <a:pt x="4" y="126"/>
                    </a:lnTo>
                    <a:lnTo>
                      <a:pt x="4" y="132"/>
                    </a:lnTo>
                    <a:lnTo>
                      <a:pt x="4" y="132"/>
                    </a:lnTo>
                    <a:lnTo>
                      <a:pt x="4" y="130"/>
                    </a:lnTo>
                    <a:lnTo>
                      <a:pt x="4" y="127"/>
                    </a:lnTo>
                    <a:lnTo>
                      <a:pt x="5" y="111"/>
                    </a:lnTo>
                    <a:lnTo>
                      <a:pt x="5" y="86"/>
                    </a:lnTo>
                    <a:lnTo>
                      <a:pt x="5" y="84"/>
                    </a:lnTo>
                    <a:lnTo>
                      <a:pt x="5" y="103"/>
                    </a:lnTo>
                    <a:lnTo>
                      <a:pt x="5" y="105"/>
                    </a:lnTo>
                    <a:lnTo>
                      <a:pt x="5" y="88"/>
                    </a:lnTo>
                    <a:lnTo>
                      <a:pt x="5" y="85"/>
                    </a:lnTo>
                    <a:lnTo>
                      <a:pt x="5" y="87"/>
                    </a:lnTo>
                    <a:lnTo>
                      <a:pt x="5" y="75"/>
                    </a:lnTo>
                    <a:lnTo>
                      <a:pt x="6" y="61"/>
                    </a:lnTo>
                    <a:lnTo>
                      <a:pt x="6" y="53"/>
                    </a:lnTo>
                    <a:lnTo>
                      <a:pt x="6" y="39"/>
                    </a:lnTo>
                    <a:lnTo>
                      <a:pt x="6" y="23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95" name="Freeform 940"/>
              <p:cNvSpPr/>
              <p:nvPr/>
            </p:nvSpPr>
            <p:spPr bwMode="auto">
              <a:xfrm>
                <a:off x="1875" y="2904"/>
                <a:ext cx="7" cy="79"/>
              </a:xfrm>
              <a:custGeom>
                <a:avLst/>
                <a:gdLst>
                  <a:gd name="T0" fmla="*/ 0 w 7"/>
                  <a:gd name="T1" fmla="*/ 79 h 79"/>
                  <a:gd name="T2" fmla="*/ 1 w 7"/>
                  <a:gd name="T3" fmla="*/ 68 h 79"/>
                  <a:gd name="T4" fmla="*/ 1 w 7"/>
                  <a:gd name="T5" fmla="*/ 59 h 79"/>
                  <a:gd name="T6" fmla="*/ 1 w 7"/>
                  <a:gd name="T7" fmla="*/ 58 h 79"/>
                  <a:gd name="T8" fmla="*/ 1 w 7"/>
                  <a:gd name="T9" fmla="*/ 58 h 79"/>
                  <a:gd name="T10" fmla="*/ 1 w 7"/>
                  <a:gd name="T11" fmla="*/ 51 h 79"/>
                  <a:gd name="T12" fmla="*/ 1 w 7"/>
                  <a:gd name="T13" fmla="*/ 45 h 79"/>
                  <a:gd name="T14" fmla="*/ 1 w 7"/>
                  <a:gd name="T15" fmla="*/ 45 h 79"/>
                  <a:gd name="T16" fmla="*/ 1 w 7"/>
                  <a:gd name="T17" fmla="*/ 39 h 79"/>
                  <a:gd name="T18" fmla="*/ 1 w 7"/>
                  <a:gd name="T19" fmla="*/ 28 h 79"/>
                  <a:gd name="T20" fmla="*/ 2 w 7"/>
                  <a:gd name="T21" fmla="*/ 25 h 79"/>
                  <a:gd name="T22" fmla="*/ 2 w 7"/>
                  <a:gd name="T23" fmla="*/ 32 h 79"/>
                  <a:gd name="T24" fmla="*/ 2 w 7"/>
                  <a:gd name="T25" fmla="*/ 35 h 79"/>
                  <a:gd name="T26" fmla="*/ 2 w 7"/>
                  <a:gd name="T27" fmla="*/ 27 h 79"/>
                  <a:gd name="T28" fmla="*/ 2 w 7"/>
                  <a:gd name="T29" fmla="*/ 18 h 79"/>
                  <a:gd name="T30" fmla="*/ 2 w 7"/>
                  <a:gd name="T31" fmla="*/ 17 h 79"/>
                  <a:gd name="T32" fmla="*/ 3 w 7"/>
                  <a:gd name="T33" fmla="*/ 18 h 79"/>
                  <a:gd name="T34" fmla="*/ 3 w 7"/>
                  <a:gd name="T35" fmla="*/ 25 h 79"/>
                  <a:gd name="T36" fmla="*/ 3 w 7"/>
                  <a:gd name="T37" fmla="*/ 30 h 79"/>
                  <a:gd name="T38" fmla="*/ 3 w 7"/>
                  <a:gd name="T39" fmla="*/ 21 h 79"/>
                  <a:gd name="T40" fmla="*/ 3 w 7"/>
                  <a:gd name="T41" fmla="*/ 11 h 79"/>
                  <a:gd name="T42" fmla="*/ 3 w 7"/>
                  <a:gd name="T43" fmla="*/ 17 h 79"/>
                  <a:gd name="T44" fmla="*/ 3 w 7"/>
                  <a:gd name="T45" fmla="*/ 30 h 79"/>
                  <a:gd name="T46" fmla="*/ 3 w 7"/>
                  <a:gd name="T47" fmla="*/ 30 h 79"/>
                  <a:gd name="T48" fmla="*/ 3 w 7"/>
                  <a:gd name="T49" fmla="*/ 23 h 79"/>
                  <a:gd name="T50" fmla="*/ 3 w 7"/>
                  <a:gd name="T51" fmla="*/ 22 h 79"/>
                  <a:gd name="T52" fmla="*/ 4 w 7"/>
                  <a:gd name="T53" fmla="*/ 24 h 79"/>
                  <a:gd name="T54" fmla="*/ 4 w 7"/>
                  <a:gd name="T55" fmla="*/ 21 h 79"/>
                  <a:gd name="T56" fmla="*/ 4 w 7"/>
                  <a:gd name="T57" fmla="*/ 17 h 79"/>
                  <a:gd name="T58" fmla="*/ 4 w 7"/>
                  <a:gd name="T59" fmla="*/ 18 h 79"/>
                  <a:gd name="T60" fmla="*/ 4 w 7"/>
                  <a:gd name="T61" fmla="*/ 18 h 79"/>
                  <a:gd name="T62" fmla="*/ 4 w 7"/>
                  <a:gd name="T63" fmla="*/ 17 h 79"/>
                  <a:gd name="T64" fmla="*/ 4 w 7"/>
                  <a:gd name="T65" fmla="*/ 16 h 79"/>
                  <a:gd name="T66" fmla="*/ 4 w 7"/>
                  <a:gd name="T67" fmla="*/ 10 h 79"/>
                  <a:gd name="T68" fmla="*/ 4 w 7"/>
                  <a:gd name="T69" fmla="*/ 1 h 79"/>
                  <a:gd name="T70" fmla="*/ 5 w 7"/>
                  <a:gd name="T71" fmla="*/ 2 h 79"/>
                  <a:gd name="T72" fmla="*/ 5 w 7"/>
                  <a:gd name="T73" fmla="*/ 11 h 79"/>
                  <a:gd name="T74" fmla="*/ 5 w 7"/>
                  <a:gd name="T75" fmla="*/ 12 h 79"/>
                  <a:gd name="T76" fmla="*/ 5 w 7"/>
                  <a:gd name="T77" fmla="*/ 8 h 79"/>
                  <a:gd name="T78" fmla="*/ 5 w 7"/>
                  <a:gd name="T79" fmla="*/ 6 h 79"/>
                  <a:gd name="T80" fmla="*/ 5 w 7"/>
                  <a:gd name="T81" fmla="*/ 5 h 79"/>
                  <a:gd name="T82" fmla="*/ 6 w 7"/>
                  <a:gd name="T83" fmla="*/ 4 h 79"/>
                  <a:gd name="T84" fmla="*/ 6 w 7"/>
                  <a:gd name="T85" fmla="*/ 6 h 79"/>
                  <a:gd name="T86" fmla="*/ 6 w 7"/>
                  <a:gd name="T87" fmla="*/ 7 h 79"/>
                  <a:gd name="T88" fmla="*/ 6 w 7"/>
                  <a:gd name="T89" fmla="*/ 6 h 79"/>
                  <a:gd name="T90" fmla="*/ 6 w 7"/>
                  <a:gd name="T91" fmla="*/ 6 h 79"/>
                  <a:gd name="T92" fmla="*/ 6 w 7"/>
                  <a:gd name="T93" fmla="*/ 3 h 79"/>
                  <a:gd name="T94" fmla="*/ 6 w 7"/>
                  <a:gd name="T95" fmla="*/ 0 h 79"/>
                  <a:gd name="T96" fmla="*/ 6 w 7"/>
                  <a:gd name="T97" fmla="*/ 5 h 79"/>
                  <a:gd name="T98" fmla="*/ 6 w 7"/>
                  <a:gd name="T99" fmla="*/ 14 h 79"/>
                  <a:gd name="T100" fmla="*/ 7 w 7"/>
                  <a:gd name="T101" fmla="*/ 14 h 79"/>
                  <a:gd name="T102" fmla="*/ 7 w 7"/>
                  <a:gd name="T103" fmla="*/ 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79">
                    <a:moveTo>
                      <a:pt x="0" y="79"/>
                    </a:moveTo>
                    <a:lnTo>
                      <a:pt x="1" y="68"/>
                    </a:lnTo>
                    <a:lnTo>
                      <a:pt x="1" y="59"/>
                    </a:lnTo>
                    <a:lnTo>
                      <a:pt x="1" y="58"/>
                    </a:lnTo>
                    <a:lnTo>
                      <a:pt x="1" y="58"/>
                    </a:lnTo>
                    <a:lnTo>
                      <a:pt x="1" y="51"/>
                    </a:lnTo>
                    <a:lnTo>
                      <a:pt x="1" y="45"/>
                    </a:lnTo>
                    <a:lnTo>
                      <a:pt x="1" y="45"/>
                    </a:lnTo>
                    <a:lnTo>
                      <a:pt x="1" y="39"/>
                    </a:lnTo>
                    <a:lnTo>
                      <a:pt x="1" y="28"/>
                    </a:lnTo>
                    <a:lnTo>
                      <a:pt x="2" y="25"/>
                    </a:lnTo>
                    <a:lnTo>
                      <a:pt x="2" y="32"/>
                    </a:lnTo>
                    <a:lnTo>
                      <a:pt x="2" y="35"/>
                    </a:lnTo>
                    <a:lnTo>
                      <a:pt x="2" y="27"/>
                    </a:lnTo>
                    <a:lnTo>
                      <a:pt x="2" y="18"/>
                    </a:lnTo>
                    <a:lnTo>
                      <a:pt x="2" y="17"/>
                    </a:lnTo>
                    <a:lnTo>
                      <a:pt x="3" y="18"/>
                    </a:lnTo>
                    <a:lnTo>
                      <a:pt x="3" y="25"/>
                    </a:lnTo>
                    <a:lnTo>
                      <a:pt x="3" y="30"/>
                    </a:lnTo>
                    <a:lnTo>
                      <a:pt x="3" y="21"/>
                    </a:lnTo>
                    <a:lnTo>
                      <a:pt x="3" y="11"/>
                    </a:lnTo>
                    <a:lnTo>
                      <a:pt x="3" y="17"/>
                    </a:lnTo>
                    <a:lnTo>
                      <a:pt x="3" y="30"/>
                    </a:lnTo>
                    <a:lnTo>
                      <a:pt x="3" y="30"/>
                    </a:lnTo>
                    <a:lnTo>
                      <a:pt x="3" y="23"/>
                    </a:lnTo>
                    <a:lnTo>
                      <a:pt x="3" y="22"/>
                    </a:lnTo>
                    <a:lnTo>
                      <a:pt x="4" y="24"/>
                    </a:lnTo>
                    <a:lnTo>
                      <a:pt x="4" y="21"/>
                    </a:lnTo>
                    <a:lnTo>
                      <a:pt x="4" y="17"/>
                    </a:lnTo>
                    <a:lnTo>
                      <a:pt x="4" y="18"/>
                    </a:lnTo>
                    <a:lnTo>
                      <a:pt x="4" y="18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0"/>
                    </a:lnTo>
                    <a:lnTo>
                      <a:pt x="4" y="1"/>
                    </a:lnTo>
                    <a:lnTo>
                      <a:pt x="5" y="2"/>
                    </a:lnTo>
                    <a:lnTo>
                      <a:pt x="5" y="11"/>
                    </a:lnTo>
                    <a:lnTo>
                      <a:pt x="5" y="12"/>
                    </a:lnTo>
                    <a:lnTo>
                      <a:pt x="5" y="8"/>
                    </a:lnTo>
                    <a:lnTo>
                      <a:pt x="5" y="6"/>
                    </a:lnTo>
                    <a:lnTo>
                      <a:pt x="5" y="5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6" y="7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6" y="3"/>
                    </a:lnTo>
                    <a:lnTo>
                      <a:pt x="6" y="0"/>
                    </a:lnTo>
                    <a:lnTo>
                      <a:pt x="6" y="5"/>
                    </a:lnTo>
                    <a:lnTo>
                      <a:pt x="6" y="14"/>
                    </a:lnTo>
                    <a:lnTo>
                      <a:pt x="7" y="14"/>
                    </a:lnTo>
                    <a:lnTo>
                      <a:pt x="7" y="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96" name="Freeform 941"/>
              <p:cNvSpPr/>
              <p:nvPr/>
            </p:nvSpPr>
            <p:spPr bwMode="auto">
              <a:xfrm>
                <a:off x="1882" y="2907"/>
                <a:ext cx="6" cy="61"/>
              </a:xfrm>
              <a:custGeom>
                <a:avLst/>
                <a:gdLst>
                  <a:gd name="T0" fmla="*/ 0 w 6"/>
                  <a:gd name="T1" fmla="*/ 11 h 61"/>
                  <a:gd name="T2" fmla="*/ 0 w 6"/>
                  <a:gd name="T3" fmla="*/ 4 h 61"/>
                  <a:gd name="T4" fmla="*/ 0 w 6"/>
                  <a:gd name="T5" fmla="*/ 0 h 61"/>
                  <a:gd name="T6" fmla="*/ 0 w 6"/>
                  <a:gd name="T7" fmla="*/ 0 h 61"/>
                  <a:gd name="T8" fmla="*/ 0 w 6"/>
                  <a:gd name="T9" fmla="*/ 3 h 61"/>
                  <a:gd name="T10" fmla="*/ 0 w 6"/>
                  <a:gd name="T11" fmla="*/ 8 h 61"/>
                  <a:gd name="T12" fmla="*/ 1 w 6"/>
                  <a:gd name="T13" fmla="*/ 8 h 61"/>
                  <a:gd name="T14" fmla="*/ 1 w 6"/>
                  <a:gd name="T15" fmla="*/ 3 h 61"/>
                  <a:gd name="T16" fmla="*/ 1 w 6"/>
                  <a:gd name="T17" fmla="*/ 9 h 61"/>
                  <a:gd name="T18" fmla="*/ 1 w 6"/>
                  <a:gd name="T19" fmla="*/ 24 h 61"/>
                  <a:gd name="T20" fmla="*/ 1 w 6"/>
                  <a:gd name="T21" fmla="*/ 31 h 61"/>
                  <a:gd name="T22" fmla="*/ 1 w 6"/>
                  <a:gd name="T23" fmla="*/ 29 h 61"/>
                  <a:gd name="T24" fmla="*/ 1 w 6"/>
                  <a:gd name="T25" fmla="*/ 33 h 61"/>
                  <a:gd name="T26" fmla="*/ 1 w 6"/>
                  <a:gd name="T27" fmla="*/ 40 h 61"/>
                  <a:gd name="T28" fmla="*/ 1 w 6"/>
                  <a:gd name="T29" fmla="*/ 39 h 61"/>
                  <a:gd name="T30" fmla="*/ 2 w 6"/>
                  <a:gd name="T31" fmla="*/ 36 h 61"/>
                  <a:gd name="T32" fmla="*/ 2 w 6"/>
                  <a:gd name="T33" fmla="*/ 35 h 61"/>
                  <a:gd name="T34" fmla="*/ 2 w 6"/>
                  <a:gd name="T35" fmla="*/ 33 h 61"/>
                  <a:gd name="T36" fmla="*/ 2 w 6"/>
                  <a:gd name="T37" fmla="*/ 36 h 61"/>
                  <a:gd name="T38" fmla="*/ 2 w 6"/>
                  <a:gd name="T39" fmla="*/ 45 h 61"/>
                  <a:gd name="T40" fmla="*/ 2 w 6"/>
                  <a:gd name="T41" fmla="*/ 48 h 61"/>
                  <a:gd name="T42" fmla="*/ 2 w 6"/>
                  <a:gd name="T43" fmla="*/ 48 h 61"/>
                  <a:gd name="T44" fmla="*/ 2 w 6"/>
                  <a:gd name="T45" fmla="*/ 52 h 61"/>
                  <a:gd name="T46" fmla="*/ 2 w 6"/>
                  <a:gd name="T47" fmla="*/ 59 h 61"/>
                  <a:gd name="T48" fmla="*/ 3 w 6"/>
                  <a:gd name="T49" fmla="*/ 61 h 61"/>
                  <a:gd name="T50" fmla="*/ 3 w 6"/>
                  <a:gd name="T51" fmla="*/ 59 h 61"/>
                  <a:gd name="T52" fmla="*/ 3 w 6"/>
                  <a:gd name="T53" fmla="*/ 55 h 61"/>
                  <a:gd name="T54" fmla="*/ 3 w 6"/>
                  <a:gd name="T55" fmla="*/ 53 h 61"/>
                  <a:gd name="T56" fmla="*/ 3 w 6"/>
                  <a:gd name="T57" fmla="*/ 52 h 61"/>
                  <a:gd name="T58" fmla="*/ 3 w 6"/>
                  <a:gd name="T59" fmla="*/ 46 h 61"/>
                  <a:gd name="T60" fmla="*/ 4 w 6"/>
                  <a:gd name="T61" fmla="*/ 38 h 61"/>
                  <a:gd name="T62" fmla="*/ 4 w 6"/>
                  <a:gd name="T63" fmla="*/ 38 h 61"/>
                  <a:gd name="T64" fmla="*/ 4 w 6"/>
                  <a:gd name="T65" fmla="*/ 44 h 61"/>
                  <a:gd name="T66" fmla="*/ 4 w 6"/>
                  <a:gd name="T67" fmla="*/ 43 h 61"/>
                  <a:gd name="T68" fmla="*/ 4 w 6"/>
                  <a:gd name="T69" fmla="*/ 37 h 61"/>
                  <a:gd name="T70" fmla="*/ 4 w 6"/>
                  <a:gd name="T71" fmla="*/ 33 h 61"/>
                  <a:gd name="T72" fmla="*/ 4 w 6"/>
                  <a:gd name="T73" fmla="*/ 31 h 61"/>
                  <a:gd name="T74" fmla="*/ 4 w 6"/>
                  <a:gd name="T75" fmla="*/ 28 h 61"/>
                  <a:gd name="T76" fmla="*/ 4 w 6"/>
                  <a:gd name="T77" fmla="*/ 29 h 61"/>
                  <a:gd name="T78" fmla="*/ 4 w 6"/>
                  <a:gd name="T79" fmla="*/ 30 h 61"/>
                  <a:gd name="T80" fmla="*/ 5 w 6"/>
                  <a:gd name="T81" fmla="*/ 22 h 61"/>
                  <a:gd name="T82" fmla="*/ 5 w 6"/>
                  <a:gd name="T83" fmla="*/ 17 h 61"/>
                  <a:gd name="T84" fmla="*/ 5 w 6"/>
                  <a:gd name="T85" fmla="*/ 24 h 61"/>
                  <a:gd name="T86" fmla="*/ 5 w 6"/>
                  <a:gd name="T87" fmla="*/ 25 h 61"/>
                  <a:gd name="T88" fmla="*/ 5 w 6"/>
                  <a:gd name="T89" fmla="*/ 15 h 61"/>
                  <a:gd name="T90" fmla="*/ 5 w 6"/>
                  <a:gd name="T91" fmla="*/ 15 h 61"/>
                  <a:gd name="T92" fmla="*/ 6 w 6"/>
                  <a:gd name="T93" fmla="*/ 24 h 61"/>
                  <a:gd name="T94" fmla="*/ 6 w 6"/>
                  <a:gd name="T95" fmla="*/ 20 h 61"/>
                  <a:gd name="T96" fmla="*/ 6 w 6"/>
                  <a:gd name="T97" fmla="*/ 10 h 61"/>
                  <a:gd name="T98" fmla="*/ 6 w 6"/>
                  <a:gd name="T99" fmla="*/ 14 h 61"/>
                  <a:gd name="T100" fmla="*/ 6 w 6"/>
                  <a:gd name="T101" fmla="*/ 17 h 61"/>
                  <a:gd name="T102" fmla="*/ 6 w 6"/>
                  <a:gd name="T103" fmla="*/ 17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1">
                    <a:moveTo>
                      <a:pt x="0" y="11"/>
                    </a:moveTo>
                    <a:lnTo>
                      <a:pt x="0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8"/>
                    </a:lnTo>
                    <a:lnTo>
                      <a:pt x="1" y="8"/>
                    </a:lnTo>
                    <a:lnTo>
                      <a:pt x="1" y="3"/>
                    </a:lnTo>
                    <a:lnTo>
                      <a:pt x="1" y="9"/>
                    </a:lnTo>
                    <a:lnTo>
                      <a:pt x="1" y="24"/>
                    </a:lnTo>
                    <a:lnTo>
                      <a:pt x="1" y="31"/>
                    </a:lnTo>
                    <a:lnTo>
                      <a:pt x="1" y="29"/>
                    </a:lnTo>
                    <a:lnTo>
                      <a:pt x="1" y="33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2" y="36"/>
                    </a:lnTo>
                    <a:lnTo>
                      <a:pt x="2" y="35"/>
                    </a:lnTo>
                    <a:lnTo>
                      <a:pt x="2" y="33"/>
                    </a:lnTo>
                    <a:lnTo>
                      <a:pt x="2" y="36"/>
                    </a:lnTo>
                    <a:lnTo>
                      <a:pt x="2" y="45"/>
                    </a:lnTo>
                    <a:lnTo>
                      <a:pt x="2" y="48"/>
                    </a:lnTo>
                    <a:lnTo>
                      <a:pt x="2" y="48"/>
                    </a:lnTo>
                    <a:lnTo>
                      <a:pt x="2" y="52"/>
                    </a:lnTo>
                    <a:lnTo>
                      <a:pt x="2" y="59"/>
                    </a:lnTo>
                    <a:lnTo>
                      <a:pt x="3" y="61"/>
                    </a:lnTo>
                    <a:lnTo>
                      <a:pt x="3" y="59"/>
                    </a:lnTo>
                    <a:lnTo>
                      <a:pt x="3" y="55"/>
                    </a:lnTo>
                    <a:lnTo>
                      <a:pt x="3" y="53"/>
                    </a:lnTo>
                    <a:lnTo>
                      <a:pt x="3" y="52"/>
                    </a:lnTo>
                    <a:lnTo>
                      <a:pt x="3" y="46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4" y="44"/>
                    </a:lnTo>
                    <a:lnTo>
                      <a:pt x="4" y="43"/>
                    </a:lnTo>
                    <a:lnTo>
                      <a:pt x="4" y="37"/>
                    </a:lnTo>
                    <a:lnTo>
                      <a:pt x="4" y="33"/>
                    </a:lnTo>
                    <a:lnTo>
                      <a:pt x="4" y="31"/>
                    </a:lnTo>
                    <a:lnTo>
                      <a:pt x="4" y="28"/>
                    </a:lnTo>
                    <a:lnTo>
                      <a:pt x="4" y="29"/>
                    </a:lnTo>
                    <a:lnTo>
                      <a:pt x="4" y="30"/>
                    </a:lnTo>
                    <a:lnTo>
                      <a:pt x="5" y="22"/>
                    </a:lnTo>
                    <a:lnTo>
                      <a:pt x="5" y="17"/>
                    </a:lnTo>
                    <a:lnTo>
                      <a:pt x="5" y="24"/>
                    </a:lnTo>
                    <a:lnTo>
                      <a:pt x="5" y="25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6" y="24"/>
                    </a:lnTo>
                    <a:lnTo>
                      <a:pt x="6" y="20"/>
                    </a:lnTo>
                    <a:lnTo>
                      <a:pt x="6" y="10"/>
                    </a:lnTo>
                    <a:lnTo>
                      <a:pt x="6" y="14"/>
                    </a:lnTo>
                    <a:lnTo>
                      <a:pt x="6" y="17"/>
                    </a:lnTo>
                    <a:lnTo>
                      <a:pt x="6" y="1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97" name="Freeform 942"/>
              <p:cNvSpPr/>
              <p:nvPr/>
            </p:nvSpPr>
            <p:spPr bwMode="auto">
              <a:xfrm>
                <a:off x="1888" y="2922"/>
                <a:ext cx="6" cy="70"/>
              </a:xfrm>
              <a:custGeom>
                <a:avLst/>
                <a:gdLst>
                  <a:gd name="T0" fmla="*/ 0 w 6"/>
                  <a:gd name="T1" fmla="*/ 2 h 70"/>
                  <a:gd name="T2" fmla="*/ 0 w 6"/>
                  <a:gd name="T3" fmla="*/ 2 h 70"/>
                  <a:gd name="T4" fmla="*/ 0 w 6"/>
                  <a:gd name="T5" fmla="*/ 10 h 70"/>
                  <a:gd name="T6" fmla="*/ 0 w 6"/>
                  <a:gd name="T7" fmla="*/ 14 h 70"/>
                  <a:gd name="T8" fmla="*/ 0 w 6"/>
                  <a:gd name="T9" fmla="*/ 5 h 70"/>
                  <a:gd name="T10" fmla="*/ 1 w 6"/>
                  <a:gd name="T11" fmla="*/ 1 h 70"/>
                  <a:gd name="T12" fmla="*/ 1 w 6"/>
                  <a:gd name="T13" fmla="*/ 9 h 70"/>
                  <a:gd name="T14" fmla="*/ 1 w 6"/>
                  <a:gd name="T15" fmla="*/ 12 h 70"/>
                  <a:gd name="T16" fmla="*/ 1 w 6"/>
                  <a:gd name="T17" fmla="*/ 5 h 70"/>
                  <a:gd name="T18" fmla="*/ 1 w 6"/>
                  <a:gd name="T19" fmla="*/ 0 h 70"/>
                  <a:gd name="T20" fmla="*/ 1 w 6"/>
                  <a:gd name="T21" fmla="*/ 1 h 70"/>
                  <a:gd name="T22" fmla="*/ 1 w 6"/>
                  <a:gd name="T23" fmla="*/ 4 h 70"/>
                  <a:gd name="T24" fmla="*/ 1 w 6"/>
                  <a:gd name="T25" fmla="*/ 4 h 70"/>
                  <a:gd name="T26" fmla="*/ 1 w 6"/>
                  <a:gd name="T27" fmla="*/ 7 h 70"/>
                  <a:gd name="T28" fmla="*/ 2 w 6"/>
                  <a:gd name="T29" fmla="*/ 15 h 70"/>
                  <a:gd name="T30" fmla="*/ 2 w 6"/>
                  <a:gd name="T31" fmla="*/ 18 h 70"/>
                  <a:gd name="T32" fmla="*/ 2 w 6"/>
                  <a:gd name="T33" fmla="*/ 17 h 70"/>
                  <a:gd name="T34" fmla="*/ 2 w 6"/>
                  <a:gd name="T35" fmla="*/ 18 h 70"/>
                  <a:gd name="T36" fmla="*/ 2 w 6"/>
                  <a:gd name="T37" fmla="*/ 17 h 70"/>
                  <a:gd name="T38" fmla="*/ 2 w 6"/>
                  <a:gd name="T39" fmla="*/ 15 h 70"/>
                  <a:gd name="T40" fmla="*/ 3 w 6"/>
                  <a:gd name="T41" fmla="*/ 15 h 70"/>
                  <a:gd name="T42" fmla="*/ 3 w 6"/>
                  <a:gd name="T43" fmla="*/ 16 h 70"/>
                  <a:gd name="T44" fmla="*/ 3 w 6"/>
                  <a:gd name="T45" fmla="*/ 15 h 70"/>
                  <a:gd name="T46" fmla="*/ 3 w 6"/>
                  <a:gd name="T47" fmla="*/ 16 h 70"/>
                  <a:gd name="T48" fmla="*/ 3 w 6"/>
                  <a:gd name="T49" fmla="*/ 20 h 70"/>
                  <a:gd name="T50" fmla="*/ 3 w 6"/>
                  <a:gd name="T51" fmla="*/ 27 h 70"/>
                  <a:gd name="T52" fmla="*/ 3 w 6"/>
                  <a:gd name="T53" fmla="*/ 32 h 70"/>
                  <a:gd name="T54" fmla="*/ 3 w 6"/>
                  <a:gd name="T55" fmla="*/ 35 h 70"/>
                  <a:gd name="T56" fmla="*/ 3 w 6"/>
                  <a:gd name="T57" fmla="*/ 41 h 70"/>
                  <a:gd name="T58" fmla="*/ 4 w 6"/>
                  <a:gd name="T59" fmla="*/ 49 h 70"/>
                  <a:gd name="T60" fmla="*/ 4 w 6"/>
                  <a:gd name="T61" fmla="*/ 50 h 70"/>
                  <a:gd name="T62" fmla="*/ 4 w 6"/>
                  <a:gd name="T63" fmla="*/ 49 h 70"/>
                  <a:gd name="T64" fmla="*/ 4 w 6"/>
                  <a:gd name="T65" fmla="*/ 53 h 70"/>
                  <a:gd name="T66" fmla="*/ 4 w 6"/>
                  <a:gd name="T67" fmla="*/ 56 h 70"/>
                  <a:gd name="T68" fmla="*/ 4 w 6"/>
                  <a:gd name="T69" fmla="*/ 54 h 70"/>
                  <a:gd name="T70" fmla="*/ 5 w 6"/>
                  <a:gd name="T71" fmla="*/ 55 h 70"/>
                  <a:gd name="T72" fmla="*/ 5 w 6"/>
                  <a:gd name="T73" fmla="*/ 58 h 70"/>
                  <a:gd name="T74" fmla="*/ 5 w 6"/>
                  <a:gd name="T75" fmla="*/ 56 h 70"/>
                  <a:gd name="T76" fmla="*/ 5 w 6"/>
                  <a:gd name="T77" fmla="*/ 55 h 70"/>
                  <a:gd name="T78" fmla="*/ 5 w 6"/>
                  <a:gd name="T79" fmla="*/ 57 h 70"/>
                  <a:gd name="T80" fmla="*/ 5 w 6"/>
                  <a:gd name="T81" fmla="*/ 57 h 70"/>
                  <a:gd name="T82" fmla="*/ 5 w 6"/>
                  <a:gd name="T83" fmla="*/ 60 h 70"/>
                  <a:gd name="T84" fmla="*/ 5 w 6"/>
                  <a:gd name="T85" fmla="*/ 65 h 70"/>
                  <a:gd name="T86" fmla="*/ 5 w 6"/>
                  <a:gd name="T87" fmla="*/ 64 h 70"/>
                  <a:gd name="T88" fmla="*/ 6 w 6"/>
                  <a:gd name="T89" fmla="*/ 61 h 70"/>
                  <a:gd name="T90" fmla="*/ 6 w 6"/>
                  <a:gd name="T91" fmla="*/ 63 h 70"/>
                  <a:gd name="T92" fmla="*/ 6 w 6"/>
                  <a:gd name="T93" fmla="*/ 65 h 70"/>
                  <a:gd name="T94" fmla="*/ 6 w 6"/>
                  <a:gd name="T95" fmla="*/ 67 h 70"/>
                  <a:gd name="T96" fmla="*/ 6 w 6"/>
                  <a:gd name="T97" fmla="*/ 70 h 70"/>
                  <a:gd name="T98" fmla="*/ 6 w 6"/>
                  <a:gd name="T99" fmla="*/ 67 h 70"/>
                  <a:gd name="T100" fmla="*/ 6 w 6"/>
                  <a:gd name="T101" fmla="*/ 64 h 70"/>
                  <a:gd name="T102" fmla="*/ 6 w 6"/>
                  <a:gd name="T103" fmla="*/ 6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0">
                    <a:moveTo>
                      <a:pt x="0" y="2"/>
                    </a:moveTo>
                    <a:lnTo>
                      <a:pt x="0" y="2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1" y="5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1" y="7"/>
                    </a:lnTo>
                    <a:lnTo>
                      <a:pt x="2" y="15"/>
                    </a:lnTo>
                    <a:lnTo>
                      <a:pt x="2" y="18"/>
                    </a:lnTo>
                    <a:lnTo>
                      <a:pt x="2" y="17"/>
                    </a:lnTo>
                    <a:lnTo>
                      <a:pt x="2" y="18"/>
                    </a:lnTo>
                    <a:lnTo>
                      <a:pt x="2" y="17"/>
                    </a:lnTo>
                    <a:lnTo>
                      <a:pt x="2" y="15"/>
                    </a:lnTo>
                    <a:lnTo>
                      <a:pt x="3" y="15"/>
                    </a:lnTo>
                    <a:lnTo>
                      <a:pt x="3" y="16"/>
                    </a:lnTo>
                    <a:lnTo>
                      <a:pt x="3" y="15"/>
                    </a:lnTo>
                    <a:lnTo>
                      <a:pt x="3" y="16"/>
                    </a:lnTo>
                    <a:lnTo>
                      <a:pt x="3" y="20"/>
                    </a:lnTo>
                    <a:lnTo>
                      <a:pt x="3" y="27"/>
                    </a:lnTo>
                    <a:lnTo>
                      <a:pt x="3" y="32"/>
                    </a:lnTo>
                    <a:lnTo>
                      <a:pt x="3" y="35"/>
                    </a:lnTo>
                    <a:lnTo>
                      <a:pt x="3" y="41"/>
                    </a:lnTo>
                    <a:lnTo>
                      <a:pt x="4" y="49"/>
                    </a:lnTo>
                    <a:lnTo>
                      <a:pt x="4" y="50"/>
                    </a:lnTo>
                    <a:lnTo>
                      <a:pt x="4" y="49"/>
                    </a:lnTo>
                    <a:lnTo>
                      <a:pt x="4" y="53"/>
                    </a:lnTo>
                    <a:lnTo>
                      <a:pt x="4" y="56"/>
                    </a:lnTo>
                    <a:lnTo>
                      <a:pt x="4" y="54"/>
                    </a:lnTo>
                    <a:lnTo>
                      <a:pt x="5" y="55"/>
                    </a:lnTo>
                    <a:lnTo>
                      <a:pt x="5" y="58"/>
                    </a:lnTo>
                    <a:lnTo>
                      <a:pt x="5" y="56"/>
                    </a:lnTo>
                    <a:lnTo>
                      <a:pt x="5" y="55"/>
                    </a:lnTo>
                    <a:lnTo>
                      <a:pt x="5" y="57"/>
                    </a:lnTo>
                    <a:lnTo>
                      <a:pt x="5" y="57"/>
                    </a:lnTo>
                    <a:lnTo>
                      <a:pt x="5" y="60"/>
                    </a:lnTo>
                    <a:lnTo>
                      <a:pt x="5" y="65"/>
                    </a:lnTo>
                    <a:lnTo>
                      <a:pt x="5" y="64"/>
                    </a:lnTo>
                    <a:lnTo>
                      <a:pt x="6" y="61"/>
                    </a:lnTo>
                    <a:lnTo>
                      <a:pt x="6" y="63"/>
                    </a:lnTo>
                    <a:lnTo>
                      <a:pt x="6" y="65"/>
                    </a:lnTo>
                    <a:lnTo>
                      <a:pt x="6" y="67"/>
                    </a:lnTo>
                    <a:lnTo>
                      <a:pt x="6" y="70"/>
                    </a:lnTo>
                    <a:lnTo>
                      <a:pt x="6" y="67"/>
                    </a:lnTo>
                    <a:lnTo>
                      <a:pt x="6" y="64"/>
                    </a:lnTo>
                    <a:lnTo>
                      <a:pt x="6" y="6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98" name="Freeform 943"/>
              <p:cNvSpPr/>
              <p:nvPr/>
            </p:nvSpPr>
            <p:spPr bwMode="auto">
              <a:xfrm>
                <a:off x="1894" y="2986"/>
                <a:ext cx="7" cy="117"/>
              </a:xfrm>
              <a:custGeom>
                <a:avLst/>
                <a:gdLst>
                  <a:gd name="T0" fmla="*/ 0 w 7"/>
                  <a:gd name="T1" fmla="*/ 0 h 117"/>
                  <a:gd name="T2" fmla="*/ 0 w 7"/>
                  <a:gd name="T3" fmla="*/ 2 h 117"/>
                  <a:gd name="T4" fmla="*/ 0 w 7"/>
                  <a:gd name="T5" fmla="*/ 4 h 117"/>
                  <a:gd name="T6" fmla="*/ 1 w 7"/>
                  <a:gd name="T7" fmla="*/ 6 h 117"/>
                  <a:gd name="T8" fmla="*/ 1 w 7"/>
                  <a:gd name="T9" fmla="*/ 8 h 117"/>
                  <a:gd name="T10" fmla="*/ 1 w 7"/>
                  <a:gd name="T11" fmla="*/ 11 h 117"/>
                  <a:gd name="T12" fmla="*/ 1 w 7"/>
                  <a:gd name="T13" fmla="*/ 14 h 117"/>
                  <a:gd name="T14" fmla="*/ 1 w 7"/>
                  <a:gd name="T15" fmla="*/ 13 h 117"/>
                  <a:gd name="T16" fmla="*/ 1 w 7"/>
                  <a:gd name="T17" fmla="*/ 10 h 117"/>
                  <a:gd name="T18" fmla="*/ 1 w 7"/>
                  <a:gd name="T19" fmla="*/ 14 h 117"/>
                  <a:gd name="T20" fmla="*/ 2 w 7"/>
                  <a:gd name="T21" fmla="*/ 22 h 117"/>
                  <a:gd name="T22" fmla="*/ 2 w 7"/>
                  <a:gd name="T23" fmla="*/ 27 h 117"/>
                  <a:gd name="T24" fmla="*/ 2 w 7"/>
                  <a:gd name="T25" fmla="*/ 30 h 117"/>
                  <a:gd name="T26" fmla="*/ 2 w 7"/>
                  <a:gd name="T27" fmla="*/ 32 h 117"/>
                  <a:gd name="T28" fmla="*/ 2 w 7"/>
                  <a:gd name="T29" fmla="*/ 31 h 117"/>
                  <a:gd name="T30" fmla="*/ 2 w 7"/>
                  <a:gd name="T31" fmla="*/ 36 h 117"/>
                  <a:gd name="T32" fmla="*/ 2 w 7"/>
                  <a:gd name="T33" fmla="*/ 49 h 117"/>
                  <a:gd name="T34" fmla="*/ 2 w 7"/>
                  <a:gd name="T35" fmla="*/ 58 h 117"/>
                  <a:gd name="T36" fmla="*/ 2 w 7"/>
                  <a:gd name="T37" fmla="*/ 56 h 117"/>
                  <a:gd name="T38" fmla="*/ 3 w 7"/>
                  <a:gd name="T39" fmla="*/ 53 h 117"/>
                  <a:gd name="T40" fmla="*/ 3 w 7"/>
                  <a:gd name="T41" fmla="*/ 61 h 117"/>
                  <a:gd name="T42" fmla="*/ 3 w 7"/>
                  <a:gd name="T43" fmla="*/ 71 h 117"/>
                  <a:gd name="T44" fmla="*/ 3 w 7"/>
                  <a:gd name="T45" fmla="*/ 76 h 117"/>
                  <a:gd name="T46" fmla="*/ 3 w 7"/>
                  <a:gd name="T47" fmla="*/ 79 h 117"/>
                  <a:gd name="T48" fmla="*/ 3 w 7"/>
                  <a:gd name="T49" fmla="*/ 83 h 117"/>
                  <a:gd name="T50" fmla="*/ 4 w 7"/>
                  <a:gd name="T51" fmla="*/ 87 h 117"/>
                  <a:gd name="T52" fmla="*/ 4 w 7"/>
                  <a:gd name="T53" fmla="*/ 92 h 117"/>
                  <a:gd name="T54" fmla="*/ 4 w 7"/>
                  <a:gd name="T55" fmla="*/ 99 h 117"/>
                  <a:gd name="T56" fmla="*/ 4 w 7"/>
                  <a:gd name="T57" fmla="*/ 106 h 117"/>
                  <a:gd name="T58" fmla="*/ 4 w 7"/>
                  <a:gd name="T59" fmla="*/ 106 h 117"/>
                  <a:gd name="T60" fmla="*/ 4 w 7"/>
                  <a:gd name="T61" fmla="*/ 103 h 117"/>
                  <a:gd name="T62" fmla="*/ 4 w 7"/>
                  <a:gd name="T63" fmla="*/ 107 h 117"/>
                  <a:gd name="T64" fmla="*/ 4 w 7"/>
                  <a:gd name="T65" fmla="*/ 112 h 117"/>
                  <a:gd name="T66" fmla="*/ 4 w 7"/>
                  <a:gd name="T67" fmla="*/ 103 h 117"/>
                  <a:gd name="T68" fmla="*/ 5 w 7"/>
                  <a:gd name="T69" fmla="*/ 97 h 117"/>
                  <a:gd name="T70" fmla="*/ 5 w 7"/>
                  <a:gd name="T71" fmla="*/ 98 h 117"/>
                  <a:gd name="T72" fmla="*/ 5 w 7"/>
                  <a:gd name="T73" fmla="*/ 93 h 117"/>
                  <a:gd name="T74" fmla="*/ 5 w 7"/>
                  <a:gd name="T75" fmla="*/ 97 h 117"/>
                  <a:gd name="T76" fmla="*/ 5 w 7"/>
                  <a:gd name="T77" fmla="*/ 116 h 117"/>
                  <a:gd name="T78" fmla="*/ 5 w 7"/>
                  <a:gd name="T79" fmla="*/ 117 h 117"/>
                  <a:gd name="T80" fmla="*/ 5 w 7"/>
                  <a:gd name="T81" fmla="*/ 99 h 117"/>
                  <a:gd name="T82" fmla="*/ 5 w 7"/>
                  <a:gd name="T83" fmla="*/ 91 h 117"/>
                  <a:gd name="T84" fmla="*/ 5 w 7"/>
                  <a:gd name="T85" fmla="*/ 94 h 117"/>
                  <a:gd name="T86" fmla="*/ 6 w 7"/>
                  <a:gd name="T87" fmla="*/ 100 h 117"/>
                  <a:gd name="T88" fmla="*/ 6 w 7"/>
                  <a:gd name="T89" fmla="*/ 95 h 117"/>
                  <a:gd name="T90" fmla="*/ 6 w 7"/>
                  <a:gd name="T91" fmla="*/ 79 h 117"/>
                  <a:gd name="T92" fmla="*/ 6 w 7"/>
                  <a:gd name="T93" fmla="*/ 64 h 117"/>
                  <a:gd name="T94" fmla="*/ 6 w 7"/>
                  <a:gd name="T95" fmla="*/ 53 h 117"/>
                  <a:gd name="T96" fmla="*/ 6 w 7"/>
                  <a:gd name="T97" fmla="*/ 50 h 117"/>
                  <a:gd name="T98" fmla="*/ 7 w 7"/>
                  <a:gd name="T99" fmla="*/ 58 h 117"/>
                  <a:gd name="T100" fmla="*/ 7 w 7"/>
                  <a:gd name="T101" fmla="*/ 58 h 117"/>
                  <a:gd name="T102" fmla="*/ 7 w 7"/>
                  <a:gd name="T103" fmla="*/ 46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17">
                    <a:moveTo>
                      <a:pt x="0" y="0"/>
                    </a:moveTo>
                    <a:lnTo>
                      <a:pt x="0" y="2"/>
                    </a:lnTo>
                    <a:lnTo>
                      <a:pt x="0" y="4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1" y="11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0"/>
                    </a:lnTo>
                    <a:lnTo>
                      <a:pt x="1" y="14"/>
                    </a:lnTo>
                    <a:lnTo>
                      <a:pt x="2" y="22"/>
                    </a:lnTo>
                    <a:lnTo>
                      <a:pt x="2" y="27"/>
                    </a:lnTo>
                    <a:lnTo>
                      <a:pt x="2" y="30"/>
                    </a:lnTo>
                    <a:lnTo>
                      <a:pt x="2" y="32"/>
                    </a:lnTo>
                    <a:lnTo>
                      <a:pt x="2" y="31"/>
                    </a:lnTo>
                    <a:lnTo>
                      <a:pt x="2" y="36"/>
                    </a:lnTo>
                    <a:lnTo>
                      <a:pt x="2" y="49"/>
                    </a:lnTo>
                    <a:lnTo>
                      <a:pt x="2" y="58"/>
                    </a:lnTo>
                    <a:lnTo>
                      <a:pt x="2" y="56"/>
                    </a:lnTo>
                    <a:lnTo>
                      <a:pt x="3" y="53"/>
                    </a:lnTo>
                    <a:lnTo>
                      <a:pt x="3" y="61"/>
                    </a:lnTo>
                    <a:lnTo>
                      <a:pt x="3" y="71"/>
                    </a:lnTo>
                    <a:lnTo>
                      <a:pt x="3" y="76"/>
                    </a:lnTo>
                    <a:lnTo>
                      <a:pt x="3" y="79"/>
                    </a:lnTo>
                    <a:lnTo>
                      <a:pt x="3" y="83"/>
                    </a:lnTo>
                    <a:lnTo>
                      <a:pt x="4" y="87"/>
                    </a:lnTo>
                    <a:lnTo>
                      <a:pt x="4" y="92"/>
                    </a:lnTo>
                    <a:lnTo>
                      <a:pt x="4" y="99"/>
                    </a:lnTo>
                    <a:lnTo>
                      <a:pt x="4" y="106"/>
                    </a:lnTo>
                    <a:lnTo>
                      <a:pt x="4" y="106"/>
                    </a:lnTo>
                    <a:lnTo>
                      <a:pt x="4" y="103"/>
                    </a:lnTo>
                    <a:lnTo>
                      <a:pt x="4" y="107"/>
                    </a:lnTo>
                    <a:lnTo>
                      <a:pt x="4" y="112"/>
                    </a:lnTo>
                    <a:lnTo>
                      <a:pt x="4" y="103"/>
                    </a:lnTo>
                    <a:lnTo>
                      <a:pt x="5" y="97"/>
                    </a:lnTo>
                    <a:lnTo>
                      <a:pt x="5" y="98"/>
                    </a:lnTo>
                    <a:lnTo>
                      <a:pt x="5" y="93"/>
                    </a:lnTo>
                    <a:lnTo>
                      <a:pt x="5" y="97"/>
                    </a:lnTo>
                    <a:lnTo>
                      <a:pt x="5" y="116"/>
                    </a:lnTo>
                    <a:lnTo>
                      <a:pt x="5" y="117"/>
                    </a:lnTo>
                    <a:lnTo>
                      <a:pt x="5" y="99"/>
                    </a:lnTo>
                    <a:lnTo>
                      <a:pt x="5" y="91"/>
                    </a:lnTo>
                    <a:lnTo>
                      <a:pt x="5" y="94"/>
                    </a:lnTo>
                    <a:lnTo>
                      <a:pt x="6" y="100"/>
                    </a:lnTo>
                    <a:lnTo>
                      <a:pt x="6" y="95"/>
                    </a:lnTo>
                    <a:lnTo>
                      <a:pt x="6" y="79"/>
                    </a:lnTo>
                    <a:lnTo>
                      <a:pt x="6" y="64"/>
                    </a:lnTo>
                    <a:lnTo>
                      <a:pt x="6" y="53"/>
                    </a:lnTo>
                    <a:lnTo>
                      <a:pt x="6" y="50"/>
                    </a:lnTo>
                    <a:lnTo>
                      <a:pt x="7" y="58"/>
                    </a:lnTo>
                    <a:lnTo>
                      <a:pt x="7" y="58"/>
                    </a:lnTo>
                    <a:lnTo>
                      <a:pt x="7" y="4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99" name="Freeform 944"/>
              <p:cNvSpPr/>
              <p:nvPr/>
            </p:nvSpPr>
            <p:spPr bwMode="auto">
              <a:xfrm>
                <a:off x="1901" y="2885"/>
                <a:ext cx="6" cy="159"/>
              </a:xfrm>
              <a:custGeom>
                <a:avLst/>
                <a:gdLst>
                  <a:gd name="T0" fmla="*/ 0 w 6"/>
                  <a:gd name="T1" fmla="*/ 159 h 159"/>
                  <a:gd name="T2" fmla="*/ 0 w 6"/>
                  <a:gd name="T3" fmla="*/ 147 h 159"/>
                  <a:gd name="T4" fmla="*/ 0 w 6"/>
                  <a:gd name="T5" fmla="*/ 145 h 159"/>
                  <a:gd name="T6" fmla="*/ 0 w 6"/>
                  <a:gd name="T7" fmla="*/ 142 h 159"/>
                  <a:gd name="T8" fmla="*/ 0 w 6"/>
                  <a:gd name="T9" fmla="*/ 123 h 159"/>
                  <a:gd name="T10" fmla="*/ 0 w 6"/>
                  <a:gd name="T11" fmla="*/ 111 h 159"/>
                  <a:gd name="T12" fmla="*/ 0 w 6"/>
                  <a:gd name="T13" fmla="*/ 109 h 159"/>
                  <a:gd name="T14" fmla="*/ 0 w 6"/>
                  <a:gd name="T15" fmla="*/ 99 h 159"/>
                  <a:gd name="T16" fmla="*/ 1 w 6"/>
                  <a:gd name="T17" fmla="*/ 85 h 159"/>
                  <a:gd name="T18" fmla="*/ 1 w 6"/>
                  <a:gd name="T19" fmla="*/ 74 h 159"/>
                  <a:gd name="T20" fmla="*/ 1 w 6"/>
                  <a:gd name="T21" fmla="*/ 64 h 159"/>
                  <a:gd name="T22" fmla="*/ 1 w 6"/>
                  <a:gd name="T23" fmla="*/ 58 h 159"/>
                  <a:gd name="T24" fmla="*/ 1 w 6"/>
                  <a:gd name="T25" fmla="*/ 54 h 159"/>
                  <a:gd name="T26" fmla="*/ 1 w 6"/>
                  <a:gd name="T27" fmla="*/ 46 h 159"/>
                  <a:gd name="T28" fmla="*/ 2 w 6"/>
                  <a:gd name="T29" fmla="*/ 36 h 159"/>
                  <a:gd name="T30" fmla="*/ 2 w 6"/>
                  <a:gd name="T31" fmla="*/ 29 h 159"/>
                  <a:gd name="T32" fmla="*/ 2 w 6"/>
                  <a:gd name="T33" fmla="*/ 31 h 159"/>
                  <a:gd name="T34" fmla="*/ 2 w 6"/>
                  <a:gd name="T35" fmla="*/ 33 h 159"/>
                  <a:gd name="T36" fmla="*/ 2 w 6"/>
                  <a:gd name="T37" fmla="*/ 23 h 159"/>
                  <a:gd name="T38" fmla="*/ 2 w 6"/>
                  <a:gd name="T39" fmla="*/ 14 h 159"/>
                  <a:gd name="T40" fmla="*/ 2 w 6"/>
                  <a:gd name="T41" fmla="*/ 18 h 159"/>
                  <a:gd name="T42" fmla="*/ 2 w 6"/>
                  <a:gd name="T43" fmla="*/ 22 h 159"/>
                  <a:gd name="T44" fmla="*/ 2 w 6"/>
                  <a:gd name="T45" fmla="*/ 16 h 159"/>
                  <a:gd name="T46" fmla="*/ 2 w 6"/>
                  <a:gd name="T47" fmla="*/ 7 h 159"/>
                  <a:gd name="T48" fmla="*/ 3 w 6"/>
                  <a:gd name="T49" fmla="*/ 0 h 159"/>
                  <a:gd name="T50" fmla="*/ 3 w 6"/>
                  <a:gd name="T51" fmla="*/ 2 h 159"/>
                  <a:gd name="T52" fmla="*/ 3 w 6"/>
                  <a:gd name="T53" fmla="*/ 17 h 159"/>
                  <a:gd name="T54" fmla="*/ 3 w 6"/>
                  <a:gd name="T55" fmla="*/ 29 h 159"/>
                  <a:gd name="T56" fmla="*/ 3 w 6"/>
                  <a:gd name="T57" fmla="*/ 21 h 159"/>
                  <a:gd name="T58" fmla="*/ 3 w 6"/>
                  <a:gd name="T59" fmla="*/ 12 h 159"/>
                  <a:gd name="T60" fmla="*/ 3 w 6"/>
                  <a:gd name="T61" fmla="*/ 22 h 159"/>
                  <a:gd name="T62" fmla="*/ 3 w 6"/>
                  <a:gd name="T63" fmla="*/ 41 h 159"/>
                  <a:gd name="T64" fmla="*/ 3 w 6"/>
                  <a:gd name="T65" fmla="*/ 47 h 159"/>
                  <a:gd name="T66" fmla="*/ 4 w 6"/>
                  <a:gd name="T67" fmla="*/ 44 h 159"/>
                  <a:gd name="T68" fmla="*/ 4 w 6"/>
                  <a:gd name="T69" fmla="*/ 40 h 159"/>
                  <a:gd name="T70" fmla="*/ 4 w 6"/>
                  <a:gd name="T71" fmla="*/ 39 h 159"/>
                  <a:gd name="T72" fmla="*/ 4 w 6"/>
                  <a:gd name="T73" fmla="*/ 41 h 159"/>
                  <a:gd name="T74" fmla="*/ 4 w 6"/>
                  <a:gd name="T75" fmla="*/ 44 h 159"/>
                  <a:gd name="T76" fmla="*/ 4 w 6"/>
                  <a:gd name="T77" fmla="*/ 44 h 159"/>
                  <a:gd name="T78" fmla="*/ 5 w 6"/>
                  <a:gd name="T79" fmla="*/ 42 h 159"/>
                  <a:gd name="T80" fmla="*/ 5 w 6"/>
                  <a:gd name="T81" fmla="*/ 46 h 159"/>
                  <a:gd name="T82" fmla="*/ 5 w 6"/>
                  <a:gd name="T83" fmla="*/ 51 h 159"/>
                  <a:gd name="T84" fmla="*/ 5 w 6"/>
                  <a:gd name="T85" fmla="*/ 44 h 159"/>
                  <a:gd name="T86" fmla="*/ 5 w 6"/>
                  <a:gd name="T87" fmla="*/ 30 h 159"/>
                  <a:gd name="T88" fmla="*/ 5 w 6"/>
                  <a:gd name="T89" fmla="*/ 30 h 159"/>
                  <a:gd name="T90" fmla="*/ 5 w 6"/>
                  <a:gd name="T91" fmla="*/ 40 h 159"/>
                  <a:gd name="T92" fmla="*/ 5 w 6"/>
                  <a:gd name="T93" fmla="*/ 40 h 159"/>
                  <a:gd name="T94" fmla="*/ 5 w 6"/>
                  <a:gd name="T95" fmla="*/ 36 h 159"/>
                  <a:gd name="T96" fmla="*/ 6 w 6"/>
                  <a:gd name="T97" fmla="*/ 37 h 159"/>
                  <a:gd name="T98" fmla="*/ 6 w 6"/>
                  <a:gd name="T99" fmla="*/ 35 h 159"/>
                  <a:gd name="T100" fmla="*/ 6 w 6"/>
                  <a:gd name="T101" fmla="*/ 32 h 159"/>
                  <a:gd name="T102" fmla="*/ 6 w 6"/>
                  <a:gd name="T103" fmla="*/ 33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59">
                    <a:moveTo>
                      <a:pt x="0" y="159"/>
                    </a:moveTo>
                    <a:lnTo>
                      <a:pt x="0" y="147"/>
                    </a:lnTo>
                    <a:lnTo>
                      <a:pt x="0" y="145"/>
                    </a:lnTo>
                    <a:lnTo>
                      <a:pt x="0" y="142"/>
                    </a:lnTo>
                    <a:lnTo>
                      <a:pt x="0" y="123"/>
                    </a:lnTo>
                    <a:lnTo>
                      <a:pt x="0" y="111"/>
                    </a:lnTo>
                    <a:lnTo>
                      <a:pt x="0" y="109"/>
                    </a:lnTo>
                    <a:lnTo>
                      <a:pt x="0" y="99"/>
                    </a:lnTo>
                    <a:lnTo>
                      <a:pt x="1" y="85"/>
                    </a:lnTo>
                    <a:lnTo>
                      <a:pt x="1" y="74"/>
                    </a:lnTo>
                    <a:lnTo>
                      <a:pt x="1" y="64"/>
                    </a:lnTo>
                    <a:lnTo>
                      <a:pt x="1" y="58"/>
                    </a:lnTo>
                    <a:lnTo>
                      <a:pt x="1" y="54"/>
                    </a:lnTo>
                    <a:lnTo>
                      <a:pt x="1" y="46"/>
                    </a:lnTo>
                    <a:lnTo>
                      <a:pt x="2" y="36"/>
                    </a:lnTo>
                    <a:lnTo>
                      <a:pt x="2" y="29"/>
                    </a:lnTo>
                    <a:lnTo>
                      <a:pt x="2" y="31"/>
                    </a:lnTo>
                    <a:lnTo>
                      <a:pt x="2" y="33"/>
                    </a:lnTo>
                    <a:lnTo>
                      <a:pt x="2" y="23"/>
                    </a:lnTo>
                    <a:lnTo>
                      <a:pt x="2" y="14"/>
                    </a:lnTo>
                    <a:lnTo>
                      <a:pt x="2" y="18"/>
                    </a:lnTo>
                    <a:lnTo>
                      <a:pt x="2" y="22"/>
                    </a:lnTo>
                    <a:lnTo>
                      <a:pt x="2" y="16"/>
                    </a:lnTo>
                    <a:lnTo>
                      <a:pt x="2" y="7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17"/>
                    </a:lnTo>
                    <a:lnTo>
                      <a:pt x="3" y="29"/>
                    </a:lnTo>
                    <a:lnTo>
                      <a:pt x="3" y="21"/>
                    </a:lnTo>
                    <a:lnTo>
                      <a:pt x="3" y="12"/>
                    </a:lnTo>
                    <a:lnTo>
                      <a:pt x="3" y="22"/>
                    </a:lnTo>
                    <a:lnTo>
                      <a:pt x="3" y="41"/>
                    </a:lnTo>
                    <a:lnTo>
                      <a:pt x="3" y="47"/>
                    </a:lnTo>
                    <a:lnTo>
                      <a:pt x="4" y="44"/>
                    </a:lnTo>
                    <a:lnTo>
                      <a:pt x="4" y="40"/>
                    </a:lnTo>
                    <a:lnTo>
                      <a:pt x="4" y="39"/>
                    </a:lnTo>
                    <a:lnTo>
                      <a:pt x="4" y="41"/>
                    </a:lnTo>
                    <a:lnTo>
                      <a:pt x="4" y="44"/>
                    </a:lnTo>
                    <a:lnTo>
                      <a:pt x="4" y="44"/>
                    </a:lnTo>
                    <a:lnTo>
                      <a:pt x="5" y="42"/>
                    </a:lnTo>
                    <a:lnTo>
                      <a:pt x="5" y="46"/>
                    </a:lnTo>
                    <a:lnTo>
                      <a:pt x="5" y="51"/>
                    </a:lnTo>
                    <a:lnTo>
                      <a:pt x="5" y="44"/>
                    </a:lnTo>
                    <a:lnTo>
                      <a:pt x="5" y="30"/>
                    </a:lnTo>
                    <a:lnTo>
                      <a:pt x="5" y="30"/>
                    </a:lnTo>
                    <a:lnTo>
                      <a:pt x="5" y="40"/>
                    </a:lnTo>
                    <a:lnTo>
                      <a:pt x="5" y="40"/>
                    </a:lnTo>
                    <a:lnTo>
                      <a:pt x="5" y="36"/>
                    </a:lnTo>
                    <a:lnTo>
                      <a:pt x="6" y="37"/>
                    </a:lnTo>
                    <a:lnTo>
                      <a:pt x="6" y="35"/>
                    </a:lnTo>
                    <a:lnTo>
                      <a:pt x="6" y="32"/>
                    </a:lnTo>
                    <a:lnTo>
                      <a:pt x="6" y="3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00" name="Freeform 945"/>
              <p:cNvSpPr/>
              <p:nvPr/>
            </p:nvSpPr>
            <p:spPr bwMode="auto">
              <a:xfrm>
                <a:off x="1907" y="2915"/>
                <a:ext cx="6" cy="65"/>
              </a:xfrm>
              <a:custGeom>
                <a:avLst/>
                <a:gdLst>
                  <a:gd name="T0" fmla="*/ 0 w 6"/>
                  <a:gd name="T1" fmla="*/ 2 h 65"/>
                  <a:gd name="T2" fmla="*/ 0 w 6"/>
                  <a:gd name="T3" fmla="*/ 3 h 65"/>
                  <a:gd name="T4" fmla="*/ 0 w 6"/>
                  <a:gd name="T5" fmla="*/ 4 h 65"/>
                  <a:gd name="T6" fmla="*/ 0 w 6"/>
                  <a:gd name="T7" fmla="*/ 5 h 65"/>
                  <a:gd name="T8" fmla="*/ 1 w 6"/>
                  <a:gd name="T9" fmla="*/ 6 h 65"/>
                  <a:gd name="T10" fmla="*/ 1 w 6"/>
                  <a:gd name="T11" fmla="*/ 4 h 65"/>
                  <a:gd name="T12" fmla="*/ 1 w 6"/>
                  <a:gd name="T13" fmla="*/ 0 h 65"/>
                  <a:gd name="T14" fmla="*/ 1 w 6"/>
                  <a:gd name="T15" fmla="*/ 4 h 65"/>
                  <a:gd name="T16" fmla="*/ 1 w 6"/>
                  <a:gd name="T17" fmla="*/ 15 h 65"/>
                  <a:gd name="T18" fmla="*/ 1 w 6"/>
                  <a:gd name="T19" fmla="*/ 25 h 65"/>
                  <a:gd name="T20" fmla="*/ 1 w 6"/>
                  <a:gd name="T21" fmla="*/ 26 h 65"/>
                  <a:gd name="T22" fmla="*/ 1 w 6"/>
                  <a:gd name="T23" fmla="*/ 18 h 65"/>
                  <a:gd name="T24" fmla="*/ 1 w 6"/>
                  <a:gd name="T25" fmla="*/ 15 h 65"/>
                  <a:gd name="T26" fmla="*/ 2 w 6"/>
                  <a:gd name="T27" fmla="*/ 21 h 65"/>
                  <a:gd name="T28" fmla="*/ 2 w 6"/>
                  <a:gd name="T29" fmla="*/ 27 h 65"/>
                  <a:gd name="T30" fmla="*/ 2 w 6"/>
                  <a:gd name="T31" fmla="*/ 27 h 65"/>
                  <a:gd name="T32" fmla="*/ 2 w 6"/>
                  <a:gd name="T33" fmla="*/ 26 h 65"/>
                  <a:gd name="T34" fmla="*/ 2 w 6"/>
                  <a:gd name="T35" fmla="*/ 32 h 65"/>
                  <a:gd name="T36" fmla="*/ 2 w 6"/>
                  <a:gd name="T37" fmla="*/ 39 h 65"/>
                  <a:gd name="T38" fmla="*/ 2 w 6"/>
                  <a:gd name="T39" fmla="*/ 43 h 65"/>
                  <a:gd name="T40" fmla="*/ 2 w 6"/>
                  <a:gd name="T41" fmla="*/ 50 h 65"/>
                  <a:gd name="T42" fmla="*/ 2 w 6"/>
                  <a:gd name="T43" fmla="*/ 59 h 65"/>
                  <a:gd name="T44" fmla="*/ 3 w 6"/>
                  <a:gd name="T45" fmla="*/ 64 h 65"/>
                  <a:gd name="T46" fmla="*/ 3 w 6"/>
                  <a:gd name="T47" fmla="*/ 65 h 65"/>
                  <a:gd name="T48" fmla="*/ 3 w 6"/>
                  <a:gd name="T49" fmla="*/ 64 h 65"/>
                  <a:gd name="T50" fmla="*/ 3 w 6"/>
                  <a:gd name="T51" fmla="*/ 58 h 65"/>
                  <a:gd name="T52" fmla="*/ 3 w 6"/>
                  <a:gd name="T53" fmla="*/ 53 h 65"/>
                  <a:gd name="T54" fmla="*/ 3 w 6"/>
                  <a:gd name="T55" fmla="*/ 55 h 65"/>
                  <a:gd name="T56" fmla="*/ 4 w 6"/>
                  <a:gd name="T57" fmla="*/ 59 h 65"/>
                  <a:gd name="T58" fmla="*/ 4 w 6"/>
                  <a:gd name="T59" fmla="*/ 60 h 65"/>
                  <a:gd name="T60" fmla="*/ 4 w 6"/>
                  <a:gd name="T61" fmla="*/ 62 h 65"/>
                  <a:gd name="T62" fmla="*/ 4 w 6"/>
                  <a:gd name="T63" fmla="*/ 63 h 65"/>
                  <a:gd name="T64" fmla="*/ 4 w 6"/>
                  <a:gd name="T65" fmla="*/ 61 h 65"/>
                  <a:gd name="T66" fmla="*/ 4 w 6"/>
                  <a:gd name="T67" fmla="*/ 58 h 65"/>
                  <a:gd name="T68" fmla="*/ 4 w 6"/>
                  <a:gd name="T69" fmla="*/ 59 h 65"/>
                  <a:gd name="T70" fmla="*/ 4 w 6"/>
                  <a:gd name="T71" fmla="*/ 59 h 65"/>
                  <a:gd name="T72" fmla="*/ 4 w 6"/>
                  <a:gd name="T73" fmla="*/ 57 h 65"/>
                  <a:gd name="T74" fmla="*/ 4 w 6"/>
                  <a:gd name="T75" fmla="*/ 52 h 65"/>
                  <a:gd name="T76" fmla="*/ 5 w 6"/>
                  <a:gd name="T77" fmla="*/ 45 h 65"/>
                  <a:gd name="T78" fmla="*/ 5 w 6"/>
                  <a:gd name="T79" fmla="*/ 40 h 65"/>
                  <a:gd name="T80" fmla="*/ 5 w 6"/>
                  <a:gd name="T81" fmla="*/ 39 h 65"/>
                  <a:gd name="T82" fmla="*/ 5 w 6"/>
                  <a:gd name="T83" fmla="*/ 39 h 65"/>
                  <a:gd name="T84" fmla="*/ 5 w 6"/>
                  <a:gd name="T85" fmla="*/ 34 h 65"/>
                  <a:gd name="T86" fmla="*/ 5 w 6"/>
                  <a:gd name="T87" fmla="*/ 24 h 65"/>
                  <a:gd name="T88" fmla="*/ 6 w 6"/>
                  <a:gd name="T89" fmla="*/ 19 h 65"/>
                  <a:gd name="T90" fmla="*/ 6 w 6"/>
                  <a:gd name="T91" fmla="*/ 18 h 65"/>
                  <a:gd name="T92" fmla="*/ 6 w 6"/>
                  <a:gd name="T93" fmla="*/ 17 h 65"/>
                  <a:gd name="T94" fmla="*/ 6 w 6"/>
                  <a:gd name="T95" fmla="*/ 14 h 65"/>
                  <a:gd name="T96" fmla="*/ 6 w 6"/>
                  <a:gd name="T97" fmla="*/ 9 h 65"/>
                  <a:gd name="T98" fmla="*/ 6 w 6"/>
                  <a:gd name="T99" fmla="*/ 7 h 65"/>
                  <a:gd name="T100" fmla="*/ 6 w 6"/>
                  <a:gd name="T101" fmla="*/ 12 h 65"/>
                  <a:gd name="T102" fmla="*/ 6 w 6"/>
                  <a:gd name="T103" fmla="*/ 17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5">
                    <a:moveTo>
                      <a:pt x="0" y="2"/>
                    </a:moveTo>
                    <a:lnTo>
                      <a:pt x="0" y="3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1" y="6"/>
                    </a:lnTo>
                    <a:lnTo>
                      <a:pt x="1" y="4"/>
                    </a:lnTo>
                    <a:lnTo>
                      <a:pt x="1" y="0"/>
                    </a:lnTo>
                    <a:lnTo>
                      <a:pt x="1" y="4"/>
                    </a:lnTo>
                    <a:lnTo>
                      <a:pt x="1" y="15"/>
                    </a:lnTo>
                    <a:lnTo>
                      <a:pt x="1" y="25"/>
                    </a:lnTo>
                    <a:lnTo>
                      <a:pt x="1" y="26"/>
                    </a:lnTo>
                    <a:lnTo>
                      <a:pt x="1" y="18"/>
                    </a:lnTo>
                    <a:lnTo>
                      <a:pt x="1" y="15"/>
                    </a:lnTo>
                    <a:lnTo>
                      <a:pt x="2" y="21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2" y="26"/>
                    </a:lnTo>
                    <a:lnTo>
                      <a:pt x="2" y="32"/>
                    </a:lnTo>
                    <a:lnTo>
                      <a:pt x="2" y="39"/>
                    </a:lnTo>
                    <a:lnTo>
                      <a:pt x="2" y="43"/>
                    </a:lnTo>
                    <a:lnTo>
                      <a:pt x="2" y="50"/>
                    </a:lnTo>
                    <a:lnTo>
                      <a:pt x="2" y="59"/>
                    </a:lnTo>
                    <a:lnTo>
                      <a:pt x="3" y="64"/>
                    </a:lnTo>
                    <a:lnTo>
                      <a:pt x="3" y="65"/>
                    </a:lnTo>
                    <a:lnTo>
                      <a:pt x="3" y="64"/>
                    </a:lnTo>
                    <a:lnTo>
                      <a:pt x="3" y="58"/>
                    </a:lnTo>
                    <a:lnTo>
                      <a:pt x="3" y="53"/>
                    </a:lnTo>
                    <a:lnTo>
                      <a:pt x="3" y="55"/>
                    </a:lnTo>
                    <a:lnTo>
                      <a:pt x="4" y="59"/>
                    </a:lnTo>
                    <a:lnTo>
                      <a:pt x="4" y="60"/>
                    </a:lnTo>
                    <a:lnTo>
                      <a:pt x="4" y="62"/>
                    </a:lnTo>
                    <a:lnTo>
                      <a:pt x="4" y="63"/>
                    </a:lnTo>
                    <a:lnTo>
                      <a:pt x="4" y="61"/>
                    </a:lnTo>
                    <a:lnTo>
                      <a:pt x="4" y="58"/>
                    </a:lnTo>
                    <a:lnTo>
                      <a:pt x="4" y="59"/>
                    </a:lnTo>
                    <a:lnTo>
                      <a:pt x="4" y="59"/>
                    </a:lnTo>
                    <a:lnTo>
                      <a:pt x="4" y="57"/>
                    </a:lnTo>
                    <a:lnTo>
                      <a:pt x="4" y="52"/>
                    </a:lnTo>
                    <a:lnTo>
                      <a:pt x="5" y="45"/>
                    </a:lnTo>
                    <a:lnTo>
                      <a:pt x="5" y="40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34"/>
                    </a:lnTo>
                    <a:lnTo>
                      <a:pt x="5" y="24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6" y="17"/>
                    </a:lnTo>
                    <a:lnTo>
                      <a:pt x="6" y="14"/>
                    </a:lnTo>
                    <a:lnTo>
                      <a:pt x="6" y="9"/>
                    </a:lnTo>
                    <a:lnTo>
                      <a:pt x="6" y="7"/>
                    </a:lnTo>
                    <a:lnTo>
                      <a:pt x="6" y="12"/>
                    </a:lnTo>
                    <a:lnTo>
                      <a:pt x="6" y="1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01" name="Freeform 946"/>
              <p:cNvSpPr/>
              <p:nvPr/>
            </p:nvSpPr>
            <p:spPr bwMode="auto">
              <a:xfrm>
                <a:off x="1913" y="2904"/>
                <a:ext cx="7" cy="65"/>
              </a:xfrm>
              <a:custGeom>
                <a:avLst/>
                <a:gdLst>
                  <a:gd name="T0" fmla="*/ 0 w 7"/>
                  <a:gd name="T1" fmla="*/ 23 h 65"/>
                  <a:gd name="T2" fmla="*/ 0 w 7"/>
                  <a:gd name="T3" fmla="*/ 28 h 65"/>
                  <a:gd name="T4" fmla="*/ 0 w 7"/>
                  <a:gd name="T5" fmla="*/ 25 h 65"/>
                  <a:gd name="T6" fmla="*/ 1 w 7"/>
                  <a:gd name="T7" fmla="*/ 22 h 65"/>
                  <a:gd name="T8" fmla="*/ 1 w 7"/>
                  <a:gd name="T9" fmla="*/ 23 h 65"/>
                  <a:gd name="T10" fmla="*/ 1 w 7"/>
                  <a:gd name="T11" fmla="*/ 24 h 65"/>
                  <a:gd name="T12" fmla="*/ 1 w 7"/>
                  <a:gd name="T13" fmla="*/ 23 h 65"/>
                  <a:gd name="T14" fmla="*/ 1 w 7"/>
                  <a:gd name="T15" fmla="*/ 21 h 65"/>
                  <a:gd name="T16" fmla="*/ 1 w 7"/>
                  <a:gd name="T17" fmla="*/ 17 h 65"/>
                  <a:gd name="T18" fmla="*/ 1 w 7"/>
                  <a:gd name="T19" fmla="*/ 17 h 65"/>
                  <a:gd name="T20" fmla="*/ 1 w 7"/>
                  <a:gd name="T21" fmla="*/ 24 h 65"/>
                  <a:gd name="T22" fmla="*/ 1 w 7"/>
                  <a:gd name="T23" fmla="*/ 28 h 65"/>
                  <a:gd name="T24" fmla="*/ 2 w 7"/>
                  <a:gd name="T25" fmla="*/ 28 h 65"/>
                  <a:gd name="T26" fmla="*/ 2 w 7"/>
                  <a:gd name="T27" fmla="*/ 29 h 65"/>
                  <a:gd name="T28" fmla="*/ 2 w 7"/>
                  <a:gd name="T29" fmla="*/ 30 h 65"/>
                  <a:gd name="T30" fmla="*/ 2 w 7"/>
                  <a:gd name="T31" fmla="*/ 27 h 65"/>
                  <a:gd name="T32" fmla="*/ 2 w 7"/>
                  <a:gd name="T33" fmla="*/ 23 h 65"/>
                  <a:gd name="T34" fmla="*/ 2 w 7"/>
                  <a:gd name="T35" fmla="*/ 22 h 65"/>
                  <a:gd name="T36" fmla="*/ 3 w 7"/>
                  <a:gd name="T37" fmla="*/ 18 h 65"/>
                  <a:gd name="T38" fmla="*/ 3 w 7"/>
                  <a:gd name="T39" fmla="*/ 16 h 65"/>
                  <a:gd name="T40" fmla="*/ 3 w 7"/>
                  <a:gd name="T41" fmla="*/ 16 h 65"/>
                  <a:gd name="T42" fmla="*/ 3 w 7"/>
                  <a:gd name="T43" fmla="*/ 11 h 65"/>
                  <a:gd name="T44" fmla="*/ 3 w 7"/>
                  <a:gd name="T45" fmla="*/ 5 h 65"/>
                  <a:gd name="T46" fmla="*/ 3 w 7"/>
                  <a:gd name="T47" fmla="*/ 9 h 65"/>
                  <a:gd name="T48" fmla="*/ 3 w 7"/>
                  <a:gd name="T49" fmla="*/ 15 h 65"/>
                  <a:gd name="T50" fmla="*/ 3 w 7"/>
                  <a:gd name="T51" fmla="*/ 11 h 65"/>
                  <a:gd name="T52" fmla="*/ 3 w 7"/>
                  <a:gd name="T53" fmla="*/ 8 h 65"/>
                  <a:gd name="T54" fmla="*/ 4 w 7"/>
                  <a:gd name="T55" fmla="*/ 8 h 65"/>
                  <a:gd name="T56" fmla="*/ 4 w 7"/>
                  <a:gd name="T57" fmla="*/ 4 h 65"/>
                  <a:gd name="T58" fmla="*/ 4 w 7"/>
                  <a:gd name="T59" fmla="*/ 2 h 65"/>
                  <a:gd name="T60" fmla="*/ 4 w 7"/>
                  <a:gd name="T61" fmla="*/ 4 h 65"/>
                  <a:gd name="T62" fmla="*/ 4 w 7"/>
                  <a:gd name="T63" fmla="*/ 3 h 65"/>
                  <a:gd name="T64" fmla="*/ 4 w 7"/>
                  <a:gd name="T65" fmla="*/ 0 h 65"/>
                  <a:gd name="T66" fmla="*/ 5 w 7"/>
                  <a:gd name="T67" fmla="*/ 3 h 65"/>
                  <a:gd name="T68" fmla="*/ 5 w 7"/>
                  <a:gd name="T69" fmla="*/ 10 h 65"/>
                  <a:gd name="T70" fmla="*/ 5 w 7"/>
                  <a:gd name="T71" fmla="*/ 11 h 65"/>
                  <a:gd name="T72" fmla="*/ 5 w 7"/>
                  <a:gd name="T73" fmla="*/ 16 h 65"/>
                  <a:gd name="T74" fmla="*/ 5 w 7"/>
                  <a:gd name="T75" fmla="*/ 26 h 65"/>
                  <a:gd name="T76" fmla="*/ 5 w 7"/>
                  <a:gd name="T77" fmla="*/ 32 h 65"/>
                  <a:gd name="T78" fmla="*/ 5 w 7"/>
                  <a:gd name="T79" fmla="*/ 29 h 65"/>
                  <a:gd name="T80" fmla="*/ 5 w 7"/>
                  <a:gd name="T81" fmla="*/ 35 h 65"/>
                  <a:gd name="T82" fmla="*/ 5 w 7"/>
                  <a:gd name="T83" fmla="*/ 49 h 65"/>
                  <a:gd name="T84" fmla="*/ 6 w 7"/>
                  <a:gd name="T85" fmla="*/ 53 h 65"/>
                  <a:gd name="T86" fmla="*/ 6 w 7"/>
                  <a:gd name="T87" fmla="*/ 50 h 65"/>
                  <a:gd name="T88" fmla="*/ 6 w 7"/>
                  <a:gd name="T89" fmla="*/ 54 h 65"/>
                  <a:gd name="T90" fmla="*/ 6 w 7"/>
                  <a:gd name="T91" fmla="*/ 54 h 65"/>
                  <a:gd name="T92" fmla="*/ 6 w 7"/>
                  <a:gd name="T93" fmla="*/ 49 h 65"/>
                  <a:gd name="T94" fmla="*/ 6 w 7"/>
                  <a:gd name="T95" fmla="*/ 56 h 65"/>
                  <a:gd name="T96" fmla="*/ 7 w 7"/>
                  <a:gd name="T97" fmla="*/ 65 h 65"/>
                  <a:gd name="T98" fmla="*/ 7 w 7"/>
                  <a:gd name="T99" fmla="*/ 57 h 65"/>
                  <a:gd name="T100" fmla="*/ 7 w 7"/>
                  <a:gd name="T101" fmla="*/ 47 h 65"/>
                  <a:gd name="T102" fmla="*/ 7 w 7"/>
                  <a:gd name="T103" fmla="*/ 5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65">
                    <a:moveTo>
                      <a:pt x="0" y="23"/>
                    </a:moveTo>
                    <a:lnTo>
                      <a:pt x="0" y="28"/>
                    </a:lnTo>
                    <a:lnTo>
                      <a:pt x="0" y="25"/>
                    </a:lnTo>
                    <a:lnTo>
                      <a:pt x="1" y="22"/>
                    </a:lnTo>
                    <a:lnTo>
                      <a:pt x="1" y="23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1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1" y="24"/>
                    </a:lnTo>
                    <a:lnTo>
                      <a:pt x="1" y="28"/>
                    </a:lnTo>
                    <a:lnTo>
                      <a:pt x="2" y="28"/>
                    </a:lnTo>
                    <a:lnTo>
                      <a:pt x="2" y="29"/>
                    </a:lnTo>
                    <a:lnTo>
                      <a:pt x="2" y="30"/>
                    </a:lnTo>
                    <a:lnTo>
                      <a:pt x="2" y="27"/>
                    </a:lnTo>
                    <a:lnTo>
                      <a:pt x="2" y="23"/>
                    </a:lnTo>
                    <a:lnTo>
                      <a:pt x="2" y="22"/>
                    </a:lnTo>
                    <a:lnTo>
                      <a:pt x="3" y="18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1"/>
                    </a:lnTo>
                    <a:lnTo>
                      <a:pt x="3" y="5"/>
                    </a:lnTo>
                    <a:lnTo>
                      <a:pt x="3" y="9"/>
                    </a:lnTo>
                    <a:lnTo>
                      <a:pt x="3" y="15"/>
                    </a:lnTo>
                    <a:lnTo>
                      <a:pt x="3" y="11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4" y="4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4" y="0"/>
                    </a:lnTo>
                    <a:lnTo>
                      <a:pt x="5" y="3"/>
                    </a:lnTo>
                    <a:lnTo>
                      <a:pt x="5" y="10"/>
                    </a:lnTo>
                    <a:lnTo>
                      <a:pt x="5" y="11"/>
                    </a:lnTo>
                    <a:lnTo>
                      <a:pt x="5" y="16"/>
                    </a:lnTo>
                    <a:lnTo>
                      <a:pt x="5" y="26"/>
                    </a:lnTo>
                    <a:lnTo>
                      <a:pt x="5" y="32"/>
                    </a:lnTo>
                    <a:lnTo>
                      <a:pt x="5" y="29"/>
                    </a:lnTo>
                    <a:lnTo>
                      <a:pt x="5" y="35"/>
                    </a:lnTo>
                    <a:lnTo>
                      <a:pt x="5" y="49"/>
                    </a:lnTo>
                    <a:lnTo>
                      <a:pt x="6" y="53"/>
                    </a:lnTo>
                    <a:lnTo>
                      <a:pt x="6" y="50"/>
                    </a:lnTo>
                    <a:lnTo>
                      <a:pt x="6" y="54"/>
                    </a:lnTo>
                    <a:lnTo>
                      <a:pt x="6" y="54"/>
                    </a:lnTo>
                    <a:lnTo>
                      <a:pt x="6" y="49"/>
                    </a:lnTo>
                    <a:lnTo>
                      <a:pt x="6" y="56"/>
                    </a:lnTo>
                    <a:lnTo>
                      <a:pt x="7" y="65"/>
                    </a:lnTo>
                    <a:lnTo>
                      <a:pt x="7" y="57"/>
                    </a:lnTo>
                    <a:lnTo>
                      <a:pt x="7" y="47"/>
                    </a:lnTo>
                    <a:lnTo>
                      <a:pt x="7" y="5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02" name="Freeform 947"/>
              <p:cNvSpPr/>
              <p:nvPr/>
            </p:nvSpPr>
            <p:spPr bwMode="auto">
              <a:xfrm>
                <a:off x="1920" y="2951"/>
                <a:ext cx="6" cy="187"/>
              </a:xfrm>
              <a:custGeom>
                <a:avLst/>
                <a:gdLst>
                  <a:gd name="T0" fmla="*/ 0 w 6"/>
                  <a:gd name="T1" fmla="*/ 0 h 187"/>
                  <a:gd name="T2" fmla="*/ 0 w 6"/>
                  <a:gd name="T3" fmla="*/ 7 h 187"/>
                  <a:gd name="T4" fmla="*/ 0 w 6"/>
                  <a:gd name="T5" fmla="*/ 16 h 187"/>
                  <a:gd name="T6" fmla="*/ 0 w 6"/>
                  <a:gd name="T7" fmla="*/ 16 h 187"/>
                  <a:gd name="T8" fmla="*/ 0 w 6"/>
                  <a:gd name="T9" fmla="*/ 16 h 187"/>
                  <a:gd name="T10" fmla="*/ 0 w 6"/>
                  <a:gd name="T11" fmla="*/ 18 h 187"/>
                  <a:gd name="T12" fmla="*/ 0 w 6"/>
                  <a:gd name="T13" fmla="*/ 12 h 187"/>
                  <a:gd name="T14" fmla="*/ 0 w 6"/>
                  <a:gd name="T15" fmla="*/ 9 h 187"/>
                  <a:gd name="T16" fmla="*/ 1 w 6"/>
                  <a:gd name="T17" fmla="*/ 19 h 187"/>
                  <a:gd name="T18" fmla="*/ 1 w 6"/>
                  <a:gd name="T19" fmla="*/ 22 h 187"/>
                  <a:gd name="T20" fmla="*/ 1 w 6"/>
                  <a:gd name="T21" fmla="*/ 8 h 187"/>
                  <a:gd name="T22" fmla="*/ 1 w 6"/>
                  <a:gd name="T23" fmla="*/ 4 h 187"/>
                  <a:gd name="T24" fmla="*/ 1 w 6"/>
                  <a:gd name="T25" fmla="*/ 17 h 187"/>
                  <a:gd name="T26" fmla="*/ 1 w 6"/>
                  <a:gd name="T27" fmla="*/ 20 h 187"/>
                  <a:gd name="T28" fmla="*/ 1 w 6"/>
                  <a:gd name="T29" fmla="*/ 12 h 187"/>
                  <a:gd name="T30" fmla="*/ 1 w 6"/>
                  <a:gd name="T31" fmla="*/ 11 h 187"/>
                  <a:gd name="T32" fmla="*/ 1 w 6"/>
                  <a:gd name="T33" fmla="*/ 17 h 187"/>
                  <a:gd name="T34" fmla="*/ 2 w 6"/>
                  <a:gd name="T35" fmla="*/ 20 h 187"/>
                  <a:gd name="T36" fmla="*/ 2 w 6"/>
                  <a:gd name="T37" fmla="*/ 26 h 187"/>
                  <a:gd name="T38" fmla="*/ 2 w 6"/>
                  <a:gd name="T39" fmla="*/ 31 h 187"/>
                  <a:gd name="T40" fmla="*/ 2 w 6"/>
                  <a:gd name="T41" fmla="*/ 29 h 187"/>
                  <a:gd name="T42" fmla="*/ 2 w 6"/>
                  <a:gd name="T43" fmla="*/ 28 h 187"/>
                  <a:gd name="T44" fmla="*/ 2 w 6"/>
                  <a:gd name="T45" fmla="*/ 40 h 187"/>
                  <a:gd name="T46" fmla="*/ 3 w 6"/>
                  <a:gd name="T47" fmla="*/ 57 h 187"/>
                  <a:gd name="T48" fmla="*/ 3 w 6"/>
                  <a:gd name="T49" fmla="*/ 60 h 187"/>
                  <a:gd name="T50" fmla="*/ 3 w 6"/>
                  <a:gd name="T51" fmla="*/ 57 h 187"/>
                  <a:gd name="T52" fmla="*/ 3 w 6"/>
                  <a:gd name="T53" fmla="*/ 65 h 187"/>
                  <a:gd name="T54" fmla="*/ 3 w 6"/>
                  <a:gd name="T55" fmla="*/ 81 h 187"/>
                  <a:gd name="T56" fmla="*/ 3 w 6"/>
                  <a:gd name="T57" fmla="*/ 81 h 187"/>
                  <a:gd name="T58" fmla="*/ 3 w 6"/>
                  <a:gd name="T59" fmla="*/ 77 h 187"/>
                  <a:gd name="T60" fmla="*/ 3 w 6"/>
                  <a:gd name="T61" fmla="*/ 90 h 187"/>
                  <a:gd name="T62" fmla="*/ 3 w 6"/>
                  <a:gd name="T63" fmla="*/ 113 h 187"/>
                  <a:gd name="T64" fmla="*/ 4 w 6"/>
                  <a:gd name="T65" fmla="*/ 121 h 187"/>
                  <a:gd name="T66" fmla="*/ 4 w 6"/>
                  <a:gd name="T67" fmla="*/ 115 h 187"/>
                  <a:gd name="T68" fmla="*/ 4 w 6"/>
                  <a:gd name="T69" fmla="*/ 116 h 187"/>
                  <a:gd name="T70" fmla="*/ 4 w 6"/>
                  <a:gd name="T71" fmla="*/ 131 h 187"/>
                  <a:gd name="T72" fmla="*/ 4 w 6"/>
                  <a:gd name="T73" fmla="*/ 147 h 187"/>
                  <a:gd name="T74" fmla="*/ 4 w 6"/>
                  <a:gd name="T75" fmla="*/ 158 h 187"/>
                  <a:gd name="T76" fmla="*/ 5 w 6"/>
                  <a:gd name="T77" fmla="*/ 163 h 187"/>
                  <a:gd name="T78" fmla="*/ 5 w 6"/>
                  <a:gd name="T79" fmla="*/ 155 h 187"/>
                  <a:gd name="T80" fmla="*/ 5 w 6"/>
                  <a:gd name="T81" fmla="*/ 148 h 187"/>
                  <a:gd name="T82" fmla="*/ 5 w 6"/>
                  <a:gd name="T83" fmla="*/ 166 h 187"/>
                  <a:gd name="T84" fmla="*/ 5 w 6"/>
                  <a:gd name="T85" fmla="*/ 187 h 187"/>
                  <a:gd name="T86" fmla="*/ 5 w 6"/>
                  <a:gd name="T87" fmla="*/ 173 h 187"/>
                  <a:gd name="T88" fmla="*/ 5 w 6"/>
                  <a:gd name="T89" fmla="*/ 152 h 187"/>
                  <a:gd name="T90" fmla="*/ 5 w 6"/>
                  <a:gd name="T91" fmla="*/ 161 h 187"/>
                  <a:gd name="T92" fmla="*/ 5 w 6"/>
                  <a:gd name="T93" fmla="*/ 166 h 187"/>
                  <a:gd name="T94" fmla="*/ 6 w 6"/>
                  <a:gd name="T95" fmla="*/ 154 h 187"/>
                  <a:gd name="T96" fmla="*/ 6 w 6"/>
                  <a:gd name="T97" fmla="*/ 164 h 187"/>
                  <a:gd name="T98" fmla="*/ 6 w 6"/>
                  <a:gd name="T99" fmla="*/ 183 h 187"/>
                  <a:gd name="T100" fmla="*/ 6 w 6"/>
                  <a:gd name="T101" fmla="*/ 170 h 187"/>
                  <a:gd name="T102" fmla="*/ 6 w 6"/>
                  <a:gd name="T103" fmla="*/ 156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87">
                    <a:moveTo>
                      <a:pt x="0" y="0"/>
                    </a:moveTo>
                    <a:lnTo>
                      <a:pt x="0" y="7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0" y="9"/>
                    </a:lnTo>
                    <a:lnTo>
                      <a:pt x="1" y="19"/>
                    </a:lnTo>
                    <a:lnTo>
                      <a:pt x="1" y="22"/>
                    </a:lnTo>
                    <a:lnTo>
                      <a:pt x="1" y="8"/>
                    </a:lnTo>
                    <a:lnTo>
                      <a:pt x="1" y="4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1" y="12"/>
                    </a:lnTo>
                    <a:lnTo>
                      <a:pt x="1" y="11"/>
                    </a:lnTo>
                    <a:lnTo>
                      <a:pt x="1" y="17"/>
                    </a:lnTo>
                    <a:lnTo>
                      <a:pt x="2" y="20"/>
                    </a:lnTo>
                    <a:lnTo>
                      <a:pt x="2" y="26"/>
                    </a:lnTo>
                    <a:lnTo>
                      <a:pt x="2" y="31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40"/>
                    </a:lnTo>
                    <a:lnTo>
                      <a:pt x="3" y="57"/>
                    </a:lnTo>
                    <a:lnTo>
                      <a:pt x="3" y="60"/>
                    </a:lnTo>
                    <a:lnTo>
                      <a:pt x="3" y="57"/>
                    </a:lnTo>
                    <a:lnTo>
                      <a:pt x="3" y="65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77"/>
                    </a:lnTo>
                    <a:lnTo>
                      <a:pt x="3" y="90"/>
                    </a:lnTo>
                    <a:lnTo>
                      <a:pt x="3" y="113"/>
                    </a:lnTo>
                    <a:lnTo>
                      <a:pt x="4" y="121"/>
                    </a:lnTo>
                    <a:lnTo>
                      <a:pt x="4" y="115"/>
                    </a:lnTo>
                    <a:lnTo>
                      <a:pt x="4" y="116"/>
                    </a:lnTo>
                    <a:lnTo>
                      <a:pt x="4" y="131"/>
                    </a:lnTo>
                    <a:lnTo>
                      <a:pt x="4" y="147"/>
                    </a:lnTo>
                    <a:lnTo>
                      <a:pt x="4" y="158"/>
                    </a:lnTo>
                    <a:lnTo>
                      <a:pt x="5" y="163"/>
                    </a:lnTo>
                    <a:lnTo>
                      <a:pt x="5" y="155"/>
                    </a:lnTo>
                    <a:lnTo>
                      <a:pt x="5" y="148"/>
                    </a:lnTo>
                    <a:lnTo>
                      <a:pt x="5" y="166"/>
                    </a:lnTo>
                    <a:lnTo>
                      <a:pt x="5" y="187"/>
                    </a:lnTo>
                    <a:lnTo>
                      <a:pt x="5" y="173"/>
                    </a:lnTo>
                    <a:lnTo>
                      <a:pt x="5" y="152"/>
                    </a:lnTo>
                    <a:lnTo>
                      <a:pt x="5" y="161"/>
                    </a:lnTo>
                    <a:lnTo>
                      <a:pt x="5" y="166"/>
                    </a:lnTo>
                    <a:lnTo>
                      <a:pt x="6" y="154"/>
                    </a:lnTo>
                    <a:lnTo>
                      <a:pt x="6" y="164"/>
                    </a:lnTo>
                    <a:lnTo>
                      <a:pt x="6" y="183"/>
                    </a:lnTo>
                    <a:lnTo>
                      <a:pt x="6" y="170"/>
                    </a:lnTo>
                    <a:lnTo>
                      <a:pt x="6" y="15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03" name="Freeform 948"/>
              <p:cNvSpPr/>
              <p:nvPr/>
            </p:nvSpPr>
            <p:spPr bwMode="auto">
              <a:xfrm>
                <a:off x="1926" y="2901"/>
                <a:ext cx="6" cy="231"/>
              </a:xfrm>
              <a:custGeom>
                <a:avLst/>
                <a:gdLst>
                  <a:gd name="T0" fmla="*/ 0 w 6"/>
                  <a:gd name="T1" fmla="*/ 220 h 231"/>
                  <a:gd name="T2" fmla="*/ 0 w 6"/>
                  <a:gd name="T3" fmla="*/ 206 h 231"/>
                  <a:gd name="T4" fmla="*/ 0 w 6"/>
                  <a:gd name="T5" fmla="*/ 222 h 231"/>
                  <a:gd name="T6" fmla="*/ 0 w 6"/>
                  <a:gd name="T7" fmla="*/ 231 h 231"/>
                  <a:gd name="T8" fmla="*/ 0 w 6"/>
                  <a:gd name="T9" fmla="*/ 213 h 231"/>
                  <a:gd name="T10" fmla="*/ 0 w 6"/>
                  <a:gd name="T11" fmla="*/ 205 h 231"/>
                  <a:gd name="T12" fmla="*/ 1 w 6"/>
                  <a:gd name="T13" fmla="*/ 208 h 231"/>
                  <a:gd name="T14" fmla="*/ 1 w 6"/>
                  <a:gd name="T15" fmla="*/ 184 h 231"/>
                  <a:gd name="T16" fmla="*/ 1 w 6"/>
                  <a:gd name="T17" fmla="*/ 160 h 231"/>
                  <a:gd name="T18" fmla="*/ 1 w 6"/>
                  <a:gd name="T19" fmla="*/ 176 h 231"/>
                  <a:gd name="T20" fmla="*/ 1 w 6"/>
                  <a:gd name="T21" fmla="*/ 188 h 231"/>
                  <a:gd name="T22" fmla="*/ 1 w 6"/>
                  <a:gd name="T23" fmla="*/ 161 h 231"/>
                  <a:gd name="T24" fmla="*/ 2 w 6"/>
                  <a:gd name="T25" fmla="*/ 147 h 231"/>
                  <a:gd name="T26" fmla="*/ 2 w 6"/>
                  <a:gd name="T27" fmla="*/ 169 h 231"/>
                  <a:gd name="T28" fmla="*/ 2 w 6"/>
                  <a:gd name="T29" fmla="*/ 167 h 231"/>
                  <a:gd name="T30" fmla="*/ 2 w 6"/>
                  <a:gd name="T31" fmla="*/ 140 h 231"/>
                  <a:gd name="T32" fmla="*/ 2 w 6"/>
                  <a:gd name="T33" fmla="*/ 133 h 231"/>
                  <a:gd name="T34" fmla="*/ 2 w 6"/>
                  <a:gd name="T35" fmla="*/ 126 h 231"/>
                  <a:gd name="T36" fmla="*/ 2 w 6"/>
                  <a:gd name="T37" fmla="*/ 97 h 231"/>
                  <a:gd name="T38" fmla="*/ 2 w 6"/>
                  <a:gd name="T39" fmla="*/ 84 h 231"/>
                  <a:gd name="T40" fmla="*/ 2 w 6"/>
                  <a:gd name="T41" fmla="*/ 96 h 231"/>
                  <a:gd name="T42" fmla="*/ 2 w 6"/>
                  <a:gd name="T43" fmla="*/ 82 h 231"/>
                  <a:gd name="T44" fmla="*/ 3 w 6"/>
                  <a:gd name="T45" fmla="*/ 53 h 231"/>
                  <a:gd name="T46" fmla="*/ 3 w 6"/>
                  <a:gd name="T47" fmla="*/ 55 h 231"/>
                  <a:gd name="T48" fmla="*/ 3 w 6"/>
                  <a:gd name="T49" fmla="*/ 67 h 231"/>
                  <a:gd name="T50" fmla="*/ 3 w 6"/>
                  <a:gd name="T51" fmla="*/ 51 h 231"/>
                  <a:gd name="T52" fmla="*/ 3 w 6"/>
                  <a:gd name="T53" fmla="*/ 38 h 231"/>
                  <a:gd name="T54" fmla="*/ 3 w 6"/>
                  <a:gd name="T55" fmla="*/ 51 h 231"/>
                  <a:gd name="T56" fmla="*/ 4 w 6"/>
                  <a:gd name="T57" fmla="*/ 54 h 231"/>
                  <a:gd name="T58" fmla="*/ 4 w 6"/>
                  <a:gd name="T59" fmla="*/ 35 h 231"/>
                  <a:gd name="T60" fmla="*/ 4 w 6"/>
                  <a:gd name="T61" fmla="*/ 23 h 231"/>
                  <a:gd name="T62" fmla="*/ 4 w 6"/>
                  <a:gd name="T63" fmla="*/ 26 h 231"/>
                  <a:gd name="T64" fmla="*/ 4 w 6"/>
                  <a:gd name="T65" fmla="*/ 22 h 231"/>
                  <a:gd name="T66" fmla="*/ 4 w 6"/>
                  <a:gd name="T67" fmla="*/ 17 h 231"/>
                  <a:gd name="T68" fmla="*/ 4 w 6"/>
                  <a:gd name="T69" fmla="*/ 22 h 231"/>
                  <a:gd name="T70" fmla="*/ 4 w 6"/>
                  <a:gd name="T71" fmla="*/ 17 h 231"/>
                  <a:gd name="T72" fmla="*/ 4 w 6"/>
                  <a:gd name="T73" fmla="*/ 0 h 231"/>
                  <a:gd name="T74" fmla="*/ 5 w 6"/>
                  <a:gd name="T75" fmla="*/ 1 h 231"/>
                  <a:gd name="T76" fmla="*/ 5 w 6"/>
                  <a:gd name="T77" fmla="*/ 24 h 231"/>
                  <a:gd name="T78" fmla="*/ 5 w 6"/>
                  <a:gd name="T79" fmla="*/ 30 h 231"/>
                  <a:gd name="T80" fmla="*/ 5 w 6"/>
                  <a:gd name="T81" fmla="*/ 13 h 231"/>
                  <a:gd name="T82" fmla="*/ 5 w 6"/>
                  <a:gd name="T83" fmla="*/ 16 h 231"/>
                  <a:gd name="T84" fmla="*/ 5 w 6"/>
                  <a:gd name="T85" fmla="*/ 36 h 231"/>
                  <a:gd name="T86" fmla="*/ 5 w 6"/>
                  <a:gd name="T87" fmla="*/ 36 h 231"/>
                  <a:gd name="T88" fmla="*/ 5 w 6"/>
                  <a:gd name="T89" fmla="*/ 26 h 231"/>
                  <a:gd name="T90" fmla="*/ 5 w 6"/>
                  <a:gd name="T91" fmla="*/ 33 h 231"/>
                  <a:gd name="T92" fmla="*/ 6 w 6"/>
                  <a:gd name="T93" fmla="*/ 40 h 231"/>
                  <a:gd name="T94" fmla="*/ 6 w 6"/>
                  <a:gd name="T95" fmla="*/ 28 h 231"/>
                  <a:gd name="T96" fmla="*/ 6 w 6"/>
                  <a:gd name="T97" fmla="*/ 19 h 231"/>
                  <a:gd name="T98" fmla="*/ 6 w 6"/>
                  <a:gd name="T99" fmla="*/ 21 h 231"/>
                  <a:gd name="T100" fmla="*/ 6 w 6"/>
                  <a:gd name="T101" fmla="*/ 18 h 231"/>
                  <a:gd name="T102" fmla="*/ 6 w 6"/>
                  <a:gd name="T103" fmla="*/ 16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231">
                    <a:moveTo>
                      <a:pt x="0" y="220"/>
                    </a:moveTo>
                    <a:lnTo>
                      <a:pt x="0" y="206"/>
                    </a:lnTo>
                    <a:lnTo>
                      <a:pt x="0" y="222"/>
                    </a:lnTo>
                    <a:lnTo>
                      <a:pt x="0" y="231"/>
                    </a:lnTo>
                    <a:lnTo>
                      <a:pt x="0" y="213"/>
                    </a:lnTo>
                    <a:lnTo>
                      <a:pt x="0" y="205"/>
                    </a:lnTo>
                    <a:lnTo>
                      <a:pt x="1" y="208"/>
                    </a:lnTo>
                    <a:lnTo>
                      <a:pt x="1" y="184"/>
                    </a:lnTo>
                    <a:lnTo>
                      <a:pt x="1" y="160"/>
                    </a:lnTo>
                    <a:lnTo>
                      <a:pt x="1" y="176"/>
                    </a:lnTo>
                    <a:lnTo>
                      <a:pt x="1" y="188"/>
                    </a:lnTo>
                    <a:lnTo>
                      <a:pt x="1" y="161"/>
                    </a:lnTo>
                    <a:lnTo>
                      <a:pt x="2" y="147"/>
                    </a:lnTo>
                    <a:lnTo>
                      <a:pt x="2" y="169"/>
                    </a:lnTo>
                    <a:lnTo>
                      <a:pt x="2" y="167"/>
                    </a:lnTo>
                    <a:lnTo>
                      <a:pt x="2" y="140"/>
                    </a:lnTo>
                    <a:lnTo>
                      <a:pt x="2" y="133"/>
                    </a:lnTo>
                    <a:lnTo>
                      <a:pt x="2" y="126"/>
                    </a:lnTo>
                    <a:lnTo>
                      <a:pt x="2" y="97"/>
                    </a:lnTo>
                    <a:lnTo>
                      <a:pt x="2" y="84"/>
                    </a:lnTo>
                    <a:lnTo>
                      <a:pt x="2" y="96"/>
                    </a:lnTo>
                    <a:lnTo>
                      <a:pt x="2" y="82"/>
                    </a:lnTo>
                    <a:lnTo>
                      <a:pt x="3" y="53"/>
                    </a:lnTo>
                    <a:lnTo>
                      <a:pt x="3" y="55"/>
                    </a:lnTo>
                    <a:lnTo>
                      <a:pt x="3" y="67"/>
                    </a:lnTo>
                    <a:lnTo>
                      <a:pt x="3" y="51"/>
                    </a:lnTo>
                    <a:lnTo>
                      <a:pt x="3" y="38"/>
                    </a:lnTo>
                    <a:lnTo>
                      <a:pt x="3" y="51"/>
                    </a:lnTo>
                    <a:lnTo>
                      <a:pt x="4" y="54"/>
                    </a:lnTo>
                    <a:lnTo>
                      <a:pt x="4" y="35"/>
                    </a:lnTo>
                    <a:lnTo>
                      <a:pt x="4" y="23"/>
                    </a:lnTo>
                    <a:lnTo>
                      <a:pt x="4" y="26"/>
                    </a:lnTo>
                    <a:lnTo>
                      <a:pt x="4" y="22"/>
                    </a:lnTo>
                    <a:lnTo>
                      <a:pt x="4" y="17"/>
                    </a:lnTo>
                    <a:lnTo>
                      <a:pt x="4" y="22"/>
                    </a:lnTo>
                    <a:lnTo>
                      <a:pt x="4" y="17"/>
                    </a:lnTo>
                    <a:lnTo>
                      <a:pt x="4" y="0"/>
                    </a:lnTo>
                    <a:lnTo>
                      <a:pt x="5" y="1"/>
                    </a:lnTo>
                    <a:lnTo>
                      <a:pt x="5" y="24"/>
                    </a:lnTo>
                    <a:lnTo>
                      <a:pt x="5" y="30"/>
                    </a:lnTo>
                    <a:lnTo>
                      <a:pt x="5" y="13"/>
                    </a:lnTo>
                    <a:lnTo>
                      <a:pt x="5" y="16"/>
                    </a:lnTo>
                    <a:lnTo>
                      <a:pt x="5" y="36"/>
                    </a:lnTo>
                    <a:lnTo>
                      <a:pt x="5" y="36"/>
                    </a:lnTo>
                    <a:lnTo>
                      <a:pt x="5" y="26"/>
                    </a:lnTo>
                    <a:lnTo>
                      <a:pt x="5" y="33"/>
                    </a:lnTo>
                    <a:lnTo>
                      <a:pt x="6" y="40"/>
                    </a:lnTo>
                    <a:lnTo>
                      <a:pt x="6" y="28"/>
                    </a:lnTo>
                    <a:lnTo>
                      <a:pt x="6" y="19"/>
                    </a:lnTo>
                    <a:lnTo>
                      <a:pt x="6" y="21"/>
                    </a:lnTo>
                    <a:lnTo>
                      <a:pt x="6" y="18"/>
                    </a:lnTo>
                    <a:lnTo>
                      <a:pt x="6" y="1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04" name="Freeform 949"/>
              <p:cNvSpPr/>
              <p:nvPr/>
            </p:nvSpPr>
            <p:spPr bwMode="auto">
              <a:xfrm>
                <a:off x="1932" y="2877"/>
                <a:ext cx="7" cy="87"/>
              </a:xfrm>
              <a:custGeom>
                <a:avLst/>
                <a:gdLst>
                  <a:gd name="T0" fmla="*/ 0 w 7"/>
                  <a:gd name="T1" fmla="*/ 42 h 87"/>
                  <a:gd name="T2" fmla="*/ 0 w 7"/>
                  <a:gd name="T3" fmla="*/ 40 h 87"/>
                  <a:gd name="T4" fmla="*/ 1 w 7"/>
                  <a:gd name="T5" fmla="*/ 47 h 87"/>
                  <a:gd name="T6" fmla="*/ 1 w 7"/>
                  <a:gd name="T7" fmla="*/ 43 h 87"/>
                  <a:gd name="T8" fmla="*/ 1 w 7"/>
                  <a:gd name="T9" fmla="*/ 18 h 87"/>
                  <a:gd name="T10" fmla="*/ 1 w 7"/>
                  <a:gd name="T11" fmla="*/ 11 h 87"/>
                  <a:gd name="T12" fmla="*/ 1 w 7"/>
                  <a:gd name="T13" fmla="*/ 32 h 87"/>
                  <a:gd name="T14" fmla="*/ 1 w 7"/>
                  <a:gd name="T15" fmla="*/ 41 h 87"/>
                  <a:gd name="T16" fmla="*/ 1 w 7"/>
                  <a:gd name="T17" fmla="*/ 24 h 87"/>
                  <a:gd name="T18" fmla="*/ 1 w 7"/>
                  <a:gd name="T19" fmla="*/ 16 h 87"/>
                  <a:gd name="T20" fmla="*/ 1 w 7"/>
                  <a:gd name="T21" fmla="*/ 22 h 87"/>
                  <a:gd name="T22" fmla="*/ 2 w 7"/>
                  <a:gd name="T23" fmla="*/ 16 h 87"/>
                  <a:gd name="T24" fmla="*/ 2 w 7"/>
                  <a:gd name="T25" fmla="*/ 11 h 87"/>
                  <a:gd name="T26" fmla="*/ 2 w 7"/>
                  <a:gd name="T27" fmla="*/ 17 h 87"/>
                  <a:gd name="T28" fmla="*/ 2 w 7"/>
                  <a:gd name="T29" fmla="*/ 13 h 87"/>
                  <a:gd name="T30" fmla="*/ 2 w 7"/>
                  <a:gd name="T31" fmla="*/ 0 h 87"/>
                  <a:gd name="T32" fmla="*/ 2 w 7"/>
                  <a:gd name="T33" fmla="*/ 2 h 87"/>
                  <a:gd name="T34" fmla="*/ 3 w 7"/>
                  <a:gd name="T35" fmla="*/ 11 h 87"/>
                  <a:gd name="T36" fmla="*/ 3 w 7"/>
                  <a:gd name="T37" fmla="*/ 6 h 87"/>
                  <a:gd name="T38" fmla="*/ 3 w 7"/>
                  <a:gd name="T39" fmla="*/ 8 h 87"/>
                  <a:gd name="T40" fmla="*/ 3 w 7"/>
                  <a:gd name="T41" fmla="*/ 26 h 87"/>
                  <a:gd name="T42" fmla="*/ 3 w 7"/>
                  <a:gd name="T43" fmla="*/ 32 h 87"/>
                  <a:gd name="T44" fmla="*/ 3 w 7"/>
                  <a:gd name="T45" fmla="*/ 22 h 87"/>
                  <a:gd name="T46" fmla="*/ 3 w 7"/>
                  <a:gd name="T47" fmla="*/ 18 h 87"/>
                  <a:gd name="T48" fmla="*/ 3 w 7"/>
                  <a:gd name="T49" fmla="*/ 30 h 87"/>
                  <a:gd name="T50" fmla="*/ 3 w 7"/>
                  <a:gd name="T51" fmla="*/ 39 h 87"/>
                  <a:gd name="T52" fmla="*/ 4 w 7"/>
                  <a:gd name="T53" fmla="*/ 38 h 87"/>
                  <a:gd name="T54" fmla="*/ 4 w 7"/>
                  <a:gd name="T55" fmla="*/ 32 h 87"/>
                  <a:gd name="T56" fmla="*/ 4 w 7"/>
                  <a:gd name="T57" fmla="*/ 30 h 87"/>
                  <a:gd name="T58" fmla="*/ 4 w 7"/>
                  <a:gd name="T59" fmla="*/ 39 h 87"/>
                  <a:gd name="T60" fmla="*/ 4 w 7"/>
                  <a:gd name="T61" fmla="*/ 54 h 87"/>
                  <a:gd name="T62" fmla="*/ 4 w 7"/>
                  <a:gd name="T63" fmla="*/ 65 h 87"/>
                  <a:gd name="T64" fmla="*/ 4 w 7"/>
                  <a:gd name="T65" fmla="*/ 67 h 87"/>
                  <a:gd name="T66" fmla="*/ 4 w 7"/>
                  <a:gd name="T67" fmla="*/ 64 h 87"/>
                  <a:gd name="T68" fmla="*/ 4 w 7"/>
                  <a:gd name="T69" fmla="*/ 69 h 87"/>
                  <a:gd name="T70" fmla="*/ 5 w 7"/>
                  <a:gd name="T71" fmla="*/ 78 h 87"/>
                  <a:gd name="T72" fmla="*/ 5 w 7"/>
                  <a:gd name="T73" fmla="*/ 78 h 87"/>
                  <a:gd name="T74" fmla="*/ 5 w 7"/>
                  <a:gd name="T75" fmla="*/ 72 h 87"/>
                  <a:gd name="T76" fmla="*/ 5 w 7"/>
                  <a:gd name="T77" fmla="*/ 72 h 87"/>
                  <a:gd name="T78" fmla="*/ 5 w 7"/>
                  <a:gd name="T79" fmla="*/ 76 h 87"/>
                  <a:gd name="T80" fmla="*/ 5 w 7"/>
                  <a:gd name="T81" fmla="*/ 79 h 87"/>
                  <a:gd name="T82" fmla="*/ 5 w 7"/>
                  <a:gd name="T83" fmla="*/ 79 h 87"/>
                  <a:gd name="T84" fmla="*/ 6 w 7"/>
                  <a:gd name="T85" fmla="*/ 80 h 87"/>
                  <a:gd name="T86" fmla="*/ 6 w 7"/>
                  <a:gd name="T87" fmla="*/ 83 h 87"/>
                  <a:gd name="T88" fmla="*/ 6 w 7"/>
                  <a:gd name="T89" fmla="*/ 87 h 87"/>
                  <a:gd name="T90" fmla="*/ 6 w 7"/>
                  <a:gd name="T91" fmla="*/ 86 h 87"/>
                  <a:gd name="T92" fmla="*/ 6 w 7"/>
                  <a:gd name="T93" fmla="*/ 82 h 87"/>
                  <a:gd name="T94" fmla="*/ 6 w 7"/>
                  <a:gd name="T95" fmla="*/ 80 h 87"/>
                  <a:gd name="T96" fmla="*/ 6 w 7"/>
                  <a:gd name="T97" fmla="*/ 79 h 87"/>
                  <a:gd name="T98" fmla="*/ 6 w 7"/>
                  <a:gd name="T99" fmla="*/ 76 h 87"/>
                  <a:gd name="T100" fmla="*/ 6 w 7"/>
                  <a:gd name="T101" fmla="*/ 73 h 87"/>
                  <a:gd name="T102" fmla="*/ 7 w 7"/>
                  <a:gd name="T103" fmla="*/ 6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87">
                    <a:moveTo>
                      <a:pt x="0" y="42"/>
                    </a:moveTo>
                    <a:lnTo>
                      <a:pt x="0" y="40"/>
                    </a:lnTo>
                    <a:lnTo>
                      <a:pt x="1" y="47"/>
                    </a:lnTo>
                    <a:lnTo>
                      <a:pt x="1" y="43"/>
                    </a:lnTo>
                    <a:lnTo>
                      <a:pt x="1" y="18"/>
                    </a:lnTo>
                    <a:lnTo>
                      <a:pt x="1" y="11"/>
                    </a:lnTo>
                    <a:lnTo>
                      <a:pt x="1" y="32"/>
                    </a:lnTo>
                    <a:lnTo>
                      <a:pt x="1" y="41"/>
                    </a:lnTo>
                    <a:lnTo>
                      <a:pt x="1" y="24"/>
                    </a:lnTo>
                    <a:lnTo>
                      <a:pt x="1" y="16"/>
                    </a:lnTo>
                    <a:lnTo>
                      <a:pt x="1" y="22"/>
                    </a:lnTo>
                    <a:lnTo>
                      <a:pt x="2" y="16"/>
                    </a:lnTo>
                    <a:lnTo>
                      <a:pt x="2" y="11"/>
                    </a:lnTo>
                    <a:lnTo>
                      <a:pt x="2" y="17"/>
                    </a:lnTo>
                    <a:lnTo>
                      <a:pt x="2" y="13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3" y="11"/>
                    </a:lnTo>
                    <a:lnTo>
                      <a:pt x="3" y="6"/>
                    </a:lnTo>
                    <a:lnTo>
                      <a:pt x="3" y="8"/>
                    </a:lnTo>
                    <a:lnTo>
                      <a:pt x="3" y="26"/>
                    </a:lnTo>
                    <a:lnTo>
                      <a:pt x="3" y="32"/>
                    </a:lnTo>
                    <a:lnTo>
                      <a:pt x="3" y="22"/>
                    </a:lnTo>
                    <a:lnTo>
                      <a:pt x="3" y="18"/>
                    </a:lnTo>
                    <a:lnTo>
                      <a:pt x="3" y="30"/>
                    </a:lnTo>
                    <a:lnTo>
                      <a:pt x="3" y="39"/>
                    </a:lnTo>
                    <a:lnTo>
                      <a:pt x="4" y="38"/>
                    </a:lnTo>
                    <a:lnTo>
                      <a:pt x="4" y="32"/>
                    </a:lnTo>
                    <a:lnTo>
                      <a:pt x="4" y="30"/>
                    </a:lnTo>
                    <a:lnTo>
                      <a:pt x="4" y="39"/>
                    </a:lnTo>
                    <a:lnTo>
                      <a:pt x="4" y="54"/>
                    </a:lnTo>
                    <a:lnTo>
                      <a:pt x="4" y="65"/>
                    </a:lnTo>
                    <a:lnTo>
                      <a:pt x="4" y="67"/>
                    </a:lnTo>
                    <a:lnTo>
                      <a:pt x="4" y="64"/>
                    </a:lnTo>
                    <a:lnTo>
                      <a:pt x="4" y="6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5" y="72"/>
                    </a:lnTo>
                    <a:lnTo>
                      <a:pt x="5" y="72"/>
                    </a:lnTo>
                    <a:lnTo>
                      <a:pt x="5" y="76"/>
                    </a:lnTo>
                    <a:lnTo>
                      <a:pt x="5" y="79"/>
                    </a:lnTo>
                    <a:lnTo>
                      <a:pt x="5" y="79"/>
                    </a:lnTo>
                    <a:lnTo>
                      <a:pt x="6" y="80"/>
                    </a:lnTo>
                    <a:lnTo>
                      <a:pt x="6" y="83"/>
                    </a:lnTo>
                    <a:lnTo>
                      <a:pt x="6" y="87"/>
                    </a:lnTo>
                    <a:lnTo>
                      <a:pt x="6" y="86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6"/>
                    </a:lnTo>
                    <a:lnTo>
                      <a:pt x="6" y="73"/>
                    </a:lnTo>
                    <a:lnTo>
                      <a:pt x="7" y="6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05" name="Freeform 950"/>
              <p:cNvSpPr/>
              <p:nvPr/>
            </p:nvSpPr>
            <p:spPr bwMode="auto">
              <a:xfrm>
                <a:off x="1938" y="2929"/>
                <a:ext cx="7" cy="40"/>
              </a:xfrm>
              <a:custGeom>
                <a:avLst/>
                <a:gdLst>
                  <a:gd name="T0" fmla="*/ 0 w 7"/>
                  <a:gd name="T1" fmla="*/ 21 h 40"/>
                  <a:gd name="T2" fmla="*/ 1 w 7"/>
                  <a:gd name="T3" fmla="*/ 15 h 40"/>
                  <a:gd name="T4" fmla="*/ 1 w 7"/>
                  <a:gd name="T5" fmla="*/ 12 h 40"/>
                  <a:gd name="T6" fmla="*/ 1 w 7"/>
                  <a:gd name="T7" fmla="*/ 17 h 40"/>
                  <a:gd name="T8" fmla="*/ 1 w 7"/>
                  <a:gd name="T9" fmla="*/ 17 h 40"/>
                  <a:gd name="T10" fmla="*/ 1 w 7"/>
                  <a:gd name="T11" fmla="*/ 11 h 40"/>
                  <a:gd name="T12" fmla="*/ 1 w 7"/>
                  <a:gd name="T13" fmla="*/ 8 h 40"/>
                  <a:gd name="T14" fmla="*/ 2 w 7"/>
                  <a:gd name="T15" fmla="*/ 9 h 40"/>
                  <a:gd name="T16" fmla="*/ 2 w 7"/>
                  <a:gd name="T17" fmla="*/ 10 h 40"/>
                  <a:gd name="T18" fmla="*/ 2 w 7"/>
                  <a:gd name="T19" fmla="*/ 13 h 40"/>
                  <a:gd name="T20" fmla="*/ 2 w 7"/>
                  <a:gd name="T21" fmla="*/ 17 h 40"/>
                  <a:gd name="T22" fmla="*/ 2 w 7"/>
                  <a:gd name="T23" fmla="*/ 17 h 40"/>
                  <a:gd name="T24" fmla="*/ 2 w 7"/>
                  <a:gd name="T25" fmla="*/ 22 h 40"/>
                  <a:gd name="T26" fmla="*/ 2 w 7"/>
                  <a:gd name="T27" fmla="*/ 26 h 40"/>
                  <a:gd name="T28" fmla="*/ 2 w 7"/>
                  <a:gd name="T29" fmla="*/ 25 h 40"/>
                  <a:gd name="T30" fmla="*/ 2 w 7"/>
                  <a:gd name="T31" fmla="*/ 24 h 40"/>
                  <a:gd name="T32" fmla="*/ 3 w 7"/>
                  <a:gd name="T33" fmla="*/ 29 h 40"/>
                  <a:gd name="T34" fmla="*/ 3 w 7"/>
                  <a:gd name="T35" fmla="*/ 32 h 40"/>
                  <a:gd name="T36" fmla="*/ 3 w 7"/>
                  <a:gd name="T37" fmla="*/ 24 h 40"/>
                  <a:gd name="T38" fmla="*/ 3 w 7"/>
                  <a:gd name="T39" fmla="*/ 17 h 40"/>
                  <a:gd name="T40" fmla="*/ 3 w 7"/>
                  <a:gd name="T41" fmla="*/ 21 h 40"/>
                  <a:gd name="T42" fmla="*/ 3 w 7"/>
                  <a:gd name="T43" fmla="*/ 29 h 40"/>
                  <a:gd name="T44" fmla="*/ 3 w 7"/>
                  <a:gd name="T45" fmla="*/ 33 h 40"/>
                  <a:gd name="T46" fmla="*/ 3 w 7"/>
                  <a:gd name="T47" fmla="*/ 38 h 40"/>
                  <a:gd name="T48" fmla="*/ 3 w 7"/>
                  <a:gd name="T49" fmla="*/ 38 h 40"/>
                  <a:gd name="T50" fmla="*/ 4 w 7"/>
                  <a:gd name="T51" fmla="*/ 28 h 40"/>
                  <a:gd name="T52" fmla="*/ 4 w 7"/>
                  <a:gd name="T53" fmla="*/ 24 h 40"/>
                  <a:gd name="T54" fmla="*/ 4 w 7"/>
                  <a:gd name="T55" fmla="*/ 32 h 40"/>
                  <a:gd name="T56" fmla="*/ 4 w 7"/>
                  <a:gd name="T57" fmla="*/ 30 h 40"/>
                  <a:gd name="T58" fmla="*/ 4 w 7"/>
                  <a:gd name="T59" fmla="*/ 15 h 40"/>
                  <a:gd name="T60" fmla="*/ 4 w 7"/>
                  <a:gd name="T61" fmla="*/ 10 h 40"/>
                  <a:gd name="T62" fmla="*/ 5 w 7"/>
                  <a:gd name="T63" fmla="*/ 11 h 40"/>
                  <a:gd name="T64" fmla="*/ 5 w 7"/>
                  <a:gd name="T65" fmla="*/ 5 h 40"/>
                  <a:gd name="T66" fmla="*/ 5 w 7"/>
                  <a:gd name="T67" fmla="*/ 2 h 40"/>
                  <a:gd name="T68" fmla="*/ 5 w 7"/>
                  <a:gd name="T69" fmla="*/ 9 h 40"/>
                  <a:gd name="T70" fmla="*/ 5 w 7"/>
                  <a:gd name="T71" fmla="*/ 14 h 40"/>
                  <a:gd name="T72" fmla="*/ 5 w 7"/>
                  <a:gd name="T73" fmla="*/ 12 h 40"/>
                  <a:gd name="T74" fmla="*/ 5 w 7"/>
                  <a:gd name="T75" fmla="*/ 11 h 40"/>
                  <a:gd name="T76" fmla="*/ 5 w 7"/>
                  <a:gd name="T77" fmla="*/ 9 h 40"/>
                  <a:gd name="T78" fmla="*/ 5 w 7"/>
                  <a:gd name="T79" fmla="*/ 3 h 40"/>
                  <a:gd name="T80" fmla="*/ 6 w 7"/>
                  <a:gd name="T81" fmla="*/ 3 h 40"/>
                  <a:gd name="T82" fmla="*/ 6 w 7"/>
                  <a:gd name="T83" fmla="*/ 10 h 40"/>
                  <a:gd name="T84" fmla="*/ 6 w 7"/>
                  <a:gd name="T85" fmla="*/ 8 h 40"/>
                  <a:gd name="T86" fmla="*/ 6 w 7"/>
                  <a:gd name="T87" fmla="*/ 0 h 40"/>
                  <a:gd name="T88" fmla="*/ 6 w 7"/>
                  <a:gd name="T89" fmla="*/ 2 h 40"/>
                  <a:gd name="T90" fmla="*/ 6 w 7"/>
                  <a:gd name="T91" fmla="*/ 12 h 40"/>
                  <a:gd name="T92" fmla="*/ 7 w 7"/>
                  <a:gd name="T93" fmla="*/ 15 h 40"/>
                  <a:gd name="T94" fmla="*/ 7 w 7"/>
                  <a:gd name="T95" fmla="*/ 18 h 40"/>
                  <a:gd name="T96" fmla="*/ 7 w 7"/>
                  <a:gd name="T97" fmla="*/ 32 h 40"/>
                  <a:gd name="T98" fmla="*/ 7 w 7"/>
                  <a:gd name="T99" fmla="*/ 40 h 40"/>
                  <a:gd name="T100" fmla="*/ 7 w 7"/>
                  <a:gd name="T101" fmla="*/ 35 h 40"/>
                  <a:gd name="T102" fmla="*/ 7 w 7"/>
                  <a:gd name="T103" fmla="*/ 3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0">
                    <a:moveTo>
                      <a:pt x="0" y="21"/>
                    </a:moveTo>
                    <a:lnTo>
                      <a:pt x="1" y="15"/>
                    </a:lnTo>
                    <a:lnTo>
                      <a:pt x="1" y="12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1" y="11"/>
                    </a:lnTo>
                    <a:lnTo>
                      <a:pt x="1" y="8"/>
                    </a:lnTo>
                    <a:lnTo>
                      <a:pt x="2" y="9"/>
                    </a:lnTo>
                    <a:lnTo>
                      <a:pt x="2" y="10"/>
                    </a:lnTo>
                    <a:lnTo>
                      <a:pt x="2" y="13"/>
                    </a:lnTo>
                    <a:lnTo>
                      <a:pt x="2" y="17"/>
                    </a:lnTo>
                    <a:lnTo>
                      <a:pt x="2" y="17"/>
                    </a:lnTo>
                    <a:lnTo>
                      <a:pt x="2" y="22"/>
                    </a:lnTo>
                    <a:lnTo>
                      <a:pt x="2" y="26"/>
                    </a:lnTo>
                    <a:lnTo>
                      <a:pt x="2" y="25"/>
                    </a:lnTo>
                    <a:lnTo>
                      <a:pt x="2" y="24"/>
                    </a:lnTo>
                    <a:lnTo>
                      <a:pt x="3" y="29"/>
                    </a:lnTo>
                    <a:lnTo>
                      <a:pt x="3" y="32"/>
                    </a:lnTo>
                    <a:lnTo>
                      <a:pt x="3" y="24"/>
                    </a:lnTo>
                    <a:lnTo>
                      <a:pt x="3" y="17"/>
                    </a:lnTo>
                    <a:lnTo>
                      <a:pt x="3" y="21"/>
                    </a:lnTo>
                    <a:lnTo>
                      <a:pt x="3" y="29"/>
                    </a:lnTo>
                    <a:lnTo>
                      <a:pt x="3" y="33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4" y="28"/>
                    </a:lnTo>
                    <a:lnTo>
                      <a:pt x="4" y="24"/>
                    </a:lnTo>
                    <a:lnTo>
                      <a:pt x="4" y="32"/>
                    </a:lnTo>
                    <a:lnTo>
                      <a:pt x="4" y="30"/>
                    </a:lnTo>
                    <a:lnTo>
                      <a:pt x="4" y="15"/>
                    </a:lnTo>
                    <a:lnTo>
                      <a:pt x="4" y="10"/>
                    </a:lnTo>
                    <a:lnTo>
                      <a:pt x="5" y="11"/>
                    </a:lnTo>
                    <a:lnTo>
                      <a:pt x="5" y="5"/>
                    </a:lnTo>
                    <a:lnTo>
                      <a:pt x="5" y="2"/>
                    </a:lnTo>
                    <a:lnTo>
                      <a:pt x="5" y="9"/>
                    </a:lnTo>
                    <a:lnTo>
                      <a:pt x="5" y="14"/>
                    </a:lnTo>
                    <a:lnTo>
                      <a:pt x="5" y="12"/>
                    </a:lnTo>
                    <a:lnTo>
                      <a:pt x="5" y="11"/>
                    </a:lnTo>
                    <a:lnTo>
                      <a:pt x="5" y="9"/>
                    </a:lnTo>
                    <a:lnTo>
                      <a:pt x="5" y="3"/>
                    </a:lnTo>
                    <a:lnTo>
                      <a:pt x="6" y="3"/>
                    </a:lnTo>
                    <a:lnTo>
                      <a:pt x="6" y="10"/>
                    </a:lnTo>
                    <a:lnTo>
                      <a:pt x="6" y="8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6" y="12"/>
                    </a:lnTo>
                    <a:lnTo>
                      <a:pt x="7" y="15"/>
                    </a:lnTo>
                    <a:lnTo>
                      <a:pt x="7" y="18"/>
                    </a:lnTo>
                    <a:lnTo>
                      <a:pt x="7" y="32"/>
                    </a:lnTo>
                    <a:lnTo>
                      <a:pt x="7" y="40"/>
                    </a:lnTo>
                    <a:lnTo>
                      <a:pt x="7" y="35"/>
                    </a:lnTo>
                    <a:lnTo>
                      <a:pt x="7" y="3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06" name="Freeform 951"/>
              <p:cNvSpPr/>
              <p:nvPr/>
            </p:nvSpPr>
            <p:spPr bwMode="auto">
              <a:xfrm>
                <a:off x="1945" y="2944"/>
                <a:ext cx="6" cy="148"/>
              </a:xfrm>
              <a:custGeom>
                <a:avLst/>
                <a:gdLst>
                  <a:gd name="T0" fmla="*/ 0 w 6"/>
                  <a:gd name="T1" fmla="*/ 20 h 148"/>
                  <a:gd name="T2" fmla="*/ 0 w 6"/>
                  <a:gd name="T3" fmla="*/ 17 h 148"/>
                  <a:gd name="T4" fmla="*/ 0 w 6"/>
                  <a:gd name="T5" fmla="*/ 23 h 148"/>
                  <a:gd name="T6" fmla="*/ 0 w 6"/>
                  <a:gd name="T7" fmla="*/ 30 h 148"/>
                  <a:gd name="T8" fmla="*/ 0 w 6"/>
                  <a:gd name="T9" fmla="*/ 30 h 148"/>
                  <a:gd name="T10" fmla="*/ 0 w 6"/>
                  <a:gd name="T11" fmla="*/ 27 h 148"/>
                  <a:gd name="T12" fmla="*/ 1 w 6"/>
                  <a:gd name="T13" fmla="*/ 22 h 148"/>
                  <a:gd name="T14" fmla="*/ 1 w 6"/>
                  <a:gd name="T15" fmla="*/ 18 h 148"/>
                  <a:gd name="T16" fmla="*/ 1 w 6"/>
                  <a:gd name="T17" fmla="*/ 19 h 148"/>
                  <a:gd name="T18" fmla="*/ 1 w 6"/>
                  <a:gd name="T19" fmla="*/ 24 h 148"/>
                  <a:gd name="T20" fmla="*/ 1 w 6"/>
                  <a:gd name="T21" fmla="*/ 24 h 148"/>
                  <a:gd name="T22" fmla="*/ 1 w 6"/>
                  <a:gd name="T23" fmla="*/ 18 h 148"/>
                  <a:gd name="T24" fmla="*/ 1 w 6"/>
                  <a:gd name="T25" fmla="*/ 17 h 148"/>
                  <a:gd name="T26" fmla="*/ 1 w 6"/>
                  <a:gd name="T27" fmla="*/ 20 h 148"/>
                  <a:gd name="T28" fmla="*/ 1 w 6"/>
                  <a:gd name="T29" fmla="*/ 17 h 148"/>
                  <a:gd name="T30" fmla="*/ 2 w 6"/>
                  <a:gd name="T31" fmla="*/ 12 h 148"/>
                  <a:gd name="T32" fmla="*/ 2 w 6"/>
                  <a:gd name="T33" fmla="*/ 15 h 148"/>
                  <a:gd name="T34" fmla="*/ 2 w 6"/>
                  <a:gd name="T35" fmla="*/ 16 h 148"/>
                  <a:gd name="T36" fmla="*/ 2 w 6"/>
                  <a:gd name="T37" fmla="*/ 12 h 148"/>
                  <a:gd name="T38" fmla="*/ 2 w 6"/>
                  <a:gd name="T39" fmla="*/ 8 h 148"/>
                  <a:gd name="T40" fmla="*/ 2 w 6"/>
                  <a:gd name="T41" fmla="*/ 3 h 148"/>
                  <a:gd name="T42" fmla="*/ 3 w 6"/>
                  <a:gd name="T43" fmla="*/ 0 h 148"/>
                  <a:gd name="T44" fmla="*/ 3 w 6"/>
                  <a:gd name="T45" fmla="*/ 4 h 148"/>
                  <a:gd name="T46" fmla="*/ 3 w 6"/>
                  <a:gd name="T47" fmla="*/ 9 h 148"/>
                  <a:gd name="T48" fmla="*/ 3 w 6"/>
                  <a:gd name="T49" fmla="*/ 5 h 148"/>
                  <a:gd name="T50" fmla="*/ 3 w 6"/>
                  <a:gd name="T51" fmla="*/ 2 h 148"/>
                  <a:gd name="T52" fmla="*/ 3 w 6"/>
                  <a:gd name="T53" fmla="*/ 11 h 148"/>
                  <a:gd name="T54" fmla="*/ 3 w 6"/>
                  <a:gd name="T55" fmla="*/ 21 h 148"/>
                  <a:gd name="T56" fmla="*/ 3 w 6"/>
                  <a:gd name="T57" fmla="*/ 20 h 148"/>
                  <a:gd name="T58" fmla="*/ 3 w 6"/>
                  <a:gd name="T59" fmla="*/ 22 h 148"/>
                  <a:gd name="T60" fmla="*/ 4 w 6"/>
                  <a:gd name="T61" fmla="*/ 32 h 148"/>
                  <a:gd name="T62" fmla="*/ 4 w 6"/>
                  <a:gd name="T63" fmla="*/ 37 h 148"/>
                  <a:gd name="T64" fmla="*/ 4 w 6"/>
                  <a:gd name="T65" fmla="*/ 39 h 148"/>
                  <a:gd name="T66" fmla="*/ 4 w 6"/>
                  <a:gd name="T67" fmla="*/ 45 h 148"/>
                  <a:gd name="T68" fmla="*/ 4 w 6"/>
                  <a:gd name="T69" fmla="*/ 51 h 148"/>
                  <a:gd name="T70" fmla="*/ 4 w 6"/>
                  <a:gd name="T71" fmla="*/ 53 h 148"/>
                  <a:gd name="T72" fmla="*/ 5 w 6"/>
                  <a:gd name="T73" fmla="*/ 60 h 148"/>
                  <a:gd name="T74" fmla="*/ 5 w 6"/>
                  <a:gd name="T75" fmla="*/ 72 h 148"/>
                  <a:gd name="T76" fmla="*/ 5 w 6"/>
                  <a:gd name="T77" fmla="*/ 79 h 148"/>
                  <a:gd name="T78" fmla="*/ 5 w 6"/>
                  <a:gd name="T79" fmla="*/ 82 h 148"/>
                  <a:gd name="T80" fmla="*/ 5 w 6"/>
                  <a:gd name="T81" fmla="*/ 90 h 148"/>
                  <a:gd name="T82" fmla="*/ 5 w 6"/>
                  <a:gd name="T83" fmla="*/ 99 h 148"/>
                  <a:gd name="T84" fmla="*/ 5 w 6"/>
                  <a:gd name="T85" fmla="*/ 102 h 148"/>
                  <a:gd name="T86" fmla="*/ 5 w 6"/>
                  <a:gd name="T87" fmla="*/ 105 h 148"/>
                  <a:gd name="T88" fmla="*/ 5 w 6"/>
                  <a:gd name="T89" fmla="*/ 118 h 148"/>
                  <a:gd name="T90" fmla="*/ 6 w 6"/>
                  <a:gd name="T91" fmla="*/ 130 h 148"/>
                  <a:gd name="T92" fmla="*/ 6 w 6"/>
                  <a:gd name="T93" fmla="*/ 130 h 148"/>
                  <a:gd name="T94" fmla="*/ 6 w 6"/>
                  <a:gd name="T95" fmla="*/ 127 h 148"/>
                  <a:gd name="T96" fmla="*/ 6 w 6"/>
                  <a:gd name="T97" fmla="*/ 131 h 148"/>
                  <a:gd name="T98" fmla="*/ 6 w 6"/>
                  <a:gd name="T99" fmla="*/ 137 h 148"/>
                  <a:gd name="T100" fmla="*/ 6 w 6"/>
                  <a:gd name="T101" fmla="*/ 142 h 148"/>
                  <a:gd name="T102" fmla="*/ 6 w 6"/>
                  <a:gd name="T103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48">
                    <a:moveTo>
                      <a:pt x="0" y="20"/>
                    </a:moveTo>
                    <a:lnTo>
                      <a:pt x="0" y="17"/>
                    </a:lnTo>
                    <a:lnTo>
                      <a:pt x="0" y="23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0" y="27"/>
                    </a:lnTo>
                    <a:lnTo>
                      <a:pt x="1" y="22"/>
                    </a:lnTo>
                    <a:lnTo>
                      <a:pt x="1" y="18"/>
                    </a:lnTo>
                    <a:lnTo>
                      <a:pt x="1" y="19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18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1" y="17"/>
                    </a:lnTo>
                    <a:lnTo>
                      <a:pt x="2" y="12"/>
                    </a:lnTo>
                    <a:lnTo>
                      <a:pt x="2" y="15"/>
                    </a:lnTo>
                    <a:lnTo>
                      <a:pt x="2" y="16"/>
                    </a:lnTo>
                    <a:lnTo>
                      <a:pt x="2" y="12"/>
                    </a:lnTo>
                    <a:lnTo>
                      <a:pt x="2" y="8"/>
                    </a:lnTo>
                    <a:lnTo>
                      <a:pt x="2" y="3"/>
                    </a:lnTo>
                    <a:lnTo>
                      <a:pt x="3" y="0"/>
                    </a:lnTo>
                    <a:lnTo>
                      <a:pt x="3" y="4"/>
                    </a:lnTo>
                    <a:lnTo>
                      <a:pt x="3" y="9"/>
                    </a:lnTo>
                    <a:lnTo>
                      <a:pt x="3" y="5"/>
                    </a:lnTo>
                    <a:lnTo>
                      <a:pt x="3" y="2"/>
                    </a:lnTo>
                    <a:lnTo>
                      <a:pt x="3" y="11"/>
                    </a:lnTo>
                    <a:lnTo>
                      <a:pt x="3" y="21"/>
                    </a:lnTo>
                    <a:lnTo>
                      <a:pt x="3" y="20"/>
                    </a:lnTo>
                    <a:lnTo>
                      <a:pt x="3" y="22"/>
                    </a:lnTo>
                    <a:lnTo>
                      <a:pt x="4" y="32"/>
                    </a:lnTo>
                    <a:lnTo>
                      <a:pt x="4" y="37"/>
                    </a:lnTo>
                    <a:lnTo>
                      <a:pt x="4" y="39"/>
                    </a:lnTo>
                    <a:lnTo>
                      <a:pt x="4" y="45"/>
                    </a:lnTo>
                    <a:lnTo>
                      <a:pt x="4" y="51"/>
                    </a:lnTo>
                    <a:lnTo>
                      <a:pt x="4" y="53"/>
                    </a:lnTo>
                    <a:lnTo>
                      <a:pt x="5" y="60"/>
                    </a:lnTo>
                    <a:lnTo>
                      <a:pt x="5" y="72"/>
                    </a:lnTo>
                    <a:lnTo>
                      <a:pt x="5" y="79"/>
                    </a:lnTo>
                    <a:lnTo>
                      <a:pt x="5" y="82"/>
                    </a:lnTo>
                    <a:lnTo>
                      <a:pt x="5" y="90"/>
                    </a:lnTo>
                    <a:lnTo>
                      <a:pt x="5" y="99"/>
                    </a:lnTo>
                    <a:lnTo>
                      <a:pt x="5" y="102"/>
                    </a:lnTo>
                    <a:lnTo>
                      <a:pt x="5" y="105"/>
                    </a:lnTo>
                    <a:lnTo>
                      <a:pt x="5" y="118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27"/>
                    </a:lnTo>
                    <a:lnTo>
                      <a:pt x="6" y="131"/>
                    </a:lnTo>
                    <a:lnTo>
                      <a:pt x="6" y="137"/>
                    </a:lnTo>
                    <a:lnTo>
                      <a:pt x="6" y="142"/>
                    </a:lnTo>
                    <a:lnTo>
                      <a:pt x="6" y="14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07" name="Freeform 952"/>
              <p:cNvSpPr/>
              <p:nvPr/>
            </p:nvSpPr>
            <p:spPr bwMode="auto">
              <a:xfrm>
                <a:off x="1951" y="2912"/>
                <a:ext cx="7" cy="203"/>
              </a:xfrm>
              <a:custGeom>
                <a:avLst/>
                <a:gdLst>
                  <a:gd name="T0" fmla="*/ 0 w 7"/>
                  <a:gd name="T1" fmla="*/ 174 h 203"/>
                  <a:gd name="T2" fmla="*/ 0 w 7"/>
                  <a:gd name="T3" fmla="*/ 180 h 203"/>
                  <a:gd name="T4" fmla="*/ 0 w 7"/>
                  <a:gd name="T5" fmla="*/ 181 h 203"/>
                  <a:gd name="T6" fmla="*/ 0 w 7"/>
                  <a:gd name="T7" fmla="*/ 172 h 203"/>
                  <a:gd name="T8" fmla="*/ 1 w 7"/>
                  <a:gd name="T9" fmla="*/ 169 h 203"/>
                  <a:gd name="T10" fmla="*/ 1 w 7"/>
                  <a:gd name="T11" fmla="*/ 181 h 203"/>
                  <a:gd name="T12" fmla="*/ 1 w 7"/>
                  <a:gd name="T13" fmla="*/ 184 h 203"/>
                  <a:gd name="T14" fmla="*/ 1 w 7"/>
                  <a:gd name="T15" fmla="*/ 167 h 203"/>
                  <a:gd name="T16" fmla="*/ 1 w 7"/>
                  <a:gd name="T17" fmla="*/ 164 h 203"/>
                  <a:gd name="T18" fmla="*/ 1 w 7"/>
                  <a:gd name="T19" fmla="*/ 187 h 203"/>
                  <a:gd name="T20" fmla="*/ 2 w 7"/>
                  <a:gd name="T21" fmla="*/ 199 h 203"/>
                  <a:gd name="T22" fmla="*/ 2 w 7"/>
                  <a:gd name="T23" fmla="*/ 189 h 203"/>
                  <a:gd name="T24" fmla="*/ 2 w 7"/>
                  <a:gd name="T25" fmla="*/ 187 h 203"/>
                  <a:gd name="T26" fmla="*/ 2 w 7"/>
                  <a:gd name="T27" fmla="*/ 197 h 203"/>
                  <a:gd name="T28" fmla="*/ 2 w 7"/>
                  <a:gd name="T29" fmla="*/ 201 h 203"/>
                  <a:gd name="T30" fmla="*/ 2 w 7"/>
                  <a:gd name="T31" fmla="*/ 203 h 203"/>
                  <a:gd name="T32" fmla="*/ 2 w 7"/>
                  <a:gd name="T33" fmla="*/ 201 h 203"/>
                  <a:gd name="T34" fmla="*/ 2 w 7"/>
                  <a:gd name="T35" fmla="*/ 180 h 203"/>
                  <a:gd name="T36" fmla="*/ 2 w 7"/>
                  <a:gd name="T37" fmla="*/ 161 h 203"/>
                  <a:gd name="T38" fmla="*/ 2 w 7"/>
                  <a:gd name="T39" fmla="*/ 170 h 203"/>
                  <a:gd name="T40" fmla="*/ 3 w 7"/>
                  <a:gd name="T41" fmla="*/ 182 h 203"/>
                  <a:gd name="T42" fmla="*/ 3 w 7"/>
                  <a:gd name="T43" fmla="*/ 168 h 203"/>
                  <a:gd name="T44" fmla="*/ 3 w 7"/>
                  <a:gd name="T45" fmla="*/ 151 h 203"/>
                  <a:gd name="T46" fmla="*/ 3 w 7"/>
                  <a:gd name="T47" fmla="*/ 155 h 203"/>
                  <a:gd name="T48" fmla="*/ 3 w 7"/>
                  <a:gd name="T49" fmla="*/ 161 h 203"/>
                  <a:gd name="T50" fmla="*/ 3 w 7"/>
                  <a:gd name="T51" fmla="*/ 154 h 203"/>
                  <a:gd name="T52" fmla="*/ 4 w 7"/>
                  <a:gd name="T53" fmla="*/ 145 h 203"/>
                  <a:gd name="T54" fmla="*/ 4 w 7"/>
                  <a:gd name="T55" fmla="*/ 135 h 203"/>
                  <a:gd name="T56" fmla="*/ 4 w 7"/>
                  <a:gd name="T57" fmla="*/ 116 h 203"/>
                  <a:gd name="T58" fmla="*/ 4 w 7"/>
                  <a:gd name="T59" fmla="*/ 98 h 203"/>
                  <a:gd name="T60" fmla="*/ 4 w 7"/>
                  <a:gd name="T61" fmla="*/ 91 h 203"/>
                  <a:gd name="T62" fmla="*/ 4 w 7"/>
                  <a:gd name="T63" fmla="*/ 79 h 203"/>
                  <a:gd name="T64" fmla="*/ 4 w 7"/>
                  <a:gd name="T65" fmla="*/ 63 h 203"/>
                  <a:gd name="T66" fmla="*/ 4 w 7"/>
                  <a:gd name="T67" fmla="*/ 57 h 203"/>
                  <a:gd name="T68" fmla="*/ 4 w 7"/>
                  <a:gd name="T69" fmla="*/ 56 h 203"/>
                  <a:gd name="T70" fmla="*/ 5 w 7"/>
                  <a:gd name="T71" fmla="*/ 44 h 203"/>
                  <a:gd name="T72" fmla="*/ 5 w 7"/>
                  <a:gd name="T73" fmla="*/ 34 h 203"/>
                  <a:gd name="T74" fmla="*/ 5 w 7"/>
                  <a:gd name="T75" fmla="*/ 35 h 203"/>
                  <a:gd name="T76" fmla="*/ 5 w 7"/>
                  <a:gd name="T77" fmla="*/ 38 h 203"/>
                  <a:gd name="T78" fmla="*/ 5 w 7"/>
                  <a:gd name="T79" fmla="*/ 32 h 203"/>
                  <a:gd name="T80" fmla="*/ 5 w 7"/>
                  <a:gd name="T81" fmla="*/ 21 h 203"/>
                  <a:gd name="T82" fmla="*/ 5 w 7"/>
                  <a:gd name="T83" fmla="*/ 16 h 203"/>
                  <a:gd name="T84" fmla="*/ 5 w 7"/>
                  <a:gd name="T85" fmla="*/ 19 h 203"/>
                  <a:gd name="T86" fmla="*/ 5 w 7"/>
                  <a:gd name="T87" fmla="*/ 17 h 203"/>
                  <a:gd name="T88" fmla="*/ 6 w 7"/>
                  <a:gd name="T89" fmla="*/ 9 h 203"/>
                  <a:gd name="T90" fmla="*/ 6 w 7"/>
                  <a:gd name="T91" fmla="*/ 3 h 203"/>
                  <a:gd name="T92" fmla="*/ 6 w 7"/>
                  <a:gd name="T93" fmla="*/ 0 h 203"/>
                  <a:gd name="T94" fmla="*/ 6 w 7"/>
                  <a:gd name="T95" fmla="*/ 3 h 203"/>
                  <a:gd name="T96" fmla="*/ 6 w 7"/>
                  <a:gd name="T97" fmla="*/ 12 h 203"/>
                  <a:gd name="T98" fmla="*/ 6 w 7"/>
                  <a:gd name="T99" fmla="*/ 20 h 203"/>
                  <a:gd name="T100" fmla="*/ 7 w 7"/>
                  <a:gd name="T101" fmla="*/ 23 h 203"/>
                  <a:gd name="T102" fmla="*/ 7 w 7"/>
                  <a:gd name="T103" fmla="*/ 26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03">
                    <a:moveTo>
                      <a:pt x="0" y="174"/>
                    </a:moveTo>
                    <a:lnTo>
                      <a:pt x="0" y="180"/>
                    </a:lnTo>
                    <a:lnTo>
                      <a:pt x="0" y="181"/>
                    </a:lnTo>
                    <a:lnTo>
                      <a:pt x="0" y="172"/>
                    </a:lnTo>
                    <a:lnTo>
                      <a:pt x="1" y="169"/>
                    </a:lnTo>
                    <a:lnTo>
                      <a:pt x="1" y="181"/>
                    </a:lnTo>
                    <a:lnTo>
                      <a:pt x="1" y="184"/>
                    </a:lnTo>
                    <a:lnTo>
                      <a:pt x="1" y="167"/>
                    </a:lnTo>
                    <a:lnTo>
                      <a:pt x="1" y="164"/>
                    </a:lnTo>
                    <a:lnTo>
                      <a:pt x="1" y="187"/>
                    </a:lnTo>
                    <a:lnTo>
                      <a:pt x="2" y="199"/>
                    </a:lnTo>
                    <a:lnTo>
                      <a:pt x="2" y="189"/>
                    </a:lnTo>
                    <a:lnTo>
                      <a:pt x="2" y="187"/>
                    </a:lnTo>
                    <a:lnTo>
                      <a:pt x="2" y="197"/>
                    </a:lnTo>
                    <a:lnTo>
                      <a:pt x="2" y="201"/>
                    </a:lnTo>
                    <a:lnTo>
                      <a:pt x="2" y="203"/>
                    </a:lnTo>
                    <a:lnTo>
                      <a:pt x="2" y="201"/>
                    </a:lnTo>
                    <a:lnTo>
                      <a:pt x="2" y="180"/>
                    </a:lnTo>
                    <a:lnTo>
                      <a:pt x="2" y="161"/>
                    </a:lnTo>
                    <a:lnTo>
                      <a:pt x="2" y="170"/>
                    </a:lnTo>
                    <a:lnTo>
                      <a:pt x="3" y="182"/>
                    </a:lnTo>
                    <a:lnTo>
                      <a:pt x="3" y="168"/>
                    </a:lnTo>
                    <a:lnTo>
                      <a:pt x="3" y="151"/>
                    </a:lnTo>
                    <a:lnTo>
                      <a:pt x="3" y="155"/>
                    </a:lnTo>
                    <a:lnTo>
                      <a:pt x="3" y="161"/>
                    </a:lnTo>
                    <a:lnTo>
                      <a:pt x="3" y="154"/>
                    </a:lnTo>
                    <a:lnTo>
                      <a:pt x="4" y="145"/>
                    </a:lnTo>
                    <a:lnTo>
                      <a:pt x="4" y="135"/>
                    </a:lnTo>
                    <a:lnTo>
                      <a:pt x="4" y="116"/>
                    </a:lnTo>
                    <a:lnTo>
                      <a:pt x="4" y="98"/>
                    </a:lnTo>
                    <a:lnTo>
                      <a:pt x="4" y="91"/>
                    </a:lnTo>
                    <a:lnTo>
                      <a:pt x="4" y="79"/>
                    </a:lnTo>
                    <a:lnTo>
                      <a:pt x="4" y="63"/>
                    </a:lnTo>
                    <a:lnTo>
                      <a:pt x="4" y="57"/>
                    </a:lnTo>
                    <a:lnTo>
                      <a:pt x="4" y="56"/>
                    </a:lnTo>
                    <a:lnTo>
                      <a:pt x="5" y="44"/>
                    </a:lnTo>
                    <a:lnTo>
                      <a:pt x="5" y="34"/>
                    </a:lnTo>
                    <a:lnTo>
                      <a:pt x="5" y="35"/>
                    </a:lnTo>
                    <a:lnTo>
                      <a:pt x="5" y="38"/>
                    </a:lnTo>
                    <a:lnTo>
                      <a:pt x="5" y="32"/>
                    </a:lnTo>
                    <a:lnTo>
                      <a:pt x="5" y="21"/>
                    </a:lnTo>
                    <a:lnTo>
                      <a:pt x="5" y="16"/>
                    </a:lnTo>
                    <a:lnTo>
                      <a:pt x="5" y="19"/>
                    </a:lnTo>
                    <a:lnTo>
                      <a:pt x="5" y="17"/>
                    </a:lnTo>
                    <a:lnTo>
                      <a:pt x="6" y="9"/>
                    </a:lnTo>
                    <a:lnTo>
                      <a:pt x="6" y="3"/>
                    </a:lnTo>
                    <a:lnTo>
                      <a:pt x="6" y="0"/>
                    </a:lnTo>
                    <a:lnTo>
                      <a:pt x="6" y="3"/>
                    </a:lnTo>
                    <a:lnTo>
                      <a:pt x="6" y="12"/>
                    </a:lnTo>
                    <a:lnTo>
                      <a:pt x="6" y="20"/>
                    </a:lnTo>
                    <a:lnTo>
                      <a:pt x="7" y="23"/>
                    </a:lnTo>
                    <a:lnTo>
                      <a:pt x="7" y="2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08" name="Freeform 953"/>
              <p:cNvSpPr/>
              <p:nvPr/>
            </p:nvSpPr>
            <p:spPr bwMode="auto">
              <a:xfrm>
                <a:off x="1958" y="2888"/>
                <a:ext cx="6" cy="81"/>
              </a:xfrm>
              <a:custGeom>
                <a:avLst/>
                <a:gdLst>
                  <a:gd name="T0" fmla="*/ 0 w 6"/>
                  <a:gd name="T1" fmla="*/ 47 h 81"/>
                  <a:gd name="T2" fmla="*/ 0 w 6"/>
                  <a:gd name="T3" fmla="*/ 50 h 81"/>
                  <a:gd name="T4" fmla="*/ 0 w 6"/>
                  <a:gd name="T5" fmla="*/ 58 h 81"/>
                  <a:gd name="T6" fmla="*/ 0 w 6"/>
                  <a:gd name="T7" fmla="*/ 63 h 81"/>
                  <a:gd name="T8" fmla="*/ 0 w 6"/>
                  <a:gd name="T9" fmla="*/ 67 h 81"/>
                  <a:gd name="T10" fmla="*/ 0 w 6"/>
                  <a:gd name="T11" fmla="*/ 71 h 81"/>
                  <a:gd name="T12" fmla="*/ 0 w 6"/>
                  <a:gd name="T13" fmla="*/ 71 h 81"/>
                  <a:gd name="T14" fmla="*/ 0 w 6"/>
                  <a:gd name="T15" fmla="*/ 63 h 81"/>
                  <a:gd name="T16" fmla="*/ 0 w 6"/>
                  <a:gd name="T17" fmla="*/ 56 h 81"/>
                  <a:gd name="T18" fmla="*/ 1 w 6"/>
                  <a:gd name="T19" fmla="*/ 56 h 81"/>
                  <a:gd name="T20" fmla="*/ 1 w 6"/>
                  <a:gd name="T21" fmla="*/ 57 h 81"/>
                  <a:gd name="T22" fmla="*/ 1 w 6"/>
                  <a:gd name="T23" fmla="*/ 56 h 81"/>
                  <a:gd name="T24" fmla="*/ 1 w 6"/>
                  <a:gd name="T25" fmla="*/ 54 h 81"/>
                  <a:gd name="T26" fmla="*/ 1 w 6"/>
                  <a:gd name="T27" fmla="*/ 48 h 81"/>
                  <a:gd name="T28" fmla="*/ 1 w 6"/>
                  <a:gd name="T29" fmla="*/ 39 h 81"/>
                  <a:gd name="T30" fmla="*/ 2 w 6"/>
                  <a:gd name="T31" fmla="*/ 37 h 81"/>
                  <a:gd name="T32" fmla="*/ 2 w 6"/>
                  <a:gd name="T33" fmla="*/ 40 h 81"/>
                  <a:gd name="T34" fmla="*/ 2 w 6"/>
                  <a:gd name="T35" fmla="*/ 39 h 81"/>
                  <a:gd name="T36" fmla="*/ 2 w 6"/>
                  <a:gd name="T37" fmla="*/ 36 h 81"/>
                  <a:gd name="T38" fmla="*/ 2 w 6"/>
                  <a:gd name="T39" fmla="*/ 36 h 81"/>
                  <a:gd name="T40" fmla="*/ 2 w 6"/>
                  <a:gd name="T41" fmla="*/ 37 h 81"/>
                  <a:gd name="T42" fmla="*/ 2 w 6"/>
                  <a:gd name="T43" fmla="*/ 35 h 81"/>
                  <a:gd name="T44" fmla="*/ 2 w 6"/>
                  <a:gd name="T45" fmla="*/ 27 h 81"/>
                  <a:gd name="T46" fmla="*/ 2 w 6"/>
                  <a:gd name="T47" fmla="*/ 21 h 81"/>
                  <a:gd name="T48" fmla="*/ 3 w 6"/>
                  <a:gd name="T49" fmla="*/ 20 h 81"/>
                  <a:gd name="T50" fmla="*/ 3 w 6"/>
                  <a:gd name="T51" fmla="*/ 20 h 81"/>
                  <a:gd name="T52" fmla="*/ 3 w 6"/>
                  <a:gd name="T53" fmla="*/ 10 h 81"/>
                  <a:gd name="T54" fmla="*/ 3 w 6"/>
                  <a:gd name="T55" fmla="*/ 0 h 81"/>
                  <a:gd name="T56" fmla="*/ 3 w 6"/>
                  <a:gd name="T57" fmla="*/ 1 h 81"/>
                  <a:gd name="T58" fmla="*/ 3 w 6"/>
                  <a:gd name="T59" fmla="*/ 11 h 81"/>
                  <a:gd name="T60" fmla="*/ 3 w 6"/>
                  <a:gd name="T61" fmla="*/ 26 h 81"/>
                  <a:gd name="T62" fmla="*/ 3 w 6"/>
                  <a:gd name="T63" fmla="*/ 35 h 81"/>
                  <a:gd name="T64" fmla="*/ 3 w 6"/>
                  <a:gd name="T65" fmla="*/ 32 h 81"/>
                  <a:gd name="T66" fmla="*/ 4 w 6"/>
                  <a:gd name="T67" fmla="*/ 31 h 81"/>
                  <a:gd name="T68" fmla="*/ 4 w 6"/>
                  <a:gd name="T69" fmla="*/ 41 h 81"/>
                  <a:gd name="T70" fmla="*/ 4 w 6"/>
                  <a:gd name="T71" fmla="*/ 50 h 81"/>
                  <a:gd name="T72" fmla="*/ 4 w 6"/>
                  <a:gd name="T73" fmla="*/ 51 h 81"/>
                  <a:gd name="T74" fmla="*/ 4 w 6"/>
                  <a:gd name="T75" fmla="*/ 48 h 81"/>
                  <a:gd name="T76" fmla="*/ 4 w 6"/>
                  <a:gd name="T77" fmla="*/ 41 h 81"/>
                  <a:gd name="T78" fmla="*/ 4 w 6"/>
                  <a:gd name="T79" fmla="*/ 42 h 81"/>
                  <a:gd name="T80" fmla="*/ 5 w 6"/>
                  <a:gd name="T81" fmla="*/ 51 h 81"/>
                  <a:gd name="T82" fmla="*/ 5 w 6"/>
                  <a:gd name="T83" fmla="*/ 61 h 81"/>
                  <a:gd name="T84" fmla="*/ 5 w 6"/>
                  <a:gd name="T85" fmla="*/ 68 h 81"/>
                  <a:gd name="T86" fmla="*/ 5 w 6"/>
                  <a:gd name="T87" fmla="*/ 70 h 81"/>
                  <a:gd name="T88" fmla="*/ 5 w 6"/>
                  <a:gd name="T89" fmla="*/ 75 h 81"/>
                  <a:gd name="T90" fmla="*/ 5 w 6"/>
                  <a:gd name="T91" fmla="*/ 81 h 81"/>
                  <a:gd name="T92" fmla="*/ 5 w 6"/>
                  <a:gd name="T93" fmla="*/ 80 h 81"/>
                  <a:gd name="T94" fmla="*/ 5 w 6"/>
                  <a:gd name="T95" fmla="*/ 75 h 81"/>
                  <a:gd name="T96" fmla="*/ 5 w 6"/>
                  <a:gd name="T97" fmla="*/ 77 h 81"/>
                  <a:gd name="T98" fmla="*/ 6 w 6"/>
                  <a:gd name="T99" fmla="*/ 79 h 81"/>
                  <a:gd name="T100" fmla="*/ 6 w 6"/>
                  <a:gd name="T101" fmla="*/ 70 h 81"/>
                  <a:gd name="T102" fmla="*/ 6 w 6"/>
                  <a:gd name="T103" fmla="*/ 6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1">
                    <a:moveTo>
                      <a:pt x="0" y="47"/>
                    </a:moveTo>
                    <a:lnTo>
                      <a:pt x="0" y="50"/>
                    </a:lnTo>
                    <a:lnTo>
                      <a:pt x="0" y="58"/>
                    </a:lnTo>
                    <a:lnTo>
                      <a:pt x="0" y="63"/>
                    </a:lnTo>
                    <a:lnTo>
                      <a:pt x="0" y="67"/>
                    </a:lnTo>
                    <a:lnTo>
                      <a:pt x="0" y="71"/>
                    </a:lnTo>
                    <a:lnTo>
                      <a:pt x="0" y="71"/>
                    </a:lnTo>
                    <a:lnTo>
                      <a:pt x="0" y="63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4"/>
                    </a:lnTo>
                    <a:lnTo>
                      <a:pt x="1" y="48"/>
                    </a:lnTo>
                    <a:lnTo>
                      <a:pt x="1" y="39"/>
                    </a:lnTo>
                    <a:lnTo>
                      <a:pt x="2" y="37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6"/>
                    </a:lnTo>
                    <a:lnTo>
                      <a:pt x="2" y="36"/>
                    </a:lnTo>
                    <a:lnTo>
                      <a:pt x="2" y="37"/>
                    </a:lnTo>
                    <a:lnTo>
                      <a:pt x="2" y="35"/>
                    </a:lnTo>
                    <a:lnTo>
                      <a:pt x="2" y="27"/>
                    </a:lnTo>
                    <a:lnTo>
                      <a:pt x="2" y="21"/>
                    </a:lnTo>
                    <a:lnTo>
                      <a:pt x="3" y="20"/>
                    </a:lnTo>
                    <a:lnTo>
                      <a:pt x="3" y="20"/>
                    </a:lnTo>
                    <a:lnTo>
                      <a:pt x="3" y="1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3" y="11"/>
                    </a:lnTo>
                    <a:lnTo>
                      <a:pt x="3" y="26"/>
                    </a:lnTo>
                    <a:lnTo>
                      <a:pt x="3" y="35"/>
                    </a:lnTo>
                    <a:lnTo>
                      <a:pt x="3" y="32"/>
                    </a:lnTo>
                    <a:lnTo>
                      <a:pt x="4" y="31"/>
                    </a:lnTo>
                    <a:lnTo>
                      <a:pt x="4" y="41"/>
                    </a:lnTo>
                    <a:lnTo>
                      <a:pt x="4" y="50"/>
                    </a:lnTo>
                    <a:lnTo>
                      <a:pt x="4" y="51"/>
                    </a:lnTo>
                    <a:lnTo>
                      <a:pt x="4" y="48"/>
                    </a:lnTo>
                    <a:lnTo>
                      <a:pt x="4" y="41"/>
                    </a:lnTo>
                    <a:lnTo>
                      <a:pt x="4" y="42"/>
                    </a:lnTo>
                    <a:lnTo>
                      <a:pt x="5" y="51"/>
                    </a:lnTo>
                    <a:lnTo>
                      <a:pt x="5" y="61"/>
                    </a:lnTo>
                    <a:lnTo>
                      <a:pt x="5" y="68"/>
                    </a:lnTo>
                    <a:lnTo>
                      <a:pt x="5" y="70"/>
                    </a:lnTo>
                    <a:lnTo>
                      <a:pt x="5" y="75"/>
                    </a:lnTo>
                    <a:lnTo>
                      <a:pt x="5" y="81"/>
                    </a:lnTo>
                    <a:lnTo>
                      <a:pt x="5" y="80"/>
                    </a:lnTo>
                    <a:lnTo>
                      <a:pt x="5" y="75"/>
                    </a:lnTo>
                    <a:lnTo>
                      <a:pt x="5" y="77"/>
                    </a:lnTo>
                    <a:lnTo>
                      <a:pt x="6" y="79"/>
                    </a:lnTo>
                    <a:lnTo>
                      <a:pt x="6" y="70"/>
                    </a:lnTo>
                    <a:lnTo>
                      <a:pt x="6" y="6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09" name="Freeform 954"/>
              <p:cNvSpPr/>
              <p:nvPr/>
            </p:nvSpPr>
            <p:spPr bwMode="auto">
              <a:xfrm>
                <a:off x="1964" y="2909"/>
                <a:ext cx="6" cy="52"/>
              </a:xfrm>
              <a:custGeom>
                <a:avLst/>
                <a:gdLst>
                  <a:gd name="T0" fmla="*/ 0 w 6"/>
                  <a:gd name="T1" fmla="*/ 49 h 52"/>
                  <a:gd name="T2" fmla="*/ 0 w 6"/>
                  <a:gd name="T3" fmla="*/ 42 h 52"/>
                  <a:gd name="T4" fmla="*/ 0 w 6"/>
                  <a:gd name="T5" fmla="*/ 47 h 52"/>
                  <a:gd name="T6" fmla="*/ 0 w 6"/>
                  <a:gd name="T7" fmla="*/ 52 h 52"/>
                  <a:gd name="T8" fmla="*/ 0 w 6"/>
                  <a:gd name="T9" fmla="*/ 46 h 52"/>
                  <a:gd name="T10" fmla="*/ 1 w 6"/>
                  <a:gd name="T11" fmla="*/ 39 h 52"/>
                  <a:gd name="T12" fmla="*/ 1 w 6"/>
                  <a:gd name="T13" fmla="*/ 43 h 52"/>
                  <a:gd name="T14" fmla="*/ 1 w 6"/>
                  <a:gd name="T15" fmla="*/ 49 h 52"/>
                  <a:gd name="T16" fmla="*/ 1 w 6"/>
                  <a:gd name="T17" fmla="*/ 45 h 52"/>
                  <a:gd name="T18" fmla="*/ 1 w 6"/>
                  <a:gd name="T19" fmla="*/ 37 h 52"/>
                  <a:gd name="T20" fmla="*/ 1 w 6"/>
                  <a:gd name="T21" fmla="*/ 31 h 52"/>
                  <a:gd name="T22" fmla="*/ 1 w 6"/>
                  <a:gd name="T23" fmla="*/ 29 h 52"/>
                  <a:gd name="T24" fmla="*/ 1 w 6"/>
                  <a:gd name="T25" fmla="*/ 32 h 52"/>
                  <a:gd name="T26" fmla="*/ 1 w 6"/>
                  <a:gd name="T27" fmla="*/ 35 h 52"/>
                  <a:gd name="T28" fmla="*/ 2 w 6"/>
                  <a:gd name="T29" fmla="*/ 30 h 52"/>
                  <a:gd name="T30" fmla="*/ 2 w 6"/>
                  <a:gd name="T31" fmla="*/ 19 h 52"/>
                  <a:gd name="T32" fmla="*/ 2 w 6"/>
                  <a:gd name="T33" fmla="*/ 15 h 52"/>
                  <a:gd name="T34" fmla="*/ 2 w 6"/>
                  <a:gd name="T35" fmla="*/ 20 h 52"/>
                  <a:gd name="T36" fmla="*/ 2 w 6"/>
                  <a:gd name="T37" fmla="*/ 22 h 52"/>
                  <a:gd name="T38" fmla="*/ 2 w 6"/>
                  <a:gd name="T39" fmla="*/ 16 h 52"/>
                  <a:gd name="T40" fmla="*/ 2 w 6"/>
                  <a:gd name="T41" fmla="*/ 17 h 52"/>
                  <a:gd name="T42" fmla="*/ 2 w 6"/>
                  <a:gd name="T43" fmla="*/ 25 h 52"/>
                  <a:gd name="T44" fmla="*/ 2 w 6"/>
                  <a:gd name="T45" fmla="*/ 28 h 52"/>
                  <a:gd name="T46" fmla="*/ 3 w 6"/>
                  <a:gd name="T47" fmla="*/ 28 h 52"/>
                  <a:gd name="T48" fmla="*/ 3 w 6"/>
                  <a:gd name="T49" fmla="*/ 31 h 52"/>
                  <a:gd name="T50" fmla="*/ 3 w 6"/>
                  <a:gd name="T51" fmla="*/ 33 h 52"/>
                  <a:gd name="T52" fmla="*/ 3 w 6"/>
                  <a:gd name="T53" fmla="*/ 37 h 52"/>
                  <a:gd name="T54" fmla="*/ 3 w 6"/>
                  <a:gd name="T55" fmla="*/ 40 h 52"/>
                  <a:gd name="T56" fmla="*/ 3 w 6"/>
                  <a:gd name="T57" fmla="*/ 34 h 52"/>
                  <a:gd name="T58" fmla="*/ 4 w 6"/>
                  <a:gd name="T59" fmla="*/ 23 h 52"/>
                  <a:gd name="T60" fmla="*/ 4 w 6"/>
                  <a:gd name="T61" fmla="*/ 19 h 52"/>
                  <a:gd name="T62" fmla="*/ 4 w 6"/>
                  <a:gd name="T63" fmla="*/ 25 h 52"/>
                  <a:gd name="T64" fmla="*/ 4 w 6"/>
                  <a:gd name="T65" fmla="*/ 31 h 52"/>
                  <a:gd name="T66" fmla="*/ 4 w 6"/>
                  <a:gd name="T67" fmla="*/ 31 h 52"/>
                  <a:gd name="T68" fmla="*/ 4 w 6"/>
                  <a:gd name="T69" fmla="*/ 27 h 52"/>
                  <a:gd name="T70" fmla="*/ 4 w 6"/>
                  <a:gd name="T71" fmla="*/ 23 h 52"/>
                  <a:gd name="T72" fmla="*/ 4 w 6"/>
                  <a:gd name="T73" fmla="*/ 25 h 52"/>
                  <a:gd name="T74" fmla="*/ 4 w 6"/>
                  <a:gd name="T75" fmla="*/ 27 h 52"/>
                  <a:gd name="T76" fmla="*/ 5 w 6"/>
                  <a:gd name="T77" fmla="*/ 24 h 52"/>
                  <a:gd name="T78" fmla="*/ 5 w 6"/>
                  <a:gd name="T79" fmla="*/ 20 h 52"/>
                  <a:gd name="T80" fmla="*/ 5 w 6"/>
                  <a:gd name="T81" fmla="*/ 15 h 52"/>
                  <a:gd name="T82" fmla="*/ 5 w 6"/>
                  <a:gd name="T83" fmla="*/ 8 h 52"/>
                  <a:gd name="T84" fmla="*/ 5 w 6"/>
                  <a:gd name="T85" fmla="*/ 2 h 52"/>
                  <a:gd name="T86" fmla="*/ 5 w 6"/>
                  <a:gd name="T87" fmla="*/ 0 h 52"/>
                  <a:gd name="T88" fmla="*/ 6 w 6"/>
                  <a:gd name="T89" fmla="*/ 1 h 52"/>
                  <a:gd name="T90" fmla="*/ 6 w 6"/>
                  <a:gd name="T91" fmla="*/ 4 h 52"/>
                  <a:gd name="T92" fmla="*/ 6 w 6"/>
                  <a:gd name="T93" fmla="*/ 6 h 52"/>
                  <a:gd name="T94" fmla="*/ 6 w 6"/>
                  <a:gd name="T95" fmla="*/ 4 h 52"/>
                  <a:gd name="T96" fmla="*/ 6 w 6"/>
                  <a:gd name="T97" fmla="*/ 1 h 52"/>
                  <a:gd name="T98" fmla="*/ 6 w 6"/>
                  <a:gd name="T99" fmla="*/ 4 h 52"/>
                  <a:gd name="T100" fmla="*/ 6 w 6"/>
                  <a:gd name="T101" fmla="*/ 12 h 52"/>
                  <a:gd name="T102" fmla="*/ 6 w 6"/>
                  <a:gd name="T103" fmla="*/ 17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2">
                    <a:moveTo>
                      <a:pt x="0" y="49"/>
                    </a:moveTo>
                    <a:lnTo>
                      <a:pt x="0" y="42"/>
                    </a:lnTo>
                    <a:lnTo>
                      <a:pt x="0" y="47"/>
                    </a:lnTo>
                    <a:lnTo>
                      <a:pt x="0" y="52"/>
                    </a:lnTo>
                    <a:lnTo>
                      <a:pt x="0" y="46"/>
                    </a:lnTo>
                    <a:lnTo>
                      <a:pt x="1" y="39"/>
                    </a:lnTo>
                    <a:lnTo>
                      <a:pt x="1" y="43"/>
                    </a:lnTo>
                    <a:lnTo>
                      <a:pt x="1" y="49"/>
                    </a:lnTo>
                    <a:lnTo>
                      <a:pt x="1" y="45"/>
                    </a:lnTo>
                    <a:lnTo>
                      <a:pt x="1" y="37"/>
                    </a:lnTo>
                    <a:lnTo>
                      <a:pt x="1" y="31"/>
                    </a:lnTo>
                    <a:lnTo>
                      <a:pt x="1" y="29"/>
                    </a:lnTo>
                    <a:lnTo>
                      <a:pt x="1" y="32"/>
                    </a:lnTo>
                    <a:lnTo>
                      <a:pt x="1" y="35"/>
                    </a:lnTo>
                    <a:lnTo>
                      <a:pt x="2" y="30"/>
                    </a:lnTo>
                    <a:lnTo>
                      <a:pt x="2" y="19"/>
                    </a:lnTo>
                    <a:lnTo>
                      <a:pt x="2" y="15"/>
                    </a:lnTo>
                    <a:lnTo>
                      <a:pt x="2" y="20"/>
                    </a:lnTo>
                    <a:lnTo>
                      <a:pt x="2" y="22"/>
                    </a:lnTo>
                    <a:lnTo>
                      <a:pt x="2" y="16"/>
                    </a:lnTo>
                    <a:lnTo>
                      <a:pt x="2" y="17"/>
                    </a:lnTo>
                    <a:lnTo>
                      <a:pt x="2" y="25"/>
                    </a:lnTo>
                    <a:lnTo>
                      <a:pt x="2" y="28"/>
                    </a:lnTo>
                    <a:lnTo>
                      <a:pt x="3" y="28"/>
                    </a:lnTo>
                    <a:lnTo>
                      <a:pt x="3" y="31"/>
                    </a:lnTo>
                    <a:lnTo>
                      <a:pt x="3" y="33"/>
                    </a:lnTo>
                    <a:lnTo>
                      <a:pt x="3" y="37"/>
                    </a:lnTo>
                    <a:lnTo>
                      <a:pt x="3" y="40"/>
                    </a:lnTo>
                    <a:lnTo>
                      <a:pt x="3" y="34"/>
                    </a:lnTo>
                    <a:lnTo>
                      <a:pt x="4" y="23"/>
                    </a:lnTo>
                    <a:lnTo>
                      <a:pt x="4" y="19"/>
                    </a:lnTo>
                    <a:lnTo>
                      <a:pt x="4" y="25"/>
                    </a:lnTo>
                    <a:lnTo>
                      <a:pt x="4" y="31"/>
                    </a:lnTo>
                    <a:lnTo>
                      <a:pt x="4" y="31"/>
                    </a:lnTo>
                    <a:lnTo>
                      <a:pt x="4" y="27"/>
                    </a:lnTo>
                    <a:lnTo>
                      <a:pt x="4" y="23"/>
                    </a:lnTo>
                    <a:lnTo>
                      <a:pt x="4" y="25"/>
                    </a:lnTo>
                    <a:lnTo>
                      <a:pt x="4" y="27"/>
                    </a:lnTo>
                    <a:lnTo>
                      <a:pt x="5" y="24"/>
                    </a:lnTo>
                    <a:lnTo>
                      <a:pt x="5" y="20"/>
                    </a:lnTo>
                    <a:lnTo>
                      <a:pt x="5" y="15"/>
                    </a:lnTo>
                    <a:lnTo>
                      <a:pt x="5" y="8"/>
                    </a:lnTo>
                    <a:lnTo>
                      <a:pt x="5" y="2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6" y="4"/>
                    </a:lnTo>
                    <a:lnTo>
                      <a:pt x="6" y="1"/>
                    </a:lnTo>
                    <a:lnTo>
                      <a:pt x="6" y="4"/>
                    </a:lnTo>
                    <a:lnTo>
                      <a:pt x="6" y="12"/>
                    </a:lnTo>
                    <a:lnTo>
                      <a:pt x="6" y="1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10" name="Freeform 955"/>
              <p:cNvSpPr/>
              <p:nvPr/>
            </p:nvSpPr>
            <p:spPr bwMode="auto">
              <a:xfrm>
                <a:off x="1970" y="2921"/>
                <a:ext cx="6" cy="109"/>
              </a:xfrm>
              <a:custGeom>
                <a:avLst/>
                <a:gdLst>
                  <a:gd name="T0" fmla="*/ 0 w 6"/>
                  <a:gd name="T1" fmla="*/ 0 h 109"/>
                  <a:gd name="T2" fmla="*/ 0 w 6"/>
                  <a:gd name="T3" fmla="*/ 5 h 109"/>
                  <a:gd name="T4" fmla="*/ 0 w 6"/>
                  <a:gd name="T5" fmla="*/ 5 h 109"/>
                  <a:gd name="T6" fmla="*/ 0 w 6"/>
                  <a:gd name="T7" fmla="*/ 5 h 109"/>
                  <a:gd name="T8" fmla="*/ 1 w 6"/>
                  <a:gd name="T9" fmla="*/ 9 h 109"/>
                  <a:gd name="T10" fmla="*/ 1 w 6"/>
                  <a:gd name="T11" fmla="*/ 16 h 109"/>
                  <a:gd name="T12" fmla="*/ 1 w 6"/>
                  <a:gd name="T13" fmla="*/ 21 h 109"/>
                  <a:gd name="T14" fmla="*/ 1 w 6"/>
                  <a:gd name="T15" fmla="*/ 26 h 109"/>
                  <a:gd name="T16" fmla="*/ 1 w 6"/>
                  <a:gd name="T17" fmla="*/ 33 h 109"/>
                  <a:gd name="T18" fmla="*/ 1 w 6"/>
                  <a:gd name="T19" fmla="*/ 38 h 109"/>
                  <a:gd name="T20" fmla="*/ 1 w 6"/>
                  <a:gd name="T21" fmla="*/ 42 h 109"/>
                  <a:gd name="T22" fmla="*/ 1 w 6"/>
                  <a:gd name="T23" fmla="*/ 46 h 109"/>
                  <a:gd name="T24" fmla="*/ 1 w 6"/>
                  <a:gd name="T25" fmla="*/ 48 h 109"/>
                  <a:gd name="T26" fmla="*/ 2 w 6"/>
                  <a:gd name="T27" fmla="*/ 48 h 109"/>
                  <a:gd name="T28" fmla="*/ 2 w 6"/>
                  <a:gd name="T29" fmla="*/ 50 h 109"/>
                  <a:gd name="T30" fmla="*/ 2 w 6"/>
                  <a:gd name="T31" fmla="*/ 50 h 109"/>
                  <a:gd name="T32" fmla="*/ 2 w 6"/>
                  <a:gd name="T33" fmla="*/ 44 h 109"/>
                  <a:gd name="T34" fmla="*/ 2 w 6"/>
                  <a:gd name="T35" fmla="*/ 42 h 109"/>
                  <a:gd name="T36" fmla="*/ 2 w 6"/>
                  <a:gd name="T37" fmla="*/ 42 h 109"/>
                  <a:gd name="T38" fmla="*/ 3 w 6"/>
                  <a:gd name="T39" fmla="*/ 38 h 109"/>
                  <a:gd name="T40" fmla="*/ 3 w 6"/>
                  <a:gd name="T41" fmla="*/ 33 h 109"/>
                  <a:gd name="T42" fmla="*/ 3 w 6"/>
                  <a:gd name="T43" fmla="*/ 30 h 109"/>
                  <a:gd name="T44" fmla="*/ 3 w 6"/>
                  <a:gd name="T45" fmla="*/ 28 h 109"/>
                  <a:gd name="T46" fmla="*/ 3 w 6"/>
                  <a:gd name="T47" fmla="*/ 32 h 109"/>
                  <a:gd name="T48" fmla="*/ 3 w 6"/>
                  <a:gd name="T49" fmla="*/ 31 h 109"/>
                  <a:gd name="T50" fmla="*/ 3 w 6"/>
                  <a:gd name="T51" fmla="*/ 22 h 109"/>
                  <a:gd name="T52" fmla="*/ 3 w 6"/>
                  <a:gd name="T53" fmla="*/ 20 h 109"/>
                  <a:gd name="T54" fmla="*/ 3 w 6"/>
                  <a:gd name="T55" fmla="*/ 23 h 109"/>
                  <a:gd name="T56" fmla="*/ 4 w 6"/>
                  <a:gd name="T57" fmla="*/ 20 h 109"/>
                  <a:gd name="T58" fmla="*/ 4 w 6"/>
                  <a:gd name="T59" fmla="*/ 14 h 109"/>
                  <a:gd name="T60" fmla="*/ 4 w 6"/>
                  <a:gd name="T61" fmla="*/ 13 h 109"/>
                  <a:gd name="T62" fmla="*/ 4 w 6"/>
                  <a:gd name="T63" fmla="*/ 15 h 109"/>
                  <a:gd name="T64" fmla="*/ 4 w 6"/>
                  <a:gd name="T65" fmla="*/ 13 h 109"/>
                  <a:gd name="T66" fmla="*/ 4 w 6"/>
                  <a:gd name="T67" fmla="*/ 11 h 109"/>
                  <a:gd name="T68" fmla="*/ 5 w 6"/>
                  <a:gd name="T69" fmla="*/ 16 h 109"/>
                  <a:gd name="T70" fmla="*/ 5 w 6"/>
                  <a:gd name="T71" fmla="*/ 27 h 109"/>
                  <a:gd name="T72" fmla="*/ 5 w 6"/>
                  <a:gd name="T73" fmla="*/ 30 h 109"/>
                  <a:gd name="T74" fmla="*/ 5 w 6"/>
                  <a:gd name="T75" fmla="*/ 28 h 109"/>
                  <a:gd name="T76" fmla="*/ 5 w 6"/>
                  <a:gd name="T77" fmla="*/ 37 h 109"/>
                  <a:gd name="T78" fmla="*/ 5 w 6"/>
                  <a:gd name="T79" fmla="*/ 47 h 109"/>
                  <a:gd name="T80" fmla="*/ 5 w 6"/>
                  <a:gd name="T81" fmla="*/ 47 h 109"/>
                  <a:gd name="T82" fmla="*/ 5 w 6"/>
                  <a:gd name="T83" fmla="*/ 57 h 109"/>
                  <a:gd name="T84" fmla="*/ 5 w 6"/>
                  <a:gd name="T85" fmla="*/ 71 h 109"/>
                  <a:gd name="T86" fmla="*/ 6 w 6"/>
                  <a:gd name="T87" fmla="*/ 70 h 109"/>
                  <a:gd name="T88" fmla="*/ 6 w 6"/>
                  <a:gd name="T89" fmla="*/ 72 h 109"/>
                  <a:gd name="T90" fmla="*/ 6 w 6"/>
                  <a:gd name="T91" fmla="*/ 87 h 109"/>
                  <a:gd name="T92" fmla="*/ 6 w 6"/>
                  <a:gd name="T93" fmla="*/ 97 h 109"/>
                  <a:gd name="T94" fmla="*/ 6 w 6"/>
                  <a:gd name="T95" fmla="*/ 100 h 109"/>
                  <a:gd name="T96" fmla="*/ 6 w 6"/>
                  <a:gd name="T97" fmla="*/ 105 h 109"/>
                  <a:gd name="T98" fmla="*/ 6 w 6"/>
                  <a:gd name="T99" fmla="*/ 105 h 109"/>
                  <a:gd name="T100" fmla="*/ 6 w 6"/>
                  <a:gd name="T101" fmla="*/ 102 h 109"/>
                  <a:gd name="T102" fmla="*/ 6 w 6"/>
                  <a:gd name="T103" fmla="*/ 109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09">
                    <a:moveTo>
                      <a:pt x="0" y="0"/>
                    </a:move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9"/>
                    </a:lnTo>
                    <a:lnTo>
                      <a:pt x="1" y="16"/>
                    </a:lnTo>
                    <a:lnTo>
                      <a:pt x="1" y="21"/>
                    </a:lnTo>
                    <a:lnTo>
                      <a:pt x="1" y="26"/>
                    </a:lnTo>
                    <a:lnTo>
                      <a:pt x="1" y="33"/>
                    </a:lnTo>
                    <a:lnTo>
                      <a:pt x="1" y="38"/>
                    </a:lnTo>
                    <a:lnTo>
                      <a:pt x="1" y="42"/>
                    </a:lnTo>
                    <a:lnTo>
                      <a:pt x="1" y="46"/>
                    </a:lnTo>
                    <a:lnTo>
                      <a:pt x="1" y="48"/>
                    </a:lnTo>
                    <a:lnTo>
                      <a:pt x="2" y="48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4"/>
                    </a:lnTo>
                    <a:lnTo>
                      <a:pt x="2" y="42"/>
                    </a:lnTo>
                    <a:lnTo>
                      <a:pt x="2" y="42"/>
                    </a:lnTo>
                    <a:lnTo>
                      <a:pt x="3" y="38"/>
                    </a:lnTo>
                    <a:lnTo>
                      <a:pt x="3" y="33"/>
                    </a:lnTo>
                    <a:lnTo>
                      <a:pt x="3" y="30"/>
                    </a:lnTo>
                    <a:lnTo>
                      <a:pt x="3" y="28"/>
                    </a:lnTo>
                    <a:lnTo>
                      <a:pt x="3" y="32"/>
                    </a:lnTo>
                    <a:lnTo>
                      <a:pt x="3" y="31"/>
                    </a:lnTo>
                    <a:lnTo>
                      <a:pt x="3" y="22"/>
                    </a:lnTo>
                    <a:lnTo>
                      <a:pt x="3" y="20"/>
                    </a:lnTo>
                    <a:lnTo>
                      <a:pt x="3" y="23"/>
                    </a:lnTo>
                    <a:lnTo>
                      <a:pt x="4" y="20"/>
                    </a:lnTo>
                    <a:lnTo>
                      <a:pt x="4" y="14"/>
                    </a:lnTo>
                    <a:lnTo>
                      <a:pt x="4" y="13"/>
                    </a:lnTo>
                    <a:lnTo>
                      <a:pt x="4" y="15"/>
                    </a:lnTo>
                    <a:lnTo>
                      <a:pt x="4" y="13"/>
                    </a:lnTo>
                    <a:lnTo>
                      <a:pt x="4" y="11"/>
                    </a:lnTo>
                    <a:lnTo>
                      <a:pt x="5" y="16"/>
                    </a:lnTo>
                    <a:lnTo>
                      <a:pt x="5" y="27"/>
                    </a:lnTo>
                    <a:lnTo>
                      <a:pt x="5" y="30"/>
                    </a:lnTo>
                    <a:lnTo>
                      <a:pt x="5" y="28"/>
                    </a:lnTo>
                    <a:lnTo>
                      <a:pt x="5" y="37"/>
                    </a:lnTo>
                    <a:lnTo>
                      <a:pt x="5" y="47"/>
                    </a:lnTo>
                    <a:lnTo>
                      <a:pt x="5" y="47"/>
                    </a:lnTo>
                    <a:lnTo>
                      <a:pt x="5" y="57"/>
                    </a:lnTo>
                    <a:lnTo>
                      <a:pt x="5" y="71"/>
                    </a:lnTo>
                    <a:lnTo>
                      <a:pt x="6" y="70"/>
                    </a:lnTo>
                    <a:lnTo>
                      <a:pt x="6" y="72"/>
                    </a:lnTo>
                    <a:lnTo>
                      <a:pt x="6" y="87"/>
                    </a:lnTo>
                    <a:lnTo>
                      <a:pt x="6" y="97"/>
                    </a:lnTo>
                    <a:lnTo>
                      <a:pt x="6" y="100"/>
                    </a:lnTo>
                    <a:lnTo>
                      <a:pt x="6" y="105"/>
                    </a:lnTo>
                    <a:lnTo>
                      <a:pt x="6" y="105"/>
                    </a:lnTo>
                    <a:lnTo>
                      <a:pt x="6" y="102"/>
                    </a:lnTo>
                    <a:lnTo>
                      <a:pt x="6" y="10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11" name="Freeform 956"/>
              <p:cNvSpPr/>
              <p:nvPr/>
            </p:nvSpPr>
            <p:spPr bwMode="auto">
              <a:xfrm>
                <a:off x="1976" y="2921"/>
                <a:ext cx="7" cy="200"/>
              </a:xfrm>
              <a:custGeom>
                <a:avLst/>
                <a:gdLst>
                  <a:gd name="T0" fmla="*/ 0 w 7"/>
                  <a:gd name="T1" fmla="*/ 102 h 200"/>
                  <a:gd name="T2" fmla="*/ 0 w 7"/>
                  <a:gd name="T3" fmla="*/ 109 h 200"/>
                  <a:gd name="T4" fmla="*/ 1 w 7"/>
                  <a:gd name="T5" fmla="*/ 117 h 200"/>
                  <a:gd name="T6" fmla="*/ 1 w 7"/>
                  <a:gd name="T7" fmla="*/ 122 h 200"/>
                  <a:gd name="T8" fmla="*/ 1 w 7"/>
                  <a:gd name="T9" fmla="*/ 126 h 200"/>
                  <a:gd name="T10" fmla="*/ 1 w 7"/>
                  <a:gd name="T11" fmla="*/ 126 h 200"/>
                  <a:gd name="T12" fmla="*/ 1 w 7"/>
                  <a:gd name="T13" fmla="*/ 129 h 200"/>
                  <a:gd name="T14" fmla="*/ 1 w 7"/>
                  <a:gd name="T15" fmla="*/ 139 h 200"/>
                  <a:gd name="T16" fmla="*/ 2 w 7"/>
                  <a:gd name="T17" fmla="*/ 145 h 200"/>
                  <a:gd name="T18" fmla="*/ 2 w 7"/>
                  <a:gd name="T19" fmla="*/ 148 h 200"/>
                  <a:gd name="T20" fmla="*/ 2 w 7"/>
                  <a:gd name="T21" fmla="*/ 150 h 200"/>
                  <a:gd name="T22" fmla="*/ 2 w 7"/>
                  <a:gd name="T23" fmla="*/ 146 h 200"/>
                  <a:gd name="T24" fmla="*/ 2 w 7"/>
                  <a:gd name="T25" fmla="*/ 141 h 200"/>
                  <a:gd name="T26" fmla="*/ 2 w 7"/>
                  <a:gd name="T27" fmla="*/ 145 h 200"/>
                  <a:gd name="T28" fmla="*/ 2 w 7"/>
                  <a:gd name="T29" fmla="*/ 152 h 200"/>
                  <a:gd name="T30" fmla="*/ 2 w 7"/>
                  <a:gd name="T31" fmla="*/ 154 h 200"/>
                  <a:gd name="T32" fmla="*/ 2 w 7"/>
                  <a:gd name="T33" fmla="*/ 153 h 200"/>
                  <a:gd name="T34" fmla="*/ 3 w 7"/>
                  <a:gd name="T35" fmla="*/ 151 h 200"/>
                  <a:gd name="T36" fmla="*/ 3 w 7"/>
                  <a:gd name="T37" fmla="*/ 146 h 200"/>
                  <a:gd name="T38" fmla="*/ 3 w 7"/>
                  <a:gd name="T39" fmla="*/ 141 h 200"/>
                  <a:gd name="T40" fmla="*/ 3 w 7"/>
                  <a:gd name="T41" fmla="*/ 151 h 200"/>
                  <a:gd name="T42" fmla="*/ 3 w 7"/>
                  <a:gd name="T43" fmla="*/ 179 h 200"/>
                  <a:gd name="T44" fmla="*/ 3 w 7"/>
                  <a:gd name="T45" fmla="*/ 193 h 200"/>
                  <a:gd name="T46" fmla="*/ 3 w 7"/>
                  <a:gd name="T47" fmla="*/ 182 h 200"/>
                  <a:gd name="T48" fmla="*/ 4 w 7"/>
                  <a:gd name="T49" fmla="*/ 177 h 200"/>
                  <a:gd name="T50" fmla="*/ 4 w 7"/>
                  <a:gd name="T51" fmla="*/ 188 h 200"/>
                  <a:gd name="T52" fmla="*/ 4 w 7"/>
                  <a:gd name="T53" fmla="*/ 195 h 200"/>
                  <a:gd name="T54" fmla="*/ 4 w 7"/>
                  <a:gd name="T55" fmla="*/ 197 h 200"/>
                  <a:gd name="T56" fmla="*/ 4 w 7"/>
                  <a:gd name="T57" fmla="*/ 200 h 200"/>
                  <a:gd name="T58" fmla="*/ 4 w 7"/>
                  <a:gd name="T59" fmla="*/ 178 h 200"/>
                  <a:gd name="T60" fmla="*/ 4 w 7"/>
                  <a:gd name="T61" fmla="*/ 146 h 200"/>
                  <a:gd name="T62" fmla="*/ 4 w 7"/>
                  <a:gd name="T63" fmla="*/ 147 h 200"/>
                  <a:gd name="T64" fmla="*/ 4 w 7"/>
                  <a:gd name="T65" fmla="*/ 166 h 200"/>
                  <a:gd name="T66" fmla="*/ 5 w 7"/>
                  <a:gd name="T67" fmla="*/ 161 h 200"/>
                  <a:gd name="T68" fmla="*/ 5 w 7"/>
                  <a:gd name="T69" fmla="*/ 141 h 200"/>
                  <a:gd name="T70" fmla="*/ 5 w 7"/>
                  <a:gd name="T71" fmla="*/ 136 h 200"/>
                  <a:gd name="T72" fmla="*/ 5 w 7"/>
                  <a:gd name="T73" fmla="*/ 138 h 200"/>
                  <a:gd name="T74" fmla="*/ 5 w 7"/>
                  <a:gd name="T75" fmla="*/ 133 h 200"/>
                  <a:gd name="T76" fmla="*/ 5 w 7"/>
                  <a:gd name="T77" fmla="*/ 124 h 200"/>
                  <a:gd name="T78" fmla="*/ 6 w 7"/>
                  <a:gd name="T79" fmla="*/ 110 h 200"/>
                  <a:gd name="T80" fmla="*/ 6 w 7"/>
                  <a:gd name="T81" fmla="*/ 85 h 200"/>
                  <a:gd name="T82" fmla="*/ 6 w 7"/>
                  <a:gd name="T83" fmla="*/ 62 h 200"/>
                  <a:gd name="T84" fmla="*/ 6 w 7"/>
                  <a:gd name="T85" fmla="*/ 58 h 200"/>
                  <a:gd name="T86" fmla="*/ 6 w 7"/>
                  <a:gd name="T87" fmla="*/ 54 h 200"/>
                  <a:gd name="T88" fmla="*/ 6 w 7"/>
                  <a:gd name="T89" fmla="*/ 34 h 200"/>
                  <a:gd name="T90" fmla="*/ 6 w 7"/>
                  <a:gd name="T91" fmla="*/ 20 h 200"/>
                  <a:gd name="T92" fmla="*/ 6 w 7"/>
                  <a:gd name="T93" fmla="*/ 16 h 200"/>
                  <a:gd name="T94" fmla="*/ 6 w 7"/>
                  <a:gd name="T95" fmla="*/ 7 h 200"/>
                  <a:gd name="T96" fmla="*/ 7 w 7"/>
                  <a:gd name="T97" fmla="*/ 4 h 200"/>
                  <a:gd name="T98" fmla="*/ 7 w 7"/>
                  <a:gd name="T99" fmla="*/ 10 h 200"/>
                  <a:gd name="T100" fmla="*/ 7 w 7"/>
                  <a:gd name="T101" fmla="*/ 8 h 200"/>
                  <a:gd name="T102" fmla="*/ 7 w 7"/>
                  <a:gd name="T103" fmla="*/ 0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00">
                    <a:moveTo>
                      <a:pt x="0" y="102"/>
                    </a:moveTo>
                    <a:lnTo>
                      <a:pt x="0" y="109"/>
                    </a:lnTo>
                    <a:lnTo>
                      <a:pt x="1" y="117"/>
                    </a:lnTo>
                    <a:lnTo>
                      <a:pt x="1" y="122"/>
                    </a:lnTo>
                    <a:lnTo>
                      <a:pt x="1" y="126"/>
                    </a:lnTo>
                    <a:lnTo>
                      <a:pt x="1" y="126"/>
                    </a:lnTo>
                    <a:lnTo>
                      <a:pt x="1" y="129"/>
                    </a:lnTo>
                    <a:lnTo>
                      <a:pt x="1" y="139"/>
                    </a:lnTo>
                    <a:lnTo>
                      <a:pt x="2" y="145"/>
                    </a:lnTo>
                    <a:lnTo>
                      <a:pt x="2" y="148"/>
                    </a:lnTo>
                    <a:lnTo>
                      <a:pt x="2" y="150"/>
                    </a:lnTo>
                    <a:lnTo>
                      <a:pt x="2" y="146"/>
                    </a:lnTo>
                    <a:lnTo>
                      <a:pt x="2" y="141"/>
                    </a:lnTo>
                    <a:lnTo>
                      <a:pt x="2" y="145"/>
                    </a:lnTo>
                    <a:lnTo>
                      <a:pt x="2" y="152"/>
                    </a:lnTo>
                    <a:lnTo>
                      <a:pt x="2" y="154"/>
                    </a:lnTo>
                    <a:lnTo>
                      <a:pt x="2" y="153"/>
                    </a:lnTo>
                    <a:lnTo>
                      <a:pt x="3" y="151"/>
                    </a:lnTo>
                    <a:lnTo>
                      <a:pt x="3" y="146"/>
                    </a:lnTo>
                    <a:lnTo>
                      <a:pt x="3" y="141"/>
                    </a:lnTo>
                    <a:lnTo>
                      <a:pt x="3" y="151"/>
                    </a:lnTo>
                    <a:lnTo>
                      <a:pt x="3" y="179"/>
                    </a:lnTo>
                    <a:lnTo>
                      <a:pt x="3" y="193"/>
                    </a:lnTo>
                    <a:lnTo>
                      <a:pt x="3" y="182"/>
                    </a:lnTo>
                    <a:lnTo>
                      <a:pt x="4" y="177"/>
                    </a:lnTo>
                    <a:lnTo>
                      <a:pt x="4" y="188"/>
                    </a:lnTo>
                    <a:lnTo>
                      <a:pt x="4" y="195"/>
                    </a:lnTo>
                    <a:lnTo>
                      <a:pt x="4" y="197"/>
                    </a:lnTo>
                    <a:lnTo>
                      <a:pt x="4" y="200"/>
                    </a:lnTo>
                    <a:lnTo>
                      <a:pt x="4" y="178"/>
                    </a:lnTo>
                    <a:lnTo>
                      <a:pt x="4" y="146"/>
                    </a:lnTo>
                    <a:lnTo>
                      <a:pt x="4" y="147"/>
                    </a:lnTo>
                    <a:lnTo>
                      <a:pt x="4" y="166"/>
                    </a:lnTo>
                    <a:lnTo>
                      <a:pt x="5" y="161"/>
                    </a:lnTo>
                    <a:lnTo>
                      <a:pt x="5" y="141"/>
                    </a:lnTo>
                    <a:lnTo>
                      <a:pt x="5" y="136"/>
                    </a:lnTo>
                    <a:lnTo>
                      <a:pt x="5" y="138"/>
                    </a:lnTo>
                    <a:lnTo>
                      <a:pt x="5" y="133"/>
                    </a:lnTo>
                    <a:lnTo>
                      <a:pt x="5" y="124"/>
                    </a:lnTo>
                    <a:lnTo>
                      <a:pt x="6" y="110"/>
                    </a:lnTo>
                    <a:lnTo>
                      <a:pt x="6" y="85"/>
                    </a:lnTo>
                    <a:lnTo>
                      <a:pt x="6" y="62"/>
                    </a:lnTo>
                    <a:lnTo>
                      <a:pt x="6" y="58"/>
                    </a:lnTo>
                    <a:lnTo>
                      <a:pt x="6" y="54"/>
                    </a:lnTo>
                    <a:lnTo>
                      <a:pt x="6" y="34"/>
                    </a:lnTo>
                    <a:lnTo>
                      <a:pt x="6" y="20"/>
                    </a:lnTo>
                    <a:lnTo>
                      <a:pt x="6" y="16"/>
                    </a:lnTo>
                    <a:lnTo>
                      <a:pt x="6" y="7"/>
                    </a:lnTo>
                    <a:lnTo>
                      <a:pt x="7" y="4"/>
                    </a:lnTo>
                    <a:lnTo>
                      <a:pt x="7" y="10"/>
                    </a:lnTo>
                    <a:lnTo>
                      <a:pt x="7" y="8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12" name="Freeform 957"/>
              <p:cNvSpPr/>
              <p:nvPr/>
            </p:nvSpPr>
            <p:spPr bwMode="auto">
              <a:xfrm>
                <a:off x="1983" y="2899"/>
                <a:ext cx="6" cy="74"/>
              </a:xfrm>
              <a:custGeom>
                <a:avLst/>
                <a:gdLst>
                  <a:gd name="T0" fmla="*/ 0 w 6"/>
                  <a:gd name="T1" fmla="*/ 30 h 74"/>
                  <a:gd name="T2" fmla="*/ 0 w 6"/>
                  <a:gd name="T3" fmla="*/ 22 h 74"/>
                  <a:gd name="T4" fmla="*/ 0 w 6"/>
                  <a:gd name="T5" fmla="*/ 16 h 74"/>
                  <a:gd name="T6" fmla="*/ 0 w 6"/>
                  <a:gd name="T7" fmla="*/ 15 h 74"/>
                  <a:gd name="T8" fmla="*/ 0 w 6"/>
                  <a:gd name="T9" fmla="*/ 24 h 74"/>
                  <a:gd name="T10" fmla="*/ 0 w 6"/>
                  <a:gd name="T11" fmla="*/ 31 h 74"/>
                  <a:gd name="T12" fmla="*/ 0 w 6"/>
                  <a:gd name="T13" fmla="*/ 24 h 74"/>
                  <a:gd name="T14" fmla="*/ 1 w 6"/>
                  <a:gd name="T15" fmla="*/ 14 h 74"/>
                  <a:gd name="T16" fmla="*/ 1 w 6"/>
                  <a:gd name="T17" fmla="*/ 7 h 74"/>
                  <a:gd name="T18" fmla="*/ 1 w 6"/>
                  <a:gd name="T19" fmla="*/ 9 h 74"/>
                  <a:gd name="T20" fmla="*/ 1 w 6"/>
                  <a:gd name="T21" fmla="*/ 27 h 74"/>
                  <a:gd name="T22" fmla="*/ 1 w 6"/>
                  <a:gd name="T23" fmla="*/ 44 h 74"/>
                  <a:gd name="T24" fmla="*/ 1 w 6"/>
                  <a:gd name="T25" fmla="*/ 45 h 74"/>
                  <a:gd name="T26" fmla="*/ 2 w 6"/>
                  <a:gd name="T27" fmla="*/ 47 h 74"/>
                  <a:gd name="T28" fmla="*/ 2 w 6"/>
                  <a:gd name="T29" fmla="*/ 52 h 74"/>
                  <a:gd name="T30" fmla="*/ 2 w 6"/>
                  <a:gd name="T31" fmla="*/ 56 h 74"/>
                  <a:gd name="T32" fmla="*/ 2 w 6"/>
                  <a:gd name="T33" fmla="*/ 65 h 74"/>
                  <a:gd name="T34" fmla="*/ 2 w 6"/>
                  <a:gd name="T35" fmla="*/ 74 h 74"/>
                  <a:gd name="T36" fmla="*/ 2 w 6"/>
                  <a:gd name="T37" fmla="*/ 74 h 74"/>
                  <a:gd name="T38" fmla="*/ 2 w 6"/>
                  <a:gd name="T39" fmla="*/ 63 h 74"/>
                  <a:gd name="T40" fmla="*/ 2 w 6"/>
                  <a:gd name="T41" fmla="*/ 43 h 74"/>
                  <a:gd name="T42" fmla="*/ 2 w 6"/>
                  <a:gd name="T43" fmla="*/ 30 h 74"/>
                  <a:gd name="T44" fmla="*/ 3 w 6"/>
                  <a:gd name="T45" fmla="*/ 33 h 74"/>
                  <a:gd name="T46" fmla="*/ 3 w 6"/>
                  <a:gd name="T47" fmla="*/ 37 h 74"/>
                  <a:gd name="T48" fmla="*/ 3 w 6"/>
                  <a:gd name="T49" fmla="*/ 37 h 74"/>
                  <a:gd name="T50" fmla="*/ 3 w 6"/>
                  <a:gd name="T51" fmla="*/ 33 h 74"/>
                  <a:gd name="T52" fmla="*/ 3 w 6"/>
                  <a:gd name="T53" fmla="*/ 22 h 74"/>
                  <a:gd name="T54" fmla="*/ 3 w 6"/>
                  <a:gd name="T55" fmla="*/ 11 h 74"/>
                  <a:gd name="T56" fmla="*/ 4 w 6"/>
                  <a:gd name="T57" fmla="*/ 18 h 74"/>
                  <a:gd name="T58" fmla="*/ 4 w 6"/>
                  <a:gd name="T59" fmla="*/ 28 h 74"/>
                  <a:gd name="T60" fmla="*/ 4 w 6"/>
                  <a:gd name="T61" fmla="*/ 23 h 74"/>
                  <a:gd name="T62" fmla="*/ 4 w 6"/>
                  <a:gd name="T63" fmla="*/ 15 h 74"/>
                  <a:gd name="T64" fmla="*/ 4 w 6"/>
                  <a:gd name="T65" fmla="*/ 14 h 74"/>
                  <a:gd name="T66" fmla="*/ 4 w 6"/>
                  <a:gd name="T67" fmla="*/ 8 h 74"/>
                  <a:gd name="T68" fmla="*/ 4 w 6"/>
                  <a:gd name="T69" fmla="*/ 1 h 74"/>
                  <a:gd name="T70" fmla="*/ 4 w 6"/>
                  <a:gd name="T71" fmla="*/ 2 h 74"/>
                  <a:gd name="T72" fmla="*/ 4 w 6"/>
                  <a:gd name="T73" fmla="*/ 1 h 74"/>
                  <a:gd name="T74" fmla="*/ 4 w 6"/>
                  <a:gd name="T75" fmla="*/ 0 h 74"/>
                  <a:gd name="T76" fmla="*/ 5 w 6"/>
                  <a:gd name="T77" fmla="*/ 3 h 74"/>
                  <a:gd name="T78" fmla="*/ 5 w 6"/>
                  <a:gd name="T79" fmla="*/ 0 h 74"/>
                  <a:gd name="T80" fmla="*/ 5 w 6"/>
                  <a:gd name="T81" fmla="*/ 0 h 74"/>
                  <a:gd name="T82" fmla="*/ 5 w 6"/>
                  <a:gd name="T83" fmla="*/ 16 h 74"/>
                  <a:gd name="T84" fmla="*/ 5 w 6"/>
                  <a:gd name="T85" fmla="*/ 34 h 74"/>
                  <a:gd name="T86" fmla="*/ 5 w 6"/>
                  <a:gd name="T87" fmla="*/ 44 h 74"/>
                  <a:gd name="T88" fmla="*/ 5 w 6"/>
                  <a:gd name="T89" fmla="*/ 51 h 74"/>
                  <a:gd name="T90" fmla="*/ 5 w 6"/>
                  <a:gd name="T91" fmla="*/ 55 h 74"/>
                  <a:gd name="T92" fmla="*/ 5 w 6"/>
                  <a:gd name="T93" fmla="*/ 55 h 74"/>
                  <a:gd name="T94" fmla="*/ 6 w 6"/>
                  <a:gd name="T95" fmla="*/ 60 h 74"/>
                  <a:gd name="T96" fmla="*/ 6 w 6"/>
                  <a:gd name="T97" fmla="*/ 67 h 74"/>
                  <a:gd name="T98" fmla="*/ 6 w 6"/>
                  <a:gd name="T99" fmla="*/ 64 h 74"/>
                  <a:gd name="T100" fmla="*/ 6 w 6"/>
                  <a:gd name="T101" fmla="*/ 52 h 74"/>
                  <a:gd name="T102" fmla="*/ 6 w 6"/>
                  <a:gd name="T103" fmla="*/ 5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4">
                    <a:moveTo>
                      <a:pt x="0" y="30"/>
                    </a:moveTo>
                    <a:lnTo>
                      <a:pt x="0" y="22"/>
                    </a:lnTo>
                    <a:lnTo>
                      <a:pt x="0" y="16"/>
                    </a:lnTo>
                    <a:lnTo>
                      <a:pt x="0" y="15"/>
                    </a:lnTo>
                    <a:lnTo>
                      <a:pt x="0" y="24"/>
                    </a:lnTo>
                    <a:lnTo>
                      <a:pt x="0" y="31"/>
                    </a:lnTo>
                    <a:lnTo>
                      <a:pt x="0" y="24"/>
                    </a:lnTo>
                    <a:lnTo>
                      <a:pt x="1" y="14"/>
                    </a:lnTo>
                    <a:lnTo>
                      <a:pt x="1" y="7"/>
                    </a:lnTo>
                    <a:lnTo>
                      <a:pt x="1" y="9"/>
                    </a:lnTo>
                    <a:lnTo>
                      <a:pt x="1" y="27"/>
                    </a:lnTo>
                    <a:lnTo>
                      <a:pt x="1" y="44"/>
                    </a:lnTo>
                    <a:lnTo>
                      <a:pt x="1" y="45"/>
                    </a:lnTo>
                    <a:lnTo>
                      <a:pt x="2" y="47"/>
                    </a:lnTo>
                    <a:lnTo>
                      <a:pt x="2" y="52"/>
                    </a:lnTo>
                    <a:lnTo>
                      <a:pt x="2" y="56"/>
                    </a:lnTo>
                    <a:lnTo>
                      <a:pt x="2" y="65"/>
                    </a:lnTo>
                    <a:lnTo>
                      <a:pt x="2" y="74"/>
                    </a:lnTo>
                    <a:lnTo>
                      <a:pt x="2" y="74"/>
                    </a:lnTo>
                    <a:lnTo>
                      <a:pt x="2" y="63"/>
                    </a:lnTo>
                    <a:lnTo>
                      <a:pt x="2" y="43"/>
                    </a:lnTo>
                    <a:lnTo>
                      <a:pt x="2" y="30"/>
                    </a:lnTo>
                    <a:lnTo>
                      <a:pt x="3" y="33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3" y="33"/>
                    </a:lnTo>
                    <a:lnTo>
                      <a:pt x="3" y="22"/>
                    </a:lnTo>
                    <a:lnTo>
                      <a:pt x="3" y="11"/>
                    </a:lnTo>
                    <a:lnTo>
                      <a:pt x="4" y="18"/>
                    </a:lnTo>
                    <a:lnTo>
                      <a:pt x="4" y="28"/>
                    </a:lnTo>
                    <a:lnTo>
                      <a:pt x="4" y="23"/>
                    </a:lnTo>
                    <a:lnTo>
                      <a:pt x="4" y="15"/>
                    </a:lnTo>
                    <a:lnTo>
                      <a:pt x="4" y="14"/>
                    </a:lnTo>
                    <a:lnTo>
                      <a:pt x="4" y="8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5" y="3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6"/>
                    </a:lnTo>
                    <a:lnTo>
                      <a:pt x="5" y="34"/>
                    </a:lnTo>
                    <a:lnTo>
                      <a:pt x="5" y="44"/>
                    </a:lnTo>
                    <a:lnTo>
                      <a:pt x="5" y="51"/>
                    </a:lnTo>
                    <a:lnTo>
                      <a:pt x="5" y="55"/>
                    </a:lnTo>
                    <a:lnTo>
                      <a:pt x="5" y="55"/>
                    </a:lnTo>
                    <a:lnTo>
                      <a:pt x="6" y="60"/>
                    </a:lnTo>
                    <a:lnTo>
                      <a:pt x="6" y="67"/>
                    </a:lnTo>
                    <a:lnTo>
                      <a:pt x="6" y="64"/>
                    </a:lnTo>
                    <a:lnTo>
                      <a:pt x="6" y="52"/>
                    </a:lnTo>
                    <a:lnTo>
                      <a:pt x="6" y="5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13" name="Freeform 958"/>
              <p:cNvSpPr/>
              <p:nvPr/>
            </p:nvSpPr>
            <p:spPr bwMode="auto">
              <a:xfrm>
                <a:off x="1989" y="2936"/>
                <a:ext cx="7" cy="47"/>
              </a:xfrm>
              <a:custGeom>
                <a:avLst/>
                <a:gdLst>
                  <a:gd name="T0" fmla="*/ 0 w 7"/>
                  <a:gd name="T1" fmla="*/ 15 h 47"/>
                  <a:gd name="T2" fmla="*/ 0 w 7"/>
                  <a:gd name="T3" fmla="*/ 13 h 47"/>
                  <a:gd name="T4" fmla="*/ 0 w 7"/>
                  <a:gd name="T5" fmla="*/ 23 h 47"/>
                  <a:gd name="T6" fmla="*/ 1 w 7"/>
                  <a:gd name="T7" fmla="*/ 28 h 47"/>
                  <a:gd name="T8" fmla="*/ 1 w 7"/>
                  <a:gd name="T9" fmla="*/ 26 h 47"/>
                  <a:gd name="T10" fmla="*/ 1 w 7"/>
                  <a:gd name="T11" fmla="*/ 30 h 47"/>
                  <a:gd name="T12" fmla="*/ 1 w 7"/>
                  <a:gd name="T13" fmla="*/ 35 h 47"/>
                  <a:gd name="T14" fmla="*/ 1 w 7"/>
                  <a:gd name="T15" fmla="*/ 40 h 47"/>
                  <a:gd name="T16" fmla="*/ 1 w 7"/>
                  <a:gd name="T17" fmla="*/ 47 h 47"/>
                  <a:gd name="T18" fmla="*/ 1 w 7"/>
                  <a:gd name="T19" fmla="*/ 39 h 47"/>
                  <a:gd name="T20" fmla="*/ 1 w 7"/>
                  <a:gd name="T21" fmla="*/ 22 h 47"/>
                  <a:gd name="T22" fmla="*/ 1 w 7"/>
                  <a:gd name="T23" fmla="*/ 18 h 47"/>
                  <a:gd name="T24" fmla="*/ 2 w 7"/>
                  <a:gd name="T25" fmla="*/ 22 h 47"/>
                  <a:gd name="T26" fmla="*/ 2 w 7"/>
                  <a:gd name="T27" fmla="*/ 16 h 47"/>
                  <a:gd name="T28" fmla="*/ 2 w 7"/>
                  <a:gd name="T29" fmla="*/ 12 h 47"/>
                  <a:gd name="T30" fmla="*/ 2 w 7"/>
                  <a:gd name="T31" fmla="*/ 11 h 47"/>
                  <a:gd name="T32" fmla="*/ 2 w 7"/>
                  <a:gd name="T33" fmla="*/ 2 h 47"/>
                  <a:gd name="T34" fmla="*/ 2 w 7"/>
                  <a:gd name="T35" fmla="*/ 0 h 47"/>
                  <a:gd name="T36" fmla="*/ 3 w 7"/>
                  <a:gd name="T37" fmla="*/ 10 h 47"/>
                  <a:gd name="T38" fmla="*/ 3 w 7"/>
                  <a:gd name="T39" fmla="*/ 9 h 47"/>
                  <a:gd name="T40" fmla="*/ 3 w 7"/>
                  <a:gd name="T41" fmla="*/ 1 h 47"/>
                  <a:gd name="T42" fmla="*/ 3 w 7"/>
                  <a:gd name="T43" fmla="*/ 7 h 47"/>
                  <a:gd name="T44" fmla="*/ 3 w 7"/>
                  <a:gd name="T45" fmla="*/ 12 h 47"/>
                  <a:gd name="T46" fmla="*/ 3 w 7"/>
                  <a:gd name="T47" fmla="*/ 3 h 47"/>
                  <a:gd name="T48" fmla="*/ 3 w 7"/>
                  <a:gd name="T49" fmla="*/ 2 h 47"/>
                  <a:gd name="T50" fmla="*/ 3 w 7"/>
                  <a:gd name="T51" fmla="*/ 11 h 47"/>
                  <a:gd name="T52" fmla="*/ 3 w 7"/>
                  <a:gd name="T53" fmla="*/ 14 h 47"/>
                  <a:gd name="T54" fmla="*/ 4 w 7"/>
                  <a:gd name="T55" fmla="*/ 16 h 47"/>
                  <a:gd name="T56" fmla="*/ 4 w 7"/>
                  <a:gd name="T57" fmla="*/ 19 h 47"/>
                  <a:gd name="T58" fmla="*/ 4 w 7"/>
                  <a:gd name="T59" fmla="*/ 11 h 47"/>
                  <a:gd name="T60" fmla="*/ 4 w 7"/>
                  <a:gd name="T61" fmla="*/ 4 h 47"/>
                  <a:gd name="T62" fmla="*/ 4 w 7"/>
                  <a:gd name="T63" fmla="*/ 12 h 47"/>
                  <a:gd name="T64" fmla="*/ 4 w 7"/>
                  <a:gd name="T65" fmla="*/ 26 h 47"/>
                  <a:gd name="T66" fmla="*/ 4 w 7"/>
                  <a:gd name="T67" fmla="*/ 28 h 47"/>
                  <a:gd name="T68" fmla="*/ 4 w 7"/>
                  <a:gd name="T69" fmla="*/ 25 h 47"/>
                  <a:gd name="T70" fmla="*/ 4 w 7"/>
                  <a:gd name="T71" fmla="*/ 30 h 47"/>
                  <a:gd name="T72" fmla="*/ 5 w 7"/>
                  <a:gd name="T73" fmla="*/ 32 h 47"/>
                  <a:gd name="T74" fmla="*/ 5 w 7"/>
                  <a:gd name="T75" fmla="*/ 31 h 47"/>
                  <a:gd name="T76" fmla="*/ 5 w 7"/>
                  <a:gd name="T77" fmla="*/ 38 h 47"/>
                  <a:gd name="T78" fmla="*/ 5 w 7"/>
                  <a:gd name="T79" fmla="*/ 42 h 47"/>
                  <a:gd name="T80" fmla="*/ 5 w 7"/>
                  <a:gd name="T81" fmla="*/ 30 h 47"/>
                  <a:gd name="T82" fmla="*/ 5 w 7"/>
                  <a:gd name="T83" fmla="*/ 18 h 47"/>
                  <a:gd name="T84" fmla="*/ 6 w 7"/>
                  <a:gd name="T85" fmla="*/ 11 h 47"/>
                  <a:gd name="T86" fmla="*/ 6 w 7"/>
                  <a:gd name="T87" fmla="*/ 3 h 47"/>
                  <a:gd name="T88" fmla="*/ 6 w 7"/>
                  <a:gd name="T89" fmla="*/ 4 h 47"/>
                  <a:gd name="T90" fmla="*/ 6 w 7"/>
                  <a:gd name="T91" fmla="*/ 11 h 47"/>
                  <a:gd name="T92" fmla="*/ 6 w 7"/>
                  <a:gd name="T93" fmla="*/ 8 h 47"/>
                  <a:gd name="T94" fmla="*/ 6 w 7"/>
                  <a:gd name="T95" fmla="*/ 1 h 47"/>
                  <a:gd name="T96" fmla="*/ 6 w 7"/>
                  <a:gd name="T97" fmla="*/ 0 h 47"/>
                  <a:gd name="T98" fmla="*/ 6 w 7"/>
                  <a:gd name="T99" fmla="*/ 0 h 47"/>
                  <a:gd name="T100" fmla="*/ 6 w 7"/>
                  <a:gd name="T101" fmla="*/ 2 h 47"/>
                  <a:gd name="T102" fmla="*/ 7 w 7"/>
                  <a:gd name="T103" fmla="*/ 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7">
                    <a:moveTo>
                      <a:pt x="0" y="15"/>
                    </a:moveTo>
                    <a:lnTo>
                      <a:pt x="0" y="13"/>
                    </a:lnTo>
                    <a:lnTo>
                      <a:pt x="0" y="23"/>
                    </a:lnTo>
                    <a:lnTo>
                      <a:pt x="1" y="28"/>
                    </a:lnTo>
                    <a:lnTo>
                      <a:pt x="1" y="26"/>
                    </a:lnTo>
                    <a:lnTo>
                      <a:pt x="1" y="30"/>
                    </a:lnTo>
                    <a:lnTo>
                      <a:pt x="1" y="35"/>
                    </a:lnTo>
                    <a:lnTo>
                      <a:pt x="1" y="40"/>
                    </a:lnTo>
                    <a:lnTo>
                      <a:pt x="1" y="47"/>
                    </a:lnTo>
                    <a:lnTo>
                      <a:pt x="1" y="39"/>
                    </a:lnTo>
                    <a:lnTo>
                      <a:pt x="1" y="22"/>
                    </a:lnTo>
                    <a:lnTo>
                      <a:pt x="1" y="18"/>
                    </a:lnTo>
                    <a:lnTo>
                      <a:pt x="2" y="22"/>
                    </a:lnTo>
                    <a:lnTo>
                      <a:pt x="2" y="16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3" y="1"/>
                    </a:lnTo>
                    <a:lnTo>
                      <a:pt x="3" y="7"/>
                    </a:lnTo>
                    <a:lnTo>
                      <a:pt x="3" y="12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3" y="11"/>
                    </a:lnTo>
                    <a:lnTo>
                      <a:pt x="3" y="14"/>
                    </a:lnTo>
                    <a:lnTo>
                      <a:pt x="4" y="16"/>
                    </a:lnTo>
                    <a:lnTo>
                      <a:pt x="4" y="19"/>
                    </a:lnTo>
                    <a:lnTo>
                      <a:pt x="4" y="11"/>
                    </a:lnTo>
                    <a:lnTo>
                      <a:pt x="4" y="4"/>
                    </a:lnTo>
                    <a:lnTo>
                      <a:pt x="4" y="12"/>
                    </a:lnTo>
                    <a:lnTo>
                      <a:pt x="4" y="26"/>
                    </a:lnTo>
                    <a:lnTo>
                      <a:pt x="4" y="28"/>
                    </a:lnTo>
                    <a:lnTo>
                      <a:pt x="4" y="25"/>
                    </a:lnTo>
                    <a:lnTo>
                      <a:pt x="4" y="30"/>
                    </a:lnTo>
                    <a:lnTo>
                      <a:pt x="5" y="32"/>
                    </a:lnTo>
                    <a:lnTo>
                      <a:pt x="5" y="31"/>
                    </a:lnTo>
                    <a:lnTo>
                      <a:pt x="5" y="38"/>
                    </a:lnTo>
                    <a:lnTo>
                      <a:pt x="5" y="42"/>
                    </a:lnTo>
                    <a:lnTo>
                      <a:pt x="5" y="30"/>
                    </a:lnTo>
                    <a:lnTo>
                      <a:pt x="5" y="18"/>
                    </a:lnTo>
                    <a:lnTo>
                      <a:pt x="6" y="11"/>
                    </a:lnTo>
                    <a:lnTo>
                      <a:pt x="6" y="3"/>
                    </a:lnTo>
                    <a:lnTo>
                      <a:pt x="6" y="4"/>
                    </a:lnTo>
                    <a:lnTo>
                      <a:pt x="6" y="11"/>
                    </a:lnTo>
                    <a:lnTo>
                      <a:pt x="6" y="8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7" y="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14" name="Freeform 959"/>
              <p:cNvSpPr/>
              <p:nvPr/>
            </p:nvSpPr>
            <p:spPr bwMode="auto">
              <a:xfrm>
                <a:off x="1995" y="2921"/>
                <a:ext cx="7" cy="67"/>
              </a:xfrm>
              <a:custGeom>
                <a:avLst/>
                <a:gdLst>
                  <a:gd name="T0" fmla="*/ 0 w 7"/>
                  <a:gd name="T1" fmla="*/ 17 h 67"/>
                  <a:gd name="T2" fmla="*/ 1 w 7"/>
                  <a:gd name="T3" fmla="*/ 22 h 67"/>
                  <a:gd name="T4" fmla="*/ 1 w 7"/>
                  <a:gd name="T5" fmla="*/ 21 h 67"/>
                  <a:gd name="T6" fmla="*/ 1 w 7"/>
                  <a:gd name="T7" fmla="*/ 11 h 67"/>
                  <a:gd name="T8" fmla="*/ 1 w 7"/>
                  <a:gd name="T9" fmla="*/ 6 h 67"/>
                  <a:gd name="T10" fmla="*/ 1 w 7"/>
                  <a:gd name="T11" fmla="*/ 10 h 67"/>
                  <a:gd name="T12" fmla="*/ 1 w 7"/>
                  <a:gd name="T13" fmla="*/ 9 h 67"/>
                  <a:gd name="T14" fmla="*/ 1 w 7"/>
                  <a:gd name="T15" fmla="*/ 6 h 67"/>
                  <a:gd name="T16" fmla="*/ 2 w 7"/>
                  <a:gd name="T17" fmla="*/ 16 h 67"/>
                  <a:gd name="T18" fmla="*/ 2 w 7"/>
                  <a:gd name="T19" fmla="*/ 23 h 67"/>
                  <a:gd name="T20" fmla="*/ 2 w 7"/>
                  <a:gd name="T21" fmla="*/ 18 h 67"/>
                  <a:gd name="T22" fmla="*/ 2 w 7"/>
                  <a:gd name="T23" fmla="*/ 17 h 67"/>
                  <a:gd name="T24" fmla="*/ 2 w 7"/>
                  <a:gd name="T25" fmla="*/ 26 h 67"/>
                  <a:gd name="T26" fmla="*/ 2 w 7"/>
                  <a:gd name="T27" fmla="*/ 34 h 67"/>
                  <a:gd name="T28" fmla="*/ 2 w 7"/>
                  <a:gd name="T29" fmla="*/ 42 h 67"/>
                  <a:gd name="T30" fmla="*/ 2 w 7"/>
                  <a:gd name="T31" fmla="*/ 50 h 67"/>
                  <a:gd name="T32" fmla="*/ 2 w 7"/>
                  <a:gd name="T33" fmla="*/ 50 h 67"/>
                  <a:gd name="T34" fmla="*/ 3 w 7"/>
                  <a:gd name="T35" fmla="*/ 50 h 67"/>
                  <a:gd name="T36" fmla="*/ 3 w 7"/>
                  <a:gd name="T37" fmla="*/ 59 h 67"/>
                  <a:gd name="T38" fmla="*/ 3 w 7"/>
                  <a:gd name="T39" fmla="*/ 67 h 67"/>
                  <a:gd name="T40" fmla="*/ 3 w 7"/>
                  <a:gd name="T41" fmla="*/ 62 h 67"/>
                  <a:gd name="T42" fmla="*/ 3 w 7"/>
                  <a:gd name="T43" fmla="*/ 58 h 67"/>
                  <a:gd name="T44" fmla="*/ 3 w 7"/>
                  <a:gd name="T45" fmla="*/ 62 h 67"/>
                  <a:gd name="T46" fmla="*/ 3 w 7"/>
                  <a:gd name="T47" fmla="*/ 59 h 67"/>
                  <a:gd name="T48" fmla="*/ 3 w 7"/>
                  <a:gd name="T49" fmla="*/ 53 h 67"/>
                  <a:gd name="T50" fmla="*/ 3 w 7"/>
                  <a:gd name="T51" fmla="*/ 53 h 67"/>
                  <a:gd name="T52" fmla="*/ 4 w 7"/>
                  <a:gd name="T53" fmla="*/ 48 h 67"/>
                  <a:gd name="T54" fmla="*/ 4 w 7"/>
                  <a:gd name="T55" fmla="*/ 41 h 67"/>
                  <a:gd name="T56" fmla="*/ 4 w 7"/>
                  <a:gd name="T57" fmla="*/ 49 h 67"/>
                  <a:gd name="T58" fmla="*/ 4 w 7"/>
                  <a:gd name="T59" fmla="*/ 54 h 67"/>
                  <a:gd name="T60" fmla="*/ 4 w 7"/>
                  <a:gd name="T61" fmla="*/ 43 h 67"/>
                  <a:gd name="T62" fmla="*/ 4 w 7"/>
                  <a:gd name="T63" fmla="*/ 35 h 67"/>
                  <a:gd name="T64" fmla="*/ 5 w 7"/>
                  <a:gd name="T65" fmla="*/ 38 h 67"/>
                  <a:gd name="T66" fmla="*/ 5 w 7"/>
                  <a:gd name="T67" fmla="*/ 32 h 67"/>
                  <a:gd name="T68" fmla="*/ 5 w 7"/>
                  <a:gd name="T69" fmla="*/ 17 h 67"/>
                  <a:gd name="T70" fmla="*/ 5 w 7"/>
                  <a:gd name="T71" fmla="*/ 13 h 67"/>
                  <a:gd name="T72" fmla="*/ 5 w 7"/>
                  <a:gd name="T73" fmla="*/ 20 h 67"/>
                  <a:gd name="T74" fmla="*/ 5 w 7"/>
                  <a:gd name="T75" fmla="*/ 13 h 67"/>
                  <a:gd name="T76" fmla="*/ 5 w 7"/>
                  <a:gd name="T77" fmla="*/ 0 h 67"/>
                  <a:gd name="T78" fmla="*/ 5 w 7"/>
                  <a:gd name="T79" fmla="*/ 2 h 67"/>
                  <a:gd name="T80" fmla="*/ 5 w 7"/>
                  <a:gd name="T81" fmla="*/ 8 h 67"/>
                  <a:gd name="T82" fmla="*/ 6 w 7"/>
                  <a:gd name="T83" fmla="*/ 10 h 67"/>
                  <a:gd name="T84" fmla="*/ 6 w 7"/>
                  <a:gd name="T85" fmla="*/ 19 h 67"/>
                  <a:gd name="T86" fmla="*/ 6 w 7"/>
                  <a:gd name="T87" fmla="*/ 24 h 67"/>
                  <a:gd name="T88" fmla="*/ 6 w 7"/>
                  <a:gd name="T89" fmla="*/ 16 h 67"/>
                  <a:gd name="T90" fmla="*/ 6 w 7"/>
                  <a:gd name="T91" fmla="*/ 16 h 67"/>
                  <a:gd name="T92" fmla="*/ 6 w 7"/>
                  <a:gd name="T93" fmla="*/ 28 h 67"/>
                  <a:gd name="T94" fmla="*/ 7 w 7"/>
                  <a:gd name="T95" fmla="*/ 35 h 67"/>
                  <a:gd name="T96" fmla="*/ 7 w 7"/>
                  <a:gd name="T97" fmla="*/ 33 h 67"/>
                  <a:gd name="T98" fmla="*/ 7 w 7"/>
                  <a:gd name="T99" fmla="*/ 32 h 67"/>
                  <a:gd name="T100" fmla="*/ 7 w 7"/>
                  <a:gd name="T101" fmla="*/ 40 h 67"/>
                  <a:gd name="T102" fmla="*/ 7 w 7"/>
                  <a:gd name="T103" fmla="*/ 4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67">
                    <a:moveTo>
                      <a:pt x="0" y="17"/>
                    </a:moveTo>
                    <a:lnTo>
                      <a:pt x="1" y="22"/>
                    </a:lnTo>
                    <a:lnTo>
                      <a:pt x="1" y="21"/>
                    </a:lnTo>
                    <a:lnTo>
                      <a:pt x="1" y="11"/>
                    </a:lnTo>
                    <a:lnTo>
                      <a:pt x="1" y="6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1" y="6"/>
                    </a:lnTo>
                    <a:lnTo>
                      <a:pt x="2" y="16"/>
                    </a:lnTo>
                    <a:lnTo>
                      <a:pt x="2" y="23"/>
                    </a:lnTo>
                    <a:lnTo>
                      <a:pt x="2" y="18"/>
                    </a:lnTo>
                    <a:lnTo>
                      <a:pt x="2" y="17"/>
                    </a:lnTo>
                    <a:lnTo>
                      <a:pt x="2" y="26"/>
                    </a:lnTo>
                    <a:lnTo>
                      <a:pt x="2" y="34"/>
                    </a:lnTo>
                    <a:lnTo>
                      <a:pt x="2" y="42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3" y="50"/>
                    </a:lnTo>
                    <a:lnTo>
                      <a:pt x="3" y="59"/>
                    </a:lnTo>
                    <a:lnTo>
                      <a:pt x="3" y="67"/>
                    </a:lnTo>
                    <a:lnTo>
                      <a:pt x="3" y="62"/>
                    </a:lnTo>
                    <a:lnTo>
                      <a:pt x="3" y="58"/>
                    </a:lnTo>
                    <a:lnTo>
                      <a:pt x="3" y="62"/>
                    </a:lnTo>
                    <a:lnTo>
                      <a:pt x="3" y="59"/>
                    </a:lnTo>
                    <a:lnTo>
                      <a:pt x="3" y="53"/>
                    </a:lnTo>
                    <a:lnTo>
                      <a:pt x="3" y="53"/>
                    </a:lnTo>
                    <a:lnTo>
                      <a:pt x="4" y="48"/>
                    </a:lnTo>
                    <a:lnTo>
                      <a:pt x="4" y="41"/>
                    </a:lnTo>
                    <a:lnTo>
                      <a:pt x="4" y="49"/>
                    </a:lnTo>
                    <a:lnTo>
                      <a:pt x="4" y="54"/>
                    </a:lnTo>
                    <a:lnTo>
                      <a:pt x="4" y="43"/>
                    </a:lnTo>
                    <a:lnTo>
                      <a:pt x="4" y="35"/>
                    </a:lnTo>
                    <a:lnTo>
                      <a:pt x="5" y="38"/>
                    </a:lnTo>
                    <a:lnTo>
                      <a:pt x="5" y="32"/>
                    </a:lnTo>
                    <a:lnTo>
                      <a:pt x="5" y="17"/>
                    </a:lnTo>
                    <a:lnTo>
                      <a:pt x="5" y="13"/>
                    </a:lnTo>
                    <a:lnTo>
                      <a:pt x="5" y="20"/>
                    </a:lnTo>
                    <a:lnTo>
                      <a:pt x="5" y="13"/>
                    </a:lnTo>
                    <a:lnTo>
                      <a:pt x="5" y="0"/>
                    </a:lnTo>
                    <a:lnTo>
                      <a:pt x="5" y="2"/>
                    </a:lnTo>
                    <a:lnTo>
                      <a:pt x="5" y="8"/>
                    </a:lnTo>
                    <a:lnTo>
                      <a:pt x="6" y="10"/>
                    </a:lnTo>
                    <a:lnTo>
                      <a:pt x="6" y="19"/>
                    </a:lnTo>
                    <a:lnTo>
                      <a:pt x="6" y="24"/>
                    </a:lnTo>
                    <a:lnTo>
                      <a:pt x="6" y="16"/>
                    </a:lnTo>
                    <a:lnTo>
                      <a:pt x="6" y="16"/>
                    </a:lnTo>
                    <a:lnTo>
                      <a:pt x="6" y="28"/>
                    </a:lnTo>
                    <a:lnTo>
                      <a:pt x="7" y="35"/>
                    </a:lnTo>
                    <a:lnTo>
                      <a:pt x="7" y="33"/>
                    </a:lnTo>
                    <a:lnTo>
                      <a:pt x="7" y="32"/>
                    </a:lnTo>
                    <a:lnTo>
                      <a:pt x="7" y="40"/>
                    </a:lnTo>
                    <a:lnTo>
                      <a:pt x="7" y="4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15" name="Freeform 960"/>
              <p:cNvSpPr/>
              <p:nvPr/>
            </p:nvSpPr>
            <p:spPr bwMode="auto">
              <a:xfrm>
                <a:off x="2002" y="2961"/>
                <a:ext cx="6" cy="165"/>
              </a:xfrm>
              <a:custGeom>
                <a:avLst/>
                <a:gdLst>
                  <a:gd name="T0" fmla="*/ 0 w 6"/>
                  <a:gd name="T1" fmla="*/ 0 h 165"/>
                  <a:gd name="T2" fmla="*/ 0 w 6"/>
                  <a:gd name="T3" fmla="*/ 4 h 165"/>
                  <a:gd name="T4" fmla="*/ 0 w 6"/>
                  <a:gd name="T5" fmla="*/ 2 h 165"/>
                  <a:gd name="T6" fmla="*/ 0 w 6"/>
                  <a:gd name="T7" fmla="*/ 8 h 165"/>
                  <a:gd name="T8" fmla="*/ 0 w 6"/>
                  <a:gd name="T9" fmla="*/ 16 h 165"/>
                  <a:gd name="T10" fmla="*/ 0 w 6"/>
                  <a:gd name="T11" fmla="*/ 16 h 165"/>
                  <a:gd name="T12" fmla="*/ 1 w 6"/>
                  <a:gd name="T13" fmla="*/ 23 h 165"/>
                  <a:gd name="T14" fmla="*/ 1 w 6"/>
                  <a:gd name="T15" fmla="*/ 30 h 165"/>
                  <a:gd name="T16" fmla="*/ 1 w 6"/>
                  <a:gd name="T17" fmla="*/ 23 h 165"/>
                  <a:gd name="T18" fmla="*/ 1 w 6"/>
                  <a:gd name="T19" fmla="*/ 24 h 165"/>
                  <a:gd name="T20" fmla="*/ 1 w 6"/>
                  <a:gd name="T21" fmla="*/ 38 h 165"/>
                  <a:gd name="T22" fmla="*/ 1 w 6"/>
                  <a:gd name="T23" fmla="*/ 39 h 165"/>
                  <a:gd name="T24" fmla="*/ 1 w 6"/>
                  <a:gd name="T25" fmla="*/ 30 h 165"/>
                  <a:gd name="T26" fmla="*/ 1 w 6"/>
                  <a:gd name="T27" fmla="*/ 28 h 165"/>
                  <a:gd name="T28" fmla="*/ 1 w 6"/>
                  <a:gd name="T29" fmla="*/ 35 h 165"/>
                  <a:gd name="T30" fmla="*/ 2 w 6"/>
                  <a:gd name="T31" fmla="*/ 39 h 165"/>
                  <a:gd name="T32" fmla="*/ 2 w 6"/>
                  <a:gd name="T33" fmla="*/ 35 h 165"/>
                  <a:gd name="T34" fmla="*/ 2 w 6"/>
                  <a:gd name="T35" fmla="*/ 41 h 165"/>
                  <a:gd name="T36" fmla="*/ 2 w 6"/>
                  <a:gd name="T37" fmla="*/ 60 h 165"/>
                  <a:gd name="T38" fmla="*/ 2 w 6"/>
                  <a:gd name="T39" fmla="*/ 62 h 165"/>
                  <a:gd name="T40" fmla="*/ 2 w 6"/>
                  <a:gd name="T41" fmla="*/ 55 h 165"/>
                  <a:gd name="T42" fmla="*/ 2 w 6"/>
                  <a:gd name="T43" fmla="*/ 71 h 165"/>
                  <a:gd name="T44" fmla="*/ 3 w 6"/>
                  <a:gd name="T45" fmla="*/ 81 h 165"/>
                  <a:gd name="T46" fmla="*/ 3 w 6"/>
                  <a:gd name="T47" fmla="*/ 70 h 165"/>
                  <a:gd name="T48" fmla="*/ 3 w 6"/>
                  <a:gd name="T49" fmla="*/ 81 h 165"/>
                  <a:gd name="T50" fmla="*/ 3 w 6"/>
                  <a:gd name="T51" fmla="*/ 100 h 165"/>
                  <a:gd name="T52" fmla="*/ 3 w 6"/>
                  <a:gd name="T53" fmla="*/ 85 h 165"/>
                  <a:gd name="T54" fmla="*/ 3 w 6"/>
                  <a:gd name="T55" fmla="*/ 73 h 165"/>
                  <a:gd name="T56" fmla="*/ 3 w 6"/>
                  <a:gd name="T57" fmla="*/ 100 h 165"/>
                  <a:gd name="T58" fmla="*/ 3 w 6"/>
                  <a:gd name="T59" fmla="*/ 113 h 165"/>
                  <a:gd name="T60" fmla="*/ 3 w 6"/>
                  <a:gd name="T61" fmla="*/ 96 h 165"/>
                  <a:gd name="T62" fmla="*/ 4 w 6"/>
                  <a:gd name="T63" fmla="*/ 93 h 165"/>
                  <a:gd name="T64" fmla="*/ 4 w 6"/>
                  <a:gd name="T65" fmla="*/ 103 h 165"/>
                  <a:gd name="T66" fmla="*/ 4 w 6"/>
                  <a:gd name="T67" fmla="*/ 113 h 165"/>
                  <a:gd name="T68" fmla="*/ 4 w 6"/>
                  <a:gd name="T69" fmla="*/ 135 h 165"/>
                  <a:gd name="T70" fmla="*/ 4 w 6"/>
                  <a:gd name="T71" fmla="*/ 153 h 165"/>
                  <a:gd name="T72" fmla="*/ 4 w 6"/>
                  <a:gd name="T73" fmla="*/ 149 h 165"/>
                  <a:gd name="T74" fmla="*/ 5 w 6"/>
                  <a:gd name="T75" fmla="*/ 134 h 165"/>
                  <a:gd name="T76" fmla="*/ 5 w 6"/>
                  <a:gd name="T77" fmla="*/ 141 h 165"/>
                  <a:gd name="T78" fmla="*/ 5 w 6"/>
                  <a:gd name="T79" fmla="*/ 165 h 165"/>
                  <a:gd name="T80" fmla="*/ 5 w 6"/>
                  <a:gd name="T81" fmla="*/ 164 h 165"/>
                  <a:gd name="T82" fmla="*/ 5 w 6"/>
                  <a:gd name="T83" fmla="*/ 136 h 165"/>
                  <a:gd name="T84" fmla="*/ 5 w 6"/>
                  <a:gd name="T85" fmla="*/ 119 h 165"/>
                  <a:gd name="T86" fmla="*/ 5 w 6"/>
                  <a:gd name="T87" fmla="*/ 104 h 165"/>
                  <a:gd name="T88" fmla="*/ 5 w 6"/>
                  <a:gd name="T89" fmla="*/ 88 h 165"/>
                  <a:gd name="T90" fmla="*/ 5 w 6"/>
                  <a:gd name="T91" fmla="*/ 102 h 165"/>
                  <a:gd name="T92" fmla="*/ 6 w 6"/>
                  <a:gd name="T93" fmla="*/ 109 h 165"/>
                  <a:gd name="T94" fmla="*/ 6 w 6"/>
                  <a:gd name="T95" fmla="*/ 78 h 165"/>
                  <a:gd name="T96" fmla="*/ 6 w 6"/>
                  <a:gd name="T97" fmla="*/ 66 h 165"/>
                  <a:gd name="T98" fmla="*/ 6 w 6"/>
                  <a:gd name="T99" fmla="*/ 81 h 165"/>
                  <a:gd name="T100" fmla="*/ 6 w 6"/>
                  <a:gd name="T101" fmla="*/ 71 h 165"/>
                  <a:gd name="T102" fmla="*/ 6 w 6"/>
                  <a:gd name="T103" fmla="*/ 48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65">
                    <a:moveTo>
                      <a:pt x="0" y="0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0" y="8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1" y="23"/>
                    </a:lnTo>
                    <a:lnTo>
                      <a:pt x="1" y="30"/>
                    </a:lnTo>
                    <a:lnTo>
                      <a:pt x="1" y="23"/>
                    </a:lnTo>
                    <a:lnTo>
                      <a:pt x="1" y="24"/>
                    </a:lnTo>
                    <a:lnTo>
                      <a:pt x="1" y="38"/>
                    </a:lnTo>
                    <a:lnTo>
                      <a:pt x="1" y="39"/>
                    </a:lnTo>
                    <a:lnTo>
                      <a:pt x="1" y="30"/>
                    </a:lnTo>
                    <a:lnTo>
                      <a:pt x="1" y="28"/>
                    </a:lnTo>
                    <a:lnTo>
                      <a:pt x="1" y="35"/>
                    </a:lnTo>
                    <a:lnTo>
                      <a:pt x="2" y="39"/>
                    </a:lnTo>
                    <a:lnTo>
                      <a:pt x="2" y="35"/>
                    </a:lnTo>
                    <a:lnTo>
                      <a:pt x="2" y="41"/>
                    </a:lnTo>
                    <a:lnTo>
                      <a:pt x="2" y="60"/>
                    </a:lnTo>
                    <a:lnTo>
                      <a:pt x="2" y="62"/>
                    </a:lnTo>
                    <a:lnTo>
                      <a:pt x="2" y="55"/>
                    </a:lnTo>
                    <a:lnTo>
                      <a:pt x="2" y="71"/>
                    </a:lnTo>
                    <a:lnTo>
                      <a:pt x="3" y="81"/>
                    </a:lnTo>
                    <a:lnTo>
                      <a:pt x="3" y="70"/>
                    </a:lnTo>
                    <a:lnTo>
                      <a:pt x="3" y="81"/>
                    </a:lnTo>
                    <a:lnTo>
                      <a:pt x="3" y="100"/>
                    </a:lnTo>
                    <a:lnTo>
                      <a:pt x="3" y="85"/>
                    </a:lnTo>
                    <a:lnTo>
                      <a:pt x="3" y="73"/>
                    </a:lnTo>
                    <a:lnTo>
                      <a:pt x="3" y="100"/>
                    </a:lnTo>
                    <a:lnTo>
                      <a:pt x="3" y="113"/>
                    </a:lnTo>
                    <a:lnTo>
                      <a:pt x="3" y="96"/>
                    </a:lnTo>
                    <a:lnTo>
                      <a:pt x="4" y="93"/>
                    </a:lnTo>
                    <a:lnTo>
                      <a:pt x="4" y="103"/>
                    </a:lnTo>
                    <a:lnTo>
                      <a:pt x="4" y="113"/>
                    </a:lnTo>
                    <a:lnTo>
                      <a:pt x="4" y="135"/>
                    </a:lnTo>
                    <a:lnTo>
                      <a:pt x="4" y="153"/>
                    </a:lnTo>
                    <a:lnTo>
                      <a:pt x="4" y="149"/>
                    </a:lnTo>
                    <a:lnTo>
                      <a:pt x="5" y="134"/>
                    </a:lnTo>
                    <a:lnTo>
                      <a:pt x="5" y="141"/>
                    </a:lnTo>
                    <a:lnTo>
                      <a:pt x="5" y="165"/>
                    </a:lnTo>
                    <a:lnTo>
                      <a:pt x="5" y="164"/>
                    </a:lnTo>
                    <a:lnTo>
                      <a:pt x="5" y="136"/>
                    </a:lnTo>
                    <a:lnTo>
                      <a:pt x="5" y="119"/>
                    </a:lnTo>
                    <a:lnTo>
                      <a:pt x="5" y="104"/>
                    </a:lnTo>
                    <a:lnTo>
                      <a:pt x="5" y="88"/>
                    </a:lnTo>
                    <a:lnTo>
                      <a:pt x="5" y="102"/>
                    </a:lnTo>
                    <a:lnTo>
                      <a:pt x="6" y="109"/>
                    </a:lnTo>
                    <a:lnTo>
                      <a:pt x="6" y="78"/>
                    </a:lnTo>
                    <a:lnTo>
                      <a:pt x="6" y="66"/>
                    </a:lnTo>
                    <a:lnTo>
                      <a:pt x="6" y="81"/>
                    </a:lnTo>
                    <a:lnTo>
                      <a:pt x="6" y="71"/>
                    </a:lnTo>
                    <a:lnTo>
                      <a:pt x="6" y="4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16" name="Freeform 961"/>
              <p:cNvSpPr/>
              <p:nvPr/>
            </p:nvSpPr>
            <p:spPr bwMode="auto">
              <a:xfrm>
                <a:off x="2008" y="2897"/>
                <a:ext cx="7" cy="135"/>
              </a:xfrm>
              <a:custGeom>
                <a:avLst/>
                <a:gdLst>
                  <a:gd name="T0" fmla="*/ 0 w 7"/>
                  <a:gd name="T1" fmla="*/ 135 h 135"/>
                  <a:gd name="T2" fmla="*/ 0 w 7"/>
                  <a:gd name="T3" fmla="*/ 112 h 135"/>
                  <a:gd name="T4" fmla="*/ 0 w 7"/>
                  <a:gd name="T5" fmla="*/ 100 h 135"/>
                  <a:gd name="T6" fmla="*/ 0 w 7"/>
                  <a:gd name="T7" fmla="*/ 86 h 135"/>
                  <a:gd name="T8" fmla="*/ 0 w 7"/>
                  <a:gd name="T9" fmla="*/ 68 h 135"/>
                  <a:gd name="T10" fmla="*/ 1 w 7"/>
                  <a:gd name="T11" fmla="*/ 52 h 135"/>
                  <a:gd name="T12" fmla="*/ 1 w 7"/>
                  <a:gd name="T13" fmla="*/ 45 h 135"/>
                  <a:gd name="T14" fmla="*/ 1 w 7"/>
                  <a:gd name="T15" fmla="*/ 44 h 135"/>
                  <a:gd name="T16" fmla="*/ 1 w 7"/>
                  <a:gd name="T17" fmla="*/ 29 h 135"/>
                  <a:gd name="T18" fmla="*/ 1 w 7"/>
                  <a:gd name="T19" fmla="*/ 18 h 135"/>
                  <a:gd name="T20" fmla="*/ 1 w 7"/>
                  <a:gd name="T21" fmla="*/ 32 h 135"/>
                  <a:gd name="T22" fmla="*/ 2 w 7"/>
                  <a:gd name="T23" fmla="*/ 33 h 135"/>
                  <a:gd name="T24" fmla="*/ 2 w 7"/>
                  <a:gd name="T25" fmla="*/ 15 h 135"/>
                  <a:gd name="T26" fmla="*/ 2 w 7"/>
                  <a:gd name="T27" fmla="*/ 22 h 135"/>
                  <a:gd name="T28" fmla="*/ 2 w 7"/>
                  <a:gd name="T29" fmla="*/ 35 h 135"/>
                  <a:gd name="T30" fmla="*/ 2 w 7"/>
                  <a:gd name="T31" fmla="*/ 26 h 135"/>
                  <a:gd name="T32" fmla="*/ 2 w 7"/>
                  <a:gd name="T33" fmla="*/ 22 h 135"/>
                  <a:gd name="T34" fmla="*/ 2 w 7"/>
                  <a:gd name="T35" fmla="*/ 35 h 135"/>
                  <a:gd name="T36" fmla="*/ 2 w 7"/>
                  <a:gd name="T37" fmla="*/ 43 h 135"/>
                  <a:gd name="T38" fmla="*/ 2 w 7"/>
                  <a:gd name="T39" fmla="*/ 37 h 135"/>
                  <a:gd name="T40" fmla="*/ 3 w 7"/>
                  <a:gd name="T41" fmla="*/ 33 h 135"/>
                  <a:gd name="T42" fmla="*/ 3 w 7"/>
                  <a:gd name="T43" fmla="*/ 41 h 135"/>
                  <a:gd name="T44" fmla="*/ 3 w 7"/>
                  <a:gd name="T45" fmla="*/ 47 h 135"/>
                  <a:gd name="T46" fmla="*/ 3 w 7"/>
                  <a:gd name="T47" fmla="*/ 42 h 135"/>
                  <a:gd name="T48" fmla="*/ 3 w 7"/>
                  <a:gd name="T49" fmla="*/ 46 h 135"/>
                  <a:gd name="T50" fmla="*/ 3 w 7"/>
                  <a:gd name="T51" fmla="*/ 60 h 135"/>
                  <a:gd name="T52" fmla="*/ 4 w 7"/>
                  <a:gd name="T53" fmla="*/ 59 h 135"/>
                  <a:gd name="T54" fmla="*/ 4 w 7"/>
                  <a:gd name="T55" fmla="*/ 51 h 135"/>
                  <a:gd name="T56" fmla="*/ 4 w 7"/>
                  <a:gd name="T57" fmla="*/ 54 h 135"/>
                  <a:gd name="T58" fmla="*/ 4 w 7"/>
                  <a:gd name="T59" fmla="*/ 57 h 135"/>
                  <a:gd name="T60" fmla="*/ 4 w 7"/>
                  <a:gd name="T61" fmla="*/ 54 h 135"/>
                  <a:gd name="T62" fmla="*/ 4 w 7"/>
                  <a:gd name="T63" fmla="*/ 60 h 135"/>
                  <a:gd name="T64" fmla="*/ 4 w 7"/>
                  <a:gd name="T65" fmla="*/ 57 h 135"/>
                  <a:gd name="T66" fmla="*/ 4 w 7"/>
                  <a:gd name="T67" fmla="*/ 29 h 135"/>
                  <a:gd name="T68" fmla="*/ 4 w 7"/>
                  <a:gd name="T69" fmla="*/ 9 h 135"/>
                  <a:gd name="T70" fmla="*/ 4 w 7"/>
                  <a:gd name="T71" fmla="*/ 16 h 135"/>
                  <a:gd name="T72" fmla="*/ 5 w 7"/>
                  <a:gd name="T73" fmla="*/ 24 h 135"/>
                  <a:gd name="T74" fmla="*/ 5 w 7"/>
                  <a:gd name="T75" fmla="*/ 24 h 135"/>
                  <a:gd name="T76" fmla="*/ 5 w 7"/>
                  <a:gd name="T77" fmla="*/ 18 h 135"/>
                  <a:gd name="T78" fmla="*/ 5 w 7"/>
                  <a:gd name="T79" fmla="*/ 5 h 135"/>
                  <a:gd name="T80" fmla="*/ 5 w 7"/>
                  <a:gd name="T81" fmla="*/ 0 h 135"/>
                  <a:gd name="T82" fmla="*/ 5 w 7"/>
                  <a:gd name="T83" fmla="*/ 10 h 135"/>
                  <a:gd name="T84" fmla="*/ 5 w 7"/>
                  <a:gd name="T85" fmla="*/ 21 h 135"/>
                  <a:gd name="T86" fmla="*/ 5 w 7"/>
                  <a:gd name="T87" fmla="*/ 25 h 135"/>
                  <a:gd name="T88" fmla="*/ 5 w 7"/>
                  <a:gd name="T89" fmla="*/ 23 h 135"/>
                  <a:gd name="T90" fmla="*/ 6 w 7"/>
                  <a:gd name="T91" fmla="*/ 19 h 135"/>
                  <a:gd name="T92" fmla="*/ 6 w 7"/>
                  <a:gd name="T93" fmla="*/ 21 h 135"/>
                  <a:gd name="T94" fmla="*/ 6 w 7"/>
                  <a:gd name="T95" fmla="*/ 21 h 135"/>
                  <a:gd name="T96" fmla="*/ 6 w 7"/>
                  <a:gd name="T97" fmla="*/ 20 h 135"/>
                  <a:gd name="T98" fmla="*/ 6 w 7"/>
                  <a:gd name="T99" fmla="*/ 31 h 135"/>
                  <a:gd name="T100" fmla="*/ 6 w 7"/>
                  <a:gd name="T101" fmla="*/ 39 h 135"/>
                  <a:gd name="T102" fmla="*/ 7 w 7"/>
                  <a:gd name="T103" fmla="*/ 3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35">
                    <a:moveTo>
                      <a:pt x="0" y="135"/>
                    </a:moveTo>
                    <a:lnTo>
                      <a:pt x="0" y="112"/>
                    </a:lnTo>
                    <a:lnTo>
                      <a:pt x="0" y="100"/>
                    </a:lnTo>
                    <a:lnTo>
                      <a:pt x="0" y="86"/>
                    </a:lnTo>
                    <a:lnTo>
                      <a:pt x="0" y="68"/>
                    </a:lnTo>
                    <a:lnTo>
                      <a:pt x="1" y="52"/>
                    </a:lnTo>
                    <a:lnTo>
                      <a:pt x="1" y="45"/>
                    </a:lnTo>
                    <a:lnTo>
                      <a:pt x="1" y="44"/>
                    </a:lnTo>
                    <a:lnTo>
                      <a:pt x="1" y="29"/>
                    </a:lnTo>
                    <a:lnTo>
                      <a:pt x="1" y="18"/>
                    </a:lnTo>
                    <a:lnTo>
                      <a:pt x="1" y="32"/>
                    </a:lnTo>
                    <a:lnTo>
                      <a:pt x="2" y="33"/>
                    </a:lnTo>
                    <a:lnTo>
                      <a:pt x="2" y="15"/>
                    </a:lnTo>
                    <a:lnTo>
                      <a:pt x="2" y="22"/>
                    </a:lnTo>
                    <a:lnTo>
                      <a:pt x="2" y="35"/>
                    </a:lnTo>
                    <a:lnTo>
                      <a:pt x="2" y="26"/>
                    </a:lnTo>
                    <a:lnTo>
                      <a:pt x="2" y="22"/>
                    </a:lnTo>
                    <a:lnTo>
                      <a:pt x="2" y="35"/>
                    </a:lnTo>
                    <a:lnTo>
                      <a:pt x="2" y="43"/>
                    </a:lnTo>
                    <a:lnTo>
                      <a:pt x="2" y="37"/>
                    </a:lnTo>
                    <a:lnTo>
                      <a:pt x="3" y="33"/>
                    </a:lnTo>
                    <a:lnTo>
                      <a:pt x="3" y="41"/>
                    </a:lnTo>
                    <a:lnTo>
                      <a:pt x="3" y="47"/>
                    </a:lnTo>
                    <a:lnTo>
                      <a:pt x="3" y="42"/>
                    </a:lnTo>
                    <a:lnTo>
                      <a:pt x="3" y="46"/>
                    </a:lnTo>
                    <a:lnTo>
                      <a:pt x="3" y="60"/>
                    </a:lnTo>
                    <a:lnTo>
                      <a:pt x="4" y="59"/>
                    </a:lnTo>
                    <a:lnTo>
                      <a:pt x="4" y="51"/>
                    </a:lnTo>
                    <a:lnTo>
                      <a:pt x="4" y="54"/>
                    </a:lnTo>
                    <a:lnTo>
                      <a:pt x="4" y="57"/>
                    </a:lnTo>
                    <a:lnTo>
                      <a:pt x="4" y="54"/>
                    </a:lnTo>
                    <a:lnTo>
                      <a:pt x="4" y="60"/>
                    </a:lnTo>
                    <a:lnTo>
                      <a:pt x="4" y="57"/>
                    </a:lnTo>
                    <a:lnTo>
                      <a:pt x="4" y="29"/>
                    </a:lnTo>
                    <a:lnTo>
                      <a:pt x="4" y="9"/>
                    </a:lnTo>
                    <a:lnTo>
                      <a:pt x="4" y="16"/>
                    </a:lnTo>
                    <a:lnTo>
                      <a:pt x="5" y="24"/>
                    </a:lnTo>
                    <a:lnTo>
                      <a:pt x="5" y="24"/>
                    </a:lnTo>
                    <a:lnTo>
                      <a:pt x="5" y="18"/>
                    </a:lnTo>
                    <a:lnTo>
                      <a:pt x="5" y="5"/>
                    </a:lnTo>
                    <a:lnTo>
                      <a:pt x="5" y="0"/>
                    </a:lnTo>
                    <a:lnTo>
                      <a:pt x="5" y="10"/>
                    </a:lnTo>
                    <a:lnTo>
                      <a:pt x="5" y="21"/>
                    </a:lnTo>
                    <a:lnTo>
                      <a:pt x="5" y="25"/>
                    </a:lnTo>
                    <a:lnTo>
                      <a:pt x="5" y="23"/>
                    </a:lnTo>
                    <a:lnTo>
                      <a:pt x="6" y="19"/>
                    </a:lnTo>
                    <a:lnTo>
                      <a:pt x="6" y="21"/>
                    </a:lnTo>
                    <a:lnTo>
                      <a:pt x="6" y="21"/>
                    </a:lnTo>
                    <a:lnTo>
                      <a:pt x="6" y="20"/>
                    </a:lnTo>
                    <a:lnTo>
                      <a:pt x="6" y="31"/>
                    </a:lnTo>
                    <a:lnTo>
                      <a:pt x="6" y="39"/>
                    </a:lnTo>
                    <a:lnTo>
                      <a:pt x="7" y="3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17" name="Freeform 962"/>
              <p:cNvSpPr/>
              <p:nvPr/>
            </p:nvSpPr>
            <p:spPr bwMode="auto">
              <a:xfrm>
                <a:off x="2014" y="2925"/>
                <a:ext cx="7" cy="52"/>
              </a:xfrm>
              <a:custGeom>
                <a:avLst/>
                <a:gdLst>
                  <a:gd name="T0" fmla="*/ 0 w 7"/>
                  <a:gd name="T1" fmla="*/ 11 h 52"/>
                  <a:gd name="T2" fmla="*/ 1 w 7"/>
                  <a:gd name="T3" fmla="*/ 2 h 52"/>
                  <a:gd name="T4" fmla="*/ 1 w 7"/>
                  <a:gd name="T5" fmla="*/ 0 h 52"/>
                  <a:gd name="T6" fmla="*/ 1 w 7"/>
                  <a:gd name="T7" fmla="*/ 12 h 52"/>
                  <a:gd name="T8" fmla="*/ 1 w 7"/>
                  <a:gd name="T9" fmla="*/ 25 h 52"/>
                  <a:gd name="T10" fmla="*/ 1 w 7"/>
                  <a:gd name="T11" fmla="*/ 37 h 52"/>
                  <a:gd name="T12" fmla="*/ 1 w 7"/>
                  <a:gd name="T13" fmla="*/ 41 h 52"/>
                  <a:gd name="T14" fmla="*/ 1 w 7"/>
                  <a:gd name="T15" fmla="*/ 40 h 52"/>
                  <a:gd name="T16" fmla="*/ 1 w 7"/>
                  <a:gd name="T17" fmla="*/ 44 h 52"/>
                  <a:gd name="T18" fmla="*/ 1 w 7"/>
                  <a:gd name="T19" fmla="*/ 52 h 52"/>
                  <a:gd name="T20" fmla="*/ 2 w 7"/>
                  <a:gd name="T21" fmla="*/ 52 h 52"/>
                  <a:gd name="T22" fmla="*/ 2 w 7"/>
                  <a:gd name="T23" fmla="*/ 43 h 52"/>
                  <a:gd name="T24" fmla="*/ 2 w 7"/>
                  <a:gd name="T25" fmla="*/ 29 h 52"/>
                  <a:gd name="T26" fmla="*/ 2 w 7"/>
                  <a:gd name="T27" fmla="*/ 26 h 52"/>
                  <a:gd name="T28" fmla="*/ 2 w 7"/>
                  <a:gd name="T29" fmla="*/ 30 h 52"/>
                  <a:gd name="T30" fmla="*/ 2 w 7"/>
                  <a:gd name="T31" fmla="*/ 26 h 52"/>
                  <a:gd name="T32" fmla="*/ 3 w 7"/>
                  <a:gd name="T33" fmla="*/ 19 h 52"/>
                  <a:gd name="T34" fmla="*/ 3 w 7"/>
                  <a:gd name="T35" fmla="*/ 19 h 52"/>
                  <a:gd name="T36" fmla="*/ 3 w 7"/>
                  <a:gd name="T37" fmla="*/ 24 h 52"/>
                  <a:gd name="T38" fmla="*/ 3 w 7"/>
                  <a:gd name="T39" fmla="*/ 32 h 52"/>
                  <a:gd name="T40" fmla="*/ 3 w 7"/>
                  <a:gd name="T41" fmla="*/ 38 h 52"/>
                  <a:gd name="T42" fmla="*/ 3 w 7"/>
                  <a:gd name="T43" fmla="*/ 30 h 52"/>
                  <a:gd name="T44" fmla="*/ 3 w 7"/>
                  <a:gd name="T45" fmla="*/ 23 h 52"/>
                  <a:gd name="T46" fmla="*/ 3 w 7"/>
                  <a:gd name="T47" fmla="*/ 25 h 52"/>
                  <a:gd name="T48" fmla="*/ 3 w 7"/>
                  <a:gd name="T49" fmla="*/ 19 h 52"/>
                  <a:gd name="T50" fmla="*/ 4 w 7"/>
                  <a:gd name="T51" fmla="*/ 6 h 52"/>
                  <a:gd name="T52" fmla="*/ 4 w 7"/>
                  <a:gd name="T53" fmla="*/ 9 h 52"/>
                  <a:gd name="T54" fmla="*/ 4 w 7"/>
                  <a:gd name="T55" fmla="*/ 18 h 52"/>
                  <a:gd name="T56" fmla="*/ 4 w 7"/>
                  <a:gd name="T57" fmla="*/ 15 h 52"/>
                  <a:gd name="T58" fmla="*/ 4 w 7"/>
                  <a:gd name="T59" fmla="*/ 7 h 52"/>
                  <a:gd name="T60" fmla="*/ 4 w 7"/>
                  <a:gd name="T61" fmla="*/ 6 h 52"/>
                  <a:gd name="T62" fmla="*/ 4 w 7"/>
                  <a:gd name="T63" fmla="*/ 10 h 52"/>
                  <a:gd name="T64" fmla="*/ 4 w 7"/>
                  <a:gd name="T65" fmla="*/ 14 h 52"/>
                  <a:gd name="T66" fmla="*/ 4 w 7"/>
                  <a:gd name="T67" fmla="*/ 22 h 52"/>
                  <a:gd name="T68" fmla="*/ 5 w 7"/>
                  <a:gd name="T69" fmla="*/ 22 h 52"/>
                  <a:gd name="T70" fmla="*/ 5 w 7"/>
                  <a:gd name="T71" fmla="*/ 15 h 52"/>
                  <a:gd name="T72" fmla="*/ 5 w 7"/>
                  <a:gd name="T73" fmla="*/ 16 h 52"/>
                  <a:gd name="T74" fmla="*/ 5 w 7"/>
                  <a:gd name="T75" fmla="*/ 26 h 52"/>
                  <a:gd name="T76" fmla="*/ 5 w 7"/>
                  <a:gd name="T77" fmla="*/ 30 h 52"/>
                  <a:gd name="T78" fmla="*/ 5 w 7"/>
                  <a:gd name="T79" fmla="*/ 27 h 52"/>
                  <a:gd name="T80" fmla="*/ 6 w 7"/>
                  <a:gd name="T81" fmla="*/ 25 h 52"/>
                  <a:gd name="T82" fmla="*/ 6 w 7"/>
                  <a:gd name="T83" fmla="*/ 25 h 52"/>
                  <a:gd name="T84" fmla="*/ 6 w 7"/>
                  <a:gd name="T85" fmla="*/ 21 h 52"/>
                  <a:gd name="T86" fmla="*/ 6 w 7"/>
                  <a:gd name="T87" fmla="*/ 9 h 52"/>
                  <a:gd name="T88" fmla="*/ 6 w 7"/>
                  <a:gd name="T89" fmla="*/ 1 h 52"/>
                  <a:gd name="T90" fmla="*/ 6 w 7"/>
                  <a:gd name="T91" fmla="*/ 7 h 52"/>
                  <a:gd name="T92" fmla="*/ 6 w 7"/>
                  <a:gd name="T93" fmla="*/ 14 h 52"/>
                  <a:gd name="T94" fmla="*/ 6 w 7"/>
                  <a:gd name="T95" fmla="*/ 11 h 52"/>
                  <a:gd name="T96" fmla="*/ 6 w 7"/>
                  <a:gd name="T97" fmla="*/ 6 h 52"/>
                  <a:gd name="T98" fmla="*/ 7 w 7"/>
                  <a:gd name="T99" fmla="*/ 8 h 52"/>
                  <a:gd name="T100" fmla="*/ 7 w 7"/>
                  <a:gd name="T101" fmla="*/ 15 h 52"/>
                  <a:gd name="T102" fmla="*/ 7 w 7"/>
                  <a:gd name="T103" fmla="*/ 17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2">
                    <a:moveTo>
                      <a:pt x="0" y="11"/>
                    </a:moveTo>
                    <a:lnTo>
                      <a:pt x="1" y="2"/>
                    </a:lnTo>
                    <a:lnTo>
                      <a:pt x="1" y="0"/>
                    </a:lnTo>
                    <a:lnTo>
                      <a:pt x="1" y="12"/>
                    </a:lnTo>
                    <a:lnTo>
                      <a:pt x="1" y="25"/>
                    </a:lnTo>
                    <a:lnTo>
                      <a:pt x="1" y="37"/>
                    </a:lnTo>
                    <a:lnTo>
                      <a:pt x="1" y="41"/>
                    </a:lnTo>
                    <a:lnTo>
                      <a:pt x="1" y="40"/>
                    </a:lnTo>
                    <a:lnTo>
                      <a:pt x="1" y="44"/>
                    </a:lnTo>
                    <a:lnTo>
                      <a:pt x="1" y="52"/>
                    </a:lnTo>
                    <a:lnTo>
                      <a:pt x="2" y="52"/>
                    </a:lnTo>
                    <a:lnTo>
                      <a:pt x="2" y="43"/>
                    </a:lnTo>
                    <a:lnTo>
                      <a:pt x="2" y="29"/>
                    </a:lnTo>
                    <a:lnTo>
                      <a:pt x="2" y="26"/>
                    </a:lnTo>
                    <a:lnTo>
                      <a:pt x="2" y="30"/>
                    </a:lnTo>
                    <a:lnTo>
                      <a:pt x="2" y="26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24"/>
                    </a:lnTo>
                    <a:lnTo>
                      <a:pt x="3" y="32"/>
                    </a:lnTo>
                    <a:lnTo>
                      <a:pt x="3" y="38"/>
                    </a:lnTo>
                    <a:lnTo>
                      <a:pt x="3" y="30"/>
                    </a:lnTo>
                    <a:lnTo>
                      <a:pt x="3" y="23"/>
                    </a:lnTo>
                    <a:lnTo>
                      <a:pt x="3" y="25"/>
                    </a:lnTo>
                    <a:lnTo>
                      <a:pt x="3" y="19"/>
                    </a:lnTo>
                    <a:lnTo>
                      <a:pt x="4" y="6"/>
                    </a:lnTo>
                    <a:lnTo>
                      <a:pt x="4" y="9"/>
                    </a:lnTo>
                    <a:lnTo>
                      <a:pt x="4" y="18"/>
                    </a:lnTo>
                    <a:lnTo>
                      <a:pt x="4" y="15"/>
                    </a:lnTo>
                    <a:lnTo>
                      <a:pt x="4" y="7"/>
                    </a:lnTo>
                    <a:lnTo>
                      <a:pt x="4" y="6"/>
                    </a:lnTo>
                    <a:lnTo>
                      <a:pt x="4" y="10"/>
                    </a:lnTo>
                    <a:lnTo>
                      <a:pt x="4" y="14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15"/>
                    </a:lnTo>
                    <a:lnTo>
                      <a:pt x="5" y="16"/>
                    </a:lnTo>
                    <a:lnTo>
                      <a:pt x="5" y="26"/>
                    </a:lnTo>
                    <a:lnTo>
                      <a:pt x="5" y="30"/>
                    </a:lnTo>
                    <a:lnTo>
                      <a:pt x="5" y="27"/>
                    </a:lnTo>
                    <a:lnTo>
                      <a:pt x="6" y="25"/>
                    </a:lnTo>
                    <a:lnTo>
                      <a:pt x="6" y="25"/>
                    </a:lnTo>
                    <a:lnTo>
                      <a:pt x="6" y="21"/>
                    </a:lnTo>
                    <a:lnTo>
                      <a:pt x="6" y="9"/>
                    </a:lnTo>
                    <a:lnTo>
                      <a:pt x="6" y="1"/>
                    </a:lnTo>
                    <a:lnTo>
                      <a:pt x="6" y="7"/>
                    </a:lnTo>
                    <a:lnTo>
                      <a:pt x="6" y="14"/>
                    </a:lnTo>
                    <a:lnTo>
                      <a:pt x="6" y="11"/>
                    </a:lnTo>
                    <a:lnTo>
                      <a:pt x="6" y="6"/>
                    </a:lnTo>
                    <a:lnTo>
                      <a:pt x="7" y="8"/>
                    </a:lnTo>
                    <a:lnTo>
                      <a:pt x="7" y="15"/>
                    </a:lnTo>
                    <a:lnTo>
                      <a:pt x="7" y="1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18" name="Freeform 963"/>
              <p:cNvSpPr/>
              <p:nvPr/>
            </p:nvSpPr>
            <p:spPr bwMode="auto">
              <a:xfrm>
                <a:off x="2021" y="2905"/>
                <a:ext cx="6" cy="69"/>
              </a:xfrm>
              <a:custGeom>
                <a:avLst/>
                <a:gdLst>
                  <a:gd name="T0" fmla="*/ 0 w 6"/>
                  <a:gd name="T1" fmla="*/ 35 h 69"/>
                  <a:gd name="T2" fmla="*/ 0 w 6"/>
                  <a:gd name="T3" fmla="*/ 37 h 69"/>
                  <a:gd name="T4" fmla="*/ 0 w 6"/>
                  <a:gd name="T5" fmla="*/ 34 h 69"/>
                  <a:gd name="T6" fmla="*/ 0 w 6"/>
                  <a:gd name="T7" fmla="*/ 26 h 69"/>
                  <a:gd name="T8" fmla="*/ 0 w 6"/>
                  <a:gd name="T9" fmla="*/ 12 h 69"/>
                  <a:gd name="T10" fmla="*/ 0 w 6"/>
                  <a:gd name="T11" fmla="*/ 2 h 69"/>
                  <a:gd name="T12" fmla="*/ 1 w 6"/>
                  <a:gd name="T13" fmla="*/ 7 h 69"/>
                  <a:gd name="T14" fmla="*/ 1 w 6"/>
                  <a:gd name="T15" fmla="*/ 9 h 69"/>
                  <a:gd name="T16" fmla="*/ 1 w 6"/>
                  <a:gd name="T17" fmla="*/ 0 h 69"/>
                  <a:gd name="T18" fmla="*/ 1 w 6"/>
                  <a:gd name="T19" fmla="*/ 5 h 69"/>
                  <a:gd name="T20" fmla="*/ 1 w 6"/>
                  <a:gd name="T21" fmla="*/ 23 h 69"/>
                  <a:gd name="T22" fmla="*/ 1 w 6"/>
                  <a:gd name="T23" fmla="*/ 23 h 69"/>
                  <a:gd name="T24" fmla="*/ 1 w 6"/>
                  <a:gd name="T25" fmla="*/ 18 h 69"/>
                  <a:gd name="T26" fmla="*/ 1 w 6"/>
                  <a:gd name="T27" fmla="*/ 27 h 69"/>
                  <a:gd name="T28" fmla="*/ 1 w 6"/>
                  <a:gd name="T29" fmla="*/ 35 h 69"/>
                  <a:gd name="T30" fmla="*/ 2 w 6"/>
                  <a:gd name="T31" fmla="*/ 32 h 69"/>
                  <a:gd name="T32" fmla="*/ 2 w 6"/>
                  <a:gd name="T33" fmla="*/ 29 h 69"/>
                  <a:gd name="T34" fmla="*/ 2 w 6"/>
                  <a:gd name="T35" fmla="*/ 29 h 69"/>
                  <a:gd name="T36" fmla="*/ 2 w 6"/>
                  <a:gd name="T37" fmla="*/ 26 h 69"/>
                  <a:gd name="T38" fmla="*/ 2 w 6"/>
                  <a:gd name="T39" fmla="*/ 23 h 69"/>
                  <a:gd name="T40" fmla="*/ 2 w 6"/>
                  <a:gd name="T41" fmla="*/ 30 h 69"/>
                  <a:gd name="T42" fmla="*/ 2 w 6"/>
                  <a:gd name="T43" fmla="*/ 37 h 69"/>
                  <a:gd name="T44" fmla="*/ 2 w 6"/>
                  <a:gd name="T45" fmla="*/ 32 h 69"/>
                  <a:gd name="T46" fmla="*/ 2 w 6"/>
                  <a:gd name="T47" fmla="*/ 35 h 69"/>
                  <a:gd name="T48" fmla="*/ 3 w 6"/>
                  <a:gd name="T49" fmla="*/ 49 h 69"/>
                  <a:gd name="T50" fmla="*/ 3 w 6"/>
                  <a:gd name="T51" fmla="*/ 53 h 69"/>
                  <a:gd name="T52" fmla="*/ 3 w 6"/>
                  <a:gd name="T53" fmla="*/ 54 h 69"/>
                  <a:gd name="T54" fmla="*/ 3 w 6"/>
                  <a:gd name="T55" fmla="*/ 62 h 69"/>
                  <a:gd name="T56" fmla="*/ 3 w 6"/>
                  <a:gd name="T57" fmla="*/ 66 h 69"/>
                  <a:gd name="T58" fmla="*/ 3 w 6"/>
                  <a:gd name="T59" fmla="*/ 66 h 69"/>
                  <a:gd name="T60" fmla="*/ 4 w 6"/>
                  <a:gd name="T61" fmla="*/ 69 h 69"/>
                  <a:gd name="T62" fmla="*/ 4 w 6"/>
                  <a:gd name="T63" fmla="*/ 64 h 69"/>
                  <a:gd name="T64" fmla="*/ 4 w 6"/>
                  <a:gd name="T65" fmla="*/ 55 h 69"/>
                  <a:gd name="T66" fmla="*/ 4 w 6"/>
                  <a:gd name="T67" fmla="*/ 57 h 69"/>
                  <a:gd name="T68" fmla="*/ 4 w 6"/>
                  <a:gd name="T69" fmla="*/ 63 h 69"/>
                  <a:gd name="T70" fmla="*/ 4 w 6"/>
                  <a:gd name="T71" fmla="*/ 54 h 69"/>
                  <a:gd name="T72" fmla="*/ 4 w 6"/>
                  <a:gd name="T73" fmla="*/ 42 h 69"/>
                  <a:gd name="T74" fmla="*/ 4 w 6"/>
                  <a:gd name="T75" fmla="*/ 45 h 69"/>
                  <a:gd name="T76" fmla="*/ 4 w 6"/>
                  <a:gd name="T77" fmla="*/ 51 h 69"/>
                  <a:gd name="T78" fmla="*/ 5 w 6"/>
                  <a:gd name="T79" fmla="*/ 47 h 69"/>
                  <a:gd name="T80" fmla="*/ 5 w 6"/>
                  <a:gd name="T81" fmla="*/ 47 h 69"/>
                  <a:gd name="T82" fmla="*/ 5 w 6"/>
                  <a:gd name="T83" fmla="*/ 57 h 69"/>
                  <a:gd name="T84" fmla="*/ 5 w 6"/>
                  <a:gd name="T85" fmla="*/ 58 h 69"/>
                  <a:gd name="T86" fmla="*/ 5 w 6"/>
                  <a:gd name="T87" fmla="*/ 50 h 69"/>
                  <a:gd name="T88" fmla="*/ 5 w 6"/>
                  <a:gd name="T89" fmla="*/ 52 h 69"/>
                  <a:gd name="T90" fmla="*/ 6 w 6"/>
                  <a:gd name="T91" fmla="*/ 60 h 69"/>
                  <a:gd name="T92" fmla="*/ 6 w 6"/>
                  <a:gd name="T93" fmla="*/ 58 h 69"/>
                  <a:gd name="T94" fmla="*/ 6 w 6"/>
                  <a:gd name="T95" fmla="*/ 46 h 69"/>
                  <a:gd name="T96" fmla="*/ 6 w 6"/>
                  <a:gd name="T97" fmla="*/ 45 h 69"/>
                  <a:gd name="T98" fmla="*/ 6 w 6"/>
                  <a:gd name="T99" fmla="*/ 53 h 69"/>
                  <a:gd name="T100" fmla="*/ 6 w 6"/>
                  <a:gd name="T101" fmla="*/ 57 h 69"/>
                  <a:gd name="T102" fmla="*/ 6 w 6"/>
                  <a:gd name="T103" fmla="*/ 5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9">
                    <a:moveTo>
                      <a:pt x="0" y="35"/>
                    </a:moveTo>
                    <a:lnTo>
                      <a:pt x="0" y="37"/>
                    </a:lnTo>
                    <a:lnTo>
                      <a:pt x="0" y="34"/>
                    </a:lnTo>
                    <a:lnTo>
                      <a:pt x="0" y="26"/>
                    </a:lnTo>
                    <a:lnTo>
                      <a:pt x="0" y="12"/>
                    </a:lnTo>
                    <a:lnTo>
                      <a:pt x="0" y="2"/>
                    </a:lnTo>
                    <a:lnTo>
                      <a:pt x="1" y="7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1" y="5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1" y="18"/>
                    </a:lnTo>
                    <a:lnTo>
                      <a:pt x="1" y="27"/>
                    </a:lnTo>
                    <a:lnTo>
                      <a:pt x="1" y="35"/>
                    </a:lnTo>
                    <a:lnTo>
                      <a:pt x="2" y="32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6"/>
                    </a:lnTo>
                    <a:lnTo>
                      <a:pt x="2" y="23"/>
                    </a:lnTo>
                    <a:lnTo>
                      <a:pt x="2" y="30"/>
                    </a:lnTo>
                    <a:lnTo>
                      <a:pt x="2" y="37"/>
                    </a:lnTo>
                    <a:lnTo>
                      <a:pt x="2" y="32"/>
                    </a:lnTo>
                    <a:lnTo>
                      <a:pt x="2" y="35"/>
                    </a:lnTo>
                    <a:lnTo>
                      <a:pt x="3" y="49"/>
                    </a:lnTo>
                    <a:lnTo>
                      <a:pt x="3" y="53"/>
                    </a:lnTo>
                    <a:lnTo>
                      <a:pt x="3" y="54"/>
                    </a:lnTo>
                    <a:lnTo>
                      <a:pt x="3" y="62"/>
                    </a:lnTo>
                    <a:lnTo>
                      <a:pt x="3" y="66"/>
                    </a:lnTo>
                    <a:lnTo>
                      <a:pt x="3" y="66"/>
                    </a:lnTo>
                    <a:lnTo>
                      <a:pt x="4" y="69"/>
                    </a:lnTo>
                    <a:lnTo>
                      <a:pt x="4" y="64"/>
                    </a:lnTo>
                    <a:lnTo>
                      <a:pt x="4" y="55"/>
                    </a:lnTo>
                    <a:lnTo>
                      <a:pt x="4" y="57"/>
                    </a:lnTo>
                    <a:lnTo>
                      <a:pt x="4" y="63"/>
                    </a:lnTo>
                    <a:lnTo>
                      <a:pt x="4" y="54"/>
                    </a:lnTo>
                    <a:lnTo>
                      <a:pt x="4" y="42"/>
                    </a:lnTo>
                    <a:lnTo>
                      <a:pt x="4" y="45"/>
                    </a:lnTo>
                    <a:lnTo>
                      <a:pt x="4" y="51"/>
                    </a:lnTo>
                    <a:lnTo>
                      <a:pt x="5" y="47"/>
                    </a:lnTo>
                    <a:lnTo>
                      <a:pt x="5" y="47"/>
                    </a:lnTo>
                    <a:lnTo>
                      <a:pt x="5" y="57"/>
                    </a:lnTo>
                    <a:lnTo>
                      <a:pt x="5" y="58"/>
                    </a:lnTo>
                    <a:lnTo>
                      <a:pt x="5" y="50"/>
                    </a:lnTo>
                    <a:lnTo>
                      <a:pt x="5" y="52"/>
                    </a:lnTo>
                    <a:lnTo>
                      <a:pt x="6" y="60"/>
                    </a:lnTo>
                    <a:lnTo>
                      <a:pt x="6" y="58"/>
                    </a:lnTo>
                    <a:lnTo>
                      <a:pt x="6" y="46"/>
                    </a:lnTo>
                    <a:lnTo>
                      <a:pt x="6" y="45"/>
                    </a:lnTo>
                    <a:lnTo>
                      <a:pt x="6" y="53"/>
                    </a:lnTo>
                    <a:lnTo>
                      <a:pt x="6" y="57"/>
                    </a:lnTo>
                    <a:lnTo>
                      <a:pt x="6" y="5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19" name="Freeform 964"/>
              <p:cNvSpPr/>
              <p:nvPr/>
            </p:nvSpPr>
            <p:spPr bwMode="auto">
              <a:xfrm>
                <a:off x="2027" y="2956"/>
                <a:ext cx="6" cy="169"/>
              </a:xfrm>
              <a:custGeom>
                <a:avLst/>
                <a:gdLst>
                  <a:gd name="T0" fmla="*/ 0 w 6"/>
                  <a:gd name="T1" fmla="*/ 6 h 169"/>
                  <a:gd name="T2" fmla="*/ 0 w 6"/>
                  <a:gd name="T3" fmla="*/ 8 h 169"/>
                  <a:gd name="T4" fmla="*/ 0 w 6"/>
                  <a:gd name="T5" fmla="*/ 10 h 169"/>
                  <a:gd name="T6" fmla="*/ 0 w 6"/>
                  <a:gd name="T7" fmla="*/ 2 h 169"/>
                  <a:gd name="T8" fmla="*/ 1 w 6"/>
                  <a:gd name="T9" fmla="*/ 0 h 169"/>
                  <a:gd name="T10" fmla="*/ 1 w 6"/>
                  <a:gd name="T11" fmla="*/ 21 h 169"/>
                  <a:gd name="T12" fmla="*/ 1 w 6"/>
                  <a:gd name="T13" fmla="*/ 40 h 169"/>
                  <a:gd name="T14" fmla="*/ 1 w 6"/>
                  <a:gd name="T15" fmla="*/ 33 h 169"/>
                  <a:gd name="T16" fmla="*/ 1 w 6"/>
                  <a:gd name="T17" fmla="*/ 17 h 169"/>
                  <a:gd name="T18" fmla="*/ 1 w 6"/>
                  <a:gd name="T19" fmla="*/ 18 h 169"/>
                  <a:gd name="T20" fmla="*/ 1 w 6"/>
                  <a:gd name="T21" fmla="*/ 29 h 169"/>
                  <a:gd name="T22" fmla="*/ 1 w 6"/>
                  <a:gd name="T23" fmla="*/ 36 h 169"/>
                  <a:gd name="T24" fmla="*/ 1 w 6"/>
                  <a:gd name="T25" fmla="*/ 36 h 169"/>
                  <a:gd name="T26" fmla="*/ 2 w 6"/>
                  <a:gd name="T27" fmla="*/ 28 h 169"/>
                  <a:gd name="T28" fmla="*/ 2 w 6"/>
                  <a:gd name="T29" fmla="*/ 18 h 169"/>
                  <a:gd name="T30" fmla="*/ 2 w 6"/>
                  <a:gd name="T31" fmla="*/ 27 h 169"/>
                  <a:gd name="T32" fmla="*/ 2 w 6"/>
                  <a:gd name="T33" fmla="*/ 44 h 169"/>
                  <a:gd name="T34" fmla="*/ 2 w 6"/>
                  <a:gd name="T35" fmla="*/ 41 h 169"/>
                  <a:gd name="T36" fmla="*/ 2 w 6"/>
                  <a:gd name="T37" fmla="*/ 35 h 169"/>
                  <a:gd name="T38" fmla="*/ 2 w 6"/>
                  <a:gd name="T39" fmla="*/ 45 h 169"/>
                  <a:gd name="T40" fmla="*/ 3 w 6"/>
                  <a:gd name="T41" fmla="*/ 52 h 169"/>
                  <a:gd name="T42" fmla="*/ 3 w 6"/>
                  <a:gd name="T43" fmla="*/ 51 h 169"/>
                  <a:gd name="T44" fmla="*/ 3 w 6"/>
                  <a:gd name="T45" fmla="*/ 59 h 169"/>
                  <a:gd name="T46" fmla="*/ 3 w 6"/>
                  <a:gd name="T47" fmla="*/ 68 h 169"/>
                  <a:gd name="T48" fmla="*/ 3 w 6"/>
                  <a:gd name="T49" fmla="*/ 62 h 169"/>
                  <a:gd name="T50" fmla="*/ 3 w 6"/>
                  <a:gd name="T51" fmla="*/ 59 h 169"/>
                  <a:gd name="T52" fmla="*/ 3 w 6"/>
                  <a:gd name="T53" fmla="*/ 75 h 169"/>
                  <a:gd name="T54" fmla="*/ 3 w 6"/>
                  <a:gd name="T55" fmla="*/ 84 h 169"/>
                  <a:gd name="T56" fmla="*/ 3 w 6"/>
                  <a:gd name="T57" fmla="*/ 68 h 169"/>
                  <a:gd name="T58" fmla="*/ 4 w 6"/>
                  <a:gd name="T59" fmla="*/ 73 h 169"/>
                  <a:gd name="T60" fmla="*/ 4 w 6"/>
                  <a:gd name="T61" fmla="*/ 104 h 169"/>
                  <a:gd name="T62" fmla="*/ 4 w 6"/>
                  <a:gd name="T63" fmla="*/ 104 h 169"/>
                  <a:gd name="T64" fmla="*/ 4 w 6"/>
                  <a:gd name="T65" fmla="*/ 94 h 169"/>
                  <a:gd name="T66" fmla="*/ 4 w 6"/>
                  <a:gd name="T67" fmla="*/ 115 h 169"/>
                  <a:gd name="T68" fmla="*/ 4 w 6"/>
                  <a:gd name="T69" fmla="*/ 124 h 169"/>
                  <a:gd name="T70" fmla="*/ 5 w 6"/>
                  <a:gd name="T71" fmla="*/ 114 h 169"/>
                  <a:gd name="T72" fmla="*/ 5 w 6"/>
                  <a:gd name="T73" fmla="*/ 128 h 169"/>
                  <a:gd name="T74" fmla="*/ 5 w 6"/>
                  <a:gd name="T75" fmla="*/ 140 h 169"/>
                  <a:gd name="T76" fmla="*/ 5 w 6"/>
                  <a:gd name="T77" fmla="*/ 128 h 169"/>
                  <a:gd name="T78" fmla="*/ 5 w 6"/>
                  <a:gd name="T79" fmla="*/ 128 h 169"/>
                  <a:gd name="T80" fmla="*/ 5 w 6"/>
                  <a:gd name="T81" fmla="*/ 142 h 169"/>
                  <a:gd name="T82" fmla="*/ 5 w 6"/>
                  <a:gd name="T83" fmla="*/ 145 h 169"/>
                  <a:gd name="T84" fmla="*/ 5 w 6"/>
                  <a:gd name="T85" fmla="*/ 134 h 169"/>
                  <a:gd name="T86" fmla="*/ 5 w 6"/>
                  <a:gd name="T87" fmla="*/ 123 h 169"/>
                  <a:gd name="T88" fmla="*/ 6 w 6"/>
                  <a:gd name="T89" fmla="*/ 122 h 169"/>
                  <a:gd name="T90" fmla="*/ 6 w 6"/>
                  <a:gd name="T91" fmla="*/ 133 h 169"/>
                  <a:gd name="T92" fmla="*/ 6 w 6"/>
                  <a:gd name="T93" fmla="*/ 152 h 169"/>
                  <a:gd name="T94" fmla="*/ 6 w 6"/>
                  <a:gd name="T95" fmla="*/ 169 h 169"/>
                  <a:gd name="T96" fmla="*/ 6 w 6"/>
                  <a:gd name="T97" fmla="*/ 163 h 169"/>
                  <a:gd name="T98" fmla="*/ 6 w 6"/>
                  <a:gd name="T99" fmla="*/ 143 h 169"/>
                  <a:gd name="T100" fmla="*/ 6 w 6"/>
                  <a:gd name="T101" fmla="*/ 149 h 169"/>
                  <a:gd name="T102" fmla="*/ 6 w 6"/>
                  <a:gd name="T103" fmla="*/ 16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69">
                    <a:moveTo>
                      <a:pt x="0" y="6"/>
                    </a:moveTo>
                    <a:lnTo>
                      <a:pt x="0" y="8"/>
                    </a:lnTo>
                    <a:lnTo>
                      <a:pt x="0" y="10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1" y="21"/>
                    </a:lnTo>
                    <a:lnTo>
                      <a:pt x="1" y="40"/>
                    </a:lnTo>
                    <a:lnTo>
                      <a:pt x="1" y="33"/>
                    </a:lnTo>
                    <a:lnTo>
                      <a:pt x="1" y="17"/>
                    </a:lnTo>
                    <a:lnTo>
                      <a:pt x="1" y="18"/>
                    </a:lnTo>
                    <a:lnTo>
                      <a:pt x="1" y="29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2" y="28"/>
                    </a:lnTo>
                    <a:lnTo>
                      <a:pt x="2" y="18"/>
                    </a:lnTo>
                    <a:lnTo>
                      <a:pt x="2" y="27"/>
                    </a:lnTo>
                    <a:lnTo>
                      <a:pt x="2" y="44"/>
                    </a:lnTo>
                    <a:lnTo>
                      <a:pt x="2" y="41"/>
                    </a:lnTo>
                    <a:lnTo>
                      <a:pt x="2" y="35"/>
                    </a:lnTo>
                    <a:lnTo>
                      <a:pt x="2" y="45"/>
                    </a:lnTo>
                    <a:lnTo>
                      <a:pt x="3" y="52"/>
                    </a:lnTo>
                    <a:lnTo>
                      <a:pt x="3" y="51"/>
                    </a:lnTo>
                    <a:lnTo>
                      <a:pt x="3" y="59"/>
                    </a:lnTo>
                    <a:lnTo>
                      <a:pt x="3" y="68"/>
                    </a:lnTo>
                    <a:lnTo>
                      <a:pt x="3" y="62"/>
                    </a:lnTo>
                    <a:lnTo>
                      <a:pt x="3" y="59"/>
                    </a:lnTo>
                    <a:lnTo>
                      <a:pt x="3" y="75"/>
                    </a:lnTo>
                    <a:lnTo>
                      <a:pt x="3" y="84"/>
                    </a:lnTo>
                    <a:lnTo>
                      <a:pt x="3" y="68"/>
                    </a:lnTo>
                    <a:lnTo>
                      <a:pt x="4" y="73"/>
                    </a:lnTo>
                    <a:lnTo>
                      <a:pt x="4" y="104"/>
                    </a:lnTo>
                    <a:lnTo>
                      <a:pt x="4" y="104"/>
                    </a:lnTo>
                    <a:lnTo>
                      <a:pt x="4" y="94"/>
                    </a:lnTo>
                    <a:lnTo>
                      <a:pt x="4" y="115"/>
                    </a:lnTo>
                    <a:lnTo>
                      <a:pt x="4" y="124"/>
                    </a:lnTo>
                    <a:lnTo>
                      <a:pt x="5" y="114"/>
                    </a:lnTo>
                    <a:lnTo>
                      <a:pt x="5" y="128"/>
                    </a:lnTo>
                    <a:lnTo>
                      <a:pt x="5" y="140"/>
                    </a:lnTo>
                    <a:lnTo>
                      <a:pt x="5" y="128"/>
                    </a:lnTo>
                    <a:lnTo>
                      <a:pt x="5" y="128"/>
                    </a:lnTo>
                    <a:lnTo>
                      <a:pt x="5" y="142"/>
                    </a:lnTo>
                    <a:lnTo>
                      <a:pt x="5" y="145"/>
                    </a:lnTo>
                    <a:lnTo>
                      <a:pt x="5" y="134"/>
                    </a:lnTo>
                    <a:lnTo>
                      <a:pt x="5" y="123"/>
                    </a:lnTo>
                    <a:lnTo>
                      <a:pt x="6" y="122"/>
                    </a:lnTo>
                    <a:lnTo>
                      <a:pt x="6" y="133"/>
                    </a:lnTo>
                    <a:lnTo>
                      <a:pt x="6" y="152"/>
                    </a:lnTo>
                    <a:lnTo>
                      <a:pt x="6" y="169"/>
                    </a:lnTo>
                    <a:lnTo>
                      <a:pt x="6" y="163"/>
                    </a:lnTo>
                    <a:lnTo>
                      <a:pt x="6" y="143"/>
                    </a:lnTo>
                    <a:lnTo>
                      <a:pt x="6" y="149"/>
                    </a:lnTo>
                    <a:lnTo>
                      <a:pt x="6" y="16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20" name="Freeform 965"/>
              <p:cNvSpPr/>
              <p:nvPr/>
            </p:nvSpPr>
            <p:spPr bwMode="auto">
              <a:xfrm>
                <a:off x="2033" y="2885"/>
                <a:ext cx="7" cy="239"/>
              </a:xfrm>
              <a:custGeom>
                <a:avLst/>
                <a:gdLst>
                  <a:gd name="T0" fmla="*/ 0 w 7"/>
                  <a:gd name="T1" fmla="*/ 220 h 239"/>
                  <a:gd name="T2" fmla="*/ 0 w 7"/>
                  <a:gd name="T3" fmla="*/ 239 h 239"/>
                  <a:gd name="T4" fmla="*/ 0 w 7"/>
                  <a:gd name="T5" fmla="*/ 239 h 239"/>
                  <a:gd name="T6" fmla="*/ 1 w 7"/>
                  <a:gd name="T7" fmla="*/ 226 h 239"/>
                  <a:gd name="T8" fmla="*/ 1 w 7"/>
                  <a:gd name="T9" fmla="*/ 205 h 239"/>
                  <a:gd name="T10" fmla="*/ 1 w 7"/>
                  <a:gd name="T11" fmla="*/ 174 h 239"/>
                  <a:gd name="T12" fmla="*/ 1 w 7"/>
                  <a:gd name="T13" fmla="*/ 165 h 239"/>
                  <a:gd name="T14" fmla="*/ 1 w 7"/>
                  <a:gd name="T15" fmla="*/ 177 h 239"/>
                  <a:gd name="T16" fmla="*/ 1 w 7"/>
                  <a:gd name="T17" fmla="*/ 168 h 239"/>
                  <a:gd name="T18" fmla="*/ 2 w 7"/>
                  <a:gd name="T19" fmla="*/ 141 h 239"/>
                  <a:gd name="T20" fmla="*/ 2 w 7"/>
                  <a:gd name="T21" fmla="*/ 135 h 239"/>
                  <a:gd name="T22" fmla="*/ 2 w 7"/>
                  <a:gd name="T23" fmla="*/ 145 h 239"/>
                  <a:gd name="T24" fmla="*/ 2 w 7"/>
                  <a:gd name="T25" fmla="*/ 140 h 239"/>
                  <a:gd name="T26" fmla="*/ 2 w 7"/>
                  <a:gd name="T27" fmla="*/ 115 h 239"/>
                  <a:gd name="T28" fmla="*/ 2 w 7"/>
                  <a:gd name="T29" fmla="*/ 98 h 239"/>
                  <a:gd name="T30" fmla="*/ 2 w 7"/>
                  <a:gd name="T31" fmla="*/ 99 h 239"/>
                  <a:gd name="T32" fmla="*/ 2 w 7"/>
                  <a:gd name="T33" fmla="*/ 96 h 239"/>
                  <a:gd name="T34" fmla="*/ 2 w 7"/>
                  <a:gd name="T35" fmla="*/ 78 h 239"/>
                  <a:gd name="T36" fmla="*/ 3 w 7"/>
                  <a:gd name="T37" fmla="*/ 56 h 239"/>
                  <a:gd name="T38" fmla="*/ 3 w 7"/>
                  <a:gd name="T39" fmla="*/ 42 h 239"/>
                  <a:gd name="T40" fmla="*/ 3 w 7"/>
                  <a:gd name="T41" fmla="*/ 34 h 239"/>
                  <a:gd name="T42" fmla="*/ 3 w 7"/>
                  <a:gd name="T43" fmla="*/ 33 h 239"/>
                  <a:gd name="T44" fmla="*/ 3 w 7"/>
                  <a:gd name="T45" fmla="*/ 34 h 239"/>
                  <a:gd name="T46" fmla="*/ 3 w 7"/>
                  <a:gd name="T47" fmla="*/ 20 h 239"/>
                  <a:gd name="T48" fmla="*/ 4 w 7"/>
                  <a:gd name="T49" fmla="*/ 0 h 239"/>
                  <a:gd name="T50" fmla="*/ 4 w 7"/>
                  <a:gd name="T51" fmla="*/ 3 h 239"/>
                  <a:gd name="T52" fmla="*/ 4 w 7"/>
                  <a:gd name="T53" fmla="*/ 21 h 239"/>
                  <a:gd name="T54" fmla="*/ 4 w 7"/>
                  <a:gd name="T55" fmla="*/ 25 h 239"/>
                  <a:gd name="T56" fmla="*/ 4 w 7"/>
                  <a:gd name="T57" fmla="*/ 21 h 239"/>
                  <a:gd name="T58" fmla="*/ 4 w 7"/>
                  <a:gd name="T59" fmla="*/ 25 h 239"/>
                  <a:gd name="T60" fmla="*/ 4 w 7"/>
                  <a:gd name="T61" fmla="*/ 33 h 239"/>
                  <a:gd name="T62" fmla="*/ 4 w 7"/>
                  <a:gd name="T63" fmla="*/ 36 h 239"/>
                  <a:gd name="T64" fmla="*/ 4 w 7"/>
                  <a:gd name="T65" fmla="*/ 35 h 239"/>
                  <a:gd name="T66" fmla="*/ 5 w 7"/>
                  <a:gd name="T67" fmla="*/ 32 h 239"/>
                  <a:gd name="T68" fmla="*/ 5 w 7"/>
                  <a:gd name="T69" fmla="*/ 24 h 239"/>
                  <a:gd name="T70" fmla="*/ 5 w 7"/>
                  <a:gd name="T71" fmla="*/ 17 h 239"/>
                  <a:gd name="T72" fmla="*/ 5 w 7"/>
                  <a:gd name="T73" fmla="*/ 20 h 239"/>
                  <a:gd name="T74" fmla="*/ 5 w 7"/>
                  <a:gd name="T75" fmla="*/ 22 h 239"/>
                  <a:gd name="T76" fmla="*/ 5 w 7"/>
                  <a:gd name="T77" fmla="*/ 16 h 239"/>
                  <a:gd name="T78" fmla="*/ 5 w 7"/>
                  <a:gd name="T79" fmla="*/ 16 h 239"/>
                  <a:gd name="T80" fmla="*/ 6 w 7"/>
                  <a:gd name="T81" fmla="*/ 24 h 239"/>
                  <a:gd name="T82" fmla="*/ 6 w 7"/>
                  <a:gd name="T83" fmla="*/ 26 h 239"/>
                  <a:gd name="T84" fmla="*/ 6 w 7"/>
                  <a:gd name="T85" fmla="*/ 32 h 239"/>
                  <a:gd name="T86" fmla="*/ 6 w 7"/>
                  <a:gd name="T87" fmla="*/ 44 h 239"/>
                  <a:gd name="T88" fmla="*/ 6 w 7"/>
                  <a:gd name="T89" fmla="*/ 43 h 239"/>
                  <a:gd name="T90" fmla="*/ 6 w 7"/>
                  <a:gd name="T91" fmla="*/ 32 h 239"/>
                  <a:gd name="T92" fmla="*/ 6 w 7"/>
                  <a:gd name="T93" fmla="*/ 24 h 239"/>
                  <a:gd name="T94" fmla="*/ 6 w 7"/>
                  <a:gd name="T95" fmla="*/ 18 h 239"/>
                  <a:gd name="T96" fmla="*/ 6 w 7"/>
                  <a:gd name="T97" fmla="*/ 19 h 239"/>
                  <a:gd name="T98" fmla="*/ 7 w 7"/>
                  <a:gd name="T99" fmla="*/ 25 h 239"/>
                  <a:gd name="T100" fmla="*/ 7 w 7"/>
                  <a:gd name="T101" fmla="*/ 25 h 239"/>
                  <a:gd name="T102" fmla="*/ 7 w 7"/>
                  <a:gd name="T103" fmla="*/ 13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39">
                    <a:moveTo>
                      <a:pt x="0" y="220"/>
                    </a:moveTo>
                    <a:lnTo>
                      <a:pt x="0" y="239"/>
                    </a:lnTo>
                    <a:lnTo>
                      <a:pt x="0" y="239"/>
                    </a:lnTo>
                    <a:lnTo>
                      <a:pt x="1" y="226"/>
                    </a:lnTo>
                    <a:lnTo>
                      <a:pt x="1" y="205"/>
                    </a:lnTo>
                    <a:lnTo>
                      <a:pt x="1" y="174"/>
                    </a:lnTo>
                    <a:lnTo>
                      <a:pt x="1" y="165"/>
                    </a:lnTo>
                    <a:lnTo>
                      <a:pt x="1" y="177"/>
                    </a:lnTo>
                    <a:lnTo>
                      <a:pt x="1" y="168"/>
                    </a:lnTo>
                    <a:lnTo>
                      <a:pt x="2" y="141"/>
                    </a:lnTo>
                    <a:lnTo>
                      <a:pt x="2" y="135"/>
                    </a:lnTo>
                    <a:lnTo>
                      <a:pt x="2" y="145"/>
                    </a:lnTo>
                    <a:lnTo>
                      <a:pt x="2" y="140"/>
                    </a:lnTo>
                    <a:lnTo>
                      <a:pt x="2" y="115"/>
                    </a:lnTo>
                    <a:lnTo>
                      <a:pt x="2" y="98"/>
                    </a:lnTo>
                    <a:lnTo>
                      <a:pt x="2" y="99"/>
                    </a:lnTo>
                    <a:lnTo>
                      <a:pt x="2" y="96"/>
                    </a:lnTo>
                    <a:lnTo>
                      <a:pt x="2" y="78"/>
                    </a:lnTo>
                    <a:lnTo>
                      <a:pt x="3" y="56"/>
                    </a:lnTo>
                    <a:lnTo>
                      <a:pt x="3" y="42"/>
                    </a:lnTo>
                    <a:lnTo>
                      <a:pt x="3" y="34"/>
                    </a:lnTo>
                    <a:lnTo>
                      <a:pt x="3" y="33"/>
                    </a:lnTo>
                    <a:lnTo>
                      <a:pt x="3" y="34"/>
                    </a:lnTo>
                    <a:lnTo>
                      <a:pt x="3" y="20"/>
                    </a:lnTo>
                    <a:lnTo>
                      <a:pt x="4" y="0"/>
                    </a:lnTo>
                    <a:lnTo>
                      <a:pt x="4" y="3"/>
                    </a:lnTo>
                    <a:lnTo>
                      <a:pt x="4" y="21"/>
                    </a:lnTo>
                    <a:lnTo>
                      <a:pt x="4" y="25"/>
                    </a:lnTo>
                    <a:lnTo>
                      <a:pt x="4" y="21"/>
                    </a:lnTo>
                    <a:lnTo>
                      <a:pt x="4" y="25"/>
                    </a:lnTo>
                    <a:lnTo>
                      <a:pt x="4" y="33"/>
                    </a:lnTo>
                    <a:lnTo>
                      <a:pt x="4" y="36"/>
                    </a:lnTo>
                    <a:lnTo>
                      <a:pt x="4" y="35"/>
                    </a:lnTo>
                    <a:lnTo>
                      <a:pt x="5" y="32"/>
                    </a:lnTo>
                    <a:lnTo>
                      <a:pt x="5" y="24"/>
                    </a:lnTo>
                    <a:lnTo>
                      <a:pt x="5" y="17"/>
                    </a:lnTo>
                    <a:lnTo>
                      <a:pt x="5" y="20"/>
                    </a:lnTo>
                    <a:lnTo>
                      <a:pt x="5" y="22"/>
                    </a:lnTo>
                    <a:lnTo>
                      <a:pt x="5" y="16"/>
                    </a:lnTo>
                    <a:lnTo>
                      <a:pt x="5" y="16"/>
                    </a:lnTo>
                    <a:lnTo>
                      <a:pt x="6" y="24"/>
                    </a:lnTo>
                    <a:lnTo>
                      <a:pt x="6" y="26"/>
                    </a:lnTo>
                    <a:lnTo>
                      <a:pt x="6" y="32"/>
                    </a:lnTo>
                    <a:lnTo>
                      <a:pt x="6" y="44"/>
                    </a:lnTo>
                    <a:lnTo>
                      <a:pt x="6" y="43"/>
                    </a:lnTo>
                    <a:lnTo>
                      <a:pt x="6" y="32"/>
                    </a:lnTo>
                    <a:lnTo>
                      <a:pt x="6" y="24"/>
                    </a:lnTo>
                    <a:lnTo>
                      <a:pt x="6" y="18"/>
                    </a:lnTo>
                    <a:lnTo>
                      <a:pt x="6" y="19"/>
                    </a:lnTo>
                    <a:lnTo>
                      <a:pt x="7" y="25"/>
                    </a:lnTo>
                    <a:lnTo>
                      <a:pt x="7" y="25"/>
                    </a:lnTo>
                    <a:lnTo>
                      <a:pt x="7" y="1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21" name="Freeform 966"/>
              <p:cNvSpPr/>
              <p:nvPr/>
            </p:nvSpPr>
            <p:spPr bwMode="auto">
              <a:xfrm>
                <a:off x="2040" y="2889"/>
                <a:ext cx="6" cy="93"/>
              </a:xfrm>
              <a:custGeom>
                <a:avLst/>
                <a:gdLst>
                  <a:gd name="T0" fmla="*/ 0 w 6"/>
                  <a:gd name="T1" fmla="*/ 21 h 93"/>
                  <a:gd name="T2" fmla="*/ 0 w 6"/>
                  <a:gd name="T3" fmla="*/ 9 h 93"/>
                  <a:gd name="T4" fmla="*/ 0 w 6"/>
                  <a:gd name="T5" fmla="*/ 0 h 93"/>
                  <a:gd name="T6" fmla="*/ 0 w 6"/>
                  <a:gd name="T7" fmla="*/ 14 h 93"/>
                  <a:gd name="T8" fmla="*/ 0 w 6"/>
                  <a:gd name="T9" fmla="*/ 33 h 93"/>
                  <a:gd name="T10" fmla="*/ 0 w 6"/>
                  <a:gd name="T11" fmla="*/ 37 h 93"/>
                  <a:gd name="T12" fmla="*/ 0 w 6"/>
                  <a:gd name="T13" fmla="*/ 37 h 93"/>
                  <a:gd name="T14" fmla="*/ 0 w 6"/>
                  <a:gd name="T15" fmla="*/ 45 h 93"/>
                  <a:gd name="T16" fmla="*/ 1 w 6"/>
                  <a:gd name="T17" fmla="*/ 48 h 93"/>
                  <a:gd name="T18" fmla="*/ 1 w 6"/>
                  <a:gd name="T19" fmla="*/ 52 h 93"/>
                  <a:gd name="T20" fmla="*/ 1 w 6"/>
                  <a:gd name="T21" fmla="*/ 59 h 93"/>
                  <a:gd name="T22" fmla="*/ 1 w 6"/>
                  <a:gd name="T23" fmla="*/ 56 h 93"/>
                  <a:gd name="T24" fmla="*/ 1 w 6"/>
                  <a:gd name="T25" fmla="*/ 50 h 93"/>
                  <a:gd name="T26" fmla="*/ 1 w 6"/>
                  <a:gd name="T27" fmla="*/ 58 h 93"/>
                  <a:gd name="T28" fmla="*/ 2 w 6"/>
                  <a:gd name="T29" fmla="*/ 63 h 93"/>
                  <a:gd name="T30" fmla="*/ 2 w 6"/>
                  <a:gd name="T31" fmla="*/ 56 h 93"/>
                  <a:gd name="T32" fmla="*/ 2 w 6"/>
                  <a:gd name="T33" fmla="*/ 55 h 93"/>
                  <a:gd name="T34" fmla="*/ 2 w 6"/>
                  <a:gd name="T35" fmla="*/ 65 h 93"/>
                  <a:gd name="T36" fmla="*/ 2 w 6"/>
                  <a:gd name="T37" fmla="*/ 74 h 93"/>
                  <a:gd name="T38" fmla="*/ 2 w 6"/>
                  <a:gd name="T39" fmla="*/ 79 h 93"/>
                  <a:gd name="T40" fmla="*/ 2 w 6"/>
                  <a:gd name="T41" fmla="*/ 82 h 93"/>
                  <a:gd name="T42" fmla="*/ 2 w 6"/>
                  <a:gd name="T43" fmla="*/ 83 h 93"/>
                  <a:gd name="T44" fmla="*/ 2 w 6"/>
                  <a:gd name="T45" fmla="*/ 84 h 93"/>
                  <a:gd name="T46" fmla="*/ 3 w 6"/>
                  <a:gd name="T47" fmla="*/ 86 h 93"/>
                  <a:gd name="T48" fmla="*/ 3 w 6"/>
                  <a:gd name="T49" fmla="*/ 85 h 93"/>
                  <a:gd name="T50" fmla="*/ 3 w 6"/>
                  <a:gd name="T51" fmla="*/ 81 h 93"/>
                  <a:gd name="T52" fmla="*/ 3 w 6"/>
                  <a:gd name="T53" fmla="*/ 78 h 93"/>
                  <a:gd name="T54" fmla="*/ 3 w 6"/>
                  <a:gd name="T55" fmla="*/ 75 h 93"/>
                  <a:gd name="T56" fmla="*/ 3 w 6"/>
                  <a:gd name="T57" fmla="*/ 73 h 93"/>
                  <a:gd name="T58" fmla="*/ 4 w 6"/>
                  <a:gd name="T59" fmla="*/ 70 h 93"/>
                  <a:gd name="T60" fmla="*/ 4 w 6"/>
                  <a:gd name="T61" fmla="*/ 70 h 93"/>
                  <a:gd name="T62" fmla="*/ 4 w 6"/>
                  <a:gd name="T63" fmla="*/ 78 h 93"/>
                  <a:gd name="T64" fmla="*/ 4 w 6"/>
                  <a:gd name="T65" fmla="*/ 87 h 93"/>
                  <a:gd name="T66" fmla="*/ 4 w 6"/>
                  <a:gd name="T67" fmla="*/ 85 h 93"/>
                  <a:gd name="T68" fmla="*/ 4 w 6"/>
                  <a:gd name="T69" fmla="*/ 80 h 93"/>
                  <a:gd name="T70" fmla="*/ 4 w 6"/>
                  <a:gd name="T71" fmla="*/ 85 h 93"/>
                  <a:gd name="T72" fmla="*/ 4 w 6"/>
                  <a:gd name="T73" fmla="*/ 93 h 93"/>
                  <a:gd name="T74" fmla="*/ 4 w 6"/>
                  <a:gd name="T75" fmla="*/ 90 h 93"/>
                  <a:gd name="T76" fmla="*/ 5 w 6"/>
                  <a:gd name="T77" fmla="*/ 85 h 93"/>
                  <a:gd name="T78" fmla="*/ 5 w 6"/>
                  <a:gd name="T79" fmla="*/ 84 h 93"/>
                  <a:gd name="T80" fmla="*/ 5 w 6"/>
                  <a:gd name="T81" fmla="*/ 79 h 93"/>
                  <a:gd name="T82" fmla="*/ 5 w 6"/>
                  <a:gd name="T83" fmla="*/ 73 h 93"/>
                  <a:gd name="T84" fmla="*/ 5 w 6"/>
                  <a:gd name="T85" fmla="*/ 78 h 93"/>
                  <a:gd name="T86" fmla="*/ 5 w 6"/>
                  <a:gd name="T87" fmla="*/ 77 h 93"/>
                  <a:gd name="T88" fmla="*/ 5 w 6"/>
                  <a:gd name="T89" fmla="*/ 62 h 93"/>
                  <a:gd name="T90" fmla="*/ 5 w 6"/>
                  <a:gd name="T91" fmla="*/ 57 h 93"/>
                  <a:gd name="T92" fmla="*/ 5 w 6"/>
                  <a:gd name="T93" fmla="*/ 72 h 93"/>
                  <a:gd name="T94" fmla="*/ 6 w 6"/>
                  <a:gd name="T95" fmla="*/ 76 h 93"/>
                  <a:gd name="T96" fmla="*/ 6 w 6"/>
                  <a:gd name="T97" fmla="*/ 64 h 93"/>
                  <a:gd name="T98" fmla="*/ 6 w 6"/>
                  <a:gd name="T99" fmla="*/ 63 h 93"/>
                  <a:gd name="T100" fmla="*/ 6 w 6"/>
                  <a:gd name="T101" fmla="*/ 74 h 93"/>
                  <a:gd name="T102" fmla="*/ 6 w 6"/>
                  <a:gd name="T103" fmla="*/ 7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93">
                    <a:moveTo>
                      <a:pt x="0" y="21"/>
                    </a:moveTo>
                    <a:lnTo>
                      <a:pt x="0" y="9"/>
                    </a:lnTo>
                    <a:lnTo>
                      <a:pt x="0" y="0"/>
                    </a:lnTo>
                    <a:lnTo>
                      <a:pt x="0" y="14"/>
                    </a:lnTo>
                    <a:lnTo>
                      <a:pt x="0" y="33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45"/>
                    </a:lnTo>
                    <a:lnTo>
                      <a:pt x="1" y="48"/>
                    </a:lnTo>
                    <a:lnTo>
                      <a:pt x="1" y="52"/>
                    </a:lnTo>
                    <a:lnTo>
                      <a:pt x="1" y="59"/>
                    </a:lnTo>
                    <a:lnTo>
                      <a:pt x="1" y="56"/>
                    </a:lnTo>
                    <a:lnTo>
                      <a:pt x="1" y="50"/>
                    </a:lnTo>
                    <a:lnTo>
                      <a:pt x="1" y="58"/>
                    </a:lnTo>
                    <a:lnTo>
                      <a:pt x="2" y="63"/>
                    </a:lnTo>
                    <a:lnTo>
                      <a:pt x="2" y="56"/>
                    </a:lnTo>
                    <a:lnTo>
                      <a:pt x="2" y="55"/>
                    </a:lnTo>
                    <a:lnTo>
                      <a:pt x="2" y="65"/>
                    </a:lnTo>
                    <a:lnTo>
                      <a:pt x="2" y="74"/>
                    </a:lnTo>
                    <a:lnTo>
                      <a:pt x="2" y="79"/>
                    </a:lnTo>
                    <a:lnTo>
                      <a:pt x="2" y="82"/>
                    </a:lnTo>
                    <a:lnTo>
                      <a:pt x="2" y="83"/>
                    </a:lnTo>
                    <a:lnTo>
                      <a:pt x="2" y="84"/>
                    </a:lnTo>
                    <a:lnTo>
                      <a:pt x="3" y="86"/>
                    </a:lnTo>
                    <a:lnTo>
                      <a:pt x="3" y="85"/>
                    </a:lnTo>
                    <a:lnTo>
                      <a:pt x="3" y="81"/>
                    </a:lnTo>
                    <a:lnTo>
                      <a:pt x="3" y="78"/>
                    </a:lnTo>
                    <a:lnTo>
                      <a:pt x="3" y="75"/>
                    </a:lnTo>
                    <a:lnTo>
                      <a:pt x="3" y="73"/>
                    </a:lnTo>
                    <a:lnTo>
                      <a:pt x="4" y="70"/>
                    </a:lnTo>
                    <a:lnTo>
                      <a:pt x="4" y="70"/>
                    </a:lnTo>
                    <a:lnTo>
                      <a:pt x="4" y="78"/>
                    </a:lnTo>
                    <a:lnTo>
                      <a:pt x="4" y="87"/>
                    </a:lnTo>
                    <a:lnTo>
                      <a:pt x="4" y="85"/>
                    </a:lnTo>
                    <a:lnTo>
                      <a:pt x="4" y="80"/>
                    </a:lnTo>
                    <a:lnTo>
                      <a:pt x="4" y="85"/>
                    </a:lnTo>
                    <a:lnTo>
                      <a:pt x="4" y="93"/>
                    </a:lnTo>
                    <a:lnTo>
                      <a:pt x="4" y="90"/>
                    </a:lnTo>
                    <a:lnTo>
                      <a:pt x="5" y="85"/>
                    </a:lnTo>
                    <a:lnTo>
                      <a:pt x="5" y="84"/>
                    </a:lnTo>
                    <a:lnTo>
                      <a:pt x="5" y="79"/>
                    </a:lnTo>
                    <a:lnTo>
                      <a:pt x="5" y="73"/>
                    </a:lnTo>
                    <a:lnTo>
                      <a:pt x="5" y="78"/>
                    </a:lnTo>
                    <a:lnTo>
                      <a:pt x="5" y="77"/>
                    </a:lnTo>
                    <a:lnTo>
                      <a:pt x="5" y="62"/>
                    </a:lnTo>
                    <a:lnTo>
                      <a:pt x="5" y="57"/>
                    </a:lnTo>
                    <a:lnTo>
                      <a:pt x="5" y="72"/>
                    </a:lnTo>
                    <a:lnTo>
                      <a:pt x="6" y="76"/>
                    </a:lnTo>
                    <a:lnTo>
                      <a:pt x="6" y="64"/>
                    </a:lnTo>
                    <a:lnTo>
                      <a:pt x="6" y="63"/>
                    </a:lnTo>
                    <a:lnTo>
                      <a:pt x="6" y="74"/>
                    </a:lnTo>
                    <a:lnTo>
                      <a:pt x="6" y="7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22" name="Freeform 967"/>
              <p:cNvSpPr/>
              <p:nvPr/>
            </p:nvSpPr>
            <p:spPr bwMode="auto">
              <a:xfrm>
                <a:off x="2046" y="2919"/>
                <a:ext cx="6" cy="44"/>
              </a:xfrm>
              <a:custGeom>
                <a:avLst/>
                <a:gdLst>
                  <a:gd name="T0" fmla="*/ 0 w 6"/>
                  <a:gd name="T1" fmla="*/ 44 h 44"/>
                  <a:gd name="T2" fmla="*/ 0 w 6"/>
                  <a:gd name="T3" fmla="*/ 44 h 44"/>
                  <a:gd name="T4" fmla="*/ 0 w 6"/>
                  <a:gd name="T5" fmla="*/ 38 h 44"/>
                  <a:gd name="T6" fmla="*/ 0 w 6"/>
                  <a:gd name="T7" fmla="*/ 36 h 44"/>
                  <a:gd name="T8" fmla="*/ 1 w 6"/>
                  <a:gd name="T9" fmla="*/ 26 h 44"/>
                  <a:gd name="T10" fmla="*/ 1 w 6"/>
                  <a:gd name="T11" fmla="*/ 10 h 44"/>
                  <a:gd name="T12" fmla="*/ 1 w 6"/>
                  <a:gd name="T13" fmla="*/ 10 h 44"/>
                  <a:gd name="T14" fmla="*/ 1 w 6"/>
                  <a:gd name="T15" fmla="*/ 16 h 44"/>
                  <a:gd name="T16" fmla="*/ 1 w 6"/>
                  <a:gd name="T17" fmla="*/ 7 h 44"/>
                  <a:gd name="T18" fmla="*/ 1 w 6"/>
                  <a:gd name="T19" fmla="*/ 0 h 44"/>
                  <a:gd name="T20" fmla="*/ 1 w 6"/>
                  <a:gd name="T21" fmla="*/ 7 h 44"/>
                  <a:gd name="T22" fmla="*/ 1 w 6"/>
                  <a:gd name="T23" fmla="*/ 10 h 44"/>
                  <a:gd name="T24" fmla="*/ 1 w 6"/>
                  <a:gd name="T25" fmla="*/ 8 h 44"/>
                  <a:gd name="T26" fmla="*/ 2 w 6"/>
                  <a:gd name="T27" fmla="*/ 16 h 44"/>
                  <a:gd name="T28" fmla="*/ 2 w 6"/>
                  <a:gd name="T29" fmla="*/ 27 h 44"/>
                  <a:gd name="T30" fmla="*/ 2 w 6"/>
                  <a:gd name="T31" fmla="*/ 24 h 44"/>
                  <a:gd name="T32" fmla="*/ 2 w 6"/>
                  <a:gd name="T33" fmla="*/ 15 h 44"/>
                  <a:gd name="T34" fmla="*/ 2 w 6"/>
                  <a:gd name="T35" fmla="*/ 12 h 44"/>
                  <a:gd name="T36" fmla="*/ 2 w 6"/>
                  <a:gd name="T37" fmla="*/ 14 h 44"/>
                  <a:gd name="T38" fmla="*/ 3 w 6"/>
                  <a:gd name="T39" fmla="*/ 17 h 44"/>
                  <a:gd name="T40" fmla="*/ 3 w 6"/>
                  <a:gd name="T41" fmla="*/ 17 h 44"/>
                  <a:gd name="T42" fmla="*/ 3 w 6"/>
                  <a:gd name="T43" fmla="*/ 14 h 44"/>
                  <a:gd name="T44" fmla="*/ 3 w 6"/>
                  <a:gd name="T45" fmla="*/ 13 h 44"/>
                  <a:gd name="T46" fmla="*/ 3 w 6"/>
                  <a:gd name="T47" fmla="*/ 17 h 44"/>
                  <a:gd name="T48" fmla="*/ 3 w 6"/>
                  <a:gd name="T49" fmla="*/ 22 h 44"/>
                  <a:gd name="T50" fmla="*/ 3 w 6"/>
                  <a:gd name="T51" fmla="*/ 21 h 44"/>
                  <a:gd name="T52" fmla="*/ 3 w 6"/>
                  <a:gd name="T53" fmla="*/ 21 h 44"/>
                  <a:gd name="T54" fmla="*/ 3 w 6"/>
                  <a:gd name="T55" fmla="*/ 24 h 44"/>
                  <a:gd name="T56" fmla="*/ 4 w 6"/>
                  <a:gd name="T57" fmla="*/ 27 h 44"/>
                  <a:gd name="T58" fmla="*/ 4 w 6"/>
                  <a:gd name="T59" fmla="*/ 24 h 44"/>
                  <a:gd name="T60" fmla="*/ 4 w 6"/>
                  <a:gd name="T61" fmla="*/ 20 h 44"/>
                  <a:gd name="T62" fmla="*/ 4 w 6"/>
                  <a:gd name="T63" fmla="*/ 20 h 44"/>
                  <a:gd name="T64" fmla="*/ 4 w 6"/>
                  <a:gd name="T65" fmla="*/ 23 h 44"/>
                  <a:gd name="T66" fmla="*/ 4 w 6"/>
                  <a:gd name="T67" fmla="*/ 27 h 44"/>
                  <a:gd name="T68" fmla="*/ 4 w 6"/>
                  <a:gd name="T69" fmla="*/ 30 h 44"/>
                  <a:gd name="T70" fmla="*/ 4 w 6"/>
                  <a:gd name="T71" fmla="*/ 31 h 44"/>
                  <a:gd name="T72" fmla="*/ 4 w 6"/>
                  <a:gd name="T73" fmla="*/ 23 h 44"/>
                  <a:gd name="T74" fmla="*/ 5 w 6"/>
                  <a:gd name="T75" fmla="*/ 19 h 44"/>
                  <a:gd name="T76" fmla="*/ 5 w 6"/>
                  <a:gd name="T77" fmla="*/ 27 h 44"/>
                  <a:gd name="T78" fmla="*/ 5 w 6"/>
                  <a:gd name="T79" fmla="*/ 33 h 44"/>
                  <a:gd name="T80" fmla="*/ 5 w 6"/>
                  <a:gd name="T81" fmla="*/ 28 h 44"/>
                  <a:gd name="T82" fmla="*/ 5 w 6"/>
                  <a:gd name="T83" fmla="*/ 24 h 44"/>
                  <a:gd name="T84" fmla="*/ 5 w 6"/>
                  <a:gd name="T85" fmla="*/ 28 h 44"/>
                  <a:gd name="T86" fmla="*/ 6 w 6"/>
                  <a:gd name="T87" fmla="*/ 27 h 44"/>
                  <a:gd name="T88" fmla="*/ 6 w 6"/>
                  <a:gd name="T89" fmla="*/ 21 h 44"/>
                  <a:gd name="T90" fmla="*/ 6 w 6"/>
                  <a:gd name="T91" fmla="*/ 28 h 44"/>
                  <a:gd name="T92" fmla="*/ 6 w 6"/>
                  <a:gd name="T93" fmla="*/ 39 h 44"/>
                  <a:gd name="T94" fmla="*/ 6 w 6"/>
                  <a:gd name="T95" fmla="*/ 32 h 44"/>
                  <a:gd name="T96" fmla="*/ 6 w 6"/>
                  <a:gd name="T97" fmla="*/ 20 h 44"/>
                  <a:gd name="T98" fmla="*/ 6 w 6"/>
                  <a:gd name="T99" fmla="*/ 18 h 44"/>
                  <a:gd name="T100" fmla="*/ 6 w 6"/>
                  <a:gd name="T101" fmla="*/ 17 h 44"/>
                  <a:gd name="T102" fmla="*/ 6 w 6"/>
                  <a:gd name="T103" fmla="*/ 1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4">
                    <a:moveTo>
                      <a:pt x="0" y="44"/>
                    </a:moveTo>
                    <a:lnTo>
                      <a:pt x="0" y="44"/>
                    </a:lnTo>
                    <a:lnTo>
                      <a:pt x="0" y="38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1" y="10"/>
                    </a:lnTo>
                    <a:lnTo>
                      <a:pt x="1" y="10"/>
                    </a:lnTo>
                    <a:lnTo>
                      <a:pt x="1" y="16"/>
                    </a:lnTo>
                    <a:lnTo>
                      <a:pt x="1" y="7"/>
                    </a:lnTo>
                    <a:lnTo>
                      <a:pt x="1" y="0"/>
                    </a:lnTo>
                    <a:lnTo>
                      <a:pt x="1" y="7"/>
                    </a:lnTo>
                    <a:lnTo>
                      <a:pt x="1" y="10"/>
                    </a:lnTo>
                    <a:lnTo>
                      <a:pt x="1" y="8"/>
                    </a:lnTo>
                    <a:lnTo>
                      <a:pt x="2" y="16"/>
                    </a:lnTo>
                    <a:lnTo>
                      <a:pt x="2" y="27"/>
                    </a:lnTo>
                    <a:lnTo>
                      <a:pt x="2" y="24"/>
                    </a:lnTo>
                    <a:lnTo>
                      <a:pt x="2" y="15"/>
                    </a:lnTo>
                    <a:lnTo>
                      <a:pt x="2" y="12"/>
                    </a:lnTo>
                    <a:lnTo>
                      <a:pt x="2" y="14"/>
                    </a:lnTo>
                    <a:lnTo>
                      <a:pt x="3" y="17"/>
                    </a:lnTo>
                    <a:lnTo>
                      <a:pt x="3" y="17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3" y="17"/>
                    </a:lnTo>
                    <a:lnTo>
                      <a:pt x="3" y="22"/>
                    </a:lnTo>
                    <a:lnTo>
                      <a:pt x="3" y="21"/>
                    </a:lnTo>
                    <a:lnTo>
                      <a:pt x="3" y="21"/>
                    </a:lnTo>
                    <a:lnTo>
                      <a:pt x="3" y="24"/>
                    </a:lnTo>
                    <a:lnTo>
                      <a:pt x="4" y="27"/>
                    </a:lnTo>
                    <a:lnTo>
                      <a:pt x="4" y="24"/>
                    </a:lnTo>
                    <a:lnTo>
                      <a:pt x="4" y="20"/>
                    </a:lnTo>
                    <a:lnTo>
                      <a:pt x="4" y="20"/>
                    </a:lnTo>
                    <a:lnTo>
                      <a:pt x="4" y="23"/>
                    </a:lnTo>
                    <a:lnTo>
                      <a:pt x="4" y="27"/>
                    </a:lnTo>
                    <a:lnTo>
                      <a:pt x="4" y="30"/>
                    </a:lnTo>
                    <a:lnTo>
                      <a:pt x="4" y="31"/>
                    </a:lnTo>
                    <a:lnTo>
                      <a:pt x="4" y="23"/>
                    </a:lnTo>
                    <a:lnTo>
                      <a:pt x="5" y="19"/>
                    </a:lnTo>
                    <a:lnTo>
                      <a:pt x="5" y="27"/>
                    </a:lnTo>
                    <a:lnTo>
                      <a:pt x="5" y="33"/>
                    </a:lnTo>
                    <a:lnTo>
                      <a:pt x="5" y="28"/>
                    </a:lnTo>
                    <a:lnTo>
                      <a:pt x="5" y="24"/>
                    </a:lnTo>
                    <a:lnTo>
                      <a:pt x="5" y="28"/>
                    </a:lnTo>
                    <a:lnTo>
                      <a:pt x="6" y="27"/>
                    </a:lnTo>
                    <a:lnTo>
                      <a:pt x="6" y="21"/>
                    </a:lnTo>
                    <a:lnTo>
                      <a:pt x="6" y="28"/>
                    </a:lnTo>
                    <a:lnTo>
                      <a:pt x="6" y="39"/>
                    </a:lnTo>
                    <a:lnTo>
                      <a:pt x="6" y="32"/>
                    </a:lnTo>
                    <a:lnTo>
                      <a:pt x="6" y="20"/>
                    </a:lnTo>
                    <a:lnTo>
                      <a:pt x="6" y="18"/>
                    </a:lnTo>
                    <a:lnTo>
                      <a:pt x="6" y="17"/>
                    </a:lnTo>
                    <a:lnTo>
                      <a:pt x="6" y="1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23" name="Freeform 968"/>
              <p:cNvSpPr/>
              <p:nvPr/>
            </p:nvSpPr>
            <p:spPr bwMode="auto">
              <a:xfrm>
                <a:off x="2052" y="2930"/>
                <a:ext cx="7" cy="176"/>
              </a:xfrm>
              <a:custGeom>
                <a:avLst/>
                <a:gdLst>
                  <a:gd name="T0" fmla="*/ 0 w 7"/>
                  <a:gd name="T1" fmla="*/ 6 h 176"/>
                  <a:gd name="T2" fmla="*/ 0 w 7"/>
                  <a:gd name="T3" fmla="*/ 1 h 176"/>
                  <a:gd name="T4" fmla="*/ 1 w 7"/>
                  <a:gd name="T5" fmla="*/ 2 h 176"/>
                  <a:gd name="T6" fmla="*/ 1 w 7"/>
                  <a:gd name="T7" fmla="*/ 7 h 176"/>
                  <a:gd name="T8" fmla="*/ 1 w 7"/>
                  <a:gd name="T9" fmla="*/ 6 h 176"/>
                  <a:gd name="T10" fmla="*/ 1 w 7"/>
                  <a:gd name="T11" fmla="*/ 0 h 176"/>
                  <a:gd name="T12" fmla="*/ 1 w 7"/>
                  <a:gd name="T13" fmla="*/ 4 h 176"/>
                  <a:gd name="T14" fmla="*/ 1 w 7"/>
                  <a:gd name="T15" fmla="*/ 19 h 176"/>
                  <a:gd name="T16" fmla="*/ 2 w 7"/>
                  <a:gd name="T17" fmla="*/ 25 h 176"/>
                  <a:gd name="T18" fmla="*/ 2 w 7"/>
                  <a:gd name="T19" fmla="*/ 16 h 176"/>
                  <a:gd name="T20" fmla="*/ 2 w 7"/>
                  <a:gd name="T21" fmla="*/ 8 h 176"/>
                  <a:gd name="T22" fmla="*/ 2 w 7"/>
                  <a:gd name="T23" fmla="*/ 9 h 176"/>
                  <a:gd name="T24" fmla="*/ 2 w 7"/>
                  <a:gd name="T25" fmla="*/ 14 h 176"/>
                  <a:gd name="T26" fmla="*/ 2 w 7"/>
                  <a:gd name="T27" fmla="*/ 17 h 176"/>
                  <a:gd name="T28" fmla="*/ 2 w 7"/>
                  <a:gd name="T29" fmla="*/ 11 h 176"/>
                  <a:gd name="T30" fmla="*/ 2 w 7"/>
                  <a:gd name="T31" fmla="*/ 4 h 176"/>
                  <a:gd name="T32" fmla="*/ 2 w 7"/>
                  <a:gd name="T33" fmla="*/ 4 h 176"/>
                  <a:gd name="T34" fmla="*/ 2 w 7"/>
                  <a:gd name="T35" fmla="*/ 17 h 176"/>
                  <a:gd name="T36" fmla="*/ 3 w 7"/>
                  <a:gd name="T37" fmla="*/ 33 h 176"/>
                  <a:gd name="T38" fmla="*/ 3 w 7"/>
                  <a:gd name="T39" fmla="*/ 36 h 176"/>
                  <a:gd name="T40" fmla="*/ 3 w 7"/>
                  <a:gd name="T41" fmla="*/ 25 h 176"/>
                  <a:gd name="T42" fmla="*/ 3 w 7"/>
                  <a:gd name="T43" fmla="*/ 21 h 176"/>
                  <a:gd name="T44" fmla="*/ 3 w 7"/>
                  <a:gd name="T45" fmla="*/ 33 h 176"/>
                  <a:gd name="T46" fmla="*/ 3 w 7"/>
                  <a:gd name="T47" fmla="*/ 46 h 176"/>
                  <a:gd name="T48" fmla="*/ 3 w 7"/>
                  <a:gd name="T49" fmla="*/ 43 h 176"/>
                  <a:gd name="T50" fmla="*/ 3 w 7"/>
                  <a:gd name="T51" fmla="*/ 29 h 176"/>
                  <a:gd name="T52" fmla="*/ 3 w 7"/>
                  <a:gd name="T53" fmla="*/ 26 h 176"/>
                  <a:gd name="T54" fmla="*/ 4 w 7"/>
                  <a:gd name="T55" fmla="*/ 40 h 176"/>
                  <a:gd name="T56" fmla="*/ 4 w 7"/>
                  <a:gd name="T57" fmla="*/ 47 h 176"/>
                  <a:gd name="T58" fmla="*/ 4 w 7"/>
                  <a:gd name="T59" fmla="*/ 41 h 176"/>
                  <a:gd name="T60" fmla="*/ 4 w 7"/>
                  <a:gd name="T61" fmla="*/ 38 h 176"/>
                  <a:gd name="T62" fmla="*/ 4 w 7"/>
                  <a:gd name="T63" fmla="*/ 42 h 176"/>
                  <a:gd name="T64" fmla="*/ 4 w 7"/>
                  <a:gd name="T65" fmla="*/ 53 h 176"/>
                  <a:gd name="T66" fmla="*/ 5 w 7"/>
                  <a:gd name="T67" fmla="*/ 62 h 176"/>
                  <a:gd name="T68" fmla="*/ 5 w 7"/>
                  <a:gd name="T69" fmla="*/ 61 h 176"/>
                  <a:gd name="T70" fmla="*/ 5 w 7"/>
                  <a:gd name="T71" fmla="*/ 56 h 176"/>
                  <a:gd name="T72" fmla="*/ 5 w 7"/>
                  <a:gd name="T73" fmla="*/ 67 h 176"/>
                  <a:gd name="T74" fmla="*/ 5 w 7"/>
                  <a:gd name="T75" fmla="*/ 95 h 176"/>
                  <a:gd name="T76" fmla="*/ 5 w 7"/>
                  <a:gd name="T77" fmla="*/ 104 h 176"/>
                  <a:gd name="T78" fmla="*/ 5 w 7"/>
                  <a:gd name="T79" fmla="*/ 84 h 176"/>
                  <a:gd name="T80" fmla="*/ 5 w 7"/>
                  <a:gd name="T81" fmla="*/ 79 h 176"/>
                  <a:gd name="T82" fmla="*/ 5 w 7"/>
                  <a:gd name="T83" fmla="*/ 105 h 176"/>
                  <a:gd name="T84" fmla="*/ 6 w 7"/>
                  <a:gd name="T85" fmla="*/ 117 h 176"/>
                  <a:gd name="T86" fmla="*/ 6 w 7"/>
                  <a:gd name="T87" fmla="*/ 106 h 176"/>
                  <a:gd name="T88" fmla="*/ 6 w 7"/>
                  <a:gd name="T89" fmla="*/ 102 h 176"/>
                  <a:gd name="T90" fmla="*/ 6 w 7"/>
                  <a:gd name="T91" fmla="*/ 111 h 176"/>
                  <a:gd name="T92" fmla="*/ 6 w 7"/>
                  <a:gd name="T93" fmla="*/ 125 h 176"/>
                  <a:gd name="T94" fmla="*/ 6 w 7"/>
                  <a:gd name="T95" fmla="*/ 138 h 176"/>
                  <a:gd name="T96" fmla="*/ 7 w 7"/>
                  <a:gd name="T97" fmla="*/ 132 h 176"/>
                  <a:gd name="T98" fmla="*/ 7 w 7"/>
                  <a:gd name="T99" fmla="*/ 119 h 176"/>
                  <a:gd name="T100" fmla="*/ 7 w 7"/>
                  <a:gd name="T101" fmla="*/ 138 h 176"/>
                  <a:gd name="T102" fmla="*/ 7 w 7"/>
                  <a:gd name="T103" fmla="*/ 176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76">
                    <a:moveTo>
                      <a:pt x="0" y="6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1" y="7"/>
                    </a:lnTo>
                    <a:lnTo>
                      <a:pt x="1" y="6"/>
                    </a:lnTo>
                    <a:lnTo>
                      <a:pt x="1" y="0"/>
                    </a:lnTo>
                    <a:lnTo>
                      <a:pt x="1" y="4"/>
                    </a:lnTo>
                    <a:lnTo>
                      <a:pt x="1" y="19"/>
                    </a:lnTo>
                    <a:lnTo>
                      <a:pt x="2" y="25"/>
                    </a:lnTo>
                    <a:lnTo>
                      <a:pt x="2" y="16"/>
                    </a:lnTo>
                    <a:lnTo>
                      <a:pt x="2" y="8"/>
                    </a:lnTo>
                    <a:lnTo>
                      <a:pt x="2" y="9"/>
                    </a:lnTo>
                    <a:lnTo>
                      <a:pt x="2" y="14"/>
                    </a:lnTo>
                    <a:lnTo>
                      <a:pt x="2" y="17"/>
                    </a:lnTo>
                    <a:lnTo>
                      <a:pt x="2" y="11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17"/>
                    </a:lnTo>
                    <a:lnTo>
                      <a:pt x="3" y="33"/>
                    </a:lnTo>
                    <a:lnTo>
                      <a:pt x="3" y="36"/>
                    </a:lnTo>
                    <a:lnTo>
                      <a:pt x="3" y="25"/>
                    </a:lnTo>
                    <a:lnTo>
                      <a:pt x="3" y="21"/>
                    </a:lnTo>
                    <a:lnTo>
                      <a:pt x="3" y="33"/>
                    </a:lnTo>
                    <a:lnTo>
                      <a:pt x="3" y="46"/>
                    </a:lnTo>
                    <a:lnTo>
                      <a:pt x="3" y="43"/>
                    </a:lnTo>
                    <a:lnTo>
                      <a:pt x="3" y="29"/>
                    </a:lnTo>
                    <a:lnTo>
                      <a:pt x="3" y="26"/>
                    </a:lnTo>
                    <a:lnTo>
                      <a:pt x="4" y="40"/>
                    </a:lnTo>
                    <a:lnTo>
                      <a:pt x="4" y="47"/>
                    </a:lnTo>
                    <a:lnTo>
                      <a:pt x="4" y="41"/>
                    </a:lnTo>
                    <a:lnTo>
                      <a:pt x="4" y="38"/>
                    </a:lnTo>
                    <a:lnTo>
                      <a:pt x="4" y="42"/>
                    </a:lnTo>
                    <a:lnTo>
                      <a:pt x="4" y="53"/>
                    </a:lnTo>
                    <a:lnTo>
                      <a:pt x="5" y="62"/>
                    </a:lnTo>
                    <a:lnTo>
                      <a:pt x="5" y="61"/>
                    </a:lnTo>
                    <a:lnTo>
                      <a:pt x="5" y="56"/>
                    </a:lnTo>
                    <a:lnTo>
                      <a:pt x="5" y="67"/>
                    </a:lnTo>
                    <a:lnTo>
                      <a:pt x="5" y="95"/>
                    </a:lnTo>
                    <a:lnTo>
                      <a:pt x="5" y="104"/>
                    </a:lnTo>
                    <a:lnTo>
                      <a:pt x="5" y="84"/>
                    </a:lnTo>
                    <a:lnTo>
                      <a:pt x="5" y="79"/>
                    </a:lnTo>
                    <a:lnTo>
                      <a:pt x="5" y="105"/>
                    </a:lnTo>
                    <a:lnTo>
                      <a:pt x="6" y="117"/>
                    </a:lnTo>
                    <a:lnTo>
                      <a:pt x="6" y="106"/>
                    </a:lnTo>
                    <a:lnTo>
                      <a:pt x="6" y="102"/>
                    </a:lnTo>
                    <a:lnTo>
                      <a:pt x="6" y="111"/>
                    </a:lnTo>
                    <a:lnTo>
                      <a:pt x="6" y="125"/>
                    </a:lnTo>
                    <a:lnTo>
                      <a:pt x="6" y="138"/>
                    </a:lnTo>
                    <a:lnTo>
                      <a:pt x="7" y="132"/>
                    </a:lnTo>
                    <a:lnTo>
                      <a:pt x="7" y="119"/>
                    </a:lnTo>
                    <a:lnTo>
                      <a:pt x="7" y="138"/>
                    </a:lnTo>
                    <a:lnTo>
                      <a:pt x="7" y="17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24" name="Freeform 969"/>
              <p:cNvSpPr/>
              <p:nvPr/>
            </p:nvSpPr>
            <p:spPr bwMode="auto">
              <a:xfrm>
                <a:off x="2059" y="2901"/>
                <a:ext cx="6" cy="250"/>
              </a:xfrm>
              <a:custGeom>
                <a:avLst/>
                <a:gdLst>
                  <a:gd name="T0" fmla="*/ 0 w 6"/>
                  <a:gd name="T1" fmla="*/ 167 h 250"/>
                  <a:gd name="T2" fmla="*/ 0 w 6"/>
                  <a:gd name="T3" fmla="*/ 205 h 250"/>
                  <a:gd name="T4" fmla="*/ 0 w 6"/>
                  <a:gd name="T5" fmla="*/ 208 h 250"/>
                  <a:gd name="T6" fmla="*/ 0 w 6"/>
                  <a:gd name="T7" fmla="*/ 179 h 250"/>
                  <a:gd name="T8" fmla="*/ 0 w 6"/>
                  <a:gd name="T9" fmla="*/ 176 h 250"/>
                  <a:gd name="T10" fmla="*/ 0 w 6"/>
                  <a:gd name="T11" fmla="*/ 203 h 250"/>
                  <a:gd name="T12" fmla="*/ 0 w 6"/>
                  <a:gd name="T13" fmla="*/ 205 h 250"/>
                  <a:gd name="T14" fmla="*/ 1 w 6"/>
                  <a:gd name="T15" fmla="*/ 183 h 250"/>
                  <a:gd name="T16" fmla="*/ 1 w 6"/>
                  <a:gd name="T17" fmla="*/ 188 h 250"/>
                  <a:gd name="T18" fmla="*/ 1 w 6"/>
                  <a:gd name="T19" fmla="*/ 212 h 250"/>
                  <a:gd name="T20" fmla="*/ 1 w 6"/>
                  <a:gd name="T21" fmla="*/ 221 h 250"/>
                  <a:gd name="T22" fmla="*/ 1 w 6"/>
                  <a:gd name="T23" fmla="*/ 222 h 250"/>
                  <a:gd name="T24" fmla="*/ 1 w 6"/>
                  <a:gd name="T25" fmla="*/ 220 h 250"/>
                  <a:gd name="T26" fmla="*/ 1 w 6"/>
                  <a:gd name="T27" fmla="*/ 211 h 250"/>
                  <a:gd name="T28" fmla="*/ 1 w 6"/>
                  <a:gd name="T29" fmla="*/ 224 h 250"/>
                  <a:gd name="T30" fmla="*/ 1 w 6"/>
                  <a:gd name="T31" fmla="*/ 250 h 250"/>
                  <a:gd name="T32" fmla="*/ 2 w 6"/>
                  <a:gd name="T33" fmla="*/ 236 h 250"/>
                  <a:gd name="T34" fmla="*/ 2 w 6"/>
                  <a:gd name="T35" fmla="*/ 180 h 250"/>
                  <a:gd name="T36" fmla="*/ 2 w 6"/>
                  <a:gd name="T37" fmla="*/ 156 h 250"/>
                  <a:gd name="T38" fmla="*/ 2 w 6"/>
                  <a:gd name="T39" fmla="*/ 186 h 250"/>
                  <a:gd name="T40" fmla="*/ 2 w 6"/>
                  <a:gd name="T41" fmla="*/ 201 h 250"/>
                  <a:gd name="T42" fmla="*/ 2 w 6"/>
                  <a:gd name="T43" fmla="*/ 158 h 250"/>
                  <a:gd name="T44" fmla="*/ 3 w 6"/>
                  <a:gd name="T45" fmla="*/ 119 h 250"/>
                  <a:gd name="T46" fmla="*/ 3 w 6"/>
                  <a:gd name="T47" fmla="*/ 131 h 250"/>
                  <a:gd name="T48" fmla="*/ 3 w 6"/>
                  <a:gd name="T49" fmla="*/ 151 h 250"/>
                  <a:gd name="T50" fmla="*/ 3 w 6"/>
                  <a:gd name="T51" fmla="*/ 144 h 250"/>
                  <a:gd name="T52" fmla="*/ 3 w 6"/>
                  <a:gd name="T53" fmla="*/ 124 h 250"/>
                  <a:gd name="T54" fmla="*/ 3 w 6"/>
                  <a:gd name="T55" fmla="*/ 101 h 250"/>
                  <a:gd name="T56" fmla="*/ 3 w 6"/>
                  <a:gd name="T57" fmla="*/ 83 h 250"/>
                  <a:gd name="T58" fmla="*/ 3 w 6"/>
                  <a:gd name="T59" fmla="*/ 87 h 250"/>
                  <a:gd name="T60" fmla="*/ 3 w 6"/>
                  <a:gd name="T61" fmla="*/ 92 h 250"/>
                  <a:gd name="T62" fmla="*/ 4 w 6"/>
                  <a:gd name="T63" fmla="*/ 59 h 250"/>
                  <a:gd name="T64" fmla="*/ 4 w 6"/>
                  <a:gd name="T65" fmla="*/ 23 h 250"/>
                  <a:gd name="T66" fmla="*/ 4 w 6"/>
                  <a:gd name="T67" fmla="*/ 35 h 250"/>
                  <a:gd name="T68" fmla="*/ 4 w 6"/>
                  <a:gd name="T69" fmla="*/ 62 h 250"/>
                  <a:gd name="T70" fmla="*/ 4 w 6"/>
                  <a:gd name="T71" fmla="*/ 51 h 250"/>
                  <a:gd name="T72" fmla="*/ 4 w 6"/>
                  <a:gd name="T73" fmla="*/ 20 h 250"/>
                  <a:gd name="T74" fmla="*/ 4 w 6"/>
                  <a:gd name="T75" fmla="*/ 16 h 250"/>
                  <a:gd name="T76" fmla="*/ 5 w 6"/>
                  <a:gd name="T77" fmla="*/ 40 h 250"/>
                  <a:gd name="T78" fmla="*/ 5 w 6"/>
                  <a:gd name="T79" fmla="*/ 47 h 250"/>
                  <a:gd name="T80" fmla="*/ 5 w 6"/>
                  <a:gd name="T81" fmla="*/ 33 h 250"/>
                  <a:gd name="T82" fmla="*/ 5 w 6"/>
                  <a:gd name="T83" fmla="*/ 30 h 250"/>
                  <a:gd name="T84" fmla="*/ 5 w 6"/>
                  <a:gd name="T85" fmla="*/ 44 h 250"/>
                  <a:gd name="T86" fmla="*/ 5 w 6"/>
                  <a:gd name="T87" fmla="*/ 54 h 250"/>
                  <a:gd name="T88" fmla="*/ 5 w 6"/>
                  <a:gd name="T89" fmla="*/ 56 h 250"/>
                  <a:gd name="T90" fmla="*/ 5 w 6"/>
                  <a:gd name="T91" fmla="*/ 48 h 250"/>
                  <a:gd name="T92" fmla="*/ 5 w 6"/>
                  <a:gd name="T93" fmla="*/ 34 h 250"/>
                  <a:gd name="T94" fmla="*/ 6 w 6"/>
                  <a:gd name="T95" fmla="*/ 36 h 250"/>
                  <a:gd name="T96" fmla="*/ 6 w 6"/>
                  <a:gd name="T97" fmla="*/ 51 h 250"/>
                  <a:gd name="T98" fmla="*/ 6 w 6"/>
                  <a:gd name="T99" fmla="*/ 40 h 250"/>
                  <a:gd name="T100" fmla="*/ 6 w 6"/>
                  <a:gd name="T101" fmla="*/ 6 h 250"/>
                  <a:gd name="T102" fmla="*/ 6 w 6"/>
                  <a:gd name="T103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250">
                    <a:moveTo>
                      <a:pt x="0" y="167"/>
                    </a:moveTo>
                    <a:lnTo>
                      <a:pt x="0" y="205"/>
                    </a:lnTo>
                    <a:lnTo>
                      <a:pt x="0" y="208"/>
                    </a:lnTo>
                    <a:lnTo>
                      <a:pt x="0" y="179"/>
                    </a:lnTo>
                    <a:lnTo>
                      <a:pt x="0" y="176"/>
                    </a:lnTo>
                    <a:lnTo>
                      <a:pt x="0" y="203"/>
                    </a:lnTo>
                    <a:lnTo>
                      <a:pt x="0" y="205"/>
                    </a:lnTo>
                    <a:lnTo>
                      <a:pt x="1" y="183"/>
                    </a:lnTo>
                    <a:lnTo>
                      <a:pt x="1" y="188"/>
                    </a:lnTo>
                    <a:lnTo>
                      <a:pt x="1" y="212"/>
                    </a:lnTo>
                    <a:lnTo>
                      <a:pt x="1" y="221"/>
                    </a:lnTo>
                    <a:lnTo>
                      <a:pt x="1" y="222"/>
                    </a:lnTo>
                    <a:lnTo>
                      <a:pt x="1" y="220"/>
                    </a:lnTo>
                    <a:lnTo>
                      <a:pt x="1" y="211"/>
                    </a:lnTo>
                    <a:lnTo>
                      <a:pt x="1" y="224"/>
                    </a:lnTo>
                    <a:lnTo>
                      <a:pt x="1" y="250"/>
                    </a:lnTo>
                    <a:lnTo>
                      <a:pt x="2" y="236"/>
                    </a:lnTo>
                    <a:lnTo>
                      <a:pt x="2" y="180"/>
                    </a:lnTo>
                    <a:lnTo>
                      <a:pt x="2" y="156"/>
                    </a:lnTo>
                    <a:lnTo>
                      <a:pt x="2" y="186"/>
                    </a:lnTo>
                    <a:lnTo>
                      <a:pt x="2" y="201"/>
                    </a:lnTo>
                    <a:lnTo>
                      <a:pt x="2" y="158"/>
                    </a:lnTo>
                    <a:lnTo>
                      <a:pt x="3" y="119"/>
                    </a:lnTo>
                    <a:lnTo>
                      <a:pt x="3" y="131"/>
                    </a:lnTo>
                    <a:lnTo>
                      <a:pt x="3" y="151"/>
                    </a:lnTo>
                    <a:lnTo>
                      <a:pt x="3" y="144"/>
                    </a:lnTo>
                    <a:lnTo>
                      <a:pt x="3" y="124"/>
                    </a:lnTo>
                    <a:lnTo>
                      <a:pt x="3" y="101"/>
                    </a:lnTo>
                    <a:lnTo>
                      <a:pt x="3" y="83"/>
                    </a:lnTo>
                    <a:lnTo>
                      <a:pt x="3" y="87"/>
                    </a:lnTo>
                    <a:lnTo>
                      <a:pt x="3" y="92"/>
                    </a:lnTo>
                    <a:lnTo>
                      <a:pt x="4" y="59"/>
                    </a:lnTo>
                    <a:lnTo>
                      <a:pt x="4" y="23"/>
                    </a:lnTo>
                    <a:lnTo>
                      <a:pt x="4" y="35"/>
                    </a:lnTo>
                    <a:lnTo>
                      <a:pt x="4" y="62"/>
                    </a:lnTo>
                    <a:lnTo>
                      <a:pt x="4" y="51"/>
                    </a:lnTo>
                    <a:lnTo>
                      <a:pt x="4" y="20"/>
                    </a:lnTo>
                    <a:lnTo>
                      <a:pt x="4" y="16"/>
                    </a:lnTo>
                    <a:lnTo>
                      <a:pt x="5" y="40"/>
                    </a:lnTo>
                    <a:lnTo>
                      <a:pt x="5" y="47"/>
                    </a:lnTo>
                    <a:lnTo>
                      <a:pt x="5" y="33"/>
                    </a:lnTo>
                    <a:lnTo>
                      <a:pt x="5" y="30"/>
                    </a:lnTo>
                    <a:lnTo>
                      <a:pt x="5" y="44"/>
                    </a:lnTo>
                    <a:lnTo>
                      <a:pt x="5" y="54"/>
                    </a:lnTo>
                    <a:lnTo>
                      <a:pt x="5" y="56"/>
                    </a:lnTo>
                    <a:lnTo>
                      <a:pt x="5" y="48"/>
                    </a:lnTo>
                    <a:lnTo>
                      <a:pt x="5" y="34"/>
                    </a:lnTo>
                    <a:lnTo>
                      <a:pt x="6" y="36"/>
                    </a:lnTo>
                    <a:lnTo>
                      <a:pt x="6" y="51"/>
                    </a:lnTo>
                    <a:lnTo>
                      <a:pt x="6" y="40"/>
                    </a:lnTo>
                    <a:lnTo>
                      <a:pt x="6" y="6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25" name="Freeform 970"/>
              <p:cNvSpPr/>
              <p:nvPr/>
            </p:nvSpPr>
            <p:spPr bwMode="auto">
              <a:xfrm>
                <a:off x="2065" y="2884"/>
                <a:ext cx="6" cy="73"/>
              </a:xfrm>
              <a:custGeom>
                <a:avLst/>
                <a:gdLst>
                  <a:gd name="T0" fmla="*/ 0 w 6"/>
                  <a:gd name="T1" fmla="*/ 23 h 73"/>
                  <a:gd name="T2" fmla="*/ 0 w 6"/>
                  <a:gd name="T3" fmla="*/ 17 h 73"/>
                  <a:gd name="T4" fmla="*/ 0 w 6"/>
                  <a:gd name="T5" fmla="*/ 44 h 73"/>
                  <a:gd name="T6" fmla="*/ 0 w 6"/>
                  <a:gd name="T7" fmla="*/ 53 h 73"/>
                  <a:gd name="T8" fmla="*/ 0 w 6"/>
                  <a:gd name="T9" fmla="*/ 29 h 73"/>
                  <a:gd name="T10" fmla="*/ 0 w 6"/>
                  <a:gd name="T11" fmla="*/ 21 h 73"/>
                  <a:gd name="T12" fmla="*/ 1 w 6"/>
                  <a:gd name="T13" fmla="*/ 50 h 73"/>
                  <a:gd name="T14" fmla="*/ 1 w 6"/>
                  <a:gd name="T15" fmla="*/ 70 h 73"/>
                  <a:gd name="T16" fmla="*/ 1 w 6"/>
                  <a:gd name="T17" fmla="*/ 52 h 73"/>
                  <a:gd name="T18" fmla="*/ 1 w 6"/>
                  <a:gd name="T19" fmla="*/ 26 h 73"/>
                  <a:gd name="T20" fmla="*/ 1 w 6"/>
                  <a:gd name="T21" fmla="*/ 25 h 73"/>
                  <a:gd name="T22" fmla="*/ 1 w 6"/>
                  <a:gd name="T23" fmla="*/ 41 h 73"/>
                  <a:gd name="T24" fmla="*/ 2 w 6"/>
                  <a:gd name="T25" fmla="*/ 42 h 73"/>
                  <a:gd name="T26" fmla="*/ 2 w 6"/>
                  <a:gd name="T27" fmla="*/ 19 h 73"/>
                  <a:gd name="T28" fmla="*/ 2 w 6"/>
                  <a:gd name="T29" fmla="*/ 0 h 73"/>
                  <a:gd name="T30" fmla="*/ 2 w 6"/>
                  <a:gd name="T31" fmla="*/ 4 h 73"/>
                  <a:gd name="T32" fmla="*/ 2 w 6"/>
                  <a:gd name="T33" fmla="*/ 25 h 73"/>
                  <a:gd name="T34" fmla="*/ 2 w 6"/>
                  <a:gd name="T35" fmla="*/ 41 h 73"/>
                  <a:gd name="T36" fmla="*/ 2 w 6"/>
                  <a:gd name="T37" fmla="*/ 37 h 73"/>
                  <a:gd name="T38" fmla="*/ 2 w 6"/>
                  <a:gd name="T39" fmla="*/ 28 h 73"/>
                  <a:gd name="T40" fmla="*/ 2 w 6"/>
                  <a:gd name="T41" fmla="*/ 45 h 73"/>
                  <a:gd name="T42" fmla="*/ 3 w 6"/>
                  <a:gd name="T43" fmla="*/ 72 h 73"/>
                  <a:gd name="T44" fmla="*/ 3 w 6"/>
                  <a:gd name="T45" fmla="*/ 69 h 73"/>
                  <a:gd name="T46" fmla="*/ 3 w 6"/>
                  <a:gd name="T47" fmla="*/ 54 h 73"/>
                  <a:gd name="T48" fmla="*/ 3 w 6"/>
                  <a:gd name="T49" fmla="*/ 58 h 73"/>
                  <a:gd name="T50" fmla="*/ 3 w 6"/>
                  <a:gd name="T51" fmla="*/ 71 h 73"/>
                  <a:gd name="T52" fmla="*/ 3 w 6"/>
                  <a:gd name="T53" fmla="*/ 67 h 73"/>
                  <a:gd name="T54" fmla="*/ 4 w 6"/>
                  <a:gd name="T55" fmla="*/ 52 h 73"/>
                  <a:gd name="T56" fmla="*/ 4 w 6"/>
                  <a:gd name="T57" fmla="*/ 45 h 73"/>
                  <a:gd name="T58" fmla="*/ 4 w 6"/>
                  <a:gd name="T59" fmla="*/ 52 h 73"/>
                  <a:gd name="T60" fmla="*/ 4 w 6"/>
                  <a:gd name="T61" fmla="*/ 58 h 73"/>
                  <a:gd name="T62" fmla="*/ 4 w 6"/>
                  <a:gd name="T63" fmla="*/ 58 h 73"/>
                  <a:gd name="T64" fmla="*/ 4 w 6"/>
                  <a:gd name="T65" fmla="*/ 60 h 73"/>
                  <a:gd name="T66" fmla="*/ 4 w 6"/>
                  <a:gd name="T67" fmla="*/ 62 h 73"/>
                  <a:gd name="T68" fmla="*/ 4 w 6"/>
                  <a:gd name="T69" fmla="*/ 65 h 73"/>
                  <a:gd name="T70" fmla="*/ 4 w 6"/>
                  <a:gd name="T71" fmla="*/ 73 h 73"/>
                  <a:gd name="T72" fmla="*/ 5 w 6"/>
                  <a:gd name="T73" fmla="*/ 72 h 73"/>
                  <a:gd name="T74" fmla="*/ 5 w 6"/>
                  <a:gd name="T75" fmla="*/ 59 h 73"/>
                  <a:gd name="T76" fmla="*/ 5 w 6"/>
                  <a:gd name="T77" fmla="*/ 53 h 73"/>
                  <a:gd name="T78" fmla="*/ 5 w 6"/>
                  <a:gd name="T79" fmla="*/ 60 h 73"/>
                  <a:gd name="T80" fmla="*/ 5 w 6"/>
                  <a:gd name="T81" fmla="*/ 60 h 73"/>
                  <a:gd name="T82" fmla="*/ 5 w 6"/>
                  <a:gd name="T83" fmla="*/ 47 h 73"/>
                  <a:gd name="T84" fmla="*/ 5 w 6"/>
                  <a:gd name="T85" fmla="*/ 35 h 73"/>
                  <a:gd name="T86" fmla="*/ 5 w 6"/>
                  <a:gd name="T87" fmla="*/ 39 h 73"/>
                  <a:gd name="T88" fmla="*/ 5 w 6"/>
                  <a:gd name="T89" fmla="*/ 51 h 73"/>
                  <a:gd name="T90" fmla="*/ 6 w 6"/>
                  <a:gd name="T91" fmla="*/ 48 h 73"/>
                  <a:gd name="T92" fmla="*/ 6 w 6"/>
                  <a:gd name="T93" fmla="*/ 37 h 73"/>
                  <a:gd name="T94" fmla="*/ 6 w 6"/>
                  <a:gd name="T95" fmla="*/ 43 h 73"/>
                  <a:gd name="T96" fmla="*/ 6 w 6"/>
                  <a:gd name="T97" fmla="*/ 56 h 73"/>
                  <a:gd name="T98" fmla="*/ 6 w 6"/>
                  <a:gd name="T99" fmla="*/ 53 h 73"/>
                  <a:gd name="T100" fmla="*/ 6 w 6"/>
                  <a:gd name="T101" fmla="*/ 48 h 73"/>
                  <a:gd name="T102" fmla="*/ 6 w 6"/>
                  <a:gd name="T103" fmla="*/ 51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3">
                    <a:moveTo>
                      <a:pt x="0" y="23"/>
                    </a:moveTo>
                    <a:lnTo>
                      <a:pt x="0" y="17"/>
                    </a:lnTo>
                    <a:lnTo>
                      <a:pt x="0" y="44"/>
                    </a:lnTo>
                    <a:lnTo>
                      <a:pt x="0" y="53"/>
                    </a:lnTo>
                    <a:lnTo>
                      <a:pt x="0" y="29"/>
                    </a:lnTo>
                    <a:lnTo>
                      <a:pt x="0" y="21"/>
                    </a:lnTo>
                    <a:lnTo>
                      <a:pt x="1" y="50"/>
                    </a:lnTo>
                    <a:lnTo>
                      <a:pt x="1" y="70"/>
                    </a:lnTo>
                    <a:lnTo>
                      <a:pt x="1" y="52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41"/>
                    </a:lnTo>
                    <a:lnTo>
                      <a:pt x="2" y="42"/>
                    </a:lnTo>
                    <a:lnTo>
                      <a:pt x="2" y="19"/>
                    </a:lnTo>
                    <a:lnTo>
                      <a:pt x="2" y="0"/>
                    </a:lnTo>
                    <a:lnTo>
                      <a:pt x="2" y="4"/>
                    </a:lnTo>
                    <a:lnTo>
                      <a:pt x="2" y="25"/>
                    </a:lnTo>
                    <a:lnTo>
                      <a:pt x="2" y="41"/>
                    </a:lnTo>
                    <a:lnTo>
                      <a:pt x="2" y="37"/>
                    </a:lnTo>
                    <a:lnTo>
                      <a:pt x="2" y="28"/>
                    </a:lnTo>
                    <a:lnTo>
                      <a:pt x="2" y="45"/>
                    </a:lnTo>
                    <a:lnTo>
                      <a:pt x="3" y="72"/>
                    </a:lnTo>
                    <a:lnTo>
                      <a:pt x="3" y="69"/>
                    </a:lnTo>
                    <a:lnTo>
                      <a:pt x="3" y="54"/>
                    </a:lnTo>
                    <a:lnTo>
                      <a:pt x="3" y="58"/>
                    </a:lnTo>
                    <a:lnTo>
                      <a:pt x="3" y="71"/>
                    </a:lnTo>
                    <a:lnTo>
                      <a:pt x="3" y="67"/>
                    </a:lnTo>
                    <a:lnTo>
                      <a:pt x="4" y="52"/>
                    </a:lnTo>
                    <a:lnTo>
                      <a:pt x="4" y="45"/>
                    </a:lnTo>
                    <a:lnTo>
                      <a:pt x="4" y="52"/>
                    </a:lnTo>
                    <a:lnTo>
                      <a:pt x="4" y="58"/>
                    </a:lnTo>
                    <a:lnTo>
                      <a:pt x="4" y="58"/>
                    </a:lnTo>
                    <a:lnTo>
                      <a:pt x="4" y="60"/>
                    </a:lnTo>
                    <a:lnTo>
                      <a:pt x="4" y="62"/>
                    </a:lnTo>
                    <a:lnTo>
                      <a:pt x="4" y="65"/>
                    </a:lnTo>
                    <a:lnTo>
                      <a:pt x="4" y="73"/>
                    </a:lnTo>
                    <a:lnTo>
                      <a:pt x="5" y="72"/>
                    </a:lnTo>
                    <a:lnTo>
                      <a:pt x="5" y="59"/>
                    </a:lnTo>
                    <a:lnTo>
                      <a:pt x="5" y="53"/>
                    </a:lnTo>
                    <a:lnTo>
                      <a:pt x="5" y="60"/>
                    </a:lnTo>
                    <a:lnTo>
                      <a:pt x="5" y="60"/>
                    </a:lnTo>
                    <a:lnTo>
                      <a:pt x="5" y="47"/>
                    </a:lnTo>
                    <a:lnTo>
                      <a:pt x="5" y="35"/>
                    </a:lnTo>
                    <a:lnTo>
                      <a:pt x="5" y="39"/>
                    </a:lnTo>
                    <a:lnTo>
                      <a:pt x="5" y="51"/>
                    </a:lnTo>
                    <a:lnTo>
                      <a:pt x="6" y="48"/>
                    </a:lnTo>
                    <a:lnTo>
                      <a:pt x="6" y="37"/>
                    </a:lnTo>
                    <a:lnTo>
                      <a:pt x="6" y="43"/>
                    </a:lnTo>
                    <a:lnTo>
                      <a:pt x="6" y="56"/>
                    </a:lnTo>
                    <a:lnTo>
                      <a:pt x="6" y="53"/>
                    </a:lnTo>
                    <a:lnTo>
                      <a:pt x="6" y="48"/>
                    </a:lnTo>
                    <a:lnTo>
                      <a:pt x="6" y="5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26" name="Freeform 971"/>
              <p:cNvSpPr/>
              <p:nvPr/>
            </p:nvSpPr>
            <p:spPr bwMode="auto">
              <a:xfrm>
                <a:off x="2071" y="2910"/>
                <a:ext cx="7" cy="68"/>
              </a:xfrm>
              <a:custGeom>
                <a:avLst/>
                <a:gdLst>
                  <a:gd name="T0" fmla="*/ 0 w 7"/>
                  <a:gd name="T1" fmla="*/ 22 h 68"/>
                  <a:gd name="T2" fmla="*/ 0 w 7"/>
                  <a:gd name="T3" fmla="*/ 25 h 68"/>
                  <a:gd name="T4" fmla="*/ 1 w 7"/>
                  <a:gd name="T5" fmla="*/ 29 h 68"/>
                  <a:gd name="T6" fmla="*/ 1 w 7"/>
                  <a:gd name="T7" fmla="*/ 34 h 68"/>
                  <a:gd name="T8" fmla="*/ 1 w 7"/>
                  <a:gd name="T9" fmla="*/ 36 h 68"/>
                  <a:gd name="T10" fmla="*/ 1 w 7"/>
                  <a:gd name="T11" fmla="*/ 27 h 68"/>
                  <a:gd name="T12" fmla="*/ 1 w 7"/>
                  <a:gd name="T13" fmla="*/ 16 h 68"/>
                  <a:gd name="T14" fmla="*/ 1 w 7"/>
                  <a:gd name="T15" fmla="*/ 17 h 68"/>
                  <a:gd name="T16" fmla="*/ 1 w 7"/>
                  <a:gd name="T17" fmla="*/ 25 h 68"/>
                  <a:gd name="T18" fmla="*/ 1 w 7"/>
                  <a:gd name="T19" fmla="*/ 20 h 68"/>
                  <a:gd name="T20" fmla="*/ 1 w 7"/>
                  <a:gd name="T21" fmla="*/ 2 h 68"/>
                  <a:gd name="T22" fmla="*/ 2 w 7"/>
                  <a:gd name="T23" fmla="*/ 0 h 68"/>
                  <a:gd name="T24" fmla="*/ 2 w 7"/>
                  <a:gd name="T25" fmla="*/ 22 h 68"/>
                  <a:gd name="T26" fmla="*/ 2 w 7"/>
                  <a:gd name="T27" fmla="*/ 30 h 68"/>
                  <a:gd name="T28" fmla="*/ 2 w 7"/>
                  <a:gd name="T29" fmla="*/ 19 h 68"/>
                  <a:gd name="T30" fmla="*/ 2 w 7"/>
                  <a:gd name="T31" fmla="*/ 21 h 68"/>
                  <a:gd name="T32" fmla="*/ 2 w 7"/>
                  <a:gd name="T33" fmla="*/ 31 h 68"/>
                  <a:gd name="T34" fmla="*/ 3 w 7"/>
                  <a:gd name="T35" fmla="*/ 27 h 68"/>
                  <a:gd name="T36" fmla="*/ 3 w 7"/>
                  <a:gd name="T37" fmla="*/ 16 h 68"/>
                  <a:gd name="T38" fmla="*/ 3 w 7"/>
                  <a:gd name="T39" fmla="*/ 9 h 68"/>
                  <a:gd name="T40" fmla="*/ 3 w 7"/>
                  <a:gd name="T41" fmla="*/ 4 h 68"/>
                  <a:gd name="T42" fmla="*/ 3 w 7"/>
                  <a:gd name="T43" fmla="*/ 7 h 68"/>
                  <a:gd name="T44" fmla="*/ 3 w 7"/>
                  <a:gd name="T45" fmla="*/ 9 h 68"/>
                  <a:gd name="T46" fmla="*/ 3 w 7"/>
                  <a:gd name="T47" fmla="*/ 4 h 68"/>
                  <a:gd name="T48" fmla="*/ 3 w 7"/>
                  <a:gd name="T49" fmla="*/ 0 h 68"/>
                  <a:gd name="T50" fmla="*/ 3 w 7"/>
                  <a:gd name="T51" fmla="*/ 13 h 68"/>
                  <a:gd name="T52" fmla="*/ 4 w 7"/>
                  <a:gd name="T53" fmla="*/ 37 h 68"/>
                  <a:gd name="T54" fmla="*/ 4 w 7"/>
                  <a:gd name="T55" fmla="*/ 46 h 68"/>
                  <a:gd name="T56" fmla="*/ 4 w 7"/>
                  <a:gd name="T57" fmla="*/ 35 h 68"/>
                  <a:gd name="T58" fmla="*/ 4 w 7"/>
                  <a:gd name="T59" fmla="*/ 36 h 68"/>
                  <a:gd name="T60" fmla="*/ 4 w 7"/>
                  <a:gd name="T61" fmla="*/ 52 h 68"/>
                  <a:gd name="T62" fmla="*/ 4 w 7"/>
                  <a:gd name="T63" fmla="*/ 55 h 68"/>
                  <a:gd name="T64" fmla="*/ 4 w 7"/>
                  <a:gd name="T65" fmla="*/ 41 h 68"/>
                  <a:gd name="T66" fmla="*/ 4 w 7"/>
                  <a:gd name="T67" fmla="*/ 32 h 68"/>
                  <a:gd name="T68" fmla="*/ 4 w 7"/>
                  <a:gd name="T69" fmla="*/ 35 h 68"/>
                  <a:gd name="T70" fmla="*/ 5 w 7"/>
                  <a:gd name="T71" fmla="*/ 44 h 68"/>
                  <a:gd name="T72" fmla="*/ 5 w 7"/>
                  <a:gd name="T73" fmla="*/ 46 h 68"/>
                  <a:gd name="T74" fmla="*/ 5 w 7"/>
                  <a:gd name="T75" fmla="*/ 38 h 68"/>
                  <a:gd name="T76" fmla="*/ 5 w 7"/>
                  <a:gd name="T77" fmla="*/ 36 h 68"/>
                  <a:gd name="T78" fmla="*/ 5 w 7"/>
                  <a:gd name="T79" fmla="*/ 49 h 68"/>
                  <a:gd name="T80" fmla="*/ 5 w 7"/>
                  <a:gd name="T81" fmla="*/ 58 h 68"/>
                  <a:gd name="T82" fmla="*/ 6 w 7"/>
                  <a:gd name="T83" fmla="*/ 58 h 68"/>
                  <a:gd name="T84" fmla="*/ 6 w 7"/>
                  <a:gd name="T85" fmla="*/ 54 h 68"/>
                  <a:gd name="T86" fmla="*/ 6 w 7"/>
                  <a:gd name="T87" fmla="*/ 53 h 68"/>
                  <a:gd name="T88" fmla="*/ 6 w 7"/>
                  <a:gd name="T89" fmla="*/ 60 h 68"/>
                  <a:gd name="T90" fmla="*/ 6 w 7"/>
                  <a:gd name="T91" fmla="*/ 68 h 68"/>
                  <a:gd name="T92" fmla="*/ 6 w 7"/>
                  <a:gd name="T93" fmla="*/ 64 h 68"/>
                  <a:gd name="T94" fmla="*/ 6 w 7"/>
                  <a:gd name="T95" fmla="*/ 58 h 68"/>
                  <a:gd name="T96" fmla="*/ 6 w 7"/>
                  <a:gd name="T97" fmla="*/ 61 h 68"/>
                  <a:gd name="T98" fmla="*/ 6 w 7"/>
                  <a:gd name="T99" fmla="*/ 62 h 68"/>
                  <a:gd name="T100" fmla="*/ 7 w 7"/>
                  <a:gd name="T101" fmla="*/ 55 h 68"/>
                  <a:gd name="T102" fmla="*/ 7 w 7"/>
                  <a:gd name="T103" fmla="*/ 4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68">
                    <a:moveTo>
                      <a:pt x="0" y="22"/>
                    </a:moveTo>
                    <a:lnTo>
                      <a:pt x="0" y="25"/>
                    </a:lnTo>
                    <a:lnTo>
                      <a:pt x="1" y="29"/>
                    </a:lnTo>
                    <a:lnTo>
                      <a:pt x="1" y="34"/>
                    </a:lnTo>
                    <a:lnTo>
                      <a:pt x="1" y="36"/>
                    </a:lnTo>
                    <a:lnTo>
                      <a:pt x="1" y="27"/>
                    </a:lnTo>
                    <a:lnTo>
                      <a:pt x="1" y="16"/>
                    </a:lnTo>
                    <a:lnTo>
                      <a:pt x="1" y="17"/>
                    </a:lnTo>
                    <a:lnTo>
                      <a:pt x="1" y="25"/>
                    </a:lnTo>
                    <a:lnTo>
                      <a:pt x="1" y="20"/>
                    </a:lnTo>
                    <a:lnTo>
                      <a:pt x="1" y="2"/>
                    </a:lnTo>
                    <a:lnTo>
                      <a:pt x="2" y="0"/>
                    </a:lnTo>
                    <a:lnTo>
                      <a:pt x="2" y="22"/>
                    </a:lnTo>
                    <a:lnTo>
                      <a:pt x="2" y="30"/>
                    </a:lnTo>
                    <a:lnTo>
                      <a:pt x="2" y="19"/>
                    </a:lnTo>
                    <a:lnTo>
                      <a:pt x="2" y="21"/>
                    </a:lnTo>
                    <a:lnTo>
                      <a:pt x="2" y="31"/>
                    </a:lnTo>
                    <a:lnTo>
                      <a:pt x="3" y="27"/>
                    </a:lnTo>
                    <a:lnTo>
                      <a:pt x="3" y="16"/>
                    </a:lnTo>
                    <a:lnTo>
                      <a:pt x="3" y="9"/>
                    </a:lnTo>
                    <a:lnTo>
                      <a:pt x="3" y="4"/>
                    </a:lnTo>
                    <a:lnTo>
                      <a:pt x="3" y="7"/>
                    </a:lnTo>
                    <a:lnTo>
                      <a:pt x="3" y="9"/>
                    </a:lnTo>
                    <a:lnTo>
                      <a:pt x="3" y="4"/>
                    </a:lnTo>
                    <a:lnTo>
                      <a:pt x="3" y="0"/>
                    </a:lnTo>
                    <a:lnTo>
                      <a:pt x="3" y="13"/>
                    </a:lnTo>
                    <a:lnTo>
                      <a:pt x="4" y="37"/>
                    </a:lnTo>
                    <a:lnTo>
                      <a:pt x="4" y="46"/>
                    </a:lnTo>
                    <a:lnTo>
                      <a:pt x="4" y="35"/>
                    </a:lnTo>
                    <a:lnTo>
                      <a:pt x="4" y="36"/>
                    </a:lnTo>
                    <a:lnTo>
                      <a:pt x="4" y="52"/>
                    </a:lnTo>
                    <a:lnTo>
                      <a:pt x="4" y="55"/>
                    </a:lnTo>
                    <a:lnTo>
                      <a:pt x="4" y="41"/>
                    </a:lnTo>
                    <a:lnTo>
                      <a:pt x="4" y="32"/>
                    </a:lnTo>
                    <a:lnTo>
                      <a:pt x="4" y="35"/>
                    </a:lnTo>
                    <a:lnTo>
                      <a:pt x="5" y="44"/>
                    </a:lnTo>
                    <a:lnTo>
                      <a:pt x="5" y="46"/>
                    </a:lnTo>
                    <a:lnTo>
                      <a:pt x="5" y="38"/>
                    </a:lnTo>
                    <a:lnTo>
                      <a:pt x="5" y="36"/>
                    </a:lnTo>
                    <a:lnTo>
                      <a:pt x="5" y="49"/>
                    </a:lnTo>
                    <a:lnTo>
                      <a:pt x="5" y="58"/>
                    </a:lnTo>
                    <a:lnTo>
                      <a:pt x="6" y="58"/>
                    </a:lnTo>
                    <a:lnTo>
                      <a:pt x="6" y="54"/>
                    </a:lnTo>
                    <a:lnTo>
                      <a:pt x="6" y="53"/>
                    </a:lnTo>
                    <a:lnTo>
                      <a:pt x="6" y="60"/>
                    </a:lnTo>
                    <a:lnTo>
                      <a:pt x="6" y="68"/>
                    </a:lnTo>
                    <a:lnTo>
                      <a:pt x="6" y="64"/>
                    </a:lnTo>
                    <a:lnTo>
                      <a:pt x="6" y="58"/>
                    </a:lnTo>
                    <a:lnTo>
                      <a:pt x="6" y="61"/>
                    </a:lnTo>
                    <a:lnTo>
                      <a:pt x="6" y="62"/>
                    </a:lnTo>
                    <a:lnTo>
                      <a:pt x="7" y="55"/>
                    </a:lnTo>
                    <a:lnTo>
                      <a:pt x="7" y="4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27" name="Freeform 972"/>
              <p:cNvSpPr/>
              <p:nvPr/>
            </p:nvSpPr>
            <p:spPr bwMode="auto">
              <a:xfrm>
                <a:off x="2078" y="2937"/>
                <a:ext cx="6" cy="86"/>
              </a:xfrm>
              <a:custGeom>
                <a:avLst/>
                <a:gdLst>
                  <a:gd name="T0" fmla="*/ 0 w 6"/>
                  <a:gd name="T1" fmla="*/ 28 h 86"/>
                  <a:gd name="T2" fmla="*/ 0 w 6"/>
                  <a:gd name="T3" fmla="*/ 20 h 86"/>
                  <a:gd name="T4" fmla="*/ 0 w 6"/>
                  <a:gd name="T5" fmla="*/ 17 h 86"/>
                  <a:gd name="T6" fmla="*/ 0 w 6"/>
                  <a:gd name="T7" fmla="*/ 22 h 86"/>
                  <a:gd name="T8" fmla="*/ 0 w 6"/>
                  <a:gd name="T9" fmla="*/ 29 h 86"/>
                  <a:gd name="T10" fmla="*/ 0 w 6"/>
                  <a:gd name="T11" fmla="*/ 27 h 86"/>
                  <a:gd name="T12" fmla="*/ 1 w 6"/>
                  <a:gd name="T13" fmla="*/ 20 h 86"/>
                  <a:gd name="T14" fmla="*/ 1 w 6"/>
                  <a:gd name="T15" fmla="*/ 22 h 86"/>
                  <a:gd name="T16" fmla="*/ 1 w 6"/>
                  <a:gd name="T17" fmla="*/ 34 h 86"/>
                  <a:gd name="T18" fmla="*/ 1 w 6"/>
                  <a:gd name="T19" fmla="*/ 41 h 86"/>
                  <a:gd name="T20" fmla="*/ 1 w 6"/>
                  <a:gd name="T21" fmla="*/ 36 h 86"/>
                  <a:gd name="T22" fmla="*/ 1 w 6"/>
                  <a:gd name="T23" fmla="*/ 27 h 86"/>
                  <a:gd name="T24" fmla="*/ 1 w 6"/>
                  <a:gd name="T25" fmla="*/ 26 h 86"/>
                  <a:gd name="T26" fmla="*/ 1 w 6"/>
                  <a:gd name="T27" fmla="*/ 28 h 86"/>
                  <a:gd name="T28" fmla="*/ 1 w 6"/>
                  <a:gd name="T29" fmla="*/ 22 h 86"/>
                  <a:gd name="T30" fmla="*/ 2 w 6"/>
                  <a:gd name="T31" fmla="*/ 10 h 86"/>
                  <a:gd name="T32" fmla="*/ 2 w 6"/>
                  <a:gd name="T33" fmla="*/ 6 h 86"/>
                  <a:gd name="T34" fmla="*/ 2 w 6"/>
                  <a:gd name="T35" fmla="*/ 15 h 86"/>
                  <a:gd name="T36" fmla="*/ 2 w 6"/>
                  <a:gd name="T37" fmla="*/ 19 h 86"/>
                  <a:gd name="T38" fmla="*/ 2 w 6"/>
                  <a:gd name="T39" fmla="*/ 11 h 86"/>
                  <a:gd name="T40" fmla="*/ 2 w 6"/>
                  <a:gd name="T41" fmla="*/ 7 h 86"/>
                  <a:gd name="T42" fmla="*/ 2 w 6"/>
                  <a:gd name="T43" fmla="*/ 13 h 86"/>
                  <a:gd name="T44" fmla="*/ 2 w 6"/>
                  <a:gd name="T45" fmla="*/ 21 h 86"/>
                  <a:gd name="T46" fmla="*/ 2 w 6"/>
                  <a:gd name="T47" fmla="*/ 21 h 86"/>
                  <a:gd name="T48" fmla="*/ 2 w 6"/>
                  <a:gd name="T49" fmla="*/ 14 h 86"/>
                  <a:gd name="T50" fmla="*/ 3 w 6"/>
                  <a:gd name="T51" fmla="*/ 6 h 86"/>
                  <a:gd name="T52" fmla="*/ 3 w 6"/>
                  <a:gd name="T53" fmla="*/ 9 h 86"/>
                  <a:gd name="T54" fmla="*/ 3 w 6"/>
                  <a:gd name="T55" fmla="*/ 12 h 86"/>
                  <a:gd name="T56" fmla="*/ 3 w 6"/>
                  <a:gd name="T57" fmla="*/ 4 h 86"/>
                  <a:gd name="T58" fmla="*/ 3 w 6"/>
                  <a:gd name="T59" fmla="*/ 0 h 86"/>
                  <a:gd name="T60" fmla="*/ 3 w 6"/>
                  <a:gd name="T61" fmla="*/ 8 h 86"/>
                  <a:gd name="T62" fmla="*/ 4 w 6"/>
                  <a:gd name="T63" fmla="*/ 15 h 86"/>
                  <a:gd name="T64" fmla="*/ 4 w 6"/>
                  <a:gd name="T65" fmla="*/ 17 h 86"/>
                  <a:gd name="T66" fmla="*/ 4 w 6"/>
                  <a:gd name="T67" fmla="*/ 17 h 86"/>
                  <a:gd name="T68" fmla="*/ 4 w 6"/>
                  <a:gd name="T69" fmla="*/ 18 h 86"/>
                  <a:gd name="T70" fmla="*/ 4 w 6"/>
                  <a:gd name="T71" fmla="*/ 22 h 86"/>
                  <a:gd name="T72" fmla="*/ 4 w 6"/>
                  <a:gd name="T73" fmla="*/ 29 h 86"/>
                  <a:gd name="T74" fmla="*/ 4 w 6"/>
                  <a:gd name="T75" fmla="*/ 33 h 86"/>
                  <a:gd name="T76" fmla="*/ 4 w 6"/>
                  <a:gd name="T77" fmla="*/ 34 h 86"/>
                  <a:gd name="T78" fmla="*/ 4 w 6"/>
                  <a:gd name="T79" fmla="*/ 32 h 86"/>
                  <a:gd name="T80" fmla="*/ 5 w 6"/>
                  <a:gd name="T81" fmla="*/ 34 h 86"/>
                  <a:gd name="T82" fmla="*/ 5 w 6"/>
                  <a:gd name="T83" fmla="*/ 41 h 86"/>
                  <a:gd name="T84" fmla="*/ 5 w 6"/>
                  <a:gd name="T85" fmla="*/ 37 h 86"/>
                  <a:gd name="T86" fmla="*/ 5 w 6"/>
                  <a:gd name="T87" fmla="*/ 32 h 86"/>
                  <a:gd name="T88" fmla="*/ 5 w 6"/>
                  <a:gd name="T89" fmla="*/ 46 h 86"/>
                  <a:gd name="T90" fmla="*/ 5 w 6"/>
                  <a:gd name="T91" fmla="*/ 63 h 86"/>
                  <a:gd name="T92" fmla="*/ 6 w 6"/>
                  <a:gd name="T93" fmla="*/ 61 h 86"/>
                  <a:gd name="T94" fmla="*/ 6 w 6"/>
                  <a:gd name="T95" fmla="*/ 51 h 86"/>
                  <a:gd name="T96" fmla="*/ 6 w 6"/>
                  <a:gd name="T97" fmla="*/ 53 h 86"/>
                  <a:gd name="T98" fmla="*/ 6 w 6"/>
                  <a:gd name="T99" fmla="*/ 65 h 86"/>
                  <a:gd name="T100" fmla="*/ 6 w 6"/>
                  <a:gd name="T101" fmla="*/ 79 h 86"/>
                  <a:gd name="T102" fmla="*/ 6 w 6"/>
                  <a:gd name="T103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6">
                    <a:moveTo>
                      <a:pt x="0" y="28"/>
                    </a:moveTo>
                    <a:lnTo>
                      <a:pt x="0" y="20"/>
                    </a:lnTo>
                    <a:lnTo>
                      <a:pt x="0" y="17"/>
                    </a:lnTo>
                    <a:lnTo>
                      <a:pt x="0" y="22"/>
                    </a:lnTo>
                    <a:lnTo>
                      <a:pt x="0" y="29"/>
                    </a:lnTo>
                    <a:lnTo>
                      <a:pt x="0" y="27"/>
                    </a:lnTo>
                    <a:lnTo>
                      <a:pt x="1" y="20"/>
                    </a:lnTo>
                    <a:lnTo>
                      <a:pt x="1" y="22"/>
                    </a:lnTo>
                    <a:lnTo>
                      <a:pt x="1" y="34"/>
                    </a:lnTo>
                    <a:lnTo>
                      <a:pt x="1" y="41"/>
                    </a:lnTo>
                    <a:lnTo>
                      <a:pt x="1" y="36"/>
                    </a:lnTo>
                    <a:lnTo>
                      <a:pt x="1" y="27"/>
                    </a:lnTo>
                    <a:lnTo>
                      <a:pt x="1" y="26"/>
                    </a:lnTo>
                    <a:lnTo>
                      <a:pt x="1" y="28"/>
                    </a:lnTo>
                    <a:lnTo>
                      <a:pt x="1" y="22"/>
                    </a:lnTo>
                    <a:lnTo>
                      <a:pt x="2" y="10"/>
                    </a:lnTo>
                    <a:lnTo>
                      <a:pt x="2" y="6"/>
                    </a:lnTo>
                    <a:lnTo>
                      <a:pt x="2" y="15"/>
                    </a:lnTo>
                    <a:lnTo>
                      <a:pt x="2" y="19"/>
                    </a:lnTo>
                    <a:lnTo>
                      <a:pt x="2" y="11"/>
                    </a:lnTo>
                    <a:lnTo>
                      <a:pt x="2" y="7"/>
                    </a:lnTo>
                    <a:lnTo>
                      <a:pt x="2" y="13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14"/>
                    </a:lnTo>
                    <a:lnTo>
                      <a:pt x="3" y="6"/>
                    </a:lnTo>
                    <a:lnTo>
                      <a:pt x="3" y="9"/>
                    </a:lnTo>
                    <a:lnTo>
                      <a:pt x="3" y="12"/>
                    </a:lnTo>
                    <a:lnTo>
                      <a:pt x="3" y="4"/>
                    </a:lnTo>
                    <a:lnTo>
                      <a:pt x="3" y="0"/>
                    </a:lnTo>
                    <a:lnTo>
                      <a:pt x="3" y="8"/>
                    </a:lnTo>
                    <a:lnTo>
                      <a:pt x="4" y="15"/>
                    </a:lnTo>
                    <a:lnTo>
                      <a:pt x="4" y="17"/>
                    </a:lnTo>
                    <a:lnTo>
                      <a:pt x="4" y="17"/>
                    </a:lnTo>
                    <a:lnTo>
                      <a:pt x="4" y="18"/>
                    </a:lnTo>
                    <a:lnTo>
                      <a:pt x="4" y="22"/>
                    </a:lnTo>
                    <a:lnTo>
                      <a:pt x="4" y="29"/>
                    </a:lnTo>
                    <a:lnTo>
                      <a:pt x="4" y="33"/>
                    </a:lnTo>
                    <a:lnTo>
                      <a:pt x="4" y="34"/>
                    </a:lnTo>
                    <a:lnTo>
                      <a:pt x="4" y="32"/>
                    </a:lnTo>
                    <a:lnTo>
                      <a:pt x="5" y="34"/>
                    </a:lnTo>
                    <a:lnTo>
                      <a:pt x="5" y="41"/>
                    </a:lnTo>
                    <a:lnTo>
                      <a:pt x="5" y="37"/>
                    </a:lnTo>
                    <a:lnTo>
                      <a:pt x="5" y="32"/>
                    </a:lnTo>
                    <a:lnTo>
                      <a:pt x="5" y="46"/>
                    </a:lnTo>
                    <a:lnTo>
                      <a:pt x="5" y="63"/>
                    </a:lnTo>
                    <a:lnTo>
                      <a:pt x="6" y="61"/>
                    </a:lnTo>
                    <a:lnTo>
                      <a:pt x="6" y="51"/>
                    </a:lnTo>
                    <a:lnTo>
                      <a:pt x="6" y="53"/>
                    </a:lnTo>
                    <a:lnTo>
                      <a:pt x="6" y="65"/>
                    </a:lnTo>
                    <a:lnTo>
                      <a:pt x="6" y="79"/>
                    </a:lnTo>
                    <a:lnTo>
                      <a:pt x="6" y="8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828" name="Freeform 973"/>
              <p:cNvSpPr/>
              <p:nvPr/>
            </p:nvSpPr>
            <p:spPr bwMode="auto">
              <a:xfrm>
                <a:off x="2084" y="2916"/>
                <a:ext cx="6" cy="232"/>
              </a:xfrm>
              <a:custGeom>
                <a:avLst/>
                <a:gdLst>
                  <a:gd name="T0" fmla="*/ 0 w 6"/>
                  <a:gd name="T1" fmla="*/ 100 h 232"/>
                  <a:gd name="T2" fmla="*/ 0 w 6"/>
                  <a:gd name="T3" fmla="*/ 107 h 232"/>
                  <a:gd name="T4" fmla="*/ 0 w 6"/>
                  <a:gd name="T5" fmla="*/ 110 h 232"/>
                  <a:gd name="T6" fmla="*/ 0 w 6"/>
                  <a:gd name="T7" fmla="*/ 110 h 232"/>
                  <a:gd name="T8" fmla="*/ 0 w 6"/>
                  <a:gd name="T9" fmla="*/ 99 h 232"/>
                  <a:gd name="T10" fmla="*/ 1 w 6"/>
                  <a:gd name="T11" fmla="*/ 105 h 232"/>
                  <a:gd name="T12" fmla="*/ 1 w 6"/>
                  <a:gd name="T13" fmla="*/ 130 h 232"/>
                  <a:gd name="T14" fmla="*/ 1 w 6"/>
                  <a:gd name="T15" fmla="*/ 132 h 232"/>
                  <a:gd name="T16" fmla="*/ 1 w 6"/>
                  <a:gd name="T17" fmla="*/ 120 h 232"/>
                  <a:gd name="T18" fmla="*/ 1 w 6"/>
                  <a:gd name="T19" fmla="*/ 132 h 232"/>
                  <a:gd name="T20" fmla="*/ 1 w 6"/>
                  <a:gd name="T21" fmla="*/ 142 h 232"/>
                  <a:gd name="T22" fmla="*/ 1 w 6"/>
                  <a:gd name="T23" fmla="*/ 132 h 232"/>
                  <a:gd name="T24" fmla="*/ 1 w 6"/>
                  <a:gd name="T25" fmla="*/ 140 h 232"/>
                  <a:gd name="T26" fmla="*/ 1 w 6"/>
                  <a:gd name="T27" fmla="*/ 161 h 232"/>
                  <a:gd name="T28" fmla="*/ 2 w 6"/>
                  <a:gd name="T29" fmla="*/ 165 h 232"/>
                  <a:gd name="T30" fmla="*/ 2 w 6"/>
                  <a:gd name="T31" fmla="*/ 164 h 232"/>
                  <a:gd name="T32" fmla="*/ 2 w 6"/>
                  <a:gd name="T33" fmla="*/ 173 h 232"/>
                  <a:gd name="T34" fmla="*/ 2 w 6"/>
                  <a:gd name="T35" fmla="*/ 176 h 232"/>
                  <a:gd name="T36" fmla="*/ 2 w 6"/>
                  <a:gd name="T37" fmla="*/ 161 h 232"/>
                  <a:gd name="T38" fmla="*/ 2 w 6"/>
                  <a:gd name="T39" fmla="*/ 150 h 232"/>
                  <a:gd name="T40" fmla="*/ 3 w 6"/>
                  <a:gd name="T41" fmla="*/ 174 h 232"/>
                  <a:gd name="T42" fmla="*/ 3 w 6"/>
                  <a:gd name="T43" fmla="*/ 214 h 232"/>
                  <a:gd name="T44" fmla="*/ 3 w 6"/>
                  <a:gd name="T45" fmla="*/ 214 h 232"/>
                  <a:gd name="T46" fmla="*/ 3 w 6"/>
                  <a:gd name="T47" fmla="*/ 189 h 232"/>
                  <a:gd name="T48" fmla="*/ 3 w 6"/>
                  <a:gd name="T49" fmla="*/ 186 h 232"/>
                  <a:gd name="T50" fmla="*/ 3 w 6"/>
                  <a:gd name="T51" fmla="*/ 200 h 232"/>
                  <a:gd name="T52" fmla="*/ 3 w 6"/>
                  <a:gd name="T53" fmla="*/ 218 h 232"/>
                  <a:gd name="T54" fmla="*/ 3 w 6"/>
                  <a:gd name="T55" fmla="*/ 232 h 232"/>
                  <a:gd name="T56" fmla="*/ 3 w 6"/>
                  <a:gd name="T57" fmla="*/ 208 h 232"/>
                  <a:gd name="T58" fmla="*/ 4 w 6"/>
                  <a:gd name="T59" fmla="*/ 159 h 232"/>
                  <a:gd name="T60" fmla="*/ 4 w 6"/>
                  <a:gd name="T61" fmla="*/ 143 h 232"/>
                  <a:gd name="T62" fmla="*/ 4 w 6"/>
                  <a:gd name="T63" fmla="*/ 160 h 232"/>
                  <a:gd name="T64" fmla="*/ 4 w 6"/>
                  <a:gd name="T65" fmla="*/ 170 h 232"/>
                  <a:gd name="T66" fmla="*/ 4 w 6"/>
                  <a:gd name="T67" fmla="*/ 147 h 232"/>
                  <a:gd name="T68" fmla="*/ 4 w 6"/>
                  <a:gd name="T69" fmla="*/ 108 h 232"/>
                  <a:gd name="T70" fmla="*/ 4 w 6"/>
                  <a:gd name="T71" fmla="*/ 100 h 232"/>
                  <a:gd name="T72" fmla="*/ 5 w 6"/>
                  <a:gd name="T73" fmla="*/ 123 h 232"/>
                  <a:gd name="T74" fmla="*/ 5 w 6"/>
                  <a:gd name="T75" fmla="*/ 114 h 232"/>
                  <a:gd name="T76" fmla="*/ 5 w 6"/>
                  <a:gd name="T77" fmla="*/ 77 h 232"/>
                  <a:gd name="T78" fmla="*/ 5 w 6"/>
                  <a:gd name="T79" fmla="*/ 62 h 232"/>
                  <a:gd name="T80" fmla="*/ 5 w 6"/>
                  <a:gd name="T81" fmla="*/ 62 h 232"/>
                  <a:gd name="T82" fmla="*/ 5 w 6"/>
                  <a:gd name="T83" fmla="*/ 55 h 232"/>
                  <a:gd name="T84" fmla="*/ 5 w 6"/>
                  <a:gd name="T85" fmla="*/ 45 h 232"/>
                  <a:gd name="T86" fmla="*/ 5 w 6"/>
                  <a:gd name="T87" fmla="*/ 25 h 232"/>
                  <a:gd name="T88" fmla="*/ 5 w 6"/>
                  <a:gd name="T89" fmla="*/ 5 h 232"/>
                  <a:gd name="T90" fmla="*/ 6 w 6"/>
                  <a:gd name="T91" fmla="*/ 11 h 232"/>
                  <a:gd name="T92" fmla="*/ 6 w 6"/>
                  <a:gd name="T93" fmla="*/ 26 h 232"/>
                  <a:gd name="T94" fmla="*/ 6 w 6"/>
                  <a:gd name="T95" fmla="*/ 25 h 232"/>
                  <a:gd name="T96" fmla="*/ 6 w 6"/>
                  <a:gd name="T97" fmla="*/ 11 h 232"/>
                  <a:gd name="T98" fmla="*/ 6 w 6"/>
                  <a:gd name="T99" fmla="*/ 0 h 232"/>
                  <a:gd name="T100" fmla="*/ 6 w 6"/>
                  <a:gd name="T101" fmla="*/ 6 h 232"/>
                  <a:gd name="T102" fmla="*/ 6 w 6"/>
                  <a:gd name="T103" fmla="*/ 2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232">
                    <a:moveTo>
                      <a:pt x="0" y="100"/>
                    </a:moveTo>
                    <a:lnTo>
                      <a:pt x="0" y="107"/>
                    </a:lnTo>
                    <a:lnTo>
                      <a:pt x="0" y="110"/>
                    </a:lnTo>
                    <a:lnTo>
                      <a:pt x="0" y="110"/>
                    </a:lnTo>
                    <a:lnTo>
                      <a:pt x="0" y="99"/>
                    </a:lnTo>
                    <a:lnTo>
                      <a:pt x="1" y="105"/>
                    </a:lnTo>
                    <a:lnTo>
                      <a:pt x="1" y="130"/>
                    </a:lnTo>
                    <a:lnTo>
                      <a:pt x="1" y="132"/>
                    </a:lnTo>
                    <a:lnTo>
                      <a:pt x="1" y="120"/>
                    </a:lnTo>
                    <a:lnTo>
                      <a:pt x="1" y="132"/>
                    </a:lnTo>
                    <a:lnTo>
                      <a:pt x="1" y="142"/>
                    </a:lnTo>
                    <a:lnTo>
                      <a:pt x="1" y="132"/>
                    </a:lnTo>
                    <a:lnTo>
                      <a:pt x="1" y="140"/>
                    </a:lnTo>
                    <a:lnTo>
                      <a:pt x="1" y="161"/>
                    </a:lnTo>
                    <a:lnTo>
                      <a:pt x="2" y="165"/>
                    </a:lnTo>
                    <a:lnTo>
                      <a:pt x="2" y="164"/>
                    </a:lnTo>
                    <a:lnTo>
                      <a:pt x="2" y="173"/>
                    </a:lnTo>
                    <a:lnTo>
                      <a:pt x="2" y="176"/>
                    </a:lnTo>
                    <a:lnTo>
                      <a:pt x="2" y="161"/>
                    </a:lnTo>
                    <a:lnTo>
                      <a:pt x="2" y="150"/>
                    </a:lnTo>
                    <a:lnTo>
                      <a:pt x="3" y="174"/>
                    </a:lnTo>
                    <a:lnTo>
                      <a:pt x="3" y="214"/>
                    </a:lnTo>
                    <a:lnTo>
                      <a:pt x="3" y="214"/>
                    </a:lnTo>
                    <a:lnTo>
                      <a:pt x="3" y="189"/>
                    </a:lnTo>
                    <a:lnTo>
                      <a:pt x="3" y="186"/>
                    </a:lnTo>
                    <a:lnTo>
                      <a:pt x="3" y="200"/>
                    </a:lnTo>
                    <a:lnTo>
                      <a:pt x="3" y="218"/>
                    </a:lnTo>
                    <a:lnTo>
                      <a:pt x="3" y="232"/>
                    </a:lnTo>
                    <a:lnTo>
                      <a:pt x="3" y="208"/>
                    </a:lnTo>
                    <a:lnTo>
                      <a:pt x="4" y="159"/>
                    </a:lnTo>
                    <a:lnTo>
                      <a:pt x="4" y="143"/>
                    </a:lnTo>
                    <a:lnTo>
                      <a:pt x="4" y="160"/>
                    </a:lnTo>
                    <a:lnTo>
                      <a:pt x="4" y="170"/>
                    </a:lnTo>
                    <a:lnTo>
                      <a:pt x="4" y="147"/>
                    </a:lnTo>
                    <a:lnTo>
                      <a:pt x="4" y="108"/>
                    </a:lnTo>
                    <a:lnTo>
                      <a:pt x="4" y="100"/>
                    </a:lnTo>
                    <a:lnTo>
                      <a:pt x="5" y="123"/>
                    </a:lnTo>
                    <a:lnTo>
                      <a:pt x="5" y="114"/>
                    </a:lnTo>
                    <a:lnTo>
                      <a:pt x="5" y="77"/>
                    </a:lnTo>
                    <a:lnTo>
                      <a:pt x="5" y="62"/>
                    </a:lnTo>
                    <a:lnTo>
                      <a:pt x="5" y="62"/>
                    </a:lnTo>
                    <a:lnTo>
                      <a:pt x="5" y="55"/>
                    </a:lnTo>
                    <a:lnTo>
                      <a:pt x="5" y="45"/>
                    </a:lnTo>
                    <a:lnTo>
                      <a:pt x="5" y="25"/>
                    </a:lnTo>
                    <a:lnTo>
                      <a:pt x="5" y="5"/>
                    </a:lnTo>
                    <a:lnTo>
                      <a:pt x="6" y="11"/>
                    </a:lnTo>
                    <a:lnTo>
                      <a:pt x="6" y="26"/>
                    </a:lnTo>
                    <a:lnTo>
                      <a:pt x="6" y="25"/>
                    </a:lnTo>
                    <a:lnTo>
                      <a:pt x="6" y="11"/>
                    </a:lnTo>
                    <a:lnTo>
                      <a:pt x="6" y="0"/>
                    </a:lnTo>
                    <a:lnTo>
                      <a:pt x="6" y="6"/>
                    </a:lnTo>
                    <a:lnTo>
                      <a:pt x="6" y="2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sp>
          <p:nvSpPr>
            <p:cNvPr id="1469" name="Freeform 975"/>
            <p:cNvSpPr/>
            <p:nvPr/>
          </p:nvSpPr>
          <p:spPr bwMode="auto">
            <a:xfrm>
              <a:off x="3317875" y="4622801"/>
              <a:ext cx="11113" cy="109538"/>
            </a:xfrm>
            <a:custGeom>
              <a:avLst/>
              <a:gdLst>
                <a:gd name="T0" fmla="*/ 0 w 7"/>
                <a:gd name="T1" fmla="*/ 10 h 69"/>
                <a:gd name="T2" fmla="*/ 0 w 7"/>
                <a:gd name="T3" fmla="*/ 24 h 69"/>
                <a:gd name="T4" fmla="*/ 0 w 7"/>
                <a:gd name="T5" fmla="*/ 28 h 69"/>
                <a:gd name="T6" fmla="*/ 0 w 7"/>
                <a:gd name="T7" fmla="*/ 30 h 69"/>
                <a:gd name="T8" fmla="*/ 1 w 7"/>
                <a:gd name="T9" fmla="*/ 45 h 69"/>
                <a:gd name="T10" fmla="*/ 1 w 7"/>
                <a:gd name="T11" fmla="*/ 47 h 69"/>
                <a:gd name="T12" fmla="*/ 1 w 7"/>
                <a:gd name="T13" fmla="*/ 37 h 69"/>
                <a:gd name="T14" fmla="*/ 1 w 7"/>
                <a:gd name="T15" fmla="*/ 39 h 69"/>
                <a:gd name="T16" fmla="*/ 1 w 7"/>
                <a:gd name="T17" fmla="*/ 41 h 69"/>
                <a:gd name="T18" fmla="*/ 1 w 7"/>
                <a:gd name="T19" fmla="*/ 33 h 69"/>
                <a:gd name="T20" fmla="*/ 2 w 7"/>
                <a:gd name="T21" fmla="*/ 28 h 69"/>
                <a:gd name="T22" fmla="*/ 2 w 7"/>
                <a:gd name="T23" fmla="*/ 21 h 69"/>
                <a:gd name="T24" fmla="*/ 2 w 7"/>
                <a:gd name="T25" fmla="*/ 14 h 69"/>
                <a:gd name="T26" fmla="*/ 2 w 7"/>
                <a:gd name="T27" fmla="*/ 13 h 69"/>
                <a:gd name="T28" fmla="*/ 2 w 7"/>
                <a:gd name="T29" fmla="*/ 14 h 69"/>
                <a:gd name="T30" fmla="*/ 2 w 7"/>
                <a:gd name="T31" fmla="*/ 8 h 69"/>
                <a:gd name="T32" fmla="*/ 2 w 7"/>
                <a:gd name="T33" fmla="*/ 7 h 69"/>
                <a:gd name="T34" fmla="*/ 2 w 7"/>
                <a:gd name="T35" fmla="*/ 14 h 69"/>
                <a:gd name="T36" fmla="*/ 2 w 7"/>
                <a:gd name="T37" fmla="*/ 23 h 69"/>
                <a:gd name="T38" fmla="*/ 3 w 7"/>
                <a:gd name="T39" fmla="*/ 24 h 69"/>
                <a:gd name="T40" fmla="*/ 3 w 7"/>
                <a:gd name="T41" fmla="*/ 11 h 69"/>
                <a:gd name="T42" fmla="*/ 3 w 7"/>
                <a:gd name="T43" fmla="*/ 0 h 69"/>
                <a:gd name="T44" fmla="*/ 3 w 7"/>
                <a:gd name="T45" fmla="*/ 5 h 69"/>
                <a:gd name="T46" fmla="*/ 3 w 7"/>
                <a:gd name="T47" fmla="*/ 20 h 69"/>
                <a:gd name="T48" fmla="*/ 3 w 7"/>
                <a:gd name="T49" fmla="*/ 28 h 69"/>
                <a:gd name="T50" fmla="*/ 4 w 7"/>
                <a:gd name="T51" fmla="*/ 20 h 69"/>
                <a:gd name="T52" fmla="*/ 4 w 7"/>
                <a:gd name="T53" fmla="*/ 9 h 69"/>
                <a:gd name="T54" fmla="*/ 4 w 7"/>
                <a:gd name="T55" fmla="*/ 6 h 69"/>
                <a:gd name="T56" fmla="*/ 4 w 7"/>
                <a:gd name="T57" fmla="*/ 13 h 69"/>
                <a:gd name="T58" fmla="*/ 4 w 7"/>
                <a:gd name="T59" fmla="*/ 24 h 69"/>
                <a:gd name="T60" fmla="*/ 4 w 7"/>
                <a:gd name="T61" fmla="*/ 32 h 69"/>
                <a:gd name="T62" fmla="*/ 4 w 7"/>
                <a:gd name="T63" fmla="*/ 32 h 69"/>
                <a:gd name="T64" fmla="*/ 4 w 7"/>
                <a:gd name="T65" fmla="*/ 36 h 69"/>
                <a:gd name="T66" fmla="*/ 4 w 7"/>
                <a:gd name="T67" fmla="*/ 49 h 69"/>
                <a:gd name="T68" fmla="*/ 5 w 7"/>
                <a:gd name="T69" fmla="*/ 54 h 69"/>
                <a:gd name="T70" fmla="*/ 5 w 7"/>
                <a:gd name="T71" fmla="*/ 53 h 69"/>
                <a:gd name="T72" fmla="*/ 5 w 7"/>
                <a:gd name="T73" fmla="*/ 62 h 69"/>
                <a:gd name="T74" fmla="*/ 5 w 7"/>
                <a:gd name="T75" fmla="*/ 69 h 69"/>
                <a:gd name="T76" fmla="*/ 5 w 7"/>
                <a:gd name="T77" fmla="*/ 54 h 69"/>
                <a:gd name="T78" fmla="*/ 5 w 7"/>
                <a:gd name="T79" fmla="*/ 35 h 69"/>
                <a:gd name="T80" fmla="*/ 5 w 7"/>
                <a:gd name="T81" fmla="*/ 34 h 69"/>
                <a:gd name="T82" fmla="*/ 5 w 7"/>
                <a:gd name="T83" fmla="*/ 39 h 69"/>
                <a:gd name="T84" fmla="*/ 5 w 7"/>
                <a:gd name="T85" fmla="*/ 33 h 69"/>
                <a:gd name="T86" fmla="*/ 6 w 7"/>
                <a:gd name="T87" fmla="*/ 29 h 69"/>
                <a:gd name="T88" fmla="*/ 6 w 7"/>
                <a:gd name="T89" fmla="*/ 40 h 69"/>
                <a:gd name="T90" fmla="*/ 6 w 7"/>
                <a:gd name="T91" fmla="*/ 46 h 69"/>
                <a:gd name="T92" fmla="*/ 6 w 7"/>
                <a:gd name="T93" fmla="*/ 36 h 69"/>
                <a:gd name="T94" fmla="*/ 6 w 7"/>
                <a:gd name="T95" fmla="*/ 38 h 69"/>
                <a:gd name="T96" fmla="*/ 6 w 7"/>
                <a:gd name="T97" fmla="*/ 49 h 69"/>
                <a:gd name="T98" fmla="*/ 7 w 7"/>
                <a:gd name="T99" fmla="*/ 43 h 69"/>
                <a:gd name="T100" fmla="*/ 7 w 7"/>
                <a:gd name="T101" fmla="*/ 34 h 69"/>
                <a:gd name="T102" fmla="*/ 7 w 7"/>
                <a:gd name="T103" fmla="*/ 4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69">
                  <a:moveTo>
                    <a:pt x="0" y="10"/>
                  </a:moveTo>
                  <a:lnTo>
                    <a:pt x="0" y="24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1" y="45"/>
                  </a:lnTo>
                  <a:lnTo>
                    <a:pt x="1" y="47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33"/>
                  </a:lnTo>
                  <a:lnTo>
                    <a:pt x="2" y="28"/>
                  </a:lnTo>
                  <a:lnTo>
                    <a:pt x="2" y="21"/>
                  </a:lnTo>
                  <a:lnTo>
                    <a:pt x="2" y="14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8"/>
                  </a:lnTo>
                  <a:lnTo>
                    <a:pt x="2" y="7"/>
                  </a:lnTo>
                  <a:lnTo>
                    <a:pt x="2" y="14"/>
                  </a:lnTo>
                  <a:lnTo>
                    <a:pt x="2" y="23"/>
                  </a:lnTo>
                  <a:lnTo>
                    <a:pt x="3" y="24"/>
                  </a:lnTo>
                  <a:lnTo>
                    <a:pt x="3" y="11"/>
                  </a:lnTo>
                  <a:lnTo>
                    <a:pt x="3" y="0"/>
                  </a:lnTo>
                  <a:lnTo>
                    <a:pt x="3" y="5"/>
                  </a:lnTo>
                  <a:lnTo>
                    <a:pt x="3" y="20"/>
                  </a:lnTo>
                  <a:lnTo>
                    <a:pt x="3" y="28"/>
                  </a:lnTo>
                  <a:lnTo>
                    <a:pt x="4" y="20"/>
                  </a:lnTo>
                  <a:lnTo>
                    <a:pt x="4" y="9"/>
                  </a:lnTo>
                  <a:lnTo>
                    <a:pt x="4" y="6"/>
                  </a:lnTo>
                  <a:lnTo>
                    <a:pt x="4" y="13"/>
                  </a:lnTo>
                  <a:lnTo>
                    <a:pt x="4" y="24"/>
                  </a:lnTo>
                  <a:lnTo>
                    <a:pt x="4" y="32"/>
                  </a:lnTo>
                  <a:lnTo>
                    <a:pt x="4" y="32"/>
                  </a:lnTo>
                  <a:lnTo>
                    <a:pt x="4" y="36"/>
                  </a:lnTo>
                  <a:lnTo>
                    <a:pt x="4" y="49"/>
                  </a:lnTo>
                  <a:lnTo>
                    <a:pt x="5" y="54"/>
                  </a:lnTo>
                  <a:lnTo>
                    <a:pt x="5" y="53"/>
                  </a:lnTo>
                  <a:lnTo>
                    <a:pt x="5" y="62"/>
                  </a:lnTo>
                  <a:lnTo>
                    <a:pt x="5" y="69"/>
                  </a:lnTo>
                  <a:lnTo>
                    <a:pt x="5" y="54"/>
                  </a:lnTo>
                  <a:lnTo>
                    <a:pt x="5" y="35"/>
                  </a:lnTo>
                  <a:lnTo>
                    <a:pt x="5" y="34"/>
                  </a:lnTo>
                  <a:lnTo>
                    <a:pt x="5" y="39"/>
                  </a:lnTo>
                  <a:lnTo>
                    <a:pt x="5" y="33"/>
                  </a:lnTo>
                  <a:lnTo>
                    <a:pt x="6" y="29"/>
                  </a:lnTo>
                  <a:lnTo>
                    <a:pt x="6" y="40"/>
                  </a:lnTo>
                  <a:lnTo>
                    <a:pt x="6" y="46"/>
                  </a:lnTo>
                  <a:lnTo>
                    <a:pt x="6" y="36"/>
                  </a:lnTo>
                  <a:lnTo>
                    <a:pt x="6" y="38"/>
                  </a:lnTo>
                  <a:lnTo>
                    <a:pt x="6" y="49"/>
                  </a:lnTo>
                  <a:lnTo>
                    <a:pt x="7" y="43"/>
                  </a:lnTo>
                  <a:lnTo>
                    <a:pt x="7" y="34"/>
                  </a:lnTo>
                  <a:lnTo>
                    <a:pt x="7" y="4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70" name="Freeform 976"/>
            <p:cNvSpPr/>
            <p:nvPr/>
          </p:nvSpPr>
          <p:spPr bwMode="auto">
            <a:xfrm>
              <a:off x="3328988" y="4613276"/>
              <a:ext cx="9525" cy="76200"/>
            </a:xfrm>
            <a:custGeom>
              <a:avLst/>
              <a:gdLst>
                <a:gd name="T0" fmla="*/ 0 w 6"/>
                <a:gd name="T1" fmla="*/ 40 h 48"/>
                <a:gd name="T2" fmla="*/ 0 w 6"/>
                <a:gd name="T3" fmla="*/ 48 h 48"/>
                <a:gd name="T4" fmla="*/ 0 w 6"/>
                <a:gd name="T5" fmla="*/ 44 h 48"/>
                <a:gd name="T6" fmla="*/ 0 w 6"/>
                <a:gd name="T7" fmla="*/ 23 h 48"/>
                <a:gd name="T8" fmla="*/ 0 w 6"/>
                <a:gd name="T9" fmla="*/ 23 h 48"/>
                <a:gd name="T10" fmla="*/ 0 w 6"/>
                <a:gd name="T11" fmla="*/ 42 h 48"/>
                <a:gd name="T12" fmla="*/ 0 w 6"/>
                <a:gd name="T13" fmla="*/ 47 h 48"/>
                <a:gd name="T14" fmla="*/ 0 w 6"/>
                <a:gd name="T15" fmla="*/ 35 h 48"/>
                <a:gd name="T16" fmla="*/ 0 w 6"/>
                <a:gd name="T17" fmla="*/ 29 h 48"/>
                <a:gd name="T18" fmla="*/ 1 w 6"/>
                <a:gd name="T19" fmla="*/ 36 h 48"/>
                <a:gd name="T20" fmla="*/ 1 w 6"/>
                <a:gd name="T21" fmla="*/ 43 h 48"/>
                <a:gd name="T22" fmla="*/ 1 w 6"/>
                <a:gd name="T23" fmla="*/ 36 h 48"/>
                <a:gd name="T24" fmla="*/ 1 w 6"/>
                <a:gd name="T25" fmla="*/ 37 h 48"/>
                <a:gd name="T26" fmla="*/ 1 w 6"/>
                <a:gd name="T27" fmla="*/ 47 h 48"/>
                <a:gd name="T28" fmla="*/ 1 w 6"/>
                <a:gd name="T29" fmla="*/ 43 h 48"/>
                <a:gd name="T30" fmla="*/ 2 w 6"/>
                <a:gd name="T31" fmla="*/ 33 h 48"/>
                <a:gd name="T32" fmla="*/ 2 w 6"/>
                <a:gd name="T33" fmla="*/ 42 h 48"/>
                <a:gd name="T34" fmla="*/ 2 w 6"/>
                <a:gd name="T35" fmla="*/ 46 h 48"/>
                <a:gd name="T36" fmla="*/ 2 w 6"/>
                <a:gd name="T37" fmla="*/ 30 h 48"/>
                <a:gd name="T38" fmla="*/ 2 w 6"/>
                <a:gd name="T39" fmla="*/ 22 h 48"/>
                <a:gd name="T40" fmla="*/ 2 w 6"/>
                <a:gd name="T41" fmla="*/ 34 h 48"/>
                <a:gd name="T42" fmla="*/ 2 w 6"/>
                <a:gd name="T43" fmla="*/ 31 h 48"/>
                <a:gd name="T44" fmla="*/ 2 w 6"/>
                <a:gd name="T45" fmla="*/ 13 h 48"/>
                <a:gd name="T46" fmla="*/ 2 w 6"/>
                <a:gd name="T47" fmla="*/ 13 h 48"/>
                <a:gd name="T48" fmla="*/ 3 w 6"/>
                <a:gd name="T49" fmla="*/ 24 h 48"/>
                <a:gd name="T50" fmla="*/ 3 w 6"/>
                <a:gd name="T51" fmla="*/ 17 h 48"/>
                <a:gd name="T52" fmla="*/ 3 w 6"/>
                <a:gd name="T53" fmla="*/ 8 h 48"/>
                <a:gd name="T54" fmla="*/ 3 w 6"/>
                <a:gd name="T55" fmla="*/ 25 h 48"/>
                <a:gd name="T56" fmla="*/ 3 w 6"/>
                <a:gd name="T57" fmla="*/ 33 h 48"/>
                <a:gd name="T58" fmla="*/ 3 w 6"/>
                <a:gd name="T59" fmla="*/ 12 h 48"/>
                <a:gd name="T60" fmla="*/ 4 w 6"/>
                <a:gd name="T61" fmla="*/ 0 h 48"/>
                <a:gd name="T62" fmla="*/ 4 w 6"/>
                <a:gd name="T63" fmla="*/ 13 h 48"/>
                <a:gd name="T64" fmla="*/ 4 w 6"/>
                <a:gd name="T65" fmla="*/ 14 h 48"/>
                <a:gd name="T66" fmla="*/ 4 w 6"/>
                <a:gd name="T67" fmla="*/ 4 h 48"/>
                <a:gd name="T68" fmla="*/ 4 w 6"/>
                <a:gd name="T69" fmla="*/ 8 h 48"/>
                <a:gd name="T70" fmla="*/ 4 w 6"/>
                <a:gd name="T71" fmla="*/ 14 h 48"/>
                <a:gd name="T72" fmla="*/ 4 w 6"/>
                <a:gd name="T73" fmla="*/ 7 h 48"/>
                <a:gd name="T74" fmla="*/ 4 w 6"/>
                <a:gd name="T75" fmla="*/ 13 h 48"/>
                <a:gd name="T76" fmla="*/ 4 w 6"/>
                <a:gd name="T77" fmla="*/ 31 h 48"/>
                <a:gd name="T78" fmla="*/ 5 w 6"/>
                <a:gd name="T79" fmla="*/ 35 h 48"/>
                <a:gd name="T80" fmla="*/ 5 w 6"/>
                <a:gd name="T81" fmla="*/ 30 h 48"/>
                <a:gd name="T82" fmla="*/ 5 w 6"/>
                <a:gd name="T83" fmla="*/ 33 h 48"/>
                <a:gd name="T84" fmla="*/ 5 w 6"/>
                <a:gd name="T85" fmla="*/ 40 h 48"/>
                <a:gd name="T86" fmla="*/ 5 w 6"/>
                <a:gd name="T87" fmla="*/ 39 h 48"/>
                <a:gd name="T88" fmla="*/ 5 w 6"/>
                <a:gd name="T89" fmla="*/ 31 h 48"/>
                <a:gd name="T90" fmla="*/ 5 w 6"/>
                <a:gd name="T91" fmla="*/ 29 h 48"/>
                <a:gd name="T92" fmla="*/ 5 w 6"/>
                <a:gd name="T93" fmla="*/ 35 h 48"/>
                <a:gd name="T94" fmla="*/ 5 w 6"/>
                <a:gd name="T95" fmla="*/ 35 h 48"/>
                <a:gd name="T96" fmla="*/ 6 w 6"/>
                <a:gd name="T97" fmla="*/ 28 h 48"/>
                <a:gd name="T98" fmla="*/ 6 w 6"/>
                <a:gd name="T99" fmla="*/ 26 h 48"/>
                <a:gd name="T100" fmla="*/ 6 w 6"/>
                <a:gd name="T101" fmla="*/ 31 h 48"/>
                <a:gd name="T102" fmla="*/ 6 w 6"/>
                <a:gd name="T103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8">
                  <a:moveTo>
                    <a:pt x="0" y="40"/>
                  </a:moveTo>
                  <a:lnTo>
                    <a:pt x="0" y="48"/>
                  </a:lnTo>
                  <a:lnTo>
                    <a:pt x="0" y="44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0" y="35"/>
                  </a:lnTo>
                  <a:lnTo>
                    <a:pt x="0" y="29"/>
                  </a:lnTo>
                  <a:lnTo>
                    <a:pt x="1" y="36"/>
                  </a:lnTo>
                  <a:lnTo>
                    <a:pt x="1" y="43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1" y="47"/>
                  </a:lnTo>
                  <a:lnTo>
                    <a:pt x="1" y="43"/>
                  </a:lnTo>
                  <a:lnTo>
                    <a:pt x="2" y="33"/>
                  </a:lnTo>
                  <a:lnTo>
                    <a:pt x="2" y="42"/>
                  </a:lnTo>
                  <a:lnTo>
                    <a:pt x="2" y="46"/>
                  </a:lnTo>
                  <a:lnTo>
                    <a:pt x="2" y="30"/>
                  </a:lnTo>
                  <a:lnTo>
                    <a:pt x="2" y="22"/>
                  </a:lnTo>
                  <a:lnTo>
                    <a:pt x="2" y="34"/>
                  </a:lnTo>
                  <a:lnTo>
                    <a:pt x="2" y="3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3" y="24"/>
                  </a:lnTo>
                  <a:lnTo>
                    <a:pt x="3" y="17"/>
                  </a:lnTo>
                  <a:lnTo>
                    <a:pt x="3" y="8"/>
                  </a:lnTo>
                  <a:lnTo>
                    <a:pt x="3" y="25"/>
                  </a:lnTo>
                  <a:lnTo>
                    <a:pt x="3" y="33"/>
                  </a:lnTo>
                  <a:lnTo>
                    <a:pt x="3" y="12"/>
                  </a:lnTo>
                  <a:lnTo>
                    <a:pt x="4" y="0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4" y="4"/>
                  </a:lnTo>
                  <a:lnTo>
                    <a:pt x="4" y="8"/>
                  </a:lnTo>
                  <a:lnTo>
                    <a:pt x="4" y="14"/>
                  </a:lnTo>
                  <a:lnTo>
                    <a:pt x="4" y="7"/>
                  </a:lnTo>
                  <a:lnTo>
                    <a:pt x="4" y="13"/>
                  </a:lnTo>
                  <a:lnTo>
                    <a:pt x="4" y="31"/>
                  </a:lnTo>
                  <a:lnTo>
                    <a:pt x="5" y="35"/>
                  </a:lnTo>
                  <a:lnTo>
                    <a:pt x="5" y="30"/>
                  </a:lnTo>
                  <a:lnTo>
                    <a:pt x="5" y="33"/>
                  </a:lnTo>
                  <a:lnTo>
                    <a:pt x="5" y="40"/>
                  </a:lnTo>
                  <a:lnTo>
                    <a:pt x="5" y="39"/>
                  </a:lnTo>
                  <a:lnTo>
                    <a:pt x="5" y="31"/>
                  </a:lnTo>
                  <a:lnTo>
                    <a:pt x="5" y="29"/>
                  </a:lnTo>
                  <a:lnTo>
                    <a:pt x="5" y="35"/>
                  </a:lnTo>
                  <a:lnTo>
                    <a:pt x="5" y="35"/>
                  </a:lnTo>
                  <a:lnTo>
                    <a:pt x="6" y="28"/>
                  </a:lnTo>
                  <a:lnTo>
                    <a:pt x="6" y="26"/>
                  </a:lnTo>
                  <a:lnTo>
                    <a:pt x="6" y="31"/>
                  </a:lnTo>
                  <a:lnTo>
                    <a:pt x="6" y="3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71" name="Freeform 977"/>
            <p:cNvSpPr/>
            <p:nvPr/>
          </p:nvSpPr>
          <p:spPr bwMode="auto">
            <a:xfrm>
              <a:off x="3338513" y="4662488"/>
              <a:ext cx="9525" cy="65088"/>
            </a:xfrm>
            <a:custGeom>
              <a:avLst/>
              <a:gdLst>
                <a:gd name="T0" fmla="*/ 0 w 6"/>
                <a:gd name="T1" fmla="*/ 0 h 41"/>
                <a:gd name="T2" fmla="*/ 0 w 6"/>
                <a:gd name="T3" fmla="*/ 5 h 41"/>
                <a:gd name="T4" fmla="*/ 0 w 6"/>
                <a:gd name="T5" fmla="*/ 8 h 41"/>
                <a:gd name="T6" fmla="*/ 0 w 6"/>
                <a:gd name="T7" fmla="*/ 9 h 41"/>
                <a:gd name="T8" fmla="*/ 1 w 6"/>
                <a:gd name="T9" fmla="*/ 5 h 41"/>
                <a:gd name="T10" fmla="*/ 1 w 6"/>
                <a:gd name="T11" fmla="*/ 5 h 41"/>
                <a:gd name="T12" fmla="*/ 1 w 6"/>
                <a:gd name="T13" fmla="*/ 9 h 41"/>
                <a:gd name="T14" fmla="*/ 1 w 6"/>
                <a:gd name="T15" fmla="*/ 10 h 41"/>
                <a:gd name="T16" fmla="*/ 1 w 6"/>
                <a:gd name="T17" fmla="*/ 9 h 41"/>
                <a:gd name="T18" fmla="*/ 1 w 6"/>
                <a:gd name="T19" fmla="*/ 9 h 41"/>
                <a:gd name="T20" fmla="*/ 1 w 6"/>
                <a:gd name="T21" fmla="*/ 14 h 41"/>
                <a:gd name="T22" fmla="*/ 1 w 6"/>
                <a:gd name="T23" fmla="*/ 16 h 41"/>
                <a:gd name="T24" fmla="*/ 1 w 6"/>
                <a:gd name="T25" fmla="*/ 13 h 41"/>
                <a:gd name="T26" fmla="*/ 2 w 6"/>
                <a:gd name="T27" fmla="*/ 9 h 41"/>
                <a:gd name="T28" fmla="*/ 2 w 6"/>
                <a:gd name="T29" fmla="*/ 10 h 41"/>
                <a:gd name="T30" fmla="*/ 2 w 6"/>
                <a:gd name="T31" fmla="*/ 12 h 41"/>
                <a:gd name="T32" fmla="*/ 2 w 6"/>
                <a:gd name="T33" fmla="*/ 9 h 41"/>
                <a:gd name="T34" fmla="*/ 2 w 6"/>
                <a:gd name="T35" fmla="*/ 11 h 41"/>
                <a:gd name="T36" fmla="*/ 2 w 6"/>
                <a:gd name="T37" fmla="*/ 18 h 41"/>
                <a:gd name="T38" fmla="*/ 2 w 6"/>
                <a:gd name="T39" fmla="*/ 18 h 41"/>
                <a:gd name="T40" fmla="*/ 3 w 6"/>
                <a:gd name="T41" fmla="*/ 14 h 41"/>
                <a:gd name="T42" fmla="*/ 3 w 6"/>
                <a:gd name="T43" fmla="*/ 19 h 41"/>
                <a:gd name="T44" fmla="*/ 3 w 6"/>
                <a:gd name="T45" fmla="*/ 23 h 41"/>
                <a:gd name="T46" fmla="*/ 3 w 6"/>
                <a:gd name="T47" fmla="*/ 20 h 41"/>
                <a:gd name="T48" fmla="*/ 3 w 6"/>
                <a:gd name="T49" fmla="*/ 17 h 41"/>
                <a:gd name="T50" fmla="*/ 3 w 6"/>
                <a:gd name="T51" fmla="*/ 16 h 41"/>
                <a:gd name="T52" fmla="*/ 3 w 6"/>
                <a:gd name="T53" fmla="*/ 12 h 41"/>
                <a:gd name="T54" fmla="*/ 3 w 6"/>
                <a:gd name="T55" fmla="*/ 6 h 41"/>
                <a:gd name="T56" fmla="*/ 3 w 6"/>
                <a:gd name="T57" fmla="*/ 4 h 41"/>
                <a:gd name="T58" fmla="*/ 4 w 6"/>
                <a:gd name="T59" fmla="*/ 5 h 41"/>
                <a:gd name="T60" fmla="*/ 4 w 6"/>
                <a:gd name="T61" fmla="*/ 3 h 41"/>
                <a:gd name="T62" fmla="*/ 4 w 6"/>
                <a:gd name="T63" fmla="*/ 0 h 41"/>
                <a:gd name="T64" fmla="*/ 4 w 6"/>
                <a:gd name="T65" fmla="*/ 4 h 41"/>
                <a:gd name="T66" fmla="*/ 4 w 6"/>
                <a:gd name="T67" fmla="*/ 7 h 41"/>
                <a:gd name="T68" fmla="*/ 4 w 6"/>
                <a:gd name="T69" fmla="*/ 7 h 41"/>
                <a:gd name="T70" fmla="*/ 4 w 6"/>
                <a:gd name="T71" fmla="*/ 7 h 41"/>
                <a:gd name="T72" fmla="*/ 4 w 6"/>
                <a:gd name="T73" fmla="*/ 9 h 41"/>
                <a:gd name="T74" fmla="*/ 4 w 6"/>
                <a:gd name="T75" fmla="*/ 9 h 41"/>
                <a:gd name="T76" fmla="*/ 5 w 6"/>
                <a:gd name="T77" fmla="*/ 12 h 41"/>
                <a:gd name="T78" fmla="*/ 5 w 6"/>
                <a:gd name="T79" fmla="*/ 14 h 41"/>
                <a:gd name="T80" fmla="*/ 5 w 6"/>
                <a:gd name="T81" fmla="*/ 9 h 41"/>
                <a:gd name="T82" fmla="*/ 5 w 6"/>
                <a:gd name="T83" fmla="*/ 6 h 41"/>
                <a:gd name="T84" fmla="*/ 5 w 6"/>
                <a:gd name="T85" fmla="*/ 12 h 41"/>
                <a:gd name="T86" fmla="*/ 5 w 6"/>
                <a:gd name="T87" fmla="*/ 22 h 41"/>
                <a:gd name="T88" fmla="*/ 6 w 6"/>
                <a:gd name="T89" fmla="*/ 22 h 41"/>
                <a:gd name="T90" fmla="*/ 6 w 6"/>
                <a:gd name="T91" fmla="*/ 17 h 41"/>
                <a:gd name="T92" fmla="*/ 6 w 6"/>
                <a:gd name="T93" fmla="*/ 16 h 41"/>
                <a:gd name="T94" fmla="*/ 6 w 6"/>
                <a:gd name="T95" fmla="*/ 20 h 41"/>
                <a:gd name="T96" fmla="*/ 6 w 6"/>
                <a:gd name="T97" fmla="*/ 26 h 41"/>
                <a:gd name="T98" fmla="*/ 6 w 6"/>
                <a:gd name="T99" fmla="*/ 34 h 41"/>
                <a:gd name="T100" fmla="*/ 6 w 6"/>
                <a:gd name="T101" fmla="*/ 39 h 41"/>
                <a:gd name="T102" fmla="*/ 6 w 6"/>
                <a:gd name="T103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1">
                  <a:moveTo>
                    <a:pt x="0" y="0"/>
                  </a:moveTo>
                  <a:lnTo>
                    <a:pt x="0" y="5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14"/>
                  </a:lnTo>
                  <a:lnTo>
                    <a:pt x="1" y="16"/>
                  </a:lnTo>
                  <a:lnTo>
                    <a:pt x="1" y="13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9"/>
                  </a:lnTo>
                  <a:lnTo>
                    <a:pt x="2" y="11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3" y="14"/>
                  </a:lnTo>
                  <a:lnTo>
                    <a:pt x="3" y="19"/>
                  </a:lnTo>
                  <a:lnTo>
                    <a:pt x="3" y="23"/>
                  </a:lnTo>
                  <a:lnTo>
                    <a:pt x="3" y="20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3" y="12"/>
                  </a:lnTo>
                  <a:lnTo>
                    <a:pt x="3" y="6"/>
                  </a:lnTo>
                  <a:lnTo>
                    <a:pt x="3" y="4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0"/>
                  </a:lnTo>
                  <a:lnTo>
                    <a:pt x="4" y="4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9"/>
                  </a:lnTo>
                  <a:lnTo>
                    <a:pt x="4" y="9"/>
                  </a:lnTo>
                  <a:lnTo>
                    <a:pt x="5" y="12"/>
                  </a:lnTo>
                  <a:lnTo>
                    <a:pt x="5" y="14"/>
                  </a:lnTo>
                  <a:lnTo>
                    <a:pt x="5" y="9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22"/>
                  </a:lnTo>
                  <a:lnTo>
                    <a:pt x="6" y="22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6" y="20"/>
                  </a:lnTo>
                  <a:lnTo>
                    <a:pt x="6" y="26"/>
                  </a:lnTo>
                  <a:lnTo>
                    <a:pt x="6" y="34"/>
                  </a:lnTo>
                  <a:lnTo>
                    <a:pt x="6" y="39"/>
                  </a:lnTo>
                  <a:lnTo>
                    <a:pt x="6" y="4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72" name="Freeform 978"/>
            <p:cNvSpPr/>
            <p:nvPr/>
          </p:nvSpPr>
          <p:spPr bwMode="auto">
            <a:xfrm>
              <a:off x="3348038" y="4724401"/>
              <a:ext cx="11113" cy="261938"/>
            </a:xfrm>
            <a:custGeom>
              <a:avLst/>
              <a:gdLst>
                <a:gd name="T0" fmla="*/ 0 w 7"/>
                <a:gd name="T1" fmla="*/ 0 h 165"/>
                <a:gd name="T2" fmla="*/ 0 w 7"/>
                <a:gd name="T3" fmla="*/ 2 h 165"/>
                <a:gd name="T4" fmla="*/ 0 w 7"/>
                <a:gd name="T5" fmla="*/ 6 h 165"/>
                <a:gd name="T6" fmla="*/ 1 w 7"/>
                <a:gd name="T7" fmla="*/ 12 h 165"/>
                <a:gd name="T8" fmla="*/ 1 w 7"/>
                <a:gd name="T9" fmla="*/ 12 h 165"/>
                <a:gd name="T10" fmla="*/ 1 w 7"/>
                <a:gd name="T11" fmla="*/ 11 h 165"/>
                <a:gd name="T12" fmla="*/ 1 w 7"/>
                <a:gd name="T13" fmla="*/ 15 h 165"/>
                <a:gd name="T14" fmla="*/ 1 w 7"/>
                <a:gd name="T15" fmla="*/ 25 h 165"/>
                <a:gd name="T16" fmla="*/ 1 w 7"/>
                <a:gd name="T17" fmla="*/ 27 h 165"/>
                <a:gd name="T18" fmla="*/ 2 w 7"/>
                <a:gd name="T19" fmla="*/ 24 h 165"/>
                <a:gd name="T20" fmla="*/ 2 w 7"/>
                <a:gd name="T21" fmla="*/ 32 h 165"/>
                <a:gd name="T22" fmla="*/ 2 w 7"/>
                <a:gd name="T23" fmla="*/ 40 h 165"/>
                <a:gd name="T24" fmla="*/ 2 w 7"/>
                <a:gd name="T25" fmla="*/ 29 h 165"/>
                <a:gd name="T26" fmla="*/ 2 w 7"/>
                <a:gd name="T27" fmla="*/ 29 h 165"/>
                <a:gd name="T28" fmla="*/ 2 w 7"/>
                <a:gd name="T29" fmla="*/ 56 h 165"/>
                <a:gd name="T30" fmla="*/ 2 w 7"/>
                <a:gd name="T31" fmla="*/ 66 h 165"/>
                <a:gd name="T32" fmla="*/ 2 w 7"/>
                <a:gd name="T33" fmla="*/ 47 h 165"/>
                <a:gd name="T34" fmla="*/ 2 w 7"/>
                <a:gd name="T35" fmla="*/ 44 h 165"/>
                <a:gd name="T36" fmla="*/ 3 w 7"/>
                <a:gd name="T37" fmla="*/ 57 h 165"/>
                <a:gd name="T38" fmla="*/ 3 w 7"/>
                <a:gd name="T39" fmla="*/ 61 h 165"/>
                <a:gd name="T40" fmla="*/ 3 w 7"/>
                <a:gd name="T41" fmla="*/ 71 h 165"/>
                <a:gd name="T42" fmla="*/ 3 w 7"/>
                <a:gd name="T43" fmla="*/ 89 h 165"/>
                <a:gd name="T44" fmla="*/ 3 w 7"/>
                <a:gd name="T45" fmla="*/ 76 h 165"/>
                <a:gd name="T46" fmla="*/ 3 w 7"/>
                <a:gd name="T47" fmla="*/ 56 h 165"/>
                <a:gd name="T48" fmla="*/ 3 w 7"/>
                <a:gd name="T49" fmla="*/ 83 h 165"/>
                <a:gd name="T50" fmla="*/ 3 w 7"/>
                <a:gd name="T51" fmla="*/ 119 h 165"/>
                <a:gd name="T52" fmla="*/ 3 w 7"/>
                <a:gd name="T53" fmla="*/ 107 h 165"/>
                <a:gd name="T54" fmla="*/ 4 w 7"/>
                <a:gd name="T55" fmla="*/ 85 h 165"/>
                <a:gd name="T56" fmla="*/ 4 w 7"/>
                <a:gd name="T57" fmla="*/ 103 h 165"/>
                <a:gd name="T58" fmla="*/ 4 w 7"/>
                <a:gd name="T59" fmla="*/ 128 h 165"/>
                <a:gd name="T60" fmla="*/ 4 w 7"/>
                <a:gd name="T61" fmla="*/ 117 h 165"/>
                <a:gd name="T62" fmla="*/ 4 w 7"/>
                <a:gd name="T63" fmla="*/ 94 h 165"/>
                <a:gd name="T64" fmla="*/ 4 w 7"/>
                <a:gd name="T65" fmla="*/ 93 h 165"/>
                <a:gd name="T66" fmla="*/ 4 w 7"/>
                <a:gd name="T67" fmla="*/ 103 h 165"/>
                <a:gd name="T68" fmla="*/ 5 w 7"/>
                <a:gd name="T69" fmla="*/ 126 h 165"/>
                <a:gd name="T70" fmla="*/ 5 w 7"/>
                <a:gd name="T71" fmla="*/ 155 h 165"/>
                <a:gd name="T72" fmla="*/ 5 w 7"/>
                <a:gd name="T73" fmla="*/ 143 h 165"/>
                <a:gd name="T74" fmla="*/ 5 w 7"/>
                <a:gd name="T75" fmla="*/ 102 h 165"/>
                <a:gd name="T76" fmla="*/ 5 w 7"/>
                <a:gd name="T77" fmla="*/ 107 h 165"/>
                <a:gd name="T78" fmla="*/ 5 w 7"/>
                <a:gd name="T79" fmla="*/ 156 h 165"/>
                <a:gd name="T80" fmla="*/ 5 w 7"/>
                <a:gd name="T81" fmla="*/ 165 h 165"/>
                <a:gd name="T82" fmla="*/ 5 w 7"/>
                <a:gd name="T83" fmla="*/ 119 h 165"/>
                <a:gd name="T84" fmla="*/ 5 w 7"/>
                <a:gd name="T85" fmla="*/ 76 h 165"/>
                <a:gd name="T86" fmla="*/ 6 w 7"/>
                <a:gd name="T87" fmla="*/ 59 h 165"/>
                <a:gd name="T88" fmla="*/ 6 w 7"/>
                <a:gd name="T89" fmla="*/ 61 h 165"/>
                <a:gd name="T90" fmla="*/ 6 w 7"/>
                <a:gd name="T91" fmla="*/ 70 h 165"/>
                <a:gd name="T92" fmla="*/ 6 w 7"/>
                <a:gd name="T93" fmla="*/ 63 h 165"/>
                <a:gd name="T94" fmla="*/ 6 w 7"/>
                <a:gd name="T95" fmla="*/ 30 h 165"/>
                <a:gd name="T96" fmla="*/ 6 w 7"/>
                <a:gd name="T97" fmla="*/ 10 h 165"/>
                <a:gd name="T98" fmla="*/ 7 w 7"/>
                <a:gd name="T99" fmla="*/ 25 h 165"/>
                <a:gd name="T100" fmla="*/ 7 w 7"/>
                <a:gd name="T101" fmla="*/ 34 h 165"/>
                <a:gd name="T102" fmla="*/ 7 w 7"/>
                <a:gd name="T103" fmla="*/ 11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65">
                  <a:moveTo>
                    <a:pt x="0" y="0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1" y="15"/>
                  </a:lnTo>
                  <a:lnTo>
                    <a:pt x="1" y="25"/>
                  </a:lnTo>
                  <a:lnTo>
                    <a:pt x="1" y="27"/>
                  </a:lnTo>
                  <a:lnTo>
                    <a:pt x="2" y="24"/>
                  </a:lnTo>
                  <a:lnTo>
                    <a:pt x="2" y="32"/>
                  </a:lnTo>
                  <a:lnTo>
                    <a:pt x="2" y="40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56"/>
                  </a:lnTo>
                  <a:lnTo>
                    <a:pt x="2" y="66"/>
                  </a:lnTo>
                  <a:lnTo>
                    <a:pt x="2" y="47"/>
                  </a:lnTo>
                  <a:lnTo>
                    <a:pt x="2" y="44"/>
                  </a:lnTo>
                  <a:lnTo>
                    <a:pt x="3" y="57"/>
                  </a:lnTo>
                  <a:lnTo>
                    <a:pt x="3" y="61"/>
                  </a:lnTo>
                  <a:lnTo>
                    <a:pt x="3" y="71"/>
                  </a:lnTo>
                  <a:lnTo>
                    <a:pt x="3" y="89"/>
                  </a:lnTo>
                  <a:lnTo>
                    <a:pt x="3" y="76"/>
                  </a:lnTo>
                  <a:lnTo>
                    <a:pt x="3" y="56"/>
                  </a:lnTo>
                  <a:lnTo>
                    <a:pt x="3" y="83"/>
                  </a:lnTo>
                  <a:lnTo>
                    <a:pt x="3" y="119"/>
                  </a:lnTo>
                  <a:lnTo>
                    <a:pt x="3" y="107"/>
                  </a:lnTo>
                  <a:lnTo>
                    <a:pt x="4" y="85"/>
                  </a:lnTo>
                  <a:lnTo>
                    <a:pt x="4" y="103"/>
                  </a:lnTo>
                  <a:lnTo>
                    <a:pt x="4" y="128"/>
                  </a:lnTo>
                  <a:lnTo>
                    <a:pt x="4" y="117"/>
                  </a:lnTo>
                  <a:lnTo>
                    <a:pt x="4" y="94"/>
                  </a:lnTo>
                  <a:lnTo>
                    <a:pt x="4" y="93"/>
                  </a:lnTo>
                  <a:lnTo>
                    <a:pt x="4" y="103"/>
                  </a:lnTo>
                  <a:lnTo>
                    <a:pt x="5" y="126"/>
                  </a:lnTo>
                  <a:lnTo>
                    <a:pt x="5" y="155"/>
                  </a:lnTo>
                  <a:lnTo>
                    <a:pt x="5" y="143"/>
                  </a:lnTo>
                  <a:lnTo>
                    <a:pt x="5" y="102"/>
                  </a:lnTo>
                  <a:lnTo>
                    <a:pt x="5" y="107"/>
                  </a:lnTo>
                  <a:lnTo>
                    <a:pt x="5" y="156"/>
                  </a:lnTo>
                  <a:lnTo>
                    <a:pt x="5" y="165"/>
                  </a:lnTo>
                  <a:lnTo>
                    <a:pt x="5" y="119"/>
                  </a:lnTo>
                  <a:lnTo>
                    <a:pt x="5" y="76"/>
                  </a:lnTo>
                  <a:lnTo>
                    <a:pt x="6" y="59"/>
                  </a:lnTo>
                  <a:lnTo>
                    <a:pt x="6" y="61"/>
                  </a:lnTo>
                  <a:lnTo>
                    <a:pt x="6" y="70"/>
                  </a:lnTo>
                  <a:lnTo>
                    <a:pt x="6" y="63"/>
                  </a:lnTo>
                  <a:lnTo>
                    <a:pt x="6" y="30"/>
                  </a:lnTo>
                  <a:lnTo>
                    <a:pt x="6" y="10"/>
                  </a:lnTo>
                  <a:lnTo>
                    <a:pt x="7" y="25"/>
                  </a:lnTo>
                  <a:lnTo>
                    <a:pt x="7" y="34"/>
                  </a:lnTo>
                  <a:lnTo>
                    <a:pt x="7" y="1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73" name="Freeform 979"/>
            <p:cNvSpPr/>
            <p:nvPr/>
          </p:nvSpPr>
          <p:spPr bwMode="auto">
            <a:xfrm>
              <a:off x="3359150" y="4606926"/>
              <a:ext cx="9525" cy="171450"/>
            </a:xfrm>
            <a:custGeom>
              <a:avLst/>
              <a:gdLst>
                <a:gd name="T0" fmla="*/ 0 w 6"/>
                <a:gd name="T1" fmla="*/ 108 h 108"/>
                <a:gd name="T2" fmla="*/ 0 w 6"/>
                <a:gd name="T3" fmla="*/ 85 h 108"/>
                <a:gd name="T4" fmla="*/ 0 w 6"/>
                <a:gd name="T5" fmla="*/ 62 h 108"/>
                <a:gd name="T6" fmla="*/ 0 w 6"/>
                <a:gd name="T7" fmla="*/ 61 h 108"/>
                <a:gd name="T8" fmla="*/ 0 w 6"/>
                <a:gd name="T9" fmla="*/ 57 h 108"/>
                <a:gd name="T10" fmla="*/ 0 w 6"/>
                <a:gd name="T11" fmla="*/ 41 h 108"/>
                <a:gd name="T12" fmla="*/ 0 w 6"/>
                <a:gd name="T13" fmla="*/ 32 h 108"/>
                <a:gd name="T14" fmla="*/ 0 w 6"/>
                <a:gd name="T15" fmla="*/ 31 h 108"/>
                <a:gd name="T16" fmla="*/ 1 w 6"/>
                <a:gd name="T17" fmla="*/ 32 h 108"/>
                <a:gd name="T18" fmla="*/ 1 w 6"/>
                <a:gd name="T19" fmla="*/ 41 h 108"/>
                <a:gd name="T20" fmla="*/ 1 w 6"/>
                <a:gd name="T21" fmla="*/ 45 h 108"/>
                <a:gd name="T22" fmla="*/ 1 w 6"/>
                <a:gd name="T23" fmla="*/ 33 h 108"/>
                <a:gd name="T24" fmla="*/ 1 w 6"/>
                <a:gd name="T25" fmla="*/ 22 h 108"/>
                <a:gd name="T26" fmla="*/ 1 w 6"/>
                <a:gd name="T27" fmla="*/ 29 h 108"/>
                <a:gd name="T28" fmla="*/ 1 w 6"/>
                <a:gd name="T29" fmla="*/ 35 h 108"/>
                <a:gd name="T30" fmla="*/ 1 w 6"/>
                <a:gd name="T31" fmla="*/ 34 h 108"/>
                <a:gd name="T32" fmla="*/ 1 w 6"/>
                <a:gd name="T33" fmla="*/ 40 h 108"/>
                <a:gd name="T34" fmla="*/ 2 w 6"/>
                <a:gd name="T35" fmla="*/ 52 h 108"/>
                <a:gd name="T36" fmla="*/ 2 w 6"/>
                <a:gd name="T37" fmla="*/ 53 h 108"/>
                <a:gd name="T38" fmla="*/ 2 w 6"/>
                <a:gd name="T39" fmla="*/ 44 h 108"/>
                <a:gd name="T40" fmla="*/ 2 w 6"/>
                <a:gd name="T41" fmla="*/ 41 h 108"/>
                <a:gd name="T42" fmla="*/ 2 w 6"/>
                <a:gd name="T43" fmla="*/ 43 h 108"/>
                <a:gd name="T44" fmla="*/ 2 w 6"/>
                <a:gd name="T45" fmla="*/ 37 h 108"/>
                <a:gd name="T46" fmla="*/ 3 w 6"/>
                <a:gd name="T47" fmla="*/ 24 h 108"/>
                <a:gd name="T48" fmla="*/ 3 w 6"/>
                <a:gd name="T49" fmla="*/ 12 h 108"/>
                <a:gd name="T50" fmla="*/ 3 w 6"/>
                <a:gd name="T51" fmla="*/ 2 h 108"/>
                <a:gd name="T52" fmla="*/ 3 w 6"/>
                <a:gd name="T53" fmla="*/ 0 h 108"/>
                <a:gd name="T54" fmla="*/ 3 w 6"/>
                <a:gd name="T55" fmla="*/ 3 h 108"/>
                <a:gd name="T56" fmla="*/ 3 w 6"/>
                <a:gd name="T57" fmla="*/ 4 h 108"/>
                <a:gd name="T58" fmla="*/ 3 w 6"/>
                <a:gd name="T59" fmla="*/ 5 h 108"/>
                <a:gd name="T60" fmla="*/ 3 w 6"/>
                <a:gd name="T61" fmla="*/ 12 h 108"/>
                <a:gd name="T62" fmla="*/ 3 w 6"/>
                <a:gd name="T63" fmla="*/ 24 h 108"/>
                <a:gd name="T64" fmla="*/ 4 w 6"/>
                <a:gd name="T65" fmla="*/ 27 h 108"/>
                <a:gd name="T66" fmla="*/ 4 w 6"/>
                <a:gd name="T67" fmla="*/ 16 h 108"/>
                <a:gd name="T68" fmla="*/ 4 w 6"/>
                <a:gd name="T69" fmla="*/ 8 h 108"/>
                <a:gd name="T70" fmla="*/ 4 w 6"/>
                <a:gd name="T71" fmla="*/ 17 h 108"/>
                <a:gd name="T72" fmla="*/ 4 w 6"/>
                <a:gd name="T73" fmla="*/ 29 h 108"/>
                <a:gd name="T74" fmla="*/ 4 w 6"/>
                <a:gd name="T75" fmla="*/ 30 h 108"/>
                <a:gd name="T76" fmla="*/ 5 w 6"/>
                <a:gd name="T77" fmla="*/ 28 h 108"/>
                <a:gd name="T78" fmla="*/ 5 w 6"/>
                <a:gd name="T79" fmla="*/ 29 h 108"/>
                <a:gd name="T80" fmla="*/ 5 w 6"/>
                <a:gd name="T81" fmla="*/ 34 h 108"/>
                <a:gd name="T82" fmla="*/ 5 w 6"/>
                <a:gd name="T83" fmla="*/ 46 h 108"/>
                <a:gd name="T84" fmla="*/ 5 w 6"/>
                <a:gd name="T85" fmla="*/ 55 h 108"/>
                <a:gd name="T86" fmla="*/ 5 w 6"/>
                <a:gd name="T87" fmla="*/ 55 h 108"/>
                <a:gd name="T88" fmla="*/ 5 w 6"/>
                <a:gd name="T89" fmla="*/ 60 h 108"/>
                <a:gd name="T90" fmla="*/ 5 w 6"/>
                <a:gd name="T91" fmla="*/ 74 h 108"/>
                <a:gd name="T92" fmla="*/ 5 w 6"/>
                <a:gd name="T93" fmla="*/ 73 h 108"/>
                <a:gd name="T94" fmla="*/ 6 w 6"/>
                <a:gd name="T95" fmla="*/ 61 h 108"/>
                <a:gd name="T96" fmla="*/ 6 w 6"/>
                <a:gd name="T97" fmla="*/ 63 h 108"/>
                <a:gd name="T98" fmla="*/ 6 w 6"/>
                <a:gd name="T99" fmla="*/ 74 h 108"/>
                <a:gd name="T100" fmla="*/ 6 w 6"/>
                <a:gd name="T101" fmla="*/ 73 h 108"/>
                <a:gd name="T102" fmla="*/ 6 w 6"/>
                <a:gd name="T103" fmla="*/ 6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08">
                  <a:moveTo>
                    <a:pt x="0" y="108"/>
                  </a:moveTo>
                  <a:lnTo>
                    <a:pt x="0" y="85"/>
                  </a:lnTo>
                  <a:lnTo>
                    <a:pt x="0" y="62"/>
                  </a:lnTo>
                  <a:lnTo>
                    <a:pt x="0" y="61"/>
                  </a:lnTo>
                  <a:lnTo>
                    <a:pt x="0" y="57"/>
                  </a:lnTo>
                  <a:lnTo>
                    <a:pt x="0" y="41"/>
                  </a:lnTo>
                  <a:lnTo>
                    <a:pt x="0" y="32"/>
                  </a:lnTo>
                  <a:lnTo>
                    <a:pt x="0" y="31"/>
                  </a:lnTo>
                  <a:lnTo>
                    <a:pt x="1" y="32"/>
                  </a:lnTo>
                  <a:lnTo>
                    <a:pt x="1" y="41"/>
                  </a:lnTo>
                  <a:lnTo>
                    <a:pt x="1" y="45"/>
                  </a:lnTo>
                  <a:lnTo>
                    <a:pt x="1" y="33"/>
                  </a:lnTo>
                  <a:lnTo>
                    <a:pt x="1" y="22"/>
                  </a:lnTo>
                  <a:lnTo>
                    <a:pt x="1" y="29"/>
                  </a:lnTo>
                  <a:lnTo>
                    <a:pt x="1" y="35"/>
                  </a:lnTo>
                  <a:lnTo>
                    <a:pt x="1" y="34"/>
                  </a:lnTo>
                  <a:lnTo>
                    <a:pt x="1" y="40"/>
                  </a:lnTo>
                  <a:lnTo>
                    <a:pt x="2" y="52"/>
                  </a:lnTo>
                  <a:lnTo>
                    <a:pt x="2" y="53"/>
                  </a:lnTo>
                  <a:lnTo>
                    <a:pt x="2" y="44"/>
                  </a:lnTo>
                  <a:lnTo>
                    <a:pt x="2" y="41"/>
                  </a:lnTo>
                  <a:lnTo>
                    <a:pt x="2" y="43"/>
                  </a:lnTo>
                  <a:lnTo>
                    <a:pt x="2" y="37"/>
                  </a:lnTo>
                  <a:lnTo>
                    <a:pt x="3" y="24"/>
                  </a:lnTo>
                  <a:lnTo>
                    <a:pt x="3" y="12"/>
                  </a:lnTo>
                  <a:lnTo>
                    <a:pt x="3" y="2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12"/>
                  </a:lnTo>
                  <a:lnTo>
                    <a:pt x="3" y="24"/>
                  </a:lnTo>
                  <a:lnTo>
                    <a:pt x="4" y="27"/>
                  </a:lnTo>
                  <a:lnTo>
                    <a:pt x="4" y="16"/>
                  </a:lnTo>
                  <a:lnTo>
                    <a:pt x="4" y="8"/>
                  </a:lnTo>
                  <a:lnTo>
                    <a:pt x="4" y="17"/>
                  </a:lnTo>
                  <a:lnTo>
                    <a:pt x="4" y="29"/>
                  </a:lnTo>
                  <a:lnTo>
                    <a:pt x="4" y="30"/>
                  </a:lnTo>
                  <a:lnTo>
                    <a:pt x="5" y="28"/>
                  </a:lnTo>
                  <a:lnTo>
                    <a:pt x="5" y="29"/>
                  </a:lnTo>
                  <a:lnTo>
                    <a:pt x="5" y="34"/>
                  </a:lnTo>
                  <a:lnTo>
                    <a:pt x="5" y="46"/>
                  </a:lnTo>
                  <a:lnTo>
                    <a:pt x="5" y="55"/>
                  </a:lnTo>
                  <a:lnTo>
                    <a:pt x="5" y="55"/>
                  </a:lnTo>
                  <a:lnTo>
                    <a:pt x="5" y="60"/>
                  </a:lnTo>
                  <a:lnTo>
                    <a:pt x="5" y="74"/>
                  </a:lnTo>
                  <a:lnTo>
                    <a:pt x="5" y="73"/>
                  </a:lnTo>
                  <a:lnTo>
                    <a:pt x="6" y="61"/>
                  </a:lnTo>
                  <a:lnTo>
                    <a:pt x="6" y="63"/>
                  </a:lnTo>
                  <a:lnTo>
                    <a:pt x="6" y="74"/>
                  </a:lnTo>
                  <a:lnTo>
                    <a:pt x="6" y="73"/>
                  </a:lnTo>
                  <a:lnTo>
                    <a:pt x="6" y="6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74" name="Freeform 980"/>
            <p:cNvSpPr/>
            <p:nvPr/>
          </p:nvSpPr>
          <p:spPr bwMode="auto">
            <a:xfrm>
              <a:off x="3368675" y="4619626"/>
              <a:ext cx="9525" cy="103188"/>
            </a:xfrm>
            <a:custGeom>
              <a:avLst/>
              <a:gdLst>
                <a:gd name="T0" fmla="*/ 0 w 6"/>
                <a:gd name="T1" fmla="*/ 65 h 65"/>
                <a:gd name="T2" fmla="*/ 0 w 6"/>
                <a:gd name="T3" fmla="*/ 54 h 65"/>
                <a:gd name="T4" fmla="*/ 0 w 6"/>
                <a:gd name="T5" fmla="*/ 43 h 65"/>
                <a:gd name="T6" fmla="*/ 0 w 6"/>
                <a:gd name="T7" fmla="*/ 32 h 65"/>
                <a:gd name="T8" fmla="*/ 0 w 6"/>
                <a:gd name="T9" fmla="*/ 25 h 65"/>
                <a:gd name="T10" fmla="*/ 0 w 6"/>
                <a:gd name="T11" fmla="*/ 25 h 65"/>
                <a:gd name="T12" fmla="*/ 0 w 6"/>
                <a:gd name="T13" fmla="*/ 28 h 65"/>
                <a:gd name="T14" fmla="*/ 1 w 6"/>
                <a:gd name="T15" fmla="*/ 27 h 65"/>
                <a:gd name="T16" fmla="*/ 1 w 6"/>
                <a:gd name="T17" fmla="*/ 24 h 65"/>
                <a:gd name="T18" fmla="*/ 1 w 6"/>
                <a:gd name="T19" fmla="*/ 31 h 65"/>
                <a:gd name="T20" fmla="*/ 1 w 6"/>
                <a:gd name="T21" fmla="*/ 38 h 65"/>
                <a:gd name="T22" fmla="*/ 1 w 6"/>
                <a:gd name="T23" fmla="*/ 34 h 65"/>
                <a:gd name="T24" fmla="*/ 1 w 6"/>
                <a:gd name="T25" fmla="*/ 34 h 65"/>
                <a:gd name="T26" fmla="*/ 2 w 6"/>
                <a:gd name="T27" fmla="*/ 46 h 65"/>
                <a:gd name="T28" fmla="*/ 2 w 6"/>
                <a:gd name="T29" fmla="*/ 49 h 65"/>
                <a:gd name="T30" fmla="*/ 2 w 6"/>
                <a:gd name="T31" fmla="*/ 42 h 65"/>
                <a:gd name="T32" fmla="*/ 2 w 6"/>
                <a:gd name="T33" fmla="*/ 40 h 65"/>
                <a:gd name="T34" fmla="*/ 2 w 6"/>
                <a:gd name="T35" fmla="*/ 42 h 65"/>
                <a:gd name="T36" fmla="*/ 2 w 6"/>
                <a:gd name="T37" fmla="*/ 44 h 65"/>
                <a:gd name="T38" fmla="*/ 2 w 6"/>
                <a:gd name="T39" fmla="*/ 51 h 65"/>
                <a:gd name="T40" fmla="*/ 2 w 6"/>
                <a:gd name="T41" fmla="*/ 59 h 65"/>
                <a:gd name="T42" fmla="*/ 2 w 6"/>
                <a:gd name="T43" fmla="*/ 54 h 65"/>
                <a:gd name="T44" fmla="*/ 3 w 6"/>
                <a:gd name="T45" fmla="*/ 44 h 65"/>
                <a:gd name="T46" fmla="*/ 3 w 6"/>
                <a:gd name="T47" fmla="*/ 46 h 65"/>
                <a:gd name="T48" fmla="*/ 3 w 6"/>
                <a:gd name="T49" fmla="*/ 54 h 65"/>
                <a:gd name="T50" fmla="*/ 3 w 6"/>
                <a:gd name="T51" fmla="*/ 51 h 65"/>
                <a:gd name="T52" fmla="*/ 3 w 6"/>
                <a:gd name="T53" fmla="*/ 47 h 65"/>
                <a:gd name="T54" fmla="*/ 3 w 6"/>
                <a:gd name="T55" fmla="*/ 48 h 65"/>
                <a:gd name="T56" fmla="*/ 4 w 6"/>
                <a:gd name="T57" fmla="*/ 42 h 65"/>
                <a:gd name="T58" fmla="*/ 4 w 6"/>
                <a:gd name="T59" fmla="*/ 36 h 65"/>
                <a:gd name="T60" fmla="*/ 4 w 6"/>
                <a:gd name="T61" fmla="*/ 37 h 65"/>
                <a:gd name="T62" fmla="*/ 4 w 6"/>
                <a:gd name="T63" fmla="*/ 38 h 65"/>
                <a:gd name="T64" fmla="*/ 4 w 6"/>
                <a:gd name="T65" fmla="*/ 27 h 65"/>
                <a:gd name="T66" fmla="*/ 4 w 6"/>
                <a:gd name="T67" fmla="*/ 16 h 65"/>
                <a:gd name="T68" fmla="*/ 4 w 6"/>
                <a:gd name="T69" fmla="*/ 12 h 65"/>
                <a:gd name="T70" fmla="*/ 4 w 6"/>
                <a:gd name="T71" fmla="*/ 6 h 65"/>
                <a:gd name="T72" fmla="*/ 4 w 6"/>
                <a:gd name="T73" fmla="*/ 0 h 65"/>
                <a:gd name="T74" fmla="*/ 5 w 6"/>
                <a:gd name="T75" fmla="*/ 0 h 65"/>
                <a:gd name="T76" fmla="*/ 5 w 6"/>
                <a:gd name="T77" fmla="*/ 2 h 65"/>
                <a:gd name="T78" fmla="*/ 5 w 6"/>
                <a:gd name="T79" fmla="*/ 1 h 65"/>
                <a:gd name="T80" fmla="*/ 5 w 6"/>
                <a:gd name="T81" fmla="*/ 4 h 65"/>
                <a:gd name="T82" fmla="*/ 5 w 6"/>
                <a:gd name="T83" fmla="*/ 13 h 65"/>
                <a:gd name="T84" fmla="*/ 5 w 6"/>
                <a:gd name="T85" fmla="*/ 21 h 65"/>
                <a:gd name="T86" fmla="*/ 5 w 6"/>
                <a:gd name="T87" fmla="*/ 21 h 65"/>
                <a:gd name="T88" fmla="*/ 5 w 6"/>
                <a:gd name="T89" fmla="*/ 15 h 65"/>
                <a:gd name="T90" fmla="*/ 5 w 6"/>
                <a:gd name="T91" fmla="*/ 18 h 65"/>
                <a:gd name="T92" fmla="*/ 6 w 6"/>
                <a:gd name="T93" fmla="*/ 26 h 65"/>
                <a:gd name="T94" fmla="*/ 6 w 6"/>
                <a:gd name="T95" fmla="*/ 27 h 65"/>
                <a:gd name="T96" fmla="*/ 6 w 6"/>
                <a:gd name="T97" fmla="*/ 29 h 65"/>
                <a:gd name="T98" fmla="*/ 6 w 6"/>
                <a:gd name="T99" fmla="*/ 35 h 65"/>
                <a:gd name="T100" fmla="*/ 6 w 6"/>
                <a:gd name="T101" fmla="*/ 35 h 65"/>
                <a:gd name="T102" fmla="*/ 6 w 6"/>
                <a:gd name="T103" fmla="*/ 34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5">
                  <a:moveTo>
                    <a:pt x="0" y="65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0" y="32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1" y="27"/>
                  </a:lnTo>
                  <a:lnTo>
                    <a:pt x="1" y="24"/>
                  </a:lnTo>
                  <a:lnTo>
                    <a:pt x="1" y="31"/>
                  </a:lnTo>
                  <a:lnTo>
                    <a:pt x="1" y="38"/>
                  </a:lnTo>
                  <a:lnTo>
                    <a:pt x="1" y="34"/>
                  </a:lnTo>
                  <a:lnTo>
                    <a:pt x="1" y="34"/>
                  </a:lnTo>
                  <a:lnTo>
                    <a:pt x="2" y="46"/>
                  </a:lnTo>
                  <a:lnTo>
                    <a:pt x="2" y="49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2" y="51"/>
                  </a:lnTo>
                  <a:lnTo>
                    <a:pt x="2" y="59"/>
                  </a:lnTo>
                  <a:lnTo>
                    <a:pt x="2" y="54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54"/>
                  </a:lnTo>
                  <a:lnTo>
                    <a:pt x="3" y="51"/>
                  </a:lnTo>
                  <a:lnTo>
                    <a:pt x="3" y="47"/>
                  </a:lnTo>
                  <a:lnTo>
                    <a:pt x="3" y="48"/>
                  </a:lnTo>
                  <a:lnTo>
                    <a:pt x="4" y="42"/>
                  </a:lnTo>
                  <a:lnTo>
                    <a:pt x="4" y="36"/>
                  </a:lnTo>
                  <a:lnTo>
                    <a:pt x="4" y="37"/>
                  </a:lnTo>
                  <a:lnTo>
                    <a:pt x="4" y="38"/>
                  </a:lnTo>
                  <a:lnTo>
                    <a:pt x="4" y="27"/>
                  </a:lnTo>
                  <a:lnTo>
                    <a:pt x="4" y="16"/>
                  </a:lnTo>
                  <a:lnTo>
                    <a:pt x="4" y="12"/>
                  </a:lnTo>
                  <a:lnTo>
                    <a:pt x="4" y="6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5" y="1"/>
                  </a:lnTo>
                  <a:lnTo>
                    <a:pt x="5" y="4"/>
                  </a:lnTo>
                  <a:lnTo>
                    <a:pt x="5" y="13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15"/>
                  </a:lnTo>
                  <a:lnTo>
                    <a:pt x="5" y="18"/>
                  </a:lnTo>
                  <a:lnTo>
                    <a:pt x="6" y="26"/>
                  </a:lnTo>
                  <a:lnTo>
                    <a:pt x="6" y="27"/>
                  </a:lnTo>
                  <a:lnTo>
                    <a:pt x="6" y="29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6" y="3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75" name="Freeform 981"/>
            <p:cNvSpPr/>
            <p:nvPr/>
          </p:nvSpPr>
          <p:spPr bwMode="auto">
            <a:xfrm>
              <a:off x="3378200" y="4673601"/>
              <a:ext cx="11113" cy="47625"/>
            </a:xfrm>
            <a:custGeom>
              <a:avLst/>
              <a:gdLst>
                <a:gd name="T0" fmla="*/ 0 w 7"/>
                <a:gd name="T1" fmla="*/ 1 h 30"/>
                <a:gd name="T2" fmla="*/ 0 w 7"/>
                <a:gd name="T3" fmla="*/ 0 h 30"/>
                <a:gd name="T4" fmla="*/ 1 w 7"/>
                <a:gd name="T5" fmla="*/ 7 h 30"/>
                <a:gd name="T6" fmla="*/ 1 w 7"/>
                <a:gd name="T7" fmla="*/ 16 h 30"/>
                <a:gd name="T8" fmla="*/ 1 w 7"/>
                <a:gd name="T9" fmla="*/ 14 h 30"/>
                <a:gd name="T10" fmla="*/ 1 w 7"/>
                <a:gd name="T11" fmla="*/ 6 h 30"/>
                <a:gd name="T12" fmla="*/ 1 w 7"/>
                <a:gd name="T13" fmla="*/ 6 h 30"/>
                <a:gd name="T14" fmla="*/ 1 w 7"/>
                <a:gd name="T15" fmla="*/ 12 h 30"/>
                <a:gd name="T16" fmla="*/ 1 w 7"/>
                <a:gd name="T17" fmla="*/ 9 h 30"/>
                <a:gd name="T18" fmla="*/ 1 w 7"/>
                <a:gd name="T19" fmla="*/ 4 h 30"/>
                <a:gd name="T20" fmla="*/ 1 w 7"/>
                <a:gd name="T21" fmla="*/ 6 h 30"/>
                <a:gd name="T22" fmla="*/ 2 w 7"/>
                <a:gd name="T23" fmla="*/ 8 h 30"/>
                <a:gd name="T24" fmla="*/ 2 w 7"/>
                <a:gd name="T25" fmla="*/ 8 h 30"/>
                <a:gd name="T26" fmla="*/ 2 w 7"/>
                <a:gd name="T27" fmla="*/ 12 h 30"/>
                <a:gd name="T28" fmla="*/ 2 w 7"/>
                <a:gd name="T29" fmla="*/ 15 h 30"/>
                <a:gd name="T30" fmla="*/ 2 w 7"/>
                <a:gd name="T31" fmla="*/ 8 h 30"/>
                <a:gd name="T32" fmla="*/ 2 w 7"/>
                <a:gd name="T33" fmla="*/ 0 h 30"/>
                <a:gd name="T34" fmla="*/ 2 w 7"/>
                <a:gd name="T35" fmla="*/ 6 h 30"/>
                <a:gd name="T36" fmla="*/ 3 w 7"/>
                <a:gd name="T37" fmla="*/ 17 h 30"/>
                <a:gd name="T38" fmla="*/ 3 w 7"/>
                <a:gd name="T39" fmla="*/ 12 h 30"/>
                <a:gd name="T40" fmla="*/ 3 w 7"/>
                <a:gd name="T41" fmla="*/ 2 h 30"/>
                <a:gd name="T42" fmla="*/ 3 w 7"/>
                <a:gd name="T43" fmla="*/ 12 h 30"/>
                <a:gd name="T44" fmla="*/ 3 w 7"/>
                <a:gd name="T45" fmla="*/ 27 h 30"/>
                <a:gd name="T46" fmla="*/ 3 w 7"/>
                <a:gd name="T47" fmla="*/ 29 h 30"/>
                <a:gd name="T48" fmla="*/ 3 w 7"/>
                <a:gd name="T49" fmla="*/ 26 h 30"/>
                <a:gd name="T50" fmla="*/ 3 w 7"/>
                <a:gd name="T51" fmla="*/ 27 h 30"/>
                <a:gd name="T52" fmla="*/ 3 w 7"/>
                <a:gd name="T53" fmla="*/ 29 h 30"/>
                <a:gd name="T54" fmla="*/ 4 w 7"/>
                <a:gd name="T55" fmla="*/ 30 h 30"/>
                <a:gd name="T56" fmla="*/ 4 w 7"/>
                <a:gd name="T57" fmla="*/ 30 h 30"/>
                <a:gd name="T58" fmla="*/ 4 w 7"/>
                <a:gd name="T59" fmla="*/ 27 h 30"/>
                <a:gd name="T60" fmla="*/ 4 w 7"/>
                <a:gd name="T61" fmla="*/ 20 h 30"/>
                <a:gd name="T62" fmla="*/ 4 w 7"/>
                <a:gd name="T63" fmla="*/ 19 h 30"/>
                <a:gd name="T64" fmla="*/ 4 w 7"/>
                <a:gd name="T65" fmla="*/ 24 h 30"/>
                <a:gd name="T66" fmla="*/ 4 w 7"/>
                <a:gd name="T67" fmla="*/ 27 h 30"/>
                <a:gd name="T68" fmla="*/ 4 w 7"/>
                <a:gd name="T69" fmla="*/ 28 h 30"/>
                <a:gd name="T70" fmla="*/ 4 w 7"/>
                <a:gd name="T71" fmla="*/ 28 h 30"/>
                <a:gd name="T72" fmla="*/ 5 w 7"/>
                <a:gd name="T73" fmla="*/ 22 h 30"/>
                <a:gd name="T74" fmla="*/ 5 w 7"/>
                <a:gd name="T75" fmla="*/ 18 h 30"/>
                <a:gd name="T76" fmla="*/ 5 w 7"/>
                <a:gd name="T77" fmla="*/ 18 h 30"/>
                <a:gd name="T78" fmla="*/ 5 w 7"/>
                <a:gd name="T79" fmla="*/ 16 h 30"/>
                <a:gd name="T80" fmla="*/ 5 w 7"/>
                <a:gd name="T81" fmla="*/ 12 h 30"/>
                <a:gd name="T82" fmla="*/ 5 w 7"/>
                <a:gd name="T83" fmla="*/ 7 h 30"/>
                <a:gd name="T84" fmla="*/ 6 w 7"/>
                <a:gd name="T85" fmla="*/ 1 h 30"/>
                <a:gd name="T86" fmla="*/ 6 w 7"/>
                <a:gd name="T87" fmla="*/ 2 h 30"/>
                <a:gd name="T88" fmla="*/ 6 w 7"/>
                <a:gd name="T89" fmla="*/ 10 h 30"/>
                <a:gd name="T90" fmla="*/ 6 w 7"/>
                <a:gd name="T91" fmla="*/ 17 h 30"/>
                <a:gd name="T92" fmla="*/ 6 w 7"/>
                <a:gd name="T93" fmla="*/ 15 h 30"/>
                <a:gd name="T94" fmla="*/ 6 w 7"/>
                <a:gd name="T95" fmla="*/ 8 h 30"/>
                <a:gd name="T96" fmla="*/ 6 w 7"/>
                <a:gd name="T97" fmla="*/ 10 h 30"/>
                <a:gd name="T98" fmla="*/ 6 w 7"/>
                <a:gd name="T99" fmla="*/ 19 h 30"/>
                <a:gd name="T100" fmla="*/ 6 w 7"/>
                <a:gd name="T101" fmla="*/ 19 h 30"/>
                <a:gd name="T102" fmla="*/ 7 w 7"/>
                <a:gd name="T103" fmla="*/ 1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30">
                  <a:moveTo>
                    <a:pt x="0" y="1"/>
                  </a:moveTo>
                  <a:lnTo>
                    <a:pt x="0" y="0"/>
                  </a:lnTo>
                  <a:lnTo>
                    <a:pt x="1" y="7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12"/>
                  </a:lnTo>
                  <a:lnTo>
                    <a:pt x="1" y="9"/>
                  </a:lnTo>
                  <a:lnTo>
                    <a:pt x="1" y="4"/>
                  </a:lnTo>
                  <a:lnTo>
                    <a:pt x="1" y="6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12"/>
                  </a:lnTo>
                  <a:lnTo>
                    <a:pt x="2" y="15"/>
                  </a:lnTo>
                  <a:lnTo>
                    <a:pt x="2" y="8"/>
                  </a:lnTo>
                  <a:lnTo>
                    <a:pt x="2" y="0"/>
                  </a:lnTo>
                  <a:lnTo>
                    <a:pt x="2" y="6"/>
                  </a:lnTo>
                  <a:lnTo>
                    <a:pt x="3" y="17"/>
                  </a:lnTo>
                  <a:lnTo>
                    <a:pt x="3" y="12"/>
                  </a:lnTo>
                  <a:lnTo>
                    <a:pt x="3" y="2"/>
                  </a:lnTo>
                  <a:lnTo>
                    <a:pt x="3" y="12"/>
                  </a:lnTo>
                  <a:lnTo>
                    <a:pt x="3" y="27"/>
                  </a:lnTo>
                  <a:lnTo>
                    <a:pt x="3" y="29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3" y="29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4" y="27"/>
                  </a:lnTo>
                  <a:lnTo>
                    <a:pt x="4" y="20"/>
                  </a:lnTo>
                  <a:lnTo>
                    <a:pt x="4" y="19"/>
                  </a:lnTo>
                  <a:lnTo>
                    <a:pt x="4" y="24"/>
                  </a:lnTo>
                  <a:lnTo>
                    <a:pt x="4" y="27"/>
                  </a:lnTo>
                  <a:lnTo>
                    <a:pt x="4" y="28"/>
                  </a:lnTo>
                  <a:lnTo>
                    <a:pt x="4" y="28"/>
                  </a:lnTo>
                  <a:lnTo>
                    <a:pt x="5" y="22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6"/>
                  </a:lnTo>
                  <a:lnTo>
                    <a:pt x="5" y="12"/>
                  </a:lnTo>
                  <a:lnTo>
                    <a:pt x="5" y="7"/>
                  </a:lnTo>
                  <a:lnTo>
                    <a:pt x="6" y="1"/>
                  </a:lnTo>
                  <a:lnTo>
                    <a:pt x="6" y="2"/>
                  </a:lnTo>
                  <a:lnTo>
                    <a:pt x="6" y="10"/>
                  </a:lnTo>
                  <a:lnTo>
                    <a:pt x="6" y="17"/>
                  </a:lnTo>
                  <a:lnTo>
                    <a:pt x="6" y="15"/>
                  </a:lnTo>
                  <a:lnTo>
                    <a:pt x="6" y="8"/>
                  </a:lnTo>
                  <a:lnTo>
                    <a:pt x="6" y="10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7" y="1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76" name="Freeform 982"/>
            <p:cNvSpPr/>
            <p:nvPr/>
          </p:nvSpPr>
          <p:spPr bwMode="auto">
            <a:xfrm>
              <a:off x="3387725" y="4692651"/>
              <a:ext cx="11113" cy="238125"/>
            </a:xfrm>
            <a:custGeom>
              <a:avLst/>
              <a:gdLst>
                <a:gd name="T0" fmla="*/ 0 w 7"/>
                <a:gd name="T1" fmla="*/ 7 h 150"/>
                <a:gd name="T2" fmla="*/ 1 w 7"/>
                <a:gd name="T3" fmla="*/ 0 h 150"/>
                <a:gd name="T4" fmla="*/ 1 w 7"/>
                <a:gd name="T5" fmla="*/ 0 h 150"/>
                <a:gd name="T6" fmla="*/ 1 w 7"/>
                <a:gd name="T7" fmla="*/ 6 h 150"/>
                <a:gd name="T8" fmla="*/ 1 w 7"/>
                <a:gd name="T9" fmla="*/ 9 h 150"/>
                <a:gd name="T10" fmla="*/ 1 w 7"/>
                <a:gd name="T11" fmla="*/ 11 h 150"/>
                <a:gd name="T12" fmla="*/ 1 w 7"/>
                <a:gd name="T13" fmla="*/ 16 h 150"/>
                <a:gd name="T14" fmla="*/ 2 w 7"/>
                <a:gd name="T15" fmla="*/ 15 h 150"/>
                <a:gd name="T16" fmla="*/ 2 w 7"/>
                <a:gd name="T17" fmla="*/ 10 h 150"/>
                <a:gd name="T18" fmla="*/ 2 w 7"/>
                <a:gd name="T19" fmla="*/ 17 h 150"/>
                <a:gd name="T20" fmla="*/ 2 w 7"/>
                <a:gd name="T21" fmla="*/ 25 h 150"/>
                <a:gd name="T22" fmla="*/ 2 w 7"/>
                <a:gd name="T23" fmla="*/ 15 h 150"/>
                <a:gd name="T24" fmla="*/ 2 w 7"/>
                <a:gd name="T25" fmla="*/ 5 h 150"/>
                <a:gd name="T26" fmla="*/ 2 w 7"/>
                <a:gd name="T27" fmla="*/ 14 h 150"/>
                <a:gd name="T28" fmla="*/ 2 w 7"/>
                <a:gd name="T29" fmla="*/ 22 h 150"/>
                <a:gd name="T30" fmla="*/ 2 w 7"/>
                <a:gd name="T31" fmla="*/ 18 h 150"/>
                <a:gd name="T32" fmla="*/ 3 w 7"/>
                <a:gd name="T33" fmla="*/ 19 h 150"/>
                <a:gd name="T34" fmla="*/ 3 w 7"/>
                <a:gd name="T35" fmla="*/ 30 h 150"/>
                <a:gd name="T36" fmla="*/ 3 w 7"/>
                <a:gd name="T37" fmla="*/ 31 h 150"/>
                <a:gd name="T38" fmla="*/ 3 w 7"/>
                <a:gd name="T39" fmla="*/ 22 h 150"/>
                <a:gd name="T40" fmla="*/ 3 w 7"/>
                <a:gd name="T41" fmla="*/ 30 h 150"/>
                <a:gd name="T42" fmla="*/ 3 w 7"/>
                <a:gd name="T43" fmla="*/ 43 h 150"/>
                <a:gd name="T44" fmla="*/ 3 w 7"/>
                <a:gd name="T45" fmla="*/ 31 h 150"/>
                <a:gd name="T46" fmla="*/ 3 w 7"/>
                <a:gd name="T47" fmla="*/ 24 h 150"/>
                <a:gd name="T48" fmla="*/ 3 w 7"/>
                <a:gd name="T49" fmla="*/ 39 h 150"/>
                <a:gd name="T50" fmla="*/ 4 w 7"/>
                <a:gd name="T51" fmla="*/ 39 h 150"/>
                <a:gd name="T52" fmla="*/ 4 w 7"/>
                <a:gd name="T53" fmla="*/ 31 h 150"/>
                <a:gd name="T54" fmla="*/ 4 w 7"/>
                <a:gd name="T55" fmla="*/ 48 h 150"/>
                <a:gd name="T56" fmla="*/ 4 w 7"/>
                <a:gd name="T57" fmla="*/ 60 h 150"/>
                <a:gd name="T58" fmla="*/ 4 w 7"/>
                <a:gd name="T59" fmla="*/ 45 h 150"/>
                <a:gd name="T60" fmla="*/ 4 w 7"/>
                <a:gd name="T61" fmla="*/ 51 h 150"/>
                <a:gd name="T62" fmla="*/ 5 w 7"/>
                <a:gd name="T63" fmla="*/ 84 h 150"/>
                <a:gd name="T64" fmla="*/ 5 w 7"/>
                <a:gd name="T65" fmla="*/ 95 h 150"/>
                <a:gd name="T66" fmla="*/ 5 w 7"/>
                <a:gd name="T67" fmla="*/ 83 h 150"/>
                <a:gd name="T68" fmla="*/ 5 w 7"/>
                <a:gd name="T69" fmla="*/ 86 h 150"/>
                <a:gd name="T70" fmla="*/ 5 w 7"/>
                <a:gd name="T71" fmla="*/ 97 h 150"/>
                <a:gd name="T72" fmla="*/ 5 w 7"/>
                <a:gd name="T73" fmla="*/ 100 h 150"/>
                <a:gd name="T74" fmla="*/ 5 w 7"/>
                <a:gd name="T75" fmla="*/ 109 h 150"/>
                <a:gd name="T76" fmla="*/ 5 w 7"/>
                <a:gd name="T77" fmla="*/ 119 h 150"/>
                <a:gd name="T78" fmla="*/ 5 w 7"/>
                <a:gd name="T79" fmla="*/ 105 h 150"/>
                <a:gd name="T80" fmla="*/ 5 w 7"/>
                <a:gd name="T81" fmla="*/ 91 h 150"/>
                <a:gd name="T82" fmla="*/ 6 w 7"/>
                <a:gd name="T83" fmla="*/ 110 h 150"/>
                <a:gd name="T84" fmla="*/ 6 w 7"/>
                <a:gd name="T85" fmla="*/ 131 h 150"/>
                <a:gd name="T86" fmla="*/ 6 w 7"/>
                <a:gd name="T87" fmla="*/ 118 h 150"/>
                <a:gd name="T88" fmla="*/ 6 w 7"/>
                <a:gd name="T89" fmla="*/ 89 h 150"/>
                <a:gd name="T90" fmla="*/ 6 w 7"/>
                <a:gd name="T91" fmla="*/ 89 h 150"/>
                <a:gd name="T92" fmla="*/ 6 w 7"/>
                <a:gd name="T93" fmla="*/ 116 h 150"/>
                <a:gd name="T94" fmla="*/ 7 w 7"/>
                <a:gd name="T95" fmla="*/ 143 h 150"/>
                <a:gd name="T96" fmla="*/ 7 w 7"/>
                <a:gd name="T97" fmla="*/ 150 h 150"/>
                <a:gd name="T98" fmla="*/ 7 w 7"/>
                <a:gd name="T99" fmla="*/ 135 h 150"/>
                <a:gd name="T100" fmla="*/ 7 w 7"/>
                <a:gd name="T101" fmla="*/ 119 h 150"/>
                <a:gd name="T102" fmla="*/ 7 w 7"/>
                <a:gd name="T103" fmla="*/ 133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50">
                  <a:moveTo>
                    <a:pt x="0" y="7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6"/>
                  </a:lnTo>
                  <a:lnTo>
                    <a:pt x="1" y="9"/>
                  </a:lnTo>
                  <a:lnTo>
                    <a:pt x="1" y="11"/>
                  </a:lnTo>
                  <a:lnTo>
                    <a:pt x="1" y="16"/>
                  </a:lnTo>
                  <a:lnTo>
                    <a:pt x="2" y="15"/>
                  </a:lnTo>
                  <a:lnTo>
                    <a:pt x="2" y="10"/>
                  </a:lnTo>
                  <a:lnTo>
                    <a:pt x="2" y="17"/>
                  </a:lnTo>
                  <a:lnTo>
                    <a:pt x="2" y="25"/>
                  </a:lnTo>
                  <a:lnTo>
                    <a:pt x="2" y="15"/>
                  </a:lnTo>
                  <a:lnTo>
                    <a:pt x="2" y="5"/>
                  </a:lnTo>
                  <a:lnTo>
                    <a:pt x="2" y="14"/>
                  </a:lnTo>
                  <a:lnTo>
                    <a:pt x="2" y="22"/>
                  </a:lnTo>
                  <a:lnTo>
                    <a:pt x="2" y="18"/>
                  </a:lnTo>
                  <a:lnTo>
                    <a:pt x="3" y="19"/>
                  </a:lnTo>
                  <a:lnTo>
                    <a:pt x="3" y="30"/>
                  </a:lnTo>
                  <a:lnTo>
                    <a:pt x="3" y="31"/>
                  </a:lnTo>
                  <a:lnTo>
                    <a:pt x="3" y="22"/>
                  </a:lnTo>
                  <a:lnTo>
                    <a:pt x="3" y="30"/>
                  </a:lnTo>
                  <a:lnTo>
                    <a:pt x="3" y="43"/>
                  </a:lnTo>
                  <a:lnTo>
                    <a:pt x="3" y="31"/>
                  </a:lnTo>
                  <a:lnTo>
                    <a:pt x="3" y="24"/>
                  </a:lnTo>
                  <a:lnTo>
                    <a:pt x="3" y="39"/>
                  </a:lnTo>
                  <a:lnTo>
                    <a:pt x="4" y="39"/>
                  </a:lnTo>
                  <a:lnTo>
                    <a:pt x="4" y="31"/>
                  </a:lnTo>
                  <a:lnTo>
                    <a:pt x="4" y="48"/>
                  </a:lnTo>
                  <a:lnTo>
                    <a:pt x="4" y="60"/>
                  </a:lnTo>
                  <a:lnTo>
                    <a:pt x="4" y="45"/>
                  </a:lnTo>
                  <a:lnTo>
                    <a:pt x="4" y="51"/>
                  </a:lnTo>
                  <a:lnTo>
                    <a:pt x="5" y="84"/>
                  </a:lnTo>
                  <a:lnTo>
                    <a:pt x="5" y="95"/>
                  </a:lnTo>
                  <a:lnTo>
                    <a:pt x="5" y="83"/>
                  </a:lnTo>
                  <a:lnTo>
                    <a:pt x="5" y="86"/>
                  </a:lnTo>
                  <a:lnTo>
                    <a:pt x="5" y="97"/>
                  </a:lnTo>
                  <a:lnTo>
                    <a:pt x="5" y="100"/>
                  </a:lnTo>
                  <a:lnTo>
                    <a:pt x="5" y="109"/>
                  </a:lnTo>
                  <a:lnTo>
                    <a:pt x="5" y="119"/>
                  </a:lnTo>
                  <a:lnTo>
                    <a:pt x="5" y="105"/>
                  </a:lnTo>
                  <a:lnTo>
                    <a:pt x="5" y="91"/>
                  </a:lnTo>
                  <a:lnTo>
                    <a:pt x="6" y="110"/>
                  </a:lnTo>
                  <a:lnTo>
                    <a:pt x="6" y="131"/>
                  </a:lnTo>
                  <a:lnTo>
                    <a:pt x="6" y="118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6" y="116"/>
                  </a:lnTo>
                  <a:lnTo>
                    <a:pt x="7" y="143"/>
                  </a:lnTo>
                  <a:lnTo>
                    <a:pt x="7" y="150"/>
                  </a:lnTo>
                  <a:lnTo>
                    <a:pt x="7" y="135"/>
                  </a:lnTo>
                  <a:lnTo>
                    <a:pt x="7" y="119"/>
                  </a:lnTo>
                  <a:lnTo>
                    <a:pt x="7" y="13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77" name="Freeform 983"/>
            <p:cNvSpPr/>
            <p:nvPr/>
          </p:nvSpPr>
          <p:spPr bwMode="auto">
            <a:xfrm>
              <a:off x="3398838" y="4595813"/>
              <a:ext cx="9525" cy="363538"/>
            </a:xfrm>
            <a:custGeom>
              <a:avLst/>
              <a:gdLst>
                <a:gd name="T0" fmla="*/ 0 w 6"/>
                <a:gd name="T1" fmla="*/ 180 h 229"/>
                <a:gd name="T2" fmla="*/ 0 w 6"/>
                <a:gd name="T3" fmla="*/ 194 h 229"/>
                <a:gd name="T4" fmla="*/ 0 w 6"/>
                <a:gd name="T5" fmla="*/ 227 h 229"/>
                <a:gd name="T6" fmla="*/ 0 w 6"/>
                <a:gd name="T7" fmla="*/ 229 h 229"/>
                <a:gd name="T8" fmla="*/ 0 w 6"/>
                <a:gd name="T9" fmla="*/ 187 h 229"/>
                <a:gd name="T10" fmla="*/ 0 w 6"/>
                <a:gd name="T11" fmla="*/ 142 h 229"/>
                <a:gd name="T12" fmla="*/ 1 w 6"/>
                <a:gd name="T13" fmla="*/ 130 h 229"/>
                <a:gd name="T14" fmla="*/ 1 w 6"/>
                <a:gd name="T15" fmla="*/ 144 h 229"/>
                <a:gd name="T16" fmla="*/ 1 w 6"/>
                <a:gd name="T17" fmla="*/ 147 h 229"/>
                <a:gd name="T18" fmla="*/ 1 w 6"/>
                <a:gd name="T19" fmla="*/ 120 h 229"/>
                <a:gd name="T20" fmla="*/ 1 w 6"/>
                <a:gd name="T21" fmla="*/ 86 h 229"/>
                <a:gd name="T22" fmla="*/ 1 w 6"/>
                <a:gd name="T23" fmla="*/ 76 h 229"/>
                <a:gd name="T24" fmla="*/ 1 w 6"/>
                <a:gd name="T25" fmla="*/ 88 h 229"/>
                <a:gd name="T26" fmla="*/ 1 w 6"/>
                <a:gd name="T27" fmla="*/ 91 h 229"/>
                <a:gd name="T28" fmla="*/ 1 w 6"/>
                <a:gd name="T29" fmla="*/ 79 h 229"/>
                <a:gd name="T30" fmla="*/ 2 w 6"/>
                <a:gd name="T31" fmla="*/ 69 h 229"/>
                <a:gd name="T32" fmla="*/ 2 w 6"/>
                <a:gd name="T33" fmla="*/ 62 h 229"/>
                <a:gd name="T34" fmla="*/ 2 w 6"/>
                <a:gd name="T35" fmla="*/ 54 h 229"/>
                <a:gd name="T36" fmla="*/ 2 w 6"/>
                <a:gd name="T37" fmla="*/ 53 h 229"/>
                <a:gd name="T38" fmla="*/ 2 w 6"/>
                <a:gd name="T39" fmla="*/ 47 h 229"/>
                <a:gd name="T40" fmla="*/ 2 w 6"/>
                <a:gd name="T41" fmla="*/ 41 h 229"/>
                <a:gd name="T42" fmla="*/ 3 w 6"/>
                <a:gd name="T43" fmla="*/ 48 h 229"/>
                <a:gd name="T44" fmla="*/ 3 w 6"/>
                <a:gd name="T45" fmla="*/ 54 h 229"/>
                <a:gd name="T46" fmla="*/ 3 w 6"/>
                <a:gd name="T47" fmla="*/ 47 h 229"/>
                <a:gd name="T48" fmla="*/ 3 w 6"/>
                <a:gd name="T49" fmla="*/ 40 h 229"/>
                <a:gd name="T50" fmla="*/ 3 w 6"/>
                <a:gd name="T51" fmla="*/ 40 h 229"/>
                <a:gd name="T52" fmla="*/ 3 w 6"/>
                <a:gd name="T53" fmla="*/ 45 h 229"/>
                <a:gd name="T54" fmla="*/ 3 w 6"/>
                <a:gd name="T55" fmla="*/ 47 h 229"/>
                <a:gd name="T56" fmla="*/ 3 w 6"/>
                <a:gd name="T57" fmla="*/ 47 h 229"/>
                <a:gd name="T58" fmla="*/ 3 w 6"/>
                <a:gd name="T59" fmla="*/ 54 h 229"/>
                <a:gd name="T60" fmla="*/ 4 w 6"/>
                <a:gd name="T61" fmla="*/ 64 h 229"/>
                <a:gd name="T62" fmla="*/ 4 w 6"/>
                <a:gd name="T63" fmla="*/ 60 h 229"/>
                <a:gd name="T64" fmla="*/ 4 w 6"/>
                <a:gd name="T65" fmla="*/ 49 h 229"/>
                <a:gd name="T66" fmla="*/ 4 w 6"/>
                <a:gd name="T67" fmla="*/ 47 h 229"/>
                <a:gd name="T68" fmla="*/ 4 w 6"/>
                <a:gd name="T69" fmla="*/ 53 h 229"/>
                <a:gd name="T70" fmla="*/ 4 w 6"/>
                <a:gd name="T71" fmla="*/ 56 h 229"/>
                <a:gd name="T72" fmla="*/ 5 w 6"/>
                <a:gd name="T73" fmla="*/ 46 h 229"/>
                <a:gd name="T74" fmla="*/ 5 w 6"/>
                <a:gd name="T75" fmla="*/ 24 h 229"/>
                <a:gd name="T76" fmla="*/ 5 w 6"/>
                <a:gd name="T77" fmla="*/ 6 h 229"/>
                <a:gd name="T78" fmla="*/ 5 w 6"/>
                <a:gd name="T79" fmla="*/ 6 h 229"/>
                <a:gd name="T80" fmla="*/ 5 w 6"/>
                <a:gd name="T81" fmla="*/ 14 h 229"/>
                <a:gd name="T82" fmla="*/ 5 w 6"/>
                <a:gd name="T83" fmla="*/ 16 h 229"/>
                <a:gd name="T84" fmla="*/ 5 w 6"/>
                <a:gd name="T85" fmla="*/ 7 h 229"/>
                <a:gd name="T86" fmla="*/ 5 w 6"/>
                <a:gd name="T87" fmla="*/ 0 h 229"/>
                <a:gd name="T88" fmla="*/ 5 w 6"/>
                <a:gd name="T89" fmla="*/ 8 h 229"/>
                <a:gd name="T90" fmla="*/ 6 w 6"/>
                <a:gd name="T91" fmla="*/ 24 h 229"/>
                <a:gd name="T92" fmla="*/ 6 w 6"/>
                <a:gd name="T93" fmla="*/ 29 h 229"/>
                <a:gd name="T94" fmla="*/ 6 w 6"/>
                <a:gd name="T95" fmla="*/ 29 h 229"/>
                <a:gd name="T96" fmla="*/ 6 w 6"/>
                <a:gd name="T97" fmla="*/ 34 h 229"/>
                <a:gd name="T98" fmla="*/ 6 w 6"/>
                <a:gd name="T99" fmla="*/ 37 h 229"/>
                <a:gd name="T100" fmla="*/ 6 w 6"/>
                <a:gd name="T101" fmla="*/ 40 h 229"/>
                <a:gd name="T102" fmla="*/ 6 w 6"/>
                <a:gd name="T103" fmla="*/ 4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229">
                  <a:moveTo>
                    <a:pt x="0" y="180"/>
                  </a:moveTo>
                  <a:lnTo>
                    <a:pt x="0" y="194"/>
                  </a:lnTo>
                  <a:lnTo>
                    <a:pt x="0" y="227"/>
                  </a:lnTo>
                  <a:lnTo>
                    <a:pt x="0" y="229"/>
                  </a:lnTo>
                  <a:lnTo>
                    <a:pt x="0" y="187"/>
                  </a:lnTo>
                  <a:lnTo>
                    <a:pt x="0" y="142"/>
                  </a:lnTo>
                  <a:lnTo>
                    <a:pt x="1" y="130"/>
                  </a:lnTo>
                  <a:lnTo>
                    <a:pt x="1" y="144"/>
                  </a:lnTo>
                  <a:lnTo>
                    <a:pt x="1" y="147"/>
                  </a:lnTo>
                  <a:lnTo>
                    <a:pt x="1" y="120"/>
                  </a:lnTo>
                  <a:lnTo>
                    <a:pt x="1" y="86"/>
                  </a:lnTo>
                  <a:lnTo>
                    <a:pt x="1" y="76"/>
                  </a:lnTo>
                  <a:lnTo>
                    <a:pt x="1" y="88"/>
                  </a:lnTo>
                  <a:lnTo>
                    <a:pt x="1" y="91"/>
                  </a:lnTo>
                  <a:lnTo>
                    <a:pt x="1" y="79"/>
                  </a:lnTo>
                  <a:lnTo>
                    <a:pt x="2" y="69"/>
                  </a:lnTo>
                  <a:lnTo>
                    <a:pt x="2" y="62"/>
                  </a:lnTo>
                  <a:lnTo>
                    <a:pt x="2" y="54"/>
                  </a:lnTo>
                  <a:lnTo>
                    <a:pt x="2" y="53"/>
                  </a:lnTo>
                  <a:lnTo>
                    <a:pt x="2" y="47"/>
                  </a:lnTo>
                  <a:lnTo>
                    <a:pt x="2" y="41"/>
                  </a:lnTo>
                  <a:lnTo>
                    <a:pt x="3" y="48"/>
                  </a:lnTo>
                  <a:lnTo>
                    <a:pt x="3" y="54"/>
                  </a:lnTo>
                  <a:lnTo>
                    <a:pt x="3" y="47"/>
                  </a:lnTo>
                  <a:lnTo>
                    <a:pt x="3" y="40"/>
                  </a:lnTo>
                  <a:lnTo>
                    <a:pt x="3" y="40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3" y="47"/>
                  </a:lnTo>
                  <a:lnTo>
                    <a:pt x="3" y="54"/>
                  </a:lnTo>
                  <a:lnTo>
                    <a:pt x="4" y="64"/>
                  </a:lnTo>
                  <a:lnTo>
                    <a:pt x="4" y="60"/>
                  </a:lnTo>
                  <a:lnTo>
                    <a:pt x="4" y="49"/>
                  </a:lnTo>
                  <a:lnTo>
                    <a:pt x="4" y="47"/>
                  </a:lnTo>
                  <a:lnTo>
                    <a:pt x="4" y="53"/>
                  </a:lnTo>
                  <a:lnTo>
                    <a:pt x="4" y="56"/>
                  </a:lnTo>
                  <a:lnTo>
                    <a:pt x="5" y="46"/>
                  </a:lnTo>
                  <a:lnTo>
                    <a:pt x="5" y="24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5" y="7"/>
                  </a:lnTo>
                  <a:lnTo>
                    <a:pt x="5" y="0"/>
                  </a:lnTo>
                  <a:lnTo>
                    <a:pt x="5" y="8"/>
                  </a:lnTo>
                  <a:lnTo>
                    <a:pt x="6" y="24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6" y="34"/>
                  </a:lnTo>
                  <a:lnTo>
                    <a:pt x="6" y="37"/>
                  </a:lnTo>
                  <a:lnTo>
                    <a:pt x="6" y="40"/>
                  </a:lnTo>
                  <a:lnTo>
                    <a:pt x="6" y="4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78" name="Freeform 984"/>
            <p:cNvSpPr/>
            <p:nvPr/>
          </p:nvSpPr>
          <p:spPr bwMode="auto">
            <a:xfrm>
              <a:off x="3408363" y="4611688"/>
              <a:ext cx="11113" cy="120650"/>
            </a:xfrm>
            <a:custGeom>
              <a:avLst/>
              <a:gdLst>
                <a:gd name="T0" fmla="*/ 0 w 7"/>
                <a:gd name="T1" fmla="*/ 30 h 76"/>
                <a:gd name="T2" fmla="*/ 0 w 7"/>
                <a:gd name="T3" fmla="*/ 39 h 76"/>
                <a:gd name="T4" fmla="*/ 0 w 7"/>
                <a:gd name="T5" fmla="*/ 39 h 76"/>
                <a:gd name="T6" fmla="*/ 0 w 7"/>
                <a:gd name="T7" fmla="*/ 30 h 76"/>
                <a:gd name="T8" fmla="*/ 0 w 7"/>
                <a:gd name="T9" fmla="*/ 34 h 76"/>
                <a:gd name="T10" fmla="*/ 1 w 7"/>
                <a:gd name="T11" fmla="*/ 44 h 76"/>
                <a:gd name="T12" fmla="*/ 1 w 7"/>
                <a:gd name="T13" fmla="*/ 44 h 76"/>
                <a:gd name="T14" fmla="*/ 1 w 7"/>
                <a:gd name="T15" fmla="*/ 47 h 76"/>
                <a:gd name="T16" fmla="*/ 1 w 7"/>
                <a:gd name="T17" fmla="*/ 53 h 76"/>
                <a:gd name="T18" fmla="*/ 1 w 7"/>
                <a:gd name="T19" fmla="*/ 44 h 76"/>
                <a:gd name="T20" fmla="*/ 1 w 7"/>
                <a:gd name="T21" fmla="*/ 36 h 76"/>
                <a:gd name="T22" fmla="*/ 2 w 7"/>
                <a:gd name="T23" fmla="*/ 45 h 76"/>
                <a:gd name="T24" fmla="*/ 2 w 7"/>
                <a:gd name="T25" fmla="*/ 56 h 76"/>
                <a:gd name="T26" fmla="*/ 2 w 7"/>
                <a:gd name="T27" fmla="*/ 46 h 76"/>
                <a:gd name="T28" fmla="*/ 2 w 7"/>
                <a:gd name="T29" fmla="*/ 26 h 76"/>
                <a:gd name="T30" fmla="*/ 2 w 7"/>
                <a:gd name="T31" fmla="*/ 23 h 76"/>
                <a:gd name="T32" fmla="*/ 2 w 7"/>
                <a:gd name="T33" fmla="*/ 33 h 76"/>
                <a:gd name="T34" fmla="*/ 2 w 7"/>
                <a:gd name="T35" fmla="*/ 33 h 76"/>
                <a:gd name="T36" fmla="*/ 2 w 7"/>
                <a:gd name="T37" fmla="*/ 24 h 76"/>
                <a:gd name="T38" fmla="*/ 2 w 7"/>
                <a:gd name="T39" fmla="*/ 21 h 76"/>
                <a:gd name="T40" fmla="*/ 3 w 7"/>
                <a:gd name="T41" fmla="*/ 24 h 76"/>
                <a:gd name="T42" fmla="*/ 3 w 7"/>
                <a:gd name="T43" fmla="*/ 30 h 76"/>
                <a:gd name="T44" fmla="*/ 3 w 7"/>
                <a:gd name="T45" fmla="*/ 43 h 76"/>
                <a:gd name="T46" fmla="*/ 3 w 7"/>
                <a:gd name="T47" fmla="*/ 48 h 76"/>
                <a:gd name="T48" fmla="*/ 3 w 7"/>
                <a:gd name="T49" fmla="*/ 38 h 76"/>
                <a:gd name="T50" fmla="*/ 3 w 7"/>
                <a:gd name="T51" fmla="*/ 38 h 76"/>
                <a:gd name="T52" fmla="*/ 4 w 7"/>
                <a:gd name="T53" fmla="*/ 63 h 76"/>
                <a:gd name="T54" fmla="*/ 4 w 7"/>
                <a:gd name="T55" fmla="*/ 76 h 76"/>
                <a:gd name="T56" fmla="*/ 4 w 7"/>
                <a:gd name="T57" fmla="*/ 62 h 76"/>
                <a:gd name="T58" fmla="*/ 4 w 7"/>
                <a:gd name="T59" fmla="*/ 50 h 76"/>
                <a:gd name="T60" fmla="*/ 4 w 7"/>
                <a:gd name="T61" fmla="*/ 56 h 76"/>
                <a:gd name="T62" fmla="*/ 4 w 7"/>
                <a:gd name="T63" fmla="*/ 66 h 76"/>
                <a:gd name="T64" fmla="*/ 4 w 7"/>
                <a:gd name="T65" fmla="*/ 68 h 76"/>
                <a:gd name="T66" fmla="*/ 4 w 7"/>
                <a:gd name="T67" fmla="*/ 63 h 76"/>
                <a:gd name="T68" fmla="*/ 4 w 7"/>
                <a:gd name="T69" fmla="*/ 54 h 76"/>
                <a:gd name="T70" fmla="*/ 5 w 7"/>
                <a:gd name="T71" fmla="*/ 46 h 76"/>
                <a:gd name="T72" fmla="*/ 5 w 7"/>
                <a:gd name="T73" fmla="*/ 47 h 76"/>
                <a:gd name="T74" fmla="*/ 5 w 7"/>
                <a:gd name="T75" fmla="*/ 54 h 76"/>
                <a:gd name="T76" fmla="*/ 5 w 7"/>
                <a:gd name="T77" fmla="*/ 52 h 76"/>
                <a:gd name="T78" fmla="*/ 5 w 7"/>
                <a:gd name="T79" fmla="*/ 40 h 76"/>
                <a:gd name="T80" fmla="*/ 5 w 7"/>
                <a:gd name="T81" fmla="*/ 34 h 76"/>
                <a:gd name="T82" fmla="*/ 5 w 7"/>
                <a:gd name="T83" fmla="*/ 34 h 76"/>
                <a:gd name="T84" fmla="*/ 5 w 7"/>
                <a:gd name="T85" fmla="*/ 33 h 76"/>
                <a:gd name="T86" fmla="*/ 5 w 7"/>
                <a:gd name="T87" fmla="*/ 32 h 76"/>
                <a:gd name="T88" fmla="*/ 6 w 7"/>
                <a:gd name="T89" fmla="*/ 29 h 76"/>
                <a:gd name="T90" fmla="*/ 6 w 7"/>
                <a:gd name="T91" fmla="*/ 19 h 76"/>
                <a:gd name="T92" fmla="*/ 6 w 7"/>
                <a:gd name="T93" fmla="*/ 11 h 76"/>
                <a:gd name="T94" fmla="*/ 6 w 7"/>
                <a:gd name="T95" fmla="*/ 12 h 76"/>
                <a:gd name="T96" fmla="*/ 6 w 7"/>
                <a:gd name="T97" fmla="*/ 10 h 76"/>
                <a:gd name="T98" fmla="*/ 6 w 7"/>
                <a:gd name="T99" fmla="*/ 5 h 76"/>
                <a:gd name="T100" fmla="*/ 7 w 7"/>
                <a:gd name="T101" fmla="*/ 2 h 76"/>
                <a:gd name="T102" fmla="*/ 7 w 7"/>
                <a:gd name="T103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6">
                  <a:moveTo>
                    <a:pt x="0" y="30"/>
                  </a:moveTo>
                  <a:lnTo>
                    <a:pt x="0" y="39"/>
                  </a:lnTo>
                  <a:lnTo>
                    <a:pt x="0" y="39"/>
                  </a:lnTo>
                  <a:lnTo>
                    <a:pt x="0" y="30"/>
                  </a:lnTo>
                  <a:lnTo>
                    <a:pt x="0" y="3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7"/>
                  </a:lnTo>
                  <a:lnTo>
                    <a:pt x="1" y="53"/>
                  </a:lnTo>
                  <a:lnTo>
                    <a:pt x="1" y="44"/>
                  </a:lnTo>
                  <a:lnTo>
                    <a:pt x="1" y="36"/>
                  </a:lnTo>
                  <a:lnTo>
                    <a:pt x="2" y="45"/>
                  </a:lnTo>
                  <a:lnTo>
                    <a:pt x="2" y="56"/>
                  </a:lnTo>
                  <a:lnTo>
                    <a:pt x="2" y="46"/>
                  </a:lnTo>
                  <a:lnTo>
                    <a:pt x="2" y="26"/>
                  </a:lnTo>
                  <a:lnTo>
                    <a:pt x="2" y="23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2" y="24"/>
                  </a:lnTo>
                  <a:lnTo>
                    <a:pt x="2" y="21"/>
                  </a:lnTo>
                  <a:lnTo>
                    <a:pt x="3" y="24"/>
                  </a:lnTo>
                  <a:lnTo>
                    <a:pt x="3" y="30"/>
                  </a:lnTo>
                  <a:lnTo>
                    <a:pt x="3" y="43"/>
                  </a:lnTo>
                  <a:lnTo>
                    <a:pt x="3" y="48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4" y="63"/>
                  </a:lnTo>
                  <a:lnTo>
                    <a:pt x="4" y="76"/>
                  </a:lnTo>
                  <a:lnTo>
                    <a:pt x="4" y="62"/>
                  </a:lnTo>
                  <a:lnTo>
                    <a:pt x="4" y="50"/>
                  </a:lnTo>
                  <a:lnTo>
                    <a:pt x="4" y="56"/>
                  </a:lnTo>
                  <a:lnTo>
                    <a:pt x="4" y="66"/>
                  </a:lnTo>
                  <a:lnTo>
                    <a:pt x="4" y="68"/>
                  </a:lnTo>
                  <a:lnTo>
                    <a:pt x="4" y="63"/>
                  </a:lnTo>
                  <a:lnTo>
                    <a:pt x="4" y="54"/>
                  </a:lnTo>
                  <a:lnTo>
                    <a:pt x="5" y="46"/>
                  </a:lnTo>
                  <a:lnTo>
                    <a:pt x="5" y="47"/>
                  </a:lnTo>
                  <a:lnTo>
                    <a:pt x="5" y="54"/>
                  </a:lnTo>
                  <a:lnTo>
                    <a:pt x="5" y="52"/>
                  </a:lnTo>
                  <a:lnTo>
                    <a:pt x="5" y="40"/>
                  </a:lnTo>
                  <a:lnTo>
                    <a:pt x="5" y="34"/>
                  </a:lnTo>
                  <a:lnTo>
                    <a:pt x="5" y="34"/>
                  </a:lnTo>
                  <a:lnTo>
                    <a:pt x="5" y="33"/>
                  </a:lnTo>
                  <a:lnTo>
                    <a:pt x="5" y="32"/>
                  </a:lnTo>
                  <a:lnTo>
                    <a:pt x="6" y="29"/>
                  </a:lnTo>
                  <a:lnTo>
                    <a:pt x="6" y="19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6" y="5"/>
                  </a:lnTo>
                  <a:lnTo>
                    <a:pt x="7" y="2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79" name="Freeform 985"/>
            <p:cNvSpPr/>
            <p:nvPr/>
          </p:nvSpPr>
          <p:spPr bwMode="auto">
            <a:xfrm>
              <a:off x="3419475" y="4611688"/>
              <a:ext cx="9525" cy="104775"/>
            </a:xfrm>
            <a:custGeom>
              <a:avLst/>
              <a:gdLst>
                <a:gd name="T0" fmla="*/ 0 w 6"/>
                <a:gd name="T1" fmla="*/ 2 h 66"/>
                <a:gd name="T2" fmla="*/ 0 w 6"/>
                <a:gd name="T3" fmla="*/ 0 h 66"/>
                <a:gd name="T4" fmla="*/ 0 w 6"/>
                <a:gd name="T5" fmla="*/ 2 h 66"/>
                <a:gd name="T6" fmla="*/ 0 w 6"/>
                <a:gd name="T7" fmla="*/ 12 h 66"/>
                <a:gd name="T8" fmla="*/ 0 w 6"/>
                <a:gd name="T9" fmla="*/ 21 h 66"/>
                <a:gd name="T10" fmla="*/ 0 w 6"/>
                <a:gd name="T11" fmla="*/ 22 h 66"/>
                <a:gd name="T12" fmla="*/ 0 w 6"/>
                <a:gd name="T13" fmla="*/ 24 h 66"/>
                <a:gd name="T14" fmla="*/ 0 w 6"/>
                <a:gd name="T15" fmla="*/ 34 h 66"/>
                <a:gd name="T16" fmla="*/ 0 w 6"/>
                <a:gd name="T17" fmla="*/ 43 h 66"/>
                <a:gd name="T18" fmla="*/ 1 w 6"/>
                <a:gd name="T19" fmla="*/ 42 h 66"/>
                <a:gd name="T20" fmla="*/ 1 w 6"/>
                <a:gd name="T21" fmla="*/ 38 h 66"/>
                <a:gd name="T22" fmla="*/ 1 w 6"/>
                <a:gd name="T23" fmla="*/ 39 h 66"/>
                <a:gd name="T24" fmla="*/ 1 w 6"/>
                <a:gd name="T25" fmla="*/ 43 h 66"/>
                <a:gd name="T26" fmla="*/ 1 w 6"/>
                <a:gd name="T27" fmla="*/ 45 h 66"/>
                <a:gd name="T28" fmla="*/ 1 w 6"/>
                <a:gd name="T29" fmla="*/ 44 h 66"/>
                <a:gd name="T30" fmla="*/ 1 w 6"/>
                <a:gd name="T31" fmla="*/ 39 h 66"/>
                <a:gd name="T32" fmla="*/ 2 w 6"/>
                <a:gd name="T33" fmla="*/ 35 h 66"/>
                <a:gd name="T34" fmla="*/ 2 w 6"/>
                <a:gd name="T35" fmla="*/ 38 h 66"/>
                <a:gd name="T36" fmla="*/ 2 w 6"/>
                <a:gd name="T37" fmla="*/ 41 h 66"/>
                <a:gd name="T38" fmla="*/ 2 w 6"/>
                <a:gd name="T39" fmla="*/ 40 h 66"/>
                <a:gd name="T40" fmla="*/ 2 w 6"/>
                <a:gd name="T41" fmla="*/ 36 h 66"/>
                <a:gd name="T42" fmla="*/ 2 w 6"/>
                <a:gd name="T43" fmla="*/ 32 h 66"/>
                <a:gd name="T44" fmla="*/ 2 w 6"/>
                <a:gd name="T45" fmla="*/ 32 h 66"/>
                <a:gd name="T46" fmla="*/ 2 w 6"/>
                <a:gd name="T47" fmla="*/ 35 h 66"/>
                <a:gd name="T48" fmla="*/ 2 w 6"/>
                <a:gd name="T49" fmla="*/ 39 h 66"/>
                <a:gd name="T50" fmla="*/ 3 w 6"/>
                <a:gd name="T51" fmla="*/ 40 h 66"/>
                <a:gd name="T52" fmla="*/ 3 w 6"/>
                <a:gd name="T53" fmla="*/ 38 h 66"/>
                <a:gd name="T54" fmla="*/ 3 w 6"/>
                <a:gd name="T55" fmla="*/ 38 h 66"/>
                <a:gd name="T56" fmla="*/ 3 w 6"/>
                <a:gd name="T57" fmla="*/ 44 h 66"/>
                <a:gd name="T58" fmla="*/ 3 w 6"/>
                <a:gd name="T59" fmla="*/ 43 h 66"/>
                <a:gd name="T60" fmla="*/ 3 w 6"/>
                <a:gd name="T61" fmla="*/ 37 h 66"/>
                <a:gd name="T62" fmla="*/ 3 w 6"/>
                <a:gd name="T63" fmla="*/ 37 h 66"/>
                <a:gd name="T64" fmla="*/ 3 w 6"/>
                <a:gd name="T65" fmla="*/ 38 h 66"/>
                <a:gd name="T66" fmla="*/ 3 w 6"/>
                <a:gd name="T67" fmla="*/ 39 h 66"/>
                <a:gd name="T68" fmla="*/ 4 w 6"/>
                <a:gd name="T69" fmla="*/ 47 h 66"/>
                <a:gd name="T70" fmla="*/ 4 w 6"/>
                <a:gd name="T71" fmla="*/ 54 h 66"/>
                <a:gd name="T72" fmla="*/ 4 w 6"/>
                <a:gd name="T73" fmla="*/ 53 h 66"/>
                <a:gd name="T74" fmla="*/ 4 w 6"/>
                <a:gd name="T75" fmla="*/ 51 h 66"/>
                <a:gd name="T76" fmla="*/ 4 w 6"/>
                <a:gd name="T77" fmla="*/ 56 h 66"/>
                <a:gd name="T78" fmla="*/ 4 w 6"/>
                <a:gd name="T79" fmla="*/ 66 h 66"/>
                <a:gd name="T80" fmla="*/ 5 w 6"/>
                <a:gd name="T81" fmla="*/ 66 h 66"/>
                <a:gd name="T82" fmla="*/ 5 w 6"/>
                <a:gd name="T83" fmla="*/ 52 h 66"/>
                <a:gd name="T84" fmla="*/ 5 w 6"/>
                <a:gd name="T85" fmla="*/ 46 h 66"/>
                <a:gd name="T86" fmla="*/ 5 w 6"/>
                <a:gd name="T87" fmla="*/ 51 h 66"/>
                <a:gd name="T88" fmla="*/ 5 w 6"/>
                <a:gd name="T89" fmla="*/ 53 h 66"/>
                <a:gd name="T90" fmla="*/ 5 w 6"/>
                <a:gd name="T91" fmla="*/ 53 h 66"/>
                <a:gd name="T92" fmla="*/ 5 w 6"/>
                <a:gd name="T93" fmla="*/ 58 h 66"/>
                <a:gd name="T94" fmla="*/ 5 w 6"/>
                <a:gd name="T95" fmla="*/ 59 h 66"/>
                <a:gd name="T96" fmla="*/ 5 w 6"/>
                <a:gd name="T97" fmla="*/ 55 h 66"/>
                <a:gd name="T98" fmla="*/ 6 w 6"/>
                <a:gd name="T99" fmla="*/ 57 h 66"/>
                <a:gd name="T100" fmla="*/ 6 w 6"/>
                <a:gd name="T101" fmla="*/ 60 h 66"/>
                <a:gd name="T102" fmla="*/ 6 w 6"/>
                <a:gd name="T103" fmla="*/ 5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6">
                  <a:moveTo>
                    <a:pt x="0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34"/>
                  </a:lnTo>
                  <a:lnTo>
                    <a:pt x="0" y="43"/>
                  </a:lnTo>
                  <a:lnTo>
                    <a:pt x="1" y="42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3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8"/>
                  </a:lnTo>
                  <a:lnTo>
                    <a:pt x="2" y="41"/>
                  </a:lnTo>
                  <a:lnTo>
                    <a:pt x="2" y="40"/>
                  </a:lnTo>
                  <a:lnTo>
                    <a:pt x="2" y="36"/>
                  </a:lnTo>
                  <a:lnTo>
                    <a:pt x="2" y="32"/>
                  </a:lnTo>
                  <a:lnTo>
                    <a:pt x="2" y="32"/>
                  </a:lnTo>
                  <a:lnTo>
                    <a:pt x="2" y="35"/>
                  </a:lnTo>
                  <a:lnTo>
                    <a:pt x="2" y="39"/>
                  </a:lnTo>
                  <a:lnTo>
                    <a:pt x="3" y="40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44"/>
                  </a:lnTo>
                  <a:lnTo>
                    <a:pt x="3" y="43"/>
                  </a:lnTo>
                  <a:lnTo>
                    <a:pt x="3" y="37"/>
                  </a:lnTo>
                  <a:lnTo>
                    <a:pt x="3" y="37"/>
                  </a:lnTo>
                  <a:lnTo>
                    <a:pt x="3" y="38"/>
                  </a:lnTo>
                  <a:lnTo>
                    <a:pt x="3" y="39"/>
                  </a:lnTo>
                  <a:lnTo>
                    <a:pt x="4" y="47"/>
                  </a:lnTo>
                  <a:lnTo>
                    <a:pt x="4" y="54"/>
                  </a:lnTo>
                  <a:lnTo>
                    <a:pt x="4" y="53"/>
                  </a:lnTo>
                  <a:lnTo>
                    <a:pt x="4" y="51"/>
                  </a:lnTo>
                  <a:lnTo>
                    <a:pt x="4" y="56"/>
                  </a:lnTo>
                  <a:lnTo>
                    <a:pt x="4" y="66"/>
                  </a:lnTo>
                  <a:lnTo>
                    <a:pt x="5" y="66"/>
                  </a:lnTo>
                  <a:lnTo>
                    <a:pt x="5" y="52"/>
                  </a:lnTo>
                  <a:lnTo>
                    <a:pt x="5" y="46"/>
                  </a:lnTo>
                  <a:lnTo>
                    <a:pt x="5" y="51"/>
                  </a:lnTo>
                  <a:lnTo>
                    <a:pt x="5" y="53"/>
                  </a:lnTo>
                  <a:lnTo>
                    <a:pt x="5" y="53"/>
                  </a:lnTo>
                  <a:lnTo>
                    <a:pt x="5" y="58"/>
                  </a:lnTo>
                  <a:lnTo>
                    <a:pt x="5" y="59"/>
                  </a:lnTo>
                  <a:lnTo>
                    <a:pt x="5" y="55"/>
                  </a:lnTo>
                  <a:lnTo>
                    <a:pt x="6" y="57"/>
                  </a:lnTo>
                  <a:lnTo>
                    <a:pt x="6" y="60"/>
                  </a:lnTo>
                  <a:lnTo>
                    <a:pt x="6" y="5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80" name="Freeform 986"/>
            <p:cNvSpPr/>
            <p:nvPr/>
          </p:nvSpPr>
          <p:spPr bwMode="auto">
            <a:xfrm>
              <a:off x="3429000" y="4684713"/>
              <a:ext cx="9525" cy="214313"/>
            </a:xfrm>
            <a:custGeom>
              <a:avLst/>
              <a:gdLst>
                <a:gd name="T0" fmla="*/ 0 w 6"/>
                <a:gd name="T1" fmla="*/ 14 h 135"/>
                <a:gd name="T2" fmla="*/ 0 w 6"/>
                <a:gd name="T3" fmla="*/ 11 h 135"/>
                <a:gd name="T4" fmla="*/ 0 w 6"/>
                <a:gd name="T5" fmla="*/ 7 h 135"/>
                <a:gd name="T6" fmla="*/ 0 w 6"/>
                <a:gd name="T7" fmla="*/ 7 h 135"/>
                <a:gd name="T8" fmla="*/ 0 w 6"/>
                <a:gd name="T9" fmla="*/ 6 h 135"/>
                <a:gd name="T10" fmla="*/ 1 w 6"/>
                <a:gd name="T11" fmla="*/ 1 h 135"/>
                <a:gd name="T12" fmla="*/ 1 w 6"/>
                <a:gd name="T13" fmla="*/ 0 h 135"/>
                <a:gd name="T14" fmla="*/ 1 w 6"/>
                <a:gd name="T15" fmla="*/ 6 h 135"/>
                <a:gd name="T16" fmla="*/ 1 w 6"/>
                <a:gd name="T17" fmla="*/ 13 h 135"/>
                <a:gd name="T18" fmla="*/ 1 w 6"/>
                <a:gd name="T19" fmla="*/ 10 h 135"/>
                <a:gd name="T20" fmla="*/ 1 w 6"/>
                <a:gd name="T21" fmla="*/ 8 h 135"/>
                <a:gd name="T22" fmla="*/ 1 w 6"/>
                <a:gd name="T23" fmla="*/ 12 h 135"/>
                <a:gd name="T24" fmla="*/ 1 w 6"/>
                <a:gd name="T25" fmla="*/ 14 h 135"/>
                <a:gd name="T26" fmla="*/ 1 w 6"/>
                <a:gd name="T27" fmla="*/ 13 h 135"/>
                <a:gd name="T28" fmla="*/ 2 w 6"/>
                <a:gd name="T29" fmla="*/ 13 h 135"/>
                <a:gd name="T30" fmla="*/ 2 w 6"/>
                <a:gd name="T31" fmla="*/ 13 h 135"/>
                <a:gd name="T32" fmla="*/ 2 w 6"/>
                <a:gd name="T33" fmla="*/ 16 h 135"/>
                <a:gd name="T34" fmla="*/ 2 w 6"/>
                <a:gd name="T35" fmla="*/ 20 h 135"/>
                <a:gd name="T36" fmla="*/ 2 w 6"/>
                <a:gd name="T37" fmla="*/ 20 h 135"/>
                <a:gd name="T38" fmla="*/ 2 w 6"/>
                <a:gd name="T39" fmla="*/ 25 h 135"/>
                <a:gd name="T40" fmla="*/ 3 w 6"/>
                <a:gd name="T41" fmla="*/ 30 h 135"/>
                <a:gd name="T42" fmla="*/ 3 w 6"/>
                <a:gd name="T43" fmla="*/ 24 h 135"/>
                <a:gd name="T44" fmla="*/ 3 w 6"/>
                <a:gd name="T45" fmla="*/ 22 h 135"/>
                <a:gd name="T46" fmla="*/ 3 w 6"/>
                <a:gd name="T47" fmla="*/ 28 h 135"/>
                <a:gd name="T48" fmla="*/ 3 w 6"/>
                <a:gd name="T49" fmla="*/ 30 h 135"/>
                <a:gd name="T50" fmla="*/ 3 w 6"/>
                <a:gd name="T51" fmla="*/ 29 h 135"/>
                <a:gd name="T52" fmla="*/ 3 w 6"/>
                <a:gd name="T53" fmla="*/ 32 h 135"/>
                <a:gd name="T54" fmla="*/ 3 w 6"/>
                <a:gd name="T55" fmla="*/ 32 h 135"/>
                <a:gd name="T56" fmla="*/ 3 w 6"/>
                <a:gd name="T57" fmla="*/ 30 h 135"/>
                <a:gd name="T58" fmla="*/ 4 w 6"/>
                <a:gd name="T59" fmla="*/ 37 h 135"/>
                <a:gd name="T60" fmla="*/ 4 w 6"/>
                <a:gd name="T61" fmla="*/ 52 h 135"/>
                <a:gd name="T62" fmla="*/ 4 w 6"/>
                <a:gd name="T63" fmla="*/ 53 h 135"/>
                <a:gd name="T64" fmla="*/ 4 w 6"/>
                <a:gd name="T65" fmla="*/ 42 h 135"/>
                <a:gd name="T66" fmla="*/ 4 w 6"/>
                <a:gd name="T67" fmla="*/ 47 h 135"/>
                <a:gd name="T68" fmla="*/ 4 w 6"/>
                <a:gd name="T69" fmla="*/ 55 h 135"/>
                <a:gd name="T70" fmla="*/ 4 w 6"/>
                <a:gd name="T71" fmla="*/ 46 h 135"/>
                <a:gd name="T72" fmla="*/ 4 w 6"/>
                <a:gd name="T73" fmla="*/ 49 h 135"/>
                <a:gd name="T74" fmla="*/ 4 w 6"/>
                <a:gd name="T75" fmla="*/ 65 h 135"/>
                <a:gd name="T76" fmla="*/ 4 w 6"/>
                <a:gd name="T77" fmla="*/ 64 h 135"/>
                <a:gd name="T78" fmla="*/ 5 w 6"/>
                <a:gd name="T79" fmla="*/ 62 h 135"/>
                <a:gd name="T80" fmla="*/ 5 w 6"/>
                <a:gd name="T81" fmla="*/ 79 h 135"/>
                <a:gd name="T82" fmla="*/ 5 w 6"/>
                <a:gd name="T83" fmla="*/ 81 h 135"/>
                <a:gd name="T84" fmla="*/ 5 w 6"/>
                <a:gd name="T85" fmla="*/ 75 h 135"/>
                <a:gd name="T86" fmla="*/ 5 w 6"/>
                <a:gd name="T87" fmla="*/ 99 h 135"/>
                <a:gd name="T88" fmla="*/ 5 w 6"/>
                <a:gd name="T89" fmla="*/ 127 h 135"/>
                <a:gd name="T90" fmla="*/ 6 w 6"/>
                <a:gd name="T91" fmla="*/ 119 h 135"/>
                <a:gd name="T92" fmla="*/ 6 w 6"/>
                <a:gd name="T93" fmla="*/ 104 h 135"/>
                <a:gd name="T94" fmla="*/ 6 w 6"/>
                <a:gd name="T95" fmla="*/ 113 h 135"/>
                <a:gd name="T96" fmla="*/ 6 w 6"/>
                <a:gd name="T97" fmla="*/ 123 h 135"/>
                <a:gd name="T98" fmla="*/ 6 w 6"/>
                <a:gd name="T99" fmla="*/ 125 h 135"/>
                <a:gd name="T100" fmla="*/ 6 w 6"/>
                <a:gd name="T101" fmla="*/ 134 h 135"/>
                <a:gd name="T102" fmla="*/ 6 w 6"/>
                <a:gd name="T103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35">
                  <a:moveTo>
                    <a:pt x="0" y="14"/>
                  </a:moveTo>
                  <a:lnTo>
                    <a:pt x="0" y="11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6"/>
                  </a:lnTo>
                  <a:lnTo>
                    <a:pt x="1" y="13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6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8"/>
                  </a:lnTo>
                  <a:lnTo>
                    <a:pt x="3" y="30"/>
                  </a:lnTo>
                  <a:lnTo>
                    <a:pt x="3" y="29"/>
                  </a:lnTo>
                  <a:lnTo>
                    <a:pt x="3" y="32"/>
                  </a:lnTo>
                  <a:lnTo>
                    <a:pt x="3" y="32"/>
                  </a:lnTo>
                  <a:lnTo>
                    <a:pt x="3" y="30"/>
                  </a:lnTo>
                  <a:lnTo>
                    <a:pt x="4" y="37"/>
                  </a:lnTo>
                  <a:lnTo>
                    <a:pt x="4" y="52"/>
                  </a:lnTo>
                  <a:lnTo>
                    <a:pt x="4" y="53"/>
                  </a:lnTo>
                  <a:lnTo>
                    <a:pt x="4" y="42"/>
                  </a:lnTo>
                  <a:lnTo>
                    <a:pt x="4" y="47"/>
                  </a:lnTo>
                  <a:lnTo>
                    <a:pt x="4" y="55"/>
                  </a:lnTo>
                  <a:lnTo>
                    <a:pt x="4" y="46"/>
                  </a:lnTo>
                  <a:lnTo>
                    <a:pt x="4" y="49"/>
                  </a:lnTo>
                  <a:lnTo>
                    <a:pt x="4" y="65"/>
                  </a:lnTo>
                  <a:lnTo>
                    <a:pt x="4" y="64"/>
                  </a:lnTo>
                  <a:lnTo>
                    <a:pt x="5" y="62"/>
                  </a:lnTo>
                  <a:lnTo>
                    <a:pt x="5" y="79"/>
                  </a:lnTo>
                  <a:lnTo>
                    <a:pt x="5" y="81"/>
                  </a:lnTo>
                  <a:lnTo>
                    <a:pt x="5" y="75"/>
                  </a:lnTo>
                  <a:lnTo>
                    <a:pt x="5" y="99"/>
                  </a:lnTo>
                  <a:lnTo>
                    <a:pt x="5" y="127"/>
                  </a:lnTo>
                  <a:lnTo>
                    <a:pt x="6" y="119"/>
                  </a:lnTo>
                  <a:lnTo>
                    <a:pt x="6" y="104"/>
                  </a:lnTo>
                  <a:lnTo>
                    <a:pt x="6" y="113"/>
                  </a:lnTo>
                  <a:lnTo>
                    <a:pt x="6" y="123"/>
                  </a:lnTo>
                  <a:lnTo>
                    <a:pt x="6" y="125"/>
                  </a:lnTo>
                  <a:lnTo>
                    <a:pt x="6" y="134"/>
                  </a:lnTo>
                  <a:lnTo>
                    <a:pt x="6" y="13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81" name="Freeform 987"/>
            <p:cNvSpPr/>
            <p:nvPr/>
          </p:nvSpPr>
          <p:spPr bwMode="auto">
            <a:xfrm>
              <a:off x="3438525" y="4567238"/>
              <a:ext cx="11113" cy="423863"/>
            </a:xfrm>
            <a:custGeom>
              <a:avLst/>
              <a:gdLst>
                <a:gd name="T0" fmla="*/ 0 w 7"/>
                <a:gd name="T1" fmla="*/ 208 h 267"/>
                <a:gd name="T2" fmla="*/ 0 w 7"/>
                <a:gd name="T3" fmla="*/ 209 h 267"/>
                <a:gd name="T4" fmla="*/ 0 w 7"/>
                <a:gd name="T5" fmla="*/ 192 h 267"/>
                <a:gd name="T6" fmla="*/ 0 w 7"/>
                <a:gd name="T7" fmla="*/ 193 h 267"/>
                <a:gd name="T8" fmla="*/ 1 w 7"/>
                <a:gd name="T9" fmla="*/ 218 h 267"/>
                <a:gd name="T10" fmla="*/ 1 w 7"/>
                <a:gd name="T11" fmla="*/ 227 h 267"/>
                <a:gd name="T12" fmla="*/ 1 w 7"/>
                <a:gd name="T13" fmla="*/ 203 h 267"/>
                <a:gd name="T14" fmla="*/ 1 w 7"/>
                <a:gd name="T15" fmla="*/ 187 h 267"/>
                <a:gd name="T16" fmla="*/ 1 w 7"/>
                <a:gd name="T17" fmla="*/ 202 h 267"/>
                <a:gd name="T18" fmla="*/ 1 w 7"/>
                <a:gd name="T19" fmla="*/ 227 h 267"/>
                <a:gd name="T20" fmla="*/ 2 w 7"/>
                <a:gd name="T21" fmla="*/ 242 h 267"/>
                <a:gd name="T22" fmla="*/ 2 w 7"/>
                <a:gd name="T23" fmla="*/ 240 h 267"/>
                <a:gd name="T24" fmla="*/ 2 w 7"/>
                <a:gd name="T25" fmla="*/ 222 h 267"/>
                <a:gd name="T26" fmla="*/ 2 w 7"/>
                <a:gd name="T27" fmla="*/ 216 h 267"/>
                <a:gd name="T28" fmla="*/ 2 w 7"/>
                <a:gd name="T29" fmla="*/ 241 h 267"/>
                <a:gd name="T30" fmla="*/ 2 w 7"/>
                <a:gd name="T31" fmla="*/ 267 h 267"/>
                <a:gd name="T32" fmla="*/ 2 w 7"/>
                <a:gd name="T33" fmla="*/ 252 h 267"/>
                <a:gd name="T34" fmla="*/ 2 w 7"/>
                <a:gd name="T35" fmla="*/ 203 h 267"/>
                <a:gd name="T36" fmla="*/ 2 w 7"/>
                <a:gd name="T37" fmla="*/ 165 h 267"/>
                <a:gd name="T38" fmla="*/ 3 w 7"/>
                <a:gd name="T39" fmla="*/ 165 h 267"/>
                <a:gd name="T40" fmla="*/ 3 w 7"/>
                <a:gd name="T41" fmla="*/ 180 h 267"/>
                <a:gd name="T42" fmla="*/ 3 w 7"/>
                <a:gd name="T43" fmla="*/ 173 h 267"/>
                <a:gd name="T44" fmla="*/ 3 w 7"/>
                <a:gd name="T45" fmla="*/ 142 h 267"/>
                <a:gd name="T46" fmla="*/ 3 w 7"/>
                <a:gd name="T47" fmla="*/ 112 h 267"/>
                <a:gd name="T48" fmla="*/ 3 w 7"/>
                <a:gd name="T49" fmla="*/ 107 h 267"/>
                <a:gd name="T50" fmla="*/ 3 w 7"/>
                <a:gd name="T51" fmla="*/ 120 h 267"/>
                <a:gd name="T52" fmla="*/ 3 w 7"/>
                <a:gd name="T53" fmla="*/ 119 h 267"/>
                <a:gd name="T54" fmla="*/ 3 w 7"/>
                <a:gd name="T55" fmla="*/ 100 h 267"/>
                <a:gd name="T56" fmla="*/ 4 w 7"/>
                <a:gd name="T57" fmla="*/ 87 h 267"/>
                <a:gd name="T58" fmla="*/ 4 w 7"/>
                <a:gd name="T59" fmla="*/ 84 h 267"/>
                <a:gd name="T60" fmla="*/ 4 w 7"/>
                <a:gd name="T61" fmla="*/ 79 h 267"/>
                <a:gd name="T62" fmla="*/ 4 w 7"/>
                <a:gd name="T63" fmla="*/ 65 h 267"/>
                <a:gd name="T64" fmla="*/ 4 w 7"/>
                <a:gd name="T65" fmla="*/ 44 h 267"/>
                <a:gd name="T66" fmla="*/ 4 w 7"/>
                <a:gd name="T67" fmla="*/ 41 h 267"/>
                <a:gd name="T68" fmla="*/ 5 w 7"/>
                <a:gd name="T69" fmla="*/ 58 h 267"/>
                <a:gd name="T70" fmla="*/ 5 w 7"/>
                <a:gd name="T71" fmla="*/ 65 h 267"/>
                <a:gd name="T72" fmla="*/ 5 w 7"/>
                <a:gd name="T73" fmla="*/ 55 h 267"/>
                <a:gd name="T74" fmla="*/ 5 w 7"/>
                <a:gd name="T75" fmla="*/ 42 h 267"/>
                <a:gd name="T76" fmla="*/ 5 w 7"/>
                <a:gd name="T77" fmla="*/ 38 h 267"/>
                <a:gd name="T78" fmla="*/ 5 w 7"/>
                <a:gd name="T79" fmla="*/ 49 h 267"/>
                <a:gd name="T80" fmla="*/ 5 w 7"/>
                <a:gd name="T81" fmla="*/ 60 h 267"/>
                <a:gd name="T82" fmla="*/ 5 w 7"/>
                <a:gd name="T83" fmla="*/ 60 h 267"/>
                <a:gd name="T84" fmla="*/ 5 w 7"/>
                <a:gd name="T85" fmla="*/ 58 h 267"/>
                <a:gd name="T86" fmla="*/ 6 w 7"/>
                <a:gd name="T87" fmla="*/ 60 h 267"/>
                <a:gd name="T88" fmla="*/ 6 w 7"/>
                <a:gd name="T89" fmla="*/ 60 h 267"/>
                <a:gd name="T90" fmla="*/ 6 w 7"/>
                <a:gd name="T91" fmla="*/ 54 h 267"/>
                <a:gd name="T92" fmla="*/ 6 w 7"/>
                <a:gd name="T93" fmla="*/ 49 h 267"/>
                <a:gd name="T94" fmla="*/ 6 w 7"/>
                <a:gd name="T95" fmla="*/ 52 h 267"/>
                <a:gd name="T96" fmla="*/ 6 w 7"/>
                <a:gd name="T97" fmla="*/ 50 h 267"/>
                <a:gd name="T98" fmla="*/ 6 w 7"/>
                <a:gd name="T99" fmla="*/ 33 h 267"/>
                <a:gd name="T100" fmla="*/ 7 w 7"/>
                <a:gd name="T101" fmla="*/ 12 h 267"/>
                <a:gd name="T102" fmla="*/ 7 w 7"/>
                <a:gd name="T103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267">
                  <a:moveTo>
                    <a:pt x="0" y="208"/>
                  </a:moveTo>
                  <a:lnTo>
                    <a:pt x="0" y="209"/>
                  </a:lnTo>
                  <a:lnTo>
                    <a:pt x="0" y="192"/>
                  </a:lnTo>
                  <a:lnTo>
                    <a:pt x="0" y="193"/>
                  </a:lnTo>
                  <a:lnTo>
                    <a:pt x="1" y="218"/>
                  </a:lnTo>
                  <a:lnTo>
                    <a:pt x="1" y="227"/>
                  </a:lnTo>
                  <a:lnTo>
                    <a:pt x="1" y="203"/>
                  </a:lnTo>
                  <a:lnTo>
                    <a:pt x="1" y="187"/>
                  </a:lnTo>
                  <a:lnTo>
                    <a:pt x="1" y="202"/>
                  </a:lnTo>
                  <a:lnTo>
                    <a:pt x="1" y="227"/>
                  </a:lnTo>
                  <a:lnTo>
                    <a:pt x="2" y="242"/>
                  </a:lnTo>
                  <a:lnTo>
                    <a:pt x="2" y="240"/>
                  </a:lnTo>
                  <a:lnTo>
                    <a:pt x="2" y="222"/>
                  </a:lnTo>
                  <a:lnTo>
                    <a:pt x="2" y="216"/>
                  </a:lnTo>
                  <a:lnTo>
                    <a:pt x="2" y="241"/>
                  </a:lnTo>
                  <a:lnTo>
                    <a:pt x="2" y="267"/>
                  </a:lnTo>
                  <a:lnTo>
                    <a:pt x="2" y="252"/>
                  </a:lnTo>
                  <a:lnTo>
                    <a:pt x="2" y="203"/>
                  </a:lnTo>
                  <a:lnTo>
                    <a:pt x="2" y="165"/>
                  </a:lnTo>
                  <a:lnTo>
                    <a:pt x="3" y="165"/>
                  </a:lnTo>
                  <a:lnTo>
                    <a:pt x="3" y="180"/>
                  </a:lnTo>
                  <a:lnTo>
                    <a:pt x="3" y="173"/>
                  </a:lnTo>
                  <a:lnTo>
                    <a:pt x="3" y="142"/>
                  </a:lnTo>
                  <a:lnTo>
                    <a:pt x="3" y="112"/>
                  </a:lnTo>
                  <a:lnTo>
                    <a:pt x="3" y="107"/>
                  </a:lnTo>
                  <a:lnTo>
                    <a:pt x="3" y="120"/>
                  </a:lnTo>
                  <a:lnTo>
                    <a:pt x="3" y="119"/>
                  </a:lnTo>
                  <a:lnTo>
                    <a:pt x="3" y="100"/>
                  </a:lnTo>
                  <a:lnTo>
                    <a:pt x="4" y="87"/>
                  </a:lnTo>
                  <a:lnTo>
                    <a:pt x="4" y="84"/>
                  </a:lnTo>
                  <a:lnTo>
                    <a:pt x="4" y="79"/>
                  </a:lnTo>
                  <a:lnTo>
                    <a:pt x="4" y="65"/>
                  </a:lnTo>
                  <a:lnTo>
                    <a:pt x="4" y="44"/>
                  </a:lnTo>
                  <a:lnTo>
                    <a:pt x="4" y="41"/>
                  </a:lnTo>
                  <a:lnTo>
                    <a:pt x="5" y="58"/>
                  </a:lnTo>
                  <a:lnTo>
                    <a:pt x="5" y="65"/>
                  </a:lnTo>
                  <a:lnTo>
                    <a:pt x="5" y="55"/>
                  </a:lnTo>
                  <a:lnTo>
                    <a:pt x="5" y="42"/>
                  </a:lnTo>
                  <a:lnTo>
                    <a:pt x="5" y="38"/>
                  </a:lnTo>
                  <a:lnTo>
                    <a:pt x="5" y="49"/>
                  </a:lnTo>
                  <a:lnTo>
                    <a:pt x="5" y="60"/>
                  </a:lnTo>
                  <a:lnTo>
                    <a:pt x="5" y="60"/>
                  </a:lnTo>
                  <a:lnTo>
                    <a:pt x="5" y="58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6" y="54"/>
                  </a:lnTo>
                  <a:lnTo>
                    <a:pt x="6" y="49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6" y="33"/>
                  </a:lnTo>
                  <a:lnTo>
                    <a:pt x="7" y="12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82" name="Freeform 988"/>
            <p:cNvSpPr/>
            <p:nvPr/>
          </p:nvSpPr>
          <p:spPr bwMode="auto">
            <a:xfrm>
              <a:off x="3449638" y="4567238"/>
              <a:ext cx="9525" cy="168275"/>
            </a:xfrm>
            <a:custGeom>
              <a:avLst/>
              <a:gdLst>
                <a:gd name="T0" fmla="*/ 0 w 6"/>
                <a:gd name="T1" fmla="*/ 12 h 106"/>
                <a:gd name="T2" fmla="*/ 0 w 6"/>
                <a:gd name="T3" fmla="*/ 0 h 106"/>
                <a:gd name="T4" fmla="*/ 0 w 6"/>
                <a:gd name="T5" fmla="*/ 1 h 106"/>
                <a:gd name="T6" fmla="*/ 0 w 6"/>
                <a:gd name="T7" fmla="*/ 7 h 106"/>
                <a:gd name="T8" fmla="*/ 0 w 6"/>
                <a:gd name="T9" fmla="*/ 8 h 106"/>
                <a:gd name="T10" fmla="*/ 0 w 6"/>
                <a:gd name="T11" fmla="*/ 3 h 106"/>
                <a:gd name="T12" fmla="*/ 0 w 6"/>
                <a:gd name="T13" fmla="*/ 1 h 106"/>
                <a:gd name="T14" fmla="*/ 0 w 6"/>
                <a:gd name="T15" fmla="*/ 12 h 106"/>
                <a:gd name="T16" fmla="*/ 0 w 6"/>
                <a:gd name="T17" fmla="*/ 27 h 106"/>
                <a:gd name="T18" fmla="*/ 1 w 6"/>
                <a:gd name="T19" fmla="*/ 29 h 106"/>
                <a:gd name="T20" fmla="*/ 1 w 6"/>
                <a:gd name="T21" fmla="*/ 26 h 106"/>
                <a:gd name="T22" fmla="*/ 1 w 6"/>
                <a:gd name="T23" fmla="*/ 32 h 106"/>
                <a:gd name="T24" fmla="*/ 1 w 6"/>
                <a:gd name="T25" fmla="*/ 38 h 106"/>
                <a:gd name="T26" fmla="*/ 1 w 6"/>
                <a:gd name="T27" fmla="*/ 44 h 106"/>
                <a:gd name="T28" fmla="*/ 1 w 6"/>
                <a:gd name="T29" fmla="*/ 53 h 106"/>
                <a:gd name="T30" fmla="*/ 1 w 6"/>
                <a:gd name="T31" fmla="*/ 52 h 106"/>
                <a:gd name="T32" fmla="*/ 1 w 6"/>
                <a:gd name="T33" fmla="*/ 45 h 106"/>
                <a:gd name="T34" fmla="*/ 1 w 6"/>
                <a:gd name="T35" fmla="*/ 51 h 106"/>
                <a:gd name="T36" fmla="*/ 2 w 6"/>
                <a:gd name="T37" fmla="*/ 61 h 106"/>
                <a:gd name="T38" fmla="*/ 2 w 6"/>
                <a:gd name="T39" fmla="*/ 65 h 106"/>
                <a:gd name="T40" fmla="*/ 2 w 6"/>
                <a:gd name="T41" fmla="*/ 68 h 106"/>
                <a:gd name="T42" fmla="*/ 2 w 6"/>
                <a:gd name="T43" fmla="*/ 68 h 106"/>
                <a:gd name="T44" fmla="*/ 2 w 6"/>
                <a:gd name="T45" fmla="*/ 60 h 106"/>
                <a:gd name="T46" fmla="*/ 2 w 6"/>
                <a:gd name="T47" fmla="*/ 57 h 106"/>
                <a:gd name="T48" fmla="*/ 3 w 6"/>
                <a:gd name="T49" fmla="*/ 66 h 106"/>
                <a:gd name="T50" fmla="*/ 3 w 6"/>
                <a:gd name="T51" fmla="*/ 75 h 106"/>
                <a:gd name="T52" fmla="*/ 3 w 6"/>
                <a:gd name="T53" fmla="*/ 72 h 106"/>
                <a:gd name="T54" fmla="*/ 3 w 6"/>
                <a:gd name="T55" fmla="*/ 60 h 106"/>
                <a:gd name="T56" fmla="*/ 3 w 6"/>
                <a:gd name="T57" fmla="*/ 56 h 106"/>
                <a:gd name="T58" fmla="*/ 3 w 6"/>
                <a:gd name="T59" fmla="*/ 62 h 106"/>
                <a:gd name="T60" fmla="*/ 3 w 6"/>
                <a:gd name="T61" fmla="*/ 63 h 106"/>
                <a:gd name="T62" fmla="*/ 3 w 6"/>
                <a:gd name="T63" fmla="*/ 59 h 106"/>
                <a:gd name="T64" fmla="*/ 3 w 6"/>
                <a:gd name="T65" fmla="*/ 59 h 106"/>
                <a:gd name="T66" fmla="*/ 4 w 6"/>
                <a:gd name="T67" fmla="*/ 64 h 106"/>
                <a:gd name="T68" fmla="*/ 4 w 6"/>
                <a:gd name="T69" fmla="*/ 67 h 106"/>
                <a:gd name="T70" fmla="*/ 4 w 6"/>
                <a:gd name="T71" fmla="*/ 71 h 106"/>
                <a:gd name="T72" fmla="*/ 4 w 6"/>
                <a:gd name="T73" fmla="*/ 75 h 106"/>
                <a:gd name="T74" fmla="*/ 4 w 6"/>
                <a:gd name="T75" fmla="*/ 73 h 106"/>
                <a:gd name="T76" fmla="*/ 4 w 6"/>
                <a:gd name="T77" fmla="*/ 78 h 106"/>
                <a:gd name="T78" fmla="*/ 5 w 6"/>
                <a:gd name="T79" fmla="*/ 98 h 106"/>
                <a:gd name="T80" fmla="*/ 5 w 6"/>
                <a:gd name="T81" fmla="*/ 104 h 106"/>
                <a:gd name="T82" fmla="*/ 5 w 6"/>
                <a:gd name="T83" fmla="*/ 89 h 106"/>
                <a:gd name="T84" fmla="*/ 5 w 6"/>
                <a:gd name="T85" fmla="*/ 81 h 106"/>
                <a:gd name="T86" fmla="*/ 5 w 6"/>
                <a:gd name="T87" fmla="*/ 93 h 106"/>
                <a:gd name="T88" fmla="*/ 5 w 6"/>
                <a:gd name="T89" fmla="*/ 106 h 106"/>
                <a:gd name="T90" fmla="*/ 5 w 6"/>
                <a:gd name="T91" fmla="*/ 102 h 106"/>
                <a:gd name="T92" fmla="*/ 5 w 6"/>
                <a:gd name="T93" fmla="*/ 91 h 106"/>
                <a:gd name="T94" fmla="*/ 5 w 6"/>
                <a:gd name="T95" fmla="*/ 89 h 106"/>
                <a:gd name="T96" fmla="*/ 6 w 6"/>
                <a:gd name="T97" fmla="*/ 92 h 106"/>
                <a:gd name="T98" fmla="*/ 6 w 6"/>
                <a:gd name="T99" fmla="*/ 89 h 106"/>
                <a:gd name="T100" fmla="*/ 6 w 6"/>
                <a:gd name="T101" fmla="*/ 87 h 106"/>
                <a:gd name="T102" fmla="*/ 6 w 6"/>
                <a:gd name="T103" fmla="*/ 8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06">
                  <a:moveTo>
                    <a:pt x="0" y="12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7"/>
                  </a:lnTo>
                  <a:lnTo>
                    <a:pt x="0" y="8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12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1" y="26"/>
                  </a:lnTo>
                  <a:lnTo>
                    <a:pt x="1" y="32"/>
                  </a:lnTo>
                  <a:lnTo>
                    <a:pt x="1" y="38"/>
                  </a:lnTo>
                  <a:lnTo>
                    <a:pt x="1" y="44"/>
                  </a:lnTo>
                  <a:lnTo>
                    <a:pt x="1" y="53"/>
                  </a:lnTo>
                  <a:lnTo>
                    <a:pt x="1" y="52"/>
                  </a:lnTo>
                  <a:lnTo>
                    <a:pt x="1" y="45"/>
                  </a:lnTo>
                  <a:lnTo>
                    <a:pt x="1" y="51"/>
                  </a:lnTo>
                  <a:lnTo>
                    <a:pt x="2" y="61"/>
                  </a:lnTo>
                  <a:lnTo>
                    <a:pt x="2" y="65"/>
                  </a:lnTo>
                  <a:lnTo>
                    <a:pt x="2" y="68"/>
                  </a:lnTo>
                  <a:lnTo>
                    <a:pt x="2" y="68"/>
                  </a:lnTo>
                  <a:lnTo>
                    <a:pt x="2" y="60"/>
                  </a:lnTo>
                  <a:lnTo>
                    <a:pt x="2" y="57"/>
                  </a:lnTo>
                  <a:lnTo>
                    <a:pt x="3" y="66"/>
                  </a:lnTo>
                  <a:lnTo>
                    <a:pt x="3" y="75"/>
                  </a:lnTo>
                  <a:lnTo>
                    <a:pt x="3" y="72"/>
                  </a:lnTo>
                  <a:lnTo>
                    <a:pt x="3" y="60"/>
                  </a:lnTo>
                  <a:lnTo>
                    <a:pt x="3" y="56"/>
                  </a:lnTo>
                  <a:lnTo>
                    <a:pt x="3" y="62"/>
                  </a:lnTo>
                  <a:lnTo>
                    <a:pt x="3" y="63"/>
                  </a:lnTo>
                  <a:lnTo>
                    <a:pt x="3" y="59"/>
                  </a:lnTo>
                  <a:lnTo>
                    <a:pt x="3" y="59"/>
                  </a:lnTo>
                  <a:lnTo>
                    <a:pt x="4" y="64"/>
                  </a:lnTo>
                  <a:lnTo>
                    <a:pt x="4" y="67"/>
                  </a:lnTo>
                  <a:lnTo>
                    <a:pt x="4" y="71"/>
                  </a:lnTo>
                  <a:lnTo>
                    <a:pt x="4" y="75"/>
                  </a:lnTo>
                  <a:lnTo>
                    <a:pt x="4" y="73"/>
                  </a:lnTo>
                  <a:lnTo>
                    <a:pt x="4" y="78"/>
                  </a:lnTo>
                  <a:lnTo>
                    <a:pt x="5" y="98"/>
                  </a:lnTo>
                  <a:lnTo>
                    <a:pt x="5" y="104"/>
                  </a:lnTo>
                  <a:lnTo>
                    <a:pt x="5" y="89"/>
                  </a:lnTo>
                  <a:lnTo>
                    <a:pt x="5" y="81"/>
                  </a:lnTo>
                  <a:lnTo>
                    <a:pt x="5" y="93"/>
                  </a:lnTo>
                  <a:lnTo>
                    <a:pt x="5" y="106"/>
                  </a:lnTo>
                  <a:lnTo>
                    <a:pt x="5" y="102"/>
                  </a:lnTo>
                  <a:lnTo>
                    <a:pt x="5" y="91"/>
                  </a:lnTo>
                  <a:lnTo>
                    <a:pt x="5" y="89"/>
                  </a:lnTo>
                  <a:lnTo>
                    <a:pt x="6" y="92"/>
                  </a:lnTo>
                  <a:lnTo>
                    <a:pt x="6" y="89"/>
                  </a:lnTo>
                  <a:lnTo>
                    <a:pt x="6" y="87"/>
                  </a:lnTo>
                  <a:lnTo>
                    <a:pt x="6" y="8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83" name="Freeform 989"/>
            <p:cNvSpPr/>
            <p:nvPr/>
          </p:nvSpPr>
          <p:spPr bwMode="auto">
            <a:xfrm>
              <a:off x="3459163" y="4635501"/>
              <a:ext cx="9525" cy="96838"/>
            </a:xfrm>
            <a:custGeom>
              <a:avLst/>
              <a:gdLst>
                <a:gd name="T0" fmla="*/ 0 w 6"/>
                <a:gd name="T1" fmla="*/ 44 h 61"/>
                <a:gd name="T2" fmla="*/ 0 w 6"/>
                <a:gd name="T3" fmla="*/ 41 h 61"/>
                <a:gd name="T4" fmla="*/ 0 w 6"/>
                <a:gd name="T5" fmla="*/ 37 h 61"/>
                <a:gd name="T6" fmla="*/ 0 w 6"/>
                <a:gd name="T7" fmla="*/ 39 h 61"/>
                <a:gd name="T8" fmla="*/ 0 w 6"/>
                <a:gd name="T9" fmla="*/ 41 h 61"/>
                <a:gd name="T10" fmla="*/ 0 w 6"/>
                <a:gd name="T11" fmla="*/ 30 h 61"/>
                <a:gd name="T12" fmla="*/ 0 w 6"/>
                <a:gd name="T13" fmla="*/ 19 h 61"/>
                <a:gd name="T14" fmla="*/ 1 w 6"/>
                <a:gd name="T15" fmla="*/ 19 h 61"/>
                <a:gd name="T16" fmla="*/ 1 w 6"/>
                <a:gd name="T17" fmla="*/ 24 h 61"/>
                <a:gd name="T18" fmla="*/ 1 w 6"/>
                <a:gd name="T19" fmla="*/ 20 h 61"/>
                <a:gd name="T20" fmla="*/ 1 w 6"/>
                <a:gd name="T21" fmla="*/ 8 h 61"/>
                <a:gd name="T22" fmla="*/ 1 w 6"/>
                <a:gd name="T23" fmla="*/ 0 h 61"/>
                <a:gd name="T24" fmla="*/ 1 w 6"/>
                <a:gd name="T25" fmla="*/ 3 h 61"/>
                <a:gd name="T26" fmla="*/ 2 w 6"/>
                <a:gd name="T27" fmla="*/ 9 h 61"/>
                <a:gd name="T28" fmla="*/ 2 w 6"/>
                <a:gd name="T29" fmla="*/ 12 h 61"/>
                <a:gd name="T30" fmla="*/ 2 w 6"/>
                <a:gd name="T31" fmla="*/ 12 h 61"/>
                <a:gd name="T32" fmla="*/ 2 w 6"/>
                <a:gd name="T33" fmla="*/ 14 h 61"/>
                <a:gd name="T34" fmla="*/ 2 w 6"/>
                <a:gd name="T35" fmla="*/ 17 h 61"/>
                <a:gd name="T36" fmla="*/ 2 w 6"/>
                <a:gd name="T37" fmla="*/ 23 h 61"/>
                <a:gd name="T38" fmla="*/ 2 w 6"/>
                <a:gd name="T39" fmla="*/ 30 h 61"/>
                <a:gd name="T40" fmla="*/ 2 w 6"/>
                <a:gd name="T41" fmla="*/ 33 h 61"/>
                <a:gd name="T42" fmla="*/ 2 w 6"/>
                <a:gd name="T43" fmla="*/ 32 h 61"/>
                <a:gd name="T44" fmla="*/ 2 w 6"/>
                <a:gd name="T45" fmla="*/ 30 h 61"/>
                <a:gd name="T46" fmla="*/ 3 w 6"/>
                <a:gd name="T47" fmla="*/ 31 h 61"/>
                <a:gd name="T48" fmla="*/ 3 w 6"/>
                <a:gd name="T49" fmla="*/ 33 h 61"/>
                <a:gd name="T50" fmla="*/ 3 w 6"/>
                <a:gd name="T51" fmla="*/ 32 h 61"/>
                <a:gd name="T52" fmla="*/ 3 w 6"/>
                <a:gd name="T53" fmla="*/ 27 h 61"/>
                <a:gd name="T54" fmla="*/ 3 w 6"/>
                <a:gd name="T55" fmla="*/ 24 h 61"/>
                <a:gd name="T56" fmla="*/ 3 w 6"/>
                <a:gd name="T57" fmla="*/ 24 h 61"/>
                <a:gd name="T58" fmla="*/ 4 w 6"/>
                <a:gd name="T59" fmla="*/ 24 h 61"/>
                <a:gd name="T60" fmla="*/ 4 w 6"/>
                <a:gd name="T61" fmla="*/ 27 h 61"/>
                <a:gd name="T62" fmla="*/ 4 w 6"/>
                <a:gd name="T63" fmla="*/ 25 h 61"/>
                <a:gd name="T64" fmla="*/ 4 w 6"/>
                <a:gd name="T65" fmla="*/ 22 h 61"/>
                <a:gd name="T66" fmla="*/ 4 w 6"/>
                <a:gd name="T67" fmla="*/ 27 h 61"/>
                <a:gd name="T68" fmla="*/ 4 w 6"/>
                <a:gd name="T69" fmla="*/ 31 h 61"/>
                <a:gd name="T70" fmla="*/ 4 w 6"/>
                <a:gd name="T71" fmla="*/ 29 h 61"/>
                <a:gd name="T72" fmla="*/ 4 w 6"/>
                <a:gd name="T73" fmla="*/ 27 h 61"/>
                <a:gd name="T74" fmla="*/ 4 w 6"/>
                <a:gd name="T75" fmla="*/ 32 h 61"/>
                <a:gd name="T76" fmla="*/ 5 w 6"/>
                <a:gd name="T77" fmla="*/ 37 h 61"/>
                <a:gd name="T78" fmla="*/ 5 w 6"/>
                <a:gd name="T79" fmla="*/ 36 h 61"/>
                <a:gd name="T80" fmla="*/ 5 w 6"/>
                <a:gd name="T81" fmla="*/ 33 h 61"/>
                <a:gd name="T82" fmla="*/ 5 w 6"/>
                <a:gd name="T83" fmla="*/ 31 h 61"/>
                <a:gd name="T84" fmla="*/ 5 w 6"/>
                <a:gd name="T85" fmla="*/ 28 h 61"/>
                <a:gd name="T86" fmla="*/ 5 w 6"/>
                <a:gd name="T87" fmla="*/ 27 h 61"/>
                <a:gd name="T88" fmla="*/ 5 w 6"/>
                <a:gd name="T89" fmla="*/ 36 h 61"/>
                <a:gd name="T90" fmla="*/ 5 w 6"/>
                <a:gd name="T91" fmla="*/ 40 h 61"/>
                <a:gd name="T92" fmla="*/ 5 w 6"/>
                <a:gd name="T93" fmla="*/ 32 h 61"/>
                <a:gd name="T94" fmla="*/ 6 w 6"/>
                <a:gd name="T95" fmla="*/ 32 h 61"/>
                <a:gd name="T96" fmla="*/ 6 w 6"/>
                <a:gd name="T97" fmla="*/ 49 h 61"/>
                <a:gd name="T98" fmla="*/ 6 w 6"/>
                <a:gd name="T99" fmla="*/ 61 h 61"/>
                <a:gd name="T100" fmla="*/ 6 w 6"/>
                <a:gd name="T101" fmla="*/ 55 h 61"/>
                <a:gd name="T102" fmla="*/ 6 w 6"/>
                <a:gd name="T103" fmla="*/ 46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1">
                  <a:moveTo>
                    <a:pt x="0" y="44"/>
                  </a:moveTo>
                  <a:lnTo>
                    <a:pt x="0" y="41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41"/>
                  </a:lnTo>
                  <a:lnTo>
                    <a:pt x="0" y="30"/>
                  </a:lnTo>
                  <a:lnTo>
                    <a:pt x="0" y="19"/>
                  </a:lnTo>
                  <a:lnTo>
                    <a:pt x="1" y="19"/>
                  </a:lnTo>
                  <a:lnTo>
                    <a:pt x="1" y="24"/>
                  </a:lnTo>
                  <a:lnTo>
                    <a:pt x="1" y="20"/>
                  </a:lnTo>
                  <a:lnTo>
                    <a:pt x="1" y="8"/>
                  </a:lnTo>
                  <a:lnTo>
                    <a:pt x="1" y="0"/>
                  </a:lnTo>
                  <a:lnTo>
                    <a:pt x="1" y="3"/>
                  </a:lnTo>
                  <a:lnTo>
                    <a:pt x="2" y="9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2" y="23"/>
                  </a:lnTo>
                  <a:lnTo>
                    <a:pt x="2" y="30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2" y="30"/>
                  </a:lnTo>
                  <a:lnTo>
                    <a:pt x="3" y="31"/>
                  </a:lnTo>
                  <a:lnTo>
                    <a:pt x="3" y="33"/>
                  </a:lnTo>
                  <a:lnTo>
                    <a:pt x="3" y="32"/>
                  </a:lnTo>
                  <a:lnTo>
                    <a:pt x="3" y="27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4" y="24"/>
                  </a:lnTo>
                  <a:lnTo>
                    <a:pt x="4" y="27"/>
                  </a:lnTo>
                  <a:lnTo>
                    <a:pt x="4" y="25"/>
                  </a:lnTo>
                  <a:lnTo>
                    <a:pt x="4" y="22"/>
                  </a:lnTo>
                  <a:lnTo>
                    <a:pt x="4" y="27"/>
                  </a:lnTo>
                  <a:lnTo>
                    <a:pt x="4" y="31"/>
                  </a:lnTo>
                  <a:lnTo>
                    <a:pt x="4" y="29"/>
                  </a:lnTo>
                  <a:lnTo>
                    <a:pt x="4" y="27"/>
                  </a:lnTo>
                  <a:lnTo>
                    <a:pt x="4" y="32"/>
                  </a:lnTo>
                  <a:lnTo>
                    <a:pt x="5" y="37"/>
                  </a:lnTo>
                  <a:lnTo>
                    <a:pt x="5" y="36"/>
                  </a:lnTo>
                  <a:lnTo>
                    <a:pt x="5" y="33"/>
                  </a:lnTo>
                  <a:lnTo>
                    <a:pt x="5" y="31"/>
                  </a:lnTo>
                  <a:lnTo>
                    <a:pt x="5" y="28"/>
                  </a:lnTo>
                  <a:lnTo>
                    <a:pt x="5" y="27"/>
                  </a:lnTo>
                  <a:lnTo>
                    <a:pt x="5" y="36"/>
                  </a:lnTo>
                  <a:lnTo>
                    <a:pt x="5" y="40"/>
                  </a:lnTo>
                  <a:lnTo>
                    <a:pt x="5" y="32"/>
                  </a:lnTo>
                  <a:lnTo>
                    <a:pt x="6" y="32"/>
                  </a:lnTo>
                  <a:lnTo>
                    <a:pt x="6" y="49"/>
                  </a:lnTo>
                  <a:lnTo>
                    <a:pt x="6" y="61"/>
                  </a:lnTo>
                  <a:lnTo>
                    <a:pt x="6" y="55"/>
                  </a:lnTo>
                  <a:lnTo>
                    <a:pt x="6" y="4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84" name="Freeform 990"/>
            <p:cNvSpPr/>
            <p:nvPr/>
          </p:nvSpPr>
          <p:spPr bwMode="auto">
            <a:xfrm>
              <a:off x="3468688" y="4662488"/>
              <a:ext cx="9525" cy="120650"/>
            </a:xfrm>
            <a:custGeom>
              <a:avLst/>
              <a:gdLst>
                <a:gd name="T0" fmla="*/ 0 w 6"/>
                <a:gd name="T1" fmla="*/ 38 h 76"/>
                <a:gd name="T2" fmla="*/ 0 w 6"/>
                <a:gd name="T3" fmla="*/ 29 h 76"/>
                <a:gd name="T4" fmla="*/ 0 w 6"/>
                <a:gd name="T5" fmla="*/ 31 h 76"/>
                <a:gd name="T6" fmla="*/ 1 w 6"/>
                <a:gd name="T7" fmla="*/ 34 h 76"/>
                <a:gd name="T8" fmla="*/ 1 w 6"/>
                <a:gd name="T9" fmla="*/ 30 h 76"/>
                <a:gd name="T10" fmla="*/ 1 w 6"/>
                <a:gd name="T11" fmla="*/ 21 h 76"/>
                <a:gd name="T12" fmla="*/ 1 w 6"/>
                <a:gd name="T13" fmla="*/ 11 h 76"/>
                <a:gd name="T14" fmla="*/ 1 w 6"/>
                <a:gd name="T15" fmla="*/ 6 h 76"/>
                <a:gd name="T16" fmla="*/ 1 w 6"/>
                <a:gd name="T17" fmla="*/ 10 h 76"/>
                <a:gd name="T18" fmla="*/ 1 w 6"/>
                <a:gd name="T19" fmla="*/ 21 h 76"/>
                <a:gd name="T20" fmla="*/ 1 w 6"/>
                <a:gd name="T21" fmla="*/ 21 h 76"/>
                <a:gd name="T22" fmla="*/ 1 w 6"/>
                <a:gd name="T23" fmla="*/ 9 h 76"/>
                <a:gd name="T24" fmla="*/ 2 w 6"/>
                <a:gd name="T25" fmla="*/ 7 h 76"/>
                <a:gd name="T26" fmla="*/ 2 w 6"/>
                <a:gd name="T27" fmla="*/ 19 h 76"/>
                <a:gd name="T28" fmla="*/ 2 w 6"/>
                <a:gd name="T29" fmla="*/ 22 h 76"/>
                <a:gd name="T30" fmla="*/ 2 w 6"/>
                <a:gd name="T31" fmla="*/ 9 h 76"/>
                <a:gd name="T32" fmla="*/ 2 w 6"/>
                <a:gd name="T33" fmla="*/ 0 h 76"/>
                <a:gd name="T34" fmla="*/ 2 w 6"/>
                <a:gd name="T35" fmla="*/ 7 h 76"/>
                <a:gd name="T36" fmla="*/ 3 w 6"/>
                <a:gd name="T37" fmla="*/ 14 h 76"/>
                <a:gd name="T38" fmla="*/ 3 w 6"/>
                <a:gd name="T39" fmla="*/ 13 h 76"/>
                <a:gd name="T40" fmla="*/ 3 w 6"/>
                <a:gd name="T41" fmla="*/ 9 h 76"/>
                <a:gd name="T42" fmla="*/ 3 w 6"/>
                <a:gd name="T43" fmla="*/ 10 h 76"/>
                <a:gd name="T44" fmla="*/ 3 w 6"/>
                <a:gd name="T45" fmla="*/ 15 h 76"/>
                <a:gd name="T46" fmla="*/ 3 w 6"/>
                <a:gd name="T47" fmla="*/ 18 h 76"/>
                <a:gd name="T48" fmla="*/ 3 w 6"/>
                <a:gd name="T49" fmla="*/ 18 h 76"/>
                <a:gd name="T50" fmla="*/ 3 w 6"/>
                <a:gd name="T51" fmla="*/ 17 h 76"/>
                <a:gd name="T52" fmla="*/ 3 w 6"/>
                <a:gd name="T53" fmla="*/ 15 h 76"/>
                <a:gd name="T54" fmla="*/ 4 w 6"/>
                <a:gd name="T55" fmla="*/ 12 h 76"/>
                <a:gd name="T56" fmla="*/ 4 w 6"/>
                <a:gd name="T57" fmla="*/ 10 h 76"/>
                <a:gd name="T58" fmla="*/ 4 w 6"/>
                <a:gd name="T59" fmla="*/ 17 h 76"/>
                <a:gd name="T60" fmla="*/ 4 w 6"/>
                <a:gd name="T61" fmla="*/ 22 h 76"/>
                <a:gd name="T62" fmla="*/ 4 w 6"/>
                <a:gd name="T63" fmla="*/ 22 h 76"/>
                <a:gd name="T64" fmla="*/ 4 w 6"/>
                <a:gd name="T65" fmla="*/ 27 h 76"/>
                <a:gd name="T66" fmla="*/ 4 w 6"/>
                <a:gd name="T67" fmla="*/ 35 h 76"/>
                <a:gd name="T68" fmla="*/ 4 w 6"/>
                <a:gd name="T69" fmla="*/ 26 h 76"/>
                <a:gd name="T70" fmla="*/ 4 w 6"/>
                <a:gd name="T71" fmla="*/ 15 h 76"/>
                <a:gd name="T72" fmla="*/ 4 w 6"/>
                <a:gd name="T73" fmla="*/ 25 h 76"/>
                <a:gd name="T74" fmla="*/ 5 w 6"/>
                <a:gd name="T75" fmla="*/ 34 h 76"/>
                <a:gd name="T76" fmla="*/ 5 w 6"/>
                <a:gd name="T77" fmla="*/ 26 h 76"/>
                <a:gd name="T78" fmla="*/ 5 w 6"/>
                <a:gd name="T79" fmla="*/ 17 h 76"/>
                <a:gd name="T80" fmla="*/ 5 w 6"/>
                <a:gd name="T81" fmla="*/ 15 h 76"/>
                <a:gd name="T82" fmla="*/ 5 w 6"/>
                <a:gd name="T83" fmla="*/ 16 h 76"/>
                <a:gd name="T84" fmla="*/ 5 w 6"/>
                <a:gd name="T85" fmla="*/ 31 h 76"/>
                <a:gd name="T86" fmla="*/ 6 w 6"/>
                <a:gd name="T87" fmla="*/ 51 h 76"/>
                <a:gd name="T88" fmla="*/ 6 w 6"/>
                <a:gd name="T89" fmla="*/ 56 h 76"/>
                <a:gd name="T90" fmla="*/ 6 w 6"/>
                <a:gd name="T91" fmla="*/ 46 h 76"/>
                <a:gd name="T92" fmla="*/ 6 w 6"/>
                <a:gd name="T93" fmla="*/ 46 h 76"/>
                <a:gd name="T94" fmla="*/ 6 w 6"/>
                <a:gd name="T95" fmla="*/ 59 h 76"/>
                <a:gd name="T96" fmla="*/ 6 w 6"/>
                <a:gd name="T97" fmla="*/ 73 h 76"/>
                <a:gd name="T98" fmla="*/ 6 w 6"/>
                <a:gd name="T99" fmla="*/ 76 h 76"/>
                <a:gd name="T100" fmla="*/ 6 w 6"/>
                <a:gd name="T101" fmla="*/ 68 h 76"/>
                <a:gd name="T102" fmla="*/ 6 w 6"/>
                <a:gd name="T103" fmla="*/ 61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6">
                  <a:moveTo>
                    <a:pt x="0" y="38"/>
                  </a:moveTo>
                  <a:lnTo>
                    <a:pt x="0" y="29"/>
                  </a:lnTo>
                  <a:lnTo>
                    <a:pt x="0" y="31"/>
                  </a:lnTo>
                  <a:lnTo>
                    <a:pt x="1" y="34"/>
                  </a:lnTo>
                  <a:lnTo>
                    <a:pt x="1" y="30"/>
                  </a:lnTo>
                  <a:lnTo>
                    <a:pt x="1" y="21"/>
                  </a:lnTo>
                  <a:lnTo>
                    <a:pt x="1" y="11"/>
                  </a:lnTo>
                  <a:lnTo>
                    <a:pt x="1" y="6"/>
                  </a:lnTo>
                  <a:lnTo>
                    <a:pt x="1" y="10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2" y="9"/>
                  </a:lnTo>
                  <a:lnTo>
                    <a:pt x="2" y="0"/>
                  </a:lnTo>
                  <a:lnTo>
                    <a:pt x="2" y="7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5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3" y="15"/>
                  </a:lnTo>
                  <a:lnTo>
                    <a:pt x="4" y="12"/>
                  </a:lnTo>
                  <a:lnTo>
                    <a:pt x="4" y="10"/>
                  </a:lnTo>
                  <a:lnTo>
                    <a:pt x="4" y="17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7"/>
                  </a:lnTo>
                  <a:lnTo>
                    <a:pt x="4" y="35"/>
                  </a:lnTo>
                  <a:lnTo>
                    <a:pt x="4" y="26"/>
                  </a:lnTo>
                  <a:lnTo>
                    <a:pt x="4" y="15"/>
                  </a:lnTo>
                  <a:lnTo>
                    <a:pt x="4" y="25"/>
                  </a:lnTo>
                  <a:lnTo>
                    <a:pt x="5" y="34"/>
                  </a:lnTo>
                  <a:lnTo>
                    <a:pt x="5" y="26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31"/>
                  </a:lnTo>
                  <a:lnTo>
                    <a:pt x="6" y="51"/>
                  </a:lnTo>
                  <a:lnTo>
                    <a:pt x="6" y="56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6" y="59"/>
                  </a:lnTo>
                  <a:lnTo>
                    <a:pt x="6" y="73"/>
                  </a:lnTo>
                  <a:lnTo>
                    <a:pt x="6" y="76"/>
                  </a:lnTo>
                  <a:lnTo>
                    <a:pt x="6" y="68"/>
                  </a:lnTo>
                  <a:lnTo>
                    <a:pt x="6" y="6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85" name="Freeform 991"/>
            <p:cNvSpPr/>
            <p:nvPr/>
          </p:nvSpPr>
          <p:spPr bwMode="auto">
            <a:xfrm>
              <a:off x="3478213" y="4660901"/>
              <a:ext cx="11113" cy="328613"/>
            </a:xfrm>
            <a:custGeom>
              <a:avLst/>
              <a:gdLst>
                <a:gd name="T0" fmla="*/ 0 w 7"/>
                <a:gd name="T1" fmla="*/ 69 h 207"/>
                <a:gd name="T2" fmla="*/ 0 w 7"/>
                <a:gd name="T3" fmla="*/ 62 h 207"/>
                <a:gd name="T4" fmla="*/ 1 w 7"/>
                <a:gd name="T5" fmla="*/ 66 h 207"/>
                <a:gd name="T6" fmla="*/ 1 w 7"/>
                <a:gd name="T7" fmla="*/ 84 h 207"/>
                <a:gd name="T8" fmla="*/ 1 w 7"/>
                <a:gd name="T9" fmla="*/ 101 h 207"/>
                <a:gd name="T10" fmla="*/ 1 w 7"/>
                <a:gd name="T11" fmla="*/ 96 h 207"/>
                <a:gd name="T12" fmla="*/ 1 w 7"/>
                <a:gd name="T13" fmla="*/ 82 h 207"/>
                <a:gd name="T14" fmla="*/ 1 w 7"/>
                <a:gd name="T15" fmla="*/ 93 h 207"/>
                <a:gd name="T16" fmla="*/ 2 w 7"/>
                <a:gd name="T17" fmla="*/ 118 h 207"/>
                <a:gd name="T18" fmla="*/ 2 w 7"/>
                <a:gd name="T19" fmla="*/ 130 h 207"/>
                <a:gd name="T20" fmla="*/ 2 w 7"/>
                <a:gd name="T21" fmla="*/ 126 h 207"/>
                <a:gd name="T22" fmla="*/ 2 w 7"/>
                <a:gd name="T23" fmla="*/ 113 h 207"/>
                <a:gd name="T24" fmla="*/ 2 w 7"/>
                <a:gd name="T25" fmla="*/ 109 h 207"/>
                <a:gd name="T26" fmla="*/ 2 w 7"/>
                <a:gd name="T27" fmla="*/ 132 h 207"/>
                <a:gd name="T28" fmla="*/ 2 w 7"/>
                <a:gd name="T29" fmla="*/ 153 h 207"/>
                <a:gd name="T30" fmla="*/ 2 w 7"/>
                <a:gd name="T31" fmla="*/ 146 h 207"/>
                <a:gd name="T32" fmla="*/ 2 w 7"/>
                <a:gd name="T33" fmla="*/ 131 h 207"/>
                <a:gd name="T34" fmla="*/ 3 w 7"/>
                <a:gd name="T35" fmla="*/ 135 h 207"/>
                <a:gd name="T36" fmla="*/ 3 w 7"/>
                <a:gd name="T37" fmla="*/ 149 h 207"/>
                <a:gd name="T38" fmla="*/ 3 w 7"/>
                <a:gd name="T39" fmla="*/ 156 h 207"/>
                <a:gd name="T40" fmla="*/ 3 w 7"/>
                <a:gd name="T41" fmla="*/ 142 h 207"/>
                <a:gd name="T42" fmla="*/ 3 w 7"/>
                <a:gd name="T43" fmla="*/ 126 h 207"/>
                <a:gd name="T44" fmla="*/ 3 w 7"/>
                <a:gd name="T45" fmla="*/ 146 h 207"/>
                <a:gd name="T46" fmla="*/ 3 w 7"/>
                <a:gd name="T47" fmla="*/ 186 h 207"/>
                <a:gd name="T48" fmla="*/ 3 w 7"/>
                <a:gd name="T49" fmla="*/ 190 h 207"/>
                <a:gd name="T50" fmla="*/ 3 w 7"/>
                <a:gd name="T51" fmla="*/ 157 h 207"/>
                <a:gd name="T52" fmla="*/ 4 w 7"/>
                <a:gd name="T53" fmla="*/ 151 h 207"/>
                <a:gd name="T54" fmla="*/ 4 w 7"/>
                <a:gd name="T55" fmla="*/ 184 h 207"/>
                <a:gd name="T56" fmla="*/ 4 w 7"/>
                <a:gd name="T57" fmla="*/ 207 h 207"/>
                <a:gd name="T58" fmla="*/ 4 w 7"/>
                <a:gd name="T59" fmla="*/ 196 h 207"/>
                <a:gd name="T60" fmla="*/ 4 w 7"/>
                <a:gd name="T61" fmla="*/ 163 h 207"/>
                <a:gd name="T62" fmla="*/ 4 w 7"/>
                <a:gd name="T63" fmla="*/ 123 h 207"/>
                <a:gd name="T64" fmla="*/ 5 w 7"/>
                <a:gd name="T65" fmla="*/ 111 h 207"/>
                <a:gd name="T66" fmla="*/ 5 w 7"/>
                <a:gd name="T67" fmla="*/ 129 h 207"/>
                <a:gd name="T68" fmla="*/ 5 w 7"/>
                <a:gd name="T69" fmla="*/ 134 h 207"/>
                <a:gd name="T70" fmla="*/ 5 w 7"/>
                <a:gd name="T71" fmla="*/ 101 h 207"/>
                <a:gd name="T72" fmla="*/ 5 w 7"/>
                <a:gd name="T73" fmla="*/ 67 h 207"/>
                <a:gd name="T74" fmla="*/ 5 w 7"/>
                <a:gd name="T75" fmla="*/ 67 h 207"/>
                <a:gd name="T76" fmla="*/ 5 w 7"/>
                <a:gd name="T77" fmla="*/ 75 h 207"/>
                <a:gd name="T78" fmla="*/ 5 w 7"/>
                <a:gd name="T79" fmla="*/ 64 h 207"/>
                <a:gd name="T80" fmla="*/ 5 w 7"/>
                <a:gd name="T81" fmla="*/ 48 h 207"/>
                <a:gd name="T82" fmla="*/ 6 w 7"/>
                <a:gd name="T83" fmla="*/ 47 h 207"/>
                <a:gd name="T84" fmla="*/ 6 w 7"/>
                <a:gd name="T85" fmla="*/ 44 h 207"/>
                <a:gd name="T86" fmla="*/ 6 w 7"/>
                <a:gd name="T87" fmla="*/ 28 h 207"/>
                <a:gd name="T88" fmla="*/ 6 w 7"/>
                <a:gd name="T89" fmla="*/ 18 h 207"/>
                <a:gd name="T90" fmla="*/ 6 w 7"/>
                <a:gd name="T91" fmla="*/ 16 h 207"/>
                <a:gd name="T92" fmla="*/ 6 w 7"/>
                <a:gd name="T93" fmla="*/ 11 h 207"/>
                <a:gd name="T94" fmla="*/ 6 w 7"/>
                <a:gd name="T95" fmla="*/ 14 h 207"/>
                <a:gd name="T96" fmla="*/ 7 w 7"/>
                <a:gd name="T97" fmla="*/ 24 h 207"/>
                <a:gd name="T98" fmla="*/ 7 w 7"/>
                <a:gd name="T99" fmla="*/ 17 h 207"/>
                <a:gd name="T100" fmla="*/ 7 w 7"/>
                <a:gd name="T101" fmla="*/ 0 h 207"/>
                <a:gd name="T102" fmla="*/ 7 w 7"/>
                <a:gd name="T103" fmla="*/ 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207">
                  <a:moveTo>
                    <a:pt x="0" y="69"/>
                  </a:moveTo>
                  <a:lnTo>
                    <a:pt x="0" y="62"/>
                  </a:lnTo>
                  <a:lnTo>
                    <a:pt x="1" y="66"/>
                  </a:lnTo>
                  <a:lnTo>
                    <a:pt x="1" y="84"/>
                  </a:lnTo>
                  <a:lnTo>
                    <a:pt x="1" y="101"/>
                  </a:lnTo>
                  <a:lnTo>
                    <a:pt x="1" y="96"/>
                  </a:lnTo>
                  <a:lnTo>
                    <a:pt x="1" y="82"/>
                  </a:lnTo>
                  <a:lnTo>
                    <a:pt x="1" y="93"/>
                  </a:lnTo>
                  <a:lnTo>
                    <a:pt x="2" y="118"/>
                  </a:lnTo>
                  <a:lnTo>
                    <a:pt x="2" y="130"/>
                  </a:lnTo>
                  <a:lnTo>
                    <a:pt x="2" y="126"/>
                  </a:lnTo>
                  <a:lnTo>
                    <a:pt x="2" y="113"/>
                  </a:lnTo>
                  <a:lnTo>
                    <a:pt x="2" y="109"/>
                  </a:lnTo>
                  <a:lnTo>
                    <a:pt x="2" y="132"/>
                  </a:lnTo>
                  <a:lnTo>
                    <a:pt x="2" y="153"/>
                  </a:lnTo>
                  <a:lnTo>
                    <a:pt x="2" y="146"/>
                  </a:lnTo>
                  <a:lnTo>
                    <a:pt x="2" y="131"/>
                  </a:lnTo>
                  <a:lnTo>
                    <a:pt x="3" y="135"/>
                  </a:lnTo>
                  <a:lnTo>
                    <a:pt x="3" y="149"/>
                  </a:lnTo>
                  <a:lnTo>
                    <a:pt x="3" y="156"/>
                  </a:lnTo>
                  <a:lnTo>
                    <a:pt x="3" y="142"/>
                  </a:lnTo>
                  <a:lnTo>
                    <a:pt x="3" y="126"/>
                  </a:lnTo>
                  <a:lnTo>
                    <a:pt x="3" y="146"/>
                  </a:lnTo>
                  <a:lnTo>
                    <a:pt x="3" y="186"/>
                  </a:lnTo>
                  <a:lnTo>
                    <a:pt x="3" y="190"/>
                  </a:lnTo>
                  <a:lnTo>
                    <a:pt x="3" y="157"/>
                  </a:lnTo>
                  <a:lnTo>
                    <a:pt x="4" y="151"/>
                  </a:lnTo>
                  <a:lnTo>
                    <a:pt x="4" y="184"/>
                  </a:lnTo>
                  <a:lnTo>
                    <a:pt x="4" y="207"/>
                  </a:lnTo>
                  <a:lnTo>
                    <a:pt x="4" y="196"/>
                  </a:lnTo>
                  <a:lnTo>
                    <a:pt x="4" y="163"/>
                  </a:lnTo>
                  <a:lnTo>
                    <a:pt x="4" y="123"/>
                  </a:lnTo>
                  <a:lnTo>
                    <a:pt x="5" y="111"/>
                  </a:lnTo>
                  <a:lnTo>
                    <a:pt x="5" y="129"/>
                  </a:lnTo>
                  <a:lnTo>
                    <a:pt x="5" y="134"/>
                  </a:lnTo>
                  <a:lnTo>
                    <a:pt x="5" y="101"/>
                  </a:lnTo>
                  <a:lnTo>
                    <a:pt x="5" y="67"/>
                  </a:lnTo>
                  <a:lnTo>
                    <a:pt x="5" y="67"/>
                  </a:lnTo>
                  <a:lnTo>
                    <a:pt x="5" y="75"/>
                  </a:lnTo>
                  <a:lnTo>
                    <a:pt x="5" y="64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6" y="44"/>
                  </a:lnTo>
                  <a:lnTo>
                    <a:pt x="6" y="28"/>
                  </a:lnTo>
                  <a:lnTo>
                    <a:pt x="6" y="18"/>
                  </a:lnTo>
                  <a:lnTo>
                    <a:pt x="6" y="16"/>
                  </a:lnTo>
                  <a:lnTo>
                    <a:pt x="6" y="11"/>
                  </a:lnTo>
                  <a:lnTo>
                    <a:pt x="6" y="14"/>
                  </a:lnTo>
                  <a:lnTo>
                    <a:pt x="7" y="24"/>
                  </a:lnTo>
                  <a:lnTo>
                    <a:pt x="7" y="17"/>
                  </a:lnTo>
                  <a:lnTo>
                    <a:pt x="7" y="0"/>
                  </a:lnTo>
                  <a:lnTo>
                    <a:pt x="7" y="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86" name="Freeform 992"/>
            <p:cNvSpPr/>
            <p:nvPr/>
          </p:nvSpPr>
          <p:spPr bwMode="auto">
            <a:xfrm>
              <a:off x="3489325" y="4576763"/>
              <a:ext cx="9525" cy="123825"/>
            </a:xfrm>
            <a:custGeom>
              <a:avLst/>
              <a:gdLst>
                <a:gd name="T0" fmla="*/ 0 w 6"/>
                <a:gd name="T1" fmla="*/ 53 h 78"/>
                <a:gd name="T2" fmla="*/ 0 w 6"/>
                <a:gd name="T3" fmla="*/ 55 h 78"/>
                <a:gd name="T4" fmla="*/ 0 w 6"/>
                <a:gd name="T5" fmla="*/ 62 h 78"/>
                <a:gd name="T6" fmla="*/ 0 w 6"/>
                <a:gd name="T7" fmla="*/ 58 h 78"/>
                <a:gd name="T8" fmla="*/ 0 w 6"/>
                <a:gd name="T9" fmla="*/ 62 h 78"/>
                <a:gd name="T10" fmla="*/ 0 w 6"/>
                <a:gd name="T11" fmla="*/ 72 h 78"/>
                <a:gd name="T12" fmla="*/ 0 w 6"/>
                <a:gd name="T13" fmla="*/ 69 h 78"/>
                <a:gd name="T14" fmla="*/ 1 w 6"/>
                <a:gd name="T15" fmla="*/ 64 h 78"/>
                <a:gd name="T16" fmla="*/ 1 w 6"/>
                <a:gd name="T17" fmla="*/ 66 h 78"/>
                <a:gd name="T18" fmla="*/ 1 w 6"/>
                <a:gd name="T19" fmla="*/ 68 h 78"/>
                <a:gd name="T20" fmla="*/ 1 w 6"/>
                <a:gd name="T21" fmla="*/ 65 h 78"/>
                <a:gd name="T22" fmla="*/ 1 w 6"/>
                <a:gd name="T23" fmla="*/ 57 h 78"/>
                <a:gd name="T24" fmla="*/ 1 w 6"/>
                <a:gd name="T25" fmla="*/ 42 h 78"/>
                <a:gd name="T26" fmla="*/ 1 w 6"/>
                <a:gd name="T27" fmla="*/ 28 h 78"/>
                <a:gd name="T28" fmla="*/ 1 w 6"/>
                <a:gd name="T29" fmla="*/ 24 h 78"/>
                <a:gd name="T30" fmla="*/ 1 w 6"/>
                <a:gd name="T31" fmla="*/ 24 h 78"/>
                <a:gd name="T32" fmla="*/ 2 w 6"/>
                <a:gd name="T33" fmla="*/ 14 h 78"/>
                <a:gd name="T34" fmla="*/ 2 w 6"/>
                <a:gd name="T35" fmla="*/ 0 h 78"/>
                <a:gd name="T36" fmla="*/ 2 w 6"/>
                <a:gd name="T37" fmla="*/ 4 h 78"/>
                <a:gd name="T38" fmla="*/ 2 w 6"/>
                <a:gd name="T39" fmla="*/ 26 h 78"/>
                <a:gd name="T40" fmla="*/ 2 w 6"/>
                <a:gd name="T41" fmla="*/ 40 h 78"/>
                <a:gd name="T42" fmla="*/ 2 w 6"/>
                <a:gd name="T43" fmla="*/ 29 h 78"/>
                <a:gd name="T44" fmla="*/ 3 w 6"/>
                <a:gd name="T45" fmla="*/ 22 h 78"/>
                <a:gd name="T46" fmla="*/ 3 w 6"/>
                <a:gd name="T47" fmla="*/ 38 h 78"/>
                <a:gd name="T48" fmla="*/ 3 w 6"/>
                <a:gd name="T49" fmla="*/ 56 h 78"/>
                <a:gd name="T50" fmla="*/ 3 w 6"/>
                <a:gd name="T51" fmla="*/ 60 h 78"/>
                <a:gd name="T52" fmla="*/ 3 w 6"/>
                <a:gd name="T53" fmla="*/ 61 h 78"/>
                <a:gd name="T54" fmla="*/ 3 w 6"/>
                <a:gd name="T55" fmla="*/ 60 h 78"/>
                <a:gd name="T56" fmla="*/ 3 w 6"/>
                <a:gd name="T57" fmla="*/ 55 h 78"/>
                <a:gd name="T58" fmla="*/ 3 w 6"/>
                <a:gd name="T59" fmla="*/ 58 h 78"/>
                <a:gd name="T60" fmla="*/ 3 w 6"/>
                <a:gd name="T61" fmla="*/ 61 h 78"/>
                <a:gd name="T62" fmla="*/ 4 w 6"/>
                <a:gd name="T63" fmla="*/ 52 h 78"/>
                <a:gd name="T64" fmla="*/ 4 w 6"/>
                <a:gd name="T65" fmla="*/ 50 h 78"/>
                <a:gd name="T66" fmla="*/ 4 w 6"/>
                <a:gd name="T67" fmla="*/ 66 h 78"/>
                <a:gd name="T68" fmla="*/ 4 w 6"/>
                <a:gd name="T69" fmla="*/ 66 h 78"/>
                <a:gd name="T70" fmla="*/ 4 w 6"/>
                <a:gd name="T71" fmla="*/ 44 h 78"/>
                <a:gd name="T72" fmla="*/ 4 w 6"/>
                <a:gd name="T73" fmla="*/ 41 h 78"/>
                <a:gd name="T74" fmla="*/ 5 w 6"/>
                <a:gd name="T75" fmla="*/ 63 h 78"/>
                <a:gd name="T76" fmla="*/ 5 w 6"/>
                <a:gd name="T77" fmla="*/ 78 h 78"/>
                <a:gd name="T78" fmla="*/ 5 w 6"/>
                <a:gd name="T79" fmla="*/ 72 h 78"/>
                <a:gd name="T80" fmla="*/ 5 w 6"/>
                <a:gd name="T81" fmla="*/ 62 h 78"/>
                <a:gd name="T82" fmla="*/ 5 w 6"/>
                <a:gd name="T83" fmla="*/ 60 h 78"/>
                <a:gd name="T84" fmla="*/ 5 w 6"/>
                <a:gd name="T85" fmla="*/ 59 h 78"/>
                <a:gd name="T86" fmla="*/ 5 w 6"/>
                <a:gd name="T87" fmla="*/ 58 h 78"/>
                <a:gd name="T88" fmla="*/ 5 w 6"/>
                <a:gd name="T89" fmla="*/ 58 h 78"/>
                <a:gd name="T90" fmla="*/ 5 w 6"/>
                <a:gd name="T91" fmla="*/ 52 h 78"/>
                <a:gd name="T92" fmla="*/ 6 w 6"/>
                <a:gd name="T93" fmla="*/ 44 h 78"/>
                <a:gd name="T94" fmla="*/ 6 w 6"/>
                <a:gd name="T95" fmla="*/ 50 h 78"/>
                <a:gd name="T96" fmla="*/ 6 w 6"/>
                <a:gd name="T97" fmla="*/ 59 h 78"/>
                <a:gd name="T98" fmla="*/ 6 w 6"/>
                <a:gd name="T99" fmla="*/ 50 h 78"/>
                <a:gd name="T100" fmla="*/ 6 w 6"/>
                <a:gd name="T101" fmla="*/ 45 h 78"/>
                <a:gd name="T102" fmla="*/ 6 w 6"/>
                <a:gd name="T103" fmla="*/ 63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8">
                  <a:moveTo>
                    <a:pt x="0" y="53"/>
                  </a:moveTo>
                  <a:lnTo>
                    <a:pt x="0" y="55"/>
                  </a:lnTo>
                  <a:lnTo>
                    <a:pt x="0" y="62"/>
                  </a:lnTo>
                  <a:lnTo>
                    <a:pt x="0" y="58"/>
                  </a:lnTo>
                  <a:lnTo>
                    <a:pt x="0" y="62"/>
                  </a:lnTo>
                  <a:lnTo>
                    <a:pt x="0" y="72"/>
                  </a:lnTo>
                  <a:lnTo>
                    <a:pt x="0" y="69"/>
                  </a:lnTo>
                  <a:lnTo>
                    <a:pt x="1" y="64"/>
                  </a:lnTo>
                  <a:lnTo>
                    <a:pt x="1" y="66"/>
                  </a:lnTo>
                  <a:lnTo>
                    <a:pt x="1" y="68"/>
                  </a:lnTo>
                  <a:lnTo>
                    <a:pt x="1" y="65"/>
                  </a:lnTo>
                  <a:lnTo>
                    <a:pt x="1" y="57"/>
                  </a:lnTo>
                  <a:lnTo>
                    <a:pt x="1" y="42"/>
                  </a:lnTo>
                  <a:lnTo>
                    <a:pt x="1" y="28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2" y="14"/>
                  </a:lnTo>
                  <a:lnTo>
                    <a:pt x="2" y="0"/>
                  </a:lnTo>
                  <a:lnTo>
                    <a:pt x="2" y="4"/>
                  </a:lnTo>
                  <a:lnTo>
                    <a:pt x="2" y="26"/>
                  </a:lnTo>
                  <a:lnTo>
                    <a:pt x="2" y="40"/>
                  </a:lnTo>
                  <a:lnTo>
                    <a:pt x="2" y="29"/>
                  </a:lnTo>
                  <a:lnTo>
                    <a:pt x="3" y="22"/>
                  </a:lnTo>
                  <a:lnTo>
                    <a:pt x="3" y="38"/>
                  </a:lnTo>
                  <a:lnTo>
                    <a:pt x="3" y="56"/>
                  </a:lnTo>
                  <a:lnTo>
                    <a:pt x="3" y="60"/>
                  </a:lnTo>
                  <a:lnTo>
                    <a:pt x="3" y="61"/>
                  </a:lnTo>
                  <a:lnTo>
                    <a:pt x="3" y="60"/>
                  </a:lnTo>
                  <a:lnTo>
                    <a:pt x="3" y="55"/>
                  </a:lnTo>
                  <a:lnTo>
                    <a:pt x="3" y="58"/>
                  </a:lnTo>
                  <a:lnTo>
                    <a:pt x="3" y="61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66"/>
                  </a:lnTo>
                  <a:lnTo>
                    <a:pt x="4" y="66"/>
                  </a:lnTo>
                  <a:lnTo>
                    <a:pt x="4" y="44"/>
                  </a:lnTo>
                  <a:lnTo>
                    <a:pt x="4" y="41"/>
                  </a:lnTo>
                  <a:lnTo>
                    <a:pt x="5" y="63"/>
                  </a:lnTo>
                  <a:lnTo>
                    <a:pt x="5" y="78"/>
                  </a:lnTo>
                  <a:lnTo>
                    <a:pt x="5" y="72"/>
                  </a:lnTo>
                  <a:lnTo>
                    <a:pt x="5" y="62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5" y="58"/>
                  </a:lnTo>
                  <a:lnTo>
                    <a:pt x="5" y="58"/>
                  </a:lnTo>
                  <a:lnTo>
                    <a:pt x="5" y="52"/>
                  </a:lnTo>
                  <a:lnTo>
                    <a:pt x="6" y="44"/>
                  </a:lnTo>
                  <a:lnTo>
                    <a:pt x="6" y="50"/>
                  </a:lnTo>
                  <a:lnTo>
                    <a:pt x="6" y="59"/>
                  </a:lnTo>
                  <a:lnTo>
                    <a:pt x="6" y="50"/>
                  </a:lnTo>
                  <a:lnTo>
                    <a:pt x="6" y="45"/>
                  </a:lnTo>
                  <a:lnTo>
                    <a:pt x="6" y="6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87" name="Freeform 993"/>
            <p:cNvSpPr/>
            <p:nvPr/>
          </p:nvSpPr>
          <p:spPr bwMode="auto">
            <a:xfrm>
              <a:off x="3498850" y="4616451"/>
              <a:ext cx="11113" cy="88900"/>
            </a:xfrm>
            <a:custGeom>
              <a:avLst/>
              <a:gdLst>
                <a:gd name="T0" fmla="*/ 0 w 7"/>
                <a:gd name="T1" fmla="*/ 20 h 56"/>
                <a:gd name="T2" fmla="*/ 0 w 7"/>
                <a:gd name="T3" fmla="*/ 38 h 56"/>
                <a:gd name="T4" fmla="*/ 0 w 7"/>
                <a:gd name="T5" fmla="*/ 51 h 56"/>
                <a:gd name="T6" fmla="*/ 0 w 7"/>
                <a:gd name="T7" fmla="*/ 47 h 56"/>
                <a:gd name="T8" fmla="*/ 0 w 7"/>
                <a:gd name="T9" fmla="*/ 46 h 56"/>
                <a:gd name="T10" fmla="*/ 1 w 7"/>
                <a:gd name="T11" fmla="*/ 51 h 56"/>
                <a:gd name="T12" fmla="*/ 1 w 7"/>
                <a:gd name="T13" fmla="*/ 48 h 56"/>
                <a:gd name="T14" fmla="*/ 1 w 7"/>
                <a:gd name="T15" fmla="*/ 47 h 56"/>
                <a:gd name="T16" fmla="*/ 1 w 7"/>
                <a:gd name="T17" fmla="*/ 54 h 56"/>
                <a:gd name="T18" fmla="*/ 1 w 7"/>
                <a:gd name="T19" fmla="*/ 56 h 56"/>
                <a:gd name="T20" fmla="*/ 1 w 7"/>
                <a:gd name="T21" fmla="*/ 44 h 56"/>
                <a:gd name="T22" fmla="*/ 2 w 7"/>
                <a:gd name="T23" fmla="*/ 33 h 56"/>
                <a:gd name="T24" fmla="*/ 2 w 7"/>
                <a:gd name="T25" fmla="*/ 28 h 56"/>
                <a:gd name="T26" fmla="*/ 2 w 7"/>
                <a:gd name="T27" fmla="*/ 23 h 56"/>
                <a:gd name="T28" fmla="*/ 2 w 7"/>
                <a:gd name="T29" fmla="*/ 19 h 56"/>
                <a:gd name="T30" fmla="*/ 2 w 7"/>
                <a:gd name="T31" fmla="*/ 24 h 56"/>
                <a:gd name="T32" fmla="*/ 2 w 7"/>
                <a:gd name="T33" fmla="*/ 21 h 56"/>
                <a:gd name="T34" fmla="*/ 2 w 7"/>
                <a:gd name="T35" fmla="*/ 8 h 56"/>
                <a:gd name="T36" fmla="*/ 2 w 7"/>
                <a:gd name="T37" fmla="*/ 8 h 56"/>
                <a:gd name="T38" fmla="*/ 2 w 7"/>
                <a:gd name="T39" fmla="*/ 23 h 56"/>
                <a:gd name="T40" fmla="*/ 2 w 7"/>
                <a:gd name="T41" fmla="*/ 26 h 56"/>
                <a:gd name="T42" fmla="*/ 3 w 7"/>
                <a:gd name="T43" fmla="*/ 14 h 56"/>
                <a:gd name="T44" fmla="*/ 3 w 7"/>
                <a:gd name="T45" fmla="*/ 8 h 56"/>
                <a:gd name="T46" fmla="*/ 3 w 7"/>
                <a:gd name="T47" fmla="*/ 13 h 56"/>
                <a:gd name="T48" fmla="*/ 3 w 7"/>
                <a:gd name="T49" fmla="*/ 12 h 56"/>
                <a:gd name="T50" fmla="*/ 3 w 7"/>
                <a:gd name="T51" fmla="*/ 8 h 56"/>
                <a:gd name="T52" fmla="*/ 3 w 7"/>
                <a:gd name="T53" fmla="*/ 5 h 56"/>
                <a:gd name="T54" fmla="*/ 4 w 7"/>
                <a:gd name="T55" fmla="*/ 0 h 56"/>
                <a:gd name="T56" fmla="*/ 4 w 7"/>
                <a:gd name="T57" fmla="*/ 1 h 56"/>
                <a:gd name="T58" fmla="*/ 4 w 7"/>
                <a:gd name="T59" fmla="*/ 18 h 56"/>
                <a:gd name="T60" fmla="*/ 4 w 7"/>
                <a:gd name="T61" fmla="*/ 31 h 56"/>
                <a:gd name="T62" fmla="*/ 4 w 7"/>
                <a:gd name="T63" fmla="*/ 24 h 56"/>
                <a:gd name="T64" fmla="*/ 4 w 7"/>
                <a:gd name="T65" fmla="*/ 17 h 56"/>
                <a:gd name="T66" fmla="*/ 4 w 7"/>
                <a:gd name="T67" fmla="*/ 31 h 56"/>
                <a:gd name="T68" fmla="*/ 4 w 7"/>
                <a:gd name="T69" fmla="*/ 46 h 56"/>
                <a:gd name="T70" fmla="*/ 4 w 7"/>
                <a:gd name="T71" fmla="*/ 43 h 56"/>
                <a:gd name="T72" fmla="*/ 5 w 7"/>
                <a:gd name="T73" fmla="*/ 34 h 56"/>
                <a:gd name="T74" fmla="*/ 5 w 7"/>
                <a:gd name="T75" fmla="*/ 37 h 56"/>
                <a:gd name="T76" fmla="*/ 5 w 7"/>
                <a:gd name="T77" fmla="*/ 44 h 56"/>
                <a:gd name="T78" fmla="*/ 5 w 7"/>
                <a:gd name="T79" fmla="*/ 41 h 56"/>
                <a:gd name="T80" fmla="*/ 5 w 7"/>
                <a:gd name="T81" fmla="*/ 32 h 56"/>
                <a:gd name="T82" fmla="*/ 5 w 7"/>
                <a:gd name="T83" fmla="*/ 30 h 56"/>
                <a:gd name="T84" fmla="*/ 5 w 7"/>
                <a:gd name="T85" fmla="*/ 32 h 56"/>
                <a:gd name="T86" fmla="*/ 5 w 7"/>
                <a:gd name="T87" fmla="*/ 34 h 56"/>
                <a:gd name="T88" fmla="*/ 5 w 7"/>
                <a:gd name="T89" fmla="*/ 34 h 56"/>
                <a:gd name="T90" fmla="*/ 6 w 7"/>
                <a:gd name="T91" fmla="*/ 31 h 56"/>
                <a:gd name="T92" fmla="*/ 6 w 7"/>
                <a:gd name="T93" fmla="*/ 28 h 56"/>
                <a:gd name="T94" fmla="*/ 6 w 7"/>
                <a:gd name="T95" fmla="*/ 34 h 56"/>
                <a:gd name="T96" fmla="*/ 6 w 7"/>
                <a:gd name="T97" fmla="*/ 44 h 56"/>
                <a:gd name="T98" fmla="*/ 6 w 7"/>
                <a:gd name="T99" fmla="*/ 46 h 56"/>
                <a:gd name="T100" fmla="*/ 6 w 7"/>
                <a:gd name="T101" fmla="*/ 44 h 56"/>
                <a:gd name="T102" fmla="*/ 7 w 7"/>
                <a:gd name="T103" fmla="*/ 5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6">
                  <a:moveTo>
                    <a:pt x="0" y="20"/>
                  </a:moveTo>
                  <a:lnTo>
                    <a:pt x="0" y="38"/>
                  </a:lnTo>
                  <a:lnTo>
                    <a:pt x="0" y="51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1" y="51"/>
                  </a:lnTo>
                  <a:lnTo>
                    <a:pt x="1" y="48"/>
                  </a:lnTo>
                  <a:lnTo>
                    <a:pt x="1" y="47"/>
                  </a:lnTo>
                  <a:lnTo>
                    <a:pt x="1" y="54"/>
                  </a:lnTo>
                  <a:lnTo>
                    <a:pt x="1" y="56"/>
                  </a:lnTo>
                  <a:lnTo>
                    <a:pt x="1" y="44"/>
                  </a:lnTo>
                  <a:lnTo>
                    <a:pt x="2" y="33"/>
                  </a:lnTo>
                  <a:lnTo>
                    <a:pt x="2" y="28"/>
                  </a:lnTo>
                  <a:lnTo>
                    <a:pt x="2" y="23"/>
                  </a:lnTo>
                  <a:lnTo>
                    <a:pt x="2" y="19"/>
                  </a:lnTo>
                  <a:lnTo>
                    <a:pt x="2" y="24"/>
                  </a:lnTo>
                  <a:lnTo>
                    <a:pt x="2" y="21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23"/>
                  </a:lnTo>
                  <a:lnTo>
                    <a:pt x="2" y="26"/>
                  </a:lnTo>
                  <a:lnTo>
                    <a:pt x="3" y="14"/>
                  </a:lnTo>
                  <a:lnTo>
                    <a:pt x="3" y="8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3" y="8"/>
                  </a:lnTo>
                  <a:lnTo>
                    <a:pt x="3" y="5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8"/>
                  </a:lnTo>
                  <a:lnTo>
                    <a:pt x="4" y="31"/>
                  </a:lnTo>
                  <a:lnTo>
                    <a:pt x="4" y="24"/>
                  </a:lnTo>
                  <a:lnTo>
                    <a:pt x="4" y="17"/>
                  </a:lnTo>
                  <a:lnTo>
                    <a:pt x="4" y="31"/>
                  </a:lnTo>
                  <a:lnTo>
                    <a:pt x="4" y="46"/>
                  </a:lnTo>
                  <a:lnTo>
                    <a:pt x="4" y="43"/>
                  </a:lnTo>
                  <a:lnTo>
                    <a:pt x="5" y="34"/>
                  </a:lnTo>
                  <a:lnTo>
                    <a:pt x="5" y="37"/>
                  </a:lnTo>
                  <a:lnTo>
                    <a:pt x="5" y="44"/>
                  </a:lnTo>
                  <a:lnTo>
                    <a:pt x="5" y="41"/>
                  </a:lnTo>
                  <a:lnTo>
                    <a:pt x="5" y="32"/>
                  </a:lnTo>
                  <a:lnTo>
                    <a:pt x="5" y="30"/>
                  </a:lnTo>
                  <a:lnTo>
                    <a:pt x="5" y="32"/>
                  </a:lnTo>
                  <a:lnTo>
                    <a:pt x="5" y="34"/>
                  </a:lnTo>
                  <a:lnTo>
                    <a:pt x="5" y="34"/>
                  </a:lnTo>
                  <a:lnTo>
                    <a:pt x="6" y="31"/>
                  </a:lnTo>
                  <a:lnTo>
                    <a:pt x="6" y="28"/>
                  </a:lnTo>
                  <a:lnTo>
                    <a:pt x="6" y="34"/>
                  </a:lnTo>
                  <a:lnTo>
                    <a:pt x="6" y="44"/>
                  </a:lnTo>
                  <a:lnTo>
                    <a:pt x="6" y="46"/>
                  </a:lnTo>
                  <a:lnTo>
                    <a:pt x="6" y="44"/>
                  </a:lnTo>
                  <a:lnTo>
                    <a:pt x="7" y="5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88" name="Freeform 994"/>
            <p:cNvSpPr/>
            <p:nvPr/>
          </p:nvSpPr>
          <p:spPr bwMode="auto">
            <a:xfrm>
              <a:off x="3508375" y="4686301"/>
              <a:ext cx="11113" cy="50800"/>
            </a:xfrm>
            <a:custGeom>
              <a:avLst/>
              <a:gdLst>
                <a:gd name="T0" fmla="*/ 0 w 7"/>
                <a:gd name="T1" fmla="*/ 0 h 32"/>
                <a:gd name="T2" fmla="*/ 1 w 7"/>
                <a:gd name="T3" fmla="*/ 8 h 32"/>
                <a:gd name="T4" fmla="*/ 1 w 7"/>
                <a:gd name="T5" fmla="*/ 15 h 32"/>
                <a:gd name="T6" fmla="*/ 1 w 7"/>
                <a:gd name="T7" fmla="*/ 11 h 32"/>
                <a:gd name="T8" fmla="*/ 1 w 7"/>
                <a:gd name="T9" fmla="*/ 7 h 32"/>
                <a:gd name="T10" fmla="*/ 1 w 7"/>
                <a:gd name="T11" fmla="*/ 11 h 32"/>
                <a:gd name="T12" fmla="*/ 1 w 7"/>
                <a:gd name="T13" fmla="*/ 16 h 32"/>
                <a:gd name="T14" fmla="*/ 1 w 7"/>
                <a:gd name="T15" fmla="*/ 16 h 32"/>
                <a:gd name="T16" fmla="*/ 1 w 7"/>
                <a:gd name="T17" fmla="*/ 13 h 32"/>
                <a:gd name="T18" fmla="*/ 1 w 7"/>
                <a:gd name="T19" fmla="*/ 9 h 32"/>
                <a:gd name="T20" fmla="*/ 2 w 7"/>
                <a:gd name="T21" fmla="*/ 12 h 32"/>
                <a:gd name="T22" fmla="*/ 2 w 7"/>
                <a:gd name="T23" fmla="*/ 25 h 32"/>
                <a:gd name="T24" fmla="*/ 2 w 7"/>
                <a:gd name="T25" fmla="*/ 26 h 32"/>
                <a:gd name="T26" fmla="*/ 2 w 7"/>
                <a:gd name="T27" fmla="*/ 14 h 32"/>
                <a:gd name="T28" fmla="*/ 2 w 7"/>
                <a:gd name="T29" fmla="*/ 12 h 32"/>
                <a:gd name="T30" fmla="*/ 2 w 7"/>
                <a:gd name="T31" fmla="*/ 24 h 32"/>
                <a:gd name="T32" fmla="*/ 3 w 7"/>
                <a:gd name="T33" fmla="*/ 25 h 32"/>
                <a:gd name="T34" fmla="*/ 3 w 7"/>
                <a:gd name="T35" fmla="*/ 14 h 32"/>
                <a:gd name="T36" fmla="*/ 3 w 7"/>
                <a:gd name="T37" fmla="*/ 9 h 32"/>
                <a:gd name="T38" fmla="*/ 3 w 7"/>
                <a:gd name="T39" fmla="*/ 12 h 32"/>
                <a:gd name="T40" fmla="*/ 3 w 7"/>
                <a:gd name="T41" fmla="*/ 12 h 32"/>
                <a:gd name="T42" fmla="*/ 3 w 7"/>
                <a:gd name="T43" fmla="*/ 10 h 32"/>
                <a:gd name="T44" fmla="*/ 3 w 7"/>
                <a:gd name="T45" fmla="*/ 11 h 32"/>
                <a:gd name="T46" fmla="*/ 3 w 7"/>
                <a:gd name="T47" fmla="*/ 9 h 32"/>
                <a:gd name="T48" fmla="*/ 3 w 7"/>
                <a:gd name="T49" fmla="*/ 2 h 32"/>
                <a:gd name="T50" fmla="*/ 4 w 7"/>
                <a:gd name="T51" fmla="*/ 6 h 32"/>
                <a:gd name="T52" fmla="*/ 4 w 7"/>
                <a:gd name="T53" fmla="*/ 17 h 32"/>
                <a:gd name="T54" fmla="*/ 4 w 7"/>
                <a:gd name="T55" fmla="*/ 16 h 32"/>
                <a:gd name="T56" fmla="*/ 4 w 7"/>
                <a:gd name="T57" fmla="*/ 12 h 32"/>
                <a:gd name="T58" fmla="*/ 4 w 7"/>
                <a:gd name="T59" fmla="*/ 17 h 32"/>
                <a:gd name="T60" fmla="*/ 4 w 7"/>
                <a:gd name="T61" fmla="*/ 17 h 32"/>
                <a:gd name="T62" fmla="*/ 4 w 7"/>
                <a:gd name="T63" fmla="*/ 13 h 32"/>
                <a:gd name="T64" fmla="*/ 4 w 7"/>
                <a:gd name="T65" fmla="*/ 19 h 32"/>
                <a:gd name="T66" fmla="*/ 4 w 7"/>
                <a:gd name="T67" fmla="*/ 24 h 32"/>
                <a:gd name="T68" fmla="*/ 4 w 7"/>
                <a:gd name="T69" fmla="*/ 21 h 32"/>
                <a:gd name="T70" fmla="*/ 5 w 7"/>
                <a:gd name="T71" fmla="*/ 16 h 32"/>
                <a:gd name="T72" fmla="*/ 5 w 7"/>
                <a:gd name="T73" fmla="*/ 13 h 32"/>
                <a:gd name="T74" fmla="*/ 5 w 7"/>
                <a:gd name="T75" fmla="*/ 13 h 32"/>
                <a:gd name="T76" fmla="*/ 5 w 7"/>
                <a:gd name="T77" fmla="*/ 14 h 32"/>
                <a:gd name="T78" fmla="*/ 5 w 7"/>
                <a:gd name="T79" fmla="*/ 18 h 32"/>
                <a:gd name="T80" fmla="*/ 5 w 7"/>
                <a:gd name="T81" fmla="*/ 19 h 32"/>
                <a:gd name="T82" fmla="*/ 6 w 7"/>
                <a:gd name="T83" fmla="*/ 12 h 32"/>
                <a:gd name="T84" fmla="*/ 6 w 7"/>
                <a:gd name="T85" fmla="*/ 6 h 32"/>
                <a:gd name="T86" fmla="*/ 6 w 7"/>
                <a:gd name="T87" fmla="*/ 13 h 32"/>
                <a:gd name="T88" fmla="*/ 6 w 7"/>
                <a:gd name="T89" fmla="*/ 21 h 32"/>
                <a:gd name="T90" fmla="*/ 6 w 7"/>
                <a:gd name="T91" fmla="*/ 18 h 32"/>
                <a:gd name="T92" fmla="*/ 6 w 7"/>
                <a:gd name="T93" fmla="*/ 21 h 32"/>
                <a:gd name="T94" fmla="*/ 6 w 7"/>
                <a:gd name="T95" fmla="*/ 30 h 32"/>
                <a:gd name="T96" fmla="*/ 6 w 7"/>
                <a:gd name="T97" fmla="*/ 21 h 32"/>
                <a:gd name="T98" fmla="*/ 6 w 7"/>
                <a:gd name="T99" fmla="*/ 9 h 32"/>
                <a:gd name="T100" fmla="*/ 7 w 7"/>
                <a:gd name="T101" fmla="*/ 20 h 32"/>
                <a:gd name="T102" fmla="*/ 7 w 7"/>
                <a:gd name="T10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32">
                  <a:moveTo>
                    <a:pt x="0" y="0"/>
                  </a:moveTo>
                  <a:lnTo>
                    <a:pt x="1" y="8"/>
                  </a:lnTo>
                  <a:lnTo>
                    <a:pt x="1" y="15"/>
                  </a:lnTo>
                  <a:lnTo>
                    <a:pt x="1" y="11"/>
                  </a:lnTo>
                  <a:lnTo>
                    <a:pt x="1" y="7"/>
                  </a:lnTo>
                  <a:lnTo>
                    <a:pt x="1" y="11"/>
                  </a:lnTo>
                  <a:lnTo>
                    <a:pt x="1" y="16"/>
                  </a:lnTo>
                  <a:lnTo>
                    <a:pt x="1" y="16"/>
                  </a:lnTo>
                  <a:lnTo>
                    <a:pt x="1" y="13"/>
                  </a:lnTo>
                  <a:lnTo>
                    <a:pt x="1" y="9"/>
                  </a:lnTo>
                  <a:lnTo>
                    <a:pt x="2" y="12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2" y="14"/>
                  </a:lnTo>
                  <a:lnTo>
                    <a:pt x="2" y="12"/>
                  </a:lnTo>
                  <a:lnTo>
                    <a:pt x="2" y="24"/>
                  </a:lnTo>
                  <a:lnTo>
                    <a:pt x="3" y="25"/>
                  </a:lnTo>
                  <a:lnTo>
                    <a:pt x="3" y="14"/>
                  </a:lnTo>
                  <a:lnTo>
                    <a:pt x="3" y="9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3" y="9"/>
                  </a:lnTo>
                  <a:lnTo>
                    <a:pt x="3" y="2"/>
                  </a:lnTo>
                  <a:lnTo>
                    <a:pt x="4" y="6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4" y="12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4" y="13"/>
                  </a:lnTo>
                  <a:lnTo>
                    <a:pt x="4" y="19"/>
                  </a:lnTo>
                  <a:lnTo>
                    <a:pt x="4" y="24"/>
                  </a:lnTo>
                  <a:lnTo>
                    <a:pt x="4" y="21"/>
                  </a:lnTo>
                  <a:lnTo>
                    <a:pt x="5" y="16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5" y="18"/>
                  </a:lnTo>
                  <a:lnTo>
                    <a:pt x="5" y="19"/>
                  </a:lnTo>
                  <a:lnTo>
                    <a:pt x="6" y="12"/>
                  </a:lnTo>
                  <a:lnTo>
                    <a:pt x="6" y="6"/>
                  </a:lnTo>
                  <a:lnTo>
                    <a:pt x="6" y="13"/>
                  </a:lnTo>
                  <a:lnTo>
                    <a:pt x="6" y="21"/>
                  </a:lnTo>
                  <a:lnTo>
                    <a:pt x="6" y="18"/>
                  </a:lnTo>
                  <a:lnTo>
                    <a:pt x="6" y="21"/>
                  </a:lnTo>
                  <a:lnTo>
                    <a:pt x="6" y="30"/>
                  </a:lnTo>
                  <a:lnTo>
                    <a:pt x="6" y="21"/>
                  </a:lnTo>
                  <a:lnTo>
                    <a:pt x="6" y="9"/>
                  </a:lnTo>
                  <a:lnTo>
                    <a:pt x="7" y="20"/>
                  </a:lnTo>
                  <a:lnTo>
                    <a:pt x="7" y="3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89" name="Freeform 995"/>
            <p:cNvSpPr/>
            <p:nvPr/>
          </p:nvSpPr>
          <p:spPr bwMode="auto">
            <a:xfrm>
              <a:off x="3519488" y="4708526"/>
              <a:ext cx="9525" cy="254000"/>
            </a:xfrm>
            <a:custGeom>
              <a:avLst/>
              <a:gdLst>
                <a:gd name="T0" fmla="*/ 0 w 6"/>
                <a:gd name="T1" fmla="*/ 6 h 160"/>
                <a:gd name="T2" fmla="*/ 0 w 6"/>
                <a:gd name="T3" fmla="*/ 18 h 160"/>
                <a:gd name="T4" fmla="*/ 0 w 6"/>
                <a:gd name="T5" fmla="*/ 11 h 160"/>
                <a:gd name="T6" fmla="*/ 0 w 6"/>
                <a:gd name="T7" fmla="*/ 0 h 160"/>
                <a:gd name="T8" fmla="*/ 0 w 6"/>
                <a:gd name="T9" fmla="*/ 0 h 160"/>
                <a:gd name="T10" fmla="*/ 0 w 6"/>
                <a:gd name="T11" fmla="*/ 5 h 160"/>
                <a:gd name="T12" fmla="*/ 1 w 6"/>
                <a:gd name="T13" fmla="*/ 12 h 160"/>
                <a:gd name="T14" fmla="*/ 1 w 6"/>
                <a:gd name="T15" fmla="*/ 25 h 160"/>
                <a:gd name="T16" fmla="*/ 1 w 6"/>
                <a:gd name="T17" fmla="*/ 31 h 160"/>
                <a:gd name="T18" fmla="*/ 1 w 6"/>
                <a:gd name="T19" fmla="*/ 23 h 160"/>
                <a:gd name="T20" fmla="*/ 1 w 6"/>
                <a:gd name="T21" fmla="*/ 27 h 160"/>
                <a:gd name="T22" fmla="*/ 1 w 6"/>
                <a:gd name="T23" fmla="*/ 59 h 160"/>
                <a:gd name="T24" fmla="*/ 1 w 6"/>
                <a:gd name="T25" fmla="*/ 73 h 160"/>
                <a:gd name="T26" fmla="*/ 1 w 6"/>
                <a:gd name="T27" fmla="*/ 47 h 160"/>
                <a:gd name="T28" fmla="*/ 1 w 6"/>
                <a:gd name="T29" fmla="*/ 33 h 160"/>
                <a:gd name="T30" fmla="*/ 2 w 6"/>
                <a:gd name="T31" fmla="*/ 59 h 160"/>
                <a:gd name="T32" fmla="*/ 2 w 6"/>
                <a:gd name="T33" fmla="*/ 76 h 160"/>
                <a:gd name="T34" fmla="*/ 2 w 6"/>
                <a:gd name="T35" fmla="*/ 64 h 160"/>
                <a:gd name="T36" fmla="*/ 2 w 6"/>
                <a:gd name="T37" fmla="*/ 49 h 160"/>
                <a:gd name="T38" fmla="*/ 2 w 6"/>
                <a:gd name="T39" fmla="*/ 51 h 160"/>
                <a:gd name="T40" fmla="*/ 2 w 6"/>
                <a:gd name="T41" fmla="*/ 59 h 160"/>
                <a:gd name="T42" fmla="*/ 3 w 6"/>
                <a:gd name="T43" fmla="*/ 63 h 160"/>
                <a:gd name="T44" fmla="*/ 3 w 6"/>
                <a:gd name="T45" fmla="*/ 62 h 160"/>
                <a:gd name="T46" fmla="*/ 3 w 6"/>
                <a:gd name="T47" fmla="*/ 55 h 160"/>
                <a:gd name="T48" fmla="*/ 3 w 6"/>
                <a:gd name="T49" fmla="*/ 55 h 160"/>
                <a:gd name="T50" fmla="*/ 3 w 6"/>
                <a:gd name="T51" fmla="*/ 75 h 160"/>
                <a:gd name="T52" fmla="*/ 3 w 6"/>
                <a:gd name="T53" fmla="*/ 89 h 160"/>
                <a:gd name="T54" fmla="*/ 3 w 6"/>
                <a:gd name="T55" fmla="*/ 73 h 160"/>
                <a:gd name="T56" fmla="*/ 3 w 6"/>
                <a:gd name="T57" fmla="*/ 58 h 160"/>
                <a:gd name="T58" fmla="*/ 3 w 6"/>
                <a:gd name="T59" fmla="*/ 81 h 160"/>
                <a:gd name="T60" fmla="*/ 4 w 6"/>
                <a:gd name="T61" fmla="*/ 118 h 160"/>
                <a:gd name="T62" fmla="*/ 4 w 6"/>
                <a:gd name="T63" fmla="*/ 123 h 160"/>
                <a:gd name="T64" fmla="*/ 4 w 6"/>
                <a:gd name="T65" fmla="*/ 92 h 160"/>
                <a:gd name="T66" fmla="*/ 4 w 6"/>
                <a:gd name="T67" fmla="*/ 70 h 160"/>
                <a:gd name="T68" fmla="*/ 4 w 6"/>
                <a:gd name="T69" fmla="*/ 81 h 160"/>
                <a:gd name="T70" fmla="*/ 4 w 6"/>
                <a:gd name="T71" fmla="*/ 103 h 160"/>
                <a:gd name="T72" fmla="*/ 4 w 6"/>
                <a:gd name="T73" fmla="*/ 124 h 160"/>
                <a:gd name="T74" fmla="*/ 4 w 6"/>
                <a:gd name="T75" fmla="*/ 135 h 160"/>
                <a:gd name="T76" fmla="*/ 4 w 6"/>
                <a:gd name="T77" fmla="*/ 122 h 160"/>
                <a:gd name="T78" fmla="*/ 5 w 6"/>
                <a:gd name="T79" fmla="*/ 109 h 160"/>
                <a:gd name="T80" fmla="*/ 5 w 6"/>
                <a:gd name="T81" fmla="*/ 133 h 160"/>
                <a:gd name="T82" fmla="*/ 5 w 6"/>
                <a:gd name="T83" fmla="*/ 160 h 160"/>
                <a:gd name="T84" fmla="*/ 5 w 6"/>
                <a:gd name="T85" fmla="*/ 151 h 160"/>
                <a:gd name="T86" fmla="*/ 5 w 6"/>
                <a:gd name="T87" fmla="*/ 138 h 160"/>
                <a:gd name="T88" fmla="*/ 5 w 6"/>
                <a:gd name="T89" fmla="*/ 132 h 160"/>
                <a:gd name="T90" fmla="*/ 6 w 6"/>
                <a:gd name="T91" fmla="*/ 103 h 160"/>
                <a:gd name="T92" fmla="*/ 6 w 6"/>
                <a:gd name="T93" fmla="*/ 75 h 160"/>
                <a:gd name="T94" fmla="*/ 6 w 6"/>
                <a:gd name="T95" fmla="*/ 72 h 160"/>
                <a:gd name="T96" fmla="*/ 6 w 6"/>
                <a:gd name="T97" fmla="*/ 65 h 160"/>
                <a:gd name="T98" fmla="*/ 6 w 6"/>
                <a:gd name="T99" fmla="*/ 43 h 160"/>
                <a:gd name="T100" fmla="*/ 6 w 6"/>
                <a:gd name="T101" fmla="*/ 32 h 160"/>
                <a:gd name="T102" fmla="*/ 6 w 6"/>
                <a:gd name="T103" fmla="*/ 3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60">
                  <a:moveTo>
                    <a:pt x="0" y="6"/>
                  </a:moveTo>
                  <a:lnTo>
                    <a:pt x="0" y="18"/>
                  </a:lnTo>
                  <a:lnTo>
                    <a:pt x="0" y="1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1" y="12"/>
                  </a:lnTo>
                  <a:lnTo>
                    <a:pt x="1" y="25"/>
                  </a:lnTo>
                  <a:lnTo>
                    <a:pt x="1" y="31"/>
                  </a:lnTo>
                  <a:lnTo>
                    <a:pt x="1" y="23"/>
                  </a:lnTo>
                  <a:lnTo>
                    <a:pt x="1" y="27"/>
                  </a:lnTo>
                  <a:lnTo>
                    <a:pt x="1" y="59"/>
                  </a:lnTo>
                  <a:lnTo>
                    <a:pt x="1" y="73"/>
                  </a:lnTo>
                  <a:lnTo>
                    <a:pt x="1" y="47"/>
                  </a:lnTo>
                  <a:lnTo>
                    <a:pt x="1" y="33"/>
                  </a:lnTo>
                  <a:lnTo>
                    <a:pt x="2" y="59"/>
                  </a:lnTo>
                  <a:lnTo>
                    <a:pt x="2" y="76"/>
                  </a:lnTo>
                  <a:lnTo>
                    <a:pt x="2" y="64"/>
                  </a:lnTo>
                  <a:lnTo>
                    <a:pt x="2" y="49"/>
                  </a:lnTo>
                  <a:lnTo>
                    <a:pt x="2" y="51"/>
                  </a:lnTo>
                  <a:lnTo>
                    <a:pt x="2" y="59"/>
                  </a:lnTo>
                  <a:lnTo>
                    <a:pt x="3" y="63"/>
                  </a:lnTo>
                  <a:lnTo>
                    <a:pt x="3" y="62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3" y="75"/>
                  </a:lnTo>
                  <a:lnTo>
                    <a:pt x="3" y="89"/>
                  </a:lnTo>
                  <a:lnTo>
                    <a:pt x="3" y="73"/>
                  </a:lnTo>
                  <a:lnTo>
                    <a:pt x="3" y="58"/>
                  </a:lnTo>
                  <a:lnTo>
                    <a:pt x="3" y="81"/>
                  </a:lnTo>
                  <a:lnTo>
                    <a:pt x="4" y="118"/>
                  </a:lnTo>
                  <a:lnTo>
                    <a:pt x="4" y="123"/>
                  </a:lnTo>
                  <a:lnTo>
                    <a:pt x="4" y="92"/>
                  </a:lnTo>
                  <a:lnTo>
                    <a:pt x="4" y="70"/>
                  </a:lnTo>
                  <a:lnTo>
                    <a:pt x="4" y="81"/>
                  </a:lnTo>
                  <a:lnTo>
                    <a:pt x="4" y="103"/>
                  </a:lnTo>
                  <a:lnTo>
                    <a:pt x="4" y="124"/>
                  </a:lnTo>
                  <a:lnTo>
                    <a:pt x="4" y="135"/>
                  </a:lnTo>
                  <a:lnTo>
                    <a:pt x="4" y="122"/>
                  </a:lnTo>
                  <a:lnTo>
                    <a:pt x="5" y="109"/>
                  </a:lnTo>
                  <a:lnTo>
                    <a:pt x="5" y="133"/>
                  </a:lnTo>
                  <a:lnTo>
                    <a:pt x="5" y="160"/>
                  </a:lnTo>
                  <a:lnTo>
                    <a:pt x="5" y="151"/>
                  </a:lnTo>
                  <a:lnTo>
                    <a:pt x="5" y="138"/>
                  </a:lnTo>
                  <a:lnTo>
                    <a:pt x="5" y="132"/>
                  </a:lnTo>
                  <a:lnTo>
                    <a:pt x="6" y="103"/>
                  </a:lnTo>
                  <a:lnTo>
                    <a:pt x="6" y="75"/>
                  </a:lnTo>
                  <a:lnTo>
                    <a:pt x="6" y="72"/>
                  </a:lnTo>
                  <a:lnTo>
                    <a:pt x="6" y="65"/>
                  </a:lnTo>
                  <a:lnTo>
                    <a:pt x="6" y="43"/>
                  </a:lnTo>
                  <a:lnTo>
                    <a:pt x="6" y="32"/>
                  </a:lnTo>
                  <a:lnTo>
                    <a:pt x="6" y="3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90" name="Freeform 996"/>
            <p:cNvSpPr/>
            <p:nvPr/>
          </p:nvSpPr>
          <p:spPr bwMode="auto">
            <a:xfrm>
              <a:off x="3529013" y="4568826"/>
              <a:ext cx="11113" cy="190500"/>
            </a:xfrm>
            <a:custGeom>
              <a:avLst/>
              <a:gdLst>
                <a:gd name="T0" fmla="*/ 0 w 7"/>
                <a:gd name="T1" fmla="*/ 120 h 120"/>
                <a:gd name="T2" fmla="*/ 0 w 7"/>
                <a:gd name="T3" fmla="*/ 118 h 120"/>
                <a:gd name="T4" fmla="*/ 0 w 7"/>
                <a:gd name="T5" fmla="*/ 106 h 120"/>
                <a:gd name="T6" fmla="*/ 0 w 7"/>
                <a:gd name="T7" fmla="*/ 91 h 120"/>
                <a:gd name="T8" fmla="*/ 0 w 7"/>
                <a:gd name="T9" fmla="*/ 85 h 120"/>
                <a:gd name="T10" fmla="*/ 1 w 7"/>
                <a:gd name="T11" fmla="*/ 89 h 120"/>
                <a:gd name="T12" fmla="*/ 1 w 7"/>
                <a:gd name="T13" fmla="*/ 88 h 120"/>
                <a:gd name="T14" fmla="*/ 1 w 7"/>
                <a:gd name="T15" fmla="*/ 80 h 120"/>
                <a:gd name="T16" fmla="*/ 1 w 7"/>
                <a:gd name="T17" fmla="*/ 79 h 120"/>
                <a:gd name="T18" fmla="*/ 1 w 7"/>
                <a:gd name="T19" fmla="*/ 78 h 120"/>
                <a:gd name="T20" fmla="*/ 1 w 7"/>
                <a:gd name="T21" fmla="*/ 64 h 120"/>
                <a:gd name="T22" fmla="*/ 2 w 7"/>
                <a:gd name="T23" fmla="*/ 72 h 120"/>
                <a:gd name="T24" fmla="*/ 2 w 7"/>
                <a:gd name="T25" fmla="*/ 105 h 120"/>
                <a:gd name="T26" fmla="*/ 2 w 7"/>
                <a:gd name="T27" fmla="*/ 103 h 120"/>
                <a:gd name="T28" fmla="*/ 2 w 7"/>
                <a:gd name="T29" fmla="*/ 68 h 120"/>
                <a:gd name="T30" fmla="*/ 2 w 7"/>
                <a:gd name="T31" fmla="*/ 61 h 120"/>
                <a:gd name="T32" fmla="*/ 2 w 7"/>
                <a:gd name="T33" fmla="*/ 77 h 120"/>
                <a:gd name="T34" fmla="*/ 2 w 7"/>
                <a:gd name="T35" fmla="*/ 75 h 120"/>
                <a:gd name="T36" fmla="*/ 2 w 7"/>
                <a:gd name="T37" fmla="*/ 69 h 120"/>
                <a:gd name="T38" fmla="*/ 2 w 7"/>
                <a:gd name="T39" fmla="*/ 73 h 120"/>
                <a:gd name="T40" fmla="*/ 3 w 7"/>
                <a:gd name="T41" fmla="*/ 66 h 120"/>
                <a:gd name="T42" fmla="*/ 3 w 7"/>
                <a:gd name="T43" fmla="*/ 58 h 120"/>
                <a:gd name="T44" fmla="*/ 3 w 7"/>
                <a:gd name="T45" fmla="*/ 68 h 120"/>
                <a:gd name="T46" fmla="*/ 3 w 7"/>
                <a:gd name="T47" fmla="*/ 72 h 120"/>
                <a:gd name="T48" fmla="*/ 3 w 7"/>
                <a:gd name="T49" fmla="*/ 54 h 120"/>
                <a:gd name="T50" fmla="*/ 3 w 7"/>
                <a:gd name="T51" fmla="*/ 44 h 120"/>
                <a:gd name="T52" fmla="*/ 3 w 7"/>
                <a:gd name="T53" fmla="*/ 48 h 120"/>
                <a:gd name="T54" fmla="*/ 3 w 7"/>
                <a:gd name="T55" fmla="*/ 36 h 120"/>
                <a:gd name="T56" fmla="*/ 3 w 7"/>
                <a:gd name="T57" fmla="*/ 10 h 120"/>
                <a:gd name="T58" fmla="*/ 4 w 7"/>
                <a:gd name="T59" fmla="*/ 0 h 120"/>
                <a:gd name="T60" fmla="*/ 4 w 7"/>
                <a:gd name="T61" fmla="*/ 9 h 120"/>
                <a:gd name="T62" fmla="*/ 4 w 7"/>
                <a:gd name="T63" fmla="*/ 11 h 120"/>
                <a:gd name="T64" fmla="*/ 4 w 7"/>
                <a:gd name="T65" fmla="*/ 0 h 120"/>
                <a:gd name="T66" fmla="*/ 4 w 7"/>
                <a:gd name="T67" fmla="*/ 1 h 120"/>
                <a:gd name="T68" fmla="*/ 4 w 7"/>
                <a:gd name="T69" fmla="*/ 21 h 120"/>
                <a:gd name="T70" fmla="*/ 5 w 7"/>
                <a:gd name="T71" fmla="*/ 36 h 120"/>
                <a:gd name="T72" fmla="*/ 5 w 7"/>
                <a:gd name="T73" fmla="*/ 41 h 120"/>
                <a:gd name="T74" fmla="*/ 5 w 7"/>
                <a:gd name="T75" fmla="*/ 49 h 120"/>
                <a:gd name="T76" fmla="*/ 5 w 7"/>
                <a:gd name="T77" fmla="*/ 53 h 120"/>
                <a:gd name="T78" fmla="*/ 5 w 7"/>
                <a:gd name="T79" fmla="*/ 55 h 120"/>
                <a:gd name="T80" fmla="*/ 5 w 7"/>
                <a:gd name="T81" fmla="*/ 68 h 120"/>
                <a:gd name="T82" fmla="*/ 5 w 7"/>
                <a:gd name="T83" fmla="*/ 83 h 120"/>
                <a:gd name="T84" fmla="*/ 5 w 7"/>
                <a:gd name="T85" fmla="*/ 76 h 120"/>
                <a:gd name="T86" fmla="*/ 5 w 7"/>
                <a:gd name="T87" fmla="*/ 70 h 120"/>
                <a:gd name="T88" fmla="*/ 6 w 7"/>
                <a:gd name="T89" fmla="*/ 80 h 120"/>
                <a:gd name="T90" fmla="*/ 6 w 7"/>
                <a:gd name="T91" fmla="*/ 80 h 120"/>
                <a:gd name="T92" fmla="*/ 6 w 7"/>
                <a:gd name="T93" fmla="*/ 69 h 120"/>
                <a:gd name="T94" fmla="*/ 6 w 7"/>
                <a:gd name="T95" fmla="*/ 71 h 120"/>
                <a:gd name="T96" fmla="*/ 6 w 7"/>
                <a:gd name="T97" fmla="*/ 82 h 120"/>
                <a:gd name="T98" fmla="*/ 6 w 7"/>
                <a:gd name="T99" fmla="*/ 76 h 120"/>
                <a:gd name="T100" fmla="*/ 7 w 7"/>
                <a:gd name="T101" fmla="*/ 66 h 120"/>
                <a:gd name="T102" fmla="*/ 7 w 7"/>
                <a:gd name="T103" fmla="*/ 7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20">
                  <a:moveTo>
                    <a:pt x="0" y="120"/>
                  </a:moveTo>
                  <a:lnTo>
                    <a:pt x="0" y="118"/>
                  </a:lnTo>
                  <a:lnTo>
                    <a:pt x="0" y="106"/>
                  </a:lnTo>
                  <a:lnTo>
                    <a:pt x="0" y="91"/>
                  </a:lnTo>
                  <a:lnTo>
                    <a:pt x="0" y="85"/>
                  </a:lnTo>
                  <a:lnTo>
                    <a:pt x="1" y="89"/>
                  </a:lnTo>
                  <a:lnTo>
                    <a:pt x="1" y="88"/>
                  </a:lnTo>
                  <a:lnTo>
                    <a:pt x="1" y="80"/>
                  </a:lnTo>
                  <a:lnTo>
                    <a:pt x="1" y="79"/>
                  </a:lnTo>
                  <a:lnTo>
                    <a:pt x="1" y="78"/>
                  </a:lnTo>
                  <a:lnTo>
                    <a:pt x="1" y="64"/>
                  </a:lnTo>
                  <a:lnTo>
                    <a:pt x="2" y="72"/>
                  </a:lnTo>
                  <a:lnTo>
                    <a:pt x="2" y="105"/>
                  </a:lnTo>
                  <a:lnTo>
                    <a:pt x="2" y="103"/>
                  </a:lnTo>
                  <a:lnTo>
                    <a:pt x="2" y="68"/>
                  </a:lnTo>
                  <a:lnTo>
                    <a:pt x="2" y="61"/>
                  </a:lnTo>
                  <a:lnTo>
                    <a:pt x="2" y="77"/>
                  </a:lnTo>
                  <a:lnTo>
                    <a:pt x="2" y="75"/>
                  </a:lnTo>
                  <a:lnTo>
                    <a:pt x="2" y="69"/>
                  </a:lnTo>
                  <a:lnTo>
                    <a:pt x="2" y="73"/>
                  </a:lnTo>
                  <a:lnTo>
                    <a:pt x="3" y="66"/>
                  </a:lnTo>
                  <a:lnTo>
                    <a:pt x="3" y="58"/>
                  </a:lnTo>
                  <a:lnTo>
                    <a:pt x="3" y="68"/>
                  </a:lnTo>
                  <a:lnTo>
                    <a:pt x="3" y="72"/>
                  </a:lnTo>
                  <a:lnTo>
                    <a:pt x="3" y="54"/>
                  </a:lnTo>
                  <a:lnTo>
                    <a:pt x="3" y="44"/>
                  </a:lnTo>
                  <a:lnTo>
                    <a:pt x="3" y="48"/>
                  </a:lnTo>
                  <a:lnTo>
                    <a:pt x="3" y="36"/>
                  </a:lnTo>
                  <a:lnTo>
                    <a:pt x="3" y="10"/>
                  </a:lnTo>
                  <a:lnTo>
                    <a:pt x="4" y="0"/>
                  </a:lnTo>
                  <a:lnTo>
                    <a:pt x="4" y="9"/>
                  </a:lnTo>
                  <a:lnTo>
                    <a:pt x="4" y="11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21"/>
                  </a:lnTo>
                  <a:lnTo>
                    <a:pt x="5" y="36"/>
                  </a:lnTo>
                  <a:lnTo>
                    <a:pt x="5" y="41"/>
                  </a:lnTo>
                  <a:lnTo>
                    <a:pt x="5" y="49"/>
                  </a:lnTo>
                  <a:lnTo>
                    <a:pt x="5" y="53"/>
                  </a:lnTo>
                  <a:lnTo>
                    <a:pt x="5" y="55"/>
                  </a:lnTo>
                  <a:lnTo>
                    <a:pt x="5" y="68"/>
                  </a:lnTo>
                  <a:lnTo>
                    <a:pt x="5" y="83"/>
                  </a:lnTo>
                  <a:lnTo>
                    <a:pt x="5" y="76"/>
                  </a:lnTo>
                  <a:lnTo>
                    <a:pt x="5" y="70"/>
                  </a:lnTo>
                  <a:lnTo>
                    <a:pt x="6" y="80"/>
                  </a:lnTo>
                  <a:lnTo>
                    <a:pt x="6" y="80"/>
                  </a:lnTo>
                  <a:lnTo>
                    <a:pt x="6" y="69"/>
                  </a:lnTo>
                  <a:lnTo>
                    <a:pt x="6" y="71"/>
                  </a:lnTo>
                  <a:lnTo>
                    <a:pt x="6" y="82"/>
                  </a:lnTo>
                  <a:lnTo>
                    <a:pt x="6" y="76"/>
                  </a:lnTo>
                  <a:lnTo>
                    <a:pt x="7" y="66"/>
                  </a:lnTo>
                  <a:lnTo>
                    <a:pt x="7" y="7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91" name="Freeform 997"/>
            <p:cNvSpPr/>
            <p:nvPr/>
          </p:nvSpPr>
          <p:spPr bwMode="auto">
            <a:xfrm>
              <a:off x="3540125" y="4638676"/>
              <a:ext cx="9525" cy="109538"/>
            </a:xfrm>
            <a:custGeom>
              <a:avLst/>
              <a:gdLst>
                <a:gd name="T0" fmla="*/ 0 w 6"/>
                <a:gd name="T1" fmla="*/ 22 h 69"/>
                <a:gd name="T2" fmla="*/ 0 w 6"/>
                <a:gd name="T3" fmla="*/ 27 h 69"/>
                <a:gd name="T4" fmla="*/ 0 w 6"/>
                <a:gd name="T5" fmla="*/ 33 h 69"/>
                <a:gd name="T6" fmla="*/ 0 w 6"/>
                <a:gd name="T7" fmla="*/ 30 h 69"/>
                <a:gd name="T8" fmla="*/ 0 w 6"/>
                <a:gd name="T9" fmla="*/ 29 h 69"/>
                <a:gd name="T10" fmla="*/ 0 w 6"/>
                <a:gd name="T11" fmla="*/ 32 h 69"/>
                <a:gd name="T12" fmla="*/ 0 w 6"/>
                <a:gd name="T13" fmla="*/ 29 h 69"/>
                <a:gd name="T14" fmla="*/ 0 w 6"/>
                <a:gd name="T15" fmla="*/ 23 h 69"/>
                <a:gd name="T16" fmla="*/ 0 w 6"/>
                <a:gd name="T17" fmla="*/ 22 h 69"/>
                <a:gd name="T18" fmla="*/ 1 w 6"/>
                <a:gd name="T19" fmla="*/ 20 h 69"/>
                <a:gd name="T20" fmla="*/ 1 w 6"/>
                <a:gd name="T21" fmla="*/ 14 h 69"/>
                <a:gd name="T22" fmla="*/ 1 w 6"/>
                <a:gd name="T23" fmla="*/ 17 h 69"/>
                <a:gd name="T24" fmla="*/ 1 w 6"/>
                <a:gd name="T25" fmla="*/ 29 h 69"/>
                <a:gd name="T26" fmla="*/ 1 w 6"/>
                <a:gd name="T27" fmla="*/ 29 h 69"/>
                <a:gd name="T28" fmla="*/ 1 w 6"/>
                <a:gd name="T29" fmla="*/ 25 h 69"/>
                <a:gd name="T30" fmla="*/ 1 w 6"/>
                <a:gd name="T31" fmla="*/ 32 h 69"/>
                <a:gd name="T32" fmla="*/ 1 w 6"/>
                <a:gd name="T33" fmla="*/ 49 h 69"/>
                <a:gd name="T34" fmla="*/ 1 w 6"/>
                <a:gd name="T35" fmla="*/ 56 h 69"/>
                <a:gd name="T36" fmla="*/ 1 w 6"/>
                <a:gd name="T37" fmla="*/ 52 h 69"/>
                <a:gd name="T38" fmla="*/ 2 w 6"/>
                <a:gd name="T39" fmla="*/ 50 h 69"/>
                <a:gd name="T40" fmla="*/ 2 w 6"/>
                <a:gd name="T41" fmla="*/ 56 h 69"/>
                <a:gd name="T42" fmla="*/ 2 w 6"/>
                <a:gd name="T43" fmla="*/ 66 h 69"/>
                <a:gd name="T44" fmla="*/ 2 w 6"/>
                <a:gd name="T45" fmla="*/ 69 h 69"/>
                <a:gd name="T46" fmla="*/ 2 w 6"/>
                <a:gd name="T47" fmla="*/ 57 h 69"/>
                <a:gd name="T48" fmla="*/ 2 w 6"/>
                <a:gd name="T49" fmla="*/ 39 h 69"/>
                <a:gd name="T50" fmla="*/ 3 w 6"/>
                <a:gd name="T51" fmla="*/ 34 h 69"/>
                <a:gd name="T52" fmla="*/ 3 w 6"/>
                <a:gd name="T53" fmla="*/ 37 h 69"/>
                <a:gd name="T54" fmla="*/ 3 w 6"/>
                <a:gd name="T55" fmla="*/ 32 h 69"/>
                <a:gd name="T56" fmla="*/ 3 w 6"/>
                <a:gd name="T57" fmla="*/ 19 h 69"/>
                <a:gd name="T58" fmla="*/ 3 w 6"/>
                <a:gd name="T59" fmla="*/ 6 h 69"/>
                <a:gd name="T60" fmla="*/ 3 w 6"/>
                <a:gd name="T61" fmla="*/ 0 h 69"/>
                <a:gd name="T62" fmla="*/ 3 w 6"/>
                <a:gd name="T63" fmla="*/ 6 h 69"/>
                <a:gd name="T64" fmla="*/ 3 w 6"/>
                <a:gd name="T65" fmla="*/ 14 h 69"/>
                <a:gd name="T66" fmla="*/ 3 w 6"/>
                <a:gd name="T67" fmla="*/ 10 h 69"/>
                <a:gd name="T68" fmla="*/ 4 w 6"/>
                <a:gd name="T69" fmla="*/ 3 h 69"/>
                <a:gd name="T70" fmla="*/ 4 w 6"/>
                <a:gd name="T71" fmla="*/ 10 h 69"/>
                <a:gd name="T72" fmla="*/ 4 w 6"/>
                <a:gd name="T73" fmla="*/ 19 h 69"/>
                <a:gd name="T74" fmla="*/ 4 w 6"/>
                <a:gd name="T75" fmla="*/ 13 h 69"/>
                <a:gd name="T76" fmla="*/ 4 w 6"/>
                <a:gd name="T77" fmla="*/ 4 h 69"/>
                <a:gd name="T78" fmla="*/ 4 w 6"/>
                <a:gd name="T79" fmla="*/ 9 h 69"/>
                <a:gd name="T80" fmla="*/ 5 w 6"/>
                <a:gd name="T81" fmla="*/ 14 h 69"/>
                <a:gd name="T82" fmla="*/ 5 w 6"/>
                <a:gd name="T83" fmla="*/ 9 h 69"/>
                <a:gd name="T84" fmla="*/ 5 w 6"/>
                <a:gd name="T85" fmla="*/ 5 h 69"/>
                <a:gd name="T86" fmla="*/ 5 w 6"/>
                <a:gd name="T87" fmla="*/ 12 h 69"/>
                <a:gd name="T88" fmla="*/ 5 w 6"/>
                <a:gd name="T89" fmla="*/ 20 h 69"/>
                <a:gd name="T90" fmla="*/ 5 w 6"/>
                <a:gd name="T91" fmla="*/ 20 h 69"/>
                <a:gd name="T92" fmla="*/ 5 w 6"/>
                <a:gd name="T93" fmla="*/ 19 h 69"/>
                <a:gd name="T94" fmla="*/ 5 w 6"/>
                <a:gd name="T95" fmla="*/ 25 h 69"/>
                <a:gd name="T96" fmla="*/ 5 w 6"/>
                <a:gd name="T97" fmla="*/ 34 h 69"/>
                <a:gd name="T98" fmla="*/ 6 w 6"/>
                <a:gd name="T99" fmla="*/ 36 h 69"/>
                <a:gd name="T100" fmla="*/ 6 w 6"/>
                <a:gd name="T101" fmla="*/ 31 h 69"/>
                <a:gd name="T102" fmla="*/ 6 w 6"/>
                <a:gd name="T103" fmla="*/ 2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9">
                  <a:moveTo>
                    <a:pt x="0" y="22"/>
                  </a:moveTo>
                  <a:lnTo>
                    <a:pt x="0" y="27"/>
                  </a:lnTo>
                  <a:lnTo>
                    <a:pt x="0" y="33"/>
                  </a:lnTo>
                  <a:lnTo>
                    <a:pt x="0" y="30"/>
                  </a:lnTo>
                  <a:lnTo>
                    <a:pt x="0" y="29"/>
                  </a:lnTo>
                  <a:lnTo>
                    <a:pt x="0" y="32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1" y="17"/>
                  </a:lnTo>
                  <a:lnTo>
                    <a:pt x="1" y="29"/>
                  </a:lnTo>
                  <a:lnTo>
                    <a:pt x="1" y="29"/>
                  </a:lnTo>
                  <a:lnTo>
                    <a:pt x="1" y="25"/>
                  </a:lnTo>
                  <a:lnTo>
                    <a:pt x="1" y="32"/>
                  </a:lnTo>
                  <a:lnTo>
                    <a:pt x="1" y="49"/>
                  </a:lnTo>
                  <a:lnTo>
                    <a:pt x="1" y="56"/>
                  </a:lnTo>
                  <a:lnTo>
                    <a:pt x="1" y="52"/>
                  </a:lnTo>
                  <a:lnTo>
                    <a:pt x="2" y="50"/>
                  </a:lnTo>
                  <a:lnTo>
                    <a:pt x="2" y="56"/>
                  </a:lnTo>
                  <a:lnTo>
                    <a:pt x="2" y="66"/>
                  </a:lnTo>
                  <a:lnTo>
                    <a:pt x="2" y="69"/>
                  </a:lnTo>
                  <a:lnTo>
                    <a:pt x="2" y="57"/>
                  </a:lnTo>
                  <a:lnTo>
                    <a:pt x="2" y="39"/>
                  </a:lnTo>
                  <a:lnTo>
                    <a:pt x="3" y="34"/>
                  </a:lnTo>
                  <a:lnTo>
                    <a:pt x="3" y="37"/>
                  </a:lnTo>
                  <a:lnTo>
                    <a:pt x="3" y="32"/>
                  </a:lnTo>
                  <a:lnTo>
                    <a:pt x="3" y="19"/>
                  </a:lnTo>
                  <a:lnTo>
                    <a:pt x="3" y="6"/>
                  </a:lnTo>
                  <a:lnTo>
                    <a:pt x="3" y="0"/>
                  </a:lnTo>
                  <a:lnTo>
                    <a:pt x="3" y="6"/>
                  </a:lnTo>
                  <a:lnTo>
                    <a:pt x="3" y="14"/>
                  </a:lnTo>
                  <a:lnTo>
                    <a:pt x="3" y="10"/>
                  </a:lnTo>
                  <a:lnTo>
                    <a:pt x="4" y="3"/>
                  </a:lnTo>
                  <a:lnTo>
                    <a:pt x="4" y="10"/>
                  </a:lnTo>
                  <a:lnTo>
                    <a:pt x="4" y="19"/>
                  </a:lnTo>
                  <a:lnTo>
                    <a:pt x="4" y="13"/>
                  </a:lnTo>
                  <a:lnTo>
                    <a:pt x="4" y="4"/>
                  </a:lnTo>
                  <a:lnTo>
                    <a:pt x="4" y="9"/>
                  </a:lnTo>
                  <a:lnTo>
                    <a:pt x="5" y="14"/>
                  </a:lnTo>
                  <a:lnTo>
                    <a:pt x="5" y="9"/>
                  </a:lnTo>
                  <a:lnTo>
                    <a:pt x="5" y="5"/>
                  </a:lnTo>
                  <a:lnTo>
                    <a:pt x="5" y="12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5" y="25"/>
                  </a:lnTo>
                  <a:lnTo>
                    <a:pt x="5" y="34"/>
                  </a:lnTo>
                  <a:lnTo>
                    <a:pt x="6" y="36"/>
                  </a:lnTo>
                  <a:lnTo>
                    <a:pt x="6" y="31"/>
                  </a:lnTo>
                  <a:lnTo>
                    <a:pt x="6" y="2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92" name="Freeform 998"/>
            <p:cNvSpPr/>
            <p:nvPr/>
          </p:nvSpPr>
          <p:spPr bwMode="auto">
            <a:xfrm>
              <a:off x="3549650" y="4637088"/>
              <a:ext cx="9525" cy="82550"/>
            </a:xfrm>
            <a:custGeom>
              <a:avLst/>
              <a:gdLst>
                <a:gd name="T0" fmla="*/ 0 w 6"/>
                <a:gd name="T1" fmla="*/ 32 h 52"/>
                <a:gd name="T2" fmla="*/ 0 w 6"/>
                <a:gd name="T3" fmla="*/ 28 h 52"/>
                <a:gd name="T4" fmla="*/ 0 w 6"/>
                <a:gd name="T5" fmla="*/ 26 h 52"/>
                <a:gd name="T6" fmla="*/ 0 w 6"/>
                <a:gd name="T7" fmla="*/ 28 h 52"/>
                <a:gd name="T8" fmla="*/ 0 w 6"/>
                <a:gd name="T9" fmla="*/ 35 h 52"/>
                <a:gd name="T10" fmla="*/ 0 w 6"/>
                <a:gd name="T11" fmla="*/ 30 h 52"/>
                <a:gd name="T12" fmla="*/ 0 w 6"/>
                <a:gd name="T13" fmla="*/ 12 h 52"/>
                <a:gd name="T14" fmla="*/ 0 w 6"/>
                <a:gd name="T15" fmla="*/ 10 h 52"/>
                <a:gd name="T16" fmla="*/ 1 w 6"/>
                <a:gd name="T17" fmla="*/ 22 h 52"/>
                <a:gd name="T18" fmla="*/ 1 w 6"/>
                <a:gd name="T19" fmla="*/ 17 h 52"/>
                <a:gd name="T20" fmla="*/ 1 w 6"/>
                <a:gd name="T21" fmla="*/ 1 h 52"/>
                <a:gd name="T22" fmla="*/ 1 w 6"/>
                <a:gd name="T23" fmla="*/ 0 h 52"/>
                <a:gd name="T24" fmla="*/ 1 w 6"/>
                <a:gd name="T25" fmla="*/ 10 h 52"/>
                <a:gd name="T26" fmla="*/ 1 w 6"/>
                <a:gd name="T27" fmla="*/ 14 h 52"/>
                <a:gd name="T28" fmla="*/ 2 w 6"/>
                <a:gd name="T29" fmla="*/ 12 h 52"/>
                <a:gd name="T30" fmla="*/ 2 w 6"/>
                <a:gd name="T31" fmla="*/ 12 h 52"/>
                <a:gd name="T32" fmla="*/ 2 w 6"/>
                <a:gd name="T33" fmla="*/ 16 h 52"/>
                <a:gd name="T34" fmla="*/ 2 w 6"/>
                <a:gd name="T35" fmla="*/ 23 h 52"/>
                <a:gd name="T36" fmla="*/ 2 w 6"/>
                <a:gd name="T37" fmla="*/ 33 h 52"/>
                <a:gd name="T38" fmla="*/ 2 w 6"/>
                <a:gd name="T39" fmla="*/ 38 h 52"/>
                <a:gd name="T40" fmla="*/ 2 w 6"/>
                <a:gd name="T41" fmla="*/ 33 h 52"/>
                <a:gd name="T42" fmla="*/ 2 w 6"/>
                <a:gd name="T43" fmla="*/ 26 h 52"/>
                <a:gd name="T44" fmla="*/ 2 w 6"/>
                <a:gd name="T45" fmla="*/ 26 h 52"/>
                <a:gd name="T46" fmla="*/ 3 w 6"/>
                <a:gd name="T47" fmla="*/ 26 h 52"/>
                <a:gd name="T48" fmla="*/ 3 w 6"/>
                <a:gd name="T49" fmla="*/ 21 h 52"/>
                <a:gd name="T50" fmla="*/ 3 w 6"/>
                <a:gd name="T51" fmla="*/ 19 h 52"/>
                <a:gd name="T52" fmla="*/ 3 w 6"/>
                <a:gd name="T53" fmla="*/ 18 h 52"/>
                <a:gd name="T54" fmla="*/ 3 w 6"/>
                <a:gd name="T55" fmla="*/ 13 h 52"/>
                <a:gd name="T56" fmla="*/ 3 w 6"/>
                <a:gd name="T57" fmla="*/ 13 h 52"/>
                <a:gd name="T58" fmla="*/ 4 w 6"/>
                <a:gd name="T59" fmla="*/ 20 h 52"/>
                <a:gd name="T60" fmla="*/ 4 w 6"/>
                <a:gd name="T61" fmla="*/ 24 h 52"/>
                <a:gd name="T62" fmla="*/ 4 w 6"/>
                <a:gd name="T63" fmla="*/ 21 h 52"/>
                <a:gd name="T64" fmla="*/ 4 w 6"/>
                <a:gd name="T65" fmla="*/ 21 h 52"/>
                <a:gd name="T66" fmla="*/ 4 w 6"/>
                <a:gd name="T67" fmla="*/ 19 h 52"/>
                <a:gd name="T68" fmla="*/ 4 w 6"/>
                <a:gd name="T69" fmla="*/ 16 h 52"/>
                <a:gd name="T70" fmla="*/ 4 w 6"/>
                <a:gd name="T71" fmla="*/ 20 h 52"/>
                <a:gd name="T72" fmla="*/ 4 w 6"/>
                <a:gd name="T73" fmla="*/ 26 h 52"/>
                <a:gd name="T74" fmla="*/ 4 w 6"/>
                <a:gd name="T75" fmla="*/ 25 h 52"/>
                <a:gd name="T76" fmla="*/ 4 w 6"/>
                <a:gd name="T77" fmla="*/ 21 h 52"/>
                <a:gd name="T78" fmla="*/ 5 w 6"/>
                <a:gd name="T79" fmla="*/ 21 h 52"/>
                <a:gd name="T80" fmla="*/ 5 w 6"/>
                <a:gd name="T81" fmla="*/ 22 h 52"/>
                <a:gd name="T82" fmla="*/ 5 w 6"/>
                <a:gd name="T83" fmla="*/ 26 h 52"/>
                <a:gd name="T84" fmla="*/ 5 w 6"/>
                <a:gd name="T85" fmla="*/ 31 h 52"/>
                <a:gd name="T86" fmla="*/ 5 w 6"/>
                <a:gd name="T87" fmla="*/ 27 h 52"/>
                <a:gd name="T88" fmla="*/ 5 w 6"/>
                <a:gd name="T89" fmla="*/ 17 h 52"/>
                <a:gd name="T90" fmla="*/ 5 w 6"/>
                <a:gd name="T91" fmla="*/ 21 h 52"/>
                <a:gd name="T92" fmla="*/ 5 w 6"/>
                <a:gd name="T93" fmla="*/ 38 h 52"/>
                <a:gd name="T94" fmla="*/ 5 w 6"/>
                <a:gd name="T95" fmla="*/ 46 h 52"/>
                <a:gd name="T96" fmla="*/ 6 w 6"/>
                <a:gd name="T97" fmla="*/ 40 h 52"/>
                <a:gd name="T98" fmla="*/ 6 w 6"/>
                <a:gd name="T99" fmla="*/ 39 h 52"/>
                <a:gd name="T100" fmla="*/ 6 w 6"/>
                <a:gd name="T101" fmla="*/ 47 h 52"/>
                <a:gd name="T102" fmla="*/ 6 w 6"/>
                <a:gd name="T103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2">
                  <a:moveTo>
                    <a:pt x="0" y="32"/>
                  </a:moveTo>
                  <a:lnTo>
                    <a:pt x="0" y="28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35"/>
                  </a:lnTo>
                  <a:lnTo>
                    <a:pt x="0" y="30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1" y="22"/>
                  </a:lnTo>
                  <a:lnTo>
                    <a:pt x="1" y="17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10"/>
                  </a:lnTo>
                  <a:lnTo>
                    <a:pt x="1" y="14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6"/>
                  </a:lnTo>
                  <a:lnTo>
                    <a:pt x="2" y="23"/>
                  </a:lnTo>
                  <a:lnTo>
                    <a:pt x="2" y="33"/>
                  </a:lnTo>
                  <a:lnTo>
                    <a:pt x="2" y="38"/>
                  </a:lnTo>
                  <a:lnTo>
                    <a:pt x="2" y="33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3" y="26"/>
                  </a:lnTo>
                  <a:lnTo>
                    <a:pt x="3" y="21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4" y="20"/>
                  </a:lnTo>
                  <a:lnTo>
                    <a:pt x="4" y="24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4" y="16"/>
                  </a:lnTo>
                  <a:lnTo>
                    <a:pt x="4" y="20"/>
                  </a:lnTo>
                  <a:lnTo>
                    <a:pt x="4" y="26"/>
                  </a:lnTo>
                  <a:lnTo>
                    <a:pt x="4" y="25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5" y="22"/>
                  </a:lnTo>
                  <a:lnTo>
                    <a:pt x="5" y="26"/>
                  </a:lnTo>
                  <a:lnTo>
                    <a:pt x="5" y="31"/>
                  </a:lnTo>
                  <a:lnTo>
                    <a:pt x="5" y="27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5" y="38"/>
                  </a:lnTo>
                  <a:lnTo>
                    <a:pt x="5" y="46"/>
                  </a:lnTo>
                  <a:lnTo>
                    <a:pt x="6" y="40"/>
                  </a:lnTo>
                  <a:lnTo>
                    <a:pt x="6" y="39"/>
                  </a:lnTo>
                  <a:lnTo>
                    <a:pt x="6" y="47"/>
                  </a:lnTo>
                  <a:lnTo>
                    <a:pt x="6" y="5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93" name="Freeform 999"/>
            <p:cNvSpPr/>
            <p:nvPr/>
          </p:nvSpPr>
          <p:spPr bwMode="auto">
            <a:xfrm>
              <a:off x="3559175" y="4699001"/>
              <a:ext cx="9525" cy="207963"/>
            </a:xfrm>
            <a:custGeom>
              <a:avLst/>
              <a:gdLst>
                <a:gd name="T0" fmla="*/ 0 w 6"/>
                <a:gd name="T1" fmla="*/ 8 h 131"/>
                <a:gd name="T2" fmla="*/ 0 w 6"/>
                <a:gd name="T3" fmla="*/ 13 h 131"/>
                <a:gd name="T4" fmla="*/ 0 w 6"/>
                <a:gd name="T5" fmla="*/ 16 h 131"/>
                <a:gd name="T6" fmla="*/ 0 w 6"/>
                <a:gd name="T7" fmla="*/ 18 h 131"/>
                <a:gd name="T8" fmla="*/ 1 w 6"/>
                <a:gd name="T9" fmla="*/ 9 h 131"/>
                <a:gd name="T10" fmla="*/ 1 w 6"/>
                <a:gd name="T11" fmla="*/ 0 h 131"/>
                <a:gd name="T12" fmla="*/ 1 w 6"/>
                <a:gd name="T13" fmla="*/ 6 h 131"/>
                <a:gd name="T14" fmla="*/ 1 w 6"/>
                <a:gd name="T15" fmla="*/ 14 h 131"/>
                <a:gd name="T16" fmla="*/ 1 w 6"/>
                <a:gd name="T17" fmla="*/ 8 h 131"/>
                <a:gd name="T18" fmla="*/ 1 w 6"/>
                <a:gd name="T19" fmla="*/ 3 h 131"/>
                <a:gd name="T20" fmla="*/ 1 w 6"/>
                <a:gd name="T21" fmla="*/ 12 h 131"/>
                <a:gd name="T22" fmla="*/ 1 w 6"/>
                <a:gd name="T23" fmla="*/ 15 h 131"/>
                <a:gd name="T24" fmla="*/ 1 w 6"/>
                <a:gd name="T25" fmla="*/ 8 h 131"/>
                <a:gd name="T26" fmla="*/ 2 w 6"/>
                <a:gd name="T27" fmla="*/ 9 h 131"/>
                <a:gd name="T28" fmla="*/ 2 w 6"/>
                <a:gd name="T29" fmla="*/ 19 h 131"/>
                <a:gd name="T30" fmla="*/ 2 w 6"/>
                <a:gd name="T31" fmla="*/ 23 h 131"/>
                <a:gd name="T32" fmla="*/ 2 w 6"/>
                <a:gd name="T33" fmla="*/ 19 h 131"/>
                <a:gd name="T34" fmla="*/ 2 w 6"/>
                <a:gd name="T35" fmla="*/ 17 h 131"/>
                <a:gd name="T36" fmla="*/ 2 w 6"/>
                <a:gd name="T37" fmla="*/ 21 h 131"/>
                <a:gd name="T38" fmla="*/ 3 w 6"/>
                <a:gd name="T39" fmla="*/ 26 h 131"/>
                <a:gd name="T40" fmla="*/ 3 w 6"/>
                <a:gd name="T41" fmla="*/ 35 h 131"/>
                <a:gd name="T42" fmla="*/ 3 w 6"/>
                <a:gd name="T43" fmla="*/ 46 h 131"/>
                <a:gd name="T44" fmla="*/ 3 w 6"/>
                <a:gd name="T45" fmla="*/ 45 h 131"/>
                <a:gd name="T46" fmla="*/ 3 w 6"/>
                <a:gd name="T47" fmla="*/ 39 h 131"/>
                <a:gd name="T48" fmla="*/ 3 w 6"/>
                <a:gd name="T49" fmla="*/ 50 h 131"/>
                <a:gd name="T50" fmla="*/ 3 w 6"/>
                <a:gd name="T51" fmla="*/ 61 h 131"/>
                <a:gd name="T52" fmla="*/ 3 w 6"/>
                <a:gd name="T53" fmla="*/ 54 h 131"/>
                <a:gd name="T54" fmla="*/ 3 w 6"/>
                <a:gd name="T55" fmla="*/ 51 h 131"/>
                <a:gd name="T56" fmla="*/ 4 w 6"/>
                <a:gd name="T57" fmla="*/ 66 h 131"/>
                <a:gd name="T58" fmla="*/ 4 w 6"/>
                <a:gd name="T59" fmla="*/ 79 h 131"/>
                <a:gd name="T60" fmla="*/ 4 w 6"/>
                <a:gd name="T61" fmla="*/ 80 h 131"/>
                <a:gd name="T62" fmla="*/ 4 w 6"/>
                <a:gd name="T63" fmla="*/ 70 h 131"/>
                <a:gd name="T64" fmla="*/ 4 w 6"/>
                <a:gd name="T65" fmla="*/ 59 h 131"/>
                <a:gd name="T66" fmla="*/ 4 w 6"/>
                <a:gd name="T67" fmla="*/ 72 h 131"/>
                <a:gd name="T68" fmla="*/ 4 w 6"/>
                <a:gd name="T69" fmla="*/ 93 h 131"/>
                <a:gd name="T70" fmla="*/ 4 w 6"/>
                <a:gd name="T71" fmla="*/ 92 h 131"/>
                <a:gd name="T72" fmla="*/ 4 w 6"/>
                <a:gd name="T73" fmla="*/ 70 h 131"/>
                <a:gd name="T74" fmla="*/ 5 w 6"/>
                <a:gd name="T75" fmla="*/ 58 h 131"/>
                <a:gd name="T76" fmla="*/ 5 w 6"/>
                <a:gd name="T77" fmla="*/ 64 h 131"/>
                <a:gd name="T78" fmla="*/ 5 w 6"/>
                <a:gd name="T79" fmla="*/ 83 h 131"/>
                <a:gd name="T80" fmla="*/ 5 w 6"/>
                <a:gd name="T81" fmla="*/ 95 h 131"/>
                <a:gd name="T82" fmla="*/ 5 w 6"/>
                <a:gd name="T83" fmla="*/ 88 h 131"/>
                <a:gd name="T84" fmla="*/ 5 w 6"/>
                <a:gd name="T85" fmla="*/ 85 h 131"/>
                <a:gd name="T86" fmla="*/ 6 w 6"/>
                <a:gd name="T87" fmla="*/ 98 h 131"/>
                <a:gd name="T88" fmla="*/ 6 w 6"/>
                <a:gd name="T89" fmla="*/ 111 h 131"/>
                <a:gd name="T90" fmla="*/ 6 w 6"/>
                <a:gd name="T91" fmla="*/ 112 h 131"/>
                <a:gd name="T92" fmla="*/ 6 w 6"/>
                <a:gd name="T93" fmla="*/ 111 h 131"/>
                <a:gd name="T94" fmla="*/ 6 w 6"/>
                <a:gd name="T95" fmla="*/ 113 h 131"/>
                <a:gd name="T96" fmla="*/ 6 w 6"/>
                <a:gd name="T97" fmla="*/ 109 h 131"/>
                <a:gd name="T98" fmla="*/ 6 w 6"/>
                <a:gd name="T99" fmla="*/ 102 h 131"/>
                <a:gd name="T100" fmla="*/ 6 w 6"/>
                <a:gd name="T101" fmla="*/ 109 h 131"/>
                <a:gd name="T102" fmla="*/ 6 w 6"/>
                <a:gd name="T103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31">
                  <a:moveTo>
                    <a:pt x="0" y="8"/>
                  </a:moveTo>
                  <a:lnTo>
                    <a:pt x="0" y="13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1" y="9"/>
                  </a:lnTo>
                  <a:lnTo>
                    <a:pt x="1" y="0"/>
                  </a:lnTo>
                  <a:lnTo>
                    <a:pt x="1" y="6"/>
                  </a:lnTo>
                  <a:lnTo>
                    <a:pt x="1" y="14"/>
                  </a:lnTo>
                  <a:lnTo>
                    <a:pt x="1" y="8"/>
                  </a:lnTo>
                  <a:lnTo>
                    <a:pt x="1" y="3"/>
                  </a:lnTo>
                  <a:lnTo>
                    <a:pt x="1" y="12"/>
                  </a:lnTo>
                  <a:lnTo>
                    <a:pt x="1" y="15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19"/>
                  </a:lnTo>
                  <a:lnTo>
                    <a:pt x="2" y="23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2" y="21"/>
                  </a:lnTo>
                  <a:lnTo>
                    <a:pt x="3" y="26"/>
                  </a:lnTo>
                  <a:lnTo>
                    <a:pt x="3" y="35"/>
                  </a:lnTo>
                  <a:lnTo>
                    <a:pt x="3" y="46"/>
                  </a:lnTo>
                  <a:lnTo>
                    <a:pt x="3" y="45"/>
                  </a:lnTo>
                  <a:lnTo>
                    <a:pt x="3" y="39"/>
                  </a:lnTo>
                  <a:lnTo>
                    <a:pt x="3" y="50"/>
                  </a:lnTo>
                  <a:lnTo>
                    <a:pt x="3" y="61"/>
                  </a:lnTo>
                  <a:lnTo>
                    <a:pt x="3" y="54"/>
                  </a:lnTo>
                  <a:lnTo>
                    <a:pt x="3" y="51"/>
                  </a:lnTo>
                  <a:lnTo>
                    <a:pt x="4" y="66"/>
                  </a:lnTo>
                  <a:lnTo>
                    <a:pt x="4" y="79"/>
                  </a:lnTo>
                  <a:lnTo>
                    <a:pt x="4" y="80"/>
                  </a:lnTo>
                  <a:lnTo>
                    <a:pt x="4" y="70"/>
                  </a:lnTo>
                  <a:lnTo>
                    <a:pt x="4" y="59"/>
                  </a:lnTo>
                  <a:lnTo>
                    <a:pt x="4" y="72"/>
                  </a:lnTo>
                  <a:lnTo>
                    <a:pt x="4" y="93"/>
                  </a:lnTo>
                  <a:lnTo>
                    <a:pt x="4" y="92"/>
                  </a:lnTo>
                  <a:lnTo>
                    <a:pt x="4" y="70"/>
                  </a:lnTo>
                  <a:lnTo>
                    <a:pt x="5" y="58"/>
                  </a:lnTo>
                  <a:lnTo>
                    <a:pt x="5" y="64"/>
                  </a:lnTo>
                  <a:lnTo>
                    <a:pt x="5" y="83"/>
                  </a:lnTo>
                  <a:lnTo>
                    <a:pt x="5" y="95"/>
                  </a:lnTo>
                  <a:lnTo>
                    <a:pt x="5" y="88"/>
                  </a:lnTo>
                  <a:lnTo>
                    <a:pt x="5" y="85"/>
                  </a:lnTo>
                  <a:lnTo>
                    <a:pt x="6" y="98"/>
                  </a:lnTo>
                  <a:lnTo>
                    <a:pt x="6" y="111"/>
                  </a:lnTo>
                  <a:lnTo>
                    <a:pt x="6" y="112"/>
                  </a:lnTo>
                  <a:lnTo>
                    <a:pt x="6" y="111"/>
                  </a:lnTo>
                  <a:lnTo>
                    <a:pt x="6" y="113"/>
                  </a:lnTo>
                  <a:lnTo>
                    <a:pt x="6" y="109"/>
                  </a:lnTo>
                  <a:lnTo>
                    <a:pt x="6" y="102"/>
                  </a:lnTo>
                  <a:lnTo>
                    <a:pt x="6" y="109"/>
                  </a:lnTo>
                  <a:lnTo>
                    <a:pt x="6" y="13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94" name="Freeform 1000"/>
            <p:cNvSpPr/>
            <p:nvPr/>
          </p:nvSpPr>
          <p:spPr bwMode="auto">
            <a:xfrm>
              <a:off x="3568700" y="4567238"/>
              <a:ext cx="11113" cy="392113"/>
            </a:xfrm>
            <a:custGeom>
              <a:avLst/>
              <a:gdLst>
                <a:gd name="T0" fmla="*/ 0 w 7"/>
                <a:gd name="T1" fmla="*/ 192 h 247"/>
                <a:gd name="T2" fmla="*/ 0 w 7"/>
                <a:gd name="T3" fmla="*/ 214 h 247"/>
                <a:gd name="T4" fmla="*/ 0 w 7"/>
                <a:gd name="T5" fmla="*/ 225 h 247"/>
                <a:gd name="T6" fmla="*/ 1 w 7"/>
                <a:gd name="T7" fmla="*/ 211 h 247"/>
                <a:gd name="T8" fmla="*/ 1 w 7"/>
                <a:gd name="T9" fmla="*/ 197 h 247"/>
                <a:gd name="T10" fmla="*/ 1 w 7"/>
                <a:gd name="T11" fmla="*/ 208 h 247"/>
                <a:gd name="T12" fmla="*/ 1 w 7"/>
                <a:gd name="T13" fmla="*/ 234 h 247"/>
                <a:gd name="T14" fmla="*/ 1 w 7"/>
                <a:gd name="T15" fmla="*/ 247 h 247"/>
                <a:gd name="T16" fmla="*/ 1 w 7"/>
                <a:gd name="T17" fmla="*/ 225 h 247"/>
                <a:gd name="T18" fmla="*/ 2 w 7"/>
                <a:gd name="T19" fmla="*/ 173 h 247"/>
                <a:gd name="T20" fmla="*/ 2 w 7"/>
                <a:gd name="T21" fmla="*/ 137 h 247"/>
                <a:gd name="T22" fmla="*/ 2 w 7"/>
                <a:gd name="T23" fmla="*/ 146 h 247"/>
                <a:gd name="T24" fmla="*/ 2 w 7"/>
                <a:gd name="T25" fmla="*/ 165 h 247"/>
                <a:gd name="T26" fmla="*/ 2 w 7"/>
                <a:gd name="T27" fmla="*/ 149 h 247"/>
                <a:gd name="T28" fmla="*/ 2 w 7"/>
                <a:gd name="T29" fmla="*/ 113 h 247"/>
                <a:gd name="T30" fmla="*/ 2 w 7"/>
                <a:gd name="T31" fmla="*/ 91 h 247"/>
                <a:gd name="T32" fmla="*/ 2 w 7"/>
                <a:gd name="T33" fmla="*/ 86 h 247"/>
                <a:gd name="T34" fmla="*/ 2 w 7"/>
                <a:gd name="T35" fmla="*/ 87 h 247"/>
                <a:gd name="T36" fmla="*/ 3 w 7"/>
                <a:gd name="T37" fmla="*/ 89 h 247"/>
                <a:gd name="T38" fmla="*/ 3 w 7"/>
                <a:gd name="T39" fmla="*/ 93 h 247"/>
                <a:gd name="T40" fmla="*/ 3 w 7"/>
                <a:gd name="T41" fmla="*/ 96 h 247"/>
                <a:gd name="T42" fmla="*/ 3 w 7"/>
                <a:gd name="T43" fmla="*/ 91 h 247"/>
                <a:gd name="T44" fmla="*/ 3 w 7"/>
                <a:gd name="T45" fmla="*/ 76 h 247"/>
                <a:gd name="T46" fmla="*/ 3 w 7"/>
                <a:gd name="T47" fmla="*/ 68 h 247"/>
                <a:gd name="T48" fmla="*/ 3 w 7"/>
                <a:gd name="T49" fmla="*/ 76 h 247"/>
                <a:gd name="T50" fmla="*/ 3 w 7"/>
                <a:gd name="T51" fmla="*/ 94 h 247"/>
                <a:gd name="T52" fmla="*/ 3 w 7"/>
                <a:gd name="T53" fmla="*/ 104 h 247"/>
                <a:gd name="T54" fmla="*/ 4 w 7"/>
                <a:gd name="T55" fmla="*/ 96 h 247"/>
                <a:gd name="T56" fmla="*/ 4 w 7"/>
                <a:gd name="T57" fmla="*/ 75 h 247"/>
                <a:gd name="T58" fmla="*/ 4 w 7"/>
                <a:gd name="T59" fmla="*/ 66 h 247"/>
                <a:gd name="T60" fmla="*/ 4 w 7"/>
                <a:gd name="T61" fmla="*/ 77 h 247"/>
                <a:gd name="T62" fmla="*/ 4 w 7"/>
                <a:gd name="T63" fmla="*/ 80 h 247"/>
                <a:gd name="T64" fmla="*/ 4 w 7"/>
                <a:gd name="T65" fmla="*/ 64 h 247"/>
                <a:gd name="T66" fmla="*/ 5 w 7"/>
                <a:gd name="T67" fmla="*/ 55 h 247"/>
                <a:gd name="T68" fmla="*/ 5 w 7"/>
                <a:gd name="T69" fmla="*/ 59 h 247"/>
                <a:gd name="T70" fmla="*/ 5 w 7"/>
                <a:gd name="T71" fmla="*/ 58 h 247"/>
                <a:gd name="T72" fmla="*/ 5 w 7"/>
                <a:gd name="T73" fmla="*/ 50 h 247"/>
                <a:gd name="T74" fmla="*/ 5 w 7"/>
                <a:gd name="T75" fmla="*/ 38 h 247"/>
                <a:gd name="T76" fmla="*/ 5 w 7"/>
                <a:gd name="T77" fmla="*/ 30 h 247"/>
                <a:gd name="T78" fmla="*/ 5 w 7"/>
                <a:gd name="T79" fmla="*/ 41 h 247"/>
                <a:gd name="T80" fmla="*/ 5 w 7"/>
                <a:gd name="T81" fmla="*/ 54 h 247"/>
                <a:gd name="T82" fmla="*/ 5 w 7"/>
                <a:gd name="T83" fmla="*/ 40 h 247"/>
                <a:gd name="T84" fmla="*/ 6 w 7"/>
                <a:gd name="T85" fmla="*/ 10 h 247"/>
                <a:gd name="T86" fmla="*/ 6 w 7"/>
                <a:gd name="T87" fmla="*/ 0 h 247"/>
                <a:gd name="T88" fmla="*/ 6 w 7"/>
                <a:gd name="T89" fmla="*/ 11 h 247"/>
                <a:gd name="T90" fmla="*/ 6 w 7"/>
                <a:gd name="T91" fmla="*/ 16 h 247"/>
                <a:gd name="T92" fmla="*/ 6 w 7"/>
                <a:gd name="T93" fmla="*/ 7 h 247"/>
                <a:gd name="T94" fmla="*/ 6 w 7"/>
                <a:gd name="T95" fmla="*/ 2 h 247"/>
                <a:gd name="T96" fmla="*/ 7 w 7"/>
                <a:gd name="T97" fmla="*/ 10 h 247"/>
                <a:gd name="T98" fmla="*/ 7 w 7"/>
                <a:gd name="T99" fmla="*/ 22 h 247"/>
                <a:gd name="T100" fmla="*/ 7 w 7"/>
                <a:gd name="T101" fmla="*/ 33 h 247"/>
                <a:gd name="T102" fmla="*/ 7 w 7"/>
                <a:gd name="T103" fmla="*/ 42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247">
                  <a:moveTo>
                    <a:pt x="0" y="192"/>
                  </a:moveTo>
                  <a:lnTo>
                    <a:pt x="0" y="214"/>
                  </a:lnTo>
                  <a:lnTo>
                    <a:pt x="0" y="225"/>
                  </a:lnTo>
                  <a:lnTo>
                    <a:pt x="1" y="211"/>
                  </a:lnTo>
                  <a:lnTo>
                    <a:pt x="1" y="197"/>
                  </a:lnTo>
                  <a:lnTo>
                    <a:pt x="1" y="208"/>
                  </a:lnTo>
                  <a:lnTo>
                    <a:pt x="1" y="234"/>
                  </a:lnTo>
                  <a:lnTo>
                    <a:pt x="1" y="247"/>
                  </a:lnTo>
                  <a:lnTo>
                    <a:pt x="1" y="225"/>
                  </a:lnTo>
                  <a:lnTo>
                    <a:pt x="2" y="173"/>
                  </a:lnTo>
                  <a:lnTo>
                    <a:pt x="2" y="137"/>
                  </a:lnTo>
                  <a:lnTo>
                    <a:pt x="2" y="146"/>
                  </a:lnTo>
                  <a:lnTo>
                    <a:pt x="2" y="165"/>
                  </a:lnTo>
                  <a:lnTo>
                    <a:pt x="2" y="149"/>
                  </a:lnTo>
                  <a:lnTo>
                    <a:pt x="2" y="113"/>
                  </a:lnTo>
                  <a:lnTo>
                    <a:pt x="2" y="91"/>
                  </a:lnTo>
                  <a:lnTo>
                    <a:pt x="2" y="86"/>
                  </a:lnTo>
                  <a:lnTo>
                    <a:pt x="2" y="87"/>
                  </a:lnTo>
                  <a:lnTo>
                    <a:pt x="3" y="89"/>
                  </a:lnTo>
                  <a:lnTo>
                    <a:pt x="3" y="93"/>
                  </a:lnTo>
                  <a:lnTo>
                    <a:pt x="3" y="96"/>
                  </a:lnTo>
                  <a:lnTo>
                    <a:pt x="3" y="91"/>
                  </a:lnTo>
                  <a:lnTo>
                    <a:pt x="3" y="76"/>
                  </a:lnTo>
                  <a:lnTo>
                    <a:pt x="3" y="68"/>
                  </a:lnTo>
                  <a:lnTo>
                    <a:pt x="3" y="76"/>
                  </a:lnTo>
                  <a:lnTo>
                    <a:pt x="3" y="94"/>
                  </a:lnTo>
                  <a:lnTo>
                    <a:pt x="3" y="104"/>
                  </a:lnTo>
                  <a:lnTo>
                    <a:pt x="4" y="96"/>
                  </a:lnTo>
                  <a:lnTo>
                    <a:pt x="4" y="75"/>
                  </a:lnTo>
                  <a:lnTo>
                    <a:pt x="4" y="66"/>
                  </a:lnTo>
                  <a:lnTo>
                    <a:pt x="4" y="77"/>
                  </a:lnTo>
                  <a:lnTo>
                    <a:pt x="4" y="80"/>
                  </a:lnTo>
                  <a:lnTo>
                    <a:pt x="4" y="64"/>
                  </a:lnTo>
                  <a:lnTo>
                    <a:pt x="5" y="55"/>
                  </a:lnTo>
                  <a:lnTo>
                    <a:pt x="5" y="59"/>
                  </a:lnTo>
                  <a:lnTo>
                    <a:pt x="5" y="58"/>
                  </a:lnTo>
                  <a:lnTo>
                    <a:pt x="5" y="50"/>
                  </a:lnTo>
                  <a:lnTo>
                    <a:pt x="5" y="38"/>
                  </a:lnTo>
                  <a:lnTo>
                    <a:pt x="5" y="30"/>
                  </a:lnTo>
                  <a:lnTo>
                    <a:pt x="5" y="41"/>
                  </a:lnTo>
                  <a:lnTo>
                    <a:pt x="5" y="54"/>
                  </a:lnTo>
                  <a:lnTo>
                    <a:pt x="5" y="40"/>
                  </a:lnTo>
                  <a:lnTo>
                    <a:pt x="6" y="10"/>
                  </a:lnTo>
                  <a:lnTo>
                    <a:pt x="6" y="0"/>
                  </a:lnTo>
                  <a:lnTo>
                    <a:pt x="6" y="11"/>
                  </a:lnTo>
                  <a:lnTo>
                    <a:pt x="6" y="16"/>
                  </a:lnTo>
                  <a:lnTo>
                    <a:pt x="6" y="7"/>
                  </a:lnTo>
                  <a:lnTo>
                    <a:pt x="6" y="2"/>
                  </a:lnTo>
                  <a:lnTo>
                    <a:pt x="7" y="10"/>
                  </a:lnTo>
                  <a:lnTo>
                    <a:pt x="7" y="22"/>
                  </a:lnTo>
                  <a:lnTo>
                    <a:pt x="7" y="33"/>
                  </a:lnTo>
                  <a:lnTo>
                    <a:pt x="7" y="4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95" name="Freeform 1001"/>
            <p:cNvSpPr/>
            <p:nvPr/>
          </p:nvSpPr>
          <p:spPr bwMode="auto">
            <a:xfrm>
              <a:off x="3579813" y="4619626"/>
              <a:ext cx="9525" cy="93663"/>
            </a:xfrm>
            <a:custGeom>
              <a:avLst/>
              <a:gdLst>
                <a:gd name="T0" fmla="*/ 0 w 6"/>
                <a:gd name="T1" fmla="*/ 0 h 59"/>
                <a:gd name="T2" fmla="*/ 0 w 6"/>
                <a:gd name="T3" fmla="*/ 9 h 59"/>
                <a:gd name="T4" fmla="*/ 0 w 6"/>
                <a:gd name="T5" fmla="*/ 17 h 59"/>
                <a:gd name="T6" fmla="*/ 0 w 6"/>
                <a:gd name="T7" fmla="*/ 27 h 59"/>
                <a:gd name="T8" fmla="*/ 0 w 6"/>
                <a:gd name="T9" fmla="*/ 39 h 59"/>
                <a:gd name="T10" fmla="*/ 0 w 6"/>
                <a:gd name="T11" fmla="*/ 48 h 59"/>
                <a:gd name="T12" fmla="*/ 0 w 6"/>
                <a:gd name="T13" fmla="*/ 49 h 59"/>
                <a:gd name="T14" fmla="*/ 1 w 6"/>
                <a:gd name="T15" fmla="*/ 46 h 59"/>
                <a:gd name="T16" fmla="*/ 1 w 6"/>
                <a:gd name="T17" fmla="*/ 44 h 59"/>
                <a:gd name="T18" fmla="*/ 1 w 6"/>
                <a:gd name="T19" fmla="*/ 42 h 59"/>
                <a:gd name="T20" fmla="*/ 1 w 6"/>
                <a:gd name="T21" fmla="*/ 37 h 59"/>
                <a:gd name="T22" fmla="*/ 1 w 6"/>
                <a:gd name="T23" fmla="*/ 38 h 59"/>
                <a:gd name="T24" fmla="*/ 1 w 6"/>
                <a:gd name="T25" fmla="*/ 43 h 59"/>
                <a:gd name="T26" fmla="*/ 1 w 6"/>
                <a:gd name="T27" fmla="*/ 35 h 59"/>
                <a:gd name="T28" fmla="*/ 1 w 6"/>
                <a:gd name="T29" fmla="*/ 17 h 59"/>
                <a:gd name="T30" fmla="*/ 1 w 6"/>
                <a:gd name="T31" fmla="*/ 9 h 59"/>
                <a:gd name="T32" fmla="*/ 1 w 6"/>
                <a:gd name="T33" fmla="*/ 15 h 59"/>
                <a:gd name="T34" fmla="*/ 2 w 6"/>
                <a:gd name="T35" fmla="*/ 20 h 59"/>
                <a:gd name="T36" fmla="*/ 2 w 6"/>
                <a:gd name="T37" fmla="*/ 20 h 59"/>
                <a:gd name="T38" fmla="*/ 2 w 6"/>
                <a:gd name="T39" fmla="*/ 16 h 59"/>
                <a:gd name="T40" fmla="*/ 2 w 6"/>
                <a:gd name="T41" fmla="*/ 15 h 59"/>
                <a:gd name="T42" fmla="*/ 2 w 6"/>
                <a:gd name="T43" fmla="*/ 21 h 59"/>
                <a:gd name="T44" fmla="*/ 2 w 6"/>
                <a:gd name="T45" fmla="*/ 22 h 59"/>
                <a:gd name="T46" fmla="*/ 3 w 6"/>
                <a:gd name="T47" fmla="*/ 19 h 59"/>
                <a:gd name="T48" fmla="*/ 3 w 6"/>
                <a:gd name="T49" fmla="*/ 29 h 59"/>
                <a:gd name="T50" fmla="*/ 3 w 6"/>
                <a:gd name="T51" fmla="*/ 46 h 59"/>
                <a:gd name="T52" fmla="*/ 3 w 6"/>
                <a:gd name="T53" fmla="*/ 47 h 59"/>
                <a:gd name="T54" fmla="*/ 3 w 6"/>
                <a:gd name="T55" fmla="*/ 37 h 59"/>
                <a:gd name="T56" fmla="*/ 3 w 6"/>
                <a:gd name="T57" fmla="*/ 34 h 59"/>
                <a:gd name="T58" fmla="*/ 3 w 6"/>
                <a:gd name="T59" fmla="*/ 37 h 59"/>
                <a:gd name="T60" fmla="*/ 3 w 6"/>
                <a:gd name="T61" fmla="*/ 48 h 59"/>
                <a:gd name="T62" fmla="*/ 3 w 6"/>
                <a:gd name="T63" fmla="*/ 58 h 59"/>
                <a:gd name="T64" fmla="*/ 4 w 6"/>
                <a:gd name="T65" fmla="*/ 57 h 59"/>
                <a:gd name="T66" fmla="*/ 4 w 6"/>
                <a:gd name="T67" fmla="*/ 51 h 59"/>
                <a:gd name="T68" fmla="*/ 4 w 6"/>
                <a:gd name="T69" fmla="*/ 53 h 59"/>
                <a:gd name="T70" fmla="*/ 4 w 6"/>
                <a:gd name="T71" fmla="*/ 59 h 59"/>
                <a:gd name="T72" fmla="*/ 4 w 6"/>
                <a:gd name="T73" fmla="*/ 59 h 59"/>
                <a:gd name="T74" fmla="*/ 4 w 6"/>
                <a:gd name="T75" fmla="*/ 57 h 59"/>
                <a:gd name="T76" fmla="*/ 5 w 6"/>
                <a:gd name="T77" fmla="*/ 54 h 59"/>
                <a:gd name="T78" fmla="*/ 5 w 6"/>
                <a:gd name="T79" fmla="*/ 49 h 59"/>
                <a:gd name="T80" fmla="*/ 5 w 6"/>
                <a:gd name="T81" fmla="*/ 42 h 59"/>
                <a:gd name="T82" fmla="*/ 5 w 6"/>
                <a:gd name="T83" fmla="*/ 34 h 59"/>
                <a:gd name="T84" fmla="*/ 5 w 6"/>
                <a:gd name="T85" fmla="*/ 25 h 59"/>
                <a:gd name="T86" fmla="*/ 5 w 6"/>
                <a:gd name="T87" fmla="*/ 18 h 59"/>
                <a:gd name="T88" fmla="*/ 5 w 6"/>
                <a:gd name="T89" fmla="*/ 15 h 59"/>
                <a:gd name="T90" fmla="*/ 5 w 6"/>
                <a:gd name="T91" fmla="*/ 15 h 59"/>
                <a:gd name="T92" fmla="*/ 5 w 6"/>
                <a:gd name="T93" fmla="*/ 16 h 59"/>
                <a:gd name="T94" fmla="*/ 6 w 6"/>
                <a:gd name="T95" fmla="*/ 20 h 59"/>
                <a:gd name="T96" fmla="*/ 6 w 6"/>
                <a:gd name="T97" fmla="*/ 24 h 59"/>
                <a:gd name="T98" fmla="*/ 6 w 6"/>
                <a:gd name="T99" fmla="*/ 27 h 59"/>
                <a:gd name="T100" fmla="*/ 6 w 6"/>
                <a:gd name="T101" fmla="*/ 27 h 59"/>
                <a:gd name="T102" fmla="*/ 6 w 6"/>
                <a:gd name="T103" fmla="*/ 3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9">
                  <a:moveTo>
                    <a:pt x="0" y="0"/>
                  </a:moveTo>
                  <a:lnTo>
                    <a:pt x="0" y="9"/>
                  </a:lnTo>
                  <a:lnTo>
                    <a:pt x="0" y="17"/>
                  </a:lnTo>
                  <a:lnTo>
                    <a:pt x="0" y="27"/>
                  </a:lnTo>
                  <a:lnTo>
                    <a:pt x="0" y="39"/>
                  </a:lnTo>
                  <a:lnTo>
                    <a:pt x="0" y="48"/>
                  </a:lnTo>
                  <a:lnTo>
                    <a:pt x="0" y="49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1" y="37"/>
                  </a:lnTo>
                  <a:lnTo>
                    <a:pt x="1" y="38"/>
                  </a:lnTo>
                  <a:lnTo>
                    <a:pt x="1" y="43"/>
                  </a:lnTo>
                  <a:lnTo>
                    <a:pt x="1" y="35"/>
                  </a:lnTo>
                  <a:lnTo>
                    <a:pt x="1" y="17"/>
                  </a:lnTo>
                  <a:lnTo>
                    <a:pt x="1" y="9"/>
                  </a:lnTo>
                  <a:lnTo>
                    <a:pt x="1" y="15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19"/>
                  </a:lnTo>
                  <a:lnTo>
                    <a:pt x="3" y="29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37"/>
                  </a:lnTo>
                  <a:lnTo>
                    <a:pt x="3" y="34"/>
                  </a:lnTo>
                  <a:lnTo>
                    <a:pt x="3" y="37"/>
                  </a:lnTo>
                  <a:lnTo>
                    <a:pt x="3" y="48"/>
                  </a:lnTo>
                  <a:lnTo>
                    <a:pt x="3" y="58"/>
                  </a:lnTo>
                  <a:lnTo>
                    <a:pt x="4" y="57"/>
                  </a:lnTo>
                  <a:lnTo>
                    <a:pt x="4" y="51"/>
                  </a:lnTo>
                  <a:lnTo>
                    <a:pt x="4" y="53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4" y="57"/>
                  </a:lnTo>
                  <a:lnTo>
                    <a:pt x="5" y="54"/>
                  </a:lnTo>
                  <a:lnTo>
                    <a:pt x="5" y="49"/>
                  </a:lnTo>
                  <a:lnTo>
                    <a:pt x="5" y="42"/>
                  </a:lnTo>
                  <a:lnTo>
                    <a:pt x="5" y="34"/>
                  </a:lnTo>
                  <a:lnTo>
                    <a:pt x="5" y="25"/>
                  </a:lnTo>
                  <a:lnTo>
                    <a:pt x="5" y="18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6" y="20"/>
                  </a:lnTo>
                  <a:lnTo>
                    <a:pt x="6" y="24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3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96" name="Freeform 1002"/>
            <p:cNvSpPr/>
            <p:nvPr/>
          </p:nvSpPr>
          <p:spPr bwMode="auto">
            <a:xfrm>
              <a:off x="3589338" y="4637088"/>
              <a:ext cx="9525" cy="71438"/>
            </a:xfrm>
            <a:custGeom>
              <a:avLst/>
              <a:gdLst>
                <a:gd name="T0" fmla="*/ 0 w 6"/>
                <a:gd name="T1" fmla="*/ 16 h 45"/>
                <a:gd name="T2" fmla="*/ 0 w 6"/>
                <a:gd name="T3" fmla="*/ 19 h 45"/>
                <a:gd name="T4" fmla="*/ 0 w 6"/>
                <a:gd name="T5" fmla="*/ 26 h 45"/>
                <a:gd name="T6" fmla="*/ 0 w 6"/>
                <a:gd name="T7" fmla="*/ 33 h 45"/>
                <a:gd name="T8" fmla="*/ 0 w 6"/>
                <a:gd name="T9" fmla="*/ 35 h 45"/>
                <a:gd name="T10" fmla="*/ 0 w 6"/>
                <a:gd name="T11" fmla="*/ 31 h 45"/>
                <a:gd name="T12" fmla="*/ 1 w 6"/>
                <a:gd name="T13" fmla="*/ 28 h 45"/>
                <a:gd name="T14" fmla="*/ 1 w 6"/>
                <a:gd name="T15" fmla="*/ 31 h 45"/>
                <a:gd name="T16" fmla="*/ 1 w 6"/>
                <a:gd name="T17" fmla="*/ 38 h 45"/>
                <a:gd name="T18" fmla="*/ 1 w 6"/>
                <a:gd name="T19" fmla="*/ 41 h 45"/>
                <a:gd name="T20" fmla="*/ 1 w 6"/>
                <a:gd name="T21" fmla="*/ 38 h 45"/>
                <a:gd name="T22" fmla="*/ 1 w 6"/>
                <a:gd name="T23" fmla="*/ 35 h 45"/>
                <a:gd name="T24" fmla="*/ 2 w 6"/>
                <a:gd name="T25" fmla="*/ 36 h 45"/>
                <a:gd name="T26" fmla="*/ 2 w 6"/>
                <a:gd name="T27" fmla="*/ 34 h 45"/>
                <a:gd name="T28" fmla="*/ 2 w 6"/>
                <a:gd name="T29" fmla="*/ 27 h 45"/>
                <a:gd name="T30" fmla="*/ 2 w 6"/>
                <a:gd name="T31" fmla="*/ 23 h 45"/>
                <a:gd name="T32" fmla="*/ 2 w 6"/>
                <a:gd name="T33" fmla="*/ 27 h 45"/>
                <a:gd name="T34" fmla="*/ 2 w 6"/>
                <a:gd name="T35" fmla="*/ 33 h 45"/>
                <a:gd name="T36" fmla="*/ 2 w 6"/>
                <a:gd name="T37" fmla="*/ 33 h 45"/>
                <a:gd name="T38" fmla="*/ 2 w 6"/>
                <a:gd name="T39" fmla="*/ 26 h 45"/>
                <a:gd name="T40" fmla="*/ 2 w 6"/>
                <a:gd name="T41" fmla="*/ 18 h 45"/>
                <a:gd name="T42" fmla="*/ 3 w 6"/>
                <a:gd name="T43" fmla="*/ 17 h 45"/>
                <a:gd name="T44" fmla="*/ 3 w 6"/>
                <a:gd name="T45" fmla="*/ 27 h 45"/>
                <a:gd name="T46" fmla="*/ 3 w 6"/>
                <a:gd name="T47" fmla="*/ 31 h 45"/>
                <a:gd name="T48" fmla="*/ 3 w 6"/>
                <a:gd name="T49" fmla="*/ 15 h 45"/>
                <a:gd name="T50" fmla="*/ 3 w 6"/>
                <a:gd name="T51" fmla="*/ 0 h 45"/>
                <a:gd name="T52" fmla="*/ 3 w 6"/>
                <a:gd name="T53" fmla="*/ 6 h 45"/>
                <a:gd name="T54" fmla="*/ 4 w 6"/>
                <a:gd name="T55" fmla="*/ 12 h 45"/>
                <a:gd name="T56" fmla="*/ 4 w 6"/>
                <a:gd name="T57" fmla="*/ 6 h 45"/>
                <a:gd name="T58" fmla="*/ 4 w 6"/>
                <a:gd name="T59" fmla="*/ 9 h 45"/>
                <a:gd name="T60" fmla="*/ 4 w 6"/>
                <a:gd name="T61" fmla="*/ 23 h 45"/>
                <a:gd name="T62" fmla="*/ 4 w 6"/>
                <a:gd name="T63" fmla="*/ 31 h 45"/>
                <a:gd name="T64" fmla="*/ 4 w 6"/>
                <a:gd name="T65" fmla="*/ 34 h 45"/>
                <a:gd name="T66" fmla="*/ 4 w 6"/>
                <a:gd name="T67" fmla="*/ 37 h 45"/>
                <a:gd name="T68" fmla="*/ 4 w 6"/>
                <a:gd name="T69" fmla="*/ 37 h 45"/>
                <a:gd name="T70" fmla="*/ 4 w 6"/>
                <a:gd name="T71" fmla="*/ 40 h 45"/>
                <a:gd name="T72" fmla="*/ 4 w 6"/>
                <a:gd name="T73" fmla="*/ 45 h 45"/>
                <a:gd name="T74" fmla="*/ 5 w 6"/>
                <a:gd name="T75" fmla="*/ 43 h 45"/>
                <a:gd name="T76" fmla="*/ 5 w 6"/>
                <a:gd name="T77" fmla="*/ 34 h 45"/>
                <a:gd name="T78" fmla="*/ 5 w 6"/>
                <a:gd name="T79" fmla="*/ 27 h 45"/>
                <a:gd name="T80" fmla="*/ 5 w 6"/>
                <a:gd name="T81" fmla="*/ 26 h 45"/>
                <a:gd name="T82" fmla="*/ 5 w 6"/>
                <a:gd name="T83" fmla="*/ 27 h 45"/>
                <a:gd name="T84" fmla="*/ 5 w 6"/>
                <a:gd name="T85" fmla="*/ 27 h 45"/>
                <a:gd name="T86" fmla="*/ 5 w 6"/>
                <a:gd name="T87" fmla="*/ 22 h 45"/>
                <a:gd name="T88" fmla="*/ 5 w 6"/>
                <a:gd name="T89" fmla="*/ 21 h 45"/>
                <a:gd name="T90" fmla="*/ 5 w 6"/>
                <a:gd name="T91" fmla="*/ 28 h 45"/>
                <a:gd name="T92" fmla="*/ 6 w 6"/>
                <a:gd name="T93" fmla="*/ 32 h 45"/>
                <a:gd name="T94" fmla="*/ 6 w 6"/>
                <a:gd name="T95" fmla="*/ 27 h 45"/>
                <a:gd name="T96" fmla="*/ 6 w 6"/>
                <a:gd name="T97" fmla="*/ 27 h 45"/>
                <a:gd name="T98" fmla="*/ 6 w 6"/>
                <a:gd name="T99" fmla="*/ 36 h 45"/>
                <a:gd name="T100" fmla="*/ 6 w 6"/>
                <a:gd name="T101" fmla="*/ 43 h 45"/>
                <a:gd name="T102" fmla="*/ 6 w 6"/>
                <a:gd name="T103" fmla="*/ 4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5">
                  <a:moveTo>
                    <a:pt x="0" y="16"/>
                  </a:moveTo>
                  <a:lnTo>
                    <a:pt x="0" y="19"/>
                  </a:lnTo>
                  <a:lnTo>
                    <a:pt x="0" y="26"/>
                  </a:lnTo>
                  <a:lnTo>
                    <a:pt x="0" y="33"/>
                  </a:lnTo>
                  <a:lnTo>
                    <a:pt x="0" y="35"/>
                  </a:lnTo>
                  <a:lnTo>
                    <a:pt x="0" y="31"/>
                  </a:lnTo>
                  <a:lnTo>
                    <a:pt x="1" y="28"/>
                  </a:lnTo>
                  <a:lnTo>
                    <a:pt x="1" y="31"/>
                  </a:lnTo>
                  <a:lnTo>
                    <a:pt x="1" y="38"/>
                  </a:lnTo>
                  <a:lnTo>
                    <a:pt x="1" y="41"/>
                  </a:lnTo>
                  <a:lnTo>
                    <a:pt x="1" y="38"/>
                  </a:lnTo>
                  <a:lnTo>
                    <a:pt x="1" y="35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27"/>
                  </a:lnTo>
                  <a:lnTo>
                    <a:pt x="2" y="23"/>
                  </a:lnTo>
                  <a:lnTo>
                    <a:pt x="2" y="27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2" y="26"/>
                  </a:lnTo>
                  <a:lnTo>
                    <a:pt x="2" y="18"/>
                  </a:lnTo>
                  <a:lnTo>
                    <a:pt x="3" y="17"/>
                  </a:lnTo>
                  <a:lnTo>
                    <a:pt x="3" y="27"/>
                  </a:lnTo>
                  <a:lnTo>
                    <a:pt x="3" y="31"/>
                  </a:lnTo>
                  <a:lnTo>
                    <a:pt x="3" y="15"/>
                  </a:lnTo>
                  <a:lnTo>
                    <a:pt x="3" y="0"/>
                  </a:lnTo>
                  <a:lnTo>
                    <a:pt x="3" y="6"/>
                  </a:lnTo>
                  <a:lnTo>
                    <a:pt x="4" y="12"/>
                  </a:lnTo>
                  <a:lnTo>
                    <a:pt x="4" y="6"/>
                  </a:lnTo>
                  <a:lnTo>
                    <a:pt x="4" y="9"/>
                  </a:lnTo>
                  <a:lnTo>
                    <a:pt x="4" y="23"/>
                  </a:lnTo>
                  <a:lnTo>
                    <a:pt x="4" y="31"/>
                  </a:lnTo>
                  <a:lnTo>
                    <a:pt x="4" y="34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40"/>
                  </a:lnTo>
                  <a:lnTo>
                    <a:pt x="4" y="45"/>
                  </a:lnTo>
                  <a:lnTo>
                    <a:pt x="5" y="43"/>
                  </a:lnTo>
                  <a:lnTo>
                    <a:pt x="5" y="34"/>
                  </a:lnTo>
                  <a:lnTo>
                    <a:pt x="5" y="27"/>
                  </a:lnTo>
                  <a:lnTo>
                    <a:pt x="5" y="26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5" y="22"/>
                  </a:lnTo>
                  <a:lnTo>
                    <a:pt x="5" y="21"/>
                  </a:lnTo>
                  <a:lnTo>
                    <a:pt x="5" y="28"/>
                  </a:lnTo>
                  <a:lnTo>
                    <a:pt x="6" y="32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36"/>
                  </a:lnTo>
                  <a:lnTo>
                    <a:pt x="6" y="43"/>
                  </a:lnTo>
                  <a:lnTo>
                    <a:pt x="6" y="4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97" name="Freeform 1003"/>
            <p:cNvSpPr/>
            <p:nvPr/>
          </p:nvSpPr>
          <p:spPr bwMode="auto">
            <a:xfrm>
              <a:off x="3598863" y="4700588"/>
              <a:ext cx="11113" cy="103188"/>
            </a:xfrm>
            <a:custGeom>
              <a:avLst/>
              <a:gdLst>
                <a:gd name="T0" fmla="*/ 0 w 7"/>
                <a:gd name="T1" fmla="*/ 3 h 65"/>
                <a:gd name="T2" fmla="*/ 0 w 7"/>
                <a:gd name="T3" fmla="*/ 3 h 65"/>
                <a:gd name="T4" fmla="*/ 1 w 7"/>
                <a:gd name="T5" fmla="*/ 4 h 65"/>
                <a:gd name="T6" fmla="*/ 1 w 7"/>
                <a:gd name="T7" fmla="*/ 5 h 65"/>
                <a:gd name="T8" fmla="*/ 1 w 7"/>
                <a:gd name="T9" fmla="*/ 2 h 65"/>
                <a:gd name="T10" fmla="*/ 1 w 7"/>
                <a:gd name="T11" fmla="*/ 0 h 65"/>
                <a:gd name="T12" fmla="*/ 1 w 7"/>
                <a:gd name="T13" fmla="*/ 2 h 65"/>
                <a:gd name="T14" fmla="*/ 1 w 7"/>
                <a:gd name="T15" fmla="*/ 4 h 65"/>
                <a:gd name="T16" fmla="*/ 1 w 7"/>
                <a:gd name="T17" fmla="*/ 3 h 65"/>
                <a:gd name="T18" fmla="*/ 1 w 7"/>
                <a:gd name="T19" fmla="*/ 3 h 65"/>
                <a:gd name="T20" fmla="*/ 1 w 7"/>
                <a:gd name="T21" fmla="*/ 4 h 65"/>
                <a:gd name="T22" fmla="*/ 2 w 7"/>
                <a:gd name="T23" fmla="*/ 5 h 65"/>
                <a:gd name="T24" fmla="*/ 2 w 7"/>
                <a:gd name="T25" fmla="*/ 12 h 65"/>
                <a:gd name="T26" fmla="*/ 2 w 7"/>
                <a:gd name="T27" fmla="*/ 25 h 65"/>
                <a:gd name="T28" fmla="*/ 2 w 7"/>
                <a:gd name="T29" fmla="*/ 32 h 65"/>
                <a:gd name="T30" fmla="*/ 2 w 7"/>
                <a:gd name="T31" fmla="*/ 26 h 65"/>
                <a:gd name="T32" fmla="*/ 2 w 7"/>
                <a:gd name="T33" fmla="*/ 20 h 65"/>
                <a:gd name="T34" fmla="*/ 3 w 7"/>
                <a:gd name="T35" fmla="*/ 24 h 65"/>
                <a:gd name="T36" fmla="*/ 3 w 7"/>
                <a:gd name="T37" fmla="*/ 30 h 65"/>
                <a:gd name="T38" fmla="*/ 3 w 7"/>
                <a:gd name="T39" fmla="*/ 30 h 65"/>
                <a:gd name="T40" fmla="*/ 3 w 7"/>
                <a:gd name="T41" fmla="*/ 27 h 65"/>
                <a:gd name="T42" fmla="*/ 3 w 7"/>
                <a:gd name="T43" fmla="*/ 17 h 65"/>
                <a:gd name="T44" fmla="*/ 3 w 7"/>
                <a:gd name="T45" fmla="*/ 8 h 65"/>
                <a:gd name="T46" fmla="*/ 3 w 7"/>
                <a:gd name="T47" fmla="*/ 10 h 65"/>
                <a:gd name="T48" fmla="*/ 3 w 7"/>
                <a:gd name="T49" fmla="*/ 20 h 65"/>
                <a:gd name="T50" fmla="*/ 3 w 7"/>
                <a:gd name="T51" fmla="*/ 20 h 65"/>
                <a:gd name="T52" fmla="*/ 4 w 7"/>
                <a:gd name="T53" fmla="*/ 10 h 65"/>
                <a:gd name="T54" fmla="*/ 4 w 7"/>
                <a:gd name="T55" fmla="*/ 10 h 65"/>
                <a:gd name="T56" fmla="*/ 4 w 7"/>
                <a:gd name="T57" fmla="*/ 21 h 65"/>
                <a:gd name="T58" fmla="*/ 4 w 7"/>
                <a:gd name="T59" fmla="*/ 25 h 65"/>
                <a:gd name="T60" fmla="*/ 4 w 7"/>
                <a:gd name="T61" fmla="*/ 26 h 65"/>
                <a:gd name="T62" fmla="*/ 4 w 7"/>
                <a:gd name="T63" fmla="*/ 32 h 65"/>
                <a:gd name="T64" fmla="*/ 4 w 7"/>
                <a:gd name="T65" fmla="*/ 37 h 65"/>
                <a:gd name="T66" fmla="*/ 4 w 7"/>
                <a:gd name="T67" fmla="*/ 34 h 65"/>
                <a:gd name="T68" fmla="*/ 4 w 7"/>
                <a:gd name="T69" fmla="*/ 37 h 65"/>
                <a:gd name="T70" fmla="*/ 5 w 7"/>
                <a:gd name="T71" fmla="*/ 47 h 65"/>
                <a:gd name="T72" fmla="*/ 5 w 7"/>
                <a:gd name="T73" fmla="*/ 47 h 65"/>
                <a:gd name="T74" fmla="*/ 5 w 7"/>
                <a:gd name="T75" fmla="*/ 44 h 65"/>
                <a:gd name="T76" fmla="*/ 5 w 7"/>
                <a:gd name="T77" fmla="*/ 51 h 65"/>
                <a:gd name="T78" fmla="*/ 5 w 7"/>
                <a:gd name="T79" fmla="*/ 55 h 65"/>
                <a:gd name="T80" fmla="*/ 5 w 7"/>
                <a:gd name="T81" fmla="*/ 45 h 65"/>
                <a:gd name="T82" fmla="*/ 6 w 7"/>
                <a:gd name="T83" fmla="*/ 40 h 65"/>
                <a:gd name="T84" fmla="*/ 6 w 7"/>
                <a:gd name="T85" fmla="*/ 52 h 65"/>
                <a:gd name="T86" fmla="*/ 6 w 7"/>
                <a:gd name="T87" fmla="*/ 61 h 65"/>
                <a:gd name="T88" fmla="*/ 6 w 7"/>
                <a:gd name="T89" fmla="*/ 54 h 65"/>
                <a:gd name="T90" fmla="*/ 6 w 7"/>
                <a:gd name="T91" fmla="*/ 41 h 65"/>
                <a:gd name="T92" fmla="*/ 6 w 7"/>
                <a:gd name="T93" fmla="*/ 38 h 65"/>
                <a:gd name="T94" fmla="*/ 6 w 7"/>
                <a:gd name="T95" fmla="*/ 49 h 65"/>
                <a:gd name="T96" fmla="*/ 6 w 7"/>
                <a:gd name="T97" fmla="*/ 64 h 65"/>
                <a:gd name="T98" fmla="*/ 6 w 7"/>
                <a:gd name="T99" fmla="*/ 65 h 65"/>
                <a:gd name="T100" fmla="*/ 6 w 7"/>
                <a:gd name="T101" fmla="*/ 45 h 65"/>
                <a:gd name="T102" fmla="*/ 7 w 7"/>
                <a:gd name="T103" fmla="*/ 3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65">
                  <a:moveTo>
                    <a:pt x="0" y="3"/>
                  </a:moveTo>
                  <a:lnTo>
                    <a:pt x="0" y="3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2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12"/>
                  </a:lnTo>
                  <a:lnTo>
                    <a:pt x="2" y="25"/>
                  </a:lnTo>
                  <a:lnTo>
                    <a:pt x="2" y="32"/>
                  </a:lnTo>
                  <a:lnTo>
                    <a:pt x="2" y="26"/>
                  </a:lnTo>
                  <a:lnTo>
                    <a:pt x="2" y="20"/>
                  </a:lnTo>
                  <a:lnTo>
                    <a:pt x="3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3" y="27"/>
                  </a:lnTo>
                  <a:lnTo>
                    <a:pt x="3" y="17"/>
                  </a:lnTo>
                  <a:lnTo>
                    <a:pt x="3" y="8"/>
                  </a:lnTo>
                  <a:lnTo>
                    <a:pt x="3" y="10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21"/>
                  </a:lnTo>
                  <a:lnTo>
                    <a:pt x="4" y="25"/>
                  </a:lnTo>
                  <a:lnTo>
                    <a:pt x="4" y="26"/>
                  </a:lnTo>
                  <a:lnTo>
                    <a:pt x="4" y="32"/>
                  </a:lnTo>
                  <a:lnTo>
                    <a:pt x="4" y="37"/>
                  </a:lnTo>
                  <a:lnTo>
                    <a:pt x="4" y="34"/>
                  </a:lnTo>
                  <a:lnTo>
                    <a:pt x="4" y="37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44"/>
                  </a:lnTo>
                  <a:lnTo>
                    <a:pt x="5" y="51"/>
                  </a:lnTo>
                  <a:lnTo>
                    <a:pt x="5" y="55"/>
                  </a:lnTo>
                  <a:lnTo>
                    <a:pt x="5" y="45"/>
                  </a:lnTo>
                  <a:lnTo>
                    <a:pt x="6" y="40"/>
                  </a:lnTo>
                  <a:lnTo>
                    <a:pt x="6" y="52"/>
                  </a:lnTo>
                  <a:lnTo>
                    <a:pt x="6" y="61"/>
                  </a:lnTo>
                  <a:lnTo>
                    <a:pt x="6" y="54"/>
                  </a:lnTo>
                  <a:lnTo>
                    <a:pt x="6" y="41"/>
                  </a:lnTo>
                  <a:lnTo>
                    <a:pt x="6" y="38"/>
                  </a:lnTo>
                  <a:lnTo>
                    <a:pt x="6" y="49"/>
                  </a:lnTo>
                  <a:lnTo>
                    <a:pt x="6" y="64"/>
                  </a:lnTo>
                  <a:lnTo>
                    <a:pt x="6" y="65"/>
                  </a:lnTo>
                  <a:lnTo>
                    <a:pt x="6" y="45"/>
                  </a:lnTo>
                  <a:lnTo>
                    <a:pt x="7" y="3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98" name="Freeform 1004"/>
            <p:cNvSpPr/>
            <p:nvPr/>
          </p:nvSpPr>
          <p:spPr bwMode="auto">
            <a:xfrm>
              <a:off x="3608388" y="4625976"/>
              <a:ext cx="11113" cy="288925"/>
            </a:xfrm>
            <a:custGeom>
              <a:avLst/>
              <a:gdLst>
                <a:gd name="T0" fmla="*/ 0 w 7"/>
                <a:gd name="T1" fmla="*/ 92 h 182"/>
                <a:gd name="T2" fmla="*/ 1 w 7"/>
                <a:gd name="T3" fmla="*/ 78 h 182"/>
                <a:gd name="T4" fmla="*/ 1 w 7"/>
                <a:gd name="T5" fmla="*/ 87 h 182"/>
                <a:gd name="T6" fmla="*/ 1 w 7"/>
                <a:gd name="T7" fmla="*/ 112 h 182"/>
                <a:gd name="T8" fmla="*/ 1 w 7"/>
                <a:gd name="T9" fmla="*/ 124 h 182"/>
                <a:gd name="T10" fmla="*/ 1 w 7"/>
                <a:gd name="T11" fmla="*/ 109 h 182"/>
                <a:gd name="T12" fmla="*/ 1 w 7"/>
                <a:gd name="T13" fmla="*/ 95 h 182"/>
                <a:gd name="T14" fmla="*/ 2 w 7"/>
                <a:gd name="T15" fmla="*/ 111 h 182"/>
                <a:gd name="T16" fmla="*/ 2 w 7"/>
                <a:gd name="T17" fmla="*/ 139 h 182"/>
                <a:gd name="T18" fmla="*/ 2 w 7"/>
                <a:gd name="T19" fmla="*/ 154 h 182"/>
                <a:gd name="T20" fmla="*/ 2 w 7"/>
                <a:gd name="T21" fmla="*/ 159 h 182"/>
                <a:gd name="T22" fmla="*/ 2 w 7"/>
                <a:gd name="T23" fmla="*/ 153 h 182"/>
                <a:gd name="T24" fmla="*/ 2 w 7"/>
                <a:gd name="T25" fmla="*/ 142 h 182"/>
                <a:gd name="T26" fmla="*/ 2 w 7"/>
                <a:gd name="T27" fmla="*/ 146 h 182"/>
                <a:gd name="T28" fmla="*/ 2 w 7"/>
                <a:gd name="T29" fmla="*/ 157 h 182"/>
                <a:gd name="T30" fmla="*/ 2 w 7"/>
                <a:gd name="T31" fmla="*/ 160 h 182"/>
                <a:gd name="T32" fmla="*/ 3 w 7"/>
                <a:gd name="T33" fmla="*/ 167 h 182"/>
                <a:gd name="T34" fmla="*/ 3 w 7"/>
                <a:gd name="T35" fmla="*/ 173 h 182"/>
                <a:gd name="T36" fmla="*/ 3 w 7"/>
                <a:gd name="T37" fmla="*/ 158 h 182"/>
                <a:gd name="T38" fmla="*/ 3 w 7"/>
                <a:gd name="T39" fmla="*/ 148 h 182"/>
                <a:gd name="T40" fmla="*/ 3 w 7"/>
                <a:gd name="T41" fmla="*/ 165 h 182"/>
                <a:gd name="T42" fmla="*/ 3 w 7"/>
                <a:gd name="T43" fmla="*/ 182 h 182"/>
                <a:gd name="T44" fmla="*/ 3 w 7"/>
                <a:gd name="T45" fmla="*/ 181 h 182"/>
                <a:gd name="T46" fmla="*/ 3 w 7"/>
                <a:gd name="T47" fmla="*/ 163 h 182"/>
                <a:gd name="T48" fmla="*/ 3 w 7"/>
                <a:gd name="T49" fmla="*/ 132 h 182"/>
                <a:gd name="T50" fmla="*/ 4 w 7"/>
                <a:gd name="T51" fmla="*/ 112 h 182"/>
                <a:gd name="T52" fmla="*/ 4 w 7"/>
                <a:gd name="T53" fmla="*/ 114 h 182"/>
                <a:gd name="T54" fmla="*/ 4 w 7"/>
                <a:gd name="T55" fmla="*/ 111 h 182"/>
                <a:gd name="T56" fmla="*/ 4 w 7"/>
                <a:gd name="T57" fmla="*/ 94 h 182"/>
                <a:gd name="T58" fmla="*/ 4 w 7"/>
                <a:gd name="T59" fmla="*/ 79 h 182"/>
                <a:gd name="T60" fmla="*/ 4 w 7"/>
                <a:gd name="T61" fmla="*/ 72 h 182"/>
                <a:gd name="T62" fmla="*/ 5 w 7"/>
                <a:gd name="T63" fmla="*/ 72 h 182"/>
                <a:gd name="T64" fmla="*/ 5 w 7"/>
                <a:gd name="T65" fmla="*/ 70 h 182"/>
                <a:gd name="T66" fmla="*/ 5 w 7"/>
                <a:gd name="T67" fmla="*/ 61 h 182"/>
                <a:gd name="T68" fmla="*/ 5 w 7"/>
                <a:gd name="T69" fmla="*/ 59 h 182"/>
                <a:gd name="T70" fmla="*/ 5 w 7"/>
                <a:gd name="T71" fmla="*/ 72 h 182"/>
                <a:gd name="T72" fmla="*/ 5 w 7"/>
                <a:gd name="T73" fmla="*/ 78 h 182"/>
                <a:gd name="T74" fmla="*/ 5 w 7"/>
                <a:gd name="T75" fmla="*/ 67 h 182"/>
                <a:gd name="T76" fmla="*/ 5 w 7"/>
                <a:gd name="T77" fmla="*/ 54 h 182"/>
                <a:gd name="T78" fmla="*/ 5 w 7"/>
                <a:gd name="T79" fmla="*/ 50 h 182"/>
                <a:gd name="T80" fmla="*/ 6 w 7"/>
                <a:gd name="T81" fmla="*/ 62 h 182"/>
                <a:gd name="T82" fmla="*/ 6 w 7"/>
                <a:gd name="T83" fmla="*/ 76 h 182"/>
                <a:gd name="T84" fmla="*/ 6 w 7"/>
                <a:gd name="T85" fmla="*/ 72 h 182"/>
                <a:gd name="T86" fmla="*/ 6 w 7"/>
                <a:gd name="T87" fmla="*/ 58 h 182"/>
                <a:gd name="T88" fmla="*/ 6 w 7"/>
                <a:gd name="T89" fmla="*/ 50 h 182"/>
                <a:gd name="T90" fmla="*/ 6 w 7"/>
                <a:gd name="T91" fmla="*/ 43 h 182"/>
                <a:gd name="T92" fmla="*/ 7 w 7"/>
                <a:gd name="T93" fmla="*/ 33 h 182"/>
                <a:gd name="T94" fmla="*/ 7 w 7"/>
                <a:gd name="T95" fmla="*/ 27 h 182"/>
                <a:gd name="T96" fmla="*/ 7 w 7"/>
                <a:gd name="T97" fmla="*/ 26 h 182"/>
                <a:gd name="T98" fmla="*/ 7 w 7"/>
                <a:gd name="T99" fmla="*/ 27 h 182"/>
                <a:gd name="T100" fmla="*/ 7 w 7"/>
                <a:gd name="T101" fmla="*/ 19 h 182"/>
                <a:gd name="T102" fmla="*/ 7 w 7"/>
                <a:gd name="T103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82">
                  <a:moveTo>
                    <a:pt x="0" y="92"/>
                  </a:moveTo>
                  <a:lnTo>
                    <a:pt x="1" y="78"/>
                  </a:lnTo>
                  <a:lnTo>
                    <a:pt x="1" y="87"/>
                  </a:lnTo>
                  <a:lnTo>
                    <a:pt x="1" y="112"/>
                  </a:lnTo>
                  <a:lnTo>
                    <a:pt x="1" y="124"/>
                  </a:lnTo>
                  <a:lnTo>
                    <a:pt x="1" y="109"/>
                  </a:lnTo>
                  <a:lnTo>
                    <a:pt x="1" y="95"/>
                  </a:lnTo>
                  <a:lnTo>
                    <a:pt x="2" y="111"/>
                  </a:lnTo>
                  <a:lnTo>
                    <a:pt x="2" y="139"/>
                  </a:lnTo>
                  <a:lnTo>
                    <a:pt x="2" y="154"/>
                  </a:lnTo>
                  <a:lnTo>
                    <a:pt x="2" y="159"/>
                  </a:lnTo>
                  <a:lnTo>
                    <a:pt x="2" y="153"/>
                  </a:lnTo>
                  <a:lnTo>
                    <a:pt x="2" y="142"/>
                  </a:lnTo>
                  <a:lnTo>
                    <a:pt x="2" y="146"/>
                  </a:lnTo>
                  <a:lnTo>
                    <a:pt x="2" y="157"/>
                  </a:lnTo>
                  <a:lnTo>
                    <a:pt x="2" y="160"/>
                  </a:lnTo>
                  <a:lnTo>
                    <a:pt x="3" y="167"/>
                  </a:lnTo>
                  <a:lnTo>
                    <a:pt x="3" y="173"/>
                  </a:lnTo>
                  <a:lnTo>
                    <a:pt x="3" y="158"/>
                  </a:lnTo>
                  <a:lnTo>
                    <a:pt x="3" y="148"/>
                  </a:lnTo>
                  <a:lnTo>
                    <a:pt x="3" y="165"/>
                  </a:lnTo>
                  <a:lnTo>
                    <a:pt x="3" y="182"/>
                  </a:lnTo>
                  <a:lnTo>
                    <a:pt x="3" y="181"/>
                  </a:lnTo>
                  <a:lnTo>
                    <a:pt x="3" y="163"/>
                  </a:lnTo>
                  <a:lnTo>
                    <a:pt x="3" y="132"/>
                  </a:lnTo>
                  <a:lnTo>
                    <a:pt x="4" y="112"/>
                  </a:lnTo>
                  <a:lnTo>
                    <a:pt x="4" y="114"/>
                  </a:lnTo>
                  <a:lnTo>
                    <a:pt x="4" y="111"/>
                  </a:lnTo>
                  <a:lnTo>
                    <a:pt x="4" y="94"/>
                  </a:lnTo>
                  <a:lnTo>
                    <a:pt x="4" y="79"/>
                  </a:lnTo>
                  <a:lnTo>
                    <a:pt x="4" y="72"/>
                  </a:lnTo>
                  <a:lnTo>
                    <a:pt x="5" y="72"/>
                  </a:lnTo>
                  <a:lnTo>
                    <a:pt x="5" y="70"/>
                  </a:lnTo>
                  <a:lnTo>
                    <a:pt x="5" y="61"/>
                  </a:lnTo>
                  <a:lnTo>
                    <a:pt x="5" y="59"/>
                  </a:lnTo>
                  <a:lnTo>
                    <a:pt x="5" y="72"/>
                  </a:lnTo>
                  <a:lnTo>
                    <a:pt x="5" y="78"/>
                  </a:lnTo>
                  <a:lnTo>
                    <a:pt x="5" y="67"/>
                  </a:lnTo>
                  <a:lnTo>
                    <a:pt x="5" y="54"/>
                  </a:lnTo>
                  <a:lnTo>
                    <a:pt x="5" y="50"/>
                  </a:lnTo>
                  <a:lnTo>
                    <a:pt x="6" y="62"/>
                  </a:lnTo>
                  <a:lnTo>
                    <a:pt x="6" y="76"/>
                  </a:lnTo>
                  <a:lnTo>
                    <a:pt x="6" y="72"/>
                  </a:lnTo>
                  <a:lnTo>
                    <a:pt x="6" y="58"/>
                  </a:lnTo>
                  <a:lnTo>
                    <a:pt x="6" y="50"/>
                  </a:lnTo>
                  <a:lnTo>
                    <a:pt x="6" y="43"/>
                  </a:lnTo>
                  <a:lnTo>
                    <a:pt x="7" y="33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7" y="27"/>
                  </a:lnTo>
                  <a:lnTo>
                    <a:pt x="7" y="19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99" name="Freeform 1005"/>
            <p:cNvSpPr/>
            <p:nvPr/>
          </p:nvSpPr>
          <p:spPr bwMode="auto">
            <a:xfrm>
              <a:off x="3619500" y="4578351"/>
              <a:ext cx="11113" cy="125413"/>
            </a:xfrm>
            <a:custGeom>
              <a:avLst/>
              <a:gdLst>
                <a:gd name="T0" fmla="*/ 0 w 7"/>
                <a:gd name="T1" fmla="*/ 49 h 79"/>
                <a:gd name="T2" fmla="*/ 0 w 7"/>
                <a:gd name="T3" fmla="*/ 30 h 79"/>
                <a:gd name="T4" fmla="*/ 0 w 7"/>
                <a:gd name="T5" fmla="*/ 26 h 79"/>
                <a:gd name="T6" fmla="*/ 0 w 7"/>
                <a:gd name="T7" fmla="*/ 42 h 79"/>
                <a:gd name="T8" fmla="*/ 0 w 7"/>
                <a:gd name="T9" fmla="*/ 53 h 79"/>
                <a:gd name="T10" fmla="*/ 1 w 7"/>
                <a:gd name="T11" fmla="*/ 49 h 79"/>
                <a:gd name="T12" fmla="*/ 1 w 7"/>
                <a:gd name="T13" fmla="*/ 36 h 79"/>
                <a:gd name="T14" fmla="*/ 1 w 7"/>
                <a:gd name="T15" fmla="*/ 17 h 79"/>
                <a:gd name="T16" fmla="*/ 1 w 7"/>
                <a:gd name="T17" fmla="*/ 14 h 79"/>
                <a:gd name="T18" fmla="*/ 1 w 7"/>
                <a:gd name="T19" fmla="*/ 26 h 79"/>
                <a:gd name="T20" fmla="*/ 1 w 7"/>
                <a:gd name="T21" fmla="*/ 21 h 79"/>
                <a:gd name="T22" fmla="*/ 2 w 7"/>
                <a:gd name="T23" fmla="*/ 5 h 79"/>
                <a:gd name="T24" fmla="*/ 2 w 7"/>
                <a:gd name="T25" fmla="*/ 12 h 79"/>
                <a:gd name="T26" fmla="*/ 2 w 7"/>
                <a:gd name="T27" fmla="*/ 29 h 79"/>
                <a:gd name="T28" fmla="*/ 2 w 7"/>
                <a:gd name="T29" fmla="*/ 29 h 79"/>
                <a:gd name="T30" fmla="*/ 2 w 7"/>
                <a:gd name="T31" fmla="*/ 28 h 79"/>
                <a:gd name="T32" fmla="*/ 2 w 7"/>
                <a:gd name="T33" fmla="*/ 39 h 79"/>
                <a:gd name="T34" fmla="*/ 2 w 7"/>
                <a:gd name="T35" fmla="*/ 52 h 79"/>
                <a:gd name="T36" fmla="*/ 2 w 7"/>
                <a:gd name="T37" fmla="*/ 61 h 79"/>
                <a:gd name="T38" fmla="*/ 2 w 7"/>
                <a:gd name="T39" fmla="*/ 63 h 79"/>
                <a:gd name="T40" fmla="*/ 2 w 7"/>
                <a:gd name="T41" fmla="*/ 60 h 79"/>
                <a:gd name="T42" fmla="*/ 3 w 7"/>
                <a:gd name="T43" fmla="*/ 57 h 79"/>
                <a:gd name="T44" fmla="*/ 3 w 7"/>
                <a:gd name="T45" fmla="*/ 56 h 79"/>
                <a:gd name="T46" fmla="*/ 3 w 7"/>
                <a:gd name="T47" fmla="*/ 50 h 79"/>
                <a:gd name="T48" fmla="*/ 3 w 7"/>
                <a:gd name="T49" fmla="*/ 37 h 79"/>
                <a:gd name="T50" fmla="*/ 3 w 7"/>
                <a:gd name="T51" fmla="*/ 29 h 79"/>
                <a:gd name="T52" fmla="*/ 3 w 7"/>
                <a:gd name="T53" fmla="*/ 31 h 79"/>
                <a:gd name="T54" fmla="*/ 3 w 7"/>
                <a:gd name="T55" fmla="*/ 34 h 79"/>
                <a:gd name="T56" fmla="*/ 3 w 7"/>
                <a:gd name="T57" fmla="*/ 19 h 79"/>
                <a:gd name="T58" fmla="*/ 3 w 7"/>
                <a:gd name="T59" fmla="*/ 0 h 79"/>
                <a:gd name="T60" fmla="*/ 4 w 7"/>
                <a:gd name="T61" fmla="*/ 5 h 79"/>
                <a:gd name="T62" fmla="*/ 4 w 7"/>
                <a:gd name="T63" fmla="*/ 24 h 79"/>
                <a:gd name="T64" fmla="*/ 4 w 7"/>
                <a:gd name="T65" fmla="*/ 30 h 79"/>
                <a:gd name="T66" fmla="*/ 4 w 7"/>
                <a:gd name="T67" fmla="*/ 24 h 79"/>
                <a:gd name="T68" fmla="*/ 4 w 7"/>
                <a:gd name="T69" fmla="*/ 25 h 79"/>
                <a:gd name="T70" fmla="*/ 4 w 7"/>
                <a:gd name="T71" fmla="*/ 37 h 79"/>
                <a:gd name="T72" fmla="*/ 5 w 7"/>
                <a:gd name="T73" fmla="*/ 49 h 79"/>
                <a:gd name="T74" fmla="*/ 5 w 7"/>
                <a:gd name="T75" fmla="*/ 52 h 79"/>
                <a:gd name="T76" fmla="*/ 5 w 7"/>
                <a:gd name="T77" fmla="*/ 54 h 79"/>
                <a:gd name="T78" fmla="*/ 5 w 7"/>
                <a:gd name="T79" fmla="*/ 62 h 79"/>
                <a:gd name="T80" fmla="*/ 5 w 7"/>
                <a:gd name="T81" fmla="*/ 72 h 79"/>
                <a:gd name="T82" fmla="*/ 5 w 7"/>
                <a:gd name="T83" fmla="*/ 76 h 79"/>
                <a:gd name="T84" fmla="*/ 5 w 7"/>
                <a:gd name="T85" fmla="*/ 74 h 79"/>
                <a:gd name="T86" fmla="*/ 5 w 7"/>
                <a:gd name="T87" fmla="*/ 65 h 79"/>
                <a:gd name="T88" fmla="*/ 5 w 7"/>
                <a:gd name="T89" fmla="*/ 60 h 79"/>
                <a:gd name="T90" fmla="*/ 6 w 7"/>
                <a:gd name="T91" fmla="*/ 71 h 79"/>
                <a:gd name="T92" fmla="*/ 6 w 7"/>
                <a:gd name="T93" fmla="*/ 79 h 79"/>
                <a:gd name="T94" fmla="*/ 6 w 7"/>
                <a:gd name="T95" fmla="*/ 73 h 79"/>
                <a:gd name="T96" fmla="*/ 6 w 7"/>
                <a:gd name="T97" fmla="*/ 68 h 79"/>
                <a:gd name="T98" fmla="*/ 6 w 7"/>
                <a:gd name="T99" fmla="*/ 72 h 79"/>
                <a:gd name="T100" fmla="*/ 6 w 7"/>
                <a:gd name="T101" fmla="*/ 74 h 79"/>
                <a:gd name="T102" fmla="*/ 7 w 7"/>
                <a:gd name="T103" fmla="*/ 71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9">
                  <a:moveTo>
                    <a:pt x="0" y="49"/>
                  </a:moveTo>
                  <a:lnTo>
                    <a:pt x="0" y="30"/>
                  </a:lnTo>
                  <a:lnTo>
                    <a:pt x="0" y="26"/>
                  </a:lnTo>
                  <a:lnTo>
                    <a:pt x="0" y="42"/>
                  </a:lnTo>
                  <a:lnTo>
                    <a:pt x="0" y="53"/>
                  </a:lnTo>
                  <a:lnTo>
                    <a:pt x="1" y="49"/>
                  </a:lnTo>
                  <a:lnTo>
                    <a:pt x="1" y="36"/>
                  </a:lnTo>
                  <a:lnTo>
                    <a:pt x="1" y="17"/>
                  </a:lnTo>
                  <a:lnTo>
                    <a:pt x="1" y="14"/>
                  </a:lnTo>
                  <a:lnTo>
                    <a:pt x="1" y="26"/>
                  </a:lnTo>
                  <a:lnTo>
                    <a:pt x="1" y="21"/>
                  </a:lnTo>
                  <a:lnTo>
                    <a:pt x="2" y="5"/>
                  </a:lnTo>
                  <a:lnTo>
                    <a:pt x="2" y="12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8"/>
                  </a:lnTo>
                  <a:lnTo>
                    <a:pt x="2" y="39"/>
                  </a:lnTo>
                  <a:lnTo>
                    <a:pt x="2" y="52"/>
                  </a:lnTo>
                  <a:lnTo>
                    <a:pt x="2" y="61"/>
                  </a:lnTo>
                  <a:lnTo>
                    <a:pt x="2" y="63"/>
                  </a:lnTo>
                  <a:lnTo>
                    <a:pt x="2" y="60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0"/>
                  </a:lnTo>
                  <a:lnTo>
                    <a:pt x="3" y="37"/>
                  </a:lnTo>
                  <a:lnTo>
                    <a:pt x="3" y="29"/>
                  </a:lnTo>
                  <a:lnTo>
                    <a:pt x="3" y="31"/>
                  </a:lnTo>
                  <a:lnTo>
                    <a:pt x="3" y="34"/>
                  </a:lnTo>
                  <a:lnTo>
                    <a:pt x="3" y="19"/>
                  </a:lnTo>
                  <a:lnTo>
                    <a:pt x="3" y="0"/>
                  </a:lnTo>
                  <a:lnTo>
                    <a:pt x="4" y="5"/>
                  </a:lnTo>
                  <a:lnTo>
                    <a:pt x="4" y="24"/>
                  </a:lnTo>
                  <a:lnTo>
                    <a:pt x="4" y="30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4" y="37"/>
                  </a:lnTo>
                  <a:lnTo>
                    <a:pt x="5" y="49"/>
                  </a:lnTo>
                  <a:lnTo>
                    <a:pt x="5" y="52"/>
                  </a:lnTo>
                  <a:lnTo>
                    <a:pt x="5" y="54"/>
                  </a:lnTo>
                  <a:lnTo>
                    <a:pt x="5" y="62"/>
                  </a:lnTo>
                  <a:lnTo>
                    <a:pt x="5" y="72"/>
                  </a:lnTo>
                  <a:lnTo>
                    <a:pt x="5" y="76"/>
                  </a:lnTo>
                  <a:lnTo>
                    <a:pt x="5" y="74"/>
                  </a:lnTo>
                  <a:lnTo>
                    <a:pt x="5" y="65"/>
                  </a:lnTo>
                  <a:lnTo>
                    <a:pt x="5" y="60"/>
                  </a:lnTo>
                  <a:lnTo>
                    <a:pt x="6" y="71"/>
                  </a:lnTo>
                  <a:lnTo>
                    <a:pt x="6" y="79"/>
                  </a:lnTo>
                  <a:lnTo>
                    <a:pt x="6" y="73"/>
                  </a:lnTo>
                  <a:lnTo>
                    <a:pt x="6" y="68"/>
                  </a:lnTo>
                  <a:lnTo>
                    <a:pt x="6" y="72"/>
                  </a:lnTo>
                  <a:lnTo>
                    <a:pt x="6" y="74"/>
                  </a:lnTo>
                  <a:lnTo>
                    <a:pt x="7" y="7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00" name="Freeform 1006"/>
            <p:cNvSpPr/>
            <p:nvPr/>
          </p:nvSpPr>
          <p:spPr bwMode="auto">
            <a:xfrm>
              <a:off x="3629025" y="4638676"/>
              <a:ext cx="11113" cy="69850"/>
            </a:xfrm>
            <a:custGeom>
              <a:avLst/>
              <a:gdLst>
                <a:gd name="T0" fmla="*/ 0 w 7"/>
                <a:gd name="T1" fmla="*/ 36 h 44"/>
                <a:gd name="T2" fmla="*/ 1 w 7"/>
                <a:gd name="T3" fmla="*/ 33 h 44"/>
                <a:gd name="T4" fmla="*/ 1 w 7"/>
                <a:gd name="T5" fmla="*/ 35 h 44"/>
                <a:gd name="T6" fmla="*/ 1 w 7"/>
                <a:gd name="T7" fmla="*/ 39 h 44"/>
                <a:gd name="T8" fmla="*/ 1 w 7"/>
                <a:gd name="T9" fmla="*/ 36 h 44"/>
                <a:gd name="T10" fmla="*/ 1 w 7"/>
                <a:gd name="T11" fmla="*/ 24 h 44"/>
                <a:gd name="T12" fmla="*/ 1 w 7"/>
                <a:gd name="T13" fmla="*/ 12 h 44"/>
                <a:gd name="T14" fmla="*/ 1 w 7"/>
                <a:gd name="T15" fmla="*/ 12 h 44"/>
                <a:gd name="T16" fmla="*/ 1 w 7"/>
                <a:gd name="T17" fmla="*/ 17 h 44"/>
                <a:gd name="T18" fmla="*/ 1 w 7"/>
                <a:gd name="T19" fmla="*/ 15 h 44"/>
                <a:gd name="T20" fmla="*/ 2 w 7"/>
                <a:gd name="T21" fmla="*/ 12 h 44"/>
                <a:gd name="T22" fmla="*/ 2 w 7"/>
                <a:gd name="T23" fmla="*/ 12 h 44"/>
                <a:gd name="T24" fmla="*/ 2 w 7"/>
                <a:gd name="T25" fmla="*/ 15 h 44"/>
                <a:gd name="T26" fmla="*/ 2 w 7"/>
                <a:gd name="T27" fmla="*/ 21 h 44"/>
                <a:gd name="T28" fmla="*/ 2 w 7"/>
                <a:gd name="T29" fmla="*/ 27 h 44"/>
                <a:gd name="T30" fmla="*/ 2 w 7"/>
                <a:gd name="T31" fmla="*/ 28 h 44"/>
                <a:gd name="T32" fmla="*/ 2 w 7"/>
                <a:gd name="T33" fmla="*/ 29 h 44"/>
                <a:gd name="T34" fmla="*/ 2 w 7"/>
                <a:gd name="T35" fmla="*/ 36 h 44"/>
                <a:gd name="T36" fmla="*/ 2 w 7"/>
                <a:gd name="T37" fmla="*/ 43 h 44"/>
                <a:gd name="T38" fmla="*/ 3 w 7"/>
                <a:gd name="T39" fmla="*/ 44 h 44"/>
                <a:gd name="T40" fmla="*/ 3 w 7"/>
                <a:gd name="T41" fmla="*/ 38 h 44"/>
                <a:gd name="T42" fmla="*/ 3 w 7"/>
                <a:gd name="T43" fmla="*/ 35 h 44"/>
                <a:gd name="T44" fmla="*/ 3 w 7"/>
                <a:gd name="T45" fmla="*/ 39 h 44"/>
                <a:gd name="T46" fmla="*/ 3 w 7"/>
                <a:gd name="T47" fmla="*/ 42 h 44"/>
                <a:gd name="T48" fmla="*/ 3 w 7"/>
                <a:gd name="T49" fmla="*/ 34 h 44"/>
                <a:gd name="T50" fmla="*/ 4 w 7"/>
                <a:gd name="T51" fmla="*/ 25 h 44"/>
                <a:gd name="T52" fmla="*/ 4 w 7"/>
                <a:gd name="T53" fmla="*/ 25 h 44"/>
                <a:gd name="T54" fmla="*/ 4 w 7"/>
                <a:gd name="T55" fmla="*/ 23 h 44"/>
                <a:gd name="T56" fmla="*/ 4 w 7"/>
                <a:gd name="T57" fmla="*/ 15 h 44"/>
                <a:gd name="T58" fmla="*/ 4 w 7"/>
                <a:gd name="T59" fmla="*/ 8 h 44"/>
                <a:gd name="T60" fmla="*/ 4 w 7"/>
                <a:gd name="T61" fmla="*/ 9 h 44"/>
                <a:gd name="T62" fmla="*/ 4 w 7"/>
                <a:gd name="T63" fmla="*/ 14 h 44"/>
                <a:gd name="T64" fmla="*/ 4 w 7"/>
                <a:gd name="T65" fmla="*/ 17 h 44"/>
                <a:gd name="T66" fmla="*/ 4 w 7"/>
                <a:gd name="T67" fmla="*/ 16 h 44"/>
                <a:gd name="T68" fmla="*/ 4 w 7"/>
                <a:gd name="T69" fmla="*/ 14 h 44"/>
                <a:gd name="T70" fmla="*/ 5 w 7"/>
                <a:gd name="T71" fmla="*/ 14 h 44"/>
                <a:gd name="T72" fmla="*/ 5 w 7"/>
                <a:gd name="T73" fmla="*/ 19 h 44"/>
                <a:gd name="T74" fmla="*/ 5 w 7"/>
                <a:gd name="T75" fmla="*/ 26 h 44"/>
                <a:gd name="T76" fmla="*/ 5 w 7"/>
                <a:gd name="T77" fmla="*/ 28 h 44"/>
                <a:gd name="T78" fmla="*/ 5 w 7"/>
                <a:gd name="T79" fmla="*/ 22 h 44"/>
                <a:gd name="T80" fmla="*/ 5 w 7"/>
                <a:gd name="T81" fmla="*/ 20 h 44"/>
                <a:gd name="T82" fmla="*/ 6 w 7"/>
                <a:gd name="T83" fmla="*/ 21 h 44"/>
                <a:gd name="T84" fmla="*/ 6 w 7"/>
                <a:gd name="T85" fmla="*/ 14 h 44"/>
                <a:gd name="T86" fmla="*/ 6 w 7"/>
                <a:gd name="T87" fmla="*/ 5 h 44"/>
                <a:gd name="T88" fmla="*/ 6 w 7"/>
                <a:gd name="T89" fmla="*/ 9 h 44"/>
                <a:gd name="T90" fmla="*/ 6 w 7"/>
                <a:gd name="T91" fmla="*/ 17 h 44"/>
                <a:gd name="T92" fmla="*/ 6 w 7"/>
                <a:gd name="T93" fmla="*/ 12 h 44"/>
                <a:gd name="T94" fmla="*/ 6 w 7"/>
                <a:gd name="T95" fmla="*/ 2 h 44"/>
                <a:gd name="T96" fmla="*/ 6 w 7"/>
                <a:gd name="T97" fmla="*/ 0 h 44"/>
                <a:gd name="T98" fmla="*/ 6 w 7"/>
                <a:gd name="T99" fmla="*/ 4 h 44"/>
                <a:gd name="T100" fmla="*/ 7 w 7"/>
                <a:gd name="T101" fmla="*/ 4 h 44"/>
                <a:gd name="T102" fmla="*/ 7 w 7"/>
                <a:gd name="T103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44">
                  <a:moveTo>
                    <a:pt x="0" y="36"/>
                  </a:moveTo>
                  <a:lnTo>
                    <a:pt x="1" y="33"/>
                  </a:lnTo>
                  <a:lnTo>
                    <a:pt x="1" y="35"/>
                  </a:lnTo>
                  <a:lnTo>
                    <a:pt x="1" y="39"/>
                  </a:lnTo>
                  <a:lnTo>
                    <a:pt x="1" y="36"/>
                  </a:lnTo>
                  <a:lnTo>
                    <a:pt x="1" y="24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1" y="17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5"/>
                  </a:lnTo>
                  <a:lnTo>
                    <a:pt x="2" y="21"/>
                  </a:lnTo>
                  <a:lnTo>
                    <a:pt x="2" y="27"/>
                  </a:lnTo>
                  <a:lnTo>
                    <a:pt x="2" y="28"/>
                  </a:lnTo>
                  <a:lnTo>
                    <a:pt x="2" y="29"/>
                  </a:lnTo>
                  <a:lnTo>
                    <a:pt x="2" y="36"/>
                  </a:lnTo>
                  <a:lnTo>
                    <a:pt x="2" y="43"/>
                  </a:lnTo>
                  <a:lnTo>
                    <a:pt x="3" y="44"/>
                  </a:lnTo>
                  <a:lnTo>
                    <a:pt x="3" y="38"/>
                  </a:lnTo>
                  <a:lnTo>
                    <a:pt x="3" y="35"/>
                  </a:lnTo>
                  <a:lnTo>
                    <a:pt x="3" y="39"/>
                  </a:lnTo>
                  <a:lnTo>
                    <a:pt x="3" y="42"/>
                  </a:lnTo>
                  <a:lnTo>
                    <a:pt x="3" y="34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4" y="23"/>
                  </a:lnTo>
                  <a:lnTo>
                    <a:pt x="4" y="15"/>
                  </a:lnTo>
                  <a:lnTo>
                    <a:pt x="4" y="8"/>
                  </a:lnTo>
                  <a:lnTo>
                    <a:pt x="4" y="9"/>
                  </a:lnTo>
                  <a:lnTo>
                    <a:pt x="4" y="14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4" y="14"/>
                  </a:lnTo>
                  <a:lnTo>
                    <a:pt x="5" y="14"/>
                  </a:lnTo>
                  <a:lnTo>
                    <a:pt x="5" y="19"/>
                  </a:lnTo>
                  <a:lnTo>
                    <a:pt x="5" y="26"/>
                  </a:lnTo>
                  <a:lnTo>
                    <a:pt x="5" y="28"/>
                  </a:lnTo>
                  <a:lnTo>
                    <a:pt x="5" y="22"/>
                  </a:lnTo>
                  <a:lnTo>
                    <a:pt x="5" y="20"/>
                  </a:lnTo>
                  <a:lnTo>
                    <a:pt x="6" y="21"/>
                  </a:lnTo>
                  <a:lnTo>
                    <a:pt x="6" y="14"/>
                  </a:lnTo>
                  <a:lnTo>
                    <a:pt x="6" y="5"/>
                  </a:lnTo>
                  <a:lnTo>
                    <a:pt x="6" y="9"/>
                  </a:lnTo>
                  <a:lnTo>
                    <a:pt x="6" y="17"/>
                  </a:lnTo>
                  <a:lnTo>
                    <a:pt x="6" y="12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4"/>
                  </a:lnTo>
                  <a:lnTo>
                    <a:pt x="7" y="4"/>
                  </a:lnTo>
                  <a:lnTo>
                    <a:pt x="7" y="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01" name="Freeform 1007"/>
            <p:cNvSpPr/>
            <p:nvPr/>
          </p:nvSpPr>
          <p:spPr bwMode="auto">
            <a:xfrm>
              <a:off x="3640138" y="4632326"/>
              <a:ext cx="9525" cy="158750"/>
            </a:xfrm>
            <a:custGeom>
              <a:avLst/>
              <a:gdLst>
                <a:gd name="T0" fmla="*/ 0 w 6"/>
                <a:gd name="T1" fmla="*/ 8 h 100"/>
                <a:gd name="T2" fmla="*/ 0 w 6"/>
                <a:gd name="T3" fmla="*/ 6 h 100"/>
                <a:gd name="T4" fmla="*/ 0 w 6"/>
                <a:gd name="T5" fmla="*/ 4 h 100"/>
                <a:gd name="T6" fmla="*/ 0 w 6"/>
                <a:gd name="T7" fmla="*/ 1 h 100"/>
                <a:gd name="T8" fmla="*/ 0 w 6"/>
                <a:gd name="T9" fmla="*/ 1 h 100"/>
                <a:gd name="T10" fmla="*/ 0 w 6"/>
                <a:gd name="T11" fmla="*/ 4 h 100"/>
                <a:gd name="T12" fmla="*/ 0 w 6"/>
                <a:gd name="T13" fmla="*/ 3 h 100"/>
                <a:gd name="T14" fmla="*/ 0 w 6"/>
                <a:gd name="T15" fmla="*/ 0 h 100"/>
                <a:gd name="T16" fmla="*/ 0 w 6"/>
                <a:gd name="T17" fmla="*/ 8 h 100"/>
                <a:gd name="T18" fmla="*/ 1 w 6"/>
                <a:gd name="T19" fmla="*/ 19 h 100"/>
                <a:gd name="T20" fmla="*/ 1 w 6"/>
                <a:gd name="T21" fmla="*/ 18 h 100"/>
                <a:gd name="T22" fmla="*/ 1 w 6"/>
                <a:gd name="T23" fmla="*/ 12 h 100"/>
                <a:gd name="T24" fmla="*/ 1 w 6"/>
                <a:gd name="T25" fmla="*/ 13 h 100"/>
                <a:gd name="T26" fmla="*/ 1 w 6"/>
                <a:gd name="T27" fmla="*/ 19 h 100"/>
                <a:gd name="T28" fmla="*/ 1 w 6"/>
                <a:gd name="T29" fmla="*/ 22 h 100"/>
                <a:gd name="T30" fmla="*/ 2 w 6"/>
                <a:gd name="T31" fmla="*/ 24 h 100"/>
                <a:gd name="T32" fmla="*/ 2 w 6"/>
                <a:gd name="T33" fmla="*/ 29 h 100"/>
                <a:gd name="T34" fmla="*/ 2 w 6"/>
                <a:gd name="T35" fmla="*/ 33 h 100"/>
                <a:gd name="T36" fmla="*/ 2 w 6"/>
                <a:gd name="T37" fmla="*/ 35 h 100"/>
                <a:gd name="T38" fmla="*/ 2 w 6"/>
                <a:gd name="T39" fmla="*/ 33 h 100"/>
                <a:gd name="T40" fmla="*/ 2 w 6"/>
                <a:gd name="T41" fmla="*/ 33 h 100"/>
                <a:gd name="T42" fmla="*/ 2 w 6"/>
                <a:gd name="T43" fmla="*/ 40 h 100"/>
                <a:gd name="T44" fmla="*/ 2 w 6"/>
                <a:gd name="T45" fmla="*/ 49 h 100"/>
                <a:gd name="T46" fmla="*/ 2 w 6"/>
                <a:gd name="T47" fmla="*/ 49 h 100"/>
                <a:gd name="T48" fmla="*/ 3 w 6"/>
                <a:gd name="T49" fmla="*/ 42 h 100"/>
                <a:gd name="T50" fmla="*/ 3 w 6"/>
                <a:gd name="T51" fmla="*/ 36 h 100"/>
                <a:gd name="T52" fmla="*/ 3 w 6"/>
                <a:gd name="T53" fmla="*/ 38 h 100"/>
                <a:gd name="T54" fmla="*/ 3 w 6"/>
                <a:gd name="T55" fmla="*/ 45 h 100"/>
                <a:gd name="T56" fmla="*/ 3 w 6"/>
                <a:gd name="T57" fmla="*/ 49 h 100"/>
                <a:gd name="T58" fmla="*/ 3 w 6"/>
                <a:gd name="T59" fmla="*/ 50 h 100"/>
                <a:gd name="T60" fmla="*/ 4 w 6"/>
                <a:gd name="T61" fmla="*/ 55 h 100"/>
                <a:gd name="T62" fmla="*/ 4 w 6"/>
                <a:gd name="T63" fmla="*/ 61 h 100"/>
                <a:gd name="T64" fmla="*/ 4 w 6"/>
                <a:gd name="T65" fmla="*/ 61 h 100"/>
                <a:gd name="T66" fmla="*/ 4 w 6"/>
                <a:gd name="T67" fmla="*/ 60 h 100"/>
                <a:gd name="T68" fmla="*/ 4 w 6"/>
                <a:gd name="T69" fmla="*/ 68 h 100"/>
                <a:gd name="T70" fmla="*/ 4 w 6"/>
                <a:gd name="T71" fmla="*/ 82 h 100"/>
                <a:gd name="T72" fmla="*/ 4 w 6"/>
                <a:gd name="T73" fmla="*/ 90 h 100"/>
                <a:gd name="T74" fmla="*/ 4 w 6"/>
                <a:gd name="T75" fmla="*/ 85 h 100"/>
                <a:gd name="T76" fmla="*/ 4 w 6"/>
                <a:gd name="T77" fmla="*/ 75 h 100"/>
                <a:gd name="T78" fmla="*/ 5 w 6"/>
                <a:gd name="T79" fmla="*/ 77 h 100"/>
                <a:gd name="T80" fmla="*/ 5 w 6"/>
                <a:gd name="T81" fmla="*/ 91 h 100"/>
                <a:gd name="T82" fmla="*/ 5 w 6"/>
                <a:gd name="T83" fmla="*/ 100 h 100"/>
                <a:gd name="T84" fmla="*/ 5 w 6"/>
                <a:gd name="T85" fmla="*/ 100 h 100"/>
                <a:gd name="T86" fmla="*/ 5 w 6"/>
                <a:gd name="T87" fmla="*/ 92 h 100"/>
                <a:gd name="T88" fmla="*/ 5 w 6"/>
                <a:gd name="T89" fmla="*/ 82 h 100"/>
                <a:gd name="T90" fmla="*/ 5 w 6"/>
                <a:gd name="T91" fmla="*/ 85 h 100"/>
                <a:gd name="T92" fmla="*/ 5 w 6"/>
                <a:gd name="T93" fmla="*/ 94 h 100"/>
                <a:gd name="T94" fmla="*/ 5 w 6"/>
                <a:gd name="T95" fmla="*/ 94 h 100"/>
                <a:gd name="T96" fmla="*/ 5 w 6"/>
                <a:gd name="T97" fmla="*/ 88 h 100"/>
                <a:gd name="T98" fmla="*/ 6 w 6"/>
                <a:gd name="T99" fmla="*/ 85 h 100"/>
                <a:gd name="T100" fmla="*/ 6 w 6"/>
                <a:gd name="T101" fmla="*/ 82 h 100"/>
                <a:gd name="T102" fmla="*/ 6 w 6"/>
                <a:gd name="T103" fmla="*/ 8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00">
                  <a:moveTo>
                    <a:pt x="0" y="8"/>
                  </a:moveTo>
                  <a:lnTo>
                    <a:pt x="0" y="6"/>
                  </a:lnTo>
                  <a:lnTo>
                    <a:pt x="0" y="4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8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2"/>
                  </a:lnTo>
                  <a:lnTo>
                    <a:pt x="1" y="13"/>
                  </a:lnTo>
                  <a:lnTo>
                    <a:pt x="1" y="19"/>
                  </a:lnTo>
                  <a:lnTo>
                    <a:pt x="1" y="22"/>
                  </a:lnTo>
                  <a:lnTo>
                    <a:pt x="2" y="24"/>
                  </a:lnTo>
                  <a:lnTo>
                    <a:pt x="2" y="29"/>
                  </a:lnTo>
                  <a:lnTo>
                    <a:pt x="2" y="33"/>
                  </a:lnTo>
                  <a:lnTo>
                    <a:pt x="2" y="35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2" y="40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3" y="42"/>
                  </a:lnTo>
                  <a:lnTo>
                    <a:pt x="3" y="36"/>
                  </a:lnTo>
                  <a:lnTo>
                    <a:pt x="3" y="38"/>
                  </a:lnTo>
                  <a:lnTo>
                    <a:pt x="3" y="45"/>
                  </a:lnTo>
                  <a:lnTo>
                    <a:pt x="3" y="49"/>
                  </a:lnTo>
                  <a:lnTo>
                    <a:pt x="3" y="50"/>
                  </a:lnTo>
                  <a:lnTo>
                    <a:pt x="4" y="55"/>
                  </a:lnTo>
                  <a:lnTo>
                    <a:pt x="4" y="61"/>
                  </a:lnTo>
                  <a:lnTo>
                    <a:pt x="4" y="61"/>
                  </a:lnTo>
                  <a:lnTo>
                    <a:pt x="4" y="60"/>
                  </a:lnTo>
                  <a:lnTo>
                    <a:pt x="4" y="68"/>
                  </a:lnTo>
                  <a:lnTo>
                    <a:pt x="4" y="82"/>
                  </a:lnTo>
                  <a:lnTo>
                    <a:pt x="4" y="90"/>
                  </a:lnTo>
                  <a:lnTo>
                    <a:pt x="4" y="85"/>
                  </a:lnTo>
                  <a:lnTo>
                    <a:pt x="4" y="75"/>
                  </a:lnTo>
                  <a:lnTo>
                    <a:pt x="5" y="77"/>
                  </a:lnTo>
                  <a:lnTo>
                    <a:pt x="5" y="91"/>
                  </a:lnTo>
                  <a:lnTo>
                    <a:pt x="5" y="100"/>
                  </a:lnTo>
                  <a:lnTo>
                    <a:pt x="5" y="100"/>
                  </a:lnTo>
                  <a:lnTo>
                    <a:pt x="5" y="92"/>
                  </a:lnTo>
                  <a:lnTo>
                    <a:pt x="5" y="82"/>
                  </a:lnTo>
                  <a:lnTo>
                    <a:pt x="5" y="85"/>
                  </a:lnTo>
                  <a:lnTo>
                    <a:pt x="5" y="94"/>
                  </a:lnTo>
                  <a:lnTo>
                    <a:pt x="5" y="94"/>
                  </a:lnTo>
                  <a:lnTo>
                    <a:pt x="5" y="88"/>
                  </a:lnTo>
                  <a:lnTo>
                    <a:pt x="6" y="85"/>
                  </a:lnTo>
                  <a:lnTo>
                    <a:pt x="6" y="82"/>
                  </a:lnTo>
                  <a:lnTo>
                    <a:pt x="6" y="8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02" name="Freeform 1008"/>
            <p:cNvSpPr/>
            <p:nvPr/>
          </p:nvSpPr>
          <p:spPr bwMode="auto">
            <a:xfrm>
              <a:off x="3649663" y="4727576"/>
              <a:ext cx="9525" cy="187325"/>
            </a:xfrm>
            <a:custGeom>
              <a:avLst/>
              <a:gdLst>
                <a:gd name="T0" fmla="*/ 0 w 6"/>
                <a:gd name="T1" fmla="*/ 22 h 118"/>
                <a:gd name="T2" fmla="*/ 0 w 6"/>
                <a:gd name="T3" fmla="*/ 20 h 118"/>
                <a:gd name="T4" fmla="*/ 0 w 6"/>
                <a:gd name="T5" fmla="*/ 28 h 118"/>
                <a:gd name="T6" fmla="*/ 0 w 6"/>
                <a:gd name="T7" fmla="*/ 37 h 118"/>
                <a:gd name="T8" fmla="*/ 0 w 6"/>
                <a:gd name="T9" fmla="*/ 42 h 118"/>
                <a:gd name="T10" fmla="*/ 1 w 6"/>
                <a:gd name="T11" fmla="*/ 42 h 118"/>
                <a:gd name="T12" fmla="*/ 1 w 6"/>
                <a:gd name="T13" fmla="*/ 38 h 118"/>
                <a:gd name="T14" fmla="*/ 1 w 6"/>
                <a:gd name="T15" fmla="*/ 42 h 118"/>
                <a:gd name="T16" fmla="*/ 1 w 6"/>
                <a:gd name="T17" fmla="*/ 54 h 118"/>
                <a:gd name="T18" fmla="*/ 1 w 6"/>
                <a:gd name="T19" fmla="*/ 57 h 118"/>
                <a:gd name="T20" fmla="*/ 1 w 6"/>
                <a:gd name="T21" fmla="*/ 54 h 118"/>
                <a:gd name="T22" fmla="*/ 1 w 6"/>
                <a:gd name="T23" fmla="*/ 55 h 118"/>
                <a:gd name="T24" fmla="*/ 1 w 6"/>
                <a:gd name="T25" fmla="*/ 54 h 118"/>
                <a:gd name="T26" fmla="*/ 1 w 6"/>
                <a:gd name="T27" fmla="*/ 54 h 118"/>
                <a:gd name="T28" fmla="*/ 2 w 6"/>
                <a:gd name="T29" fmla="*/ 65 h 118"/>
                <a:gd name="T30" fmla="*/ 2 w 6"/>
                <a:gd name="T31" fmla="*/ 73 h 118"/>
                <a:gd name="T32" fmla="*/ 2 w 6"/>
                <a:gd name="T33" fmla="*/ 63 h 118"/>
                <a:gd name="T34" fmla="*/ 2 w 6"/>
                <a:gd name="T35" fmla="*/ 60 h 118"/>
                <a:gd name="T36" fmla="*/ 2 w 6"/>
                <a:gd name="T37" fmla="*/ 71 h 118"/>
                <a:gd name="T38" fmla="*/ 2 w 6"/>
                <a:gd name="T39" fmla="*/ 79 h 118"/>
                <a:gd name="T40" fmla="*/ 3 w 6"/>
                <a:gd name="T41" fmla="*/ 79 h 118"/>
                <a:gd name="T42" fmla="*/ 3 w 6"/>
                <a:gd name="T43" fmla="*/ 77 h 118"/>
                <a:gd name="T44" fmla="*/ 3 w 6"/>
                <a:gd name="T45" fmla="*/ 73 h 118"/>
                <a:gd name="T46" fmla="*/ 3 w 6"/>
                <a:gd name="T47" fmla="*/ 72 h 118"/>
                <a:gd name="T48" fmla="*/ 3 w 6"/>
                <a:gd name="T49" fmla="*/ 78 h 118"/>
                <a:gd name="T50" fmla="*/ 3 w 6"/>
                <a:gd name="T51" fmla="*/ 84 h 118"/>
                <a:gd name="T52" fmla="*/ 3 w 6"/>
                <a:gd name="T53" fmla="*/ 85 h 118"/>
                <a:gd name="T54" fmla="*/ 3 w 6"/>
                <a:gd name="T55" fmla="*/ 79 h 118"/>
                <a:gd name="T56" fmla="*/ 3 w 6"/>
                <a:gd name="T57" fmla="*/ 74 h 118"/>
                <a:gd name="T58" fmla="*/ 4 w 6"/>
                <a:gd name="T59" fmla="*/ 78 h 118"/>
                <a:gd name="T60" fmla="*/ 4 w 6"/>
                <a:gd name="T61" fmla="*/ 79 h 118"/>
                <a:gd name="T62" fmla="*/ 4 w 6"/>
                <a:gd name="T63" fmla="*/ 72 h 118"/>
                <a:gd name="T64" fmla="*/ 4 w 6"/>
                <a:gd name="T65" fmla="*/ 78 h 118"/>
                <a:gd name="T66" fmla="*/ 4 w 6"/>
                <a:gd name="T67" fmla="*/ 94 h 118"/>
                <a:gd name="T68" fmla="*/ 4 w 6"/>
                <a:gd name="T69" fmla="*/ 95 h 118"/>
                <a:gd name="T70" fmla="*/ 4 w 6"/>
                <a:gd name="T71" fmla="*/ 85 h 118"/>
                <a:gd name="T72" fmla="*/ 4 w 6"/>
                <a:gd name="T73" fmla="*/ 84 h 118"/>
                <a:gd name="T74" fmla="*/ 4 w 6"/>
                <a:gd name="T75" fmla="*/ 96 h 118"/>
                <a:gd name="T76" fmla="*/ 5 w 6"/>
                <a:gd name="T77" fmla="*/ 111 h 118"/>
                <a:gd name="T78" fmla="*/ 5 w 6"/>
                <a:gd name="T79" fmla="*/ 118 h 118"/>
                <a:gd name="T80" fmla="*/ 5 w 6"/>
                <a:gd name="T81" fmla="*/ 106 h 118"/>
                <a:gd name="T82" fmla="*/ 5 w 6"/>
                <a:gd name="T83" fmla="*/ 81 h 118"/>
                <a:gd name="T84" fmla="*/ 5 w 6"/>
                <a:gd name="T85" fmla="*/ 64 h 118"/>
                <a:gd name="T86" fmla="*/ 5 w 6"/>
                <a:gd name="T87" fmla="*/ 62 h 118"/>
                <a:gd name="T88" fmla="*/ 6 w 6"/>
                <a:gd name="T89" fmla="*/ 62 h 118"/>
                <a:gd name="T90" fmla="*/ 6 w 6"/>
                <a:gd name="T91" fmla="*/ 53 h 118"/>
                <a:gd name="T92" fmla="*/ 6 w 6"/>
                <a:gd name="T93" fmla="*/ 35 h 118"/>
                <a:gd name="T94" fmla="*/ 6 w 6"/>
                <a:gd name="T95" fmla="*/ 19 h 118"/>
                <a:gd name="T96" fmla="*/ 6 w 6"/>
                <a:gd name="T97" fmla="*/ 9 h 118"/>
                <a:gd name="T98" fmla="*/ 6 w 6"/>
                <a:gd name="T99" fmla="*/ 0 h 118"/>
                <a:gd name="T100" fmla="*/ 6 w 6"/>
                <a:gd name="T101" fmla="*/ 0 h 118"/>
                <a:gd name="T102" fmla="*/ 6 w 6"/>
                <a:gd name="T103" fmla="*/ 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18">
                  <a:moveTo>
                    <a:pt x="0" y="22"/>
                  </a:moveTo>
                  <a:lnTo>
                    <a:pt x="0" y="20"/>
                  </a:lnTo>
                  <a:lnTo>
                    <a:pt x="0" y="28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1" y="42"/>
                  </a:lnTo>
                  <a:lnTo>
                    <a:pt x="1" y="38"/>
                  </a:lnTo>
                  <a:lnTo>
                    <a:pt x="1" y="42"/>
                  </a:lnTo>
                  <a:lnTo>
                    <a:pt x="1" y="54"/>
                  </a:lnTo>
                  <a:lnTo>
                    <a:pt x="1" y="57"/>
                  </a:lnTo>
                  <a:lnTo>
                    <a:pt x="1" y="54"/>
                  </a:lnTo>
                  <a:lnTo>
                    <a:pt x="1" y="55"/>
                  </a:lnTo>
                  <a:lnTo>
                    <a:pt x="1" y="54"/>
                  </a:lnTo>
                  <a:lnTo>
                    <a:pt x="1" y="54"/>
                  </a:lnTo>
                  <a:lnTo>
                    <a:pt x="2" y="65"/>
                  </a:lnTo>
                  <a:lnTo>
                    <a:pt x="2" y="73"/>
                  </a:lnTo>
                  <a:lnTo>
                    <a:pt x="2" y="63"/>
                  </a:lnTo>
                  <a:lnTo>
                    <a:pt x="2" y="60"/>
                  </a:lnTo>
                  <a:lnTo>
                    <a:pt x="2" y="71"/>
                  </a:lnTo>
                  <a:lnTo>
                    <a:pt x="2" y="79"/>
                  </a:lnTo>
                  <a:lnTo>
                    <a:pt x="3" y="79"/>
                  </a:lnTo>
                  <a:lnTo>
                    <a:pt x="3" y="77"/>
                  </a:lnTo>
                  <a:lnTo>
                    <a:pt x="3" y="73"/>
                  </a:lnTo>
                  <a:lnTo>
                    <a:pt x="3" y="72"/>
                  </a:lnTo>
                  <a:lnTo>
                    <a:pt x="3" y="78"/>
                  </a:lnTo>
                  <a:lnTo>
                    <a:pt x="3" y="84"/>
                  </a:lnTo>
                  <a:lnTo>
                    <a:pt x="3" y="85"/>
                  </a:lnTo>
                  <a:lnTo>
                    <a:pt x="3" y="79"/>
                  </a:lnTo>
                  <a:lnTo>
                    <a:pt x="3" y="74"/>
                  </a:lnTo>
                  <a:lnTo>
                    <a:pt x="4" y="78"/>
                  </a:lnTo>
                  <a:lnTo>
                    <a:pt x="4" y="79"/>
                  </a:lnTo>
                  <a:lnTo>
                    <a:pt x="4" y="72"/>
                  </a:lnTo>
                  <a:lnTo>
                    <a:pt x="4" y="78"/>
                  </a:lnTo>
                  <a:lnTo>
                    <a:pt x="4" y="94"/>
                  </a:lnTo>
                  <a:lnTo>
                    <a:pt x="4" y="95"/>
                  </a:lnTo>
                  <a:lnTo>
                    <a:pt x="4" y="85"/>
                  </a:lnTo>
                  <a:lnTo>
                    <a:pt x="4" y="84"/>
                  </a:lnTo>
                  <a:lnTo>
                    <a:pt x="4" y="96"/>
                  </a:lnTo>
                  <a:lnTo>
                    <a:pt x="5" y="111"/>
                  </a:lnTo>
                  <a:lnTo>
                    <a:pt x="5" y="118"/>
                  </a:lnTo>
                  <a:lnTo>
                    <a:pt x="5" y="106"/>
                  </a:lnTo>
                  <a:lnTo>
                    <a:pt x="5" y="81"/>
                  </a:lnTo>
                  <a:lnTo>
                    <a:pt x="5" y="64"/>
                  </a:lnTo>
                  <a:lnTo>
                    <a:pt x="5" y="62"/>
                  </a:lnTo>
                  <a:lnTo>
                    <a:pt x="6" y="62"/>
                  </a:lnTo>
                  <a:lnTo>
                    <a:pt x="6" y="53"/>
                  </a:lnTo>
                  <a:lnTo>
                    <a:pt x="6" y="35"/>
                  </a:lnTo>
                  <a:lnTo>
                    <a:pt x="6" y="19"/>
                  </a:lnTo>
                  <a:lnTo>
                    <a:pt x="6" y="9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03" name="Freeform 1009"/>
            <p:cNvSpPr/>
            <p:nvPr/>
          </p:nvSpPr>
          <p:spPr bwMode="auto">
            <a:xfrm>
              <a:off x="3659188" y="4587876"/>
              <a:ext cx="11113" cy="152400"/>
            </a:xfrm>
            <a:custGeom>
              <a:avLst/>
              <a:gdLst>
                <a:gd name="T0" fmla="*/ 0 w 7"/>
                <a:gd name="T1" fmla="*/ 88 h 96"/>
                <a:gd name="T2" fmla="*/ 0 w 7"/>
                <a:gd name="T3" fmla="*/ 95 h 96"/>
                <a:gd name="T4" fmla="*/ 0 w 7"/>
                <a:gd name="T5" fmla="*/ 96 h 96"/>
                <a:gd name="T6" fmla="*/ 1 w 7"/>
                <a:gd name="T7" fmla="*/ 85 h 96"/>
                <a:gd name="T8" fmla="*/ 1 w 7"/>
                <a:gd name="T9" fmla="*/ 70 h 96"/>
                <a:gd name="T10" fmla="*/ 1 w 7"/>
                <a:gd name="T11" fmla="*/ 61 h 96"/>
                <a:gd name="T12" fmla="*/ 1 w 7"/>
                <a:gd name="T13" fmla="*/ 64 h 96"/>
                <a:gd name="T14" fmla="*/ 1 w 7"/>
                <a:gd name="T15" fmla="*/ 80 h 96"/>
                <a:gd name="T16" fmla="*/ 1 w 7"/>
                <a:gd name="T17" fmla="*/ 90 h 96"/>
                <a:gd name="T18" fmla="*/ 2 w 7"/>
                <a:gd name="T19" fmla="*/ 84 h 96"/>
                <a:gd name="T20" fmla="*/ 2 w 7"/>
                <a:gd name="T21" fmla="*/ 74 h 96"/>
                <a:gd name="T22" fmla="*/ 2 w 7"/>
                <a:gd name="T23" fmla="*/ 70 h 96"/>
                <a:gd name="T24" fmla="*/ 2 w 7"/>
                <a:gd name="T25" fmla="*/ 69 h 96"/>
                <a:gd name="T26" fmla="*/ 2 w 7"/>
                <a:gd name="T27" fmla="*/ 72 h 96"/>
                <a:gd name="T28" fmla="*/ 2 w 7"/>
                <a:gd name="T29" fmla="*/ 75 h 96"/>
                <a:gd name="T30" fmla="*/ 2 w 7"/>
                <a:gd name="T31" fmla="*/ 68 h 96"/>
                <a:gd name="T32" fmla="*/ 2 w 7"/>
                <a:gd name="T33" fmla="*/ 54 h 96"/>
                <a:gd name="T34" fmla="*/ 2 w 7"/>
                <a:gd name="T35" fmla="*/ 42 h 96"/>
                <a:gd name="T36" fmla="*/ 2 w 7"/>
                <a:gd name="T37" fmla="*/ 35 h 96"/>
                <a:gd name="T38" fmla="*/ 3 w 7"/>
                <a:gd name="T39" fmla="*/ 32 h 96"/>
                <a:gd name="T40" fmla="*/ 3 w 7"/>
                <a:gd name="T41" fmla="*/ 36 h 96"/>
                <a:gd name="T42" fmla="*/ 3 w 7"/>
                <a:gd name="T43" fmla="*/ 37 h 96"/>
                <a:gd name="T44" fmla="*/ 3 w 7"/>
                <a:gd name="T45" fmla="*/ 27 h 96"/>
                <a:gd name="T46" fmla="*/ 3 w 7"/>
                <a:gd name="T47" fmla="*/ 19 h 96"/>
                <a:gd name="T48" fmla="*/ 3 w 7"/>
                <a:gd name="T49" fmla="*/ 14 h 96"/>
                <a:gd name="T50" fmla="*/ 3 w 7"/>
                <a:gd name="T51" fmla="*/ 11 h 96"/>
                <a:gd name="T52" fmla="*/ 3 w 7"/>
                <a:gd name="T53" fmla="*/ 12 h 96"/>
                <a:gd name="T54" fmla="*/ 3 w 7"/>
                <a:gd name="T55" fmla="*/ 8 h 96"/>
                <a:gd name="T56" fmla="*/ 4 w 7"/>
                <a:gd name="T57" fmla="*/ 0 h 96"/>
                <a:gd name="T58" fmla="*/ 4 w 7"/>
                <a:gd name="T59" fmla="*/ 3 h 96"/>
                <a:gd name="T60" fmla="*/ 4 w 7"/>
                <a:gd name="T61" fmla="*/ 10 h 96"/>
                <a:gd name="T62" fmla="*/ 4 w 7"/>
                <a:gd name="T63" fmla="*/ 10 h 96"/>
                <a:gd name="T64" fmla="*/ 4 w 7"/>
                <a:gd name="T65" fmla="*/ 9 h 96"/>
                <a:gd name="T66" fmla="*/ 4 w 7"/>
                <a:gd name="T67" fmla="*/ 18 h 96"/>
                <a:gd name="T68" fmla="*/ 5 w 7"/>
                <a:gd name="T69" fmla="*/ 29 h 96"/>
                <a:gd name="T70" fmla="*/ 5 w 7"/>
                <a:gd name="T71" fmla="*/ 39 h 96"/>
                <a:gd name="T72" fmla="*/ 5 w 7"/>
                <a:gd name="T73" fmla="*/ 44 h 96"/>
                <a:gd name="T74" fmla="*/ 5 w 7"/>
                <a:gd name="T75" fmla="*/ 40 h 96"/>
                <a:gd name="T76" fmla="*/ 5 w 7"/>
                <a:gd name="T77" fmla="*/ 33 h 96"/>
                <a:gd name="T78" fmla="*/ 5 w 7"/>
                <a:gd name="T79" fmla="*/ 34 h 96"/>
                <a:gd name="T80" fmla="*/ 5 w 7"/>
                <a:gd name="T81" fmla="*/ 37 h 96"/>
                <a:gd name="T82" fmla="*/ 5 w 7"/>
                <a:gd name="T83" fmla="*/ 33 h 96"/>
                <a:gd name="T84" fmla="*/ 5 w 7"/>
                <a:gd name="T85" fmla="*/ 26 h 96"/>
                <a:gd name="T86" fmla="*/ 6 w 7"/>
                <a:gd name="T87" fmla="*/ 25 h 96"/>
                <a:gd name="T88" fmla="*/ 6 w 7"/>
                <a:gd name="T89" fmla="*/ 29 h 96"/>
                <a:gd name="T90" fmla="*/ 6 w 7"/>
                <a:gd name="T91" fmla="*/ 28 h 96"/>
                <a:gd name="T92" fmla="*/ 6 w 7"/>
                <a:gd name="T93" fmla="*/ 19 h 96"/>
                <a:gd name="T94" fmla="*/ 6 w 7"/>
                <a:gd name="T95" fmla="*/ 16 h 96"/>
                <a:gd name="T96" fmla="*/ 6 w 7"/>
                <a:gd name="T97" fmla="*/ 24 h 96"/>
                <a:gd name="T98" fmla="*/ 7 w 7"/>
                <a:gd name="T99" fmla="*/ 29 h 96"/>
                <a:gd name="T100" fmla="*/ 7 w 7"/>
                <a:gd name="T101" fmla="*/ 24 h 96"/>
                <a:gd name="T102" fmla="*/ 7 w 7"/>
                <a:gd name="T103" fmla="*/ 1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6">
                  <a:moveTo>
                    <a:pt x="0" y="88"/>
                  </a:moveTo>
                  <a:lnTo>
                    <a:pt x="0" y="95"/>
                  </a:lnTo>
                  <a:lnTo>
                    <a:pt x="0" y="96"/>
                  </a:lnTo>
                  <a:lnTo>
                    <a:pt x="1" y="85"/>
                  </a:lnTo>
                  <a:lnTo>
                    <a:pt x="1" y="70"/>
                  </a:lnTo>
                  <a:lnTo>
                    <a:pt x="1" y="61"/>
                  </a:lnTo>
                  <a:lnTo>
                    <a:pt x="1" y="64"/>
                  </a:lnTo>
                  <a:lnTo>
                    <a:pt x="1" y="80"/>
                  </a:lnTo>
                  <a:lnTo>
                    <a:pt x="1" y="90"/>
                  </a:lnTo>
                  <a:lnTo>
                    <a:pt x="2" y="84"/>
                  </a:lnTo>
                  <a:lnTo>
                    <a:pt x="2" y="74"/>
                  </a:lnTo>
                  <a:lnTo>
                    <a:pt x="2" y="70"/>
                  </a:lnTo>
                  <a:lnTo>
                    <a:pt x="2" y="69"/>
                  </a:lnTo>
                  <a:lnTo>
                    <a:pt x="2" y="72"/>
                  </a:lnTo>
                  <a:lnTo>
                    <a:pt x="2" y="75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2" y="42"/>
                  </a:lnTo>
                  <a:lnTo>
                    <a:pt x="2" y="35"/>
                  </a:lnTo>
                  <a:lnTo>
                    <a:pt x="3" y="32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3" y="27"/>
                  </a:lnTo>
                  <a:lnTo>
                    <a:pt x="3" y="19"/>
                  </a:lnTo>
                  <a:lnTo>
                    <a:pt x="3" y="14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3" y="8"/>
                  </a:lnTo>
                  <a:lnTo>
                    <a:pt x="4" y="0"/>
                  </a:lnTo>
                  <a:lnTo>
                    <a:pt x="4" y="3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9"/>
                  </a:lnTo>
                  <a:lnTo>
                    <a:pt x="4" y="18"/>
                  </a:lnTo>
                  <a:lnTo>
                    <a:pt x="5" y="29"/>
                  </a:lnTo>
                  <a:lnTo>
                    <a:pt x="5" y="39"/>
                  </a:lnTo>
                  <a:lnTo>
                    <a:pt x="5" y="44"/>
                  </a:lnTo>
                  <a:lnTo>
                    <a:pt x="5" y="40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5" y="37"/>
                  </a:lnTo>
                  <a:lnTo>
                    <a:pt x="5" y="33"/>
                  </a:lnTo>
                  <a:lnTo>
                    <a:pt x="5" y="26"/>
                  </a:lnTo>
                  <a:lnTo>
                    <a:pt x="6" y="25"/>
                  </a:lnTo>
                  <a:lnTo>
                    <a:pt x="6" y="29"/>
                  </a:lnTo>
                  <a:lnTo>
                    <a:pt x="6" y="28"/>
                  </a:lnTo>
                  <a:lnTo>
                    <a:pt x="6" y="19"/>
                  </a:lnTo>
                  <a:lnTo>
                    <a:pt x="6" y="16"/>
                  </a:lnTo>
                  <a:lnTo>
                    <a:pt x="6" y="24"/>
                  </a:lnTo>
                  <a:lnTo>
                    <a:pt x="7" y="29"/>
                  </a:lnTo>
                  <a:lnTo>
                    <a:pt x="7" y="24"/>
                  </a:lnTo>
                  <a:lnTo>
                    <a:pt x="7" y="1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04" name="Freeform 1010"/>
            <p:cNvSpPr/>
            <p:nvPr/>
          </p:nvSpPr>
          <p:spPr bwMode="auto">
            <a:xfrm>
              <a:off x="3670300" y="4611688"/>
              <a:ext cx="9525" cy="112713"/>
            </a:xfrm>
            <a:custGeom>
              <a:avLst/>
              <a:gdLst>
                <a:gd name="T0" fmla="*/ 0 w 6"/>
                <a:gd name="T1" fmla="*/ 9 h 71"/>
                <a:gd name="T2" fmla="*/ 0 w 6"/>
                <a:gd name="T3" fmla="*/ 4 h 71"/>
                <a:gd name="T4" fmla="*/ 0 w 6"/>
                <a:gd name="T5" fmla="*/ 0 h 71"/>
                <a:gd name="T6" fmla="*/ 0 w 6"/>
                <a:gd name="T7" fmla="*/ 3 h 71"/>
                <a:gd name="T8" fmla="*/ 0 w 6"/>
                <a:gd name="T9" fmla="*/ 14 h 71"/>
                <a:gd name="T10" fmla="*/ 0 w 6"/>
                <a:gd name="T11" fmla="*/ 26 h 71"/>
                <a:gd name="T12" fmla="*/ 0 w 6"/>
                <a:gd name="T13" fmla="*/ 30 h 71"/>
                <a:gd name="T14" fmla="*/ 0 w 6"/>
                <a:gd name="T15" fmla="*/ 35 h 71"/>
                <a:gd name="T16" fmla="*/ 1 w 6"/>
                <a:gd name="T17" fmla="*/ 43 h 71"/>
                <a:gd name="T18" fmla="*/ 1 w 6"/>
                <a:gd name="T19" fmla="*/ 50 h 71"/>
                <a:gd name="T20" fmla="*/ 1 w 6"/>
                <a:gd name="T21" fmla="*/ 53 h 71"/>
                <a:gd name="T22" fmla="*/ 1 w 6"/>
                <a:gd name="T23" fmla="*/ 56 h 71"/>
                <a:gd name="T24" fmla="*/ 1 w 6"/>
                <a:gd name="T25" fmla="*/ 63 h 71"/>
                <a:gd name="T26" fmla="*/ 1 w 6"/>
                <a:gd name="T27" fmla="*/ 66 h 71"/>
                <a:gd name="T28" fmla="*/ 1 w 6"/>
                <a:gd name="T29" fmla="*/ 60 h 71"/>
                <a:gd name="T30" fmla="*/ 1 w 6"/>
                <a:gd name="T31" fmla="*/ 56 h 71"/>
                <a:gd name="T32" fmla="*/ 1 w 6"/>
                <a:gd name="T33" fmla="*/ 58 h 71"/>
                <a:gd name="T34" fmla="*/ 2 w 6"/>
                <a:gd name="T35" fmla="*/ 58 h 71"/>
                <a:gd name="T36" fmla="*/ 2 w 6"/>
                <a:gd name="T37" fmla="*/ 56 h 71"/>
                <a:gd name="T38" fmla="*/ 2 w 6"/>
                <a:gd name="T39" fmla="*/ 57 h 71"/>
                <a:gd name="T40" fmla="*/ 2 w 6"/>
                <a:gd name="T41" fmla="*/ 59 h 71"/>
                <a:gd name="T42" fmla="*/ 2 w 6"/>
                <a:gd name="T43" fmla="*/ 58 h 71"/>
                <a:gd name="T44" fmla="*/ 2 w 6"/>
                <a:gd name="T45" fmla="*/ 54 h 71"/>
                <a:gd name="T46" fmla="*/ 3 w 6"/>
                <a:gd name="T47" fmla="*/ 49 h 71"/>
                <a:gd name="T48" fmla="*/ 3 w 6"/>
                <a:gd name="T49" fmla="*/ 49 h 71"/>
                <a:gd name="T50" fmla="*/ 3 w 6"/>
                <a:gd name="T51" fmla="*/ 52 h 71"/>
                <a:gd name="T52" fmla="*/ 3 w 6"/>
                <a:gd name="T53" fmla="*/ 53 h 71"/>
                <a:gd name="T54" fmla="*/ 3 w 6"/>
                <a:gd name="T55" fmla="*/ 54 h 71"/>
                <a:gd name="T56" fmla="*/ 3 w 6"/>
                <a:gd name="T57" fmla="*/ 56 h 71"/>
                <a:gd name="T58" fmla="*/ 3 w 6"/>
                <a:gd name="T59" fmla="*/ 54 h 71"/>
                <a:gd name="T60" fmla="*/ 3 w 6"/>
                <a:gd name="T61" fmla="*/ 54 h 71"/>
                <a:gd name="T62" fmla="*/ 3 w 6"/>
                <a:gd name="T63" fmla="*/ 61 h 71"/>
                <a:gd name="T64" fmla="*/ 3 w 6"/>
                <a:gd name="T65" fmla="*/ 64 h 71"/>
                <a:gd name="T66" fmla="*/ 4 w 6"/>
                <a:gd name="T67" fmla="*/ 64 h 71"/>
                <a:gd name="T68" fmla="*/ 4 w 6"/>
                <a:gd name="T69" fmla="*/ 69 h 71"/>
                <a:gd name="T70" fmla="*/ 4 w 6"/>
                <a:gd name="T71" fmla="*/ 71 h 71"/>
                <a:gd name="T72" fmla="*/ 4 w 6"/>
                <a:gd name="T73" fmla="*/ 64 h 71"/>
                <a:gd name="T74" fmla="*/ 4 w 6"/>
                <a:gd name="T75" fmla="*/ 59 h 71"/>
                <a:gd name="T76" fmla="*/ 4 w 6"/>
                <a:gd name="T77" fmla="*/ 59 h 71"/>
                <a:gd name="T78" fmla="*/ 5 w 6"/>
                <a:gd name="T79" fmla="*/ 61 h 71"/>
                <a:gd name="T80" fmla="*/ 5 w 6"/>
                <a:gd name="T81" fmla="*/ 61 h 71"/>
                <a:gd name="T82" fmla="*/ 5 w 6"/>
                <a:gd name="T83" fmla="*/ 60 h 71"/>
                <a:gd name="T84" fmla="*/ 5 w 6"/>
                <a:gd name="T85" fmla="*/ 56 h 71"/>
                <a:gd name="T86" fmla="*/ 5 w 6"/>
                <a:gd name="T87" fmla="*/ 50 h 71"/>
                <a:gd name="T88" fmla="*/ 5 w 6"/>
                <a:gd name="T89" fmla="*/ 45 h 71"/>
                <a:gd name="T90" fmla="*/ 5 w 6"/>
                <a:gd name="T91" fmla="*/ 41 h 71"/>
                <a:gd name="T92" fmla="*/ 5 w 6"/>
                <a:gd name="T93" fmla="*/ 41 h 71"/>
                <a:gd name="T94" fmla="*/ 5 w 6"/>
                <a:gd name="T95" fmla="*/ 42 h 71"/>
                <a:gd name="T96" fmla="*/ 6 w 6"/>
                <a:gd name="T97" fmla="*/ 39 h 71"/>
                <a:gd name="T98" fmla="*/ 6 w 6"/>
                <a:gd name="T99" fmla="*/ 34 h 71"/>
                <a:gd name="T100" fmla="*/ 6 w 6"/>
                <a:gd name="T101" fmla="*/ 31 h 71"/>
                <a:gd name="T102" fmla="*/ 6 w 6"/>
                <a:gd name="T103" fmla="*/ 3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1">
                  <a:moveTo>
                    <a:pt x="0" y="9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14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0" y="35"/>
                  </a:lnTo>
                  <a:lnTo>
                    <a:pt x="1" y="43"/>
                  </a:lnTo>
                  <a:lnTo>
                    <a:pt x="1" y="50"/>
                  </a:lnTo>
                  <a:lnTo>
                    <a:pt x="1" y="53"/>
                  </a:lnTo>
                  <a:lnTo>
                    <a:pt x="1" y="56"/>
                  </a:lnTo>
                  <a:lnTo>
                    <a:pt x="1" y="63"/>
                  </a:lnTo>
                  <a:lnTo>
                    <a:pt x="1" y="66"/>
                  </a:lnTo>
                  <a:lnTo>
                    <a:pt x="1" y="60"/>
                  </a:lnTo>
                  <a:lnTo>
                    <a:pt x="1" y="56"/>
                  </a:lnTo>
                  <a:lnTo>
                    <a:pt x="1" y="58"/>
                  </a:lnTo>
                  <a:lnTo>
                    <a:pt x="2" y="58"/>
                  </a:lnTo>
                  <a:lnTo>
                    <a:pt x="2" y="56"/>
                  </a:lnTo>
                  <a:lnTo>
                    <a:pt x="2" y="57"/>
                  </a:lnTo>
                  <a:lnTo>
                    <a:pt x="2" y="59"/>
                  </a:lnTo>
                  <a:lnTo>
                    <a:pt x="2" y="58"/>
                  </a:lnTo>
                  <a:lnTo>
                    <a:pt x="2" y="54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3" y="52"/>
                  </a:lnTo>
                  <a:lnTo>
                    <a:pt x="3" y="53"/>
                  </a:lnTo>
                  <a:lnTo>
                    <a:pt x="3" y="54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3" y="54"/>
                  </a:lnTo>
                  <a:lnTo>
                    <a:pt x="3" y="61"/>
                  </a:lnTo>
                  <a:lnTo>
                    <a:pt x="3" y="64"/>
                  </a:lnTo>
                  <a:lnTo>
                    <a:pt x="4" y="64"/>
                  </a:lnTo>
                  <a:lnTo>
                    <a:pt x="4" y="69"/>
                  </a:lnTo>
                  <a:lnTo>
                    <a:pt x="4" y="71"/>
                  </a:lnTo>
                  <a:lnTo>
                    <a:pt x="4" y="64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5" y="61"/>
                  </a:lnTo>
                  <a:lnTo>
                    <a:pt x="5" y="61"/>
                  </a:lnTo>
                  <a:lnTo>
                    <a:pt x="5" y="60"/>
                  </a:lnTo>
                  <a:lnTo>
                    <a:pt x="5" y="56"/>
                  </a:lnTo>
                  <a:lnTo>
                    <a:pt x="5" y="50"/>
                  </a:lnTo>
                  <a:lnTo>
                    <a:pt x="5" y="45"/>
                  </a:lnTo>
                  <a:lnTo>
                    <a:pt x="5" y="41"/>
                  </a:lnTo>
                  <a:lnTo>
                    <a:pt x="5" y="41"/>
                  </a:lnTo>
                  <a:lnTo>
                    <a:pt x="5" y="42"/>
                  </a:lnTo>
                  <a:lnTo>
                    <a:pt x="6" y="39"/>
                  </a:lnTo>
                  <a:lnTo>
                    <a:pt x="6" y="34"/>
                  </a:lnTo>
                  <a:lnTo>
                    <a:pt x="6" y="31"/>
                  </a:lnTo>
                  <a:lnTo>
                    <a:pt x="6" y="3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05" name="Freeform 1011"/>
            <p:cNvSpPr/>
            <p:nvPr/>
          </p:nvSpPr>
          <p:spPr bwMode="auto">
            <a:xfrm>
              <a:off x="3679825" y="4616451"/>
              <a:ext cx="9525" cy="104775"/>
            </a:xfrm>
            <a:custGeom>
              <a:avLst/>
              <a:gdLst>
                <a:gd name="T0" fmla="*/ 0 w 6"/>
                <a:gd name="T1" fmla="*/ 28 h 66"/>
                <a:gd name="T2" fmla="*/ 0 w 6"/>
                <a:gd name="T3" fmla="*/ 31 h 66"/>
                <a:gd name="T4" fmla="*/ 0 w 6"/>
                <a:gd name="T5" fmla="*/ 34 h 66"/>
                <a:gd name="T6" fmla="*/ 0 w 6"/>
                <a:gd name="T7" fmla="*/ 38 h 66"/>
                <a:gd name="T8" fmla="*/ 0 w 6"/>
                <a:gd name="T9" fmla="*/ 41 h 66"/>
                <a:gd name="T10" fmla="*/ 0 w 6"/>
                <a:gd name="T11" fmla="*/ 42 h 66"/>
                <a:gd name="T12" fmla="*/ 0 w 6"/>
                <a:gd name="T13" fmla="*/ 40 h 66"/>
                <a:gd name="T14" fmla="*/ 1 w 6"/>
                <a:gd name="T15" fmla="*/ 36 h 66"/>
                <a:gd name="T16" fmla="*/ 1 w 6"/>
                <a:gd name="T17" fmla="*/ 33 h 66"/>
                <a:gd name="T18" fmla="*/ 1 w 6"/>
                <a:gd name="T19" fmla="*/ 32 h 66"/>
                <a:gd name="T20" fmla="*/ 1 w 6"/>
                <a:gd name="T21" fmla="*/ 31 h 66"/>
                <a:gd name="T22" fmla="*/ 1 w 6"/>
                <a:gd name="T23" fmla="*/ 31 h 66"/>
                <a:gd name="T24" fmla="*/ 1 w 6"/>
                <a:gd name="T25" fmla="*/ 31 h 66"/>
                <a:gd name="T26" fmla="*/ 2 w 6"/>
                <a:gd name="T27" fmla="*/ 26 h 66"/>
                <a:gd name="T28" fmla="*/ 2 w 6"/>
                <a:gd name="T29" fmla="*/ 20 h 66"/>
                <a:gd name="T30" fmla="*/ 2 w 6"/>
                <a:gd name="T31" fmla="*/ 18 h 66"/>
                <a:gd name="T32" fmla="*/ 2 w 6"/>
                <a:gd name="T33" fmla="*/ 18 h 66"/>
                <a:gd name="T34" fmla="*/ 2 w 6"/>
                <a:gd name="T35" fmla="*/ 14 h 66"/>
                <a:gd name="T36" fmla="*/ 2 w 6"/>
                <a:gd name="T37" fmla="*/ 12 h 66"/>
                <a:gd name="T38" fmla="*/ 2 w 6"/>
                <a:gd name="T39" fmla="*/ 10 h 66"/>
                <a:gd name="T40" fmla="*/ 2 w 6"/>
                <a:gd name="T41" fmla="*/ 5 h 66"/>
                <a:gd name="T42" fmla="*/ 2 w 6"/>
                <a:gd name="T43" fmla="*/ 0 h 66"/>
                <a:gd name="T44" fmla="*/ 3 w 6"/>
                <a:gd name="T45" fmla="*/ 2 h 66"/>
                <a:gd name="T46" fmla="*/ 3 w 6"/>
                <a:gd name="T47" fmla="*/ 6 h 66"/>
                <a:gd name="T48" fmla="*/ 3 w 6"/>
                <a:gd name="T49" fmla="*/ 6 h 66"/>
                <a:gd name="T50" fmla="*/ 3 w 6"/>
                <a:gd name="T51" fmla="*/ 6 h 66"/>
                <a:gd name="T52" fmla="*/ 3 w 6"/>
                <a:gd name="T53" fmla="*/ 8 h 66"/>
                <a:gd name="T54" fmla="*/ 3 w 6"/>
                <a:gd name="T55" fmla="*/ 11 h 66"/>
                <a:gd name="T56" fmla="*/ 4 w 6"/>
                <a:gd name="T57" fmla="*/ 14 h 66"/>
                <a:gd name="T58" fmla="*/ 4 w 6"/>
                <a:gd name="T59" fmla="*/ 13 h 66"/>
                <a:gd name="T60" fmla="*/ 4 w 6"/>
                <a:gd name="T61" fmla="*/ 13 h 66"/>
                <a:gd name="T62" fmla="*/ 4 w 6"/>
                <a:gd name="T63" fmla="*/ 18 h 66"/>
                <a:gd name="T64" fmla="*/ 4 w 6"/>
                <a:gd name="T65" fmla="*/ 24 h 66"/>
                <a:gd name="T66" fmla="*/ 4 w 6"/>
                <a:gd name="T67" fmla="*/ 28 h 66"/>
                <a:gd name="T68" fmla="*/ 4 w 6"/>
                <a:gd name="T69" fmla="*/ 29 h 66"/>
                <a:gd name="T70" fmla="*/ 4 w 6"/>
                <a:gd name="T71" fmla="*/ 29 h 66"/>
                <a:gd name="T72" fmla="*/ 4 w 6"/>
                <a:gd name="T73" fmla="*/ 31 h 66"/>
                <a:gd name="T74" fmla="*/ 5 w 6"/>
                <a:gd name="T75" fmla="*/ 38 h 66"/>
                <a:gd name="T76" fmla="*/ 5 w 6"/>
                <a:gd name="T77" fmla="*/ 42 h 66"/>
                <a:gd name="T78" fmla="*/ 5 w 6"/>
                <a:gd name="T79" fmla="*/ 41 h 66"/>
                <a:gd name="T80" fmla="*/ 5 w 6"/>
                <a:gd name="T81" fmla="*/ 40 h 66"/>
                <a:gd name="T82" fmla="*/ 5 w 6"/>
                <a:gd name="T83" fmla="*/ 42 h 66"/>
                <a:gd name="T84" fmla="*/ 5 w 6"/>
                <a:gd name="T85" fmla="*/ 41 h 66"/>
                <a:gd name="T86" fmla="*/ 5 w 6"/>
                <a:gd name="T87" fmla="*/ 37 h 66"/>
                <a:gd name="T88" fmla="*/ 5 w 6"/>
                <a:gd name="T89" fmla="*/ 34 h 66"/>
                <a:gd name="T90" fmla="*/ 5 w 6"/>
                <a:gd name="T91" fmla="*/ 39 h 66"/>
                <a:gd name="T92" fmla="*/ 5 w 6"/>
                <a:gd name="T93" fmla="*/ 49 h 66"/>
                <a:gd name="T94" fmla="*/ 6 w 6"/>
                <a:gd name="T95" fmla="*/ 51 h 66"/>
                <a:gd name="T96" fmla="*/ 6 w 6"/>
                <a:gd name="T97" fmla="*/ 45 h 66"/>
                <a:gd name="T98" fmla="*/ 6 w 6"/>
                <a:gd name="T99" fmla="*/ 47 h 66"/>
                <a:gd name="T100" fmla="*/ 6 w 6"/>
                <a:gd name="T101" fmla="*/ 57 h 66"/>
                <a:gd name="T102" fmla="*/ 6 w 6"/>
                <a:gd name="T10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6">
                  <a:moveTo>
                    <a:pt x="0" y="28"/>
                  </a:moveTo>
                  <a:lnTo>
                    <a:pt x="0" y="31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0" y="41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1" y="36"/>
                  </a:lnTo>
                  <a:lnTo>
                    <a:pt x="1" y="33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2" y="26"/>
                  </a:lnTo>
                  <a:lnTo>
                    <a:pt x="2" y="20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4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5"/>
                  </a:lnTo>
                  <a:lnTo>
                    <a:pt x="2" y="0"/>
                  </a:lnTo>
                  <a:lnTo>
                    <a:pt x="3" y="2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8"/>
                  </a:lnTo>
                  <a:lnTo>
                    <a:pt x="3" y="11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4" y="18"/>
                  </a:lnTo>
                  <a:lnTo>
                    <a:pt x="4" y="24"/>
                  </a:lnTo>
                  <a:lnTo>
                    <a:pt x="4" y="28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31"/>
                  </a:lnTo>
                  <a:lnTo>
                    <a:pt x="5" y="38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40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7"/>
                  </a:lnTo>
                  <a:lnTo>
                    <a:pt x="5" y="34"/>
                  </a:lnTo>
                  <a:lnTo>
                    <a:pt x="5" y="39"/>
                  </a:lnTo>
                  <a:lnTo>
                    <a:pt x="5" y="49"/>
                  </a:lnTo>
                  <a:lnTo>
                    <a:pt x="6" y="51"/>
                  </a:lnTo>
                  <a:lnTo>
                    <a:pt x="6" y="45"/>
                  </a:lnTo>
                  <a:lnTo>
                    <a:pt x="6" y="47"/>
                  </a:lnTo>
                  <a:lnTo>
                    <a:pt x="6" y="57"/>
                  </a:lnTo>
                  <a:lnTo>
                    <a:pt x="6" y="6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06" name="Freeform 1012"/>
            <p:cNvSpPr/>
            <p:nvPr/>
          </p:nvSpPr>
          <p:spPr bwMode="auto">
            <a:xfrm>
              <a:off x="3689350" y="4706938"/>
              <a:ext cx="11113" cy="149225"/>
            </a:xfrm>
            <a:custGeom>
              <a:avLst/>
              <a:gdLst>
                <a:gd name="T0" fmla="*/ 0 w 7"/>
                <a:gd name="T1" fmla="*/ 0 h 94"/>
                <a:gd name="T2" fmla="*/ 0 w 7"/>
                <a:gd name="T3" fmla="*/ 9 h 94"/>
                <a:gd name="T4" fmla="*/ 0 w 7"/>
                <a:gd name="T5" fmla="*/ 15 h 94"/>
                <a:gd name="T6" fmla="*/ 1 w 7"/>
                <a:gd name="T7" fmla="*/ 15 h 94"/>
                <a:gd name="T8" fmla="*/ 1 w 7"/>
                <a:gd name="T9" fmla="*/ 11 h 94"/>
                <a:gd name="T10" fmla="*/ 1 w 7"/>
                <a:gd name="T11" fmla="*/ 15 h 94"/>
                <a:gd name="T12" fmla="*/ 1 w 7"/>
                <a:gd name="T13" fmla="*/ 26 h 94"/>
                <a:gd name="T14" fmla="*/ 1 w 7"/>
                <a:gd name="T15" fmla="*/ 31 h 94"/>
                <a:gd name="T16" fmla="*/ 1 w 7"/>
                <a:gd name="T17" fmla="*/ 26 h 94"/>
                <a:gd name="T18" fmla="*/ 1 w 7"/>
                <a:gd name="T19" fmla="*/ 19 h 94"/>
                <a:gd name="T20" fmla="*/ 1 w 7"/>
                <a:gd name="T21" fmla="*/ 19 h 94"/>
                <a:gd name="T22" fmla="*/ 1 w 7"/>
                <a:gd name="T23" fmla="*/ 28 h 94"/>
                <a:gd name="T24" fmla="*/ 2 w 7"/>
                <a:gd name="T25" fmla="*/ 31 h 94"/>
                <a:gd name="T26" fmla="*/ 2 w 7"/>
                <a:gd name="T27" fmla="*/ 21 h 94"/>
                <a:gd name="T28" fmla="*/ 2 w 7"/>
                <a:gd name="T29" fmla="*/ 14 h 94"/>
                <a:gd name="T30" fmla="*/ 2 w 7"/>
                <a:gd name="T31" fmla="*/ 16 h 94"/>
                <a:gd name="T32" fmla="*/ 2 w 7"/>
                <a:gd name="T33" fmla="*/ 13 h 94"/>
                <a:gd name="T34" fmla="*/ 2 w 7"/>
                <a:gd name="T35" fmla="*/ 9 h 94"/>
                <a:gd name="T36" fmla="*/ 3 w 7"/>
                <a:gd name="T37" fmla="*/ 14 h 94"/>
                <a:gd name="T38" fmla="*/ 3 w 7"/>
                <a:gd name="T39" fmla="*/ 15 h 94"/>
                <a:gd name="T40" fmla="*/ 3 w 7"/>
                <a:gd name="T41" fmla="*/ 10 h 94"/>
                <a:gd name="T42" fmla="*/ 3 w 7"/>
                <a:gd name="T43" fmla="*/ 13 h 94"/>
                <a:gd name="T44" fmla="*/ 3 w 7"/>
                <a:gd name="T45" fmla="*/ 23 h 94"/>
                <a:gd name="T46" fmla="*/ 3 w 7"/>
                <a:gd name="T47" fmla="*/ 30 h 94"/>
                <a:gd name="T48" fmla="*/ 3 w 7"/>
                <a:gd name="T49" fmla="*/ 40 h 94"/>
                <a:gd name="T50" fmla="*/ 3 w 7"/>
                <a:gd name="T51" fmla="*/ 50 h 94"/>
                <a:gd name="T52" fmla="*/ 3 w 7"/>
                <a:gd name="T53" fmla="*/ 52 h 94"/>
                <a:gd name="T54" fmla="*/ 4 w 7"/>
                <a:gd name="T55" fmla="*/ 48 h 94"/>
                <a:gd name="T56" fmla="*/ 4 w 7"/>
                <a:gd name="T57" fmla="*/ 48 h 94"/>
                <a:gd name="T58" fmla="*/ 4 w 7"/>
                <a:gd name="T59" fmla="*/ 60 h 94"/>
                <a:gd name="T60" fmla="*/ 4 w 7"/>
                <a:gd name="T61" fmla="*/ 73 h 94"/>
                <a:gd name="T62" fmla="*/ 4 w 7"/>
                <a:gd name="T63" fmla="*/ 63 h 94"/>
                <a:gd name="T64" fmla="*/ 4 w 7"/>
                <a:gd name="T65" fmla="*/ 48 h 94"/>
                <a:gd name="T66" fmla="*/ 4 w 7"/>
                <a:gd name="T67" fmla="*/ 55 h 94"/>
                <a:gd name="T68" fmla="*/ 4 w 7"/>
                <a:gd name="T69" fmla="*/ 70 h 94"/>
                <a:gd name="T70" fmla="*/ 4 w 7"/>
                <a:gd name="T71" fmla="*/ 68 h 94"/>
                <a:gd name="T72" fmla="*/ 5 w 7"/>
                <a:gd name="T73" fmla="*/ 65 h 94"/>
                <a:gd name="T74" fmla="*/ 5 w 7"/>
                <a:gd name="T75" fmla="*/ 67 h 94"/>
                <a:gd name="T76" fmla="*/ 5 w 7"/>
                <a:gd name="T77" fmla="*/ 60 h 94"/>
                <a:gd name="T78" fmla="*/ 5 w 7"/>
                <a:gd name="T79" fmla="*/ 56 h 94"/>
                <a:gd name="T80" fmla="*/ 5 w 7"/>
                <a:gd name="T81" fmla="*/ 67 h 94"/>
                <a:gd name="T82" fmla="*/ 5 w 7"/>
                <a:gd name="T83" fmla="*/ 72 h 94"/>
                <a:gd name="T84" fmla="*/ 6 w 7"/>
                <a:gd name="T85" fmla="*/ 65 h 94"/>
                <a:gd name="T86" fmla="*/ 6 w 7"/>
                <a:gd name="T87" fmla="*/ 64 h 94"/>
                <a:gd name="T88" fmla="*/ 6 w 7"/>
                <a:gd name="T89" fmla="*/ 70 h 94"/>
                <a:gd name="T90" fmla="*/ 6 w 7"/>
                <a:gd name="T91" fmla="*/ 73 h 94"/>
                <a:gd name="T92" fmla="*/ 6 w 7"/>
                <a:gd name="T93" fmla="*/ 78 h 94"/>
                <a:gd name="T94" fmla="*/ 6 w 7"/>
                <a:gd name="T95" fmla="*/ 88 h 94"/>
                <a:gd name="T96" fmla="*/ 6 w 7"/>
                <a:gd name="T97" fmla="*/ 94 h 94"/>
                <a:gd name="T98" fmla="*/ 6 w 7"/>
                <a:gd name="T99" fmla="*/ 91 h 94"/>
                <a:gd name="T100" fmla="*/ 6 w 7"/>
                <a:gd name="T101" fmla="*/ 88 h 94"/>
                <a:gd name="T102" fmla="*/ 7 w 7"/>
                <a:gd name="T103" fmla="*/ 9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4">
                  <a:moveTo>
                    <a:pt x="0" y="0"/>
                  </a:moveTo>
                  <a:lnTo>
                    <a:pt x="0" y="9"/>
                  </a:lnTo>
                  <a:lnTo>
                    <a:pt x="0" y="15"/>
                  </a:lnTo>
                  <a:lnTo>
                    <a:pt x="1" y="15"/>
                  </a:lnTo>
                  <a:lnTo>
                    <a:pt x="1" y="11"/>
                  </a:lnTo>
                  <a:lnTo>
                    <a:pt x="1" y="15"/>
                  </a:lnTo>
                  <a:lnTo>
                    <a:pt x="1" y="26"/>
                  </a:lnTo>
                  <a:lnTo>
                    <a:pt x="1" y="31"/>
                  </a:lnTo>
                  <a:lnTo>
                    <a:pt x="1" y="26"/>
                  </a:lnTo>
                  <a:lnTo>
                    <a:pt x="1" y="19"/>
                  </a:lnTo>
                  <a:lnTo>
                    <a:pt x="1" y="19"/>
                  </a:lnTo>
                  <a:lnTo>
                    <a:pt x="1" y="28"/>
                  </a:lnTo>
                  <a:lnTo>
                    <a:pt x="2" y="31"/>
                  </a:lnTo>
                  <a:lnTo>
                    <a:pt x="2" y="21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2" y="13"/>
                  </a:lnTo>
                  <a:lnTo>
                    <a:pt x="2" y="9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0"/>
                  </a:lnTo>
                  <a:lnTo>
                    <a:pt x="3" y="13"/>
                  </a:lnTo>
                  <a:lnTo>
                    <a:pt x="3" y="23"/>
                  </a:lnTo>
                  <a:lnTo>
                    <a:pt x="3" y="30"/>
                  </a:lnTo>
                  <a:lnTo>
                    <a:pt x="3" y="40"/>
                  </a:lnTo>
                  <a:lnTo>
                    <a:pt x="3" y="50"/>
                  </a:lnTo>
                  <a:lnTo>
                    <a:pt x="3" y="52"/>
                  </a:lnTo>
                  <a:lnTo>
                    <a:pt x="4" y="48"/>
                  </a:lnTo>
                  <a:lnTo>
                    <a:pt x="4" y="48"/>
                  </a:lnTo>
                  <a:lnTo>
                    <a:pt x="4" y="60"/>
                  </a:lnTo>
                  <a:lnTo>
                    <a:pt x="4" y="73"/>
                  </a:lnTo>
                  <a:lnTo>
                    <a:pt x="4" y="63"/>
                  </a:lnTo>
                  <a:lnTo>
                    <a:pt x="4" y="48"/>
                  </a:lnTo>
                  <a:lnTo>
                    <a:pt x="4" y="55"/>
                  </a:lnTo>
                  <a:lnTo>
                    <a:pt x="4" y="70"/>
                  </a:lnTo>
                  <a:lnTo>
                    <a:pt x="4" y="68"/>
                  </a:lnTo>
                  <a:lnTo>
                    <a:pt x="5" y="65"/>
                  </a:lnTo>
                  <a:lnTo>
                    <a:pt x="5" y="67"/>
                  </a:lnTo>
                  <a:lnTo>
                    <a:pt x="5" y="60"/>
                  </a:lnTo>
                  <a:lnTo>
                    <a:pt x="5" y="56"/>
                  </a:lnTo>
                  <a:lnTo>
                    <a:pt x="5" y="67"/>
                  </a:lnTo>
                  <a:lnTo>
                    <a:pt x="5" y="72"/>
                  </a:lnTo>
                  <a:lnTo>
                    <a:pt x="6" y="65"/>
                  </a:lnTo>
                  <a:lnTo>
                    <a:pt x="6" y="64"/>
                  </a:lnTo>
                  <a:lnTo>
                    <a:pt x="6" y="70"/>
                  </a:lnTo>
                  <a:lnTo>
                    <a:pt x="6" y="73"/>
                  </a:lnTo>
                  <a:lnTo>
                    <a:pt x="6" y="78"/>
                  </a:lnTo>
                  <a:lnTo>
                    <a:pt x="6" y="88"/>
                  </a:lnTo>
                  <a:lnTo>
                    <a:pt x="6" y="94"/>
                  </a:lnTo>
                  <a:lnTo>
                    <a:pt x="6" y="91"/>
                  </a:lnTo>
                  <a:lnTo>
                    <a:pt x="6" y="88"/>
                  </a:lnTo>
                  <a:lnTo>
                    <a:pt x="7" y="9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07" name="Freeform 1013"/>
            <p:cNvSpPr/>
            <p:nvPr/>
          </p:nvSpPr>
          <p:spPr bwMode="auto">
            <a:xfrm>
              <a:off x="3698875" y="4646613"/>
              <a:ext cx="11113" cy="234950"/>
            </a:xfrm>
            <a:custGeom>
              <a:avLst/>
              <a:gdLst>
                <a:gd name="T0" fmla="*/ 0 w 7"/>
                <a:gd name="T1" fmla="*/ 126 h 148"/>
                <a:gd name="T2" fmla="*/ 1 w 7"/>
                <a:gd name="T3" fmla="*/ 129 h 148"/>
                <a:gd name="T4" fmla="*/ 1 w 7"/>
                <a:gd name="T5" fmla="*/ 134 h 148"/>
                <a:gd name="T6" fmla="*/ 1 w 7"/>
                <a:gd name="T7" fmla="*/ 131 h 148"/>
                <a:gd name="T8" fmla="*/ 1 w 7"/>
                <a:gd name="T9" fmla="*/ 126 h 148"/>
                <a:gd name="T10" fmla="*/ 1 w 7"/>
                <a:gd name="T11" fmla="*/ 133 h 148"/>
                <a:gd name="T12" fmla="*/ 1 w 7"/>
                <a:gd name="T13" fmla="*/ 148 h 148"/>
                <a:gd name="T14" fmla="*/ 2 w 7"/>
                <a:gd name="T15" fmla="*/ 148 h 148"/>
                <a:gd name="T16" fmla="*/ 2 w 7"/>
                <a:gd name="T17" fmla="*/ 134 h 148"/>
                <a:gd name="T18" fmla="*/ 2 w 7"/>
                <a:gd name="T19" fmla="*/ 126 h 148"/>
                <a:gd name="T20" fmla="*/ 2 w 7"/>
                <a:gd name="T21" fmla="*/ 134 h 148"/>
                <a:gd name="T22" fmla="*/ 2 w 7"/>
                <a:gd name="T23" fmla="*/ 147 h 148"/>
                <a:gd name="T24" fmla="*/ 2 w 7"/>
                <a:gd name="T25" fmla="*/ 148 h 148"/>
                <a:gd name="T26" fmla="*/ 2 w 7"/>
                <a:gd name="T27" fmla="*/ 130 h 148"/>
                <a:gd name="T28" fmla="*/ 2 w 7"/>
                <a:gd name="T29" fmla="*/ 105 h 148"/>
                <a:gd name="T30" fmla="*/ 2 w 7"/>
                <a:gd name="T31" fmla="*/ 97 h 148"/>
                <a:gd name="T32" fmla="*/ 2 w 7"/>
                <a:gd name="T33" fmla="*/ 105 h 148"/>
                <a:gd name="T34" fmla="*/ 3 w 7"/>
                <a:gd name="T35" fmla="*/ 108 h 148"/>
                <a:gd name="T36" fmla="*/ 3 w 7"/>
                <a:gd name="T37" fmla="*/ 97 h 148"/>
                <a:gd name="T38" fmla="*/ 3 w 7"/>
                <a:gd name="T39" fmla="*/ 82 h 148"/>
                <a:gd name="T40" fmla="*/ 3 w 7"/>
                <a:gd name="T41" fmla="*/ 76 h 148"/>
                <a:gd name="T42" fmla="*/ 3 w 7"/>
                <a:gd name="T43" fmla="*/ 79 h 148"/>
                <a:gd name="T44" fmla="*/ 3 w 7"/>
                <a:gd name="T45" fmla="*/ 81 h 148"/>
                <a:gd name="T46" fmla="*/ 3 w 7"/>
                <a:gd name="T47" fmla="*/ 78 h 148"/>
                <a:gd name="T48" fmla="*/ 3 w 7"/>
                <a:gd name="T49" fmla="*/ 79 h 148"/>
                <a:gd name="T50" fmla="*/ 3 w 7"/>
                <a:gd name="T51" fmla="*/ 83 h 148"/>
                <a:gd name="T52" fmla="*/ 4 w 7"/>
                <a:gd name="T53" fmla="*/ 81 h 148"/>
                <a:gd name="T54" fmla="*/ 4 w 7"/>
                <a:gd name="T55" fmla="*/ 77 h 148"/>
                <a:gd name="T56" fmla="*/ 4 w 7"/>
                <a:gd name="T57" fmla="*/ 78 h 148"/>
                <a:gd name="T58" fmla="*/ 4 w 7"/>
                <a:gd name="T59" fmla="*/ 80 h 148"/>
                <a:gd name="T60" fmla="*/ 4 w 7"/>
                <a:gd name="T61" fmla="*/ 84 h 148"/>
                <a:gd name="T62" fmla="*/ 4 w 7"/>
                <a:gd name="T63" fmla="*/ 91 h 148"/>
                <a:gd name="T64" fmla="*/ 5 w 7"/>
                <a:gd name="T65" fmla="*/ 90 h 148"/>
                <a:gd name="T66" fmla="*/ 5 w 7"/>
                <a:gd name="T67" fmla="*/ 81 h 148"/>
                <a:gd name="T68" fmla="*/ 5 w 7"/>
                <a:gd name="T69" fmla="*/ 73 h 148"/>
                <a:gd name="T70" fmla="*/ 5 w 7"/>
                <a:gd name="T71" fmla="*/ 70 h 148"/>
                <a:gd name="T72" fmla="*/ 5 w 7"/>
                <a:gd name="T73" fmla="*/ 64 h 148"/>
                <a:gd name="T74" fmla="*/ 5 w 7"/>
                <a:gd name="T75" fmla="*/ 53 h 148"/>
                <a:gd name="T76" fmla="*/ 5 w 7"/>
                <a:gd name="T77" fmla="*/ 42 h 148"/>
                <a:gd name="T78" fmla="*/ 5 w 7"/>
                <a:gd name="T79" fmla="*/ 31 h 148"/>
                <a:gd name="T80" fmla="*/ 5 w 7"/>
                <a:gd name="T81" fmla="*/ 19 h 148"/>
                <a:gd name="T82" fmla="*/ 6 w 7"/>
                <a:gd name="T83" fmla="*/ 10 h 148"/>
                <a:gd name="T84" fmla="*/ 6 w 7"/>
                <a:gd name="T85" fmla="*/ 7 h 148"/>
                <a:gd name="T86" fmla="*/ 6 w 7"/>
                <a:gd name="T87" fmla="*/ 6 h 148"/>
                <a:gd name="T88" fmla="*/ 6 w 7"/>
                <a:gd name="T89" fmla="*/ 2 h 148"/>
                <a:gd name="T90" fmla="*/ 6 w 7"/>
                <a:gd name="T91" fmla="*/ 0 h 148"/>
                <a:gd name="T92" fmla="*/ 6 w 7"/>
                <a:gd name="T93" fmla="*/ 4 h 148"/>
                <a:gd name="T94" fmla="*/ 7 w 7"/>
                <a:gd name="T95" fmla="*/ 9 h 148"/>
                <a:gd name="T96" fmla="*/ 7 w 7"/>
                <a:gd name="T97" fmla="*/ 10 h 148"/>
                <a:gd name="T98" fmla="*/ 7 w 7"/>
                <a:gd name="T99" fmla="*/ 10 h 148"/>
                <a:gd name="T100" fmla="*/ 7 w 7"/>
                <a:gd name="T101" fmla="*/ 9 h 148"/>
                <a:gd name="T102" fmla="*/ 7 w 7"/>
                <a:gd name="T103" fmla="*/ 7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48">
                  <a:moveTo>
                    <a:pt x="0" y="126"/>
                  </a:moveTo>
                  <a:lnTo>
                    <a:pt x="1" y="129"/>
                  </a:lnTo>
                  <a:lnTo>
                    <a:pt x="1" y="134"/>
                  </a:lnTo>
                  <a:lnTo>
                    <a:pt x="1" y="131"/>
                  </a:lnTo>
                  <a:lnTo>
                    <a:pt x="1" y="126"/>
                  </a:lnTo>
                  <a:lnTo>
                    <a:pt x="1" y="133"/>
                  </a:lnTo>
                  <a:lnTo>
                    <a:pt x="1" y="148"/>
                  </a:lnTo>
                  <a:lnTo>
                    <a:pt x="2" y="148"/>
                  </a:lnTo>
                  <a:lnTo>
                    <a:pt x="2" y="134"/>
                  </a:lnTo>
                  <a:lnTo>
                    <a:pt x="2" y="126"/>
                  </a:lnTo>
                  <a:lnTo>
                    <a:pt x="2" y="134"/>
                  </a:lnTo>
                  <a:lnTo>
                    <a:pt x="2" y="147"/>
                  </a:lnTo>
                  <a:lnTo>
                    <a:pt x="2" y="148"/>
                  </a:lnTo>
                  <a:lnTo>
                    <a:pt x="2" y="130"/>
                  </a:lnTo>
                  <a:lnTo>
                    <a:pt x="2" y="105"/>
                  </a:lnTo>
                  <a:lnTo>
                    <a:pt x="2" y="97"/>
                  </a:lnTo>
                  <a:lnTo>
                    <a:pt x="2" y="105"/>
                  </a:lnTo>
                  <a:lnTo>
                    <a:pt x="3" y="108"/>
                  </a:lnTo>
                  <a:lnTo>
                    <a:pt x="3" y="97"/>
                  </a:lnTo>
                  <a:lnTo>
                    <a:pt x="3" y="82"/>
                  </a:lnTo>
                  <a:lnTo>
                    <a:pt x="3" y="76"/>
                  </a:lnTo>
                  <a:lnTo>
                    <a:pt x="3" y="79"/>
                  </a:lnTo>
                  <a:lnTo>
                    <a:pt x="3" y="81"/>
                  </a:lnTo>
                  <a:lnTo>
                    <a:pt x="3" y="78"/>
                  </a:lnTo>
                  <a:lnTo>
                    <a:pt x="3" y="79"/>
                  </a:lnTo>
                  <a:lnTo>
                    <a:pt x="3" y="83"/>
                  </a:lnTo>
                  <a:lnTo>
                    <a:pt x="4" y="81"/>
                  </a:lnTo>
                  <a:lnTo>
                    <a:pt x="4" y="77"/>
                  </a:lnTo>
                  <a:lnTo>
                    <a:pt x="4" y="78"/>
                  </a:lnTo>
                  <a:lnTo>
                    <a:pt x="4" y="80"/>
                  </a:lnTo>
                  <a:lnTo>
                    <a:pt x="4" y="84"/>
                  </a:lnTo>
                  <a:lnTo>
                    <a:pt x="4" y="91"/>
                  </a:lnTo>
                  <a:lnTo>
                    <a:pt x="5" y="90"/>
                  </a:lnTo>
                  <a:lnTo>
                    <a:pt x="5" y="81"/>
                  </a:lnTo>
                  <a:lnTo>
                    <a:pt x="5" y="73"/>
                  </a:lnTo>
                  <a:lnTo>
                    <a:pt x="5" y="70"/>
                  </a:lnTo>
                  <a:lnTo>
                    <a:pt x="5" y="64"/>
                  </a:lnTo>
                  <a:lnTo>
                    <a:pt x="5" y="53"/>
                  </a:lnTo>
                  <a:lnTo>
                    <a:pt x="5" y="42"/>
                  </a:lnTo>
                  <a:lnTo>
                    <a:pt x="5" y="31"/>
                  </a:lnTo>
                  <a:lnTo>
                    <a:pt x="5" y="19"/>
                  </a:lnTo>
                  <a:lnTo>
                    <a:pt x="6" y="10"/>
                  </a:lnTo>
                  <a:lnTo>
                    <a:pt x="6" y="7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4"/>
                  </a:lnTo>
                  <a:lnTo>
                    <a:pt x="7" y="9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7" y="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08" name="Freeform 1014"/>
            <p:cNvSpPr/>
            <p:nvPr/>
          </p:nvSpPr>
          <p:spPr bwMode="auto">
            <a:xfrm>
              <a:off x="3709988" y="4613276"/>
              <a:ext cx="9525" cy="69850"/>
            </a:xfrm>
            <a:custGeom>
              <a:avLst/>
              <a:gdLst>
                <a:gd name="T0" fmla="*/ 0 w 6"/>
                <a:gd name="T1" fmla="*/ 30 h 44"/>
                <a:gd name="T2" fmla="*/ 0 w 6"/>
                <a:gd name="T3" fmla="*/ 28 h 44"/>
                <a:gd name="T4" fmla="*/ 0 w 6"/>
                <a:gd name="T5" fmla="*/ 31 h 44"/>
                <a:gd name="T6" fmla="*/ 0 w 6"/>
                <a:gd name="T7" fmla="*/ 41 h 44"/>
                <a:gd name="T8" fmla="*/ 0 w 6"/>
                <a:gd name="T9" fmla="*/ 42 h 44"/>
                <a:gd name="T10" fmla="*/ 0 w 6"/>
                <a:gd name="T11" fmla="*/ 31 h 44"/>
                <a:gd name="T12" fmla="*/ 1 w 6"/>
                <a:gd name="T13" fmla="*/ 25 h 44"/>
                <a:gd name="T14" fmla="*/ 1 w 6"/>
                <a:gd name="T15" fmla="*/ 32 h 44"/>
                <a:gd name="T16" fmla="*/ 1 w 6"/>
                <a:gd name="T17" fmla="*/ 38 h 44"/>
                <a:gd name="T18" fmla="*/ 1 w 6"/>
                <a:gd name="T19" fmla="*/ 37 h 44"/>
                <a:gd name="T20" fmla="*/ 1 w 6"/>
                <a:gd name="T21" fmla="*/ 34 h 44"/>
                <a:gd name="T22" fmla="*/ 1 w 6"/>
                <a:gd name="T23" fmla="*/ 23 h 44"/>
                <a:gd name="T24" fmla="*/ 1 w 6"/>
                <a:gd name="T25" fmla="*/ 10 h 44"/>
                <a:gd name="T26" fmla="*/ 1 w 6"/>
                <a:gd name="T27" fmla="*/ 9 h 44"/>
                <a:gd name="T28" fmla="*/ 1 w 6"/>
                <a:gd name="T29" fmla="*/ 15 h 44"/>
                <a:gd name="T30" fmla="*/ 2 w 6"/>
                <a:gd name="T31" fmla="*/ 12 h 44"/>
                <a:gd name="T32" fmla="*/ 2 w 6"/>
                <a:gd name="T33" fmla="*/ 7 h 44"/>
                <a:gd name="T34" fmla="*/ 2 w 6"/>
                <a:gd name="T35" fmla="*/ 9 h 44"/>
                <a:gd name="T36" fmla="*/ 2 w 6"/>
                <a:gd name="T37" fmla="*/ 9 h 44"/>
                <a:gd name="T38" fmla="*/ 2 w 6"/>
                <a:gd name="T39" fmla="*/ 2 h 44"/>
                <a:gd name="T40" fmla="*/ 2 w 6"/>
                <a:gd name="T41" fmla="*/ 0 h 44"/>
                <a:gd name="T42" fmla="*/ 3 w 6"/>
                <a:gd name="T43" fmla="*/ 9 h 44"/>
                <a:gd name="T44" fmla="*/ 3 w 6"/>
                <a:gd name="T45" fmla="*/ 15 h 44"/>
                <a:gd name="T46" fmla="*/ 3 w 6"/>
                <a:gd name="T47" fmla="*/ 11 h 44"/>
                <a:gd name="T48" fmla="*/ 3 w 6"/>
                <a:gd name="T49" fmla="*/ 6 h 44"/>
                <a:gd name="T50" fmla="*/ 3 w 6"/>
                <a:gd name="T51" fmla="*/ 7 h 44"/>
                <a:gd name="T52" fmla="*/ 3 w 6"/>
                <a:gd name="T53" fmla="*/ 11 h 44"/>
                <a:gd name="T54" fmla="*/ 3 w 6"/>
                <a:gd name="T55" fmla="*/ 19 h 44"/>
                <a:gd name="T56" fmla="*/ 3 w 6"/>
                <a:gd name="T57" fmla="*/ 28 h 44"/>
                <a:gd name="T58" fmla="*/ 3 w 6"/>
                <a:gd name="T59" fmla="*/ 31 h 44"/>
                <a:gd name="T60" fmla="*/ 3 w 6"/>
                <a:gd name="T61" fmla="*/ 30 h 44"/>
                <a:gd name="T62" fmla="*/ 4 w 6"/>
                <a:gd name="T63" fmla="*/ 34 h 44"/>
                <a:gd name="T64" fmla="*/ 4 w 6"/>
                <a:gd name="T65" fmla="*/ 41 h 44"/>
                <a:gd name="T66" fmla="*/ 4 w 6"/>
                <a:gd name="T67" fmla="*/ 41 h 44"/>
                <a:gd name="T68" fmla="*/ 4 w 6"/>
                <a:gd name="T69" fmla="*/ 36 h 44"/>
                <a:gd name="T70" fmla="*/ 4 w 6"/>
                <a:gd name="T71" fmla="*/ 37 h 44"/>
                <a:gd name="T72" fmla="*/ 4 w 6"/>
                <a:gd name="T73" fmla="*/ 43 h 44"/>
                <a:gd name="T74" fmla="*/ 5 w 6"/>
                <a:gd name="T75" fmla="*/ 44 h 44"/>
                <a:gd name="T76" fmla="*/ 5 w 6"/>
                <a:gd name="T77" fmla="*/ 38 h 44"/>
                <a:gd name="T78" fmla="*/ 5 w 6"/>
                <a:gd name="T79" fmla="*/ 33 h 44"/>
                <a:gd name="T80" fmla="*/ 5 w 6"/>
                <a:gd name="T81" fmla="*/ 31 h 44"/>
                <a:gd name="T82" fmla="*/ 5 w 6"/>
                <a:gd name="T83" fmla="*/ 33 h 44"/>
                <a:gd name="T84" fmla="*/ 5 w 6"/>
                <a:gd name="T85" fmla="*/ 40 h 44"/>
                <a:gd name="T86" fmla="*/ 5 w 6"/>
                <a:gd name="T87" fmla="*/ 43 h 44"/>
                <a:gd name="T88" fmla="*/ 5 w 6"/>
                <a:gd name="T89" fmla="*/ 35 h 44"/>
                <a:gd name="T90" fmla="*/ 5 w 6"/>
                <a:gd name="T91" fmla="*/ 28 h 44"/>
                <a:gd name="T92" fmla="*/ 6 w 6"/>
                <a:gd name="T93" fmla="*/ 28 h 44"/>
                <a:gd name="T94" fmla="*/ 6 w 6"/>
                <a:gd name="T95" fmla="*/ 28 h 44"/>
                <a:gd name="T96" fmla="*/ 6 w 6"/>
                <a:gd name="T97" fmla="*/ 30 h 44"/>
                <a:gd name="T98" fmla="*/ 6 w 6"/>
                <a:gd name="T99" fmla="*/ 35 h 44"/>
                <a:gd name="T100" fmla="*/ 6 w 6"/>
                <a:gd name="T101" fmla="*/ 35 h 44"/>
                <a:gd name="T102" fmla="*/ 6 w 6"/>
                <a:gd name="T103" fmla="*/ 3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4">
                  <a:moveTo>
                    <a:pt x="0" y="30"/>
                  </a:moveTo>
                  <a:lnTo>
                    <a:pt x="0" y="28"/>
                  </a:lnTo>
                  <a:lnTo>
                    <a:pt x="0" y="31"/>
                  </a:lnTo>
                  <a:lnTo>
                    <a:pt x="0" y="41"/>
                  </a:lnTo>
                  <a:lnTo>
                    <a:pt x="0" y="42"/>
                  </a:lnTo>
                  <a:lnTo>
                    <a:pt x="0" y="31"/>
                  </a:lnTo>
                  <a:lnTo>
                    <a:pt x="1" y="25"/>
                  </a:lnTo>
                  <a:lnTo>
                    <a:pt x="1" y="32"/>
                  </a:lnTo>
                  <a:lnTo>
                    <a:pt x="1" y="38"/>
                  </a:lnTo>
                  <a:lnTo>
                    <a:pt x="1" y="37"/>
                  </a:lnTo>
                  <a:lnTo>
                    <a:pt x="1" y="34"/>
                  </a:lnTo>
                  <a:lnTo>
                    <a:pt x="1" y="23"/>
                  </a:lnTo>
                  <a:lnTo>
                    <a:pt x="1" y="10"/>
                  </a:lnTo>
                  <a:lnTo>
                    <a:pt x="1" y="9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2"/>
                  </a:lnTo>
                  <a:lnTo>
                    <a:pt x="2" y="0"/>
                  </a:lnTo>
                  <a:lnTo>
                    <a:pt x="3" y="9"/>
                  </a:lnTo>
                  <a:lnTo>
                    <a:pt x="3" y="15"/>
                  </a:lnTo>
                  <a:lnTo>
                    <a:pt x="3" y="11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11"/>
                  </a:lnTo>
                  <a:lnTo>
                    <a:pt x="3" y="19"/>
                  </a:lnTo>
                  <a:lnTo>
                    <a:pt x="3" y="28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4" y="34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36"/>
                  </a:lnTo>
                  <a:lnTo>
                    <a:pt x="4" y="37"/>
                  </a:lnTo>
                  <a:lnTo>
                    <a:pt x="4" y="43"/>
                  </a:lnTo>
                  <a:lnTo>
                    <a:pt x="5" y="44"/>
                  </a:lnTo>
                  <a:lnTo>
                    <a:pt x="5" y="38"/>
                  </a:lnTo>
                  <a:lnTo>
                    <a:pt x="5" y="33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5" y="40"/>
                  </a:lnTo>
                  <a:lnTo>
                    <a:pt x="5" y="43"/>
                  </a:lnTo>
                  <a:lnTo>
                    <a:pt x="5" y="35"/>
                  </a:lnTo>
                  <a:lnTo>
                    <a:pt x="5" y="28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6" y="30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6" y="3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09" name="Freeform 1015"/>
            <p:cNvSpPr/>
            <p:nvPr/>
          </p:nvSpPr>
          <p:spPr bwMode="auto">
            <a:xfrm>
              <a:off x="3719513" y="4637088"/>
              <a:ext cx="11113" cy="88900"/>
            </a:xfrm>
            <a:custGeom>
              <a:avLst/>
              <a:gdLst>
                <a:gd name="T0" fmla="*/ 0 w 7"/>
                <a:gd name="T1" fmla="*/ 20 h 56"/>
                <a:gd name="T2" fmla="*/ 0 w 7"/>
                <a:gd name="T3" fmla="*/ 19 h 56"/>
                <a:gd name="T4" fmla="*/ 1 w 7"/>
                <a:gd name="T5" fmla="*/ 24 h 56"/>
                <a:gd name="T6" fmla="*/ 1 w 7"/>
                <a:gd name="T7" fmla="*/ 35 h 56"/>
                <a:gd name="T8" fmla="*/ 1 w 7"/>
                <a:gd name="T9" fmla="*/ 42 h 56"/>
                <a:gd name="T10" fmla="*/ 1 w 7"/>
                <a:gd name="T11" fmla="*/ 45 h 56"/>
                <a:gd name="T12" fmla="*/ 1 w 7"/>
                <a:gd name="T13" fmla="*/ 49 h 56"/>
                <a:gd name="T14" fmla="*/ 1 w 7"/>
                <a:gd name="T15" fmla="*/ 53 h 56"/>
                <a:gd name="T16" fmla="*/ 1 w 7"/>
                <a:gd name="T17" fmla="*/ 55 h 56"/>
                <a:gd name="T18" fmla="*/ 1 w 7"/>
                <a:gd name="T19" fmla="*/ 56 h 56"/>
                <a:gd name="T20" fmla="*/ 1 w 7"/>
                <a:gd name="T21" fmla="*/ 55 h 56"/>
                <a:gd name="T22" fmla="*/ 2 w 7"/>
                <a:gd name="T23" fmla="*/ 49 h 56"/>
                <a:gd name="T24" fmla="*/ 2 w 7"/>
                <a:gd name="T25" fmla="*/ 43 h 56"/>
                <a:gd name="T26" fmla="*/ 2 w 7"/>
                <a:gd name="T27" fmla="*/ 41 h 56"/>
                <a:gd name="T28" fmla="*/ 2 w 7"/>
                <a:gd name="T29" fmla="*/ 41 h 56"/>
                <a:gd name="T30" fmla="*/ 2 w 7"/>
                <a:gd name="T31" fmla="*/ 35 h 56"/>
                <a:gd name="T32" fmla="*/ 2 w 7"/>
                <a:gd name="T33" fmla="*/ 27 h 56"/>
                <a:gd name="T34" fmla="*/ 2 w 7"/>
                <a:gd name="T35" fmla="*/ 25 h 56"/>
                <a:gd name="T36" fmla="*/ 2 w 7"/>
                <a:gd name="T37" fmla="*/ 28 h 56"/>
                <a:gd name="T38" fmla="*/ 2 w 7"/>
                <a:gd name="T39" fmla="*/ 31 h 56"/>
                <a:gd name="T40" fmla="*/ 3 w 7"/>
                <a:gd name="T41" fmla="*/ 27 h 56"/>
                <a:gd name="T42" fmla="*/ 3 w 7"/>
                <a:gd name="T43" fmla="*/ 20 h 56"/>
                <a:gd name="T44" fmla="*/ 3 w 7"/>
                <a:gd name="T45" fmla="*/ 21 h 56"/>
                <a:gd name="T46" fmla="*/ 3 w 7"/>
                <a:gd name="T47" fmla="*/ 29 h 56"/>
                <a:gd name="T48" fmla="*/ 3 w 7"/>
                <a:gd name="T49" fmla="*/ 33 h 56"/>
                <a:gd name="T50" fmla="*/ 3 w 7"/>
                <a:gd name="T51" fmla="*/ 35 h 56"/>
                <a:gd name="T52" fmla="*/ 4 w 7"/>
                <a:gd name="T53" fmla="*/ 36 h 56"/>
                <a:gd name="T54" fmla="*/ 4 w 7"/>
                <a:gd name="T55" fmla="*/ 35 h 56"/>
                <a:gd name="T56" fmla="*/ 4 w 7"/>
                <a:gd name="T57" fmla="*/ 38 h 56"/>
                <a:gd name="T58" fmla="*/ 4 w 7"/>
                <a:gd name="T59" fmla="*/ 41 h 56"/>
                <a:gd name="T60" fmla="*/ 4 w 7"/>
                <a:gd name="T61" fmla="*/ 35 h 56"/>
                <a:gd name="T62" fmla="*/ 4 w 7"/>
                <a:gd name="T63" fmla="*/ 25 h 56"/>
                <a:gd name="T64" fmla="*/ 4 w 7"/>
                <a:gd name="T65" fmla="*/ 21 h 56"/>
                <a:gd name="T66" fmla="*/ 4 w 7"/>
                <a:gd name="T67" fmla="*/ 20 h 56"/>
                <a:gd name="T68" fmla="*/ 4 w 7"/>
                <a:gd name="T69" fmla="*/ 15 h 56"/>
                <a:gd name="T70" fmla="*/ 5 w 7"/>
                <a:gd name="T71" fmla="*/ 8 h 56"/>
                <a:gd name="T72" fmla="*/ 5 w 7"/>
                <a:gd name="T73" fmla="*/ 2 h 56"/>
                <a:gd name="T74" fmla="*/ 5 w 7"/>
                <a:gd name="T75" fmla="*/ 0 h 56"/>
                <a:gd name="T76" fmla="*/ 5 w 7"/>
                <a:gd name="T77" fmla="*/ 1 h 56"/>
                <a:gd name="T78" fmla="*/ 5 w 7"/>
                <a:gd name="T79" fmla="*/ 3 h 56"/>
                <a:gd name="T80" fmla="*/ 5 w 7"/>
                <a:gd name="T81" fmla="*/ 3 h 56"/>
                <a:gd name="T82" fmla="*/ 6 w 7"/>
                <a:gd name="T83" fmla="*/ 3 h 56"/>
                <a:gd name="T84" fmla="*/ 6 w 7"/>
                <a:gd name="T85" fmla="*/ 3 h 56"/>
                <a:gd name="T86" fmla="*/ 6 w 7"/>
                <a:gd name="T87" fmla="*/ 6 h 56"/>
                <a:gd name="T88" fmla="*/ 6 w 7"/>
                <a:gd name="T89" fmla="*/ 5 h 56"/>
                <a:gd name="T90" fmla="*/ 6 w 7"/>
                <a:gd name="T91" fmla="*/ 2 h 56"/>
                <a:gd name="T92" fmla="*/ 6 w 7"/>
                <a:gd name="T93" fmla="*/ 3 h 56"/>
                <a:gd name="T94" fmla="*/ 6 w 7"/>
                <a:gd name="T95" fmla="*/ 5 h 56"/>
                <a:gd name="T96" fmla="*/ 6 w 7"/>
                <a:gd name="T97" fmla="*/ 1 h 56"/>
                <a:gd name="T98" fmla="*/ 6 w 7"/>
                <a:gd name="T99" fmla="*/ 0 h 56"/>
                <a:gd name="T100" fmla="*/ 6 w 7"/>
                <a:gd name="T101" fmla="*/ 5 h 56"/>
                <a:gd name="T102" fmla="*/ 7 w 7"/>
                <a:gd name="T103" fmla="*/ 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6">
                  <a:moveTo>
                    <a:pt x="0" y="20"/>
                  </a:moveTo>
                  <a:lnTo>
                    <a:pt x="0" y="19"/>
                  </a:lnTo>
                  <a:lnTo>
                    <a:pt x="1" y="24"/>
                  </a:lnTo>
                  <a:lnTo>
                    <a:pt x="1" y="35"/>
                  </a:lnTo>
                  <a:lnTo>
                    <a:pt x="1" y="42"/>
                  </a:lnTo>
                  <a:lnTo>
                    <a:pt x="1" y="45"/>
                  </a:lnTo>
                  <a:lnTo>
                    <a:pt x="1" y="49"/>
                  </a:lnTo>
                  <a:lnTo>
                    <a:pt x="1" y="53"/>
                  </a:lnTo>
                  <a:lnTo>
                    <a:pt x="1" y="55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2" y="49"/>
                  </a:lnTo>
                  <a:lnTo>
                    <a:pt x="2" y="43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35"/>
                  </a:lnTo>
                  <a:lnTo>
                    <a:pt x="2" y="27"/>
                  </a:lnTo>
                  <a:lnTo>
                    <a:pt x="2" y="25"/>
                  </a:lnTo>
                  <a:lnTo>
                    <a:pt x="2" y="28"/>
                  </a:lnTo>
                  <a:lnTo>
                    <a:pt x="2" y="31"/>
                  </a:lnTo>
                  <a:lnTo>
                    <a:pt x="3" y="27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9"/>
                  </a:lnTo>
                  <a:lnTo>
                    <a:pt x="3" y="33"/>
                  </a:lnTo>
                  <a:lnTo>
                    <a:pt x="3" y="35"/>
                  </a:lnTo>
                  <a:lnTo>
                    <a:pt x="4" y="36"/>
                  </a:lnTo>
                  <a:lnTo>
                    <a:pt x="4" y="35"/>
                  </a:lnTo>
                  <a:lnTo>
                    <a:pt x="4" y="38"/>
                  </a:lnTo>
                  <a:lnTo>
                    <a:pt x="4" y="41"/>
                  </a:lnTo>
                  <a:lnTo>
                    <a:pt x="4" y="35"/>
                  </a:lnTo>
                  <a:lnTo>
                    <a:pt x="4" y="25"/>
                  </a:lnTo>
                  <a:lnTo>
                    <a:pt x="4" y="21"/>
                  </a:lnTo>
                  <a:lnTo>
                    <a:pt x="4" y="20"/>
                  </a:lnTo>
                  <a:lnTo>
                    <a:pt x="4" y="15"/>
                  </a:lnTo>
                  <a:lnTo>
                    <a:pt x="5" y="8"/>
                  </a:lnTo>
                  <a:lnTo>
                    <a:pt x="5" y="2"/>
                  </a:lnTo>
                  <a:lnTo>
                    <a:pt x="5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5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6"/>
                  </a:lnTo>
                  <a:lnTo>
                    <a:pt x="6" y="5"/>
                  </a:lnTo>
                  <a:lnTo>
                    <a:pt x="6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5"/>
                  </a:lnTo>
                  <a:lnTo>
                    <a:pt x="7" y="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10" name="Freeform 1016"/>
            <p:cNvSpPr/>
            <p:nvPr/>
          </p:nvSpPr>
          <p:spPr bwMode="auto">
            <a:xfrm>
              <a:off x="3729038" y="4645026"/>
              <a:ext cx="11113" cy="122238"/>
            </a:xfrm>
            <a:custGeom>
              <a:avLst/>
              <a:gdLst>
                <a:gd name="T0" fmla="*/ 0 w 7"/>
                <a:gd name="T1" fmla="*/ 0 h 77"/>
                <a:gd name="T2" fmla="*/ 1 w 7"/>
                <a:gd name="T3" fmla="*/ 2 h 77"/>
                <a:gd name="T4" fmla="*/ 1 w 7"/>
                <a:gd name="T5" fmla="*/ 1 h 77"/>
                <a:gd name="T6" fmla="*/ 1 w 7"/>
                <a:gd name="T7" fmla="*/ 5 h 77"/>
                <a:gd name="T8" fmla="*/ 1 w 7"/>
                <a:gd name="T9" fmla="*/ 8 h 77"/>
                <a:gd name="T10" fmla="*/ 1 w 7"/>
                <a:gd name="T11" fmla="*/ 8 h 77"/>
                <a:gd name="T12" fmla="*/ 1 w 7"/>
                <a:gd name="T13" fmla="*/ 10 h 77"/>
                <a:gd name="T14" fmla="*/ 1 w 7"/>
                <a:gd name="T15" fmla="*/ 14 h 77"/>
                <a:gd name="T16" fmla="*/ 1 w 7"/>
                <a:gd name="T17" fmla="*/ 19 h 77"/>
                <a:gd name="T18" fmla="*/ 1 w 7"/>
                <a:gd name="T19" fmla="*/ 20 h 77"/>
                <a:gd name="T20" fmla="*/ 2 w 7"/>
                <a:gd name="T21" fmla="*/ 18 h 77"/>
                <a:gd name="T22" fmla="*/ 2 w 7"/>
                <a:gd name="T23" fmla="*/ 16 h 77"/>
                <a:gd name="T24" fmla="*/ 2 w 7"/>
                <a:gd name="T25" fmla="*/ 20 h 77"/>
                <a:gd name="T26" fmla="*/ 2 w 7"/>
                <a:gd name="T27" fmla="*/ 24 h 77"/>
                <a:gd name="T28" fmla="*/ 2 w 7"/>
                <a:gd name="T29" fmla="*/ 27 h 77"/>
                <a:gd name="T30" fmla="*/ 2 w 7"/>
                <a:gd name="T31" fmla="*/ 27 h 77"/>
                <a:gd name="T32" fmla="*/ 3 w 7"/>
                <a:gd name="T33" fmla="*/ 22 h 77"/>
                <a:gd name="T34" fmla="*/ 3 w 7"/>
                <a:gd name="T35" fmla="*/ 20 h 77"/>
                <a:gd name="T36" fmla="*/ 3 w 7"/>
                <a:gd name="T37" fmla="*/ 26 h 77"/>
                <a:gd name="T38" fmla="*/ 3 w 7"/>
                <a:gd name="T39" fmla="*/ 34 h 77"/>
                <a:gd name="T40" fmla="*/ 3 w 7"/>
                <a:gd name="T41" fmla="*/ 35 h 77"/>
                <a:gd name="T42" fmla="*/ 3 w 7"/>
                <a:gd name="T43" fmla="*/ 32 h 77"/>
                <a:gd name="T44" fmla="*/ 3 w 7"/>
                <a:gd name="T45" fmla="*/ 30 h 77"/>
                <a:gd name="T46" fmla="*/ 3 w 7"/>
                <a:gd name="T47" fmla="*/ 34 h 77"/>
                <a:gd name="T48" fmla="*/ 3 w 7"/>
                <a:gd name="T49" fmla="*/ 39 h 77"/>
                <a:gd name="T50" fmla="*/ 4 w 7"/>
                <a:gd name="T51" fmla="*/ 38 h 77"/>
                <a:gd name="T52" fmla="*/ 4 w 7"/>
                <a:gd name="T53" fmla="*/ 37 h 77"/>
                <a:gd name="T54" fmla="*/ 4 w 7"/>
                <a:gd name="T55" fmla="*/ 41 h 77"/>
                <a:gd name="T56" fmla="*/ 4 w 7"/>
                <a:gd name="T57" fmla="*/ 47 h 77"/>
                <a:gd name="T58" fmla="*/ 4 w 7"/>
                <a:gd name="T59" fmla="*/ 47 h 77"/>
                <a:gd name="T60" fmla="*/ 4 w 7"/>
                <a:gd name="T61" fmla="*/ 45 h 77"/>
                <a:gd name="T62" fmla="*/ 5 w 7"/>
                <a:gd name="T63" fmla="*/ 44 h 77"/>
                <a:gd name="T64" fmla="*/ 5 w 7"/>
                <a:gd name="T65" fmla="*/ 45 h 77"/>
                <a:gd name="T66" fmla="*/ 5 w 7"/>
                <a:gd name="T67" fmla="*/ 46 h 77"/>
                <a:gd name="T68" fmla="*/ 5 w 7"/>
                <a:gd name="T69" fmla="*/ 48 h 77"/>
                <a:gd name="T70" fmla="*/ 5 w 7"/>
                <a:gd name="T71" fmla="*/ 48 h 77"/>
                <a:gd name="T72" fmla="*/ 5 w 7"/>
                <a:gd name="T73" fmla="*/ 43 h 77"/>
                <a:gd name="T74" fmla="*/ 5 w 7"/>
                <a:gd name="T75" fmla="*/ 42 h 77"/>
                <a:gd name="T76" fmla="*/ 5 w 7"/>
                <a:gd name="T77" fmla="*/ 45 h 77"/>
                <a:gd name="T78" fmla="*/ 5 w 7"/>
                <a:gd name="T79" fmla="*/ 47 h 77"/>
                <a:gd name="T80" fmla="*/ 6 w 7"/>
                <a:gd name="T81" fmla="*/ 43 h 77"/>
                <a:gd name="T82" fmla="*/ 6 w 7"/>
                <a:gd name="T83" fmla="*/ 46 h 77"/>
                <a:gd name="T84" fmla="*/ 6 w 7"/>
                <a:gd name="T85" fmla="*/ 52 h 77"/>
                <a:gd name="T86" fmla="*/ 6 w 7"/>
                <a:gd name="T87" fmla="*/ 56 h 77"/>
                <a:gd name="T88" fmla="*/ 6 w 7"/>
                <a:gd name="T89" fmla="*/ 57 h 77"/>
                <a:gd name="T90" fmla="*/ 6 w 7"/>
                <a:gd name="T91" fmla="*/ 58 h 77"/>
                <a:gd name="T92" fmla="*/ 6 w 7"/>
                <a:gd name="T93" fmla="*/ 60 h 77"/>
                <a:gd name="T94" fmla="*/ 6 w 7"/>
                <a:gd name="T95" fmla="*/ 69 h 77"/>
                <a:gd name="T96" fmla="*/ 6 w 7"/>
                <a:gd name="T97" fmla="*/ 77 h 77"/>
                <a:gd name="T98" fmla="*/ 7 w 7"/>
                <a:gd name="T99" fmla="*/ 75 h 77"/>
                <a:gd name="T100" fmla="*/ 7 w 7"/>
                <a:gd name="T101" fmla="*/ 71 h 77"/>
                <a:gd name="T102" fmla="*/ 7 w 7"/>
                <a:gd name="T103" fmla="*/ 7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7">
                  <a:moveTo>
                    <a:pt x="0" y="0"/>
                  </a:moveTo>
                  <a:lnTo>
                    <a:pt x="1" y="2"/>
                  </a:lnTo>
                  <a:lnTo>
                    <a:pt x="1" y="1"/>
                  </a:lnTo>
                  <a:lnTo>
                    <a:pt x="1" y="5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10"/>
                  </a:lnTo>
                  <a:lnTo>
                    <a:pt x="1" y="14"/>
                  </a:lnTo>
                  <a:lnTo>
                    <a:pt x="1" y="19"/>
                  </a:lnTo>
                  <a:lnTo>
                    <a:pt x="1" y="20"/>
                  </a:lnTo>
                  <a:lnTo>
                    <a:pt x="2" y="18"/>
                  </a:lnTo>
                  <a:lnTo>
                    <a:pt x="2" y="16"/>
                  </a:lnTo>
                  <a:lnTo>
                    <a:pt x="2" y="20"/>
                  </a:lnTo>
                  <a:lnTo>
                    <a:pt x="2" y="24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26"/>
                  </a:lnTo>
                  <a:lnTo>
                    <a:pt x="3" y="34"/>
                  </a:lnTo>
                  <a:lnTo>
                    <a:pt x="3" y="35"/>
                  </a:lnTo>
                  <a:lnTo>
                    <a:pt x="3" y="32"/>
                  </a:lnTo>
                  <a:lnTo>
                    <a:pt x="3" y="30"/>
                  </a:lnTo>
                  <a:lnTo>
                    <a:pt x="3" y="34"/>
                  </a:lnTo>
                  <a:lnTo>
                    <a:pt x="3" y="39"/>
                  </a:lnTo>
                  <a:lnTo>
                    <a:pt x="4" y="38"/>
                  </a:lnTo>
                  <a:lnTo>
                    <a:pt x="4" y="37"/>
                  </a:lnTo>
                  <a:lnTo>
                    <a:pt x="4" y="41"/>
                  </a:lnTo>
                  <a:lnTo>
                    <a:pt x="4" y="47"/>
                  </a:lnTo>
                  <a:lnTo>
                    <a:pt x="4" y="47"/>
                  </a:lnTo>
                  <a:lnTo>
                    <a:pt x="4" y="45"/>
                  </a:lnTo>
                  <a:lnTo>
                    <a:pt x="5" y="44"/>
                  </a:lnTo>
                  <a:lnTo>
                    <a:pt x="5" y="45"/>
                  </a:lnTo>
                  <a:lnTo>
                    <a:pt x="5" y="46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5"/>
                  </a:lnTo>
                  <a:lnTo>
                    <a:pt x="5" y="47"/>
                  </a:lnTo>
                  <a:lnTo>
                    <a:pt x="6" y="43"/>
                  </a:lnTo>
                  <a:lnTo>
                    <a:pt x="6" y="46"/>
                  </a:lnTo>
                  <a:lnTo>
                    <a:pt x="6" y="52"/>
                  </a:lnTo>
                  <a:lnTo>
                    <a:pt x="6" y="56"/>
                  </a:lnTo>
                  <a:lnTo>
                    <a:pt x="6" y="57"/>
                  </a:lnTo>
                  <a:lnTo>
                    <a:pt x="6" y="58"/>
                  </a:lnTo>
                  <a:lnTo>
                    <a:pt x="6" y="60"/>
                  </a:lnTo>
                  <a:lnTo>
                    <a:pt x="6" y="69"/>
                  </a:lnTo>
                  <a:lnTo>
                    <a:pt x="6" y="77"/>
                  </a:lnTo>
                  <a:lnTo>
                    <a:pt x="7" y="75"/>
                  </a:lnTo>
                  <a:lnTo>
                    <a:pt x="7" y="71"/>
                  </a:lnTo>
                  <a:lnTo>
                    <a:pt x="7" y="7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11" name="Freeform 1017"/>
            <p:cNvSpPr/>
            <p:nvPr/>
          </p:nvSpPr>
          <p:spPr bwMode="auto">
            <a:xfrm>
              <a:off x="3740150" y="4743451"/>
              <a:ext cx="9525" cy="76200"/>
            </a:xfrm>
            <a:custGeom>
              <a:avLst/>
              <a:gdLst>
                <a:gd name="T0" fmla="*/ 0 w 6"/>
                <a:gd name="T1" fmla="*/ 9 h 48"/>
                <a:gd name="T2" fmla="*/ 0 w 6"/>
                <a:gd name="T3" fmla="*/ 10 h 48"/>
                <a:gd name="T4" fmla="*/ 0 w 6"/>
                <a:gd name="T5" fmla="*/ 12 h 48"/>
                <a:gd name="T6" fmla="*/ 0 w 6"/>
                <a:gd name="T7" fmla="*/ 14 h 48"/>
                <a:gd name="T8" fmla="*/ 0 w 6"/>
                <a:gd name="T9" fmla="*/ 14 h 48"/>
                <a:gd name="T10" fmla="*/ 1 w 6"/>
                <a:gd name="T11" fmla="*/ 8 h 48"/>
                <a:gd name="T12" fmla="*/ 1 w 6"/>
                <a:gd name="T13" fmla="*/ 3 h 48"/>
                <a:gd name="T14" fmla="*/ 1 w 6"/>
                <a:gd name="T15" fmla="*/ 1 h 48"/>
                <a:gd name="T16" fmla="*/ 1 w 6"/>
                <a:gd name="T17" fmla="*/ 0 h 48"/>
                <a:gd name="T18" fmla="*/ 1 w 6"/>
                <a:gd name="T19" fmla="*/ 0 h 48"/>
                <a:gd name="T20" fmla="*/ 1 w 6"/>
                <a:gd name="T21" fmla="*/ 5 h 48"/>
                <a:gd name="T22" fmla="*/ 1 w 6"/>
                <a:gd name="T23" fmla="*/ 6 h 48"/>
                <a:gd name="T24" fmla="*/ 1 w 6"/>
                <a:gd name="T25" fmla="*/ 3 h 48"/>
                <a:gd name="T26" fmla="*/ 1 w 6"/>
                <a:gd name="T27" fmla="*/ 5 h 48"/>
                <a:gd name="T28" fmla="*/ 1 w 6"/>
                <a:gd name="T29" fmla="*/ 11 h 48"/>
                <a:gd name="T30" fmla="*/ 2 w 6"/>
                <a:gd name="T31" fmla="*/ 15 h 48"/>
                <a:gd name="T32" fmla="*/ 2 w 6"/>
                <a:gd name="T33" fmla="*/ 16 h 48"/>
                <a:gd name="T34" fmla="*/ 2 w 6"/>
                <a:gd name="T35" fmla="*/ 15 h 48"/>
                <a:gd name="T36" fmla="*/ 2 w 6"/>
                <a:gd name="T37" fmla="*/ 11 h 48"/>
                <a:gd name="T38" fmla="*/ 2 w 6"/>
                <a:gd name="T39" fmla="*/ 10 h 48"/>
                <a:gd name="T40" fmla="*/ 2 w 6"/>
                <a:gd name="T41" fmla="*/ 17 h 48"/>
                <a:gd name="T42" fmla="*/ 3 w 6"/>
                <a:gd name="T43" fmla="*/ 22 h 48"/>
                <a:gd name="T44" fmla="*/ 3 w 6"/>
                <a:gd name="T45" fmla="*/ 16 h 48"/>
                <a:gd name="T46" fmla="*/ 3 w 6"/>
                <a:gd name="T47" fmla="*/ 7 h 48"/>
                <a:gd name="T48" fmla="*/ 3 w 6"/>
                <a:gd name="T49" fmla="*/ 10 h 48"/>
                <a:gd name="T50" fmla="*/ 3 w 6"/>
                <a:gd name="T51" fmla="*/ 17 h 48"/>
                <a:gd name="T52" fmla="*/ 3 w 6"/>
                <a:gd name="T53" fmla="*/ 17 h 48"/>
                <a:gd name="T54" fmla="*/ 3 w 6"/>
                <a:gd name="T55" fmla="*/ 13 h 48"/>
                <a:gd name="T56" fmla="*/ 3 w 6"/>
                <a:gd name="T57" fmla="*/ 14 h 48"/>
                <a:gd name="T58" fmla="*/ 3 w 6"/>
                <a:gd name="T59" fmla="*/ 17 h 48"/>
                <a:gd name="T60" fmla="*/ 4 w 6"/>
                <a:gd name="T61" fmla="*/ 14 h 48"/>
                <a:gd name="T62" fmla="*/ 4 w 6"/>
                <a:gd name="T63" fmla="*/ 12 h 48"/>
                <a:gd name="T64" fmla="*/ 4 w 6"/>
                <a:gd name="T65" fmla="*/ 18 h 48"/>
                <a:gd name="T66" fmla="*/ 4 w 6"/>
                <a:gd name="T67" fmla="*/ 26 h 48"/>
                <a:gd name="T68" fmla="*/ 4 w 6"/>
                <a:gd name="T69" fmla="*/ 22 h 48"/>
                <a:gd name="T70" fmla="*/ 4 w 6"/>
                <a:gd name="T71" fmla="*/ 15 h 48"/>
                <a:gd name="T72" fmla="*/ 4 w 6"/>
                <a:gd name="T73" fmla="*/ 14 h 48"/>
                <a:gd name="T74" fmla="*/ 4 w 6"/>
                <a:gd name="T75" fmla="*/ 13 h 48"/>
                <a:gd name="T76" fmla="*/ 4 w 6"/>
                <a:gd name="T77" fmla="*/ 15 h 48"/>
                <a:gd name="T78" fmla="*/ 5 w 6"/>
                <a:gd name="T79" fmla="*/ 21 h 48"/>
                <a:gd name="T80" fmla="*/ 5 w 6"/>
                <a:gd name="T81" fmla="*/ 21 h 48"/>
                <a:gd name="T82" fmla="*/ 5 w 6"/>
                <a:gd name="T83" fmla="*/ 14 h 48"/>
                <a:gd name="T84" fmla="*/ 5 w 6"/>
                <a:gd name="T85" fmla="*/ 18 h 48"/>
                <a:gd name="T86" fmla="*/ 5 w 6"/>
                <a:gd name="T87" fmla="*/ 30 h 48"/>
                <a:gd name="T88" fmla="*/ 5 w 6"/>
                <a:gd name="T89" fmla="*/ 39 h 48"/>
                <a:gd name="T90" fmla="*/ 6 w 6"/>
                <a:gd name="T91" fmla="*/ 39 h 48"/>
                <a:gd name="T92" fmla="*/ 6 w 6"/>
                <a:gd name="T93" fmla="*/ 38 h 48"/>
                <a:gd name="T94" fmla="*/ 6 w 6"/>
                <a:gd name="T95" fmla="*/ 42 h 48"/>
                <a:gd name="T96" fmla="*/ 6 w 6"/>
                <a:gd name="T97" fmla="*/ 48 h 48"/>
                <a:gd name="T98" fmla="*/ 6 w 6"/>
                <a:gd name="T99" fmla="*/ 44 h 48"/>
                <a:gd name="T100" fmla="*/ 6 w 6"/>
                <a:gd name="T101" fmla="*/ 33 h 48"/>
                <a:gd name="T102" fmla="*/ 6 w 6"/>
                <a:gd name="T103" fmla="*/ 3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8">
                  <a:moveTo>
                    <a:pt x="0" y="9"/>
                  </a:move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1" y="8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11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2" y="17"/>
                  </a:lnTo>
                  <a:lnTo>
                    <a:pt x="3" y="22"/>
                  </a:lnTo>
                  <a:lnTo>
                    <a:pt x="3" y="16"/>
                  </a:lnTo>
                  <a:lnTo>
                    <a:pt x="3" y="7"/>
                  </a:lnTo>
                  <a:lnTo>
                    <a:pt x="3" y="10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7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4" y="18"/>
                  </a:lnTo>
                  <a:lnTo>
                    <a:pt x="4" y="26"/>
                  </a:lnTo>
                  <a:lnTo>
                    <a:pt x="4" y="22"/>
                  </a:lnTo>
                  <a:lnTo>
                    <a:pt x="4" y="15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14"/>
                  </a:lnTo>
                  <a:lnTo>
                    <a:pt x="5" y="18"/>
                  </a:lnTo>
                  <a:lnTo>
                    <a:pt x="5" y="30"/>
                  </a:lnTo>
                  <a:lnTo>
                    <a:pt x="5" y="39"/>
                  </a:lnTo>
                  <a:lnTo>
                    <a:pt x="6" y="39"/>
                  </a:lnTo>
                  <a:lnTo>
                    <a:pt x="6" y="38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6" y="44"/>
                  </a:lnTo>
                  <a:lnTo>
                    <a:pt x="6" y="33"/>
                  </a:lnTo>
                  <a:lnTo>
                    <a:pt x="6" y="3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12" name="Freeform 1018"/>
            <p:cNvSpPr/>
            <p:nvPr/>
          </p:nvSpPr>
          <p:spPr bwMode="auto">
            <a:xfrm>
              <a:off x="3749675" y="4705351"/>
              <a:ext cx="11113" cy="90488"/>
            </a:xfrm>
            <a:custGeom>
              <a:avLst/>
              <a:gdLst>
                <a:gd name="T0" fmla="*/ 0 w 7"/>
                <a:gd name="T1" fmla="*/ 57 h 57"/>
                <a:gd name="T2" fmla="*/ 0 w 7"/>
                <a:gd name="T3" fmla="*/ 54 h 57"/>
                <a:gd name="T4" fmla="*/ 0 w 7"/>
                <a:gd name="T5" fmla="*/ 55 h 57"/>
                <a:gd name="T6" fmla="*/ 0 w 7"/>
                <a:gd name="T7" fmla="*/ 49 h 57"/>
                <a:gd name="T8" fmla="*/ 1 w 7"/>
                <a:gd name="T9" fmla="*/ 44 h 57"/>
                <a:gd name="T10" fmla="*/ 1 w 7"/>
                <a:gd name="T11" fmla="*/ 43 h 57"/>
                <a:gd name="T12" fmla="*/ 1 w 7"/>
                <a:gd name="T13" fmla="*/ 39 h 57"/>
                <a:gd name="T14" fmla="*/ 1 w 7"/>
                <a:gd name="T15" fmla="*/ 32 h 57"/>
                <a:gd name="T16" fmla="*/ 1 w 7"/>
                <a:gd name="T17" fmla="*/ 28 h 57"/>
                <a:gd name="T18" fmla="*/ 1 w 7"/>
                <a:gd name="T19" fmla="*/ 28 h 57"/>
                <a:gd name="T20" fmla="*/ 2 w 7"/>
                <a:gd name="T21" fmla="*/ 30 h 57"/>
                <a:gd name="T22" fmla="*/ 2 w 7"/>
                <a:gd name="T23" fmla="*/ 32 h 57"/>
                <a:gd name="T24" fmla="*/ 2 w 7"/>
                <a:gd name="T25" fmla="*/ 31 h 57"/>
                <a:gd name="T26" fmla="*/ 2 w 7"/>
                <a:gd name="T27" fmla="*/ 27 h 57"/>
                <a:gd name="T28" fmla="*/ 2 w 7"/>
                <a:gd name="T29" fmla="*/ 22 h 57"/>
                <a:gd name="T30" fmla="*/ 2 w 7"/>
                <a:gd name="T31" fmla="*/ 24 h 57"/>
                <a:gd name="T32" fmla="*/ 2 w 7"/>
                <a:gd name="T33" fmla="*/ 33 h 57"/>
                <a:gd name="T34" fmla="*/ 2 w 7"/>
                <a:gd name="T35" fmla="*/ 38 h 57"/>
                <a:gd name="T36" fmla="*/ 2 w 7"/>
                <a:gd name="T37" fmla="*/ 34 h 57"/>
                <a:gd name="T38" fmla="*/ 3 w 7"/>
                <a:gd name="T39" fmla="*/ 31 h 57"/>
                <a:gd name="T40" fmla="*/ 3 w 7"/>
                <a:gd name="T41" fmla="*/ 34 h 57"/>
                <a:gd name="T42" fmla="*/ 3 w 7"/>
                <a:gd name="T43" fmla="*/ 36 h 57"/>
                <a:gd name="T44" fmla="*/ 3 w 7"/>
                <a:gd name="T45" fmla="*/ 37 h 57"/>
                <a:gd name="T46" fmla="*/ 3 w 7"/>
                <a:gd name="T47" fmla="*/ 39 h 57"/>
                <a:gd name="T48" fmla="*/ 3 w 7"/>
                <a:gd name="T49" fmla="*/ 39 h 57"/>
                <a:gd name="T50" fmla="*/ 3 w 7"/>
                <a:gd name="T51" fmla="*/ 36 h 57"/>
                <a:gd name="T52" fmla="*/ 3 w 7"/>
                <a:gd name="T53" fmla="*/ 27 h 57"/>
                <a:gd name="T54" fmla="*/ 3 w 7"/>
                <a:gd name="T55" fmla="*/ 17 h 57"/>
                <a:gd name="T56" fmla="*/ 3 w 7"/>
                <a:gd name="T57" fmla="*/ 14 h 57"/>
                <a:gd name="T58" fmla="*/ 4 w 7"/>
                <a:gd name="T59" fmla="*/ 14 h 57"/>
                <a:gd name="T60" fmla="*/ 4 w 7"/>
                <a:gd name="T61" fmla="*/ 11 h 57"/>
                <a:gd name="T62" fmla="*/ 4 w 7"/>
                <a:gd name="T63" fmla="*/ 5 h 57"/>
                <a:gd name="T64" fmla="*/ 4 w 7"/>
                <a:gd name="T65" fmla="*/ 0 h 57"/>
                <a:gd name="T66" fmla="*/ 4 w 7"/>
                <a:gd name="T67" fmla="*/ 0 h 57"/>
                <a:gd name="T68" fmla="*/ 4 w 7"/>
                <a:gd name="T69" fmla="*/ 4 h 57"/>
                <a:gd name="T70" fmla="*/ 5 w 7"/>
                <a:gd name="T71" fmla="*/ 7 h 57"/>
                <a:gd name="T72" fmla="*/ 5 w 7"/>
                <a:gd name="T73" fmla="*/ 6 h 57"/>
                <a:gd name="T74" fmla="*/ 5 w 7"/>
                <a:gd name="T75" fmla="*/ 4 h 57"/>
                <a:gd name="T76" fmla="*/ 5 w 7"/>
                <a:gd name="T77" fmla="*/ 9 h 57"/>
                <a:gd name="T78" fmla="*/ 5 w 7"/>
                <a:gd name="T79" fmla="*/ 20 h 57"/>
                <a:gd name="T80" fmla="*/ 5 w 7"/>
                <a:gd name="T81" fmla="*/ 27 h 57"/>
                <a:gd name="T82" fmla="*/ 5 w 7"/>
                <a:gd name="T83" fmla="*/ 24 h 57"/>
                <a:gd name="T84" fmla="*/ 5 w 7"/>
                <a:gd name="T85" fmla="*/ 18 h 57"/>
                <a:gd name="T86" fmla="*/ 5 w 7"/>
                <a:gd name="T87" fmla="*/ 16 h 57"/>
                <a:gd name="T88" fmla="*/ 6 w 7"/>
                <a:gd name="T89" fmla="*/ 18 h 57"/>
                <a:gd name="T90" fmla="*/ 6 w 7"/>
                <a:gd name="T91" fmla="*/ 20 h 57"/>
                <a:gd name="T92" fmla="*/ 6 w 7"/>
                <a:gd name="T93" fmla="*/ 18 h 57"/>
                <a:gd name="T94" fmla="*/ 6 w 7"/>
                <a:gd name="T95" fmla="*/ 13 h 57"/>
                <a:gd name="T96" fmla="*/ 6 w 7"/>
                <a:gd name="T97" fmla="*/ 7 h 57"/>
                <a:gd name="T98" fmla="*/ 6 w 7"/>
                <a:gd name="T99" fmla="*/ 6 h 57"/>
                <a:gd name="T100" fmla="*/ 7 w 7"/>
                <a:gd name="T101" fmla="*/ 5 h 57"/>
                <a:gd name="T102" fmla="*/ 7 w 7"/>
                <a:gd name="T103" fmla="*/ 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7">
                  <a:moveTo>
                    <a:pt x="0" y="57"/>
                  </a:moveTo>
                  <a:lnTo>
                    <a:pt x="0" y="54"/>
                  </a:lnTo>
                  <a:lnTo>
                    <a:pt x="0" y="55"/>
                  </a:lnTo>
                  <a:lnTo>
                    <a:pt x="0" y="49"/>
                  </a:lnTo>
                  <a:lnTo>
                    <a:pt x="1" y="44"/>
                  </a:lnTo>
                  <a:lnTo>
                    <a:pt x="1" y="43"/>
                  </a:lnTo>
                  <a:lnTo>
                    <a:pt x="1" y="39"/>
                  </a:lnTo>
                  <a:lnTo>
                    <a:pt x="1" y="32"/>
                  </a:lnTo>
                  <a:lnTo>
                    <a:pt x="1" y="28"/>
                  </a:lnTo>
                  <a:lnTo>
                    <a:pt x="1" y="28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27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2" y="33"/>
                  </a:lnTo>
                  <a:lnTo>
                    <a:pt x="2" y="38"/>
                  </a:lnTo>
                  <a:lnTo>
                    <a:pt x="2" y="34"/>
                  </a:lnTo>
                  <a:lnTo>
                    <a:pt x="3" y="31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3" y="39"/>
                  </a:lnTo>
                  <a:lnTo>
                    <a:pt x="3" y="39"/>
                  </a:lnTo>
                  <a:lnTo>
                    <a:pt x="3" y="36"/>
                  </a:lnTo>
                  <a:lnTo>
                    <a:pt x="3" y="27"/>
                  </a:lnTo>
                  <a:lnTo>
                    <a:pt x="3" y="17"/>
                  </a:lnTo>
                  <a:lnTo>
                    <a:pt x="3" y="14"/>
                  </a:lnTo>
                  <a:lnTo>
                    <a:pt x="4" y="14"/>
                  </a:lnTo>
                  <a:lnTo>
                    <a:pt x="4" y="11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9"/>
                  </a:lnTo>
                  <a:lnTo>
                    <a:pt x="5" y="20"/>
                  </a:lnTo>
                  <a:lnTo>
                    <a:pt x="5" y="27"/>
                  </a:lnTo>
                  <a:lnTo>
                    <a:pt x="5" y="24"/>
                  </a:lnTo>
                  <a:lnTo>
                    <a:pt x="5" y="18"/>
                  </a:lnTo>
                  <a:lnTo>
                    <a:pt x="5" y="16"/>
                  </a:lnTo>
                  <a:lnTo>
                    <a:pt x="6" y="18"/>
                  </a:lnTo>
                  <a:lnTo>
                    <a:pt x="6" y="20"/>
                  </a:lnTo>
                  <a:lnTo>
                    <a:pt x="6" y="18"/>
                  </a:lnTo>
                  <a:lnTo>
                    <a:pt x="6" y="13"/>
                  </a:lnTo>
                  <a:lnTo>
                    <a:pt x="6" y="7"/>
                  </a:lnTo>
                  <a:lnTo>
                    <a:pt x="6" y="6"/>
                  </a:lnTo>
                  <a:lnTo>
                    <a:pt x="7" y="5"/>
                  </a:lnTo>
                  <a:lnTo>
                    <a:pt x="7" y="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13" name="Freeform 1019"/>
            <p:cNvSpPr/>
            <p:nvPr/>
          </p:nvSpPr>
          <p:spPr bwMode="auto">
            <a:xfrm>
              <a:off x="3760788" y="4641851"/>
              <a:ext cx="9525" cy="82550"/>
            </a:xfrm>
            <a:custGeom>
              <a:avLst/>
              <a:gdLst>
                <a:gd name="T0" fmla="*/ 0 w 6"/>
                <a:gd name="T1" fmla="*/ 45 h 52"/>
                <a:gd name="T2" fmla="*/ 0 w 6"/>
                <a:gd name="T3" fmla="*/ 43 h 52"/>
                <a:gd name="T4" fmla="*/ 0 w 6"/>
                <a:gd name="T5" fmla="*/ 40 h 52"/>
                <a:gd name="T6" fmla="*/ 0 w 6"/>
                <a:gd name="T7" fmla="*/ 40 h 52"/>
                <a:gd name="T8" fmla="*/ 0 w 6"/>
                <a:gd name="T9" fmla="*/ 41 h 52"/>
                <a:gd name="T10" fmla="*/ 0 w 6"/>
                <a:gd name="T11" fmla="*/ 39 h 52"/>
                <a:gd name="T12" fmla="*/ 0 w 6"/>
                <a:gd name="T13" fmla="*/ 37 h 52"/>
                <a:gd name="T14" fmla="*/ 0 w 6"/>
                <a:gd name="T15" fmla="*/ 39 h 52"/>
                <a:gd name="T16" fmla="*/ 0 w 6"/>
                <a:gd name="T17" fmla="*/ 37 h 52"/>
                <a:gd name="T18" fmla="*/ 1 w 6"/>
                <a:gd name="T19" fmla="*/ 33 h 52"/>
                <a:gd name="T20" fmla="*/ 1 w 6"/>
                <a:gd name="T21" fmla="*/ 34 h 52"/>
                <a:gd name="T22" fmla="*/ 1 w 6"/>
                <a:gd name="T23" fmla="*/ 35 h 52"/>
                <a:gd name="T24" fmla="*/ 1 w 6"/>
                <a:gd name="T25" fmla="*/ 34 h 52"/>
                <a:gd name="T26" fmla="*/ 1 w 6"/>
                <a:gd name="T27" fmla="*/ 37 h 52"/>
                <a:gd name="T28" fmla="*/ 1 w 6"/>
                <a:gd name="T29" fmla="*/ 42 h 52"/>
                <a:gd name="T30" fmla="*/ 1 w 6"/>
                <a:gd name="T31" fmla="*/ 40 h 52"/>
                <a:gd name="T32" fmla="*/ 1 w 6"/>
                <a:gd name="T33" fmla="*/ 39 h 52"/>
                <a:gd name="T34" fmla="*/ 1 w 6"/>
                <a:gd name="T35" fmla="*/ 44 h 52"/>
                <a:gd name="T36" fmla="*/ 2 w 6"/>
                <a:gd name="T37" fmla="*/ 47 h 52"/>
                <a:gd name="T38" fmla="*/ 2 w 6"/>
                <a:gd name="T39" fmla="*/ 48 h 52"/>
                <a:gd name="T40" fmla="*/ 2 w 6"/>
                <a:gd name="T41" fmla="*/ 51 h 52"/>
                <a:gd name="T42" fmla="*/ 2 w 6"/>
                <a:gd name="T43" fmla="*/ 52 h 52"/>
                <a:gd name="T44" fmla="*/ 2 w 6"/>
                <a:gd name="T45" fmla="*/ 51 h 52"/>
                <a:gd name="T46" fmla="*/ 2 w 6"/>
                <a:gd name="T47" fmla="*/ 49 h 52"/>
                <a:gd name="T48" fmla="*/ 3 w 6"/>
                <a:gd name="T49" fmla="*/ 44 h 52"/>
                <a:gd name="T50" fmla="*/ 3 w 6"/>
                <a:gd name="T51" fmla="*/ 41 h 52"/>
                <a:gd name="T52" fmla="*/ 3 w 6"/>
                <a:gd name="T53" fmla="*/ 39 h 52"/>
                <a:gd name="T54" fmla="*/ 3 w 6"/>
                <a:gd name="T55" fmla="*/ 34 h 52"/>
                <a:gd name="T56" fmla="*/ 3 w 6"/>
                <a:gd name="T57" fmla="*/ 27 h 52"/>
                <a:gd name="T58" fmla="*/ 3 w 6"/>
                <a:gd name="T59" fmla="*/ 25 h 52"/>
                <a:gd name="T60" fmla="*/ 3 w 6"/>
                <a:gd name="T61" fmla="*/ 26 h 52"/>
                <a:gd name="T62" fmla="*/ 3 w 6"/>
                <a:gd name="T63" fmla="*/ 25 h 52"/>
                <a:gd name="T64" fmla="*/ 3 w 6"/>
                <a:gd name="T65" fmla="*/ 21 h 52"/>
                <a:gd name="T66" fmla="*/ 4 w 6"/>
                <a:gd name="T67" fmla="*/ 14 h 52"/>
                <a:gd name="T68" fmla="*/ 4 w 6"/>
                <a:gd name="T69" fmla="*/ 10 h 52"/>
                <a:gd name="T70" fmla="*/ 4 w 6"/>
                <a:gd name="T71" fmla="*/ 12 h 52"/>
                <a:gd name="T72" fmla="*/ 4 w 6"/>
                <a:gd name="T73" fmla="*/ 14 h 52"/>
                <a:gd name="T74" fmla="*/ 4 w 6"/>
                <a:gd name="T75" fmla="*/ 12 h 52"/>
                <a:gd name="T76" fmla="*/ 4 w 6"/>
                <a:gd name="T77" fmla="*/ 9 h 52"/>
                <a:gd name="T78" fmla="*/ 5 w 6"/>
                <a:gd name="T79" fmla="*/ 8 h 52"/>
                <a:gd name="T80" fmla="*/ 5 w 6"/>
                <a:gd name="T81" fmla="*/ 13 h 52"/>
                <a:gd name="T82" fmla="*/ 5 w 6"/>
                <a:gd name="T83" fmla="*/ 19 h 52"/>
                <a:gd name="T84" fmla="*/ 5 w 6"/>
                <a:gd name="T85" fmla="*/ 17 h 52"/>
                <a:gd name="T86" fmla="*/ 5 w 6"/>
                <a:gd name="T87" fmla="*/ 11 h 52"/>
                <a:gd name="T88" fmla="*/ 5 w 6"/>
                <a:gd name="T89" fmla="*/ 12 h 52"/>
                <a:gd name="T90" fmla="*/ 5 w 6"/>
                <a:gd name="T91" fmla="*/ 16 h 52"/>
                <a:gd name="T92" fmla="*/ 5 w 6"/>
                <a:gd name="T93" fmla="*/ 17 h 52"/>
                <a:gd name="T94" fmla="*/ 5 w 6"/>
                <a:gd name="T95" fmla="*/ 13 h 52"/>
                <a:gd name="T96" fmla="*/ 5 w 6"/>
                <a:gd name="T97" fmla="*/ 10 h 52"/>
                <a:gd name="T98" fmla="*/ 6 w 6"/>
                <a:gd name="T99" fmla="*/ 7 h 52"/>
                <a:gd name="T100" fmla="*/ 6 w 6"/>
                <a:gd name="T101" fmla="*/ 4 h 52"/>
                <a:gd name="T102" fmla="*/ 6 w 6"/>
                <a:gd name="T103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2">
                  <a:moveTo>
                    <a:pt x="0" y="45"/>
                  </a:moveTo>
                  <a:lnTo>
                    <a:pt x="0" y="43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37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5"/>
                  </a:lnTo>
                  <a:lnTo>
                    <a:pt x="1" y="34"/>
                  </a:lnTo>
                  <a:lnTo>
                    <a:pt x="1" y="37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9"/>
                  </a:lnTo>
                  <a:lnTo>
                    <a:pt x="1" y="44"/>
                  </a:lnTo>
                  <a:lnTo>
                    <a:pt x="2" y="47"/>
                  </a:lnTo>
                  <a:lnTo>
                    <a:pt x="2" y="48"/>
                  </a:lnTo>
                  <a:lnTo>
                    <a:pt x="2" y="51"/>
                  </a:lnTo>
                  <a:lnTo>
                    <a:pt x="2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3" y="44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3" y="34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6"/>
                  </a:lnTo>
                  <a:lnTo>
                    <a:pt x="3" y="25"/>
                  </a:lnTo>
                  <a:lnTo>
                    <a:pt x="3" y="21"/>
                  </a:lnTo>
                  <a:lnTo>
                    <a:pt x="4" y="14"/>
                  </a:lnTo>
                  <a:lnTo>
                    <a:pt x="4" y="10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4" y="9"/>
                  </a:lnTo>
                  <a:lnTo>
                    <a:pt x="5" y="8"/>
                  </a:lnTo>
                  <a:lnTo>
                    <a:pt x="5" y="13"/>
                  </a:lnTo>
                  <a:lnTo>
                    <a:pt x="5" y="19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13"/>
                  </a:lnTo>
                  <a:lnTo>
                    <a:pt x="5" y="10"/>
                  </a:lnTo>
                  <a:lnTo>
                    <a:pt x="6" y="7"/>
                  </a:lnTo>
                  <a:lnTo>
                    <a:pt x="6" y="4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14" name="Freeform 1020"/>
            <p:cNvSpPr/>
            <p:nvPr/>
          </p:nvSpPr>
          <p:spPr bwMode="auto">
            <a:xfrm>
              <a:off x="3770313" y="4610101"/>
              <a:ext cx="9525" cy="98425"/>
            </a:xfrm>
            <a:custGeom>
              <a:avLst/>
              <a:gdLst>
                <a:gd name="T0" fmla="*/ 0 w 6"/>
                <a:gd name="T1" fmla="*/ 24 h 62"/>
                <a:gd name="T2" fmla="*/ 0 w 6"/>
                <a:gd name="T3" fmla="*/ 20 h 62"/>
                <a:gd name="T4" fmla="*/ 0 w 6"/>
                <a:gd name="T5" fmla="*/ 18 h 62"/>
                <a:gd name="T6" fmla="*/ 0 w 6"/>
                <a:gd name="T7" fmla="*/ 16 h 62"/>
                <a:gd name="T8" fmla="*/ 0 w 6"/>
                <a:gd name="T9" fmla="*/ 13 h 62"/>
                <a:gd name="T10" fmla="*/ 0 w 6"/>
                <a:gd name="T11" fmla="*/ 10 h 62"/>
                <a:gd name="T12" fmla="*/ 0 w 6"/>
                <a:gd name="T13" fmla="*/ 5 h 62"/>
                <a:gd name="T14" fmla="*/ 0 w 6"/>
                <a:gd name="T15" fmla="*/ 0 h 62"/>
                <a:gd name="T16" fmla="*/ 1 w 6"/>
                <a:gd name="T17" fmla="*/ 0 h 62"/>
                <a:gd name="T18" fmla="*/ 1 w 6"/>
                <a:gd name="T19" fmla="*/ 5 h 62"/>
                <a:gd name="T20" fmla="*/ 1 w 6"/>
                <a:gd name="T21" fmla="*/ 5 h 62"/>
                <a:gd name="T22" fmla="*/ 1 w 6"/>
                <a:gd name="T23" fmla="*/ 2 h 62"/>
                <a:gd name="T24" fmla="*/ 1 w 6"/>
                <a:gd name="T25" fmla="*/ 4 h 62"/>
                <a:gd name="T26" fmla="*/ 1 w 6"/>
                <a:gd name="T27" fmla="*/ 9 h 62"/>
                <a:gd name="T28" fmla="*/ 2 w 6"/>
                <a:gd name="T29" fmla="*/ 14 h 62"/>
                <a:gd name="T30" fmla="*/ 2 w 6"/>
                <a:gd name="T31" fmla="*/ 18 h 62"/>
                <a:gd name="T32" fmla="*/ 2 w 6"/>
                <a:gd name="T33" fmla="*/ 23 h 62"/>
                <a:gd name="T34" fmla="*/ 2 w 6"/>
                <a:gd name="T35" fmla="*/ 27 h 62"/>
                <a:gd name="T36" fmla="*/ 2 w 6"/>
                <a:gd name="T37" fmla="*/ 32 h 62"/>
                <a:gd name="T38" fmla="*/ 2 w 6"/>
                <a:gd name="T39" fmla="*/ 34 h 62"/>
                <a:gd name="T40" fmla="*/ 2 w 6"/>
                <a:gd name="T41" fmla="*/ 34 h 62"/>
                <a:gd name="T42" fmla="*/ 2 w 6"/>
                <a:gd name="T43" fmla="*/ 34 h 62"/>
                <a:gd name="T44" fmla="*/ 2 w 6"/>
                <a:gd name="T45" fmla="*/ 33 h 62"/>
                <a:gd name="T46" fmla="*/ 3 w 6"/>
                <a:gd name="T47" fmla="*/ 33 h 62"/>
                <a:gd name="T48" fmla="*/ 3 w 6"/>
                <a:gd name="T49" fmla="*/ 31 h 62"/>
                <a:gd name="T50" fmla="*/ 3 w 6"/>
                <a:gd name="T51" fmla="*/ 28 h 62"/>
                <a:gd name="T52" fmla="*/ 3 w 6"/>
                <a:gd name="T53" fmla="*/ 27 h 62"/>
                <a:gd name="T54" fmla="*/ 3 w 6"/>
                <a:gd name="T55" fmla="*/ 26 h 62"/>
                <a:gd name="T56" fmla="*/ 3 w 6"/>
                <a:gd name="T57" fmla="*/ 22 h 62"/>
                <a:gd name="T58" fmla="*/ 4 w 6"/>
                <a:gd name="T59" fmla="*/ 18 h 62"/>
                <a:gd name="T60" fmla="*/ 4 w 6"/>
                <a:gd name="T61" fmla="*/ 17 h 62"/>
                <a:gd name="T62" fmla="*/ 4 w 6"/>
                <a:gd name="T63" fmla="*/ 21 h 62"/>
                <a:gd name="T64" fmla="*/ 4 w 6"/>
                <a:gd name="T65" fmla="*/ 23 h 62"/>
                <a:gd name="T66" fmla="*/ 4 w 6"/>
                <a:gd name="T67" fmla="*/ 21 h 62"/>
                <a:gd name="T68" fmla="*/ 4 w 6"/>
                <a:gd name="T69" fmla="*/ 24 h 62"/>
                <a:gd name="T70" fmla="*/ 4 w 6"/>
                <a:gd name="T71" fmla="*/ 31 h 62"/>
                <a:gd name="T72" fmla="*/ 4 w 6"/>
                <a:gd name="T73" fmla="*/ 32 h 62"/>
                <a:gd name="T74" fmla="*/ 4 w 6"/>
                <a:gd name="T75" fmla="*/ 28 h 62"/>
                <a:gd name="T76" fmla="*/ 5 w 6"/>
                <a:gd name="T77" fmla="*/ 30 h 62"/>
                <a:gd name="T78" fmla="*/ 5 w 6"/>
                <a:gd name="T79" fmla="*/ 32 h 62"/>
                <a:gd name="T80" fmla="*/ 5 w 6"/>
                <a:gd name="T81" fmla="*/ 34 h 62"/>
                <a:gd name="T82" fmla="*/ 5 w 6"/>
                <a:gd name="T83" fmla="*/ 40 h 62"/>
                <a:gd name="T84" fmla="*/ 5 w 6"/>
                <a:gd name="T85" fmla="*/ 41 h 62"/>
                <a:gd name="T86" fmla="*/ 5 w 6"/>
                <a:gd name="T87" fmla="*/ 34 h 62"/>
                <a:gd name="T88" fmla="*/ 5 w 6"/>
                <a:gd name="T89" fmla="*/ 34 h 62"/>
                <a:gd name="T90" fmla="*/ 5 w 6"/>
                <a:gd name="T91" fmla="*/ 42 h 62"/>
                <a:gd name="T92" fmla="*/ 5 w 6"/>
                <a:gd name="T93" fmla="*/ 46 h 62"/>
                <a:gd name="T94" fmla="*/ 6 w 6"/>
                <a:gd name="T95" fmla="*/ 47 h 62"/>
                <a:gd name="T96" fmla="*/ 6 w 6"/>
                <a:gd name="T97" fmla="*/ 49 h 62"/>
                <a:gd name="T98" fmla="*/ 6 w 6"/>
                <a:gd name="T99" fmla="*/ 55 h 62"/>
                <a:gd name="T100" fmla="*/ 6 w 6"/>
                <a:gd name="T101" fmla="*/ 60 h 62"/>
                <a:gd name="T102" fmla="*/ 6 w 6"/>
                <a:gd name="T103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2">
                  <a:moveTo>
                    <a:pt x="0" y="24"/>
                  </a:move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9"/>
                  </a:lnTo>
                  <a:lnTo>
                    <a:pt x="2" y="14"/>
                  </a:lnTo>
                  <a:lnTo>
                    <a:pt x="2" y="18"/>
                  </a:lnTo>
                  <a:lnTo>
                    <a:pt x="2" y="23"/>
                  </a:lnTo>
                  <a:lnTo>
                    <a:pt x="2" y="27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3" y="33"/>
                  </a:lnTo>
                  <a:lnTo>
                    <a:pt x="3" y="31"/>
                  </a:lnTo>
                  <a:lnTo>
                    <a:pt x="3" y="28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3" y="22"/>
                  </a:lnTo>
                  <a:lnTo>
                    <a:pt x="4" y="18"/>
                  </a:lnTo>
                  <a:lnTo>
                    <a:pt x="4" y="17"/>
                  </a:lnTo>
                  <a:lnTo>
                    <a:pt x="4" y="21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24"/>
                  </a:lnTo>
                  <a:lnTo>
                    <a:pt x="4" y="31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5" y="30"/>
                  </a:lnTo>
                  <a:lnTo>
                    <a:pt x="5" y="32"/>
                  </a:lnTo>
                  <a:lnTo>
                    <a:pt x="5" y="34"/>
                  </a:lnTo>
                  <a:lnTo>
                    <a:pt x="5" y="40"/>
                  </a:lnTo>
                  <a:lnTo>
                    <a:pt x="5" y="41"/>
                  </a:lnTo>
                  <a:lnTo>
                    <a:pt x="5" y="34"/>
                  </a:lnTo>
                  <a:lnTo>
                    <a:pt x="5" y="34"/>
                  </a:lnTo>
                  <a:lnTo>
                    <a:pt x="5" y="42"/>
                  </a:lnTo>
                  <a:lnTo>
                    <a:pt x="5" y="46"/>
                  </a:lnTo>
                  <a:lnTo>
                    <a:pt x="6" y="47"/>
                  </a:lnTo>
                  <a:lnTo>
                    <a:pt x="6" y="49"/>
                  </a:lnTo>
                  <a:lnTo>
                    <a:pt x="6" y="55"/>
                  </a:lnTo>
                  <a:lnTo>
                    <a:pt x="6" y="60"/>
                  </a:lnTo>
                  <a:lnTo>
                    <a:pt x="6" y="6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15" name="Freeform 1021"/>
            <p:cNvSpPr/>
            <p:nvPr/>
          </p:nvSpPr>
          <p:spPr bwMode="auto">
            <a:xfrm>
              <a:off x="3779838" y="4659313"/>
              <a:ext cx="9525" cy="68263"/>
            </a:xfrm>
            <a:custGeom>
              <a:avLst/>
              <a:gdLst>
                <a:gd name="T0" fmla="*/ 0 w 6"/>
                <a:gd name="T1" fmla="*/ 29 h 43"/>
                <a:gd name="T2" fmla="*/ 0 w 6"/>
                <a:gd name="T3" fmla="*/ 31 h 43"/>
                <a:gd name="T4" fmla="*/ 0 w 6"/>
                <a:gd name="T5" fmla="*/ 30 h 43"/>
                <a:gd name="T6" fmla="*/ 1 w 6"/>
                <a:gd name="T7" fmla="*/ 32 h 43"/>
                <a:gd name="T8" fmla="*/ 1 w 6"/>
                <a:gd name="T9" fmla="*/ 33 h 43"/>
                <a:gd name="T10" fmla="*/ 1 w 6"/>
                <a:gd name="T11" fmla="*/ 30 h 43"/>
                <a:gd name="T12" fmla="*/ 1 w 6"/>
                <a:gd name="T13" fmla="*/ 28 h 43"/>
                <a:gd name="T14" fmla="*/ 1 w 6"/>
                <a:gd name="T15" fmla="*/ 26 h 43"/>
                <a:gd name="T16" fmla="*/ 1 w 6"/>
                <a:gd name="T17" fmla="*/ 18 h 43"/>
                <a:gd name="T18" fmla="*/ 1 w 6"/>
                <a:gd name="T19" fmla="*/ 10 h 43"/>
                <a:gd name="T20" fmla="*/ 1 w 6"/>
                <a:gd name="T21" fmla="*/ 6 h 43"/>
                <a:gd name="T22" fmla="*/ 1 w 6"/>
                <a:gd name="T23" fmla="*/ 4 h 43"/>
                <a:gd name="T24" fmla="*/ 1 w 6"/>
                <a:gd name="T25" fmla="*/ 4 h 43"/>
                <a:gd name="T26" fmla="*/ 2 w 6"/>
                <a:gd name="T27" fmla="*/ 9 h 43"/>
                <a:gd name="T28" fmla="*/ 2 w 6"/>
                <a:gd name="T29" fmla="*/ 14 h 43"/>
                <a:gd name="T30" fmla="*/ 2 w 6"/>
                <a:gd name="T31" fmla="*/ 17 h 43"/>
                <a:gd name="T32" fmla="*/ 2 w 6"/>
                <a:gd name="T33" fmla="*/ 22 h 43"/>
                <a:gd name="T34" fmla="*/ 2 w 6"/>
                <a:gd name="T35" fmla="*/ 28 h 43"/>
                <a:gd name="T36" fmla="*/ 2 w 6"/>
                <a:gd name="T37" fmla="*/ 36 h 43"/>
                <a:gd name="T38" fmla="*/ 3 w 6"/>
                <a:gd name="T39" fmla="*/ 42 h 43"/>
                <a:gd name="T40" fmla="*/ 3 w 6"/>
                <a:gd name="T41" fmla="*/ 43 h 43"/>
                <a:gd name="T42" fmla="*/ 3 w 6"/>
                <a:gd name="T43" fmla="*/ 39 h 43"/>
                <a:gd name="T44" fmla="*/ 3 w 6"/>
                <a:gd name="T45" fmla="*/ 33 h 43"/>
                <a:gd name="T46" fmla="*/ 3 w 6"/>
                <a:gd name="T47" fmla="*/ 29 h 43"/>
                <a:gd name="T48" fmla="*/ 3 w 6"/>
                <a:gd name="T49" fmla="*/ 26 h 43"/>
                <a:gd name="T50" fmla="*/ 3 w 6"/>
                <a:gd name="T51" fmla="*/ 24 h 43"/>
                <a:gd name="T52" fmla="*/ 3 w 6"/>
                <a:gd name="T53" fmla="*/ 21 h 43"/>
                <a:gd name="T54" fmla="*/ 3 w 6"/>
                <a:gd name="T55" fmla="*/ 17 h 43"/>
                <a:gd name="T56" fmla="*/ 4 w 6"/>
                <a:gd name="T57" fmla="*/ 9 h 43"/>
                <a:gd name="T58" fmla="*/ 4 w 6"/>
                <a:gd name="T59" fmla="*/ 5 h 43"/>
                <a:gd name="T60" fmla="*/ 4 w 6"/>
                <a:gd name="T61" fmla="*/ 6 h 43"/>
                <a:gd name="T62" fmla="*/ 4 w 6"/>
                <a:gd name="T63" fmla="*/ 4 h 43"/>
                <a:gd name="T64" fmla="*/ 4 w 6"/>
                <a:gd name="T65" fmla="*/ 0 h 43"/>
                <a:gd name="T66" fmla="*/ 4 w 6"/>
                <a:gd name="T67" fmla="*/ 3 h 43"/>
                <a:gd name="T68" fmla="*/ 4 w 6"/>
                <a:gd name="T69" fmla="*/ 10 h 43"/>
                <a:gd name="T70" fmla="*/ 4 w 6"/>
                <a:gd name="T71" fmla="*/ 20 h 43"/>
                <a:gd name="T72" fmla="*/ 4 w 6"/>
                <a:gd name="T73" fmla="*/ 32 h 43"/>
                <a:gd name="T74" fmla="*/ 5 w 6"/>
                <a:gd name="T75" fmla="*/ 39 h 43"/>
                <a:gd name="T76" fmla="*/ 5 w 6"/>
                <a:gd name="T77" fmla="*/ 38 h 43"/>
                <a:gd name="T78" fmla="*/ 5 w 6"/>
                <a:gd name="T79" fmla="*/ 35 h 43"/>
                <a:gd name="T80" fmla="*/ 5 w 6"/>
                <a:gd name="T81" fmla="*/ 35 h 43"/>
                <a:gd name="T82" fmla="*/ 5 w 6"/>
                <a:gd name="T83" fmla="*/ 34 h 43"/>
                <a:gd name="T84" fmla="*/ 5 w 6"/>
                <a:gd name="T85" fmla="*/ 35 h 43"/>
                <a:gd name="T86" fmla="*/ 6 w 6"/>
                <a:gd name="T87" fmla="*/ 34 h 43"/>
                <a:gd name="T88" fmla="*/ 6 w 6"/>
                <a:gd name="T89" fmla="*/ 29 h 43"/>
                <a:gd name="T90" fmla="*/ 6 w 6"/>
                <a:gd name="T91" fmla="*/ 21 h 43"/>
                <a:gd name="T92" fmla="*/ 6 w 6"/>
                <a:gd name="T93" fmla="*/ 17 h 43"/>
                <a:gd name="T94" fmla="*/ 6 w 6"/>
                <a:gd name="T95" fmla="*/ 16 h 43"/>
                <a:gd name="T96" fmla="*/ 6 w 6"/>
                <a:gd name="T97" fmla="*/ 15 h 43"/>
                <a:gd name="T98" fmla="*/ 6 w 6"/>
                <a:gd name="T99" fmla="*/ 12 h 43"/>
                <a:gd name="T100" fmla="*/ 6 w 6"/>
                <a:gd name="T101" fmla="*/ 12 h 43"/>
                <a:gd name="T102" fmla="*/ 6 w 6"/>
                <a:gd name="T103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3">
                  <a:moveTo>
                    <a:pt x="0" y="29"/>
                  </a:moveTo>
                  <a:lnTo>
                    <a:pt x="0" y="31"/>
                  </a:lnTo>
                  <a:lnTo>
                    <a:pt x="0" y="30"/>
                  </a:lnTo>
                  <a:lnTo>
                    <a:pt x="1" y="32"/>
                  </a:lnTo>
                  <a:lnTo>
                    <a:pt x="1" y="33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1" y="26"/>
                  </a:lnTo>
                  <a:lnTo>
                    <a:pt x="1" y="18"/>
                  </a:lnTo>
                  <a:lnTo>
                    <a:pt x="1" y="10"/>
                  </a:lnTo>
                  <a:lnTo>
                    <a:pt x="1" y="6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9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2" y="22"/>
                  </a:lnTo>
                  <a:lnTo>
                    <a:pt x="2" y="28"/>
                  </a:lnTo>
                  <a:lnTo>
                    <a:pt x="2" y="36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3" y="39"/>
                  </a:lnTo>
                  <a:lnTo>
                    <a:pt x="3" y="33"/>
                  </a:lnTo>
                  <a:lnTo>
                    <a:pt x="3" y="29"/>
                  </a:lnTo>
                  <a:lnTo>
                    <a:pt x="3" y="26"/>
                  </a:lnTo>
                  <a:lnTo>
                    <a:pt x="3" y="24"/>
                  </a:lnTo>
                  <a:lnTo>
                    <a:pt x="3" y="21"/>
                  </a:lnTo>
                  <a:lnTo>
                    <a:pt x="3" y="17"/>
                  </a:lnTo>
                  <a:lnTo>
                    <a:pt x="4" y="9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0"/>
                  </a:lnTo>
                  <a:lnTo>
                    <a:pt x="4" y="3"/>
                  </a:lnTo>
                  <a:lnTo>
                    <a:pt x="4" y="10"/>
                  </a:lnTo>
                  <a:lnTo>
                    <a:pt x="4" y="20"/>
                  </a:lnTo>
                  <a:lnTo>
                    <a:pt x="4" y="32"/>
                  </a:lnTo>
                  <a:lnTo>
                    <a:pt x="5" y="39"/>
                  </a:lnTo>
                  <a:lnTo>
                    <a:pt x="5" y="38"/>
                  </a:lnTo>
                  <a:lnTo>
                    <a:pt x="5" y="35"/>
                  </a:lnTo>
                  <a:lnTo>
                    <a:pt x="5" y="35"/>
                  </a:lnTo>
                  <a:lnTo>
                    <a:pt x="5" y="34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6" y="29"/>
                  </a:lnTo>
                  <a:lnTo>
                    <a:pt x="6" y="21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6" y="15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16" name="Freeform 1022"/>
            <p:cNvSpPr/>
            <p:nvPr/>
          </p:nvSpPr>
          <p:spPr bwMode="auto">
            <a:xfrm>
              <a:off x="3789363" y="4678363"/>
              <a:ext cx="11113" cy="144463"/>
            </a:xfrm>
            <a:custGeom>
              <a:avLst/>
              <a:gdLst>
                <a:gd name="T0" fmla="*/ 0 w 7"/>
                <a:gd name="T1" fmla="*/ 0 h 91"/>
                <a:gd name="T2" fmla="*/ 0 w 7"/>
                <a:gd name="T3" fmla="*/ 5 h 91"/>
                <a:gd name="T4" fmla="*/ 1 w 7"/>
                <a:gd name="T5" fmla="*/ 12 h 91"/>
                <a:gd name="T6" fmla="*/ 1 w 7"/>
                <a:gd name="T7" fmla="*/ 15 h 91"/>
                <a:gd name="T8" fmla="*/ 1 w 7"/>
                <a:gd name="T9" fmla="*/ 14 h 91"/>
                <a:gd name="T10" fmla="*/ 1 w 7"/>
                <a:gd name="T11" fmla="*/ 12 h 91"/>
                <a:gd name="T12" fmla="*/ 1 w 7"/>
                <a:gd name="T13" fmla="*/ 12 h 91"/>
                <a:gd name="T14" fmla="*/ 1 w 7"/>
                <a:gd name="T15" fmla="*/ 17 h 91"/>
                <a:gd name="T16" fmla="*/ 2 w 7"/>
                <a:gd name="T17" fmla="*/ 27 h 91"/>
                <a:gd name="T18" fmla="*/ 2 w 7"/>
                <a:gd name="T19" fmla="*/ 32 h 91"/>
                <a:gd name="T20" fmla="*/ 2 w 7"/>
                <a:gd name="T21" fmla="*/ 29 h 91"/>
                <a:gd name="T22" fmla="*/ 2 w 7"/>
                <a:gd name="T23" fmla="*/ 22 h 91"/>
                <a:gd name="T24" fmla="*/ 2 w 7"/>
                <a:gd name="T25" fmla="*/ 22 h 91"/>
                <a:gd name="T26" fmla="*/ 2 w 7"/>
                <a:gd name="T27" fmla="*/ 26 h 91"/>
                <a:gd name="T28" fmla="*/ 2 w 7"/>
                <a:gd name="T29" fmla="*/ 23 h 91"/>
                <a:gd name="T30" fmla="*/ 2 w 7"/>
                <a:gd name="T31" fmla="*/ 19 h 91"/>
                <a:gd name="T32" fmla="*/ 2 w 7"/>
                <a:gd name="T33" fmla="*/ 21 h 91"/>
                <a:gd name="T34" fmla="*/ 3 w 7"/>
                <a:gd name="T35" fmla="*/ 22 h 91"/>
                <a:gd name="T36" fmla="*/ 3 w 7"/>
                <a:gd name="T37" fmla="*/ 21 h 91"/>
                <a:gd name="T38" fmla="*/ 3 w 7"/>
                <a:gd name="T39" fmla="*/ 24 h 91"/>
                <a:gd name="T40" fmla="*/ 3 w 7"/>
                <a:gd name="T41" fmla="*/ 26 h 91"/>
                <a:gd name="T42" fmla="*/ 3 w 7"/>
                <a:gd name="T43" fmla="*/ 26 h 91"/>
                <a:gd name="T44" fmla="*/ 3 w 7"/>
                <a:gd name="T45" fmla="*/ 24 h 91"/>
                <a:gd name="T46" fmla="*/ 3 w 7"/>
                <a:gd name="T47" fmla="*/ 25 h 91"/>
                <a:gd name="T48" fmla="*/ 3 w 7"/>
                <a:gd name="T49" fmla="*/ 31 h 91"/>
                <a:gd name="T50" fmla="*/ 3 w 7"/>
                <a:gd name="T51" fmla="*/ 35 h 91"/>
                <a:gd name="T52" fmla="*/ 4 w 7"/>
                <a:gd name="T53" fmla="*/ 32 h 91"/>
                <a:gd name="T54" fmla="*/ 4 w 7"/>
                <a:gd name="T55" fmla="*/ 32 h 91"/>
                <a:gd name="T56" fmla="*/ 4 w 7"/>
                <a:gd name="T57" fmla="*/ 33 h 91"/>
                <a:gd name="T58" fmla="*/ 4 w 7"/>
                <a:gd name="T59" fmla="*/ 32 h 91"/>
                <a:gd name="T60" fmla="*/ 4 w 7"/>
                <a:gd name="T61" fmla="*/ 33 h 91"/>
                <a:gd name="T62" fmla="*/ 4 w 7"/>
                <a:gd name="T63" fmla="*/ 42 h 91"/>
                <a:gd name="T64" fmla="*/ 4 w 7"/>
                <a:gd name="T65" fmla="*/ 49 h 91"/>
                <a:gd name="T66" fmla="*/ 5 w 7"/>
                <a:gd name="T67" fmla="*/ 53 h 91"/>
                <a:gd name="T68" fmla="*/ 5 w 7"/>
                <a:gd name="T69" fmla="*/ 60 h 91"/>
                <a:gd name="T70" fmla="*/ 5 w 7"/>
                <a:gd name="T71" fmla="*/ 65 h 91"/>
                <a:gd name="T72" fmla="*/ 5 w 7"/>
                <a:gd name="T73" fmla="*/ 64 h 91"/>
                <a:gd name="T74" fmla="*/ 5 w 7"/>
                <a:gd name="T75" fmla="*/ 60 h 91"/>
                <a:gd name="T76" fmla="*/ 5 w 7"/>
                <a:gd name="T77" fmla="*/ 57 h 91"/>
                <a:gd name="T78" fmla="*/ 5 w 7"/>
                <a:gd name="T79" fmla="*/ 51 h 91"/>
                <a:gd name="T80" fmla="*/ 5 w 7"/>
                <a:gd name="T81" fmla="*/ 46 h 91"/>
                <a:gd name="T82" fmla="*/ 5 w 7"/>
                <a:gd name="T83" fmla="*/ 43 h 91"/>
                <a:gd name="T84" fmla="*/ 6 w 7"/>
                <a:gd name="T85" fmla="*/ 43 h 91"/>
                <a:gd name="T86" fmla="*/ 6 w 7"/>
                <a:gd name="T87" fmla="*/ 44 h 91"/>
                <a:gd name="T88" fmla="*/ 6 w 7"/>
                <a:gd name="T89" fmla="*/ 44 h 91"/>
                <a:gd name="T90" fmla="*/ 6 w 7"/>
                <a:gd name="T91" fmla="*/ 46 h 91"/>
                <a:gd name="T92" fmla="*/ 6 w 7"/>
                <a:gd name="T93" fmla="*/ 54 h 91"/>
                <a:gd name="T94" fmla="*/ 6 w 7"/>
                <a:gd name="T95" fmla="*/ 63 h 91"/>
                <a:gd name="T96" fmla="*/ 7 w 7"/>
                <a:gd name="T97" fmla="*/ 71 h 91"/>
                <a:gd name="T98" fmla="*/ 7 w 7"/>
                <a:gd name="T99" fmla="*/ 78 h 91"/>
                <a:gd name="T100" fmla="*/ 7 w 7"/>
                <a:gd name="T101" fmla="*/ 85 h 91"/>
                <a:gd name="T102" fmla="*/ 7 w 7"/>
                <a:gd name="T103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1">
                  <a:moveTo>
                    <a:pt x="0" y="0"/>
                  </a:moveTo>
                  <a:lnTo>
                    <a:pt x="0" y="5"/>
                  </a:lnTo>
                  <a:lnTo>
                    <a:pt x="1" y="12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1" y="17"/>
                  </a:lnTo>
                  <a:lnTo>
                    <a:pt x="2" y="27"/>
                  </a:lnTo>
                  <a:lnTo>
                    <a:pt x="2" y="32"/>
                  </a:lnTo>
                  <a:lnTo>
                    <a:pt x="2" y="29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2" y="26"/>
                  </a:lnTo>
                  <a:lnTo>
                    <a:pt x="2" y="23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3" y="22"/>
                  </a:lnTo>
                  <a:lnTo>
                    <a:pt x="3" y="21"/>
                  </a:lnTo>
                  <a:lnTo>
                    <a:pt x="3" y="24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24"/>
                  </a:lnTo>
                  <a:lnTo>
                    <a:pt x="3" y="25"/>
                  </a:lnTo>
                  <a:lnTo>
                    <a:pt x="3" y="31"/>
                  </a:lnTo>
                  <a:lnTo>
                    <a:pt x="3" y="35"/>
                  </a:lnTo>
                  <a:lnTo>
                    <a:pt x="4" y="32"/>
                  </a:lnTo>
                  <a:lnTo>
                    <a:pt x="4" y="32"/>
                  </a:lnTo>
                  <a:lnTo>
                    <a:pt x="4" y="33"/>
                  </a:lnTo>
                  <a:lnTo>
                    <a:pt x="4" y="32"/>
                  </a:lnTo>
                  <a:lnTo>
                    <a:pt x="4" y="33"/>
                  </a:lnTo>
                  <a:lnTo>
                    <a:pt x="4" y="42"/>
                  </a:lnTo>
                  <a:lnTo>
                    <a:pt x="4" y="49"/>
                  </a:lnTo>
                  <a:lnTo>
                    <a:pt x="5" y="53"/>
                  </a:lnTo>
                  <a:lnTo>
                    <a:pt x="5" y="60"/>
                  </a:lnTo>
                  <a:lnTo>
                    <a:pt x="5" y="65"/>
                  </a:lnTo>
                  <a:lnTo>
                    <a:pt x="5" y="64"/>
                  </a:lnTo>
                  <a:lnTo>
                    <a:pt x="5" y="60"/>
                  </a:lnTo>
                  <a:lnTo>
                    <a:pt x="5" y="57"/>
                  </a:lnTo>
                  <a:lnTo>
                    <a:pt x="5" y="51"/>
                  </a:lnTo>
                  <a:lnTo>
                    <a:pt x="5" y="46"/>
                  </a:lnTo>
                  <a:lnTo>
                    <a:pt x="5" y="43"/>
                  </a:lnTo>
                  <a:lnTo>
                    <a:pt x="6" y="43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6" y="46"/>
                  </a:lnTo>
                  <a:lnTo>
                    <a:pt x="6" y="54"/>
                  </a:lnTo>
                  <a:lnTo>
                    <a:pt x="6" y="63"/>
                  </a:lnTo>
                  <a:lnTo>
                    <a:pt x="7" y="71"/>
                  </a:lnTo>
                  <a:lnTo>
                    <a:pt x="7" y="78"/>
                  </a:lnTo>
                  <a:lnTo>
                    <a:pt x="7" y="85"/>
                  </a:lnTo>
                  <a:lnTo>
                    <a:pt x="7" y="9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17" name="Freeform 1023"/>
            <p:cNvSpPr/>
            <p:nvPr/>
          </p:nvSpPr>
          <p:spPr bwMode="auto">
            <a:xfrm>
              <a:off x="3800475" y="4735513"/>
              <a:ext cx="9525" cy="90488"/>
            </a:xfrm>
            <a:custGeom>
              <a:avLst/>
              <a:gdLst>
                <a:gd name="T0" fmla="*/ 0 w 6"/>
                <a:gd name="T1" fmla="*/ 49 h 57"/>
                <a:gd name="T2" fmla="*/ 0 w 6"/>
                <a:gd name="T3" fmla="*/ 55 h 57"/>
                <a:gd name="T4" fmla="*/ 0 w 6"/>
                <a:gd name="T5" fmla="*/ 57 h 57"/>
                <a:gd name="T6" fmla="*/ 0 w 6"/>
                <a:gd name="T7" fmla="*/ 53 h 57"/>
                <a:gd name="T8" fmla="*/ 0 w 6"/>
                <a:gd name="T9" fmla="*/ 51 h 57"/>
                <a:gd name="T10" fmla="*/ 0 w 6"/>
                <a:gd name="T11" fmla="*/ 55 h 57"/>
                <a:gd name="T12" fmla="*/ 0 w 6"/>
                <a:gd name="T13" fmla="*/ 55 h 57"/>
                <a:gd name="T14" fmla="*/ 1 w 6"/>
                <a:gd name="T15" fmla="*/ 47 h 57"/>
                <a:gd name="T16" fmla="*/ 1 w 6"/>
                <a:gd name="T17" fmla="*/ 37 h 57"/>
                <a:gd name="T18" fmla="*/ 1 w 6"/>
                <a:gd name="T19" fmla="*/ 27 h 57"/>
                <a:gd name="T20" fmla="*/ 1 w 6"/>
                <a:gd name="T21" fmla="*/ 20 h 57"/>
                <a:gd name="T22" fmla="*/ 1 w 6"/>
                <a:gd name="T23" fmla="*/ 20 h 57"/>
                <a:gd name="T24" fmla="*/ 1 w 6"/>
                <a:gd name="T25" fmla="*/ 22 h 57"/>
                <a:gd name="T26" fmla="*/ 1 w 6"/>
                <a:gd name="T27" fmla="*/ 20 h 57"/>
                <a:gd name="T28" fmla="*/ 1 w 6"/>
                <a:gd name="T29" fmla="*/ 18 h 57"/>
                <a:gd name="T30" fmla="*/ 1 w 6"/>
                <a:gd name="T31" fmla="*/ 23 h 57"/>
                <a:gd name="T32" fmla="*/ 2 w 6"/>
                <a:gd name="T33" fmla="*/ 32 h 57"/>
                <a:gd name="T34" fmla="*/ 2 w 6"/>
                <a:gd name="T35" fmla="*/ 43 h 57"/>
                <a:gd name="T36" fmla="*/ 2 w 6"/>
                <a:gd name="T37" fmla="*/ 50 h 57"/>
                <a:gd name="T38" fmla="*/ 2 w 6"/>
                <a:gd name="T39" fmla="*/ 52 h 57"/>
                <a:gd name="T40" fmla="*/ 2 w 6"/>
                <a:gd name="T41" fmla="*/ 51 h 57"/>
                <a:gd name="T42" fmla="*/ 2 w 6"/>
                <a:gd name="T43" fmla="*/ 51 h 57"/>
                <a:gd name="T44" fmla="*/ 3 w 6"/>
                <a:gd name="T45" fmla="*/ 54 h 57"/>
                <a:gd name="T46" fmla="*/ 3 w 6"/>
                <a:gd name="T47" fmla="*/ 56 h 57"/>
                <a:gd name="T48" fmla="*/ 3 w 6"/>
                <a:gd name="T49" fmla="*/ 53 h 57"/>
                <a:gd name="T50" fmla="*/ 3 w 6"/>
                <a:gd name="T51" fmla="*/ 47 h 57"/>
                <a:gd name="T52" fmla="*/ 3 w 6"/>
                <a:gd name="T53" fmla="*/ 42 h 57"/>
                <a:gd name="T54" fmla="*/ 3 w 6"/>
                <a:gd name="T55" fmla="*/ 42 h 57"/>
                <a:gd name="T56" fmla="*/ 3 w 6"/>
                <a:gd name="T57" fmla="*/ 43 h 57"/>
                <a:gd name="T58" fmla="*/ 3 w 6"/>
                <a:gd name="T59" fmla="*/ 43 h 57"/>
                <a:gd name="T60" fmla="*/ 3 w 6"/>
                <a:gd name="T61" fmla="*/ 40 h 57"/>
                <a:gd name="T62" fmla="*/ 4 w 6"/>
                <a:gd name="T63" fmla="*/ 35 h 57"/>
                <a:gd name="T64" fmla="*/ 4 w 6"/>
                <a:gd name="T65" fmla="*/ 30 h 57"/>
                <a:gd name="T66" fmla="*/ 4 w 6"/>
                <a:gd name="T67" fmla="*/ 28 h 57"/>
                <a:gd name="T68" fmla="*/ 4 w 6"/>
                <a:gd name="T69" fmla="*/ 30 h 57"/>
                <a:gd name="T70" fmla="*/ 4 w 6"/>
                <a:gd name="T71" fmla="*/ 31 h 57"/>
                <a:gd name="T72" fmla="*/ 4 w 6"/>
                <a:gd name="T73" fmla="*/ 27 h 57"/>
                <a:gd name="T74" fmla="*/ 5 w 6"/>
                <a:gd name="T75" fmla="*/ 25 h 57"/>
                <a:gd name="T76" fmla="*/ 5 w 6"/>
                <a:gd name="T77" fmla="*/ 27 h 57"/>
                <a:gd name="T78" fmla="*/ 5 w 6"/>
                <a:gd name="T79" fmla="*/ 27 h 57"/>
                <a:gd name="T80" fmla="*/ 5 w 6"/>
                <a:gd name="T81" fmla="*/ 28 h 57"/>
                <a:gd name="T82" fmla="*/ 5 w 6"/>
                <a:gd name="T83" fmla="*/ 26 h 57"/>
                <a:gd name="T84" fmla="*/ 5 w 6"/>
                <a:gd name="T85" fmla="*/ 22 h 57"/>
                <a:gd name="T86" fmla="*/ 5 w 6"/>
                <a:gd name="T87" fmla="*/ 20 h 57"/>
                <a:gd name="T88" fmla="*/ 5 w 6"/>
                <a:gd name="T89" fmla="*/ 20 h 57"/>
                <a:gd name="T90" fmla="*/ 5 w 6"/>
                <a:gd name="T91" fmla="*/ 18 h 57"/>
                <a:gd name="T92" fmla="*/ 5 w 6"/>
                <a:gd name="T93" fmla="*/ 18 h 57"/>
                <a:gd name="T94" fmla="*/ 6 w 6"/>
                <a:gd name="T95" fmla="*/ 18 h 57"/>
                <a:gd name="T96" fmla="*/ 6 w 6"/>
                <a:gd name="T97" fmla="*/ 15 h 57"/>
                <a:gd name="T98" fmla="*/ 6 w 6"/>
                <a:gd name="T99" fmla="*/ 10 h 57"/>
                <a:gd name="T100" fmla="*/ 6 w 6"/>
                <a:gd name="T101" fmla="*/ 6 h 57"/>
                <a:gd name="T102" fmla="*/ 6 w 6"/>
                <a:gd name="T10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7">
                  <a:moveTo>
                    <a:pt x="0" y="49"/>
                  </a:moveTo>
                  <a:lnTo>
                    <a:pt x="0" y="55"/>
                  </a:lnTo>
                  <a:lnTo>
                    <a:pt x="0" y="57"/>
                  </a:lnTo>
                  <a:lnTo>
                    <a:pt x="0" y="53"/>
                  </a:lnTo>
                  <a:lnTo>
                    <a:pt x="0" y="51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47"/>
                  </a:lnTo>
                  <a:lnTo>
                    <a:pt x="1" y="37"/>
                  </a:lnTo>
                  <a:lnTo>
                    <a:pt x="1" y="27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1" y="22"/>
                  </a:lnTo>
                  <a:lnTo>
                    <a:pt x="1" y="20"/>
                  </a:lnTo>
                  <a:lnTo>
                    <a:pt x="1" y="18"/>
                  </a:lnTo>
                  <a:lnTo>
                    <a:pt x="1" y="23"/>
                  </a:lnTo>
                  <a:lnTo>
                    <a:pt x="2" y="32"/>
                  </a:lnTo>
                  <a:lnTo>
                    <a:pt x="2" y="43"/>
                  </a:lnTo>
                  <a:lnTo>
                    <a:pt x="2" y="50"/>
                  </a:lnTo>
                  <a:lnTo>
                    <a:pt x="2" y="52"/>
                  </a:lnTo>
                  <a:lnTo>
                    <a:pt x="2" y="51"/>
                  </a:lnTo>
                  <a:lnTo>
                    <a:pt x="2" y="51"/>
                  </a:lnTo>
                  <a:lnTo>
                    <a:pt x="3" y="54"/>
                  </a:lnTo>
                  <a:lnTo>
                    <a:pt x="3" y="56"/>
                  </a:lnTo>
                  <a:lnTo>
                    <a:pt x="3" y="53"/>
                  </a:lnTo>
                  <a:lnTo>
                    <a:pt x="3" y="47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3" y="43"/>
                  </a:lnTo>
                  <a:lnTo>
                    <a:pt x="3" y="40"/>
                  </a:lnTo>
                  <a:lnTo>
                    <a:pt x="4" y="35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4" y="30"/>
                  </a:lnTo>
                  <a:lnTo>
                    <a:pt x="4" y="31"/>
                  </a:lnTo>
                  <a:lnTo>
                    <a:pt x="4" y="27"/>
                  </a:lnTo>
                  <a:lnTo>
                    <a:pt x="5" y="25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5" y="28"/>
                  </a:lnTo>
                  <a:lnTo>
                    <a:pt x="5" y="26"/>
                  </a:lnTo>
                  <a:lnTo>
                    <a:pt x="5" y="22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6" y="10"/>
                  </a:lnTo>
                  <a:lnTo>
                    <a:pt x="6" y="6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18" name="Freeform 1024"/>
            <p:cNvSpPr/>
            <p:nvPr/>
          </p:nvSpPr>
          <p:spPr bwMode="auto">
            <a:xfrm>
              <a:off x="3810000" y="4657726"/>
              <a:ext cx="11113" cy="87313"/>
            </a:xfrm>
            <a:custGeom>
              <a:avLst/>
              <a:gdLst>
                <a:gd name="T0" fmla="*/ 0 w 7"/>
                <a:gd name="T1" fmla="*/ 55 h 55"/>
                <a:gd name="T2" fmla="*/ 0 w 7"/>
                <a:gd name="T3" fmla="*/ 49 h 55"/>
                <a:gd name="T4" fmla="*/ 0 w 7"/>
                <a:gd name="T5" fmla="*/ 46 h 55"/>
                <a:gd name="T6" fmla="*/ 1 w 7"/>
                <a:gd name="T7" fmla="*/ 48 h 55"/>
                <a:gd name="T8" fmla="*/ 1 w 7"/>
                <a:gd name="T9" fmla="*/ 47 h 55"/>
                <a:gd name="T10" fmla="*/ 1 w 7"/>
                <a:gd name="T11" fmla="*/ 45 h 55"/>
                <a:gd name="T12" fmla="*/ 1 w 7"/>
                <a:gd name="T13" fmla="*/ 43 h 55"/>
                <a:gd name="T14" fmla="*/ 1 w 7"/>
                <a:gd name="T15" fmla="*/ 41 h 55"/>
                <a:gd name="T16" fmla="*/ 1 w 7"/>
                <a:gd name="T17" fmla="*/ 39 h 55"/>
                <a:gd name="T18" fmla="*/ 1 w 7"/>
                <a:gd name="T19" fmla="*/ 35 h 55"/>
                <a:gd name="T20" fmla="*/ 1 w 7"/>
                <a:gd name="T21" fmla="*/ 29 h 55"/>
                <a:gd name="T22" fmla="*/ 1 w 7"/>
                <a:gd name="T23" fmla="*/ 24 h 55"/>
                <a:gd name="T24" fmla="*/ 2 w 7"/>
                <a:gd name="T25" fmla="*/ 25 h 55"/>
                <a:gd name="T26" fmla="*/ 2 w 7"/>
                <a:gd name="T27" fmla="*/ 25 h 55"/>
                <a:gd name="T28" fmla="*/ 2 w 7"/>
                <a:gd name="T29" fmla="*/ 18 h 55"/>
                <a:gd name="T30" fmla="*/ 2 w 7"/>
                <a:gd name="T31" fmla="*/ 10 h 55"/>
                <a:gd name="T32" fmla="*/ 2 w 7"/>
                <a:gd name="T33" fmla="*/ 9 h 55"/>
                <a:gd name="T34" fmla="*/ 2 w 7"/>
                <a:gd name="T35" fmla="*/ 13 h 55"/>
                <a:gd name="T36" fmla="*/ 2 w 7"/>
                <a:gd name="T37" fmla="*/ 16 h 55"/>
                <a:gd name="T38" fmla="*/ 2 w 7"/>
                <a:gd name="T39" fmla="*/ 15 h 55"/>
                <a:gd name="T40" fmla="*/ 2 w 7"/>
                <a:gd name="T41" fmla="*/ 13 h 55"/>
                <a:gd name="T42" fmla="*/ 3 w 7"/>
                <a:gd name="T43" fmla="*/ 9 h 55"/>
                <a:gd name="T44" fmla="*/ 3 w 7"/>
                <a:gd name="T45" fmla="*/ 10 h 55"/>
                <a:gd name="T46" fmla="*/ 3 w 7"/>
                <a:gd name="T47" fmla="*/ 16 h 55"/>
                <a:gd name="T48" fmla="*/ 3 w 7"/>
                <a:gd name="T49" fmla="*/ 20 h 55"/>
                <a:gd name="T50" fmla="*/ 3 w 7"/>
                <a:gd name="T51" fmla="*/ 20 h 55"/>
                <a:gd name="T52" fmla="*/ 3 w 7"/>
                <a:gd name="T53" fmla="*/ 20 h 55"/>
                <a:gd name="T54" fmla="*/ 4 w 7"/>
                <a:gd name="T55" fmla="*/ 21 h 55"/>
                <a:gd name="T56" fmla="*/ 4 w 7"/>
                <a:gd name="T57" fmla="*/ 21 h 55"/>
                <a:gd name="T58" fmla="*/ 4 w 7"/>
                <a:gd name="T59" fmla="*/ 26 h 55"/>
                <a:gd name="T60" fmla="*/ 4 w 7"/>
                <a:gd name="T61" fmla="*/ 32 h 55"/>
                <a:gd name="T62" fmla="*/ 4 w 7"/>
                <a:gd name="T63" fmla="*/ 34 h 55"/>
                <a:gd name="T64" fmla="*/ 4 w 7"/>
                <a:gd name="T65" fmla="*/ 30 h 55"/>
                <a:gd name="T66" fmla="*/ 4 w 7"/>
                <a:gd name="T67" fmla="*/ 21 h 55"/>
                <a:gd name="T68" fmla="*/ 4 w 7"/>
                <a:gd name="T69" fmla="*/ 13 h 55"/>
                <a:gd name="T70" fmla="*/ 4 w 7"/>
                <a:gd name="T71" fmla="*/ 13 h 55"/>
                <a:gd name="T72" fmla="*/ 5 w 7"/>
                <a:gd name="T73" fmla="*/ 19 h 55"/>
                <a:gd name="T74" fmla="*/ 5 w 7"/>
                <a:gd name="T75" fmla="*/ 21 h 55"/>
                <a:gd name="T76" fmla="*/ 5 w 7"/>
                <a:gd name="T77" fmla="*/ 20 h 55"/>
                <a:gd name="T78" fmla="*/ 5 w 7"/>
                <a:gd name="T79" fmla="*/ 18 h 55"/>
                <a:gd name="T80" fmla="*/ 5 w 7"/>
                <a:gd name="T81" fmla="*/ 15 h 55"/>
                <a:gd name="T82" fmla="*/ 5 w 7"/>
                <a:gd name="T83" fmla="*/ 12 h 55"/>
                <a:gd name="T84" fmla="*/ 6 w 7"/>
                <a:gd name="T85" fmla="*/ 10 h 55"/>
                <a:gd name="T86" fmla="*/ 6 w 7"/>
                <a:gd name="T87" fmla="*/ 7 h 55"/>
                <a:gd name="T88" fmla="*/ 6 w 7"/>
                <a:gd name="T89" fmla="*/ 4 h 55"/>
                <a:gd name="T90" fmla="*/ 6 w 7"/>
                <a:gd name="T91" fmla="*/ 4 h 55"/>
                <a:gd name="T92" fmla="*/ 6 w 7"/>
                <a:gd name="T93" fmla="*/ 2 h 55"/>
                <a:gd name="T94" fmla="*/ 6 w 7"/>
                <a:gd name="T95" fmla="*/ 0 h 55"/>
                <a:gd name="T96" fmla="*/ 6 w 7"/>
                <a:gd name="T97" fmla="*/ 2 h 55"/>
                <a:gd name="T98" fmla="*/ 6 w 7"/>
                <a:gd name="T99" fmla="*/ 8 h 55"/>
                <a:gd name="T100" fmla="*/ 6 w 7"/>
                <a:gd name="T101" fmla="*/ 12 h 55"/>
                <a:gd name="T102" fmla="*/ 7 w 7"/>
                <a:gd name="T103" fmla="*/ 1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5">
                  <a:moveTo>
                    <a:pt x="0" y="55"/>
                  </a:moveTo>
                  <a:lnTo>
                    <a:pt x="0" y="49"/>
                  </a:lnTo>
                  <a:lnTo>
                    <a:pt x="0" y="46"/>
                  </a:lnTo>
                  <a:lnTo>
                    <a:pt x="1" y="48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1"/>
                  </a:lnTo>
                  <a:lnTo>
                    <a:pt x="1" y="39"/>
                  </a:lnTo>
                  <a:lnTo>
                    <a:pt x="1" y="35"/>
                  </a:lnTo>
                  <a:lnTo>
                    <a:pt x="1" y="29"/>
                  </a:lnTo>
                  <a:lnTo>
                    <a:pt x="1" y="24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2" y="18"/>
                  </a:lnTo>
                  <a:lnTo>
                    <a:pt x="2" y="10"/>
                  </a:lnTo>
                  <a:lnTo>
                    <a:pt x="2" y="9"/>
                  </a:lnTo>
                  <a:lnTo>
                    <a:pt x="2" y="13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13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6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6"/>
                  </a:lnTo>
                  <a:lnTo>
                    <a:pt x="4" y="32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4" y="21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5" y="20"/>
                  </a:lnTo>
                  <a:lnTo>
                    <a:pt x="5" y="18"/>
                  </a:lnTo>
                  <a:lnTo>
                    <a:pt x="5" y="15"/>
                  </a:lnTo>
                  <a:lnTo>
                    <a:pt x="5" y="12"/>
                  </a:lnTo>
                  <a:lnTo>
                    <a:pt x="6" y="10"/>
                  </a:lnTo>
                  <a:lnTo>
                    <a:pt x="6" y="7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8"/>
                  </a:lnTo>
                  <a:lnTo>
                    <a:pt x="6" y="12"/>
                  </a:lnTo>
                  <a:lnTo>
                    <a:pt x="7" y="1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19" name="Freeform 1025"/>
            <p:cNvSpPr/>
            <p:nvPr/>
          </p:nvSpPr>
          <p:spPr bwMode="auto">
            <a:xfrm>
              <a:off x="3819525" y="4627563"/>
              <a:ext cx="11113" cy="68263"/>
            </a:xfrm>
            <a:custGeom>
              <a:avLst/>
              <a:gdLst>
                <a:gd name="T0" fmla="*/ 0 w 7"/>
                <a:gd name="T1" fmla="*/ 31 h 43"/>
                <a:gd name="T2" fmla="*/ 1 w 7"/>
                <a:gd name="T3" fmla="*/ 34 h 43"/>
                <a:gd name="T4" fmla="*/ 1 w 7"/>
                <a:gd name="T5" fmla="*/ 38 h 43"/>
                <a:gd name="T6" fmla="*/ 1 w 7"/>
                <a:gd name="T7" fmla="*/ 43 h 43"/>
                <a:gd name="T8" fmla="*/ 1 w 7"/>
                <a:gd name="T9" fmla="*/ 41 h 43"/>
                <a:gd name="T10" fmla="*/ 1 w 7"/>
                <a:gd name="T11" fmla="*/ 36 h 43"/>
                <a:gd name="T12" fmla="*/ 1 w 7"/>
                <a:gd name="T13" fmla="*/ 30 h 43"/>
                <a:gd name="T14" fmla="*/ 1 w 7"/>
                <a:gd name="T15" fmla="*/ 26 h 43"/>
                <a:gd name="T16" fmla="*/ 1 w 7"/>
                <a:gd name="T17" fmla="*/ 24 h 43"/>
                <a:gd name="T18" fmla="*/ 1 w 7"/>
                <a:gd name="T19" fmla="*/ 22 h 43"/>
                <a:gd name="T20" fmla="*/ 1 w 7"/>
                <a:gd name="T21" fmla="*/ 18 h 43"/>
                <a:gd name="T22" fmla="*/ 2 w 7"/>
                <a:gd name="T23" fmla="*/ 14 h 43"/>
                <a:gd name="T24" fmla="*/ 2 w 7"/>
                <a:gd name="T25" fmla="*/ 11 h 43"/>
                <a:gd name="T26" fmla="*/ 2 w 7"/>
                <a:gd name="T27" fmla="*/ 6 h 43"/>
                <a:gd name="T28" fmla="*/ 2 w 7"/>
                <a:gd name="T29" fmla="*/ 3 h 43"/>
                <a:gd name="T30" fmla="*/ 2 w 7"/>
                <a:gd name="T31" fmla="*/ 10 h 43"/>
                <a:gd name="T32" fmla="*/ 2 w 7"/>
                <a:gd name="T33" fmla="*/ 21 h 43"/>
                <a:gd name="T34" fmla="*/ 3 w 7"/>
                <a:gd name="T35" fmla="*/ 26 h 43"/>
                <a:gd name="T36" fmla="*/ 3 w 7"/>
                <a:gd name="T37" fmla="*/ 23 h 43"/>
                <a:gd name="T38" fmla="*/ 3 w 7"/>
                <a:gd name="T39" fmla="*/ 17 h 43"/>
                <a:gd name="T40" fmla="*/ 3 w 7"/>
                <a:gd name="T41" fmla="*/ 18 h 43"/>
                <a:gd name="T42" fmla="*/ 3 w 7"/>
                <a:gd name="T43" fmla="*/ 23 h 43"/>
                <a:gd name="T44" fmla="*/ 3 w 7"/>
                <a:gd name="T45" fmla="*/ 19 h 43"/>
                <a:gd name="T46" fmla="*/ 3 w 7"/>
                <a:gd name="T47" fmla="*/ 11 h 43"/>
                <a:gd name="T48" fmla="*/ 3 w 7"/>
                <a:gd name="T49" fmla="*/ 11 h 43"/>
                <a:gd name="T50" fmla="*/ 3 w 7"/>
                <a:gd name="T51" fmla="*/ 15 h 43"/>
                <a:gd name="T52" fmla="*/ 4 w 7"/>
                <a:gd name="T53" fmla="*/ 17 h 43"/>
                <a:gd name="T54" fmla="*/ 4 w 7"/>
                <a:gd name="T55" fmla="*/ 19 h 43"/>
                <a:gd name="T56" fmla="*/ 4 w 7"/>
                <a:gd name="T57" fmla="*/ 16 h 43"/>
                <a:gd name="T58" fmla="*/ 4 w 7"/>
                <a:gd name="T59" fmla="*/ 9 h 43"/>
                <a:gd name="T60" fmla="*/ 4 w 7"/>
                <a:gd name="T61" fmla="*/ 13 h 43"/>
                <a:gd name="T62" fmla="*/ 4 w 7"/>
                <a:gd name="T63" fmla="*/ 19 h 43"/>
                <a:gd name="T64" fmla="*/ 5 w 7"/>
                <a:gd name="T65" fmla="*/ 16 h 43"/>
                <a:gd name="T66" fmla="*/ 5 w 7"/>
                <a:gd name="T67" fmla="*/ 9 h 43"/>
                <a:gd name="T68" fmla="*/ 5 w 7"/>
                <a:gd name="T69" fmla="*/ 8 h 43"/>
                <a:gd name="T70" fmla="*/ 5 w 7"/>
                <a:gd name="T71" fmla="*/ 8 h 43"/>
                <a:gd name="T72" fmla="*/ 5 w 7"/>
                <a:gd name="T73" fmla="*/ 6 h 43"/>
                <a:gd name="T74" fmla="*/ 5 w 7"/>
                <a:gd name="T75" fmla="*/ 4 h 43"/>
                <a:gd name="T76" fmla="*/ 5 w 7"/>
                <a:gd name="T77" fmla="*/ 4 h 43"/>
                <a:gd name="T78" fmla="*/ 5 w 7"/>
                <a:gd name="T79" fmla="*/ 10 h 43"/>
                <a:gd name="T80" fmla="*/ 5 w 7"/>
                <a:gd name="T81" fmla="*/ 18 h 43"/>
                <a:gd name="T82" fmla="*/ 6 w 7"/>
                <a:gd name="T83" fmla="*/ 23 h 43"/>
                <a:gd name="T84" fmla="*/ 6 w 7"/>
                <a:gd name="T85" fmla="*/ 24 h 43"/>
                <a:gd name="T86" fmla="*/ 6 w 7"/>
                <a:gd name="T87" fmla="*/ 26 h 43"/>
                <a:gd name="T88" fmla="*/ 6 w 7"/>
                <a:gd name="T89" fmla="*/ 26 h 43"/>
                <a:gd name="T90" fmla="*/ 6 w 7"/>
                <a:gd name="T91" fmla="*/ 23 h 43"/>
                <a:gd name="T92" fmla="*/ 6 w 7"/>
                <a:gd name="T93" fmla="*/ 16 h 43"/>
                <a:gd name="T94" fmla="*/ 6 w 7"/>
                <a:gd name="T95" fmla="*/ 7 h 43"/>
                <a:gd name="T96" fmla="*/ 6 w 7"/>
                <a:gd name="T97" fmla="*/ 0 h 43"/>
                <a:gd name="T98" fmla="*/ 6 w 7"/>
                <a:gd name="T99" fmla="*/ 0 h 43"/>
                <a:gd name="T100" fmla="*/ 7 w 7"/>
                <a:gd name="T101" fmla="*/ 3 h 43"/>
                <a:gd name="T102" fmla="*/ 7 w 7"/>
                <a:gd name="T103" fmla="*/ 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43">
                  <a:moveTo>
                    <a:pt x="0" y="31"/>
                  </a:moveTo>
                  <a:lnTo>
                    <a:pt x="1" y="34"/>
                  </a:lnTo>
                  <a:lnTo>
                    <a:pt x="1" y="38"/>
                  </a:lnTo>
                  <a:lnTo>
                    <a:pt x="1" y="43"/>
                  </a:lnTo>
                  <a:lnTo>
                    <a:pt x="1" y="41"/>
                  </a:lnTo>
                  <a:lnTo>
                    <a:pt x="1" y="36"/>
                  </a:lnTo>
                  <a:lnTo>
                    <a:pt x="1" y="30"/>
                  </a:lnTo>
                  <a:lnTo>
                    <a:pt x="1" y="26"/>
                  </a:lnTo>
                  <a:lnTo>
                    <a:pt x="1" y="24"/>
                  </a:lnTo>
                  <a:lnTo>
                    <a:pt x="1" y="22"/>
                  </a:lnTo>
                  <a:lnTo>
                    <a:pt x="1" y="18"/>
                  </a:lnTo>
                  <a:lnTo>
                    <a:pt x="2" y="14"/>
                  </a:lnTo>
                  <a:lnTo>
                    <a:pt x="2" y="11"/>
                  </a:lnTo>
                  <a:lnTo>
                    <a:pt x="2" y="6"/>
                  </a:lnTo>
                  <a:lnTo>
                    <a:pt x="2" y="3"/>
                  </a:lnTo>
                  <a:lnTo>
                    <a:pt x="2" y="10"/>
                  </a:lnTo>
                  <a:lnTo>
                    <a:pt x="2" y="21"/>
                  </a:lnTo>
                  <a:lnTo>
                    <a:pt x="3" y="26"/>
                  </a:lnTo>
                  <a:lnTo>
                    <a:pt x="3" y="23"/>
                  </a:lnTo>
                  <a:lnTo>
                    <a:pt x="3" y="17"/>
                  </a:lnTo>
                  <a:lnTo>
                    <a:pt x="3" y="18"/>
                  </a:lnTo>
                  <a:lnTo>
                    <a:pt x="3" y="23"/>
                  </a:lnTo>
                  <a:lnTo>
                    <a:pt x="3" y="19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5"/>
                  </a:lnTo>
                  <a:lnTo>
                    <a:pt x="4" y="17"/>
                  </a:lnTo>
                  <a:lnTo>
                    <a:pt x="4" y="19"/>
                  </a:lnTo>
                  <a:lnTo>
                    <a:pt x="4" y="16"/>
                  </a:lnTo>
                  <a:lnTo>
                    <a:pt x="4" y="9"/>
                  </a:lnTo>
                  <a:lnTo>
                    <a:pt x="4" y="13"/>
                  </a:lnTo>
                  <a:lnTo>
                    <a:pt x="4" y="19"/>
                  </a:lnTo>
                  <a:lnTo>
                    <a:pt x="5" y="16"/>
                  </a:lnTo>
                  <a:lnTo>
                    <a:pt x="5" y="9"/>
                  </a:lnTo>
                  <a:lnTo>
                    <a:pt x="5" y="8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10"/>
                  </a:lnTo>
                  <a:lnTo>
                    <a:pt x="5" y="18"/>
                  </a:lnTo>
                  <a:lnTo>
                    <a:pt x="6" y="23"/>
                  </a:lnTo>
                  <a:lnTo>
                    <a:pt x="6" y="24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6" y="23"/>
                  </a:lnTo>
                  <a:lnTo>
                    <a:pt x="6" y="16"/>
                  </a:lnTo>
                  <a:lnTo>
                    <a:pt x="6" y="7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3"/>
                  </a:lnTo>
                  <a:lnTo>
                    <a:pt x="7" y="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20" name="Freeform 1026"/>
            <p:cNvSpPr/>
            <p:nvPr/>
          </p:nvSpPr>
          <p:spPr bwMode="auto">
            <a:xfrm>
              <a:off x="3830638" y="4624388"/>
              <a:ext cx="9525" cy="84138"/>
            </a:xfrm>
            <a:custGeom>
              <a:avLst/>
              <a:gdLst>
                <a:gd name="T0" fmla="*/ 0 w 6"/>
                <a:gd name="T1" fmla="*/ 5 h 53"/>
                <a:gd name="T2" fmla="*/ 0 w 6"/>
                <a:gd name="T3" fmla="*/ 6 h 53"/>
                <a:gd name="T4" fmla="*/ 0 w 6"/>
                <a:gd name="T5" fmla="*/ 6 h 53"/>
                <a:gd name="T6" fmla="*/ 0 w 6"/>
                <a:gd name="T7" fmla="*/ 6 h 53"/>
                <a:gd name="T8" fmla="*/ 0 w 6"/>
                <a:gd name="T9" fmla="*/ 8 h 53"/>
                <a:gd name="T10" fmla="*/ 0 w 6"/>
                <a:gd name="T11" fmla="*/ 9 h 53"/>
                <a:gd name="T12" fmla="*/ 1 w 6"/>
                <a:gd name="T13" fmla="*/ 11 h 53"/>
                <a:gd name="T14" fmla="*/ 1 w 6"/>
                <a:gd name="T15" fmla="*/ 10 h 53"/>
                <a:gd name="T16" fmla="*/ 1 w 6"/>
                <a:gd name="T17" fmla="*/ 8 h 53"/>
                <a:gd name="T18" fmla="*/ 1 w 6"/>
                <a:gd name="T19" fmla="*/ 11 h 53"/>
                <a:gd name="T20" fmla="*/ 1 w 6"/>
                <a:gd name="T21" fmla="*/ 21 h 53"/>
                <a:gd name="T22" fmla="*/ 1 w 6"/>
                <a:gd name="T23" fmla="*/ 30 h 53"/>
                <a:gd name="T24" fmla="*/ 1 w 6"/>
                <a:gd name="T25" fmla="*/ 36 h 53"/>
                <a:gd name="T26" fmla="*/ 1 w 6"/>
                <a:gd name="T27" fmla="*/ 39 h 53"/>
                <a:gd name="T28" fmla="*/ 1 w 6"/>
                <a:gd name="T29" fmla="*/ 33 h 53"/>
                <a:gd name="T30" fmla="*/ 2 w 6"/>
                <a:gd name="T31" fmla="*/ 23 h 53"/>
                <a:gd name="T32" fmla="*/ 2 w 6"/>
                <a:gd name="T33" fmla="*/ 16 h 53"/>
                <a:gd name="T34" fmla="*/ 2 w 6"/>
                <a:gd name="T35" fmla="*/ 19 h 53"/>
                <a:gd name="T36" fmla="*/ 2 w 6"/>
                <a:gd name="T37" fmla="*/ 25 h 53"/>
                <a:gd name="T38" fmla="*/ 2 w 6"/>
                <a:gd name="T39" fmla="*/ 21 h 53"/>
                <a:gd name="T40" fmla="*/ 2 w 6"/>
                <a:gd name="T41" fmla="*/ 9 h 53"/>
                <a:gd name="T42" fmla="*/ 3 w 6"/>
                <a:gd name="T43" fmla="*/ 8 h 53"/>
                <a:gd name="T44" fmla="*/ 3 w 6"/>
                <a:gd name="T45" fmla="*/ 21 h 53"/>
                <a:gd name="T46" fmla="*/ 3 w 6"/>
                <a:gd name="T47" fmla="*/ 28 h 53"/>
                <a:gd name="T48" fmla="*/ 3 w 6"/>
                <a:gd name="T49" fmla="*/ 23 h 53"/>
                <a:gd name="T50" fmla="*/ 3 w 6"/>
                <a:gd name="T51" fmla="*/ 15 h 53"/>
                <a:gd name="T52" fmla="*/ 3 w 6"/>
                <a:gd name="T53" fmla="*/ 7 h 53"/>
                <a:gd name="T54" fmla="*/ 3 w 6"/>
                <a:gd name="T55" fmla="*/ 0 h 53"/>
                <a:gd name="T56" fmla="*/ 3 w 6"/>
                <a:gd name="T57" fmla="*/ 3 h 53"/>
                <a:gd name="T58" fmla="*/ 3 w 6"/>
                <a:gd name="T59" fmla="*/ 8 h 53"/>
                <a:gd name="T60" fmla="*/ 3 w 6"/>
                <a:gd name="T61" fmla="*/ 5 h 53"/>
                <a:gd name="T62" fmla="*/ 4 w 6"/>
                <a:gd name="T63" fmla="*/ 5 h 53"/>
                <a:gd name="T64" fmla="*/ 4 w 6"/>
                <a:gd name="T65" fmla="*/ 19 h 53"/>
                <a:gd name="T66" fmla="*/ 4 w 6"/>
                <a:gd name="T67" fmla="*/ 37 h 53"/>
                <a:gd name="T68" fmla="*/ 4 w 6"/>
                <a:gd name="T69" fmla="*/ 44 h 53"/>
                <a:gd name="T70" fmla="*/ 4 w 6"/>
                <a:gd name="T71" fmla="*/ 40 h 53"/>
                <a:gd name="T72" fmla="*/ 4 w 6"/>
                <a:gd name="T73" fmla="*/ 40 h 53"/>
                <a:gd name="T74" fmla="*/ 4 w 6"/>
                <a:gd name="T75" fmla="*/ 44 h 53"/>
                <a:gd name="T76" fmla="*/ 4 w 6"/>
                <a:gd name="T77" fmla="*/ 45 h 53"/>
                <a:gd name="T78" fmla="*/ 4 w 6"/>
                <a:gd name="T79" fmla="*/ 43 h 53"/>
                <a:gd name="T80" fmla="*/ 5 w 6"/>
                <a:gd name="T81" fmla="*/ 45 h 53"/>
                <a:gd name="T82" fmla="*/ 5 w 6"/>
                <a:gd name="T83" fmla="*/ 50 h 53"/>
                <a:gd name="T84" fmla="*/ 5 w 6"/>
                <a:gd name="T85" fmla="*/ 53 h 53"/>
                <a:gd name="T86" fmla="*/ 5 w 6"/>
                <a:gd name="T87" fmla="*/ 48 h 53"/>
                <a:gd name="T88" fmla="*/ 5 w 6"/>
                <a:gd name="T89" fmla="*/ 35 h 53"/>
                <a:gd name="T90" fmla="*/ 5 w 6"/>
                <a:gd name="T91" fmla="*/ 29 h 53"/>
                <a:gd name="T92" fmla="*/ 6 w 6"/>
                <a:gd name="T93" fmla="*/ 34 h 53"/>
                <a:gd name="T94" fmla="*/ 6 w 6"/>
                <a:gd name="T95" fmla="*/ 40 h 53"/>
                <a:gd name="T96" fmla="*/ 6 w 6"/>
                <a:gd name="T97" fmla="*/ 38 h 53"/>
                <a:gd name="T98" fmla="*/ 6 w 6"/>
                <a:gd name="T99" fmla="*/ 32 h 53"/>
                <a:gd name="T100" fmla="*/ 6 w 6"/>
                <a:gd name="T101" fmla="*/ 28 h 53"/>
                <a:gd name="T102" fmla="*/ 6 w 6"/>
                <a:gd name="T103" fmla="*/ 3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3">
                  <a:moveTo>
                    <a:pt x="0" y="5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11"/>
                  </a:lnTo>
                  <a:lnTo>
                    <a:pt x="1" y="21"/>
                  </a:lnTo>
                  <a:lnTo>
                    <a:pt x="1" y="30"/>
                  </a:lnTo>
                  <a:lnTo>
                    <a:pt x="1" y="36"/>
                  </a:lnTo>
                  <a:lnTo>
                    <a:pt x="1" y="39"/>
                  </a:lnTo>
                  <a:lnTo>
                    <a:pt x="1" y="33"/>
                  </a:lnTo>
                  <a:lnTo>
                    <a:pt x="2" y="23"/>
                  </a:lnTo>
                  <a:lnTo>
                    <a:pt x="2" y="16"/>
                  </a:lnTo>
                  <a:lnTo>
                    <a:pt x="2" y="19"/>
                  </a:lnTo>
                  <a:lnTo>
                    <a:pt x="2" y="25"/>
                  </a:lnTo>
                  <a:lnTo>
                    <a:pt x="2" y="21"/>
                  </a:lnTo>
                  <a:lnTo>
                    <a:pt x="2" y="9"/>
                  </a:lnTo>
                  <a:lnTo>
                    <a:pt x="3" y="8"/>
                  </a:lnTo>
                  <a:lnTo>
                    <a:pt x="3" y="21"/>
                  </a:lnTo>
                  <a:lnTo>
                    <a:pt x="3" y="28"/>
                  </a:lnTo>
                  <a:lnTo>
                    <a:pt x="3" y="23"/>
                  </a:lnTo>
                  <a:lnTo>
                    <a:pt x="3" y="15"/>
                  </a:lnTo>
                  <a:lnTo>
                    <a:pt x="3" y="7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8"/>
                  </a:lnTo>
                  <a:lnTo>
                    <a:pt x="3" y="5"/>
                  </a:lnTo>
                  <a:lnTo>
                    <a:pt x="4" y="5"/>
                  </a:lnTo>
                  <a:lnTo>
                    <a:pt x="4" y="19"/>
                  </a:lnTo>
                  <a:lnTo>
                    <a:pt x="4" y="37"/>
                  </a:lnTo>
                  <a:lnTo>
                    <a:pt x="4" y="44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4" y="44"/>
                  </a:lnTo>
                  <a:lnTo>
                    <a:pt x="4" y="45"/>
                  </a:lnTo>
                  <a:lnTo>
                    <a:pt x="4" y="43"/>
                  </a:lnTo>
                  <a:lnTo>
                    <a:pt x="5" y="45"/>
                  </a:lnTo>
                  <a:lnTo>
                    <a:pt x="5" y="50"/>
                  </a:lnTo>
                  <a:lnTo>
                    <a:pt x="5" y="53"/>
                  </a:lnTo>
                  <a:lnTo>
                    <a:pt x="5" y="48"/>
                  </a:lnTo>
                  <a:lnTo>
                    <a:pt x="5" y="35"/>
                  </a:lnTo>
                  <a:lnTo>
                    <a:pt x="5" y="29"/>
                  </a:lnTo>
                  <a:lnTo>
                    <a:pt x="6" y="34"/>
                  </a:lnTo>
                  <a:lnTo>
                    <a:pt x="6" y="40"/>
                  </a:lnTo>
                  <a:lnTo>
                    <a:pt x="6" y="38"/>
                  </a:lnTo>
                  <a:lnTo>
                    <a:pt x="6" y="32"/>
                  </a:lnTo>
                  <a:lnTo>
                    <a:pt x="6" y="28"/>
                  </a:lnTo>
                  <a:lnTo>
                    <a:pt x="6" y="3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21" name="Freeform 1027"/>
            <p:cNvSpPr/>
            <p:nvPr/>
          </p:nvSpPr>
          <p:spPr bwMode="auto">
            <a:xfrm>
              <a:off x="3840163" y="4668838"/>
              <a:ext cx="11113" cy="152400"/>
            </a:xfrm>
            <a:custGeom>
              <a:avLst/>
              <a:gdLst>
                <a:gd name="T0" fmla="*/ 0 w 7"/>
                <a:gd name="T1" fmla="*/ 0 h 96"/>
                <a:gd name="T2" fmla="*/ 0 w 7"/>
                <a:gd name="T3" fmla="*/ 5 h 96"/>
                <a:gd name="T4" fmla="*/ 0 w 7"/>
                <a:gd name="T5" fmla="*/ 18 h 96"/>
                <a:gd name="T6" fmla="*/ 0 w 7"/>
                <a:gd name="T7" fmla="*/ 28 h 96"/>
                <a:gd name="T8" fmla="*/ 0 w 7"/>
                <a:gd name="T9" fmla="*/ 32 h 96"/>
                <a:gd name="T10" fmla="*/ 1 w 7"/>
                <a:gd name="T11" fmla="*/ 33 h 96"/>
                <a:gd name="T12" fmla="*/ 1 w 7"/>
                <a:gd name="T13" fmla="*/ 43 h 96"/>
                <a:gd name="T14" fmla="*/ 1 w 7"/>
                <a:gd name="T15" fmla="*/ 59 h 96"/>
                <a:gd name="T16" fmla="*/ 1 w 7"/>
                <a:gd name="T17" fmla="*/ 65 h 96"/>
                <a:gd name="T18" fmla="*/ 1 w 7"/>
                <a:gd name="T19" fmla="*/ 54 h 96"/>
                <a:gd name="T20" fmla="*/ 1 w 7"/>
                <a:gd name="T21" fmla="*/ 42 h 96"/>
                <a:gd name="T22" fmla="*/ 2 w 7"/>
                <a:gd name="T23" fmla="*/ 37 h 96"/>
                <a:gd name="T24" fmla="*/ 2 w 7"/>
                <a:gd name="T25" fmla="*/ 32 h 96"/>
                <a:gd name="T26" fmla="*/ 2 w 7"/>
                <a:gd name="T27" fmla="*/ 32 h 96"/>
                <a:gd name="T28" fmla="*/ 2 w 7"/>
                <a:gd name="T29" fmla="*/ 40 h 96"/>
                <a:gd name="T30" fmla="*/ 2 w 7"/>
                <a:gd name="T31" fmla="*/ 44 h 96"/>
                <a:gd name="T32" fmla="*/ 2 w 7"/>
                <a:gd name="T33" fmla="*/ 38 h 96"/>
                <a:gd name="T34" fmla="*/ 2 w 7"/>
                <a:gd name="T35" fmla="*/ 43 h 96"/>
                <a:gd name="T36" fmla="*/ 2 w 7"/>
                <a:gd name="T37" fmla="*/ 65 h 96"/>
                <a:gd name="T38" fmla="*/ 2 w 7"/>
                <a:gd name="T39" fmla="*/ 87 h 96"/>
                <a:gd name="T40" fmla="*/ 3 w 7"/>
                <a:gd name="T41" fmla="*/ 93 h 96"/>
                <a:gd name="T42" fmla="*/ 3 w 7"/>
                <a:gd name="T43" fmla="*/ 84 h 96"/>
                <a:gd name="T44" fmla="*/ 3 w 7"/>
                <a:gd name="T45" fmla="*/ 70 h 96"/>
                <a:gd name="T46" fmla="*/ 3 w 7"/>
                <a:gd name="T47" fmla="*/ 59 h 96"/>
                <a:gd name="T48" fmla="*/ 3 w 7"/>
                <a:gd name="T49" fmla="*/ 56 h 96"/>
                <a:gd name="T50" fmla="*/ 3 w 7"/>
                <a:gd name="T51" fmla="*/ 60 h 96"/>
                <a:gd name="T52" fmla="*/ 3 w 7"/>
                <a:gd name="T53" fmla="*/ 57 h 96"/>
                <a:gd name="T54" fmla="*/ 3 w 7"/>
                <a:gd name="T55" fmla="*/ 42 h 96"/>
                <a:gd name="T56" fmla="*/ 3 w 7"/>
                <a:gd name="T57" fmla="*/ 29 h 96"/>
                <a:gd name="T58" fmla="*/ 4 w 7"/>
                <a:gd name="T59" fmla="*/ 25 h 96"/>
                <a:gd name="T60" fmla="*/ 4 w 7"/>
                <a:gd name="T61" fmla="*/ 23 h 96"/>
                <a:gd name="T62" fmla="*/ 4 w 7"/>
                <a:gd name="T63" fmla="*/ 23 h 96"/>
                <a:gd name="T64" fmla="*/ 4 w 7"/>
                <a:gd name="T65" fmla="*/ 35 h 96"/>
                <a:gd name="T66" fmla="*/ 4 w 7"/>
                <a:gd name="T67" fmla="*/ 59 h 96"/>
                <a:gd name="T68" fmla="*/ 4 w 7"/>
                <a:gd name="T69" fmla="*/ 80 h 96"/>
                <a:gd name="T70" fmla="*/ 5 w 7"/>
                <a:gd name="T71" fmla="*/ 89 h 96"/>
                <a:gd name="T72" fmla="*/ 5 w 7"/>
                <a:gd name="T73" fmla="*/ 86 h 96"/>
                <a:gd name="T74" fmla="*/ 5 w 7"/>
                <a:gd name="T75" fmla="*/ 79 h 96"/>
                <a:gd name="T76" fmla="*/ 5 w 7"/>
                <a:gd name="T77" fmla="*/ 75 h 96"/>
                <a:gd name="T78" fmla="*/ 5 w 7"/>
                <a:gd name="T79" fmla="*/ 82 h 96"/>
                <a:gd name="T80" fmla="*/ 5 w 7"/>
                <a:gd name="T81" fmla="*/ 94 h 96"/>
                <a:gd name="T82" fmla="*/ 5 w 7"/>
                <a:gd name="T83" fmla="*/ 96 h 96"/>
                <a:gd name="T84" fmla="*/ 5 w 7"/>
                <a:gd name="T85" fmla="*/ 84 h 96"/>
                <a:gd name="T86" fmla="*/ 5 w 7"/>
                <a:gd name="T87" fmla="*/ 75 h 96"/>
                <a:gd name="T88" fmla="*/ 5 w 7"/>
                <a:gd name="T89" fmla="*/ 72 h 96"/>
                <a:gd name="T90" fmla="*/ 6 w 7"/>
                <a:gd name="T91" fmla="*/ 70 h 96"/>
                <a:gd name="T92" fmla="*/ 6 w 7"/>
                <a:gd name="T93" fmla="*/ 72 h 96"/>
                <a:gd name="T94" fmla="*/ 6 w 7"/>
                <a:gd name="T95" fmla="*/ 72 h 96"/>
                <a:gd name="T96" fmla="*/ 6 w 7"/>
                <a:gd name="T97" fmla="*/ 68 h 96"/>
                <a:gd name="T98" fmla="*/ 6 w 7"/>
                <a:gd name="T99" fmla="*/ 64 h 96"/>
                <a:gd name="T100" fmla="*/ 6 w 7"/>
                <a:gd name="T101" fmla="*/ 60 h 96"/>
                <a:gd name="T102" fmla="*/ 7 w 7"/>
                <a:gd name="T103" fmla="*/ 5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6">
                  <a:moveTo>
                    <a:pt x="0" y="0"/>
                  </a:moveTo>
                  <a:lnTo>
                    <a:pt x="0" y="5"/>
                  </a:lnTo>
                  <a:lnTo>
                    <a:pt x="0" y="18"/>
                  </a:lnTo>
                  <a:lnTo>
                    <a:pt x="0" y="28"/>
                  </a:lnTo>
                  <a:lnTo>
                    <a:pt x="0" y="32"/>
                  </a:lnTo>
                  <a:lnTo>
                    <a:pt x="1" y="33"/>
                  </a:lnTo>
                  <a:lnTo>
                    <a:pt x="1" y="43"/>
                  </a:lnTo>
                  <a:lnTo>
                    <a:pt x="1" y="59"/>
                  </a:lnTo>
                  <a:lnTo>
                    <a:pt x="1" y="65"/>
                  </a:lnTo>
                  <a:lnTo>
                    <a:pt x="1" y="54"/>
                  </a:lnTo>
                  <a:lnTo>
                    <a:pt x="1" y="42"/>
                  </a:lnTo>
                  <a:lnTo>
                    <a:pt x="2" y="37"/>
                  </a:lnTo>
                  <a:lnTo>
                    <a:pt x="2" y="32"/>
                  </a:lnTo>
                  <a:lnTo>
                    <a:pt x="2" y="32"/>
                  </a:lnTo>
                  <a:lnTo>
                    <a:pt x="2" y="40"/>
                  </a:lnTo>
                  <a:lnTo>
                    <a:pt x="2" y="44"/>
                  </a:lnTo>
                  <a:lnTo>
                    <a:pt x="2" y="38"/>
                  </a:lnTo>
                  <a:lnTo>
                    <a:pt x="2" y="43"/>
                  </a:lnTo>
                  <a:lnTo>
                    <a:pt x="2" y="65"/>
                  </a:lnTo>
                  <a:lnTo>
                    <a:pt x="2" y="87"/>
                  </a:lnTo>
                  <a:lnTo>
                    <a:pt x="3" y="93"/>
                  </a:lnTo>
                  <a:lnTo>
                    <a:pt x="3" y="84"/>
                  </a:lnTo>
                  <a:lnTo>
                    <a:pt x="3" y="70"/>
                  </a:lnTo>
                  <a:lnTo>
                    <a:pt x="3" y="59"/>
                  </a:lnTo>
                  <a:lnTo>
                    <a:pt x="3" y="56"/>
                  </a:lnTo>
                  <a:lnTo>
                    <a:pt x="3" y="60"/>
                  </a:lnTo>
                  <a:lnTo>
                    <a:pt x="3" y="57"/>
                  </a:lnTo>
                  <a:lnTo>
                    <a:pt x="3" y="42"/>
                  </a:lnTo>
                  <a:lnTo>
                    <a:pt x="3" y="29"/>
                  </a:lnTo>
                  <a:lnTo>
                    <a:pt x="4" y="25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4" y="35"/>
                  </a:lnTo>
                  <a:lnTo>
                    <a:pt x="4" y="59"/>
                  </a:lnTo>
                  <a:lnTo>
                    <a:pt x="4" y="80"/>
                  </a:lnTo>
                  <a:lnTo>
                    <a:pt x="5" y="89"/>
                  </a:lnTo>
                  <a:lnTo>
                    <a:pt x="5" y="86"/>
                  </a:lnTo>
                  <a:lnTo>
                    <a:pt x="5" y="79"/>
                  </a:lnTo>
                  <a:lnTo>
                    <a:pt x="5" y="75"/>
                  </a:lnTo>
                  <a:lnTo>
                    <a:pt x="5" y="82"/>
                  </a:lnTo>
                  <a:lnTo>
                    <a:pt x="5" y="94"/>
                  </a:lnTo>
                  <a:lnTo>
                    <a:pt x="5" y="96"/>
                  </a:lnTo>
                  <a:lnTo>
                    <a:pt x="5" y="84"/>
                  </a:lnTo>
                  <a:lnTo>
                    <a:pt x="5" y="75"/>
                  </a:lnTo>
                  <a:lnTo>
                    <a:pt x="5" y="72"/>
                  </a:lnTo>
                  <a:lnTo>
                    <a:pt x="6" y="70"/>
                  </a:lnTo>
                  <a:lnTo>
                    <a:pt x="6" y="72"/>
                  </a:lnTo>
                  <a:lnTo>
                    <a:pt x="6" y="72"/>
                  </a:lnTo>
                  <a:lnTo>
                    <a:pt x="6" y="68"/>
                  </a:lnTo>
                  <a:lnTo>
                    <a:pt x="6" y="64"/>
                  </a:lnTo>
                  <a:lnTo>
                    <a:pt x="6" y="60"/>
                  </a:lnTo>
                  <a:lnTo>
                    <a:pt x="7" y="5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22" name="Freeform 1028"/>
            <p:cNvSpPr/>
            <p:nvPr/>
          </p:nvSpPr>
          <p:spPr bwMode="auto">
            <a:xfrm>
              <a:off x="3849688" y="4689476"/>
              <a:ext cx="11113" cy="112713"/>
            </a:xfrm>
            <a:custGeom>
              <a:avLst/>
              <a:gdLst>
                <a:gd name="T0" fmla="*/ 0 w 7"/>
                <a:gd name="T1" fmla="*/ 47 h 71"/>
                <a:gd name="T2" fmla="*/ 1 w 7"/>
                <a:gd name="T3" fmla="*/ 37 h 71"/>
                <a:gd name="T4" fmla="*/ 1 w 7"/>
                <a:gd name="T5" fmla="*/ 24 h 71"/>
                <a:gd name="T6" fmla="*/ 1 w 7"/>
                <a:gd name="T7" fmla="*/ 20 h 71"/>
                <a:gd name="T8" fmla="*/ 1 w 7"/>
                <a:gd name="T9" fmla="*/ 26 h 71"/>
                <a:gd name="T10" fmla="*/ 1 w 7"/>
                <a:gd name="T11" fmla="*/ 35 h 71"/>
                <a:gd name="T12" fmla="*/ 1 w 7"/>
                <a:gd name="T13" fmla="*/ 45 h 71"/>
                <a:gd name="T14" fmla="*/ 1 w 7"/>
                <a:gd name="T15" fmla="*/ 57 h 71"/>
                <a:gd name="T16" fmla="*/ 1 w 7"/>
                <a:gd name="T17" fmla="*/ 67 h 71"/>
                <a:gd name="T18" fmla="*/ 1 w 7"/>
                <a:gd name="T19" fmla="*/ 67 h 71"/>
                <a:gd name="T20" fmla="*/ 2 w 7"/>
                <a:gd name="T21" fmla="*/ 66 h 71"/>
                <a:gd name="T22" fmla="*/ 2 w 7"/>
                <a:gd name="T23" fmla="*/ 71 h 71"/>
                <a:gd name="T24" fmla="*/ 2 w 7"/>
                <a:gd name="T25" fmla="*/ 70 h 71"/>
                <a:gd name="T26" fmla="*/ 2 w 7"/>
                <a:gd name="T27" fmla="*/ 58 h 71"/>
                <a:gd name="T28" fmla="*/ 2 w 7"/>
                <a:gd name="T29" fmla="*/ 47 h 71"/>
                <a:gd name="T30" fmla="*/ 2 w 7"/>
                <a:gd name="T31" fmla="*/ 39 h 71"/>
                <a:gd name="T32" fmla="*/ 2 w 7"/>
                <a:gd name="T33" fmla="*/ 25 h 71"/>
                <a:gd name="T34" fmla="*/ 2 w 7"/>
                <a:gd name="T35" fmla="*/ 11 h 71"/>
                <a:gd name="T36" fmla="*/ 2 w 7"/>
                <a:gd name="T37" fmla="*/ 3 h 71"/>
                <a:gd name="T38" fmla="*/ 3 w 7"/>
                <a:gd name="T39" fmla="*/ 0 h 71"/>
                <a:gd name="T40" fmla="*/ 3 w 7"/>
                <a:gd name="T41" fmla="*/ 3 h 71"/>
                <a:gd name="T42" fmla="*/ 3 w 7"/>
                <a:gd name="T43" fmla="*/ 10 h 71"/>
                <a:gd name="T44" fmla="*/ 3 w 7"/>
                <a:gd name="T45" fmla="*/ 19 h 71"/>
                <a:gd name="T46" fmla="*/ 3 w 7"/>
                <a:gd name="T47" fmla="*/ 23 h 71"/>
                <a:gd name="T48" fmla="*/ 3 w 7"/>
                <a:gd name="T49" fmla="*/ 21 h 71"/>
                <a:gd name="T50" fmla="*/ 4 w 7"/>
                <a:gd name="T51" fmla="*/ 17 h 71"/>
                <a:gd name="T52" fmla="*/ 4 w 7"/>
                <a:gd name="T53" fmla="*/ 19 h 71"/>
                <a:gd name="T54" fmla="*/ 4 w 7"/>
                <a:gd name="T55" fmla="*/ 23 h 71"/>
                <a:gd name="T56" fmla="*/ 4 w 7"/>
                <a:gd name="T57" fmla="*/ 31 h 71"/>
                <a:gd name="T58" fmla="*/ 4 w 7"/>
                <a:gd name="T59" fmla="*/ 36 h 71"/>
                <a:gd name="T60" fmla="*/ 4 w 7"/>
                <a:gd name="T61" fmla="*/ 31 h 71"/>
                <a:gd name="T62" fmla="*/ 4 w 7"/>
                <a:gd name="T63" fmla="*/ 19 h 71"/>
                <a:gd name="T64" fmla="*/ 4 w 7"/>
                <a:gd name="T65" fmla="*/ 16 h 71"/>
                <a:gd name="T66" fmla="*/ 4 w 7"/>
                <a:gd name="T67" fmla="*/ 22 h 71"/>
                <a:gd name="T68" fmla="*/ 5 w 7"/>
                <a:gd name="T69" fmla="*/ 24 h 71"/>
                <a:gd name="T70" fmla="*/ 5 w 7"/>
                <a:gd name="T71" fmla="*/ 19 h 71"/>
                <a:gd name="T72" fmla="*/ 5 w 7"/>
                <a:gd name="T73" fmla="*/ 17 h 71"/>
                <a:gd name="T74" fmla="*/ 5 w 7"/>
                <a:gd name="T75" fmla="*/ 19 h 71"/>
                <a:gd name="T76" fmla="*/ 5 w 7"/>
                <a:gd name="T77" fmla="*/ 20 h 71"/>
                <a:gd name="T78" fmla="*/ 5 w 7"/>
                <a:gd name="T79" fmla="*/ 19 h 71"/>
                <a:gd name="T80" fmla="*/ 6 w 7"/>
                <a:gd name="T81" fmla="*/ 17 h 71"/>
                <a:gd name="T82" fmla="*/ 6 w 7"/>
                <a:gd name="T83" fmla="*/ 19 h 71"/>
                <a:gd name="T84" fmla="*/ 6 w 7"/>
                <a:gd name="T85" fmla="*/ 26 h 71"/>
                <a:gd name="T86" fmla="*/ 6 w 7"/>
                <a:gd name="T87" fmla="*/ 34 h 71"/>
                <a:gd name="T88" fmla="*/ 6 w 7"/>
                <a:gd name="T89" fmla="*/ 39 h 71"/>
                <a:gd name="T90" fmla="*/ 6 w 7"/>
                <a:gd name="T91" fmla="*/ 37 h 71"/>
                <a:gd name="T92" fmla="*/ 6 w 7"/>
                <a:gd name="T93" fmla="*/ 32 h 71"/>
                <a:gd name="T94" fmla="*/ 6 w 7"/>
                <a:gd name="T95" fmla="*/ 27 h 71"/>
                <a:gd name="T96" fmla="*/ 6 w 7"/>
                <a:gd name="T97" fmla="*/ 20 h 71"/>
                <a:gd name="T98" fmla="*/ 7 w 7"/>
                <a:gd name="T99" fmla="*/ 17 h 71"/>
                <a:gd name="T100" fmla="*/ 7 w 7"/>
                <a:gd name="T101" fmla="*/ 23 h 71"/>
                <a:gd name="T102" fmla="*/ 7 w 7"/>
                <a:gd name="T103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1">
                  <a:moveTo>
                    <a:pt x="0" y="47"/>
                  </a:moveTo>
                  <a:lnTo>
                    <a:pt x="1" y="37"/>
                  </a:lnTo>
                  <a:lnTo>
                    <a:pt x="1" y="24"/>
                  </a:lnTo>
                  <a:lnTo>
                    <a:pt x="1" y="20"/>
                  </a:lnTo>
                  <a:lnTo>
                    <a:pt x="1" y="26"/>
                  </a:lnTo>
                  <a:lnTo>
                    <a:pt x="1" y="35"/>
                  </a:lnTo>
                  <a:lnTo>
                    <a:pt x="1" y="45"/>
                  </a:lnTo>
                  <a:lnTo>
                    <a:pt x="1" y="57"/>
                  </a:lnTo>
                  <a:lnTo>
                    <a:pt x="1" y="67"/>
                  </a:lnTo>
                  <a:lnTo>
                    <a:pt x="1" y="67"/>
                  </a:lnTo>
                  <a:lnTo>
                    <a:pt x="2" y="66"/>
                  </a:lnTo>
                  <a:lnTo>
                    <a:pt x="2" y="71"/>
                  </a:lnTo>
                  <a:lnTo>
                    <a:pt x="2" y="70"/>
                  </a:lnTo>
                  <a:lnTo>
                    <a:pt x="2" y="58"/>
                  </a:lnTo>
                  <a:lnTo>
                    <a:pt x="2" y="47"/>
                  </a:lnTo>
                  <a:lnTo>
                    <a:pt x="2" y="39"/>
                  </a:lnTo>
                  <a:lnTo>
                    <a:pt x="2" y="25"/>
                  </a:lnTo>
                  <a:lnTo>
                    <a:pt x="2" y="11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10"/>
                  </a:lnTo>
                  <a:lnTo>
                    <a:pt x="3" y="19"/>
                  </a:lnTo>
                  <a:lnTo>
                    <a:pt x="3" y="23"/>
                  </a:lnTo>
                  <a:lnTo>
                    <a:pt x="3" y="21"/>
                  </a:lnTo>
                  <a:lnTo>
                    <a:pt x="4" y="17"/>
                  </a:lnTo>
                  <a:lnTo>
                    <a:pt x="4" y="19"/>
                  </a:lnTo>
                  <a:lnTo>
                    <a:pt x="4" y="23"/>
                  </a:lnTo>
                  <a:lnTo>
                    <a:pt x="4" y="31"/>
                  </a:lnTo>
                  <a:lnTo>
                    <a:pt x="4" y="36"/>
                  </a:lnTo>
                  <a:lnTo>
                    <a:pt x="4" y="31"/>
                  </a:lnTo>
                  <a:lnTo>
                    <a:pt x="4" y="19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5" y="24"/>
                  </a:lnTo>
                  <a:lnTo>
                    <a:pt x="5" y="19"/>
                  </a:lnTo>
                  <a:lnTo>
                    <a:pt x="5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6" y="17"/>
                  </a:lnTo>
                  <a:lnTo>
                    <a:pt x="6" y="19"/>
                  </a:lnTo>
                  <a:lnTo>
                    <a:pt x="6" y="26"/>
                  </a:lnTo>
                  <a:lnTo>
                    <a:pt x="6" y="34"/>
                  </a:lnTo>
                  <a:lnTo>
                    <a:pt x="6" y="39"/>
                  </a:lnTo>
                  <a:lnTo>
                    <a:pt x="6" y="37"/>
                  </a:lnTo>
                  <a:lnTo>
                    <a:pt x="6" y="32"/>
                  </a:lnTo>
                  <a:lnTo>
                    <a:pt x="6" y="27"/>
                  </a:lnTo>
                  <a:lnTo>
                    <a:pt x="6" y="20"/>
                  </a:lnTo>
                  <a:lnTo>
                    <a:pt x="7" y="17"/>
                  </a:lnTo>
                  <a:lnTo>
                    <a:pt x="7" y="23"/>
                  </a:lnTo>
                  <a:lnTo>
                    <a:pt x="7" y="3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23" name="Freeform 1029"/>
            <p:cNvSpPr/>
            <p:nvPr/>
          </p:nvSpPr>
          <p:spPr bwMode="auto">
            <a:xfrm>
              <a:off x="3860800" y="4643438"/>
              <a:ext cx="9525" cy="127000"/>
            </a:xfrm>
            <a:custGeom>
              <a:avLst/>
              <a:gdLst>
                <a:gd name="T0" fmla="*/ 0 w 6"/>
                <a:gd name="T1" fmla="*/ 52 h 80"/>
                <a:gd name="T2" fmla="*/ 0 w 6"/>
                <a:gd name="T3" fmla="*/ 64 h 80"/>
                <a:gd name="T4" fmla="*/ 0 w 6"/>
                <a:gd name="T5" fmla="*/ 68 h 80"/>
                <a:gd name="T6" fmla="*/ 0 w 6"/>
                <a:gd name="T7" fmla="*/ 61 h 80"/>
                <a:gd name="T8" fmla="*/ 0 w 6"/>
                <a:gd name="T9" fmla="*/ 56 h 80"/>
                <a:gd name="T10" fmla="*/ 0 w 6"/>
                <a:gd name="T11" fmla="*/ 60 h 80"/>
                <a:gd name="T12" fmla="*/ 0 w 6"/>
                <a:gd name="T13" fmla="*/ 71 h 80"/>
                <a:gd name="T14" fmla="*/ 0 w 6"/>
                <a:gd name="T15" fmla="*/ 80 h 80"/>
                <a:gd name="T16" fmla="*/ 1 w 6"/>
                <a:gd name="T17" fmla="*/ 75 h 80"/>
                <a:gd name="T18" fmla="*/ 1 w 6"/>
                <a:gd name="T19" fmla="*/ 58 h 80"/>
                <a:gd name="T20" fmla="*/ 1 w 6"/>
                <a:gd name="T21" fmla="*/ 42 h 80"/>
                <a:gd name="T22" fmla="*/ 1 w 6"/>
                <a:gd name="T23" fmla="*/ 43 h 80"/>
                <a:gd name="T24" fmla="*/ 1 w 6"/>
                <a:gd name="T25" fmla="*/ 53 h 80"/>
                <a:gd name="T26" fmla="*/ 1 w 6"/>
                <a:gd name="T27" fmla="*/ 54 h 80"/>
                <a:gd name="T28" fmla="*/ 1 w 6"/>
                <a:gd name="T29" fmla="*/ 46 h 80"/>
                <a:gd name="T30" fmla="*/ 2 w 6"/>
                <a:gd name="T31" fmla="*/ 44 h 80"/>
                <a:gd name="T32" fmla="*/ 2 w 6"/>
                <a:gd name="T33" fmla="*/ 51 h 80"/>
                <a:gd name="T34" fmla="*/ 2 w 6"/>
                <a:gd name="T35" fmla="*/ 55 h 80"/>
                <a:gd name="T36" fmla="*/ 2 w 6"/>
                <a:gd name="T37" fmla="*/ 53 h 80"/>
                <a:gd name="T38" fmla="*/ 2 w 6"/>
                <a:gd name="T39" fmla="*/ 47 h 80"/>
                <a:gd name="T40" fmla="*/ 2 w 6"/>
                <a:gd name="T41" fmla="*/ 48 h 80"/>
                <a:gd name="T42" fmla="*/ 2 w 6"/>
                <a:gd name="T43" fmla="*/ 60 h 80"/>
                <a:gd name="T44" fmla="*/ 2 w 6"/>
                <a:gd name="T45" fmla="*/ 73 h 80"/>
                <a:gd name="T46" fmla="*/ 2 w 6"/>
                <a:gd name="T47" fmla="*/ 73 h 80"/>
                <a:gd name="T48" fmla="*/ 3 w 6"/>
                <a:gd name="T49" fmla="*/ 68 h 80"/>
                <a:gd name="T50" fmla="*/ 3 w 6"/>
                <a:gd name="T51" fmla="*/ 66 h 80"/>
                <a:gd name="T52" fmla="*/ 3 w 6"/>
                <a:gd name="T53" fmla="*/ 67 h 80"/>
                <a:gd name="T54" fmla="*/ 3 w 6"/>
                <a:gd name="T55" fmla="*/ 63 h 80"/>
                <a:gd name="T56" fmla="*/ 3 w 6"/>
                <a:gd name="T57" fmla="*/ 58 h 80"/>
                <a:gd name="T58" fmla="*/ 3 w 6"/>
                <a:gd name="T59" fmla="*/ 57 h 80"/>
                <a:gd name="T60" fmla="*/ 4 w 6"/>
                <a:gd name="T61" fmla="*/ 53 h 80"/>
                <a:gd name="T62" fmla="*/ 4 w 6"/>
                <a:gd name="T63" fmla="*/ 46 h 80"/>
                <a:gd name="T64" fmla="*/ 4 w 6"/>
                <a:gd name="T65" fmla="*/ 44 h 80"/>
                <a:gd name="T66" fmla="*/ 4 w 6"/>
                <a:gd name="T67" fmla="*/ 47 h 80"/>
                <a:gd name="T68" fmla="*/ 4 w 6"/>
                <a:gd name="T69" fmla="*/ 44 h 80"/>
                <a:gd name="T70" fmla="*/ 4 w 6"/>
                <a:gd name="T71" fmla="*/ 38 h 80"/>
                <a:gd name="T72" fmla="*/ 4 w 6"/>
                <a:gd name="T73" fmla="*/ 39 h 80"/>
                <a:gd name="T74" fmla="*/ 4 w 6"/>
                <a:gd name="T75" fmla="*/ 47 h 80"/>
                <a:gd name="T76" fmla="*/ 4 w 6"/>
                <a:gd name="T77" fmla="*/ 50 h 80"/>
                <a:gd name="T78" fmla="*/ 5 w 6"/>
                <a:gd name="T79" fmla="*/ 54 h 80"/>
                <a:gd name="T80" fmla="*/ 5 w 6"/>
                <a:gd name="T81" fmla="*/ 59 h 80"/>
                <a:gd name="T82" fmla="*/ 5 w 6"/>
                <a:gd name="T83" fmla="*/ 58 h 80"/>
                <a:gd name="T84" fmla="*/ 5 w 6"/>
                <a:gd name="T85" fmla="*/ 53 h 80"/>
                <a:gd name="T86" fmla="*/ 5 w 6"/>
                <a:gd name="T87" fmla="*/ 59 h 80"/>
                <a:gd name="T88" fmla="*/ 5 w 6"/>
                <a:gd name="T89" fmla="*/ 72 h 80"/>
                <a:gd name="T90" fmla="*/ 5 w 6"/>
                <a:gd name="T91" fmla="*/ 70 h 80"/>
                <a:gd name="T92" fmla="*/ 5 w 6"/>
                <a:gd name="T93" fmla="*/ 49 h 80"/>
                <a:gd name="T94" fmla="*/ 5 w 6"/>
                <a:gd name="T95" fmla="*/ 32 h 80"/>
                <a:gd name="T96" fmla="*/ 6 w 6"/>
                <a:gd name="T97" fmla="*/ 23 h 80"/>
                <a:gd name="T98" fmla="*/ 6 w 6"/>
                <a:gd name="T99" fmla="*/ 12 h 80"/>
                <a:gd name="T100" fmla="*/ 6 w 6"/>
                <a:gd name="T101" fmla="*/ 2 h 80"/>
                <a:gd name="T102" fmla="*/ 6 w 6"/>
                <a:gd name="T10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0">
                  <a:moveTo>
                    <a:pt x="0" y="52"/>
                  </a:moveTo>
                  <a:lnTo>
                    <a:pt x="0" y="64"/>
                  </a:lnTo>
                  <a:lnTo>
                    <a:pt x="0" y="68"/>
                  </a:lnTo>
                  <a:lnTo>
                    <a:pt x="0" y="61"/>
                  </a:lnTo>
                  <a:lnTo>
                    <a:pt x="0" y="56"/>
                  </a:lnTo>
                  <a:lnTo>
                    <a:pt x="0" y="60"/>
                  </a:lnTo>
                  <a:lnTo>
                    <a:pt x="0" y="71"/>
                  </a:lnTo>
                  <a:lnTo>
                    <a:pt x="0" y="80"/>
                  </a:lnTo>
                  <a:lnTo>
                    <a:pt x="1" y="75"/>
                  </a:lnTo>
                  <a:lnTo>
                    <a:pt x="1" y="58"/>
                  </a:lnTo>
                  <a:lnTo>
                    <a:pt x="1" y="42"/>
                  </a:lnTo>
                  <a:lnTo>
                    <a:pt x="1" y="43"/>
                  </a:lnTo>
                  <a:lnTo>
                    <a:pt x="1" y="53"/>
                  </a:lnTo>
                  <a:lnTo>
                    <a:pt x="1" y="54"/>
                  </a:lnTo>
                  <a:lnTo>
                    <a:pt x="1" y="46"/>
                  </a:lnTo>
                  <a:lnTo>
                    <a:pt x="2" y="44"/>
                  </a:lnTo>
                  <a:lnTo>
                    <a:pt x="2" y="51"/>
                  </a:lnTo>
                  <a:lnTo>
                    <a:pt x="2" y="55"/>
                  </a:lnTo>
                  <a:lnTo>
                    <a:pt x="2" y="53"/>
                  </a:lnTo>
                  <a:lnTo>
                    <a:pt x="2" y="47"/>
                  </a:lnTo>
                  <a:lnTo>
                    <a:pt x="2" y="48"/>
                  </a:lnTo>
                  <a:lnTo>
                    <a:pt x="2" y="60"/>
                  </a:lnTo>
                  <a:lnTo>
                    <a:pt x="2" y="73"/>
                  </a:lnTo>
                  <a:lnTo>
                    <a:pt x="2" y="73"/>
                  </a:lnTo>
                  <a:lnTo>
                    <a:pt x="3" y="68"/>
                  </a:lnTo>
                  <a:lnTo>
                    <a:pt x="3" y="66"/>
                  </a:lnTo>
                  <a:lnTo>
                    <a:pt x="3" y="67"/>
                  </a:lnTo>
                  <a:lnTo>
                    <a:pt x="3" y="63"/>
                  </a:lnTo>
                  <a:lnTo>
                    <a:pt x="3" y="58"/>
                  </a:lnTo>
                  <a:lnTo>
                    <a:pt x="3" y="57"/>
                  </a:lnTo>
                  <a:lnTo>
                    <a:pt x="4" y="53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4" y="47"/>
                  </a:lnTo>
                  <a:lnTo>
                    <a:pt x="4" y="44"/>
                  </a:lnTo>
                  <a:lnTo>
                    <a:pt x="4" y="38"/>
                  </a:lnTo>
                  <a:lnTo>
                    <a:pt x="4" y="39"/>
                  </a:lnTo>
                  <a:lnTo>
                    <a:pt x="4" y="47"/>
                  </a:lnTo>
                  <a:lnTo>
                    <a:pt x="4" y="50"/>
                  </a:lnTo>
                  <a:lnTo>
                    <a:pt x="5" y="54"/>
                  </a:lnTo>
                  <a:lnTo>
                    <a:pt x="5" y="59"/>
                  </a:lnTo>
                  <a:lnTo>
                    <a:pt x="5" y="58"/>
                  </a:lnTo>
                  <a:lnTo>
                    <a:pt x="5" y="53"/>
                  </a:lnTo>
                  <a:lnTo>
                    <a:pt x="5" y="59"/>
                  </a:lnTo>
                  <a:lnTo>
                    <a:pt x="5" y="72"/>
                  </a:lnTo>
                  <a:lnTo>
                    <a:pt x="5" y="70"/>
                  </a:lnTo>
                  <a:lnTo>
                    <a:pt x="5" y="49"/>
                  </a:lnTo>
                  <a:lnTo>
                    <a:pt x="5" y="32"/>
                  </a:lnTo>
                  <a:lnTo>
                    <a:pt x="6" y="23"/>
                  </a:lnTo>
                  <a:lnTo>
                    <a:pt x="6" y="12"/>
                  </a:lnTo>
                  <a:lnTo>
                    <a:pt x="6" y="2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24" name="Freeform 1030"/>
            <p:cNvSpPr/>
            <p:nvPr/>
          </p:nvSpPr>
          <p:spPr bwMode="auto">
            <a:xfrm>
              <a:off x="3870325" y="4586288"/>
              <a:ext cx="9525" cy="169863"/>
            </a:xfrm>
            <a:custGeom>
              <a:avLst/>
              <a:gdLst>
                <a:gd name="T0" fmla="*/ 0 w 6"/>
                <a:gd name="T1" fmla="*/ 38 h 107"/>
                <a:gd name="T2" fmla="*/ 0 w 6"/>
                <a:gd name="T3" fmla="*/ 36 h 107"/>
                <a:gd name="T4" fmla="*/ 0 w 6"/>
                <a:gd name="T5" fmla="*/ 39 h 107"/>
                <a:gd name="T6" fmla="*/ 0 w 6"/>
                <a:gd name="T7" fmla="*/ 47 h 107"/>
                <a:gd name="T8" fmla="*/ 1 w 6"/>
                <a:gd name="T9" fmla="*/ 66 h 107"/>
                <a:gd name="T10" fmla="*/ 1 w 6"/>
                <a:gd name="T11" fmla="*/ 87 h 107"/>
                <a:gd name="T12" fmla="*/ 1 w 6"/>
                <a:gd name="T13" fmla="*/ 98 h 107"/>
                <a:gd name="T14" fmla="*/ 1 w 6"/>
                <a:gd name="T15" fmla="*/ 102 h 107"/>
                <a:gd name="T16" fmla="*/ 1 w 6"/>
                <a:gd name="T17" fmla="*/ 106 h 107"/>
                <a:gd name="T18" fmla="*/ 1 w 6"/>
                <a:gd name="T19" fmla="*/ 107 h 107"/>
                <a:gd name="T20" fmla="*/ 1 w 6"/>
                <a:gd name="T21" fmla="*/ 96 h 107"/>
                <a:gd name="T22" fmla="*/ 1 w 6"/>
                <a:gd name="T23" fmla="*/ 74 h 107"/>
                <a:gd name="T24" fmla="*/ 1 w 6"/>
                <a:gd name="T25" fmla="*/ 50 h 107"/>
                <a:gd name="T26" fmla="*/ 2 w 6"/>
                <a:gd name="T27" fmla="*/ 38 h 107"/>
                <a:gd name="T28" fmla="*/ 2 w 6"/>
                <a:gd name="T29" fmla="*/ 42 h 107"/>
                <a:gd name="T30" fmla="*/ 2 w 6"/>
                <a:gd name="T31" fmla="*/ 48 h 107"/>
                <a:gd name="T32" fmla="*/ 2 w 6"/>
                <a:gd name="T33" fmla="*/ 46 h 107"/>
                <a:gd name="T34" fmla="*/ 2 w 6"/>
                <a:gd name="T35" fmla="*/ 39 h 107"/>
                <a:gd name="T36" fmla="*/ 2 w 6"/>
                <a:gd name="T37" fmla="*/ 38 h 107"/>
                <a:gd name="T38" fmla="*/ 3 w 6"/>
                <a:gd name="T39" fmla="*/ 40 h 107"/>
                <a:gd name="T40" fmla="*/ 3 w 6"/>
                <a:gd name="T41" fmla="*/ 35 h 107"/>
                <a:gd name="T42" fmla="*/ 3 w 6"/>
                <a:gd name="T43" fmla="*/ 29 h 107"/>
                <a:gd name="T44" fmla="*/ 3 w 6"/>
                <a:gd name="T45" fmla="*/ 28 h 107"/>
                <a:gd name="T46" fmla="*/ 3 w 6"/>
                <a:gd name="T47" fmla="*/ 30 h 107"/>
                <a:gd name="T48" fmla="*/ 3 w 6"/>
                <a:gd name="T49" fmla="*/ 38 h 107"/>
                <a:gd name="T50" fmla="*/ 3 w 6"/>
                <a:gd name="T51" fmla="*/ 53 h 107"/>
                <a:gd name="T52" fmla="*/ 3 w 6"/>
                <a:gd name="T53" fmla="*/ 67 h 107"/>
                <a:gd name="T54" fmla="*/ 3 w 6"/>
                <a:gd name="T55" fmla="*/ 70 h 107"/>
                <a:gd name="T56" fmla="*/ 3 w 6"/>
                <a:gd name="T57" fmla="*/ 64 h 107"/>
                <a:gd name="T58" fmla="*/ 4 w 6"/>
                <a:gd name="T59" fmla="*/ 53 h 107"/>
                <a:gd name="T60" fmla="*/ 4 w 6"/>
                <a:gd name="T61" fmla="*/ 37 h 107"/>
                <a:gd name="T62" fmla="*/ 4 w 6"/>
                <a:gd name="T63" fmla="*/ 21 h 107"/>
                <a:gd name="T64" fmla="*/ 4 w 6"/>
                <a:gd name="T65" fmla="*/ 14 h 107"/>
                <a:gd name="T66" fmla="*/ 4 w 6"/>
                <a:gd name="T67" fmla="*/ 11 h 107"/>
                <a:gd name="T68" fmla="*/ 4 w 6"/>
                <a:gd name="T69" fmla="*/ 13 h 107"/>
                <a:gd name="T70" fmla="*/ 4 w 6"/>
                <a:gd name="T71" fmla="*/ 19 h 107"/>
                <a:gd name="T72" fmla="*/ 4 w 6"/>
                <a:gd name="T73" fmla="*/ 25 h 107"/>
                <a:gd name="T74" fmla="*/ 4 w 6"/>
                <a:gd name="T75" fmla="*/ 26 h 107"/>
                <a:gd name="T76" fmla="*/ 5 w 6"/>
                <a:gd name="T77" fmla="*/ 27 h 107"/>
                <a:gd name="T78" fmla="*/ 5 w 6"/>
                <a:gd name="T79" fmla="*/ 32 h 107"/>
                <a:gd name="T80" fmla="*/ 5 w 6"/>
                <a:gd name="T81" fmla="*/ 33 h 107"/>
                <a:gd name="T82" fmla="*/ 5 w 6"/>
                <a:gd name="T83" fmla="*/ 28 h 107"/>
                <a:gd name="T84" fmla="*/ 5 w 6"/>
                <a:gd name="T85" fmla="*/ 25 h 107"/>
                <a:gd name="T86" fmla="*/ 5 w 6"/>
                <a:gd name="T87" fmla="*/ 25 h 107"/>
                <a:gd name="T88" fmla="*/ 6 w 6"/>
                <a:gd name="T89" fmla="*/ 17 h 107"/>
                <a:gd name="T90" fmla="*/ 6 w 6"/>
                <a:gd name="T91" fmla="*/ 5 h 107"/>
                <a:gd name="T92" fmla="*/ 6 w 6"/>
                <a:gd name="T93" fmla="*/ 0 h 107"/>
                <a:gd name="T94" fmla="*/ 6 w 6"/>
                <a:gd name="T95" fmla="*/ 0 h 107"/>
                <a:gd name="T96" fmla="*/ 6 w 6"/>
                <a:gd name="T97" fmla="*/ 4 h 107"/>
                <a:gd name="T98" fmla="*/ 6 w 6"/>
                <a:gd name="T99" fmla="*/ 20 h 107"/>
                <a:gd name="T100" fmla="*/ 6 w 6"/>
                <a:gd name="T101" fmla="*/ 41 h 107"/>
                <a:gd name="T102" fmla="*/ 6 w 6"/>
                <a:gd name="T103" fmla="*/ 4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07">
                  <a:moveTo>
                    <a:pt x="0" y="38"/>
                  </a:moveTo>
                  <a:lnTo>
                    <a:pt x="0" y="36"/>
                  </a:lnTo>
                  <a:lnTo>
                    <a:pt x="0" y="39"/>
                  </a:lnTo>
                  <a:lnTo>
                    <a:pt x="0" y="47"/>
                  </a:lnTo>
                  <a:lnTo>
                    <a:pt x="1" y="66"/>
                  </a:lnTo>
                  <a:lnTo>
                    <a:pt x="1" y="87"/>
                  </a:lnTo>
                  <a:lnTo>
                    <a:pt x="1" y="98"/>
                  </a:lnTo>
                  <a:lnTo>
                    <a:pt x="1" y="102"/>
                  </a:lnTo>
                  <a:lnTo>
                    <a:pt x="1" y="106"/>
                  </a:lnTo>
                  <a:lnTo>
                    <a:pt x="1" y="107"/>
                  </a:lnTo>
                  <a:lnTo>
                    <a:pt x="1" y="96"/>
                  </a:lnTo>
                  <a:lnTo>
                    <a:pt x="1" y="74"/>
                  </a:lnTo>
                  <a:lnTo>
                    <a:pt x="1" y="50"/>
                  </a:lnTo>
                  <a:lnTo>
                    <a:pt x="2" y="38"/>
                  </a:lnTo>
                  <a:lnTo>
                    <a:pt x="2" y="42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2" y="39"/>
                  </a:lnTo>
                  <a:lnTo>
                    <a:pt x="2" y="38"/>
                  </a:lnTo>
                  <a:lnTo>
                    <a:pt x="3" y="40"/>
                  </a:lnTo>
                  <a:lnTo>
                    <a:pt x="3" y="35"/>
                  </a:lnTo>
                  <a:lnTo>
                    <a:pt x="3" y="29"/>
                  </a:lnTo>
                  <a:lnTo>
                    <a:pt x="3" y="28"/>
                  </a:lnTo>
                  <a:lnTo>
                    <a:pt x="3" y="30"/>
                  </a:lnTo>
                  <a:lnTo>
                    <a:pt x="3" y="38"/>
                  </a:lnTo>
                  <a:lnTo>
                    <a:pt x="3" y="53"/>
                  </a:lnTo>
                  <a:lnTo>
                    <a:pt x="3" y="67"/>
                  </a:lnTo>
                  <a:lnTo>
                    <a:pt x="3" y="70"/>
                  </a:lnTo>
                  <a:lnTo>
                    <a:pt x="3" y="64"/>
                  </a:lnTo>
                  <a:lnTo>
                    <a:pt x="4" y="53"/>
                  </a:lnTo>
                  <a:lnTo>
                    <a:pt x="4" y="37"/>
                  </a:lnTo>
                  <a:lnTo>
                    <a:pt x="4" y="21"/>
                  </a:lnTo>
                  <a:lnTo>
                    <a:pt x="4" y="14"/>
                  </a:lnTo>
                  <a:lnTo>
                    <a:pt x="4" y="11"/>
                  </a:lnTo>
                  <a:lnTo>
                    <a:pt x="4" y="13"/>
                  </a:lnTo>
                  <a:lnTo>
                    <a:pt x="4" y="19"/>
                  </a:lnTo>
                  <a:lnTo>
                    <a:pt x="4" y="25"/>
                  </a:lnTo>
                  <a:lnTo>
                    <a:pt x="4" y="26"/>
                  </a:lnTo>
                  <a:lnTo>
                    <a:pt x="5" y="27"/>
                  </a:lnTo>
                  <a:lnTo>
                    <a:pt x="5" y="32"/>
                  </a:lnTo>
                  <a:lnTo>
                    <a:pt x="5" y="33"/>
                  </a:lnTo>
                  <a:lnTo>
                    <a:pt x="5" y="28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6" y="17"/>
                  </a:lnTo>
                  <a:lnTo>
                    <a:pt x="6" y="5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4"/>
                  </a:lnTo>
                  <a:lnTo>
                    <a:pt x="6" y="20"/>
                  </a:lnTo>
                  <a:lnTo>
                    <a:pt x="6" y="41"/>
                  </a:lnTo>
                  <a:lnTo>
                    <a:pt x="6" y="4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25" name="Freeform 1031"/>
            <p:cNvSpPr/>
            <p:nvPr/>
          </p:nvSpPr>
          <p:spPr bwMode="auto">
            <a:xfrm>
              <a:off x="3879850" y="4619626"/>
              <a:ext cx="11113" cy="147638"/>
            </a:xfrm>
            <a:custGeom>
              <a:avLst/>
              <a:gdLst>
                <a:gd name="T0" fmla="*/ 0 w 7"/>
                <a:gd name="T1" fmla="*/ 20 h 93"/>
                <a:gd name="T2" fmla="*/ 0 w 7"/>
                <a:gd name="T3" fmla="*/ 25 h 93"/>
                <a:gd name="T4" fmla="*/ 0 w 7"/>
                <a:gd name="T5" fmla="*/ 17 h 93"/>
                <a:gd name="T6" fmla="*/ 1 w 7"/>
                <a:gd name="T7" fmla="*/ 20 h 93"/>
                <a:gd name="T8" fmla="*/ 1 w 7"/>
                <a:gd name="T9" fmla="*/ 38 h 93"/>
                <a:gd name="T10" fmla="*/ 1 w 7"/>
                <a:gd name="T11" fmla="*/ 49 h 93"/>
                <a:gd name="T12" fmla="*/ 1 w 7"/>
                <a:gd name="T13" fmla="*/ 48 h 93"/>
                <a:gd name="T14" fmla="*/ 1 w 7"/>
                <a:gd name="T15" fmla="*/ 48 h 93"/>
                <a:gd name="T16" fmla="*/ 1 w 7"/>
                <a:gd name="T17" fmla="*/ 53 h 93"/>
                <a:gd name="T18" fmla="*/ 2 w 7"/>
                <a:gd name="T19" fmla="*/ 52 h 93"/>
                <a:gd name="T20" fmla="*/ 2 w 7"/>
                <a:gd name="T21" fmla="*/ 41 h 93"/>
                <a:gd name="T22" fmla="*/ 2 w 7"/>
                <a:gd name="T23" fmla="*/ 23 h 93"/>
                <a:gd name="T24" fmla="*/ 2 w 7"/>
                <a:gd name="T25" fmla="*/ 6 h 93"/>
                <a:gd name="T26" fmla="*/ 2 w 7"/>
                <a:gd name="T27" fmla="*/ 0 h 93"/>
                <a:gd name="T28" fmla="*/ 2 w 7"/>
                <a:gd name="T29" fmla="*/ 15 h 93"/>
                <a:gd name="T30" fmla="*/ 2 w 7"/>
                <a:gd name="T31" fmla="*/ 34 h 93"/>
                <a:gd name="T32" fmla="*/ 2 w 7"/>
                <a:gd name="T33" fmla="*/ 41 h 93"/>
                <a:gd name="T34" fmla="*/ 2 w 7"/>
                <a:gd name="T35" fmla="*/ 39 h 93"/>
                <a:gd name="T36" fmla="*/ 3 w 7"/>
                <a:gd name="T37" fmla="*/ 41 h 93"/>
                <a:gd name="T38" fmla="*/ 3 w 7"/>
                <a:gd name="T39" fmla="*/ 45 h 93"/>
                <a:gd name="T40" fmla="*/ 3 w 7"/>
                <a:gd name="T41" fmla="*/ 46 h 93"/>
                <a:gd name="T42" fmla="*/ 3 w 7"/>
                <a:gd name="T43" fmla="*/ 46 h 93"/>
                <a:gd name="T44" fmla="*/ 3 w 7"/>
                <a:gd name="T45" fmla="*/ 54 h 93"/>
                <a:gd name="T46" fmla="*/ 3 w 7"/>
                <a:gd name="T47" fmla="*/ 64 h 93"/>
                <a:gd name="T48" fmla="*/ 3 w 7"/>
                <a:gd name="T49" fmla="*/ 64 h 93"/>
                <a:gd name="T50" fmla="*/ 3 w 7"/>
                <a:gd name="T51" fmla="*/ 60 h 93"/>
                <a:gd name="T52" fmla="*/ 3 w 7"/>
                <a:gd name="T53" fmla="*/ 66 h 93"/>
                <a:gd name="T54" fmla="*/ 4 w 7"/>
                <a:gd name="T55" fmla="*/ 77 h 93"/>
                <a:gd name="T56" fmla="*/ 4 w 7"/>
                <a:gd name="T57" fmla="*/ 81 h 93"/>
                <a:gd name="T58" fmla="*/ 4 w 7"/>
                <a:gd name="T59" fmla="*/ 80 h 93"/>
                <a:gd name="T60" fmla="*/ 4 w 7"/>
                <a:gd name="T61" fmla="*/ 83 h 93"/>
                <a:gd name="T62" fmla="*/ 4 w 7"/>
                <a:gd name="T63" fmla="*/ 85 h 93"/>
                <a:gd name="T64" fmla="*/ 4 w 7"/>
                <a:gd name="T65" fmla="*/ 85 h 93"/>
                <a:gd name="T66" fmla="*/ 5 w 7"/>
                <a:gd name="T67" fmla="*/ 87 h 93"/>
                <a:gd name="T68" fmla="*/ 5 w 7"/>
                <a:gd name="T69" fmla="*/ 93 h 93"/>
                <a:gd name="T70" fmla="*/ 5 w 7"/>
                <a:gd name="T71" fmla="*/ 92 h 93"/>
                <a:gd name="T72" fmla="*/ 5 w 7"/>
                <a:gd name="T73" fmla="*/ 83 h 93"/>
                <a:gd name="T74" fmla="*/ 5 w 7"/>
                <a:gd name="T75" fmla="*/ 73 h 93"/>
                <a:gd name="T76" fmla="*/ 5 w 7"/>
                <a:gd name="T77" fmla="*/ 61 h 93"/>
                <a:gd name="T78" fmla="*/ 5 w 7"/>
                <a:gd name="T79" fmla="*/ 51 h 93"/>
                <a:gd name="T80" fmla="*/ 5 w 7"/>
                <a:gd name="T81" fmla="*/ 55 h 93"/>
                <a:gd name="T82" fmla="*/ 5 w 7"/>
                <a:gd name="T83" fmla="*/ 73 h 93"/>
                <a:gd name="T84" fmla="*/ 5 w 7"/>
                <a:gd name="T85" fmla="*/ 84 h 93"/>
                <a:gd name="T86" fmla="*/ 6 w 7"/>
                <a:gd name="T87" fmla="*/ 77 h 93"/>
                <a:gd name="T88" fmla="*/ 6 w 7"/>
                <a:gd name="T89" fmla="*/ 71 h 93"/>
                <a:gd name="T90" fmla="*/ 6 w 7"/>
                <a:gd name="T91" fmla="*/ 75 h 93"/>
                <a:gd name="T92" fmla="*/ 6 w 7"/>
                <a:gd name="T93" fmla="*/ 81 h 93"/>
                <a:gd name="T94" fmla="*/ 6 w 7"/>
                <a:gd name="T95" fmla="*/ 85 h 93"/>
                <a:gd name="T96" fmla="*/ 6 w 7"/>
                <a:gd name="T97" fmla="*/ 87 h 93"/>
                <a:gd name="T98" fmla="*/ 7 w 7"/>
                <a:gd name="T99" fmla="*/ 86 h 93"/>
                <a:gd name="T100" fmla="*/ 7 w 7"/>
                <a:gd name="T101" fmla="*/ 85 h 93"/>
                <a:gd name="T102" fmla="*/ 7 w 7"/>
                <a:gd name="T103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3">
                  <a:moveTo>
                    <a:pt x="0" y="20"/>
                  </a:moveTo>
                  <a:lnTo>
                    <a:pt x="0" y="25"/>
                  </a:lnTo>
                  <a:lnTo>
                    <a:pt x="0" y="17"/>
                  </a:lnTo>
                  <a:lnTo>
                    <a:pt x="1" y="20"/>
                  </a:lnTo>
                  <a:lnTo>
                    <a:pt x="1" y="38"/>
                  </a:lnTo>
                  <a:lnTo>
                    <a:pt x="1" y="49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53"/>
                  </a:lnTo>
                  <a:lnTo>
                    <a:pt x="2" y="52"/>
                  </a:lnTo>
                  <a:lnTo>
                    <a:pt x="2" y="41"/>
                  </a:lnTo>
                  <a:lnTo>
                    <a:pt x="2" y="23"/>
                  </a:lnTo>
                  <a:lnTo>
                    <a:pt x="2" y="6"/>
                  </a:lnTo>
                  <a:lnTo>
                    <a:pt x="2" y="0"/>
                  </a:lnTo>
                  <a:lnTo>
                    <a:pt x="2" y="15"/>
                  </a:lnTo>
                  <a:lnTo>
                    <a:pt x="2" y="34"/>
                  </a:lnTo>
                  <a:lnTo>
                    <a:pt x="2" y="41"/>
                  </a:lnTo>
                  <a:lnTo>
                    <a:pt x="2" y="39"/>
                  </a:lnTo>
                  <a:lnTo>
                    <a:pt x="3" y="41"/>
                  </a:lnTo>
                  <a:lnTo>
                    <a:pt x="3" y="45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54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3" y="60"/>
                  </a:lnTo>
                  <a:lnTo>
                    <a:pt x="3" y="66"/>
                  </a:lnTo>
                  <a:lnTo>
                    <a:pt x="4" y="77"/>
                  </a:lnTo>
                  <a:lnTo>
                    <a:pt x="4" y="81"/>
                  </a:lnTo>
                  <a:lnTo>
                    <a:pt x="4" y="80"/>
                  </a:lnTo>
                  <a:lnTo>
                    <a:pt x="4" y="83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5" y="87"/>
                  </a:lnTo>
                  <a:lnTo>
                    <a:pt x="5" y="93"/>
                  </a:lnTo>
                  <a:lnTo>
                    <a:pt x="5" y="92"/>
                  </a:lnTo>
                  <a:lnTo>
                    <a:pt x="5" y="83"/>
                  </a:lnTo>
                  <a:lnTo>
                    <a:pt x="5" y="73"/>
                  </a:lnTo>
                  <a:lnTo>
                    <a:pt x="5" y="61"/>
                  </a:lnTo>
                  <a:lnTo>
                    <a:pt x="5" y="51"/>
                  </a:lnTo>
                  <a:lnTo>
                    <a:pt x="5" y="55"/>
                  </a:lnTo>
                  <a:lnTo>
                    <a:pt x="5" y="73"/>
                  </a:lnTo>
                  <a:lnTo>
                    <a:pt x="5" y="84"/>
                  </a:lnTo>
                  <a:lnTo>
                    <a:pt x="6" y="77"/>
                  </a:lnTo>
                  <a:lnTo>
                    <a:pt x="6" y="71"/>
                  </a:lnTo>
                  <a:lnTo>
                    <a:pt x="6" y="75"/>
                  </a:lnTo>
                  <a:lnTo>
                    <a:pt x="6" y="81"/>
                  </a:lnTo>
                  <a:lnTo>
                    <a:pt x="6" y="85"/>
                  </a:lnTo>
                  <a:lnTo>
                    <a:pt x="6" y="87"/>
                  </a:lnTo>
                  <a:lnTo>
                    <a:pt x="7" y="86"/>
                  </a:lnTo>
                  <a:lnTo>
                    <a:pt x="7" y="85"/>
                  </a:lnTo>
                  <a:lnTo>
                    <a:pt x="7" y="9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26" name="Freeform 1032"/>
            <p:cNvSpPr/>
            <p:nvPr/>
          </p:nvSpPr>
          <p:spPr bwMode="auto">
            <a:xfrm>
              <a:off x="3890963" y="4625976"/>
              <a:ext cx="9525" cy="177800"/>
            </a:xfrm>
            <a:custGeom>
              <a:avLst/>
              <a:gdLst>
                <a:gd name="T0" fmla="*/ 0 w 6"/>
                <a:gd name="T1" fmla="*/ 81 h 112"/>
                <a:gd name="T2" fmla="*/ 0 w 6"/>
                <a:gd name="T3" fmla="*/ 87 h 112"/>
                <a:gd name="T4" fmla="*/ 0 w 6"/>
                <a:gd name="T5" fmla="*/ 100 h 112"/>
                <a:gd name="T6" fmla="*/ 0 w 6"/>
                <a:gd name="T7" fmla="*/ 104 h 112"/>
                <a:gd name="T8" fmla="*/ 0 w 6"/>
                <a:gd name="T9" fmla="*/ 99 h 112"/>
                <a:gd name="T10" fmla="*/ 0 w 6"/>
                <a:gd name="T11" fmla="*/ 101 h 112"/>
                <a:gd name="T12" fmla="*/ 0 w 6"/>
                <a:gd name="T13" fmla="*/ 105 h 112"/>
                <a:gd name="T14" fmla="*/ 0 w 6"/>
                <a:gd name="T15" fmla="*/ 100 h 112"/>
                <a:gd name="T16" fmla="*/ 1 w 6"/>
                <a:gd name="T17" fmla="*/ 92 h 112"/>
                <a:gd name="T18" fmla="*/ 1 w 6"/>
                <a:gd name="T19" fmla="*/ 84 h 112"/>
                <a:gd name="T20" fmla="*/ 1 w 6"/>
                <a:gd name="T21" fmla="*/ 63 h 112"/>
                <a:gd name="T22" fmla="*/ 1 w 6"/>
                <a:gd name="T23" fmla="*/ 35 h 112"/>
                <a:gd name="T24" fmla="*/ 1 w 6"/>
                <a:gd name="T25" fmla="*/ 28 h 112"/>
                <a:gd name="T26" fmla="*/ 1 w 6"/>
                <a:gd name="T27" fmla="*/ 42 h 112"/>
                <a:gd name="T28" fmla="*/ 1 w 6"/>
                <a:gd name="T29" fmla="*/ 51 h 112"/>
                <a:gd name="T30" fmla="*/ 1 w 6"/>
                <a:gd name="T31" fmla="*/ 57 h 112"/>
                <a:gd name="T32" fmla="*/ 1 w 6"/>
                <a:gd name="T33" fmla="*/ 77 h 112"/>
                <a:gd name="T34" fmla="*/ 2 w 6"/>
                <a:gd name="T35" fmla="*/ 100 h 112"/>
                <a:gd name="T36" fmla="*/ 2 w 6"/>
                <a:gd name="T37" fmla="*/ 107 h 112"/>
                <a:gd name="T38" fmla="*/ 2 w 6"/>
                <a:gd name="T39" fmla="*/ 108 h 112"/>
                <a:gd name="T40" fmla="*/ 2 w 6"/>
                <a:gd name="T41" fmla="*/ 112 h 112"/>
                <a:gd name="T42" fmla="*/ 2 w 6"/>
                <a:gd name="T43" fmla="*/ 111 h 112"/>
                <a:gd name="T44" fmla="*/ 2 w 6"/>
                <a:gd name="T45" fmla="*/ 101 h 112"/>
                <a:gd name="T46" fmla="*/ 3 w 6"/>
                <a:gd name="T47" fmla="*/ 89 h 112"/>
                <a:gd name="T48" fmla="*/ 3 w 6"/>
                <a:gd name="T49" fmla="*/ 74 h 112"/>
                <a:gd name="T50" fmla="*/ 3 w 6"/>
                <a:gd name="T51" fmla="*/ 55 h 112"/>
                <a:gd name="T52" fmla="*/ 3 w 6"/>
                <a:gd name="T53" fmla="*/ 45 h 112"/>
                <a:gd name="T54" fmla="*/ 3 w 6"/>
                <a:gd name="T55" fmla="*/ 47 h 112"/>
                <a:gd name="T56" fmla="*/ 3 w 6"/>
                <a:gd name="T57" fmla="*/ 52 h 112"/>
                <a:gd name="T58" fmla="*/ 3 w 6"/>
                <a:gd name="T59" fmla="*/ 54 h 112"/>
                <a:gd name="T60" fmla="*/ 3 w 6"/>
                <a:gd name="T61" fmla="*/ 54 h 112"/>
                <a:gd name="T62" fmla="*/ 3 w 6"/>
                <a:gd name="T63" fmla="*/ 52 h 112"/>
                <a:gd name="T64" fmla="*/ 4 w 6"/>
                <a:gd name="T65" fmla="*/ 47 h 112"/>
                <a:gd name="T66" fmla="*/ 4 w 6"/>
                <a:gd name="T67" fmla="*/ 48 h 112"/>
                <a:gd name="T68" fmla="*/ 4 w 6"/>
                <a:gd name="T69" fmla="*/ 59 h 112"/>
                <a:gd name="T70" fmla="*/ 4 w 6"/>
                <a:gd name="T71" fmla="*/ 72 h 112"/>
                <a:gd name="T72" fmla="*/ 4 w 6"/>
                <a:gd name="T73" fmla="*/ 75 h 112"/>
                <a:gd name="T74" fmla="*/ 4 w 6"/>
                <a:gd name="T75" fmla="*/ 70 h 112"/>
                <a:gd name="T76" fmla="*/ 5 w 6"/>
                <a:gd name="T77" fmla="*/ 69 h 112"/>
                <a:gd name="T78" fmla="*/ 5 w 6"/>
                <a:gd name="T79" fmla="*/ 72 h 112"/>
                <a:gd name="T80" fmla="*/ 5 w 6"/>
                <a:gd name="T81" fmla="*/ 72 h 112"/>
                <a:gd name="T82" fmla="*/ 5 w 6"/>
                <a:gd name="T83" fmla="*/ 64 h 112"/>
                <a:gd name="T84" fmla="*/ 5 w 6"/>
                <a:gd name="T85" fmla="*/ 50 h 112"/>
                <a:gd name="T86" fmla="*/ 5 w 6"/>
                <a:gd name="T87" fmla="*/ 30 h 112"/>
                <a:gd name="T88" fmla="*/ 5 w 6"/>
                <a:gd name="T89" fmla="*/ 9 h 112"/>
                <a:gd name="T90" fmla="*/ 5 w 6"/>
                <a:gd name="T91" fmla="*/ 0 h 112"/>
                <a:gd name="T92" fmla="*/ 5 w 6"/>
                <a:gd name="T93" fmla="*/ 9 h 112"/>
                <a:gd name="T94" fmla="*/ 6 w 6"/>
                <a:gd name="T95" fmla="*/ 23 h 112"/>
                <a:gd name="T96" fmla="*/ 6 w 6"/>
                <a:gd name="T97" fmla="*/ 28 h 112"/>
                <a:gd name="T98" fmla="*/ 6 w 6"/>
                <a:gd name="T99" fmla="*/ 34 h 112"/>
                <a:gd name="T100" fmla="*/ 6 w 6"/>
                <a:gd name="T101" fmla="*/ 52 h 112"/>
                <a:gd name="T102" fmla="*/ 6 w 6"/>
                <a:gd name="T103" fmla="*/ 6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12">
                  <a:moveTo>
                    <a:pt x="0" y="81"/>
                  </a:moveTo>
                  <a:lnTo>
                    <a:pt x="0" y="87"/>
                  </a:lnTo>
                  <a:lnTo>
                    <a:pt x="0" y="100"/>
                  </a:lnTo>
                  <a:lnTo>
                    <a:pt x="0" y="104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0" y="105"/>
                  </a:lnTo>
                  <a:lnTo>
                    <a:pt x="0" y="100"/>
                  </a:lnTo>
                  <a:lnTo>
                    <a:pt x="1" y="92"/>
                  </a:lnTo>
                  <a:lnTo>
                    <a:pt x="1" y="84"/>
                  </a:lnTo>
                  <a:lnTo>
                    <a:pt x="1" y="63"/>
                  </a:lnTo>
                  <a:lnTo>
                    <a:pt x="1" y="35"/>
                  </a:lnTo>
                  <a:lnTo>
                    <a:pt x="1" y="28"/>
                  </a:lnTo>
                  <a:lnTo>
                    <a:pt x="1" y="42"/>
                  </a:lnTo>
                  <a:lnTo>
                    <a:pt x="1" y="51"/>
                  </a:lnTo>
                  <a:lnTo>
                    <a:pt x="1" y="57"/>
                  </a:lnTo>
                  <a:lnTo>
                    <a:pt x="1" y="77"/>
                  </a:lnTo>
                  <a:lnTo>
                    <a:pt x="2" y="100"/>
                  </a:lnTo>
                  <a:lnTo>
                    <a:pt x="2" y="107"/>
                  </a:lnTo>
                  <a:lnTo>
                    <a:pt x="2" y="108"/>
                  </a:lnTo>
                  <a:lnTo>
                    <a:pt x="2" y="112"/>
                  </a:lnTo>
                  <a:lnTo>
                    <a:pt x="2" y="111"/>
                  </a:lnTo>
                  <a:lnTo>
                    <a:pt x="2" y="101"/>
                  </a:lnTo>
                  <a:lnTo>
                    <a:pt x="3" y="89"/>
                  </a:lnTo>
                  <a:lnTo>
                    <a:pt x="3" y="74"/>
                  </a:lnTo>
                  <a:lnTo>
                    <a:pt x="3" y="55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3" y="52"/>
                  </a:lnTo>
                  <a:lnTo>
                    <a:pt x="3" y="54"/>
                  </a:lnTo>
                  <a:lnTo>
                    <a:pt x="3" y="54"/>
                  </a:lnTo>
                  <a:lnTo>
                    <a:pt x="3" y="52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4" y="59"/>
                  </a:lnTo>
                  <a:lnTo>
                    <a:pt x="4" y="72"/>
                  </a:lnTo>
                  <a:lnTo>
                    <a:pt x="4" y="75"/>
                  </a:lnTo>
                  <a:lnTo>
                    <a:pt x="4" y="70"/>
                  </a:lnTo>
                  <a:lnTo>
                    <a:pt x="5" y="69"/>
                  </a:lnTo>
                  <a:lnTo>
                    <a:pt x="5" y="72"/>
                  </a:lnTo>
                  <a:lnTo>
                    <a:pt x="5" y="72"/>
                  </a:lnTo>
                  <a:lnTo>
                    <a:pt x="5" y="64"/>
                  </a:lnTo>
                  <a:lnTo>
                    <a:pt x="5" y="50"/>
                  </a:lnTo>
                  <a:lnTo>
                    <a:pt x="5" y="30"/>
                  </a:lnTo>
                  <a:lnTo>
                    <a:pt x="5" y="9"/>
                  </a:lnTo>
                  <a:lnTo>
                    <a:pt x="5" y="0"/>
                  </a:lnTo>
                  <a:lnTo>
                    <a:pt x="5" y="9"/>
                  </a:lnTo>
                  <a:lnTo>
                    <a:pt x="6" y="23"/>
                  </a:lnTo>
                  <a:lnTo>
                    <a:pt x="6" y="28"/>
                  </a:lnTo>
                  <a:lnTo>
                    <a:pt x="6" y="34"/>
                  </a:lnTo>
                  <a:lnTo>
                    <a:pt x="6" y="52"/>
                  </a:lnTo>
                  <a:lnTo>
                    <a:pt x="6" y="6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27" name="Freeform 1033"/>
            <p:cNvSpPr/>
            <p:nvPr/>
          </p:nvSpPr>
          <p:spPr bwMode="auto">
            <a:xfrm>
              <a:off x="3900488" y="4652963"/>
              <a:ext cx="9525" cy="147638"/>
            </a:xfrm>
            <a:custGeom>
              <a:avLst/>
              <a:gdLst>
                <a:gd name="T0" fmla="*/ 0 w 6"/>
                <a:gd name="T1" fmla="*/ 35 h 93"/>
                <a:gd name="T2" fmla="*/ 0 w 6"/>
                <a:gd name="T3" fmla="*/ 50 h 93"/>
                <a:gd name="T4" fmla="*/ 0 w 6"/>
                <a:gd name="T5" fmla="*/ 52 h 93"/>
                <a:gd name="T6" fmla="*/ 0 w 6"/>
                <a:gd name="T7" fmla="*/ 46 h 93"/>
                <a:gd name="T8" fmla="*/ 0 w 6"/>
                <a:gd name="T9" fmla="*/ 43 h 93"/>
                <a:gd name="T10" fmla="*/ 0 w 6"/>
                <a:gd name="T11" fmla="*/ 48 h 93"/>
                <a:gd name="T12" fmla="*/ 1 w 6"/>
                <a:gd name="T13" fmla="*/ 57 h 93"/>
                <a:gd name="T14" fmla="*/ 1 w 6"/>
                <a:gd name="T15" fmla="*/ 60 h 93"/>
                <a:gd name="T16" fmla="*/ 1 w 6"/>
                <a:gd name="T17" fmla="*/ 59 h 93"/>
                <a:gd name="T18" fmla="*/ 1 w 6"/>
                <a:gd name="T19" fmla="*/ 57 h 93"/>
                <a:gd name="T20" fmla="*/ 1 w 6"/>
                <a:gd name="T21" fmla="*/ 53 h 93"/>
                <a:gd name="T22" fmla="*/ 1 w 6"/>
                <a:gd name="T23" fmla="*/ 44 h 93"/>
                <a:gd name="T24" fmla="*/ 1 w 6"/>
                <a:gd name="T25" fmla="*/ 29 h 93"/>
                <a:gd name="T26" fmla="*/ 2 w 6"/>
                <a:gd name="T27" fmla="*/ 13 h 93"/>
                <a:gd name="T28" fmla="*/ 2 w 6"/>
                <a:gd name="T29" fmla="*/ 2 h 93"/>
                <a:gd name="T30" fmla="*/ 2 w 6"/>
                <a:gd name="T31" fmla="*/ 0 h 93"/>
                <a:gd name="T32" fmla="*/ 2 w 6"/>
                <a:gd name="T33" fmla="*/ 3 h 93"/>
                <a:gd name="T34" fmla="*/ 2 w 6"/>
                <a:gd name="T35" fmla="*/ 15 h 93"/>
                <a:gd name="T36" fmla="*/ 2 w 6"/>
                <a:gd name="T37" fmla="*/ 27 h 93"/>
                <a:gd name="T38" fmla="*/ 2 w 6"/>
                <a:gd name="T39" fmla="*/ 34 h 93"/>
                <a:gd name="T40" fmla="*/ 2 w 6"/>
                <a:gd name="T41" fmla="*/ 42 h 93"/>
                <a:gd name="T42" fmla="*/ 2 w 6"/>
                <a:gd name="T43" fmla="*/ 53 h 93"/>
                <a:gd name="T44" fmla="*/ 3 w 6"/>
                <a:gd name="T45" fmla="*/ 52 h 93"/>
                <a:gd name="T46" fmla="*/ 3 w 6"/>
                <a:gd name="T47" fmla="*/ 41 h 93"/>
                <a:gd name="T48" fmla="*/ 3 w 6"/>
                <a:gd name="T49" fmla="*/ 41 h 93"/>
                <a:gd name="T50" fmla="*/ 3 w 6"/>
                <a:gd name="T51" fmla="*/ 60 h 93"/>
                <a:gd name="T52" fmla="*/ 3 w 6"/>
                <a:gd name="T53" fmla="*/ 84 h 93"/>
                <a:gd name="T54" fmla="*/ 3 w 6"/>
                <a:gd name="T55" fmla="*/ 93 h 93"/>
                <a:gd name="T56" fmla="*/ 4 w 6"/>
                <a:gd name="T57" fmla="*/ 83 h 93"/>
                <a:gd name="T58" fmla="*/ 4 w 6"/>
                <a:gd name="T59" fmla="*/ 62 h 93"/>
                <a:gd name="T60" fmla="*/ 4 w 6"/>
                <a:gd name="T61" fmla="*/ 40 h 93"/>
                <a:gd name="T62" fmla="*/ 4 w 6"/>
                <a:gd name="T63" fmla="*/ 26 h 93"/>
                <a:gd name="T64" fmla="*/ 4 w 6"/>
                <a:gd name="T65" fmla="*/ 20 h 93"/>
                <a:gd name="T66" fmla="*/ 4 w 6"/>
                <a:gd name="T67" fmla="*/ 23 h 93"/>
                <a:gd name="T68" fmla="*/ 4 w 6"/>
                <a:gd name="T69" fmla="*/ 33 h 93"/>
                <a:gd name="T70" fmla="*/ 4 w 6"/>
                <a:gd name="T71" fmla="*/ 43 h 93"/>
                <a:gd name="T72" fmla="*/ 4 w 6"/>
                <a:gd name="T73" fmla="*/ 38 h 93"/>
                <a:gd name="T74" fmla="*/ 5 w 6"/>
                <a:gd name="T75" fmla="*/ 22 h 93"/>
                <a:gd name="T76" fmla="*/ 5 w 6"/>
                <a:gd name="T77" fmla="*/ 16 h 93"/>
                <a:gd name="T78" fmla="*/ 5 w 6"/>
                <a:gd name="T79" fmla="*/ 30 h 93"/>
                <a:gd name="T80" fmla="*/ 5 w 6"/>
                <a:gd name="T81" fmla="*/ 50 h 93"/>
                <a:gd name="T82" fmla="*/ 5 w 6"/>
                <a:gd name="T83" fmla="*/ 62 h 93"/>
                <a:gd name="T84" fmla="*/ 5 w 6"/>
                <a:gd name="T85" fmla="*/ 64 h 93"/>
                <a:gd name="T86" fmla="*/ 6 w 6"/>
                <a:gd name="T87" fmla="*/ 62 h 93"/>
                <a:gd name="T88" fmla="*/ 6 w 6"/>
                <a:gd name="T89" fmla="*/ 60 h 93"/>
                <a:gd name="T90" fmla="*/ 6 w 6"/>
                <a:gd name="T91" fmla="*/ 61 h 93"/>
                <a:gd name="T92" fmla="*/ 6 w 6"/>
                <a:gd name="T93" fmla="*/ 64 h 93"/>
                <a:gd name="T94" fmla="*/ 6 w 6"/>
                <a:gd name="T95" fmla="*/ 60 h 93"/>
                <a:gd name="T96" fmla="*/ 6 w 6"/>
                <a:gd name="T97" fmla="*/ 50 h 93"/>
                <a:gd name="T98" fmla="*/ 6 w 6"/>
                <a:gd name="T99" fmla="*/ 47 h 93"/>
                <a:gd name="T100" fmla="*/ 6 w 6"/>
                <a:gd name="T101" fmla="*/ 47 h 93"/>
                <a:gd name="T102" fmla="*/ 6 w 6"/>
                <a:gd name="T103" fmla="*/ 4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3">
                  <a:moveTo>
                    <a:pt x="0" y="35"/>
                  </a:moveTo>
                  <a:lnTo>
                    <a:pt x="0" y="50"/>
                  </a:lnTo>
                  <a:lnTo>
                    <a:pt x="0" y="52"/>
                  </a:lnTo>
                  <a:lnTo>
                    <a:pt x="0" y="46"/>
                  </a:lnTo>
                  <a:lnTo>
                    <a:pt x="0" y="43"/>
                  </a:lnTo>
                  <a:lnTo>
                    <a:pt x="0" y="48"/>
                  </a:lnTo>
                  <a:lnTo>
                    <a:pt x="1" y="57"/>
                  </a:lnTo>
                  <a:lnTo>
                    <a:pt x="1" y="60"/>
                  </a:lnTo>
                  <a:lnTo>
                    <a:pt x="1" y="59"/>
                  </a:lnTo>
                  <a:lnTo>
                    <a:pt x="1" y="57"/>
                  </a:lnTo>
                  <a:lnTo>
                    <a:pt x="1" y="53"/>
                  </a:lnTo>
                  <a:lnTo>
                    <a:pt x="1" y="44"/>
                  </a:lnTo>
                  <a:lnTo>
                    <a:pt x="1" y="29"/>
                  </a:lnTo>
                  <a:lnTo>
                    <a:pt x="2" y="13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15"/>
                  </a:lnTo>
                  <a:lnTo>
                    <a:pt x="2" y="27"/>
                  </a:lnTo>
                  <a:lnTo>
                    <a:pt x="2" y="34"/>
                  </a:lnTo>
                  <a:lnTo>
                    <a:pt x="2" y="42"/>
                  </a:lnTo>
                  <a:lnTo>
                    <a:pt x="2" y="53"/>
                  </a:lnTo>
                  <a:lnTo>
                    <a:pt x="3" y="52"/>
                  </a:lnTo>
                  <a:lnTo>
                    <a:pt x="3" y="41"/>
                  </a:lnTo>
                  <a:lnTo>
                    <a:pt x="3" y="41"/>
                  </a:lnTo>
                  <a:lnTo>
                    <a:pt x="3" y="60"/>
                  </a:lnTo>
                  <a:lnTo>
                    <a:pt x="3" y="84"/>
                  </a:lnTo>
                  <a:lnTo>
                    <a:pt x="3" y="93"/>
                  </a:lnTo>
                  <a:lnTo>
                    <a:pt x="4" y="83"/>
                  </a:lnTo>
                  <a:lnTo>
                    <a:pt x="4" y="62"/>
                  </a:lnTo>
                  <a:lnTo>
                    <a:pt x="4" y="40"/>
                  </a:lnTo>
                  <a:lnTo>
                    <a:pt x="4" y="26"/>
                  </a:lnTo>
                  <a:lnTo>
                    <a:pt x="4" y="20"/>
                  </a:lnTo>
                  <a:lnTo>
                    <a:pt x="4" y="23"/>
                  </a:lnTo>
                  <a:lnTo>
                    <a:pt x="4" y="33"/>
                  </a:lnTo>
                  <a:lnTo>
                    <a:pt x="4" y="43"/>
                  </a:lnTo>
                  <a:lnTo>
                    <a:pt x="4" y="38"/>
                  </a:lnTo>
                  <a:lnTo>
                    <a:pt x="5" y="22"/>
                  </a:lnTo>
                  <a:lnTo>
                    <a:pt x="5" y="16"/>
                  </a:lnTo>
                  <a:lnTo>
                    <a:pt x="5" y="30"/>
                  </a:lnTo>
                  <a:lnTo>
                    <a:pt x="5" y="50"/>
                  </a:lnTo>
                  <a:lnTo>
                    <a:pt x="5" y="62"/>
                  </a:lnTo>
                  <a:lnTo>
                    <a:pt x="5" y="64"/>
                  </a:lnTo>
                  <a:lnTo>
                    <a:pt x="6" y="62"/>
                  </a:lnTo>
                  <a:lnTo>
                    <a:pt x="6" y="60"/>
                  </a:lnTo>
                  <a:lnTo>
                    <a:pt x="6" y="61"/>
                  </a:lnTo>
                  <a:lnTo>
                    <a:pt x="6" y="64"/>
                  </a:lnTo>
                  <a:lnTo>
                    <a:pt x="6" y="60"/>
                  </a:lnTo>
                  <a:lnTo>
                    <a:pt x="6" y="50"/>
                  </a:lnTo>
                  <a:lnTo>
                    <a:pt x="6" y="47"/>
                  </a:lnTo>
                  <a:lnTo>
                    <a:pt x="6" y="47"/>
                  </a:lnTo>
                  <a:lnTo>
                    <a:pt x="6" y="4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28" name="Freeform 1034"/>
            <p:cNvSpPr/>
            <p:nvPr/>
          </p:nvSpPr>
          <p:spPr bwMode="auto">
            <a:xfrm>
              <a:off x="3910013" y="4606926"/>
              <a:ext cx="11113" cy="187325"/>
            </a:xfrm>
            <a:custGeom>
              <a:avLst/>
              <a:gdLst>
                <a:gd name="T0" fmla="*/ 0 w 7"/>
                <a:gd name="T1" fmla="*/ 76 h 118"/>
                <a:gd name="T2" fmla="*/ 0 w 7"/>
                <a:gd name="T3" fmla="*/ 69 h 118"/>
                <a:gd name="T4" fmla="*/ 1 w 7"/>
                <a:gd name="T5" fmla="*/ 67 h 118"/>
                <a:gd name="T6" fmla="*/ 1 w 7"/>
                <a:gd name="T7" fmla="*/ 78 h 118"/>
                <a:gd name="T8" fmla="*/ 1 w 7"/>
                <a:gd name="T9" fmla="*/ 91 h 118"/>
                <a:gd name="T10" fmla="*/ 1 w 7"/>
                <a:gd name="T11" fmla="*/ 91 h 118"/>
                <a:gd name="T12" fmla="*/ 1 w 7"/>
                <a:gd name="T13" fmla="*/ 76 h 118"/>
                <a:gd name="T14" fmla="*/ 1 w 7"/>
                <a:gd name="T15" fmla="*/ 57 h 118"/>
                <a:gd name="T16" fmla="*/ 1 w 7"/>
                <a:gd name="T17" fmla="*/ 46 h 118"/>
                <a:gd name="T18" fmla="*/ 1 w 7"/>
                <a:gd name="T19" fmla="*/ 47 h 118"/>
                <a:gd name="T20" fmla="*/ 1 w 7"/>
                <a:gd name="T21" fmla="*/ 57 h 118"/>
                <a:gd name="T22" fmla="*/ 2 w 7"/>
                <a:gd name="T23" fmla="*/ 67 h 118"/>
                <a:gd name="T24" fmla="*/ 2 w 7"/>
                <a:gd name="T25" fmla="*/ 71 h 118"/>
                <a:gd name="T26" fmla="*/ 2 w 7"/>
                <a:gd name="T27" fmla="*/ 76 h 118"/>
                <a:gd name="T28" fmla="*/ 2 w 7"/>
                <a:gd name="T29" fmla="*/ 83 h 118"/>
                <a:gd name="T30" fmla="*/ 2 w 7"/>
                <a:gd name="T31" fmla="*/ 88 h 118"/>
                <a:gd name="T32" fmla="*/ 2 w 7"/>
                <a:gd name="T33" fmla="*/ 94 h 118"/>
                <a:gd name="T34" fmla="*/ 3 w 7"/>
                <a:gd name="T35" fmla="*/ 100 h 118"/>
                <a:gd name="T36" fmla="*/ 3 w 7"/>
                <a:gd name="T37" fmla="*/ 107 h 118"/>
                <a:gd name="T38" fmla="*/ 3 w 7"/>
                <a:gd name="T39" fmla="*/ 116 h 118"/>
                <a:gd name="T40" fmla="*/ 3 w 7"/>
                <a:gd name="T41" fmla="*/ 118 h 118"/>
                <a:gd name="T42" fmla="*/ 3 w 7"/>
                <a:gd name="T43" fmla="*/ 104 h 118"/>
                <a:gd name="T44" fmla="*/ 3 w 7"/>
                <a:gd name="T45" fmla="*/ 81 h 118"/>
                <a:gd name="T46" fmla="*/ 3 w 7"/>
                <a:gd name="T47" fmla="*/ 62 h 118"/>
                <a:gd name="T48" fmla="*/ 3 w 7"/>
                <a:gd name="T49" fmla="*/ 50 h 118"/>
                <a:gd name="T50" fmla="*/ 3 w 7"/>
                <a:gd name="T51" fmla="*/ 42 h 118"/>
                <a:gd name="T52" fmla="*/ 3 w 7"/>
                <a:gd name="T53" fmla="*/ 39 h 118"/>
                <a:gd name="T54" fmla="*/ 4 w 7"/>
                <a:gd name="T55" fmla="*/ 42 h 118"/>
                <a:gd name="T56" fmla="*/ 4 w 7"/>
                <a:gd name="T57" fmla="*/ 44 h 118"/>
                <a:gd name="T58" fmla="*/ 4 w 7"/>
                <a:gd name="T59" fmla="*/ 44 h 118"/>
                <a:gd name="T60" fmla="*/ 4 w 7"/>
                <a:gd name="T61" fmla="*/ 44 h 118"/>
                <a:gd name="T62" fmla="*/ 4 w 7"/>
                <a:gd name="T63" fmla="*/ 48 h 118"/>
                <a:gd name="T64" fmla="*/ 4 w 7"/>
                <a:gd name="T65" fmla="*/ 59 h 118"/>
                <a:gd name="T66" fmla="*/ 5 w 7"/>
                <a:gd name="T67" fmla="*/ 76 h 118"/>
                <a:gd name="T68" fmla="*/ 5 w 7"/>
                <a:gd name="T69" fmla="*/ 85 h 118"/>
                <a:gd name="T70" fmla="*/ 5 w 7"/>
                <a:gd name="T71" fmla="*/ 79 h 118"/>
                <a:gd name="T72" fmla="*/ 5 w 7"/>
                <a:gd name="T73" fmla="*/ 76 h 118"/>
                <a:gd name="T74" fmla="*/ 5 w 7"/>
                <a:gd name="T75" fmla="*/ 86 h 118"/>
                <a:gd name="T76" fmla="*/ 5 w 7"/>
                <a:gd name="T77" fmla="*/ 95 h 118"/>
                <a:gd name="T78" fmla="*/ 5 w 7"/>
                <a:gd name="T79" fmla="*/ 86 h 118"/>
                <a:gd name="T80" fmla="*/ 5 w 7"/>
                <a:gd name="T81" fmla="*/ 68 h 118"/>
                <a:gd name="T82" fmla="*/ 5 w 7"/>
                <a:gd name="T83" fmla="*/ 58 h 118"/>
                <a:gd name="T84" fmla="*/ 6 w 7"/>
                <a:gd name="T85" fmla="*/ 52 h 118"/>
                <a:gd name="T86" fmla="*/ 6 w 7"/>
                <a:gd name="T87" fmla="*/ 43 h 118"/>
                <a:gd name="T88" fmla="*/ 6 w 7"/>
                <a:gd name="T89" fmla="*/ 28 h 118"/>
                <a:gd name="T90" fmla="*/ 6 w 7"/>
                <a:gd name="T91" fmla="*/ 8 h 118"/>
                <a:gd name="T92" fmla="*/ 6 w 7"/>
                <a:gd name="T93" fmla="*/ 0 h 118"/>
                <a:gd name="T94" fmla="*/ 6 w 7"/>
                <a:gd name="T95" fmla="*/ 17 h 118"/>
                <a:gd name="T96" fmla="*/ 6 w 7"/>
                <a:gd name="T97" fmla="*/ 39 h 118"/>
                <a:gd name="T98" fmla="*/ 6 w 7"/>
                <a:gd name="T99" fmla="*/ 43 h 118"/>
                <a:gd name="T100" fmla="*/ 6 w 7"/>
                <a:gd name="T101" fmla="*/ 40 h 118"/>
                <a:gd name="T102" fmla="*/ 7 w 7"/>
                <a:gd name="T103" fmla="*/ 5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18">
                  <a:moveTo>
                    <a:pt x="0" y="76"/>
                  </a:moveTo>
                  <a:lnTo>
                    <a:pt x="0" y="69"/>
                  </a:lnTo>
                  <a:lnTo>
                    <a:pt x="1" y="67"/>
                  </a:lnTo>
                  <a:lnTo>
                    <a:pt x="1" y="78"/>
                  </a:lnTo>
                  <a:lnTo>
                    <a:pt x="1" y="91"/>
                  </a:lnTo>
                  <a:lnTo>
                    <a:pt x="1" y="91"/>
                  </a:lnTo>
                  <a:lnTo>
                    <a:pt x="1" y="76"/>
                  </a:lnTo>
                  <a:lnTo>
                    <a:pt x="1" y="57"/>
                  </a:lnTo>
                  <a:lnTo>
                    <a:pt x="1" y="46"/>
                  </a:lnTo>
                  <a:lnTo>
                    <a:pt x="1" y="47"/>
                  </a:lnTo>
                  <a:lnTo>
                    <a:pt x="1" y="57"/>
                  </a:lnTo>
                  <a:lnTo>
                    <a:pt x="2" y="67"/>
                  </a:lnTo>
                  <a:lnTo>
                    <a:pt x="2" y="71"/>
                  </a:lnTo>
                  <a:lnTo>
                    <a:pt x="2" y="76"/>
                  </a:lnTo>
                  <a:lnTo>
                    <a:pt x="2" y="83"/>
                  </a:lnTo>
                  <a:lnTo>
                    <a:pt x="2" y="88"/>
                  </a:lnTo>
                  <a:lnTo>
                    <a:pt x="2" y="94"/>
                  </a:lnTo>
                  <a:lnTo>
                    <a:pt x="3" y="100"/>
                  </a:lnTo>
                  <a:lnTo>
                    <a:pt x="3" y="107"/>
                  </a:lnTo>
                  <a:lnTo>
                    <a:pt x="3" y="116"/>
                  </a:lnTo>
                  <a:lnTo>
                    <a:pt x="3" y="118"/>
                  </a:lnTo>
                  <a:lnTo>
                    <a:pt x="3" y="104"/>
                  </a:lnTo>
                  <a:lnTo>
                    <a:pt x="3" y="81"/>
                  </a:lnTo>
                  <a:lnTo>
                    <a:pt x="3" y="62"/>
                  </a:lnTo>
                  <a:lnTo>
                    <a:pt x="3" y="50"/>
                  </a:lnTo>
                  <a:lnTo>
                    <a:pt x="3" y="42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4" y="44"/>
                  </a:lnTo>
                  <a:lnTo>
                    <a:pt x="4" y="44"/>
                  </a:lnTo>
                  <a:lnTo>
                    <a:pt x="4" y="44"/>
                  </a:lnTo>
                  <a:lnTo>
                    <a:pt x="4" y="48"/>
                  </a:lnTo>
                  <a:lnTo>
                    <a:pt x="4" y="59"/>
                  </a:lnTo>
                  <a:lnTo>
                    <a:pt x="5" y="76"/>
                  </a:lnTo>
                  <a:lnTo>
                    <a:pt x="5" y="85"/>
                  </a:lnTo>
                  <a:lnTo>
                    <a:pt x="5" y="79"/>
                  </a:lnTo>
                  <a:lnTo>
                    <a:pt x="5" y="76"/>
                  </a:lnTo>
                  <a:lnTo>
                    <a:pt x="5" y="86"/>
                  </a:lnTo>
                  <a:lnTo>
                    <a:pt x="5" y="95"/>
                  </a:lnTo>
                  <a:lnTo>
                    <a:pt x="5" y="86"/>
                  </a:lnTo>
                  <a:lnTo>
                    <a:pt x="5" y="68"/>
                  </a:lnTo>
                  <a:lnTo>
                    <a:pt x="5" y="58"/>
                  </a:lnTo>
                  <a:lnTo>
                    <a:pt x="6" y="52"/>
                  </a:lnTo>
                  <a:lnTo>
                    <a:pt x="6" y="43"/>
                  </a:lnTo>
                  <a:lnTo>
                    <a:pt x="6" y="28"/>
                  </a:lnTo>
                  <a:lnTo>
                    <a:pt x="6" y="8"/>
                  </a:lnTo>
                  <a:lnTo>
                    <a:pt x="6" y="0"/>
                  </a:lnTo>
                  <a:lnTo>
                    <a:pt x="6" y="17"/>
                  </a:lnTo>
                  <a:lnTo>
                    <a:pt x="6" y="39"/>
                  </a:lnTo>
                  <a:lnTo>
                    <a:pt x="6" y="43"/>
                  </a:lnTo>
                  <a:lnTo>
                    <a:pt x="6" y="40"/>
                  </a:lnTo>
                  <a:lnTo>
                    <a:pt x="7" y="5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29" name="Freeform 1035"/>
            <p:cNvSpPr/>
            <p:nvPr/>
          </p:nvSpPr>
          <p:spPr bwMode="auto">
            <a:xfrm>
              <a:off x="3919538" y="4648201"/>
              <a:ext cx="11113" cy="127000"/>
            </a:xfrm>
            <a:custGeom>
              <a:avLst/>
              <a:gdLst>
                <a:gd name="T0" fmla="*/ 0 w 7"/>
                <a:gd name="T1" fmla="*/ 14 h 80"/>
                <a:gd name="T2" fmla="*/ 1 w 7"/>
                <a:gd name="T3" fmla="*/ 29 h 80"/>
                <a:gd name="T4" fmla="*/ 1 w 7"/>
                <a:gd name="T5" fmla="*/ 53 h 80"/>
                <a:gd name="T6" fmla="*/ 1 w 7"/>
                <a:gd name="T7" fmla="*/ 66 h 80"/>
                <a:gd name="T8" fmla="*/ 1 w 7"/>
                <a:gd name="T9" fmla="*/ 60 h 80"/>
                <a:gd name="T10" fmla="*/ 1 w 7"/>
                <a:gd name="T11" fmla="*/ 53 h 80"/>
                <a:gd name="T12" fmla="*/ 1 w 7"/>
                <a:gd name="T13" fmla="*/ 51 h 80"/>
                <a:gd name="T14" fmla="*/ 2 w 7"/>
                <a:gd name="T15" fmla="*/ 42 h 80"/>
                <a:gd name="T16" fmla="*/ 2 w 7"/>
                <a:gd name="T17" fmla="*/ 25 h 80"/>
                <a:gd name="T18" fmla="*/ 2 w 7"/>
                <a:gd name="T19" fmla="*/ 10 h 80"/>
                <a:gd name="T20" fmla="*/ 2 w 7"/>
                <a:gd name="T21" fmla="*/ 0 h 80"/>
                <a:gd name="T22" fmla="*/ 2 w 7"/>
                <a:gd name="T23" fmla="*/ 0 h 80"/>
                <a:gd name="T24" fmla="*/ 2 w 7"/>
                <a:gd name="T25" fmla="*/ 15 h 80"/>
                <a:gd name="T26" fmla="*/ 2 w 7"/>
                <a:gd name="T27" fmla="*/ 29 h 80"/>
                <a:gd name="T28" fmla="*/ 2 w 7"/>
                <a:gd name="T29" fmla="*/ 29 h 80"/>
                <a:gd name="T30" fmla="*/ 2 w 7"/>
                <a:gd name="T31" fmla="*/ 26 h 80"/>
                <a:gd name="T32" fmla="*/ 3 w 7"/>
                <a:gd name="T33" fmla="*/ 29 h 80"/>
                <a:gd name="T34" fmla="*/ 3 w 7"/>
                <a:gd name="T35" fmla="*/ 34 h 80"/>
                <a:gd name="T36" fmla="*/ 3 w 7"/>
                <a:gd name="T37" fmla="*/ 36 h 80"/>
                <a:gd name="T38" fmla="*/ 3 w 7"/>
                <a:gd name="T39" fmla="*/ 40 h 80"/>
                <a:gd name="T40" fmla="*/ 3 w 7"/>
                <a:gd name="T41" fmla="*/ 51 h 80"/>
                <a:gd name="T42" fmla="*/ 3 w 7"/>
                <a:gd name="T43" fmla="*/ 56 h 80"/>
                <a:gd name="T44" fmla="*/ 4 w 7"/>
                <a:gd name="T45" fmla="*/ 50 h 80"/>
                <a:gd name="T46" fmla="*/ 4 w 7"/>
                <a:gd name="T47" fmla="*/ 48 h 80"/>
                <a:gd name="T48" fmla="*/ 4 w 7"/>
                <a:gd name="T49" fmla="*/ 57 h 80"/>
                <a:gd name="T50" fmla="*/ 4 w 7"/>
                <a:gd name="T51" fmla="*/ 62 h 80"/>
                <a:gd name="T52" fmla="*/ 4 w 7"/>
                <a:gd name="T53" fmla="*/ 54 h 80"/>
                <a:gd name="T54" fmla="*/ 4 w 7"/>
                <a:gd name="T55" fmla="*/ 44 h 80"/>
                <a:gd name="T56" fmla="*/ 4 w 7"/>
                <a:gd name="T57" fmla="*/ 41 h 80"/>
                <a:gd name="T58" fmla="*/ 4 w 7"/>
                <a:gd name="T59" fmla="*/ 41 h 80"/>
                <a:gd name="T60" fmla="*/ 4 w 7"/>
                <a:gd name="T61" fmla="*/ 37 h 80"/>
                <a:gd name="T62" fmla="*/ 5 w 7"/>
                <a:gd name="T63" fmla="*/ 29 h 80"/>
                <a:gd name="T64" fmla="*/ 5 w 7"/>
                <a:gd name="T65" fmla="*/ 25 h 80"/>
                <a:gd name="T66" fmla="*/ 5 w 7"/>
                <a:gd name="T67" fmla="*/ 24 h 80"/>
                <a:gd name="T68" fmla="*/ 5 w 7"/>
                <a:gd name="T69" fmla="*/ 28 h 80"/>
                <a:gd name="T70" fmla="*/ 5 w 7"/>
                <a:gd name="T71" fmla="*/ 37 h 80"/>
                <a:gd name="T72" fmla="*/ 5 w 7"/>
                <a:gd name="T73" fmla="*/ 44 h 80"/>
                <a:gd name="T74" fmla="*/ 5 w 7"/>
                <a:gd name="T75" fmla="*/ 49 h 80"/>
                <a:gd name="T76" fmla="*/ 5 w 7"/>
                <a:gd name="T77" fmla="*/ 56 h 80"/>
                <a:gd name="T78" fmla="*/ 5 w 7"/>
                <a:gd name="T79" fmla="*/ 62 h 80"/>
                <a:gd name="T80" fmla="*/ 6 w 7"/>
                <a:gd name="T81" fmla="*/ 60 h 80"/>
                <a:gd name="T82" fmla="*/ 6 w 7"/>
                <a:gd name="T83" fmla="*/ 58 h 80"/>
                <a:gd name="T84" fmla="*/ 6 w 7"/>
                <a:gd name="T85" fmla="*/ 60 h 80"/>
                <a:gd name="T86" fmla="*/ 6 w 7"/>
                <a:gd name="T87" fmla="*/ 72 h 80"/>
                <a:gd name="T88" fmla="*/ 6 w 7"/>
                <a:gd name="T89" fmla="*/ 80 h 80"/>
                <a:gd name="T90" fmla="*/ 6 w 7"/>
                <a:gd name="T91" fmla="*/ 75 h 80"/>
                <a:gd name="T92" fmla="*/ 6 w 7"/>
                <a:gd name="T93" fmla="*/ 61 h 80"/>
                <a:gd name="T94" fmla="*/ 7 w 7"/>
                <a:gd name="T95" fmla="*/ 54 h 80"/>
                <a:gd name="T96" fmla="*/ 7 w 7"/>
                <a:gd name="T97" fmla="*/ 53 h 80"/>
                <a:gd name="T98" fmla="*/ 7 w 7"/>
                <a:gd name="T99" fmla="*/ 50 h 80"/>
                <a:gd name="T100" fmla="*/ 7 w 7"/>
                <a:gd name="T101" fmla="*/ 41 h 80"/>
                <a:gd name="T102" fmla="*/ 7 w 7"/>
                <a:gd name="T103" fmla="*/ 3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0">
                  <a:moveTo>
                    <a:pt x="0" y="14"/>
                  </a:moveTo>
                  <a:lnTo>
                    <a:pt x="1" y="29"/>
                  </a:lnTo>
                  <a:lnTo>
                    <a:pt x="1" y="53"/>
                  </a:lnTo>
                  <a:lnTo>
                    <a:pt x="1" y="66"/>
                  </a:lnTo>
                  <a:lnTo>
                    <a:pt x="1" y="60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2" y="42"/>
                  </a:lnTo>
                  <a:lnTo>
                    <a:pt x="2" y="25"/>
                  </a:lnTo>
                  <a:lnTo>
                    <a:pt x="2" y="1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5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6"/>
                  </a:lnTo>
                  <a:lnTo>
                    <a:pt x="3" y="29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40"/>
                  </a:lnTo>
                  <a:lnTo>
                    <a:pt x="3" y="51"/>
                  </a:lnTo>
                  <a:lnTo>
                    <a:pt x="3" y="56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57"/>
                  </a:lnTo>
                  <a:lnTo>
                    <a:pt x="4" y="62"/>
                  </a:lnTo>
                  <a:lnTo>
                    <a:pt x="4" y="54"/>
                  </a:lnTo>
                  <a:lnTo>
                    <a:pt x="4" y="44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37"/>
                  </a:lnTo>
                  <a:lnTo>
                    <a:pt x="5" y="29"/>
                  </a:lnTo>
                  <a:lnTo>
                    <a:pt x="5" y="25"/>
                  </a:lnTo>
                  <a:lnTo>
                    <a:pt x="5" y="24"/>
                  </a:lnTo>
                  <a:lnTo>
                    <a:pt x="5" y="28"/>
                  </a:lnTo>
                  <a:lnTo>
                    <a:pt x="5" y="37"/>
                  </a:lnTo>
                  <a:lnTo>
                    <a:pt x="5" y="44"/>
                  </a:lnTo>
                  <a:lnTo>
                    <a:pt x="5" y="49"/>
                  </a:lnTo>
                  <a:lnTo>
                    <a:pt x="5" y="56"/>
                  </a:lnTo>
                  <a:lnTo>
                    <a:pt x="5" y="62"/>
                  </a:lnTo>
                  <a:lnTo>
                    <a:pt x="6" y="60"/>
                  </a:lnTo>
                  <a:lnTo>
                    <a:pt x="6" y="58"/>
                  </a:lnTo>
                  <a:lnTo>
                    <a:pt x="6" y="60"/>
                  </a:lnTo>
                  <a:lnTo>
                    <a:pt x="6" y="72"/>
                  </a:lnTo>
                  <a:lnTo>
                    <a:pt x="6" y="80"/>
                  </a:lnTo>
                  <a:lnTo>
                    <a:pt x="6" y="75"/>
                  </a:lnTo>
                  <a:lnTo>
                    <a:pt x="6" y="61"/>
                  </a:lnTo>
                  <a:lnTo>
                    <a:pt x="7" y="54"/>
                  </a:lnTo>
                  <a:lnTo>
                    <a:pt x="7" y="53"/>
                  </a:lnTo>
                  <a:lnTo>
                    <a:pt x="7" y="50"/>
                  </a:lnTo>
                  <a:lnTo>
                    <a:pt x="7" y="41"/>
                  </a:lnTo>
                  <a:lnTo>
                    <a:pt x="7" y="3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30" name="Freeform 1036"/>
            <p:cNvSpPr/>
            <p:nvPr/>
          </p:nvSpPr>
          <p:spPr bwMode="auto">
            <a:xfrm>
              <a:off x="3930650" y="4665663"/>
              <a:ext cx="11113" cy="130175"/>
            </a:xfrm>
            <a:custGeom>
              <a:avLst/>
              <a:gdLst>
                <a:gd name="T0" fmla="*/ 0 w 7"/>
                <a:gd name="T1" fmla="*/ 30 h 82"/>
                <a:gd name="T2" fmla="*/ 0 w 7"/>
                <a:gd name="T3" fmla="*/ 22 h 82"/>
                <a:gd name="T4" fmla="*/ 0 w 7"/>
                <a:gd name="T5" fmla="*/ 23 h 82"/>
                <a:gd name="T6" fmla="*/ 0 w 7"/>
                <a:gd name="T7" fmla="*/ 29 h 82"/>
                <a:gd name="T8" fmla="*/ 0 w 7"/>
                <a:gd name="T9" fmla="*/ 31 h 82"/>
                <a:gd name="T10" fmla="*/ 0 w 7"/>
                <a:gd name="T11" fmla="*/ 41 h 82"/>
                <a:gd name="T12" fmla="*/ 1 w 7"/>
                <a:gd name="T13" fmla="*/ 60 h 82"/>
                <a:gd name="T14" fmla="*/ 1 w 7"/>
                <a:gd name="T15" fmla="*/ 72 h 82"/>
                <a:gd name="T16" fmla="*/ 1 w 7"/>
                <a:gd name="T17" fmla="*/ 67 h 82"/>
                <a:gd name="T18" fmla="*/ 1 w 7"/>
                <a:gd name="T19" fmla="*/ 52 h 82"/>
                <a:gd name="T20" fmla="*/ 1 w 7"/>
                <a:gd name="T21" fmla="*/ 37 h 82"/>
                <a:gd name="T22" fmla="*/ 1 w 7"/>
                <a:gd name="T23" fmla="*/ 32 h 82"/>
                <a:gd name="T24" fmla="*/ 2 w 7"/>
                <a:gd name="T25" fmla="*/ 30 h 82"/>
                <a:gd name="T26" fmla="*/ 2 w 7"/>
                <a:gd name="T27" fmla="*/ 31 h 82"/>
                <a:gd name="T28" fmla="*/ 2 w 7"/>
                <a:gd name="T29" fmla="*/ 45 h 82"/>
                <a:gd name="T30" fmla="*/ 2 w 7"/>
                <a:gd name="T31" fmla="*/ 64 h 82"/>
                <a:gd name="T32" fmla="*/ 2 w 7"/>
                <a:gd name="T33" fmla="*/ 72 h 82"/>
                <a:gd name="T34" fmla="*/ 2 w 7"/>
                <a:gd name="T35" fmla="*/ 73 h 82"/>
                <a:gd name="T36" fmla="*/ 2 w 7"/>
                <a:gd name="T37" fmla="*/ 78 h 82"/>
                <a:gd name="T38" fmla="*/ 2 w 7"/>
                <a:gd name="T39" fmla="*/ 82 h 82"/>
                <a:gd name="T40" fmla="*/ 2 w 7"/>
                <a:gd name="T41" fmla="*/ 78 h 82"/>
                <a:gd name="T42" fmla="*/ 3 w 7"/>
                <a:gd name="T43" fmla="*/ 66 h 82"/>
                <a:gd name="T44" fmla="*/ 3 w 7"/>
                <a:gd name="T45" fmla="*/ 47 h 82"/>
                <a:gd name="T46" fmla="*/ 3 w 7"/>
                <a:gd name="T47" fmla="*/ 29 h 82"/>
                <a:gd name="T48" fmla="*/ 3 w 7"/>
                <a:gd name="T49" fmla="*/ 13 h 82"/>
                <a:gd name="T50" fmla="*/ 3 w 7"/>
                <a:gd name="T51" fmla="*/ 2 h 82"/>
                <a:gd name="T52" fmla="*/ 3 w 7"/>
                <a:gd name="T53" fmla="*/ 0 h 82"/>
                <a:gd name="T54" fmla="*/ 3 w 7"/>
                <a:gd name="T55" fmla="*/ 3 h 82"/>
                <a:gd name="T56" fmla="*/ 3 w 7"/>
                <a:gd name="T57" fmla="*/ 11 h 82"/>
                <a:gd name="T58" fmla="*/ 3 w 7"/>
                <a:gd name="T59" fmla="*/ 32 h 82"/>
                <a:gd name="T60" fmla="*/ 4 w 7"/>
                <a:gd name="T61" fmla="*/ 58 h 82"/>
                <a:gd name="T62" fmla="*/ 4 w 7"/>
                <a:gd name="T63" fmla="*/ 72 h 82"/>
                <a:gd name="T64" fmla="*/ 4 w 7"/>
                <a:gd name="T65" fmla="*/ 75 h 82"/>
                <a:gd name="T66" fmla="*/ 4 w 7"/>
                <a:gd name="T67" fmla="*/ 73 h 82"/>
                <a:gd name="T68" fmla="*/ 4 w 7"/>
                <a:gd name="T69" fmla="*/ 71 h 82"/>
                <a:gd name="T70" fmla="*/ 4 w 7"/>
                <a:gd name="T71" fmla="*/ 74 h 82"/>
                <a:gd name="T72" fmla="*/ 5 w 7"/>
                <a:gd name="T73" fmla="*/ 78 h 82"/>
                <a:gd name="T74" fmla="*/ 5 w 7"/>
                <a:gd name="T75" fmla="*/ 72 h 82"/>
                <a:gd name="T76" fmla="*/ 5 w 7"/>
                <a:gd name="T77" fmla="*/ 59 h 82"/>
                <a:gd name="T78" fmla="*/ 5 w 7"/>
                <a:gd name="T79" fmla="*/ 50 h 82"/>
                <a:gd name="T80" fmla="*/ 5 w 7"/>
                <a:gd name="T81" fmla="*/ 45 h 82"/>
                <a:gd name="T82" fmla="*/ 5 w 7"/>
                <a:gd name="T83" fmla="*/ 37 h 82"/>
                <a:gd name="T84" fmla="*/ 5 w 7"/>
                <a:gd name="T85" fmla="*/ 28 h 82"/>
                <a:gd name="T86" fmla="*/ 5 w 7"/>
                <a:gd name="T87" fmla="*/ 25 h 82"/>
                <a:gd name="T88" fmla="*/ 5 w 7"/>
                <a:gd name="T89" fmla="*/ 27 h 82"/>
                <a:gd name="T90" fmla="*/ 6 w 7"/>
                <a:gd name="T91" fmla="*/ 25 h 82"/>
                <a:gd name="T92" fmla="*/ 6 w 7"/>
                <a:gd name="T93" fmla="*/ 21 h 82"/>
                <a:gd name="T94" fmla="*/ 6 w 7"/>
                <a:gd name="T95" fmla="*/ 21 h 82"/>
                <a:gd name="T96" fmla="*/ 6 w 7"/>
                <a:gd name="T97" fmla="*/ 25 h 82"/>
                <a:gd name="T98" fmla="*/ 6 w 7"/>
                <a:gd name="T99" fmla="*/ 25 h 82"/>
                <a:gd name="T100" fmla="*/ 6 w 7"/>
                <a:gd name="T101" fmla="*/ 24 h 82"/>
                <a:gd name="T102" fmla="*/ 7 w 7"/>
                <a:gd name="T103" fmla="*/ 26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2">
                  <a:moveTo>
                    <a:pt x="0" y="30"/>
                  </a:moveTo>
                  <a:lnTo>
                    <a:pt x="0" y="22"/>
                  </a:lnTo>
                  <a:lnTo>
                    <a:pt x="0" y="23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41"/>
                  </a:lnTo>
                  <a:lnTo>
                    <a:pt x="1" y="60"/>
                  </a:lnTo>
                  <a:lnTo>
                    <a:pt x="1" y="72"/>
                  </a:lnTo>
                  <a:lnTo>
                    <a:pt x="1" y="67"/>
                  </a:lnTo>
                  <a:lnTo>
                    <a:pt x="1" y="52"/>
                  </a:lnTo>
                  <a:lnTo>
                    <a:pt x="1" y="37"/>
                  </a:lnTo>
                  <a:lnTo>
                    <a:pt x="1" y="32"/>
                  </a:lnTo>
                  <a:lnTo>
                    <a:pt x="2" y="30"/>
                  </a:lnTo>
                  <a:lnTo>
                    <a:pt x="2" y="31"/>
                  </a:lnTo>
                  <a:lnTo>
                    <a:pt x="2" y="45"/>
                  </a:lnTo>
                  <a:lnTo>
                    <a:pt x="2" y="64"/>
                  </a:lnTo>
                  <a:lnTo>
                    <a:pt x="2" y="72"/>
                  </a:lnTo>
                  <a:lnTo>
                    <a:pt x="2" y="73"/>
                  </a:lnTo>
                  <a:lnTo>
                    <a:pt x="2" y="78"/>
                  </a:lnTo>
                  <a:lnTo>
                    <a:pt x="2" y="82"/>
                  </a:lnTo>
                  <a:lnTo>
                    <a:pt x="2" y="78"/>
                  </a:lnTo>
                  <a:lnTo>
                    <a:pt x="3" y="66"/>
                  </a:lnTo>
                  <a:lnTo>
                    <a:pt x="3" y="47"/>
                  </a:lnTo>
                  <a:lnTo>
                    <a:pt x="3" y="29"/>
                  </a:lnTo>
                  <a:lnTo>
                    <a:pt x="3" y="13"/>
                  </a:lnTo>
                  <a:lnTo>
                    <a:pt x="3" y="2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11"/>
                  </a:lnTo>
                  <a:lnTo>
                    <a:pt x="3" y="32"/>
                  </a:lnTo>
                  <a:lnTo>
                    <a:pt x="4" y="58"/>
                  </a:lnTo>
                  <a:lnTo>
                    <a:pt x="4" y="72"/>
                  </a:lnTo>
                  <a:lnTo>
                    <a:pt x="4" y="75"/>
                  </a:lnTo>
                  <a:lnTo>
                    <a:pt x="4" y="73"/>
                  </a:lnTo>
                  <a:lnTo>
                    <a:pt x="4" y="71"/>
                  </a:lnTo>
                  <a:lnTo>
                    <a:pt x="4" y="74"/>
                  </a:lnTo>
                  <a:lnTo>
                    <a:pt x="5" y="78"/>
                  </a:lnTo>
                  <a:lnTo>
                    <a:pt x="5" y="72"/>
                  </a:lnTo>
                  <a:lnTo>
                    <a:pt x="5" y="59"/>
                  </a:lnTo>
                  <a:lnTo>
                    <a:pt x="5" y="50"/>
                  </a:lnTo>
                  <a:lnTo>
                    <a:pt x="5" y="45"/>
                  </a:lnTo>
                  <a:lnTo>
                    <a:pt x="5" y="37"/>
                  </a:lnTo>
                  <a:lnTo>
                    <a:pt x="5" y="28"/>
                  </a:lnTo>
                  <a:lnTo>
                    <a:pt x="5" y="25"/>
                  </a:lnTo>
                  <a:lnTo>
                    <a:pt x="5" y="27"/>
                  </a:lnTo>
                  <a:lnTo>
                    <a:pt x="6" y="25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6" y="25"/>
                  </a:lnTo>
                  <a:lnTo>
                    <a:pt x="6" y="25"/>
                  </a:lnTo>
                  <a:lnTo>
                    <a:pt x="6" y="24"/>
                  </a:lnTo>
                  <a:lnTo>
                    <a:pt x="7" y="2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31" name="Freeform 1037"/>
            <p:cNvSpPr/>
            <p:nvPr/>
          </p:nvSpPr>
          <p:spPr bwMode="auto">
            <a:xfrm>
              <a:off x="3940175" y="4662488"/>
              <a:ext cx="11113" cy="117475"/>
            </a:xfrm>
            <a:custGeom>
              <a:avLst/>
              <a:gdLst>
                <a:gd name="T0" fmla="*/ 0 w 7"/>
                <a:gd name="T1" fmla="*/ 26 h 74"/>
                <a:gd name="T2" fmla="*/ 1 w 7"/>
                <a:gd name="T3" fmla="*/ 28 h 74"/>
                <a:gd name="T4" fmla="*/ 1 w 7"/>
                <a:gd name="T5" fmla="*/ 31 h 74"/>
                <a:gd name="T6" fmla="*/ 1 w 7"/>
                <a:gd name="T7" fmla="*/ 31 h 74"/>
                <a:gd name="T8" fmla="*/ 1 w 7"/>
                <a:gd name="T9" fmla="*/ 35 h 74"/>
                <a:gd name="T10" fmla="*/ 1 w 7"/>
                <a:gd name="T11" fmla="*/ 44 h 74"/>
                <a:gd name="T12" fmla="*/ 1 w 7"/>
                <a:gd name="T13" fmla="*/ 44 h 74"/>
                <a:gd name="T14" fmla="*/ 1 w 7"/>
                <a:gd name="T15" fmla="*/ 34 h 74"/>
                <a:gd name="T16" fmla="*/ 1 w 7"/>
                <a:gd name="T17" fmla="*/ 37 h 74"/>
                <a:gd name="T18" fmla="*/ 1 w 7"/>
                <a:gd name="T19" fmla="*/ 53 h 74"/>
                <a:gd name="T20" fmla="*/ 1 w 7"/>
                <a:gd name="T21" fmla="*/ 54 h 74"/>
                <a:gd name="T22" fmla="*/ 2 w 7"/>
                <a:gd name="T23" fmla="*/ 36 h 74"/>
                <a:gd name="T24" fmla="*/ 2 w 7"/>
                <a:gd name="T25" fmla="*/ 23 h 74"/>
                <a:gd name="T26" fmla="*/ 2 w 7"/>
                <a:gd name="T27" fmla="*/ 21 h 74"/>
                <a:gd name="T28" fmla="*/ 2 w 7"/>
                <a:gd name="T29" fmla="*/ 17 h 74"/>
                <a:gd name="T30" fmla="*/ 2 w 7"/>
                <a:gd name="T31" fmla="*/ 11 h 74"/>
                <a:gd name="T32" fmla="*/ 2 w 7"/>
                <a:gd name="T33" fmla="*/ 10 h 74"/>
                <a:gd name="T34" fmla="*/ 2 w 7"/>
                <a:gd name="T35" fmla="*/ 12 h 74"/>
                <a:gd name="T36" fmla="*/ 2 w 7"/>
                <a:gd name="T37" fmla="*/ 19 h 74"/>
                <a:gd name="T38" fmla="*/ 2 w 7"/>
                <a:gd name="T39" fmla="*/ 33 h 74"/>
                <a:gd name="T40" fmla="*/ 3 w 7"/>
                <a:gd name="T41" fmla="*/ 37 h 74"/>
                <a:gd name="T42" fmla="*/ 3 w 7"/>
                <a:gd name="T43" fmla="*/ 31 h 74"/>
                <a:gd name="T44" fmla="*/ 3 w 7"/>
                <a:gd name="T45" fmla="*/ 34 h 74"/>
                <a:gd name="T46" fmla="*/ 3 w 7"/>
                <a:gd name="T47" fmla="*/ 45 h 74"/>
                <a:gd name="T48" fmla="*/ 3 w 7"/>
                <a:gd name="T49" fmla="*/ 40 h 74"/>
                <a:gd name="T50" fmla="*/ 3 w 7"/>
                <a:gd name="T51" fmla="*/ 21 h 74"/>
                <a:gd name="T52" fmla="*/ 4 w 7"/>
                <a:gd name="T53" fmla="*/ 7 h 74"/>
                <a:gd name="T54" fmla="*/ 4 w 7"/>
                <a:gd name="T55" fmla="*/ 2 h 74"/>
                <a:gd name="T56" fmla="*/ 4 w 7"/>
                <a:gd name="T57" fmla="*/ 0 h 74"/>
                <a:gd name="T58" fmla="*/ 4 w 7"/>
                <a:gd name="T59" fmla="*/ 1 h 74"/>
                <a:gd name="T60" fmla="*/ 4 w 7"/>
                <a:gd name="T61" fmla="*/ 10 h 74"/>
                <a:gd name="T62" fmla="*/ 4 w 7"/>
                <a:gd name="T63" fmla="*/ 23 h 74"/>
                <a:gd name="T64" fmla="*/ 4 w 7"/>
                <a:gd name="T65" fmla="*/ 31 h 74"/>
                <a:gd name="T66" fmla="*/ 4 w 7"/>
                <a:gd name="T67" fmla="*/ 37 h 74"/>
                <a:gd name="T68" fmla="*/ 4 w 7"/>
                <a:gd name="T69" fmla="*/ 51 h 74"/>
                <a:gd name="T70" fmla="*/ 5 w 7"/>
                <a:gd name="T71" fmla="*/ 67 h 74"/>
                <a:gd name="T72" fmla="*/ 5 w 7"/>
                <a:gd name="T73" fmla="*/ 74 h 74"/>
                <a:gd name="T74" fmla="*/ 5 w 7"/>
                <a:gd name="T75" fmla="*/ 71 h 74"/>
                <a:gd name="T76" fmla="*/ 5 w 7"/>
                <a:gd name="T77" fmla="*/ 59 h 74"/>
                <a:gd name="T78" fmla="*/ 5 w 7"/>
                <a:gd name="T79" fmla="*/ 42 h 74"/>
                <a:gd name="T80" fmla="*/ 5 w 7"/>
                <a:gd name="T81" fmla="*/ 30 h 74"/>
                <a:gd name="T82" fmla="*/ 6 w 7"/>
                <a:gd name="T83" fmla="*/ 18 h 74"/>
                <a:gd name="T84" fmla="*/ 6 w 7"/>
                <a:gd name="T85" fmla="*/ 7 h 74"/>
                <a:gd name="T86" fmla="*/ 6 w 7"/>
                <a:gd name="T87" fmla="*/ 8 h 74"/>
                <a:gd name="T88" fmla="*/ 6 w 7"/>
                <a:gd name="T89" fmla="*/ 17 h 74"/>
                <a:gd name="T90" fmla="*/ 6 w 7"/>
                <a:gd name="T91" fmla="*/ 21 h 74"/>
                <a:gd name="T92" fmla="*/ 6 w 7"/>
                <a:gd name="T93" fmla="*/ 20 h 74"/>
                <a:gd name="T94" fmla="*/ 6 w 7"/>
                <a:gd name="T95" fmla="*/ 17 h 74"/>
                <a:gd name="T96" fmla="*/ 6 w 7"/>
                <a:gd name="T97" fmla="*/ 15 h 74"/>
                <a:gd name="T98" fmla="*/ 6 w 7"/>
                <a:gd name="T99" fmla="*/ 21 h 74"/>
                <a:gd name="T100" fmla="*/ 7 w 7"/>
                <a:gd name="T101" fmla="*/ 29 h 74"/>
                <a:gd name="T102" fmla="*/ 7 w 7"/>
                <a:gd name="T103" fmla="*/ 29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4">
                  <a:moveTo>
                    <a:pt x="0" y="26"/>
                  </a:moveTo>
                  <a:lnTo>
                    <a:pt x="1" y="28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5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34"/>
                  </a:lnTo>
                  <a:lnTo>
                    <a:pt x="1" y="37"/>
                  </a:lnTo>
                  <a:lnTo>
                    <a:pt x="1" y="53"/>
                  </a:lnTo>
                  <a:lnTo>
                    <a:pt x="1" y="54"/>
                  </a:lnTo>
                  <a:lnTo>
                    <a:pt x="2" y="36"/>
                  </a:lnTo>
                  <a:lnTo>
                    <a:pt x="2" y="23"/>
                  </a:lnTo>
                  <a:lnTo>
                    <a:pt x="2" y="21"/>
                  </a:lnTo>
                  <a:lnTo>
                    <a:pt x="2" y="17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19"/>
                  </a:lnTo>
                  <a:lnTo>
                    <a:pt x="2" y="33"/>
                  </a:lnTo>
                  <a:lnTo>
                    <a:pt x="3" y="37"/>
                  </a:lnTo>
                  <a:lnTo>
                    <a:pt x="3" y="31"/>
                  </a:lnTo>
                  <a:lnTo>
                    <a:pt x="3" y="34"/>
                  </a:lnTo>
                  <a:lnTo>
                    <a:pt x="3" y="45"/>
                  </a:lnTo>
                  <a:lnTo>
                    <a:pt x="3" y="40"/>
                  </a:lnTo>
                  <a:lnTo>
                    <a:pt x="3" y="21"/>
                  </a:lnTo>
                  <a:lnTo>
                    <a:pt x="4" y="7"/>
                  </a:lnTo>
                  <a:lnTo>
                    <a:pt x="4" y="2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0"/>
                  </a:lnTo>
                  <a:lnTo>
                    <a:pt x="4" y="23"/>
                  </a:lnTo>
                  <a:lnTo>
                    <a:pt x="4" y="31"/>
                  </a:lnTo>
                  <a:lnTo>
                    <a:pt x="4" y="37"/>
                  </a:lnTo>
                  <a:lnTo>
                    <a:pt x="4" y="51"/>
                  </a:lnTo>
                  <a:lnTo>
                    <a:pt x="5" y="67"/>
                  </a:lnTo>
                  <a:lnTo>
                    <a:pt x="5" y="74"/>
                  </a:lnTo>
                  <a:lnTo>
                    <a:pt x="5" y="71"/>
                  </a:lnTo>
                  <a:lnTo>
                    <a:pt x="5" y="59"/>
                  </a:lnTo>
                  <a:lnTo>
                    <a:pt x="5" y="42"/>
                  </a:lnTo>
                  <a:lnTo>
                    <a:pt x="5" y="30"/>
                  </a:lnTo>
                  <a:lnTo>
                    <a:pt x="6" y="18"/>
                  </a:lnTo>
                  <a:lnTo>
                    <a:pt x="6" y="7"/>
                  </a:lnTo>
                  <a:lnTo>
                    <a:pt x="6" y="8"/>
                  </a:lnTo>
                  <a:lnTo>
                    <a:pt x="6" y="17"/>
                  </a:lnTo>
                  <a:lnTo>
                    <a:pt x="6" y="21"/>
                  </a:lnTo>
                  <a:lnTo>
                    <a:pt x="6" y="20"/>
                  </a:lnTo>
                  <a:lnTo>
                    <a:pt x="6" y="17"/>
                  </a:lnTo>
                  <a:lnTo>
                    <a:pt x="6" y="15"/>
                  </a:lnTo>
                  <a:lnTo>
                    <a:pt x="6" y="21"/>
                  </a:lnTo>
                  <a:lnTo>
                    <a:pt x="7" y="29"/>
                  </a:lnTo>
                  <a:lnTo>
                    <a:pt x="7" y="2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32" name="Freeform 1038"/>
            <p:cNvSpPr/>
            <p:nvPr/>
          </p:nvSpPr>
          <p:spPr bwMode="auto">
            <a:xfrm>
              <a:off x="3951288" y="4625976"/>
              <a:ext cx="9525" cy="127000"/>
            </a:xfrm>
            <a:custGeom>
              <a:avLst/>
              <a:gdLst>
                <a:gd name="T0" fmla="*/ 0 w 6"/>
                <a:gd name="T1" fmla="*/ 52 h 80"/>
                <a:gd name="T2" fmla="*/ 0 w 6"/>
                <a:gd name="T3" fmla="*/ 52 h 80"/>
                <a:gd name="T4" fmla="*/ 0 w 6"/>
                <a:gd name="T5" fmla="*/ 53 h 80"/>
                <a:gd name="T6" fmla="*/ 0 w 6"/>
                <a:gd name="T7" fmla="*/ 57 h 80"/>
                <a:gd name="T8" fmla="*/ 0 w 6"/>
                <a:gd name="T9" fmla="*/ 55 h 80"/>
                <a:gd name="T10" fmla="*/ 0 w 6"/>
                <a:gd name="T11" fmla="*/ 49 h 80"/>
                <a:gd name="T12" fmla="*/ 0 w 6"/>
                <a:gd name="T13" fmla="*/ 45 h 80"/>
                <a:gd name="T14" fmla="*/ 0 w 6"/>
                <a:gd name="T15" fmla="*/ 45 h 80"/>
                <a:gd name="T16" fmla="*/ 0 w 6"/>
                <a:gd name="T17" fmla="*/ 48 h 80"/>
                <a:gd name="T18" fmla="*/ 1 w 6"/>
                <a:gd name="T19" fmla="*/ 55 h 80"/>
                <a:gd name="T20" fmla="*/ 1 w 6"/>
                <a:gd name="T21" fmla="*/ 67 h 80"/>
                <a:gd name="T22" fmla="*/ 1 w 6"/>
                <a:gd name="T23" fmla="*/ 79 h 80"/>
                <a:gd name="T24" fmla="*/ 1 w 6"/>
                <a:gd name="T25" fmla="*/ 80 h 80"/>
                <a:gd name="T26" fmla="*/ 1 w 6"/>
                <a:gd name="T27" fmla="*/ 68 h 80"/>
                <a:gd name="T28" fmla="*/ 1 w 6"/>
                <a:gd name="T29" fmla="*/ 56 h 80"/>
                <a:gd name="T30" fmla="*/ 2 w 6"/>
                <a:gd name="T31" fmla="*/ 49 h 80"/>
                <a:gd name="T32" fmla="*/ 2 w 6"/>
                <a:gd name="T33" fmla="*/ 47 h 80"/>
                <a:gd name="T34" fmla="*/ 2 w 6"/>
                <a:gd name="T35" fmla="*/ 47 h 80"/>
                <a:gd name="T36" fmla="*/ 2 w 6"/>
                <a:gd name="T37" fmla="*/ 37 h 80"/>
                <a:gd name="T38" fmla="*/ 2 w 6"/>
                <a:gd name="T39" fmla="*/ 20 h 80"/>
                <a:gd name="T40" fmla="*/ 2 w 6"/>
                <a:gd name="T41" fmla="*/ 14 h 80"/>
                <a:gd name="T42" fmla="*/ 2 w 6"/>
                <a:gd name="T43" fmla="*/ 12 h 80"/>
                <a:gd name="T44" fmla="*/ 2 w 6"/>
                <a:gd name="T45" fmla="*/ 3 h 80"/>
                <a:gd name="T46" fmla="*/ 2 w 6"/>
                <a:gd name="T47" fmla="*/ 4 h 80"/>
                <a:gd name="T48" fmla="*/ 3 w 6"/>
                <a:gd name="T49" fmla="*/ 27 h 80"/>
                <a:gd name="T50" fmla="*/ 3 w 6"/>
                <a:gd name="T51" fmla="*/ 53 h 80"/>
                <a:gd name="T52" fmla="*/ 3 w 6"/>
                <a:gd name="T53" fmla="*/ 61 h 80"/>
                <a:gd name="T54" fmla="*/ 3 w 6"/>
                <a:gd name="T55" fmla="*/ 60 h 80"/>
                <a:gd name="T56" fmla="*/ 3 w 6"/>
                <a:gd name="T57" fmla="*/ 67 h 80"/>
                <a:gd name="T58" fmla="*/ 3 w 6"/>
                <a:gd name="T59" fmla="*/ 76 h 80"/>
                <a:gd name="T60" fmla="*/ 3 w 6"/>
                <a:gd name="T61" fmla="*/ 77 h 80"/>
                <a:gd name="T62" fmla="*/ 4 w 6"/>
                <a:gd name="T63" fmla="*/ 74 h 80"/>
                <a:gd name="T64" fmla="*/ 4 w 6"/>
                <a:gd name="T65" fmla="*/ 75 h 80"/>
                <a:gd name="T66" fmla="*/ 4 w 6"/>
                <a:gd name="T67" fmla="*/ 78 h 80"/>
                <a:gd name="T68" fmla="*/ 4 w 6"/>
                <a:gd name="T69" fmla="*/ 74 h 80"/>
                <a:gd name="T70" fmla="*/ 4 w 6"/>
                <a:gd name="T71" fmla="*/ 59 h 80"/>
                <a:gd name="T72" fmla="*/ 4 w 6"/>
                <a:gd name="T73" fmla="*/ 34 h 80"/>
                <a:gd name="T74" fmla="*/ 4 w 6"/>
                <a:gd name="T75" fmla="*/ 9 h 80"/>
                <a:gd name="T76" fmla="*/ 4 w 6"/>
                <a:gd name="T77" fmla="*/ 0 h 80"/>
                <a:gd name="T78" fmla="*/ 4 w 6"/>
                <a:gd name="T79" fmla="*/ 12 h 80"/>
                <a:gd name="T80" fmla="*/ 5 w 6"/>
                <a:gd name="T81" fmla="*/ 27 h 80"/>
                <a:gd name="T82" fmla="*/ 5 w 6"/>
                <a:gd name="T83" fmla="*/ 33 h 80"/>
                <a:gd name="T84" fmla="*/ 5 w 6"/>
                <a:gd name="T85" fmla="*/ 36 h 80"/>
                <a:gd name="T86" fmla="*/ 5 w 6"/>
                <a:gd name="T87" fmla="*/ 40 h 80"/>
                <a:gd name="T88" fmla="*/ 5 w 6"/>
                <a:gd name="T89" fmla="*/ 37 h 80"/>
                <a:gd name="T90" fmla="*/ 5 w 6"/>
                <a:gd name="T91" fmla="*/ 28 h 80"/>
                <a:gd name="T92" fmla="*/ 5 w 6"/>
                <a:gd name="T93" fmla="*/ 20 h 80"/>
                <a:gd name="T94" fmla="*/ 5 w 6"/>
                <a:gd name="T95" fmla="*/ 25 h 80"/>
                <a:gd name="T96" fmla="*/ 5 w 6"/>
                <a:gd name="T97" fmla="*/ 42 h 80"/>
                <a:gd name="T98" fmla="*/ 6 w 6"/>
                <a:gd name="T99" fmla="*/ 50 h 80"/>
                <a:gd name="T100" fmla="*/ 6 w 6"/>
                <a:gd name="T101" fmla="*/ 44 h 80"/>
                <a:gd name="T102" fmla="*/ 6 w 6"/>
                <a:gd name="T103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0">
                  <a:moveTo>
                    <a:pt x="0" y="52"/>
                  </a:moveTo>
                  <a:lnTo>
                    <a:pt x="0" y="52"/>
                  </a:lnTo>
                  <a:lnTo>
                    <a:pt x="0" y="53"/>
                  </a:lnTo>
                  <a:lnTo>
                    <a:pt x="0" y="57"/>
                  </a:lnTo>
                  <a:lnTo>
                    <a:pt x="0" y="55"/>
                  </a:lnTo>
                  <a:lnTo>
                    <a:pt x="0" y="49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1" y="55"/>
                  </a:lnTo>
                  <a:lnTo>
                    <a:pt x="1" y="67"/>
                  </a:lnTo>
                  <a:lnTo>
                    <a:pt x="1" y="79"/>
                  </a:lnTo>
                  <a:lnTo>
                    <a:pt x="1" y="80"/>
                  </a:lnTo>
                  <a:lnTo>
                    <a:pt x="1" y="68"/>
                  </a:lnTo>
                  <a:lnTo>
                    <a:pt x="1" y="56"/>
                  </a:lnTo>
                  <a:lnTo>
                    <a:pt x="2" y="49"/>
                  </a:lnTo>
                  <a:lnTo>
                    <a:pt x="2" y="47"/>
                  </a:lnTo>
                  <a:lnTo>
                    <a:pt x="2" y="47"/>
                  </a:lnTo>
                  <a:lnTo>
                    <a:pt x="2" y="37"/>
                  </a:lnTo>
                  <a:lnTo>
                    <a:pt x="2" y="20"/>
                  </a:lnTo>
                  <a:lnTo>
                    <a:pt x="2" y="14"/>
                  </a:lnTo>
                  <a:lnTo>
                    <a:pt x="2" y="12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27"/>
                  </a:lnTo>
                  <a:lnTo>
                    <a:pt x="3" y="53"/>
                  </a:lnTo>
                  <a:lnTo>
                    <a:pt x="3" y="61"/>
                  </a:lnTo>
                  <a:lnTo>
                    <a:pt x="3" y="60"/>
                  </a:lnTo>
                  <a:lnTo>
                    <a:pt x="3" y="67"/>
                  </a:lnTo>
                  <a:lnTo>
                    <a:pt x="3" y="76"/>
                  </a:lnTo>
                  <a:lnTo>
                    <a:pt x="3" y="77"/>
                  </a:lnTo>
                  <a:lnTo>
                    <a:pt x="4" y="74"/>
                  </a:lnTo>
                  <a:lnTo>
                    <a:pt x="4" y="75"/>
                  </a:lnTo>
                  <a:lnTo>
                    <a:pt x="4" y="78"/>
                  </a:lnTo>
                  <a:lnTo>
                    <a:pt x="4" y="74"/>
                  </a:lnTo>
                  <a:lnTo>
                    <a:pt x="4" y="59"/>
                  </a:lnTo>
                  <a:lnTo>
                    <a:pt x="4" y="34"/>
                  </a:lnTo>
                  <a:lnTo>
                    <a:pt x="4" y="9"/>
                  </a:lnTo>
                  <a:lnTo>
                    <a:pt x="4" y="0"/>
                  </a:lnTo>
                  <a:lnTo>
                    <a:pt x="4" y="12"/>
                  </a:lnTo>
                  <a:lnTo>
                    <a:pt x="5" y="27"/>
                  </a:lnTo>
                  <a:lnTo>
                    <a:pt x="5" y="33"/>
                  </a:lnTo>
                  <a:lnTo>
                    <a:pt x="5" y="36"/>
                  </a:lnTo>
                  <a:lnTo>
                    <a:pt x="5" y="40"/>
                  </a:lnTo>
                  <a:lnTo>
                    <a:pt x="5" y="37"/>
                  </a:lnTo>
                  <a:lnTo>
                    <a:pt x="5" y="28"/>
                  </a:lnTo>
                  <a:lnTo>
                    <a:pt x="5" y="20"/>
                  </a:lnTo>
                  <a:lnTo>
                    <a:pt x="5" y="25"/>
                  </a:lnTo>
                  <a:lnTo>
                    <a:pt x="5" y="42"/>
                  </a:lnTo>
                  <a:lnTo>
                    <a:pt x="6" y="50"/>
                  </a:lnTo>
                  <a:lnTo>
                    <a:pt x="6" y="44"/>
                  </a:lnTo>
                  <a:lnTo>
                    <a:pt x="6" y="4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33" name="Freeform 1039"/>
            <p:cNvSpPr/>
            <p:nvPr/>
          </p:nvSpPr>
          <p:spPr bwMode="auto">
            <a:xfrm>
              <a:off x="3960813" y="4625976"/>
              <a:ext cx="9525" cy="146050"/>
            </a:xfrm>
            <a:custGeom>
              <a:avLst/>
              <a:gdLst>
                <a:gd name="T0" fmla="*/ 0 w 6"/>
                <a:gd name="T1" fmla="*/ 44 h 92"/>
                <a:gd name="T2" fmla="*/ 0 w 6"/>
                <a:gd name="T3" fmla="*/ 40 h 92"/>
                <a:gd name="T4" fmla="*/ 0 w 6"/>
                <a:gd name="T5" fmla="*/ 38 h 92"/>
                <a:gd name="T6" fmla="*/ 0 w 6"/>
                <a:gd name="T7" fmla="*/ 25 h 92"/>
                <a:gd name="T8" fmla="*/ 0 w 6"/>
                <a:gd name="T9" fmla="*/ 13 h 92"/>
                <a:gd name="T10" fmla="*/ 1 w 6"/>
                <a:gd name="T11" fmla="*/ 14 h 92"/>
                <a:gd name="T12" fmla="*/ 1 w 6"/>
                <a:gd name="T13" fmla="*/ 19 h 92"/>
                <a:gd name="T14" fmla="*/ 1 w 6"/>
                <a:gd name="T15" fmla="*/ 25 h 92"/>
                <a:gd name="T16" fmla="*/ 1 w 6"/>
                <a:gd name="T17" fmla="*/ 33 h 92"/>
                <a:gd name="T18" fmla="*/ 1 w 6"/>
                <a:gd name="T19" fmla="*/ 40 h 92"/>
                <a:gd name="T20" fmla="*/ 1 w 6"/>
                <a:gd name="T21" fmla="*/ 37 h 92"/>
                <a:gd name="T22" fmla="*/ 1 w 6"/>
                <a:gd name="T23" fmla="*/ 30 h 92"/>
                <a:gd name="T24" fmla="*/ 1 w 6"/>
                <a:gd name="T25" fmla="*/ 35 h 92"/>
                <a:gd name="T26" fmla="*/ 1 w 6"/>
                <a:gd name="T27" fmla="*/ 45 h 92"/>
                <a:gd name="T28" fmla="*/ 2 w 6"/>
                <a:gd name="T29" fmla="*/ 45 h 92"/>
                <a:gd name="T30" fmla="*/ 2 w 6"/>
                <a:gd name="T31" fmla="*/ 30 h 92"/>
                <a:gd name="T32" fmla="*/ 2 w 6"/>
                <a:gd name="T33" fmla="*/ 10 h 92"/>
                <a:gd name="T34" fmla="*/ 2 w 6"/>
                <a:gd name="T35" fmla="*/ 0 h 92"/>
                <a:gd name="T36" fmla="*/ 2 w 6"/>
                <a:gd name="T37" fmla="*/ 12 h 92"/>
                <a:gd name="T38" fmla="*/ 2 w 6"/>
                <a:gd name="T39" fmla="*/ 32 h 92"/>
                <a:gd name="T40" fmla="*/ 3 w 6"/>
                <a:gd name="T41" fmla="*/ 37 h 92"/>
                <a:gd name="T42" fmla="*/ 3 w 6"/>
                <a:gd name="T43" fmla="*/ 33 h 92"/>
                <a:gd name="T44" fmla="*/ 3 w 6"/>
                <a:gd name="T45" fmla="*/ 32 h 92"/>
                <a:gd name="T46" fmla="*/ 3 w 6"/>
                <a:gd name="T47" fmla="*/ 33 h 92"/>
                <a:gd name="T48" fmla="*/ 3 w 6"/>
                <a:gd name="T49" fmla="*/ 36 h 92"/>
                <a:gd name="T50" fmla="*/ 3 w 6"/>
                <a:gd name="T51" fmla="*/ 42 h 92"/>
                <a:gd name="T52" fmla="*/ 3 w 6"/>
                <a:gd name="T53" fmla="*/ 48 h 92"/>
                <a:gd name="T54" fmla="*/ 3 w 6"/>
                <a:gd name="T55" fmla="*/ 52 h 92"/>
                <a:gd name="T56" fmla="*/ 3 w 6"/>
                <a:gd name="T57" fmla="*/ 52 h 92"/>
                <a:gd name="T58" fmla="*/ 4 w 6"/>
                <a:gd name="T59" fmla="*/ 56 h 92"/>
                <a:gd name="T60" fmla="*/ 4 w 6"/>
                <a:gd name="T61" fmla="*/ 66 h 92"/>
                <a:gd name="T62" fmla="*/ 4 w 6"/>
                <a:gd name="T63" fmla="*/ 74 h 92"/>
                <a:gd name="T64" fmla="*/ 4 w 6"/>
                <a:gd name="T65" fmla="*/ 76 h 92"/>
                <a:gd name="T66" fmla="*/ 4 w 6"/>
                <a:gd name="T67" fmla="*/ 72 h 92"/>
                <a:gd name="T68" fmla="*/ 4 w 6"/>
                <a:gd name="T69" fmla="*/ 67 h 92"/>
                <a:gd name="T70" fmla="*/ 4 w 6"/>
                <a:gd name="T71" fmla="*/ 65 h 92"/>
                <a:gd name="T72" fmla="*/ 4 w 6"/>
                <a:gd name="T73" fmla="*/ 55 h 92"/>
                <a:gd name="T74" fmla="*/ 4 w 6"/>
                <a:gd name="T75" fmla="*/ 28 h 92"/>
                <a:gd name="T76" fmla="*/ 5 w 6"/>
                <a:gd name="T77" fmla="*/ 13 h 92"/>
                <a:gd name="T78" fmla="*/ 5 w 6"/>
                <a:gd name="T79" fmla="*/ 28 h 92"/>
                <a:gd name="T80" fmla="*/ 5 w 6"/>
                <a:gd name="T81" fmla="*/ 55 h 92"/>
                <a:gd name="T82" fmla="*/ 5 w 6"/>
                <a:gd name="T83" fmla="*/ 69 h 92"/>
                <a:gd name="T84" fmla="*/ 5 w 6"/>
                <a:gd name="T85" fmla="*/ 67 h 92"/>
                <a:gd name="T86" fmla="*/ 5 w 6"/>
                <a:gd name="T87" fmla="*/ 63 h 92"/>
                <a:gd name="T88" fmla="*/ 5 w 6"/>
                <a:gd name="T89" fmla="*/ 72 h 92"/>
                <a:gd name="T90" fmla="*/ 6 w 6"/>
                <a:gd name="T91" fmla="*/ 84 h 92"/>
                <a:gd name="T92" fmla="*/ 6 w 6"/>
                <a:gd name="T93" fmla="*/ 84 h 92"/>
                <a:gd name="T94" fmla="*/ 6 w 6"/>
                <a:gd name="T95" fmla="*/ 81 h 92"/>
                <a:gd name="T96" fmla="*/ 6 w 6"/>
                <a:gd name="T97" fmla="*/ 85 h 92"/>
                <a:gd name="T98" fmla="*/ 6 w 6"/>
                <a:gd name="T99" fmla="*/ 92 h 92"/>
                <a:gd name="T100" fmla="*/ 6 w 6"/>
                <a:gd name="T101" fmla="*/ 90 h 92"/>
                <a:gd name="T102" fmla="*/ 6 w 6"/>
                <a:gd name="T103" fmla="*/ 6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2">
                  <a:moveTo>
                    <a:pt x="0" y="44"/>
                  </a:moveTo>
                  <a:lnTo>
                    <a:pt x="0" y="40"/>
                  </a:lnTo>
                  <a:lnTo>
                    <a:pt x="0" y="38"/>
                  </a:lnTo>
                  <a:lnTo>
                    <a:pt x="0" y="25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1" y="19"/>
                  </a:lnTo>
                  <a:lnTo>
                    <a:pt x="1" y="25"/>
                  </a:lnTo>
                  <a:lnTo>
                    <a:pt x="1" y="33"/>
                  </a:lnTo>
                  <a:lnTo>
                    <a:pt x="1" y="40"/>
                  </a:lnTo>
                  <a:lnTo>
                    <a:pt x="1" y="37"/>
                  </a:lnTo>
                  <a:lnTo>
                    <a:pt x="1" y="30"/>
                  </a:lnTo>
                  <a:lnTo>
                    <a:pt x="1" y="35"/>
                  </a:lnTo>
                  <a:lnTo>
                    <a:pt x="1" y="45"/>
                  </a:lnTo>
                  <a:lnTo>
                    <a:pt x="2" y="45"/>
                  </a:lnTo>
                  <a:lnTo>
                    <a:pt x="2" y="30"/>
                  </a:lnTo>
                  <a:lnTo>
                    <a:pt x="2" y="10"/>
                  </a:lnTo>
                  <a:lnTo>
                    <a:pt x="2" y="0"/>
                  </a:lnTo>
                  <a:lnTo>
                    <a:pt x="2" y="12"/>
                  </a:lnTo>
                  <a:lnTo>
                    <a:pt x="2" y="32"/>
                  </a:lnTo>
                  <a:lnTo>
                    <a:pt x="3" y="37"/>
                  </a:lnTo>
                  <a:lnTo>
                    <a:pt x="3" y="33"/>
                  </a:lnTo>
                  <a:lnTo>
                    <a:pt x="3" y="32"/>
                  </a:lnTo>
                  <a:lnTo>
                    <a:pt x="3" y="33"/>
                  </a:lnTo>
                  <a:lnTo>
                    <a:pt x="3" y="36"/>
                  </a:lnTo>
                  <a:lnTo>
                    <a:pt x="3" y="42"/>
                  </a:lnTo>
                  <a:lnTo>
                    <a:pt x="3" y="48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4" y="56"/>
                  </a:lnTo>
                  <a:lnTo>
                    <a:pt x="4" y="66"/>
                  </a:lnTo>
                  <a:lnTo>
                    <a:pt x="4" y="74"/>
                  </a:lnTo>
                  <a:lnTo>
                    <a:pt x="4" y="76"/>
                  </a:lnTo>
                  <a:lnTo>
                    <a:pt x="4" y="72"/>
                  </a:lnTo>
                  <a:lnTo>
                    <a:pt x="4" y="67"/>
                  </a:lnTo>
                  <a:lnTo>
                    <a:pt x="4" y="65"/>
                  </a:lnTo>
                  <a:lnTo>
                    <a:pt x="4" y="55"/>
                  </a:lnTo>
                  <a:lnTo>
                    <a:pt x="4" y="28"/>
                  </a:lnTo>
                  <a:lnTo>
                    <a:pt x="5" y="13"/>
                  </a:lnTo>
                  <a:lnTo>
                    <a:pt x="5" y="28"/>
                  </a:lnTo>
                  <a:lnTo>
                    <a:pt x="5" y="55"/>
                  </a:lnTo>
                  <a:lnTo>
                    <a:pt x="5" y="69"/>
                  </a:lnTo>
                  <a:lnTo>
                    <a:pt x="5" y="67"/>
                  </a:lnTo>
                  <a:lnTo>
                    <a:pt x="5" y="63"/>
                  </a:lnTo>
                  <a:lnTo>
                    <a:pt x="5" y="72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6" y="81"/>
                  </a:lnTo>
                  <a:lnTo>
                    <a:pt x="6" y="85"/>
                  </a:lnTo>
                  <a:lnTo>
                    <a:pt x="6" y="92"/>
                  </a:lnTo>
                  <a:lnTo>
                    <a:pt x="6" y="90"/>
                  </a:lnTo>
                  <a:lnTo>
                    <a:pt x="6" y="6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34" name="Freeform 1040"/>
            <p:cNvSpPr/>
            <p:nvPr/>
          </p:nvSpPr>
          <p:spPr bwMode="auto">
            <a:xfrm>
              <a:off x="3970338" y="4672013"/>
              <a:ext cx="11113" cy="163513"/>
            </a:xfrm>
            <a:custGeom>
              <a:avLst/>
              <a:gdLst>
                <a:gd name="T0" fmla="*/ 0 w 7"/>
                <a:gd name="T1" fmla="*/ 61 h 103"/>
                <a:gd name="T2" fmla="*/ 0 w 7"/>
                <a:gd name="T3" fmla="*/ 36 h 103"/>
                <a:gd name="T4" fmla="*/ 0 w 7"/>
                <a:gd name="T5" fmla="*/ 8 h 103"/>
                <a:gd name="T6" fmla="*/ 0 w 7"/>
                <a:gd name="T7" fmla="*/ 13 h 103"/>
                <a:gd name="T8" fmla="*/ 1 w 7"/>
                <a:gd name="T9" fmla="*/ 51 h 103"/>
                <a:gd name="T10" fmla="*/ 1 w 7"/>
                <a:gd name="T11" fmla="*/ 79 h 103"/>
                <a:gd name="T12" fmla="*/ 1 w 7"/>
                <a:gd name="T13" fmla="*/ 76 h 103"/>
                <a:gd name="T14" fmla="*/ 1 w 7"/>
                <a:gd name="T15" fmla="*/ 72 h 103"/>
                <a:gd name="T16" fmla="*/ 1 w 7"/>
                <a:gd name="T17" fmla="*/ 90 h 103"/>
                <a:gd name="T18" fmla="*/ 1 w 7"/>
                <a:gd name="T19" fmla="*/ 103 h 103"/>
                <a:gd name="T20" fmla="*/ 2 w 7"/>
                <a:gd name="T21" fmla="*/ 89 h 103"/>
                <a:gd name="T22" fmla="*/ 2 w 7"/>
                <a:gd name="T23" fmla="*/ 72 h 103"/>
                <a:gd name="T24" fmla="*/ 2 w 7"/>
                <a:gd name="T25" fmla="*/ 61 h 103"/>
                <a:gd name="T26" fmla="*/ 2 w 7"/>
                <a:gd name="T27" fmla="*/ 40 h 103"/>
                <a:gd name="T28" fmla="*/ 2 w 7"/>
                <a:gd name="T29" fmla="*/ 24 h 103"/>
                <a:gd name="T30" fmla="*/ 2 w 7"/>
                <a:gd name="T31" fmla="*/ 25 h 103"/>
                <a:gd name="T32" fmla="*/ 2 w 7"/>
                <a:gd name="T33" fmla="*/ 28 h 103"/>
                <a:gd name="T34" fmla="*/ 2 w 7"/>
                <a:gd name="T35" fmla="*/ 28 h 103"/>
                <a:gd name="T36" fmla="*/ 2 w 7"/>
                <a:gd name="T37" fmla="*/ 35 h 103"/>
                <a:gd name="T38" fmla="*/ 3 w 7"/>
                <a:gd name="T39" fmla="*/ 46 h 103"/>
                <a:gd name="T40" fmla="*/ 3 w 7"/>
                <a:gd name="T41" fmla="*/ 48 h 103"/>
                <a:gd name="T42" fmla="*/ 3 w 7"/>
                <a:gd name="T43" fmla="*/ 51 h 103"/>
                <a:gd name="T44" fmla="*/ 3 w 7"/>
                <a:gd name="T45" fmla="*/ 65 h 103"/>
                <a:gd name="T46" fmla="*/ 3 w 7"/>
                <a:gd name="T47" fmla="*/ 67 h 103"/>
                <a:gd name="T48" fmla="*/ 3 w 7"/>
                <a:gd name="T49" fmla="*/ 48 h 103"/>
                <a:gd name="T50" fmla="*/ 3 w 7"/>
                <a:gd name="T51" fmla="*/ 40 h 103"/>
                <a:gd name="T52" fmla="*/ 3 w 7"/>
                <a:gd name="T53" fmla="*/ 53 h 103"/>
                <a:gd name="T54" fmla="*/ 3 w 7"/>
                <a:gd name="T55" fmla="*/ 62 h 103"/>
                <a:gd name="T56" fmla="*/ 4 w 7"/>
                <a:gd name="T57" fmla="*/ 66 h 103"/>
                <a:gd name="T58" fmla="*/ 4 w 7"/>
                <a:gd name="T59" fmla="*/ 73 h 103"/>
                <a:gd name="T60" fmla="*/ 4 w 7"/>
                <a:gd name="T61" fmla="*/ 80 h 103"/>
                <a:gd name="T62" fmla="*/ 4 w 7"/>
                <a:gd name="T63" fmla="*/ 83 h 103"/>
                <a:gd name="T64" fmla="*/ 4 w 7"/>
                <a:gd name="T65" fmla="*/ 75 h 103"/>
                <a:gd name="T66" fmla="*/ 4 w 7"/>
                <a:gd name="T67" fmla="*/ 62 h 103"/>
                <a:gd name="T68" fmla="*/ 5 w 7"/>
                <a:gd name="T69" fmla="*/ 54 h 103"/>
                <a:gd name="T70" fmla="*/ 5 w 7"/>
                <a:gd name="T71" fmla="*/ 46 h 103"/>
                <a:gd name="T72" fmla="*/ 5 w 7"/>
                <a:gd name="T73" fmla="*/ 34 h 103"/>
                <a:gd name="T74" fmla="*/ 5 w 7"/>
                <a:gd name="T75" fmla="*/ 22 h 103"/>
                <a:gd name="T76" fmla="*/ 5 w 7"/>
                <a:gd name="T77" fmla="*/ 9 h 103"/>
                <a:gd name="T78" fmla="*/ 5 w 7"/>
                <a:gd name="T79" fmla="*/ 0 h 103"/>
                <a:gd name="T80" fmla="*/ 5 w 7"/>
                <a:gd name="T81" fmla="*/ 3 h 103"/>
                <a:gd name="T82" fmla="*/ 5 w 7"/>
                <a:gd name="T83" fmla="*/ 16 h 103"/>
                <a:gd name="T84" fmla="*/ 5 w 7"/>
                <a:gd name="T85" fmla="*/ 40 h 103"/>
                <a:gd name="T86" fmla="*/ 6 w 7"/>
                <a:gd name="T87" fmla="*/ 63 h 103"/>
                <a:gd name="T88" fmla="*/ 6 w 7"/>
                <a:gd name="T89" fmla="*/ 65 h 103"/>
                <a:gd name="T90" fmla="*/ 6 w 7"/>
                <a:gd name="T91" fmla="*/ 68 h 103"/>
                <a:gd name="T92" fmla="*/ 6 w 7"/>
                <a:gd name="T93" fmla="*/ 77 h 103"/>
                <a:gd name="T94" fmla="*/ 6 w 7"/>
                <a:gd name="T95" fmla="*/ 57 h 103"/>
                <a:gd name="T96" fmla="*/ 6 w 7"/>
                <a:gd name="T97" fmla="*/ 25 h 103"/>
                <a:gd name="T98" fmla="*/ 7 w 7"/>
                <a:gd name="T99" fmla="*/ 26 h 103"/>
                <a:gd name="T100" fmla="*/ 7 w 7"/>
                <a:gd name="T101" fmla="*/ 46 h 103"/>
                <a:gd name="T102" fmla="*/ 7 w 7"/>
                <a:gd name="T103" fmla="*/ 55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03">
                  <a:moveTo>
                    <a:pt x="0" y="61"/>
                  </a:moveTo>
                  <a:lnTo>
                    <a:pt x="0" y="36"/>
                  </a:lnTo>
                  <a:lnTo>
                    <a:pt x="0" y="8"/>
                  </a:lnTo>
                  <a:lnTo>
                    <a:pt x="0" y="13"/>
                  </a:lnTo>
                  <a:lnTo>
                    <a:pt x="1" y="51"/>
                  </a:lnTo>
                  <a:lnTo>
                    <a:pt x="1" y="79"/>
                  </a:lnTo>
                  <a:lnTo>
                    <a:pt x="1" y="76"/>
                  </a:lnTo>
                  <a:lnTo>
                    <a:pt x="1" y="72"/>
                  </a:lnTo>
                  <a:lnTo>
                    <a:pt x="1" y="90"/>
                  </a:lnTo>
                  <a:lnTo>
                    <a:pt x="1" y="103"/>
                  </a:lnTo>
                  <a:lnTo>
                    <a:pt x="2" y="89"/>
                  </a:lnTo>
                  <a:lnTo>
                    <a:pt x="2" y="72"/>
                  </a:lnTo>
                  <a:lnTo>
                    <a:pt x="2" y="61"/>
                  </a:lnTo>
                  <a:lnTo>
                    <a:pt x="2" y="40"/>
                  </a:lnTo>
                  <a:lnTo>
                    <a:pt x="2" y="24"/>
                  </a:lnTo>
                  <a:lnTo>
                    <a:pt x="2" y="25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35"/>
                  </a:lnTo>
                  <a:lnTo>
                    <a:pt x="3" y="46"/>
                  </a:lnTo>
                  <a:lnTo>
                    <a:pt x="3" y="48"/>
                  </a:lnTo>
                  <a:lnTo>
                    <a:pt x="3" y="51"/>
                  </a:lnTo>
                  <a:lnTo>
                    <a:pt x="3" y="65"/>
                  </a:lnTo>
                  <a:lnTo>
                    <a:pt x="3" y="67"/>
                  </a:lnTo>
                  <a:lnTo>
                    <a:pt x="3" y="48"/>
                  </a:lnTo>
                  <a:lnTo>
                    <a:pt x="3" y="40"/>
                  </a:lnTo>
                  <a:lnTo>
                    <a:pt x="3" y="53"/>
                  </a:lnTo>
                  <a:lnTo>
                    <a:pt x="3" y="62"/>
                  </a:lnTo>
                  <a:lnTo>
                    <a:pt x="4" y="66"/>
                  </a:lnTo>
                  <a:lnTo>
                    <a:pt x="4" y="73"/>
                  </a:lnTo>
                  <a:lnTo>
                    <a:pt x="4" y="80"/>
                  </a:lnTo>
                  <a:lnTo>
                    <a:pt x="4" y="83"/>
                  </a:lnTo>
                  <a:lnTo>
                    <a:pt x="4" y="75"/>
                  </a:lnTo>
                  <a:lnTo>
                    <a:pt x="4" y="62"/>
                  </a:lnTo>
                  <a:lnTo>
                    <a:pt x="5" y="54"/>
                  </a:lnTo>
                  <a:lnTo>
                    <a:pt x="5" y="46"/>
                  </a:lnTo>
                  <a:lnTo>
                    <a:pt x="5" y="34"/>
                  </a:lnTo>
                  <a:lnTo>
                    <a:pt x="5" y="22"/>
                  </a:lnTo>
                  <a:lnTo>
                    <a:pt x="5" y="9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16"/>
                  </a:lnTo>
                  <a:lnTo>
                    <a:pt x="5" y="40"/>
                  </a:lnTo>
                  <a:lnTo>
                    <a:pt x="6" y="63"/>
                  </a:lnTo>
                  <a:lnTo>
                    <a:pt x="6" y="65"/>
                  </a:lnTo>
                  <a:lnTo>
                    <a:pt x="6" y="68"/>
                  </a:lnTo>
                  <a:lnTo>
                    <a:pt x="6" y="77"/>
                  </a:lnTo>
                  <a:lnTo>
                    <a:pt x="6" y="57"/>
                  </a:lnTo>
                  <a:lnTo>
                    <a:pt x="6" y="25"/>
                  </a:lnTo>
                  <a:lnTo>
                    <a:pt x="7" y="26"/>
                  </a:lnTo>
                  <a:lnTo>
                    <a:pt x="7" y="46"/>
                  </a:lnTo>
                  <a:lnTo>
                    <a:pt x="7" y="5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35" name="Freeform 1041"/>
            <p:cNvSpPr/>
            <p:nvPr/>
          </p:nvSpPr>
          <p:spPr bwMode="auto">
            <a:xfrm>
              <a:off x="3981450" y="4649788"/>
              <a:ext cx="9525" cy="125413"/>
            </a:xfrm>
            <a:custGeom>
              <a:avLst/>
              <a:gdLst>
                <a:gd name="T0" fmla="*/ 0 w 6"/>
                <a:gd name="T1" fmla="*/ 60 h 79"/>
                <a:gd name="T2" fmla="*/ 0 w 6"/>
                <a:gd name="T3" fmla="*/ 69 h 79"/>
                <a:gd name="T4" fmla="*/ 0 w 6"/>
                <a:gd name="T5" fmla="*/ 68 h 79"/>
                <a:gd name="T6" fmla="*/ 0 w 6"/>
                <a:gd name="T7" fmla="*/ 59 h 79"/>
                <a:gd name="T8" fmla="*/ 0 w 6"/>
                <a:gd name="T9" fmla="*/ 43 h 79"/>
                <a:gd name="T10" fmla="*/ 0 w 6"/>
                <a:gd name="T11" fmla="*/ 30 h 79"/>
                <a:gd name="T12" fmla="*/ 0 w 6"/>
                <a:gd name="T13" fmla="*/ 27 h 79"/>
                <a:gd name="T14" fmla="*/ 0 w 6"/>
                <a:gd name="T15" fmla="*/ 29 h 79"/>
                <a:gd name="T16" fmla="*/ 0 w 6"/>
                <a:gd name="T17" fmla="*/ 24 h 79"/>
                <a:gd name="T18" fmla="*/ 1 w 6"/>
                <a:gd name="T19" fmla="*/ 15 h 79"/>
                <a:gd name="T20" fmla="*/ 1 w 6"/>
                <a:gd name="T21" fmla="*/ 17 h 79"/>
                <a:gd name="T22" fmla="*/ 1 w 6"/>
                <a:gd name="T23" fmla="*/ 18 h 79"/>
                <a:gd name="T24" fmla="*/ 1 w 6"/>
                <a:gd name="T25" fmla="*/ 10 h 79"/>
                <a:gd name="T26" fmla="*/ 1 w 6"/>
                <a:gd name="T27" fmla="*/ 0 h 79"/>
                <a:gd name="T28" fmla="*/ 1 w 6"/>
                <a:gd name="T29" fmla="*/ 2 h 79"/>
                <a:gd name="T30" fmla="*/ 1 w 6"/>
                <a:gd name="T31" fmla="*/ 17 h 79"/>
                <a:gd name="T32" fmla="*/ 1 w 6"/>
                <a:gd name="T33" fmla="*/ 35 h 79"/>
                <a:gd name="T34" fmla="*/ 1 w 6"/>
                <a:gd name="T35" fmla="*/ 38 h 79"/>
                <a:gd name="T36" fmla="*/ 2 w 6"/>
                <a:gd name="T37" fmla="*/ 35 h 79"/>
                <a:gd name="T38" fmla="*/ 2 w 6"/>
                <a:gd name="T39" fmla="*/ 44 h 79"/>
                <a:gd name="T40" fmla="*/ 2 w 6"/>
                <a:gd name="T41" fmla="*/ 45 h 79"/>
                <a:gd name="T42" fmla="*/ 2 w 6"/>
                <a:gd name="T43" fmla="*/ 27 h 79"/>
                <a:gd name="T44" fmla="*/ 2 w 6"/>
                <a:gd name="T45" fmla="*/ 15 h 79"/>
                <a:gd name="T46" fmla="*/ 2 w 6"/>
                <a:gd name="T47" fmla="*/ 22 h 79"/>
                <a:gd name="T48" fmla="*/ 3 w 6"/>
                <a:gd name="T49" fmla="*/ 31 h 79"/>
                <a:gd name="T50" fmla="*/ 3 w 6"/>
                <a:gd name="T51" fmla="*/ 27 h 79"/>
                <a:gd name="T52" fmla="*/ 3 w 6"/>
                <a:gd name="T53" fmla="*/ 20 h 79"/>
                <a:gd name="T54" fmla="*/ 3 w 6"/>
                <a:gd name="T55" fmla="*/ 18 h 79"/>
                <a:gd name="T56" fmla="*/ 3 w 6"/>
                <a:gd name="T57" fmla="*/ 21 h 79"/>
                <a:gd name="T58" fmla="*/ 3 w 6"/>
                <a:gd name="T59" fmla="*/ 25 h 79"/>
                <a:gd name="T60" fmla="*/ 3 w 6"/>
                <a:gd name="T61" fmla="*/ 31 h 79"/>
                <a:gd name="T62" fmla="*/ 3 w 6"/>
                <a:gd name="T63" fmla="*/ 40 h 79"/>
                <a:gd name="T64" fmla="*/ 3 w 6"/>
                <a:gd name="T65" fmla="*/ 49 h 79"/>
                <a:gd name="T66" fmla="*/ 4 w 6"/>
                <a:gd name="T67" fmla="*/ 45 h 79"/>
                <a:gd name="T68" fmla="*/ 4 w 6"/>
                <a:gd name="T69" fmla="*/ 30 h 79"/>
                <a:gd name="T70" fmla="*/ 4 w 6"/>
                <a:gd name="T71" fmla="*/ 28 h 79"/>
                <a:gd name="T72" fmla="*/ 4 w 6"/>
                <a:gd name="T73" fmla="*/ 29 h 79"/>
                <a:gd name="T74" fmla="*/ 4 w 6"/>
                <a:gd name="T75" fmla="*/ 17 h 79"/>
                <a:gd name="T76" fmla="*/ 4 w 6"/>
                <a:gd name="T77" fmla="*/ 14 h 79"/>
                <a:gd name="T78" fmla="*/ 5 w 6"/>
                <a:gd name="T79" fmla="*/ 30 h 79"/>
                <a:gd name="T80" fmla="*/ 5 w 6"/>
                <a:gd name="T81" fmla="*/ 34 h 79"/>
                <a:gd name="T82" fmla="*/ 5 w 6"/>
                <a:gd name="T83" fmla="*/ 35 h 79"/>
                <a:gd name="T84" fmla="*/ 5 w 6"/>
                <a:gd name="T85" fmla="*/ 54 h 79"/>
                <a:gd name="T86" fmla="*/ 5 w 6"/>
                <a:gd name="T87" fmla="*/ 62 h 79"/>
                <a:gd name="T88" fmla="*/ 5 w 6"/>
                <a:gd name="T89" fmla="*/ 51 h 79"/>
                <a:gd name="T90" fmla="*/ 5 w 6"/>
                <a:gd name="T91" fmla="*/ 51 h 79"/>
                <a:gd name="T92" fmla="*/ 5 w 6"/>
                <a:gd name="T93" fmla="*/ 49 h 79"/>
                <a:gd name="T94" fmla="*/ 5 w 6"/>
                <a:gd name="T95" fmla="*/ 33 h 79"/>
                <a:gd name="T96" fmla="*/ 6 w 6"/>
                <a:gd name="T97" fmla="*/ 33 h 79"/>
                <a:gd name="T98" fmla="*/ 6 w 6"/>
                <a:gd name="T99" fmla="*/ 60 h 79"/>
                <a:gd name="T100" fmla="*/ 6 w 6"/>
                <a:gd name="T101" fmla="*/ 79 h 79"/>
                <a:gd name="T102" fmla="*/ 6 w 6"/>
                <a:gd name="T103" fmla="*/ 7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9">
                  <a:moveTo>
                    <a:pt x="0" y="60"/>
                  </a:moveTo>
                  <a:lnTo>
                    <a:pt x="0" y="69"/>
                  </a:lnTo>
                  <a:lnTo>
                    <a:pt x="0" y="68"/>
                  </a:lnTo>
                  <a:lnTo>
                    <a:pt x="0" y="59"/>
                  </a:lnTo>
                  <a:lnTo>
                    <a:pt x="0" y="43"/>
                  </a:lnTo>
                  <a:lnTo>
                    <a:pt x="0" y="30"/>
                  </a:lnTo>
                  <a:lnTo>
                    <a:pt x="0" y="27"/>
                  </a:lnTo>
                  <a:lnTo>
                    <a:pt x="0" y="29"/>
                  </a:lnTo>
                  <a:lnTo>
                    <a:pt x="0" y="24"/>
                  </a:lnTo>
                  <a:lnTo>
                    <a:pt x="1" y="15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1" y="10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17"/>
                  </a:lnTo>
                  <a:lnTo>
                    <a:pt x="1" y="35"/>
                  </a:lnTo>
                  <a:lnTo>
                    <a:pt x="1" y="38"/>
                  </a:lnTo>
                  <a:lnTo>
                    <a:pt x="2" y="35"/>
                  </a:lnTo>
                  <a:lnTo>
                    <a:pt x="2" y="44"/>
                  </a:lnTo>
                  <a:lnTo>
                    <a:pt x="2" y="45"/>
                  </a:lnTo>
                  <a:lnTo>
                    <a:pt x="2" y="27"/>
                  </a:lnTo>
                  <a:lnTo>
                    <a:pt x="2" y="15"/>
                  </a:lnTo>
                  <a:lnTo>
                    <a:pt x="2" y="22"/>
                  </a:lnTo>
                  <a:lnTo>
                    <a:pt x="3" y="31"/>
                  </a:lnTo>
                  <a:lnTo>
                    <a:pt x="3" y="27"/>
                  </a:lnTo>
                  <a:lnTo>
                    <a:pt x="3" y="20"/>
                  </a:lnTo>
                  <a:lnTo>
                    <a:pt x="3" y="18"/>
                  </a:lnTo>
                  <a:lnTo>
                    <a:pt x="3" y="21"/>
                  </a:lnTo>
                  <a:lnTo>
                    <a:pt x="3" y="25"/>
                  </a:lnTo>
                  <a:lnTo>
                    <a:pt x="3" y="31"/>
                  </a:lnTo>
                  <a:lnTo>
                    <a:pt x="3" y="40"/>
                  </a:lnTo>
                  <a:lnTo>
                    <a:pt x="3" y="49"/>
                  </a:lnTo>
                  <a:lnTo>
                    <a:pt x="4" y="45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4" y="29"/>
                  </a:lnTo>
                  <a:lnTo>
                    <a:pt x="4" y="17"/>
                  </a:lnTo>
                  <a:lnTo>
                    <a:pt x="4" y="14"/>
                  </a:lnTo>
                  <a:lnTo>
                    <a:pt x="5" y="30"/>
                  </a:lnTo>
                  <a:lnTo>
                    <a:pt x="5" y="34"/>
                  </a:lnTo>
                  <a:lnTo>
                    <a:pt x="5" y="35"/>
                  </a:lnTo>
                  <a:lnTo>
                    <a:pt x="5" y="54"/>
                  </a:lnTo>
                  <a:lnTo>
                    <a:pt x="5" y="62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5" y="49"/>
                  </a:lnTo>
                  <a:lnTo>
                    <a:pt x="5" y="33"/>
                  </a:lnTo>
                  <a:lnTo>
                    <a:pt x="6" y="33"/>
                  </a:lnTo>
                  <a:lnTo>
                    <a:pt x="6" y="60"/>
                  </a:lnTo>
                  <a:lnTo>
                    <a:pt x="6" y="79"/>
                  </a:lnTo>
                  <a:lnTo>
                    <a:pt x="6" y="7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36" name="Freeform 1042"/>
            <p:cNvSpPr/>
            <p:nvPr/>
          </p:nvSpPr>
          <p:spPr bwMode="auto">
            <a:xfrm>
              <a:off x="3990975" y="4651376"/>
              <a:ext cx="9525" cy="130175"/>
            </a:xfrm>
            <a:custGeom>
              <a:avLst/>
              <a:gdLst>
                <a:gd name="T0" fmla="*/ 0 w 6"/>
                <a:gd name="T1" fmla="*/ 78 h 82"/>
                <a:gd name="T2" fmla="*/ 0 w 6"/>
                <a:gd name="T3" fmla="*/ 69 h 82"/>
                <a:gd name="T4" fmla="*/ 0 w 6"/>
                <a:gd name="T5" fmla="*/ 52 h 82"/>
                <a:gd name="T6" fmla="*/ 0 w 6"/>
                <a:gd name="T7" fmla="*/ 43 h 82"/>
                <a:gd name="T8" fmla="*/ 0 w 6"/>
                <a:gd name="T9" fmla="*/ 34 h 82"/>
                <a:gd name="T10" fmla="*/ 0 w 6"/>
                <a:gd name="T11" fmla="*/ 27 h 82"/>
                <a:gd name="T12" fmla="*/ 0 w 6"/>
                <a:gd name="T13" fmla="*/ 29 h 82"/>
                <a:gd name="T14" fmla="*/ 1 w 6"/>
                <a:gd name="T15" fmla="*/ 32 h 82"/>
                <a:gd name="T16" fmla="*/ 1 w 6"/>
                <a:gd name="T17" fmla="*/ 43 h 82"/>
                <a:gd name="T18" fmla="*/ 1 w 6"/>
                <a:gd name="T19" fmla="*/ 67 h 82"/>
                <a:gd name="T20" fmla="*/ 1 w 6"/>
                <a:gd name="T21" fmla="*/ 78 h 82"/>
                <a:gd name="T22" fmla="*/ 1 w 6"/>
                <a:gd name="T23" fmla="*/ 64 h 82"/>
                <a:gd name="T24" fmla="*/ 1 w 6"/>
                <a:gd name="T25" fmla="*/ 61 h 82"/>
                <a:gd name="T26" fmla="*/ 2 w 6"/>
                <a:gd name="T27" fmla="*/ 76 h 82"/>
                <a:gd name="T28" fmla="*/ 2 w 6"/>
                <a:gd name="T29" fmla="*/ 82 h 82"/>
                <a:gd name="T30" fmla="*/ 2 w 6"/>
                <a:gd name="T31" fmla="*/ 68 h 82"/>
                <a:gd name="T32" fmla="*/ 2 w 6"/>
                <a:gd name="T33" fmla="*/ 49 h 82"/>
                <a:gd name="T34" fmla="*/ 2 w 6"/>
                <a:gd name="T35" fmla="*/ 31 h 82"/>
                <a:gd name="T36" fmla="*/ 2 w 6"/>
                <a:gd name="T37" fmla="*/ 26 h 82"/>
                <a:gd name="T38" fmla="*/ 2 w 6"/>
                <a:gd name="T39" fmla="*/ 37 h 82"/>
                <a:gd name="T40" fmla="*/ 2 w 6"/>
                <a:gd name="T41" fmla="*/ 47 h 82"/>
                <a:gd name="T42" fmla="*/ 2 w 6"/>
                <a:gd name="T43" fmla="*/ 43 h 82"/>
                <a:gd name="T44" fmla="*/ 3 w 6"/>
                <a:gd name="T45" fmla="*/ 40 h 82"/>
                <a:gd name="T46" fmla="*/ 3 w 6"/>
                <a:gd name="T47" fmla="*/ 51 h 82"/>
                <a:gd name="T48" fmla="*/ 3 w 6"/>
                <a:gd name="T49" fmla="*/ 65 h 82"/>
                <a:gd name="T50" fmla="*/ 3 w 6"/>
                <a:gd name="T51" fmla="*/ 66 h 82"/>
                <a:gd name="T52" fmla="*/ 3 w 6"/>
                <a:gd name="T53" fmla="*/ 60 h 82"/>
                <a:gd name="T54" fmla="*/ 3 w 6"/>
                <a:gd name="T55" fmla="*/ 58 h 82"/>
                <a:gd name="T56" fmla="*/ 3 w 6"/>
                <a:gd name="T57" fmla="*/ 55 h 82"/>
                <a:gd name="T58" fmla="*/ 4 w 6"/>
                <a:gd name="T59" fmla="*/ 46 h 82"/>
                <a:gd name="T60" fmla="*/ 4 w 6"/>
                <a:gd name="T61" fmla="*/ 34 h 82"/>
                <a:gd name="T62" fmla="*/ 4 w 6"/>
                <a:gd name="T63" fmla="*/ 21 h 82"/>
                <a:gd name="T64" fmla="*/ 4 w 6"/>
                <a:gd name="T65" fmla="*/ 4 h 82"/>
                <a:gd name="T66" fmla="*/ 4 w 6"/>
                <a:gd name="T67" fmla="*/ 0 h 82"/>
                <a:gd name="T68" fmla="*/ 4 w 6"/>
                <a:gd name="T69" fmla="*/ 18 h 82"/>
                <a:gd name="T70" fmla="*/ 4 w 6"/>
                <a:gd name="T71" fmla="*/ 41 h 82"/>
                <a:gd name="T72" fmla="*/ 4 w 6"/>
                <a:gd name="T73" fmla="*/ 46 h 82"/>
                <a:gd name="T74" fmla="*/ 4 w 6"/>
                <a:gd name="T75" fmla="*/ 38 h 82"/>
                <a:gd name="T76" fmla="*/ 5 w 6"/>
                <a:gd name="T77" fmla="*/ 34 h 82"/>
                <a:gd name="T78" fmla="*/ 5 w 6"/>
                <a:gd name="T79" fmla="*/ 36 h 82"/>
                <a:gd name="T80" fmla="*/ 5 w 6"/>
                <a:gd name="T81" fmla="*/ 31 h 82"/>
                <a:gd name="T82" fmla="*/ 5 w 6"/>
                <a:gd name="T83" fmla="*/ 22 h 82"/>
                <a:gd name="T84" fmla="*/ 5 w 6"/>
                <a:gd name="T85" fmla="*/ 27 h 82"/>
                <a:gd name="T86" fmla="*/ 5 w 6"/>
                <a:gd name="T87" fmla="*/ 40 h 82"/>
                <a:gd name="T88" fmla="*/ 6 w 6"/>
                <a:gd name="T89" fmla="*/ 45 h 82"/>
                <a:gd name="T90" fmla="*/ 6 w 6"/>
                <a:gd name="T91" fmla="*/ 38 h 82"/>
                <a:gd name="T92" fmla="*/ 6 w 6"/>
                <a:gd name="T93" fmla="*/ 26 h 82"/>
                <a:gd name="T94" fmla="*/ 6 w 6"/>
                <a:gd name="T95" fmla="*/ 20 h 82"/>
                <a:gd name="T96" fmla="*/ 6 w 6"/>
                <a:gd name="T97" fmla="*/ 24 h 82"/>
                <a:gd name="T98" fmla="*/ 6 w 6"/>
                <a:gd name="T99" fmla="*/ 22 h 82"/>
                <a:gd name="T100" fmla="*/ 6 w 6"/>
                <a:gd name="T101" fmla="*/ 13 h 82"/>
                <a:gd name="T102" fmla="*/ 6 w 6"/>
                <a:gd name="T103" fmla="*/ 9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2">
                  <a:moveTo>
                    <a:pt x="0" y="78"/>
                  </a:moveTo>
                  <a:lnTo>
                    <a:pt x="0" y="69"/>
                  </a:lnTo>
                  <a:lnTo>
                    <a:pt x="0" y="52"/>
                  </a:lnTo>
                  <a:lnTo>
                    <a:pt x="0" y="43"/>
                  </a:lnTo>
                  <a:lnTo>
                    <a:pt x="0" y="34"/>
                  </a:lnTo>
                  <a:lnTo>
                    <a:pt x="0" y="27"/>
                  </a:lnTo>
                  <a:lnTo>
                    <a:pt x="0" y="29"/>
                  </a:lnTo>
                  <a:lnTo>
                    <a:pt x="1" y="32"/>
                  </a:lnTo>
                  <a:lnTo>
                    <a:pt x="1" y="43"/>
                  </a:lnTo>
                  <a:lnTo>
                    <a:pt x="1" y="67"/>
                  </a:lnTo>
                  <a:lnTo>
                    <a:pt x="1" y="78"/>
                  </a:lnTo>
                  <a:lnTo>
                    <a:pt x="1" y="64"/>
                  </a:lnTo>
                  <a:lnTo>
                    <a:pt x="1" y="61"/>
                  </a:lnTo>
                  <a:lnTo>
                    <a:pt x="2" y="76"/>
                  </a:lnTo>
                  <a:lnTo>
                    <a:pt x="2" y="82"/>
                  </a:lnTo>
                  <a:lnTo>
                    <a:pt x="2" y="68"/>
                  </a:lnTo>
                  <a:lnTo>
                    <a:pt x="2" y="49"/>
                  </a:lnTo>
                  <a:lnTo>
                    <a:pt x="2" y="31"/>
                  </a:lnTo>
                  <a:lnTo>
                    <a:pt x="2" y="26"/>
                  </a:lnTo>
                  <a:lnTo>
                    <a:pt x="2" y="37"/>
                  </a:lnTo>
                  <a:lnTo>
                    <a:pt x="2" y="47"/>
                  </a:lnTo>
                  <a:lnTo>
                    <a:pt x="2" y="43"/>
                  </a:lnTo>
                  <a:lnTo>
                    <a:pt x="3" y="40"/>
                  </a:lnTo>
                  <a:lnTo>
                    <a:pt x="3" y="51"/>
                  </a:lnTo>
                  <a:lnTo>
                    <a:pt x="3" y="65"/>
                  </a:lnTo>
                  <a:lnTo>
                    <a:pt x="3" y="66"/>
                  </a:lnTo>
                  <a:lnTo>
                    <a:pt x="3" y="60"/>
                  </a:lnTo>
                  <a:lnTo>
                    <a:pt x="3" y="58"/>
                  </a:lnTo>
                  <a:lnTo>
                    <a:pt x="3" y="55"/>
                  </a:lnTo>
                  <a:lnTo>
                    <a:pt x="4" y="46"/>
                  </a:lnTo>
                  <a:lnTo>
                    <a:pt x="4" y="34"/>
                  </a:lnTo>
                  <a:lnTo>
                    <a:pt x="4" y="21"/>
                  </a:lnTo>
                  <a:lnTo>
                    <a:pt x="4" y="4"/>
                  </a:lnTo>
                  <a:lnTo>
                    <a:pt x="4" y="0"/>
                  </a:lnTo>
                  <a:lnTo>
                    <a:pt x="4" y="18"/>
                  </a:lnTo>
                  <a:lnTo>
                    <a:pt x="4" y="41"/>
                  </a:lnTo>
                  <a:lnTo>
                    <a:pt x="4" y="46"/>
                  </a:lnTo>
                  <a:lnTo>
                    <a:pt x="4" y="38"/>
                  </a:lnTo>
                  <a:lnTo>
                    <a:pt x="5" y="34"/>
                  </a:lnTo>
                  <a:lnTo>
                    <a:pt x="5" y="36"/>
                  </a:lnTo>
                  <a:lnTo>
                    <a:pt x="5" y="31"/>
                  </a:lnTo>
                  <a:lnTo>
                    <a:pt x="5" y="22"/>
                  </a:lnTo>
                  <a:lnTo>
                    <a:pt x="5" y="27"/>
                  </a:lnTo>
                  <a:lnTo>
                    <a:pt x="5" y="40"/>
                  </a:lnTo>
                  <a:lnTo>
                    <a:pt x="6" y="45"/>
                  </a:lnTo>
                  <a:lnTo>
                    <a:pt x="6" y="38"/>
                  </a:lnTo>
                  <a:lnTo>
                    <a:pt x="6" y="26"/>
                  </a:lnTo>
                  <a:lnTo>
                    <a:pt x="6" y="20"/>
                  </a:lnTo>
                  <a:lnTo>
                    <a:pt x="6" y="24"/>
                  </a:lnTo>
                  <a:lnTo>
                    <a:pt x="6" y="22"/>
                  </a:lnTo>
                  <a:lnTo>
                    <a:pt x="6" y="13"/>
                  </a:lnTo>
                  <a:lnTo>
                    <a:pt x="6" y="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37" name="Freeform 1043"/>
            <p:cNvSpPr/>
            <p:nvPr/>
          </p:nvSpPr>
          <p:spPr bwMode="auto">
            <a:xfrm>
              <a:off x="4000500" y="4578351"/>
              <a:ext cx="9525" cy="150813"/>
            </a:xfrm>
            <a:custGeom>
              <a:avLst/>
              <a:gdLst>
                <a:gd name="T0" fmla="*/ 0 w 6"/>
                <a:gd name="T1" fmla="*/ 59 h 95"/>
                <a:gd name="T2" fmla="*/ 0 w 6"/>
                <a:gd name="T3" fmla="*/ 55 h 95"/>
                <a:gd name="T4" fmla="*/ 0 w 6"/>
                <a:gd name="T5" fmla="*/ 50 h 95"/>
                <a:gd name="T6" fmla="*/ 1 w 6"/>
                <a:gd name="T7" fmla="*/ 37 h 95"/>
                <a:gd name="T8" fmla="*/ 1 w 6"/>
                <a:gd name="T9" fmla="*/ 34 h 95"/>
                <a:gd name="T10" fmla="*/ 1 w 6"/>
                <a:gd name="T11" fmla="*/ 47 h 95"/>
                <a:gd name="T12" fmla="*/ 1 w 6"/>
                <a:gd name="T13" fmla="*/ 52 h 95"/>
                <a:gd name="T14" fmla="*/ 1 w 6"/>
                <a:gd name="T15" fmla="*/ 45 h 95"/>
                <a:gd name="T16" fmla="*/ 1 w 6"/>
                <a:gd name="T17" fmla="*/ 50 h 95"/>
                <a:gd name="T18" fmla="*/ 1 w 6"/>
                <a:gd name="T19" fmla="*/ 63 h 95"/>
                <a:gd name="T20" fmla="*/ 1 w 6"/>
                <a:gd name="T21" fmla="*/ 64 h 95"/>
                <a:gd name="T22" fmla="*/ 1 w 6"/>
                <a:gd name="T23" fmla="*/ 58 h 95"/>
                <a:gd name="T24" fmla="*/ 2 w 6"/>
                <a:gd name="T25" fmla="*/ 62 h 95"/>
                <a:gd name="T26" fmla="*/ 2 w 6"/>
                <a:gd name="T27" fmla="*/ 60 h 95"/>
                <a:gd name="T28" fmla="*/ 2 w 6"/>
                <a:gd name="T29" fmla="*/ 43 h 95"/>
                <a:gd name="T30" fmla="*/ 2 w 6"/>
                <a:gd name="T31" fmla="*/ 42 h 95"/>
                <a:gd name="T32" fmla="*/ 2 w 6"/>
                <a:gd name="T33" fmla="*/ 57 h 95"/>
                <a:gd name="T34" fmla="*/ 2 w 6"/>
                <a:gd name="T35" fmla="*/ 53 h 95"/>
                <a:gd name="T36" fmla="*/ 3 w 6"/>
                <a:gd name="T37" fmla="*/ 23 h 95"/>
                <a:gd name="T38" fmla="*/ 3 w 6"/>
                <a:gd name="T39" fmla="*/ 1 h 95"/>
                <a:gd name="T40" fmla="*/ 3 w 6"/>
                <a:gd name="T41" fmla="*/ 3 h 95"/>
                <a:gd name="T42" fmla="*/ 3 w 6"/>
                <a:gd name="T43" fmla="*/ 16 h 95"/>
                <a:gd name="T44" fmla="*/ 3 w 6"/>
                <a:gd name="T45" fmla="*/ 29 h 95"/>
                <a:gd name="T46" fmla="*/ 3 w 6"/>
                <a:gd name="T47" fmla="*/ 44 h 95"/>
                <a:gd name="T48" fmla="*/ 3 w 6"/>
                <a:gd name="T49" fmla="*/ 59 h 95"/>
                <a:gd name="T50" fmla="*/ 3 w 6"/>
                <a:gd name="T51" fmla="*/ 65 h 95"/>
                <a:gd name="T52" fmla="*/ 3 w 6"/>
                <a:gd name="T53" fmla="*/ 62 h 95"/>
                <a:gd name="T54" fmla="*/ 4 w 6"/>
                <a:gd name="T55" fmla="*/ 56 h 95"/>
                <a:gd name="T56" fmla="*/ 4 w 6"/>
                <a:gd name="T57" fmla="*/ 48 h 95"/>
                <a:gd name="T58" fmla="*/ 4 w 6"/>
                <a:gd name="T59" fmla="*/ 42 h 95"/>
                <a:gd name="T60" fmla="*/ 4 w 6"/>
                <a:gd name="T61" fmla="*/ 35 h 95"/>
                <a:gd name="T62" fmla="*/ 4 w 6"/>
                <a:gd name="T63" fmla="*/ 30 h 95"/>
                <a:gd name="T64" fmla="*/ 4 w 6"/>
                <a:gd name="T65" fmla="*/ 28 h 95"/>
                <a:gd name="T66" fmla="*/ 5 w 6"/>
                <a:gd name="T67" fmla="*/ 14 h 95"/>
                <a:gd name="T68" fmla="*/ 5 w 6"/>
                <a:gd name="T69" fmla="*/ 0 h 95"/>
                <a:gd name="T70" fmla="*/ 5 w 6"/>
                <a:gd name="T71" fmla="*/ 16 h 95"/>
                <a:gd name="T72" fmla="*/ 5 w 6"/>
                <a:gd name="T73" fmla="*/ 48 h 95"/>
                <a:gd name="T74" fmla="*/ 5 w 6"/>
                <a:gd name="T75" fmla="*/ 61 h 95"/>
                <a:gd name="T76" fmla="*/ 5 w 6"/>
                <a:gd name="T77" fmla="*/ 67 h 95"/>
                <a:gd name="T78" fmla="*/ 5 w 6"/>
                <a:gd name="T79" fmla="*/ 85 h 95"/>
                <a:gd name="T80" fmla="*/ 5 w 6"/>
                <a:gd name="T81" fmla="*/ 95 h 95"/>
                <a:gd name="T82" fmla="*/ 5 w 6"/>
                <a:gd name="T83" fmla="*/ 93 h 95"/>
                <a:gd name="T84" fmla="*/ 5 w 6"/>
                <a:gd name="T85" fmla="*/ 89 h 95"/>
                <a:gd name="T86" fmla="*/ 6 w 6"/>
                <a:gd name="T87" fmla="*/ 73 h 95"/>
                <a:gd name="T88" fmla="*/ 6 w 6"/>
                <a:gd name="T89" fmla="*/ 48 h 95"/>
                <a:gd name="T90" fmla="*/ 6 w 6"/>
                <a:gd name="T91" fmla="*/ 45 h 95"/>
                <a:gd name="T92" fmla="*/ 6 w 6"/>
                <a:gd name="T93" fmla="*/ 61 h 95"/>
                <a:gd name="T94" fmla="*/ 6 w 6"/>
                <a:gd name="T95" fmla="*/ 61 h 95"/>
                <a:gd name="T96" fmla="*/ 6 w 6"/>
                <a:gd name="T97" fmla="*/ 53 h 95"/>
                <a:gd name="T98" fmla="*/ 6 w 6"/>
                <a:gd name="T99" fmla="*/ 59 h 95"/>
                <a:gd name="T100" fmla="*/ 6 w 6"/>
                <a:gd name="T101" fmla="*/ 66 h 95"/>
                <a:gd name="T102" fmla="*/ 6 w 6"/>
                <a:gd name="T103" fmla="*/ 6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5">
                  <a:moveTo>
                    <a:pt x="0" y="59"/>
                  </a:moveTo>
                  <a:lnTo>
                    <a:pt x="0" y="55"/>
                  </a:lnTo>
                  <a:lnTo>
                    <a:pt x="0" y="50"/>
                  </a:lnTo>
                  <a:lnTo>
                    <a:pt x="1" y="37"/>
                  </a:lnTo>
                  <a:lnTo>
                    <a:pt x="1" y="34"/>
                  </a:lnTo>
                  <a:lnTo>
                    <a:pt x="1" y="47"/>
                  </a:lnTo>
                  <a:lnTo>
                    <a:pt x="1" y="52"/>
                  </a:lnTo>
                  <a:lnTo>
                    <a:pt x="1" y="45"/>
                  </a:lnTo>
                  <a:lnTo>
                    <a:pt x="1" y="50"/>
                  </a:lnTo>
                  <a:lnTo>
                    <a:pt x="1" y="63"/>
                  </a:lnTo>
                  <a:lnTo>
                    <a:pt x="1" y="64"/>
                  </a:lnTo>
                  <a:lnTo>
                    <a:pt x="1" y="58"/>
                  </a:lnTo>
                  <a:lnTo>
                    <a:pt x="2" y="62"/>
                  </a:lnTo>
                  <a:lnTo>
                    <a:pt x="2" y="60"/>
                  </a:lnTo>
                  <a:lnTo>
                    <a:pt x="2" y="43"/>
                  </a:lnTo>
                  <a:lnTo>
                    <a:pt x="2" y="42"/>
                  </a:lnTo>
                  <a:lnTo>
                    <a:pt x="2" y="57"/>
                  </a:lnTo>
                  <a:lnTo>
                    <a:pt x="2" y="53"/>
                  </a:lnTo>
                  <a:lnTo>
                    <a:pt x="3" y="23"/>
                  </a:lnTo>
                  <a:lnTo>
                    <a:pt x="3" y="1"/>
                  </a:lnTo>
                  <a:lnTo>
                    <a:pt x="3" y="3"/>
                  </a:lnTo>
                  <a:lnTo>
                    <a:pt x="3" y="16"/>
                  </a:lnTo>
                  <a:lnTo>
                    <a:pt x="3" y="29"/>
                  </a:lnTo>
                  <a:lnTo>
                    <a:pt x="3" y="44"/>
                  </a:lnTo>
                  <a:lnTo>
                    <a:pt x="3" y="59"/>
                  </a:lnTo>
                  <a:lnTo>
                    <a:pt x="3" y="65"/>
                  </a:lnTo>
                  <a:lnTo>
                    <a:pt x="3" y="62"/>
                  </a:lnTo>
                  <a:lnTo>
                    <a:pt x="4" y="56"/>
                  </a:lnTo>
                  <a:lnTo>
                    <a:pt x="4" y="48"/>
                  </a:lnTo>
                  <a:lnTo>
                    <a:pt x="4" y="42"/>
                  </a:lnTo>
                  <a:lnTo>
                    <a:pt x="4" y="35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5" y="14"/>
                  </a:lnTo>
                  <a:lnTo>
                    <a:pt x="5" y="0"/>
                  </a:lnTo>
                  <a:lnTo>
                    <a:pt x="5" y="16"/>
                  </a:lnTo>
                  <a:lnTo>
                    <a:pt x="5" y="48"/>
                  </a:lnTo>
                  <a:lnTo>
                    <a:pt x="5" y="61"/>
                  </a:lnTo>
                  <a:lnTo>
                    <a:pt x="5" y="67"/>
                  </a:lnTo>
                  <a:lnTo>
                    <a:pt x="5" y="85"/>
                  </a:lnTo>
                  <a:lnTo>
                    <a:pt x="5" y="95"/>
                  </a:lnTo>
                  <a:lnTo>
                    <a:pt x="5" y="93"/>
                  </a:lnTo>
                  <a:lnTo>
                    <a:pt x="5" y="89"/>
                  </a:lnTo>
                  <a:lnTo>
                    <a:pt x="6" y="73"/>
                  </a:lnTo>
                  <a:lnTo>
                    <a:pt x="6" y="48"/>
                  </a:lnTo>
                  <a:lnTo>
                    <a:pt x="6" y="45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6" y="53"/>
                  </a:lnTo>
                  <a:lnTo>
                    <a:pt x="6" y="59"/>
                  </a:lnTo>
                  <a:lnTo>
                    <a:pt x="6" y="66"/>
                  </a:lnTo>
                  <a:lnTo>
                    <a:pt x="6" y="6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38" name="Freeform 1044"/>
            <p:cNvSpPr/>
            <p:nvPr/>
          </p:nvSpPr>
          <p:spPr bwMode="auto">
            <a:xfrm>
              <a:off x="4010025" y="4678363"/>
              <a:ext cx="11113" cy="133350"/>
            </a:xfrm>
            <a:custGeom>
              <a:avLst/>
              <a:gdLst>
                <a:gd name="T0" fmla="*/ 0 w 7"/>
                <a:gd name="T1" fmla="*/ 3 h 84"/>
                <a:gd name="T2" fmla="*/ 0 w 7"/>
                <a:gd name="T3" fmla="*/ 0 h 84"/>
                <a:gd name="T4" fmla="*/ 1 w 7"/>
                <a:gd name="T5" fmla="*/ 0 h 84"/>
                <a:gd name="T6" fmla="*/ 1 w 7"/>
                <a:gd name="T7" fmla="*/ 14 h 84"/>
                <a:gd name="T8" fmla="*/ 1 w 7"/>
                <a:gd name="T9" fmla="*/ 33 h 84"/>
                <a:gd name="T10" fmla="*/ 1 w 7"/>
                <a:gd name="T11" fmla="*/ 40 h 84"/>
                <a:gd name="T12" fmla="*/ 1 w 7"/>
                <a:gd name="T13" fmla="*/ 24 h 84"/>
                <a:gd name="T14" fmla="*/ 1 w 7"/>
                <a:gd name="T15" fmla="*/ 5 h 84"/>
                <a:gd name="T16" fmla="*/ 2 w 7"/>
                <a:gd name="T17" fmla="*/ 5 h 84"/>
                <a:gd name="T18" fmla="*/ 2 w 7"/>
                <a:gd name="T19" fmla="*/ 14 h 84"/>
                <a:gd name="T20" fmla="*/ 2 w 7"/>
                <a:gd name="T21" fmla="*/ 27 h 84"/>
                <a:gd name="T22" fmla="*/ 2 w 7"/>
                <a:gd name="T23" fmla="*/ 42 h 84"/>
                <a:gd name="T24" fmla="*/ 2 w 7"/>
                <a:gd name="T25" fmla="*/ 48 h 84"/>
                <a:gd name="T26" fmla="*/ 2 w 7"/>
                <a:gd name="T27" fmla="*/ 41 h 84"/>
                <a:gd name="T28" fmla="*/ 2 w 7"/>
                <a:gd name="T29" fmla="*/ 33 h 84"/>
                <a:gd name="T30" fmla="*/ 2 w 7"/>
                <a:gd name="T31" fmla="*/ 26 h 84"/>
                <a:gd name="T32" fmla="*/ 2 w 7"/>
                <a:gd name="T33" fmla="*/ 27 h 84"/>
                <a:gd name="T34" fmla="*/ 3 w 7"/>
                <a:gd name="T35" fmla="*/ 37 h 84"/>
                <a:gd name="T36" fmla="*/ 3 w 7"/>
                <a:gd name="T37" fmla="*/ 49 h 84"/>
                <a:gd name="T38" fmla="*/ 3 w 7"/>
                <a:gd name="T39" fmla="*/ 48 h 84"/>
                <a:gd name="T40" fmla="*/ 3 w 7"/>
                <a:gd name="T41" fmla="*/ 31 h 84"/>
                <a:gd name="T42" fmla="*/ 3 w 7"/>
                <a:gd name="T43" fmla="*/ 14 h 84"/>
                <a:gd name="T44" fmla="*/ 3 w 7"/>
                <a:gd name="T45" fmla="*/ 24 h 84"/>
                <a:gd name="T46" fmla="*/ 4 w 7"/>
                <a:gd name="T47" fmla="*/ 55 h 84"/>
                <a:gd name="T48" fmla="*/ 4 w 7"/>
                <a:gd name="T49" fmla="*/ 69 h 84"/>
                <a:gd name="T50" fmla="*/ 4 w 7"/>
                <a:gd name="T51" fmla="*/ 55 h 84"/>
                <a:gd name="T52" fmla="*/ 4 w 7"/>
                <a:gd name="T53" fmla="*/ 35 h 84"/>
                <a:gd name="T54" fmla="*/ 4 w 7"/>
                <a:gd name="T55" fmla="*/ 29 h 84"/>
                <a:gd name="T56" fmla="*/ 4 w 7"/>
                <a:gd name="T57" fmla="*/ 30 h 84"/>
                <a:gd name="T58" fmla="*/ 4 w 7"/>
                <a:gd name="T59" fmla="*/ 28 h 84"/>
                <a:gd name="T60" fmla="*/ 4 w 7"/>
                <a:gd name="T61" fmla="*/ 26 h 84"/>
                <a:gd name="T62" fmla="*/ 4 w 7"/>
                <a:gd name="T63" fmla="*/ 26 h 84"/>
                <a:gd name="T64" fmla="*/ 5 w 7"/>
                <a:gd name="T65" fmla="*/ 26 h 84"/>
                <a:gd name="T66" fmla="*/ 5 w 7"/>
                <a:gd name="T67" fmla="*/ 37 h 84"/>
                <a:gd name="T68" fmla="*/ 5 w 7"/>
                <a:gd name="T69" fmla="*/ 48 h 84"/>
                <a:gd name="T70" fmla="*/ 5 w 7"/>
                <a:gd name="T71" fmla="*/ 50 h 84"/>
                <a:gd name="T72" fmla="*/ 5 w 7"/>
                <a:gd name="T73" fmla="*/ 49 h 84"/>
                <a:gd name="T74" fmla="*/ 5 w 7"/>
                <a:gd name="T75" fmla="*/ 57 h 84"/>
                <a:gd name="T76" fmla="*/ 5 w 7"/>
                <a:gd name="T77" fmla="*/ 74 h 84"/>
                <a:gd name="T78" fmla="*/ 5 w 7"/>
                <a:gd name="T79" fmla="*/ 84 h 84"/>
                <a:gd name="T80" fmla="*/ 5 w 7"/>
                <a:gd name="T81" fmla="*/ 70 h 84"/>
                <a:gd name="T82" fmla="*/ 6 w 7"/>
                <a:gd name="T83" fmla="*/ 56 h 84"/>
                <a:gd name="T84" fmla="*/ 6 w 7"/>
                <a:gd name="T85" fmla="*/ 67 h 84"/>
                <a:gd name="T86" fmla="*/ 6 w 7"/>
                <a:gd name="T87" fmla="*/ 74 h 84"/>
                <a:gd name="T88" fmla="*/ 6 w 7"/>
                <a:gd name="T89" fmla="*/ 63 h 84"/>
                <a:gd name="T90" fmla="*/ 6 w 7"/>
                <a:gd name="T91" fmla="*/ 48 h 84"/>
                <a:gd name="T92" fmla="*/ 6 w 7"/>
                <a:gd name="T93" fmla="*/ 30 h 84"/>
                <a:gd name="T94" fmla="*/ 7 w 7"/>
                <a:gd name="T95" fmla="*/ 14 h 84"/>
                <a:gd name="T96" fmla="*/ 7 w 7"/>
                <a:gd name="T97" fmla="*/ 18 h 84"/>
                <a:gd name="T98" fmla="*/ 7 w 7"/>
                <a:gd name="T99" fmla="*/ 27 h 84"/>
                <a:gd name="T100" fmla="*/ 7 w 7"/>
                <a:gd name="T101" fmla="*/ 28 h 84"/>
                <a:gd name="T102" fmla="*/ 7 w 7"/>
                <a:gd name="T103" fmla="*/ 3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4">
                  <a:moveTo>
                    <a:pt x="0" y="3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14"/>
                  </a:lnTo>
                  <a:lnTo>
                    <a:pt x="1" y="33"/>
                  </a:lnTo>
                  <a:lnTo>
                    <a:pt x="1" y="40"/>
                  </a:lnTo>
                  <a:lnTo>
                    <a:pt x="1" y="24"/>
                  </a:lnTo>
                  <a:lnTo>
                    <a:pt x="1" y="5"/>
                  </a:lnTo>
                  <a:lnTo>
                    <a:pt x="2" y="5"/>
                  </a:lnTo>
                  <a:lnTo>
                    <a:pt x="2" y="14"/>
                  </a:lnTo>
                  <a:lnTo>
                    <a:pt x="2" y="27"/>
                  </a:lnTo>
                  <a:lnTo>
                    <a:pt x="2" y="42"/>
                  </a:lnTo>
                  <a:lnTo>
                    <a:pt x="2" y="48"/>
                  </a:lnTo>
                  <a:lnTo>
                    <a:pt x="2" y="41"/>
                  </a:lnTo>
                  <a:lnTo>
                    <a:pt x="2" y="33"/>
                  </a:lnTo>
                  <a:lnTo>
                    <a:pt x="2" y="26"/>
                  </a:lnTo>
                  <a:lnTo>
                    <a:pt x="2" y="27"/>
                  </a:lnTo>
                  <a:lnTo>
                    <a:pt x="3" y="37"/>
                  </a:lnTo>
                  <a:lnTo>
                    <a:pt x="3" y="49"/>
                  </a:lnTo>
                  <a:lnTo>
                    <a:pt x="3" y="48"/>
                  </a:lnTo>
                  <a:lnTo>
                    <a:pt x="3" y="31"/>
                  </a:lnTo>
                  <a:lnTo>
                    <a:pt x="3" y="14"/>
                  </a:lnTo>
                  <a:lnTo>
                    <a:pt x="3" y="24"/>
                  </a:lnTo>
                  <a:lnTo>
                    <a:pt x="4" y="55"/>
                  </a:lnTo>
                  <a:lnTo>
                    <a:pt x="4" y="69"/>
                  </a:lnTo>
                  <a:lnTo>
                    <a:pt x="4" y="55"/>
                  </a:lnTo>
                  <a:lnTo>
                    <a:pt x="4" y="35"/>
                  </a:lnTo>
                  <a:lnTo>
                    <a:pt x="4" y="29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5" y="26"/>
                  </a:lnTo>
                  <a:lnTo>
                    <a:pt x="5" y="37"/>
                  </a:lnTo>
                  <a:lnTo>
                    <a:pt x="5" y="48"/>
                  </a:lnTo>
                  <a:lnTo>
                    <a:pt x="5" y="50"/>
                  </a:lnTo>
                  <a:lnTo>
                    <a:pt x="5" y="49"/>
                  </a:lnTo>
                  <a:lnTo>
                    <a:pt x="5" y="57"/>
                  </a:lnTo>
                  <a:lnTo>
                    <a:pt x="5" y="74"/>
                  </a:lnTo>
                  <a:lnTo>
                    <a:pt x="5" y="84"/>
                  </a:lnTo>
                  <a:lnTo>
                    <a:pt x="5" y="70"/>
                  </a:lnTo>
                  <a:lnTo>
                    <a:pt x="6" y="56"/>
                  </a:lnTo>
                  <a:lnTo>
                    <a:pt x="6" y="67"/>
                  </a:lnTo>
                  <a:lnTo>
                    <a:pt x="6" y="74"/>
                  </a:lnTo>
                  <a:lnTo>
                    <a:pt x="6" y="63"/>
                  </a:lnTo>
                  <a:lnTo>
                    <a:pt x="6" y="48"/>
                  </a:lnTo>
                  <a:lnTo>
                    <a:pt x="6" y="30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7"/>
                  </a:lnTo>
                  <a:lnTo>
                    <a:pt x="7" y="28"/>
                  </a:lnTo>
                  <a:lnTo>
                    <a:pt x="7" y="3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39" name="Freeform 1045"/>
            <p:cNvSpPr/>
            <p:nvPr/>
          </p:nvSpPr>
          <p:spPr bwMode="auto">
            <a:xfrm>
              <a:off x="4021138" y="4662488"/>
              <a:ext cx="9525" cy="114300"/>
            </a:xfrm>
            <a:custGeom>
              <a:avLst/>
              <a:gdLst>
                <a:gd name="T0" fmla="*/ 0 w 6"/>
                <a:gd name="T1" fmla="*/ 38 h 72"/>
                <a:gd name="T2" fmla="*/ 0 w 6"/>
                <a:gd name="T3" fmla="*/ 47 h 72"/>
                <a:gd name="T4" fmla="*/ 0 w 6"/>
                <a:gd name="T5" fmla="*/ 67 h 72"/>
                <a:gd name="T6" fmla="*/ 0 w 6"/>
                <a:gd name="T7" fmla="*/ 72 h 72"/>
                <a:gd name="T8" fmla="*/ 0 w 6"/>
                <a:gd name="T9" fmla="*/ 49 h 72"/>
                <a:gd name="T10" fmla="*/ 0 w 6"/>
                <a:gd name="T11" fmla="*/ 24 h 72"/>
                <a:gd name="T12" fmla="*/ 1 w 6"/>
                <a:gd name="T13" fmla="*/ 27 h 72"/>
                <a:gd name="T14" fmla="*/ 1 w 6"/>
                <a:gd name="T15" fmla="*/ 47 h 72"/>
                <a:gd name="T16" fmla="*/ 1 w 6"/>
                <a:gd name="T17" fmla="*/ 62 h 72"/>
                <a:gd name="T18" fmla="*/ 1 w 6"/>
                <a:gd name="T19" fmla="*/ 71 h 72"/>
                <a:gd name="T20" fmla="*/ 1 w 6"/>
                <a:gd name="T21" fmla="*/ 72 h 72"/>
                <a:gd name="T22" fmla="*/ 1 w 6"/>
                <a:gd name="T23" fmla="*/ 57 h 72"/>
                <a:gd name="T24" fmla="*/ 1 w 6"/>
                <a:gd name="T25" fmla="*/ 41 h 72"/>
                <a:gd name="T26" fmla="*/ 2 w 6"/>
                <a:gd name="T27" fmla="*/ 35 h 72"/>
                <a:gd name="T28" fmla="*/ 2 w 6"/>
                <a:gd name="T29" fmla="*/ 37 h 72"/>
                <a:gd name="T30" fmla="*/ 2 w 6"/>
                <a:gd name="T31" fmla="*/ 31 h 72"/>
                <a:gd name="T32" fmla="*/ 2 w 6"/>
                <a:gd name="T33" fmla="*/ 26 h 72"/>
                <a:gd name="T34" fmla="*/ 2 w 6"/>
                <a:gd name="T35" fmla="*/ 43 h 72"/>
                <a:gd name="T36" fmla="*/ 2 w 6"/>
                <a:gd name="T37" fmla="*/ 60 h 72"/>
                <a:gd name="T38" fmla="*/ 2 w 6"/>
                <a:gd name="T39" fmla="*/ 49 h 72"/>
                <a:gd name="T40" fmla="*/ 2 w 6"/>
                <a:gd name="T41" fmla="*/ 40 h 72"/>
                <a:gd name="T42" fmla="*/ 2 w 6"/>
                <a:gd name="T43" fmla="*/ 51 h 72"/>
                <a:gd name="T44" fmla="*/ 3 w 6"/>
                <a:gd name="T45" fmla="*/ 41 h 72"/>
                <a:gd name="T46" fmla="*/ 3 w 6"/>
                <a:gd name="T47" fmla="*/ 14 h 72"/>
                <a:gd name="T48" fmla="*/ 3 w 6"/>
                <a:gd name="T49" fmla="*/ 10 h 72"/>
                <a:gd name="T50" fmla="*/ 3 w 6"/>
                <a:gd name="T51" fmla="*/ 16 h 72"/>
                <a:gd name="T52" fmla="*/ 3 w 6"/>
                <a:gd name="T53" fmla="*/ 12 h 72"/>
                <a:gd name="T54" fmla="*/ 3 w 6"/>
                <a:gd name="T55" fmla="*/ 10 h 72"/>
                <a:gd name="T56" fmla="*/ 3 w 6"/>
                <a:gd name="T57" fmla="*/ 10 h 72"/>
                <a:gd name="T58" fmla="*/ 3 w 6"/>
                <a:gd name="T59" fmla="*/ 1 h 72"/>
                <a:gd name="T60" fmla="*/ 3 w 6"/>
                <a:gd name="T61" fmla="*/ 0 h 72"/>
                <a:gd name="T62" fmla="*/ 4 w 6"/>
                <a:gd name="T63" fmla="*/ 19 h 72"/>
                <a:gd name="T64" fmla="*/ 4 w 6"/>
                <a:gd name="T65" fmla="*/ 36 h 72"/>
                <a:gd name="T66" fmla="*/ 4 w 6"/>
                <a:gd name="T67" fmla="*/ 37 h 72"/>
                <a:gd name="T68" fmla="*/ 4 w 6"/>
                <a:gd name="T69" fmla="*/ 38 h 72"/>
                <a:gd name="T70" fmla="*/ 4 w 6"/>
                <a:gd name="T71" fmla="*/ 40 h 72"/>
                <a:gd name="T72" fmla="*/ 4 w 6"/>
                <a:gd name="T73" fmla="*/ 36 h 72"/>
                <a:gd name="T74" fmla="*/ 5 w 6"/>
                <a:gd name="T75" fmla="*/ 23 h 72"/>
                <a:gd name="T76" fmla="*/ 5 w 6"/>
                <a:gd name="T77" fmla="*/ 12 h 72"/>
                <a:gd name="T78" fmla="*/ 5 w 6"/>
                <a:gd name="T79" fmla="*/ 21 h 72"/>
                <a:gd name="T80" fmla="*/ 5 w 6"/>
                <a:gd name="T81" fmla="*/ 42 h 72"/>
                <a:gd name="T82" fmla="*/ 5 w 6"/>
                <a:gd name="T83" fmla="*/ 46 h 72"/>
                <a:gd name="T84" fmla="*/ 5 w 6"/>
                <a:gd name="T85" fmla="*/ 30 h 72"/>
                <a:gd name="T86" fmla="*/ 5 w 6"/>
                <a:gd name="T87" fmla="*/ 15 h 72"/>
                <a:gd name="T88" fmla="*/ 5 w 6"/>
                <a:gd name="T89" fmla="*/ 8 h 72"/>
                <a:gd name="T90" fmla="*/ 5 w 6"/>
                <a:gd name="T91" fmla="*/ 9 h 72"/>
                <a:gd name="T92" fmla="*/ 6 w 6"/>
                <a:gd name="T93" fmla="*/ 16 h 72"/>
                <a:gd name="T94" fmla="*/ 6 w 6"/>
                <a:gd name="T95" fmla="*/ 19 h 72"/>
                <a:gd name="T96" fmla="*/ 6 w 6"/>
                <a:gd name="T97" fmla="*/ 22 h 72"/>
                <a:gd name="T98" fmla="*/ 6 w 6"/>
                <a:gd name="T99" fmla="*/ 34 h 72"/>
                <a:gd name="T100" fmla="*/ 6 w 6"/>
                <a:gd name="T101" fmla="*/ 41 h 72"/>
                <a:gd name="T102" fmla="*/ 6 w 6"/>
                <a:gd name="T103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2">
                  <a:moveTo>
                    <a:pt x="0" y="38"/>
                  </a:moveTo>
                  <a:lnTo>
                    <a:pt x="0" y="47"/>
                  </a:lnTo>
                  <a:lnTo>
                    <a:pt x="0" y="67"/>
                  </a:lnTo>
                  <a:lnTo>
                    <a:pt x="0" y="72"/>
                  </a:lnTo>
                  <a:lnTo>
                    <a:pt x="0" y="49"/>
                  </a:lnTo>
                  <a:lnTo>
                    <a:pt x="0" y="24"/>
                  </a:lnTo>
                  <a:lnTo>
                    <a:pt x="1" y="27"/>
                  </a:lnTo>
                  <a:lnTo>
                    <a:pt x="1" y="47"/>
                  </a:lnTo>
                  <a:lnTo>
                    <a:pt x="1" y="62"/>
                  </a:lnTo>
                  <a:lnTo>
                    <a:pt x="1" y="71"/>
                  </a:lnTo>
                  <a:lnTo>
                    <a:pt x="1" y="72"/>
                  </a:lnTo>
                  <a:lnTo>
                    <a:pt x="1" y="57"/>
                  </a:lnTo>
                  <a:lnTo>
                    <a:pt x="1" y="41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31"/>
                  </a:lnTo>
                  <a:lnTo>
                    <a:pt x="2" y="26"/>
                  </a:lnTo>
                  <a:lnTo>
                    <a:pt x="2" y="43"/>
                  </a:lnTo>
                  <a:lnTo>
                    <a:pt x="2" y="60"/>
                  </a:lnTo>
                  <a:lnTo>
                    <a:pt x="2" y="49"/>
                  </a:lnTo>
                  <a:lnTo>
                    <a:pt x="2" y="40"/>
                  </a:lnTo>
                  <a:lnTo>
                    <a:pt x="2" y="51"/>
                  </a:lnTo>
                  <a:lnTo>
                    <a:pt x="3" y="41"/>
                  </a:lnTo>
                  <a:lnTo>
                    <a:pt x="3" y="14"/>
                  </a:lnTo>
                  <a:lnTo>
                    <a:pt x="3" y="10"/>
                  </a:lnTo>
                  <a:lnTo>
                    <a:pt x="3" y="16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"/>
                  </a:lnTo>
                  <a:lnTo>
                    <a:pt x="3" y="0"/>
                  </a:lnTo>
                  <a:lnTo>
                    <a:pt x="4" y="19"/>
                  </a:lnTo>
                  <a:lnTo>
                    <a:pt x="4" y="36"/>
                  </a:lnTo>
                  <a:lnTo>
                    <a:pt x="4" y="37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36"/>
                  </a:lnTo>
                  <a:lnTo>
                    <a:pt x="5" y="23"/>
                  </a:lnTo>
                  <a:lnTo>
                    <a:pt x="5" y="12"/>
                  </a:lnTo>
                  <a:lnTo>
                    <a:pt x="5" y="21"/>
                  </a:lnTo>
                  <a:lnTo>
                    <a:pt x="5" y="42"/>
                  </a:lnTo>
                  <a:lnTo>
                    <a:pt x="5" y="46"/>
                  </a:lnTo>
                  <a:lnTo>
                    <a:pt x="5" y="30"/>
                  </a:lnTo>
                  <a:lnTo>
                    <a:pt x="5" y="15"/>
                  </a:lnTo>
                  <a:lnTo>
                    <a:pt x="5" y="8"/>
                  </a:lnTo>
                  <a:lnTo>
                    <a:pt x="5" y="9"/>
                  </a:lnTo>
                  <a:lnTo>
                    <a:pt x="6" y="16"/>
                  </a:lnTo>
                  <a:lnTo>
                    <a:pt x="6" y="19"/>
                  </a:lnTo>
                  <a:lnTo>
                    <a:pt x="6" y="22"/>
                  </a:lnTo>
                  <a:lnTo>
                    <a:pt x="6" y="34"/>
                  </a:lnTo>
                  <a:lnTo>
                    <a:pt x="6" y="41"/>
                  </a:lnTo>
                  <a:lnTo>
                    <a:pt x="6" y="3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40" name="Freeform 1046"/>
            <p:cNvSpPr/>
            <p:nvPr/>
          </p:nvSpPr>
          <p:spPr bwMode="auto">
            <a:xfrm>
              <a:off x="4030663" y="4657726"/>
              <a:ext cx="11113" cy="128588"/>
            </a:xfrm>
            <a:custGeom>
              <a:avLst/>
              <a:gdLst>
                <a:gd name="T0" fmla="*/ 0 w 7"/>
                <a:gd name="T1" fmla="*/ 44 h 81"/>
                <a:gd name="T2" fmla="*/ 0 w 7"/>
                <a:gd name="T3" fmla="*/ 39 h 81"/>
                <a:gd name="T4" fmla="*/ 1 w 7"/>
                <a:gd name="T5" fmla="*/ 31 h 81"/>
                <a:gd name="T6" fmla="*/ 1 w 7"/>
                <a:gd name="T7" fmla="*/ 33 h 81"/>
                <a:gd name="T8" fmla="*/ 1 w 7"/>
                <a:gd name="T9" fmla="*/ 50 h 81"/>
                <a:gd name="T10" fmla="*/ 1 w 7"/>
                <a:gd name="T11" fmla="*/ 64 h 81"/>
                <a:gd name="T12" fmla="*/ 1 w 7"/>
                <a:gd name="T13" fmla="*/ 49 h 81"/>
                <a:gd name="T14" fmla="*/ 1 w 7"/>
                <a:gd name="T15" fmla="*/ 25 h 81"/>
                <a:gd name="T16" fmla="*/ 1 w 7"/>
                <a:gd name="T17" fmla="*/ 22 h 81"/>
                <a:gd name="T18" fmla="*/ 1 w 7"/>
                <a:gd name="T19" fmla="*/ 33 h 81"/>
                <a:gd name="T20" fmla="*/ 1 w 7"/>
                <a:gd name="T21" fmla="*/ 37 h 81"/>
                <a:gd name="T22" fmla="*/ 2 w 7"/>
                <a:gd name="T23" fmla="*/ 34 h 81"/>
                <a:gd name="T24" fmla="*/ 2 w 7"/>
                <a:gd name="T25" fmla="*/ 29 h 81"/>
                <a:gd name="T26" fmla="*/ 2 w 7"/>
                <a:gd name="T27" fmla="*/ 24 h 81"/>
                <a:gd name="T28" fmla="*/ 2 w 7"/>
                <a:gd name="T29" fmla="*/ 22 h 81"/>
                <a:gd name="T30" fmla="*/ 2 w 7"/>
                <a:gd name="T31" fmla="*/ 25 h 81"/>
                <a:gd name="T32" fmla="*/ 2 w 7"/>
                <a:gd name="T33" fmla="*/ 32 h 81"/>
                <a:gd name="T34" fmla="*/ 2 w 7"/>
                <a:gd name="T35" fmla="*/ 43 h 81"/>
                <a:gd name="T36" fmla="*/ 2 w 7"/>
                <a:gd name="T37" fmla="*/ 66 h 81"/>
                <a:gd name="T38" fmla="*/ 2 w 7"/>
                <a:gd name="T39" fmla="*/ 81 h 81"/>
                <a:gd name="T40" fmla="*/ 3 w 7"/>
                <a:gd name="T41" fmla="*/ 74 h 81"/>
                <a:gd name="T42" fmla="*/ 3 w 7"/>
                <a:gd name="T43" fmla="*/ 60 h 81"/>
                <a:gd name="T44" fmla="*/ 3 w 7"/>
                <a:gd name="T45" fmla="*/ 42 h 81"/>
                <a:gd name="T46" fmla="*/ 3 w 7"/>
                <a:gd name="T47" fmla="*/ 19 h 81"/>
                <a:gd name="T48" fmla="*/ 3 w 7"/>
                <a:gd name="T49" fmla="*/ 12 h 81"/>
                <a:gd name="T50" fmla="*/ 3 w 7"/>
                <a:gd name="T51" fmla="*/ 22 h 81"/>
                <a:gd name="T52" fmla="*/ 3 w 7"/>
                <a:gd name="T53" fmla="*/ 22 h 81"/>
                <a:gd name="T54" fmla="*/ 4 w 7"/>
                <a:gd name="T55" fmla="*/ 18 h 81"/>
                <a:gd name="T56" fmla="*/ 4 w 7"/>
                <a:gd name="T57" fmla="*/ 25 h 81"/>
                <a:gd name="T58" fmla="*/ 4 w 7"/>
                <a:gd name="T59" fmla="*/ 34 h 81"/>
                <a:gd name="T60" fmla="*/ 4 w 7"/>
                <a:gd name="T61" fmla="*/ 30 h 81"/>
                <a:gd name="T62" fmla="*/ 4 w 7"/>
                <a:gd name="T63" fmla="*/ 16 h 81"/>
                <a:gd name="T64" fmla="*/ 4 w 7"/>
                <a:gd name="T65" fmla="*/ 12 h 81"/>
                <a:gd name="T66" fmla="*/ 4 w 7"/>
                <a:gd name="T67" fmla="*/ 32 h 81"/>
                <a:gd name="T68" fmla="*/ 4 w 7"/>
                <a:gd name="T69" fmla="*/ 50 h 81"/>
                <a:gd name="T70" fmla="*/ 4 w 7"/>
                <a:gd name="T71" fmla="*/ 43 h 81"/>
                <a:gd name="T72" fmla="*/ 5 w 7"/>
                <a:gd name="T73" fmla="*/ 23 h 81"/>
                <a:gd name="T74" fmla="*/ 5 w 7"/>
                <a:gd name="T75" fmla="*/ 12 h 81"/>
                <a:gd name="T76" fmla="*/ 5 w 7"/>
                <a:gd name="T77" fmla="*/ 22 h 81"/>
                <a:gd name="T78" fmla="*/ 5 w 7"/>
                <a:gd name="T79" fmla="*/ 49 h 81"/>
                <a:gd name="T80" fmla="*/ 5 w 7"/>
                <a:gd name="T81" fmla="*/ 64 h 81"/>
                <a:gd name="T82" fmla="*/ 5 w 7"/>
                <a:gd name="T83" fmla="*/ 55 h 81"/>
                <a:gd name="T84" fmla="*/ 6 w 7"/>
                <a:gd name="T85" fmla="*/ 39 h 81"/>
                <a:gd name="T86" fmla="*/ 6 w 7"/>
                <a:gd name="T87" fmla="*/ 35 h 81"/>
                <a:gd name="T88" fmla="*/ 6 w 7"/>
                <a:gd name="T89" fmla="*/ 34 h 81"/>
                <a:gd name="T90" fmla="*/ 6 w 7"/>
                <a:gd name="T91" fmla="*/ 18 h 81"/>
                <a:gd name="T92" fmla="*/ 6 w 7"/>
                <a:gd name="T93" fmla="*/ 0 h 81"/>
                <a:gd name="T94" fmla="*/ 6 w 7"/>
                <a:gd name="T95" fmla="*/ 9 h 81"/>
                <a:gd name="T96" fmla="*/ 6 w 7"/>
                <a:gd name="T97" fmla="*/ 26 h 81"/>
                <a:gd name="T98" fmla="*/ 6 w 7"/>
                <a:gd name="T99" fmla="*/ 20 h 81"/>
                <a:gd name="T100" fmla="*/ 6 w 7"/>
                <a:gd name="T101" fmla="*/ 5 h 81"/>
                <a:gd name="T102" fmla="*/ 7 w 7"/>
                <a:gd name="T103" fmla="*/ 4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1">
                  <a:moveTo>
                    <a:pt x="0" y="44"/>
                  </a:moveTo>
                  <a:lnTo>
                    <a:pt x="0" y="39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50"/>
                  </a:lnTo>
                  <a:lnTo>
                    <a:pt x="1" y="64"/>
                  </a:lnTo>
                  <a:lnTo>
                    <a:pt x="1" y="49"/>
                  </a:lnTo>
                  <a:lnTo>
                    <a:pt x="1" y="25"/>
                  </a:lnTo>
                  <a:lnTo>
                    <a:pt x="1" y="22"/>
                  </a:lnTo>
                  <a:lnTo>
                    <a:pt x="1" y="33"/>
                  </a:lnTo>
                  <a:lnTo>
                    <a:pt x="1" y="37"/>
                  </a:lnTo>
                  <a:lnTo>
                    <a:pt x="2" y="34"/>
                  </a:lnTo>
                  <a:lnTo>
                    <a:pt x="2" y="29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2" y="25"/>
                  </a:lnTo>
                  <a:lnTo>
                    <a:pt x="2" y="32"/>
                  </a:lnTo>
                  <a:lnTo>
                    <a:pt x="2" y="43"/>
                  </a:lnTo>
                  <a:lnTo>
                    <a:pt x="2" y="66"/>
                  </a:lnTo>
                  <a:lnTo>
                    <a:pt x="2" y="81"/>
                  </a:lnTo>
                  <a:lnTo>
                    <a:pt x="3" y="74"/>
                  </a:lnTo>
                  <a:lnTo>
                    <a:pt x="3" y="60"/>
                  </a:lnTo>
                  <a:lnTo>
                    <a:pt x="3" y="42"/>
                  </a:lnTo>
                  <a:lnTo>
                    <a:pt x="3" y="19"/>
                  </a:lnTo>
                  <a:lnTo>
                    <a:pt x="3" y="12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4" y="18"/>
                  </a:lnTo>
                  <a:lnTo>
                    <a:pt x="4" y="25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4" y="16"/>
                  </a:lnTo>
                  <a:lnTo>
                    <a:pt x="4" y="12"/>
                  </a:lnTo>
                  <a:lnTo>
                    <a:pt x="4" y="32"/>
                  </a:lnTo>
                  <a:lnTo>
                    <a:pt x="4" y="50"/>
                  </a:lnTo>
                  <a:lnTo>
                    <a:pt x="4" y="43"/>
                  </a:lnTo>
                  <a:lnTo>
                    <a:pt x="5" y="23"/>
                  </a:lnTo>
                  <a:lnTo>
                    <a:pt x="5" y="12"/>
                  </a:lnTo>
                  <a:lnTo>
                    <a:pt x="5" y="22"/>
                  </a:lnTo>
                  <a:lnTo>
                    <a:pt x="5" y="49"/>
                  </a:lnTo>
                  <a:lnTo>
                    <a:pt x="5" y="64"/>
                  </a:lnTo>
                  <a:lnTo>
                    <a:pt x="5" y="55"/>
                  </a:lnTo>
                  <a:lnTo>
                    <a:pt x="6" y="39"/>
                  </a:lnTo>
                  <a:lnTo>
                    <a:pt x="6" y="35"/>
                  </a:lnTo>
                  <a:lnTo>
                    <a:pt x="6" y="34"/>
                  </a:lnTo>
                  <a:lnTo>
                    <a:pt x="6" y="18"/>
                  </a:lnTo>
                  <a:lnTo>
                    <a:pt x="6" y="0"/>
                  </a:lnTo>
                  <a:lnTo>
                    <a:pt x="6" y="9"/>
                  </a:lnTo>
                  <a:lnTo>
                    <a:pt x="6" y="26"/>
                  </a:lnTo>
                  <a:lnTo>
                    <a:pt x="6" y="20"/>
                  </a:lnTo>
                  <a:lnTo>
                    <a:pt x="6" y="5"/>
                  </a:lnTo>
                  <a:lnTo>
                    <a:pt x="7" y="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41" name="Freeform 1047"/>
            <p:cNvSpPr/>
            <p:nvPr/>
          </p:nvSpPr>
          <p:spPr bwMode="auto">
            <a:xfrm>
              <a:off x="4040188" y="4602163"/>
              <a:ext cx="11113" cy="195263"/>
            </a:xfrm>
            <a:custGeom>
              <a:avLst/>
              <a:gdLst>
                <a:gd name="T0" fmla="*/ 0 w 7"/>
                <a:gd name="T1" fmla="*/ 40 h 123"/>
                <a:gd name="T2" fmla="*/ 1 w 7"/>
                <a:gd name="T3" fmla="*/ 39 h 123"/>
                <a:gd name="T4" fmla="*/ 1 w 7"/>
                <a:gd name="T5" fmla="*/ 67 h 123"/>
                <a:gd name="T6" fmla="*/ 1 w 7"/>
                <a:gd name="T7" fmla="*/ 111 h 123"/>
                <a:gd name="T8" fmla="*/ 1 w 7"/>
                <a:gd name="T9" fmla="*/ 123 h 123"/>
                <a:gd name="T10" fmla="*/ 1 w 7"/>
                <a:gd name="T11" fmla="*/ 98 h 123"/>
                <a:gd name="T12" fmla="*/ 1 w 7"/>
                <a:gd name="T13" fmla="*/ 74 h 123"/>
                <a:gd name="T14" fmla="*/ 1 w 7"/>
                <a:gd name="T15" fmla="*/ 64 h 123"/>
                <a:gd name="T16" fmla="*/ 1 w 7"/>
                <a:gd name="T17" fmla="*/ 57 h 123"/>
                <a:gd name="T18" fmla="*/ 1 w 7"/>
                <a:gd name="T19" fmla="*/ 55 h 123"/>
                <a:gd name="T20" fmla="*/ 2 w 7"/>
                <a:gd name="T21" fmla="*/ 54 h 123"/>
                <a:gd name="T22" fmla="*/ 2 w 7"/>
                <a:gd name="T23" fmla="*/ 57 h 123"/>
                <a:gd name="T24" fmla="*/ 2 w 7"/>
                <a:gd name="T25" fmla="*/ 72 h 123"/>
                <a:gd name="T26" fmla="*/ 2 w 7"/>
                <a:gd name="T27" fmla="*/ 82 h 123"/>
                <a:gd name="T28" fmla="*/ 2 w 7"/>
                <a:gd name="T29" fmla="*/ 71 h 123"/>
                <a:gd name="T30" fmla="*/ 2 w 7"/>
                <a:gd name="T31" fmla="*/ 49 h 123"/>
                <a:gd name="T32" fmla="*/ 3 w 7"/>
                <a:gd name="T33" fmla="*/ 47 h 123"/>
                <a:gd name="T34" fmla="*/ 3 w 7"/>
                <a:gd name="T35" fmla="*/ 60 h 123"/>
                <a:gd name="T36" fmla="*/ 3 w 7"/>
                <a:gd name="T37" fmla="*/ 50 h 123"/>
                <a:gd name="T38" fmla="*/ 3 w 7"/>
                <a:gd name="T39" fmla="*/ 20 h 123"/>
                <a:gd name="T40" fmla="*/ 3 w 7"/>
                <a:gd name="T41" fmla="*/ 6 h 123"/>
                <a:gd name="T42" fmla="*/ 3 w 7"/>
                <a:gd name="T43" fmla="*/ 1 h 123"/>
                <a:gd name="T44" fmla="*/ 3 w 7"/>
                <a:gd name="T45" fmla="*/ 1 h 123"/>
                <a:gd name="T46" fmla="*/ 3 w 7"/>
                <a:gd name="T47" fmla="*/ 33 h 123"/>
                <a:gd name="T48" fmla="*/ 3 w 7"/>
                <a:gd name="T49" fmla="*/ 75 h 123"/>
                <a:gd name="T50" fmla="*/ 4 w 7"/>
                <a:gd name="T51" fmla="*/ 79 h 123"/>
                <a:gd name="T52" fmla="*/ 4 w 7"/>
                <a:gd name="T53" fmla="*/ 60 h 123"/>
                <a:gd name="T54" fmla="*/ 4 w 7"/>
                <a:gd name="T55" fmla="*/ 58 h 123"/>
                <a:gd name="T56" fmla="*/ 4 w 7"/>
                <a:gd name="T57" fmla="*/ 67 h 123"/>
                <a:gd name="T58" fmla="*/ 4 w 7"/>
                <a:gd name="T59" fmla="*/ 70 h 123"/>
                <a:gd name="T60" fmla="*/ 4 w 7"/>
                <a:gd name="T61" fmla="*/ 65 h 123"/>
                <a:gd name="T62" fmla="*/ 5 w 7"/>
                <a:gd name="T63" fmla="*/ 55 h 123"/>
                <a:gd name="T64" fmla="*/ 5 w 7"/>
                <a:gd name="T65" fmla="*/ 44 h 123"/>
                <a:gd name="T66" fmla="*/ 5 w 7"/>
                <a:gd name="T67" fmla="*/ 32 h 123"/>
                <a:gd name="T68" fmla="*/ 5 w 7"/>
                <a:gd name="T69" fmla="*/ 17 h 123"/>
                <a:gd name="T70" fmla="*/ 5 w 7"/>
                <a:gd name="T71" fmla="*/ 0 h 123"/>
                <a:gd name="T72" fmla="*/ 5 w 7"/>
                <a:gd name="T73" fmla="*/ 5 h 123"/>
                <a:gd name="T74" fmla="*/ 5 w 7"/>
                <a:gd name="T75" fmla="*/ 34 h 123"/>
                <a:gd name="T76" fmla="*/ 5 w 7"/>
                <a:gd name="T77" fmla="*/ 51 h 123"/>
                <a:gd name="T78" fmla="*/ 5 w 7"/>
                <a:gd name="T79" fmla="*/ 39 h 123"/>
                <a:gd name="T80" fmla="*/ 5 w 7"/>
                <a:gd name="T81" fmla="*/ 23 h 123"/>
                <a:gd name="T82" fmla="*/ 6 w 7"/>
                <a:gd name="T83" fmla="*/ 14 h 123"/>
                <a:gd name="T84" fmla="*/ 6 w 7"/>
                <a:gd name="T85" fmla="*/ 11 h 123"/>
                <a:gd name="T86" fmla="*/ 6 w 7"/>
                <a:gd name="T87" fmla="*/ 25 h 123"/>
                <a:gd name="T88" fmla="*/ 6 w 7"/>
                <a:gd name="T89" fmla="*/ 39 h 123"/>
                <a:gd name="T90" fmla="*/ 6 w 7"/>
                <a:gd name="T91" fmla="*/ 32 h 123"/>
                <a:gd name="T92" fmla="*/ 6 w 7"/>
                <a:gd name="T93" fmla="*/ 33 h 123"/>
                <a:gd name="T94" fmla="*/ 6 w 7"/>
                <a:gd name="T95" fmla="*/ 66 h 123"/>
                <a:gd name="T96" fmla="*/ 6 w 7"/>
                <a:gd name="T97" fmla="*/ 92 h 123"/>
                <a:gd name="T98" fmla="*/ 6 w 7"/>
                <a:gd name="T99" fmla="*/ 77 h 123"/>
                <a:gd name="T100" fmla="*/ 7 w 7"/>
                <a:gd name="T101" fmla="*/ 55 h 123"/>
                <a:gd name="T102" fmla="*/ 7 w 7"/>
                <a:gd name="T103" fmla="*/ 5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23">
                  <a:moveTo>
                    <a:pt x="0" y="40"/>
                  </a:moveTo>
                  <a:lnTo>
                    <a:pt x="1" y="39"/>
                  </a:lnTo>
                  <a:lnTo>
                    <a:pt x="1" y="67"/>
                  </a:lnTo>
                  <a:lnTo>
                    <a:pt x="1" y="111"/>
                  </a:lnTo>
                  <a:lnTo>
                    <a:pt x="1" y="123"/>
                  </a:lnTo>
                  <a:lnTo>
                    <a:pt x="1" y="98"/>
                  </a:lnTo>
                  <a:lnTo>
                    <a:pt x="1" y="74"/>
                  </a:lnTo>
                  <a:lnTo>
                    <a:pt x="1" y="64"/>
                  </a:lnTo>
                  <a:lnTo>
                    <a:pt x="1" y="57"/>
                  </a:lnTo>
                  <a:lnTo>
                    <a:pt x="1" y="55"/>
                  </a:lnTo>
                  <a:lnTo>
                    <a:pt x="2" y="54"/>
                  </a:lnTo>
                  <a:lnTo>
                    <a:pt x="2" y="57"/>
                  </a:lnTo>
                  <a:lnTo>
                    <a:pt x="2" y="72"/>
                  </a:lnTo>
                  <a:lnTo>
                    <a:pt x="2" y="82"/>
                  </a:lnTo>
                  <a:lnTo>
                    <a:pt x="2" y="71"/>
                  </a:lnTo>
                  <a:lnTo>
                    <a:pt x="2" y="49"/>
                  </a:lnTo>
                  <a:lnTo>
                    <a:pt x="3" y="47"/>
                  </a:lnTo>
                  <a:lnTo>
                    <a:pt x="3" y="60"/>
                  </a:lnTo>
                  <a:lnTo>
                    <a:pt x="3" y="50"/>
                  </a:lnTo>
                  <a:lnTo>
                    <a:pt x="3" y="20"/>
                  </a:lnTo>
                  <a:lnTo>
                    <a:pt x="3" y="6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33"/>
                  </a:lnTo>
                  <a:lnTo>
                    <a:pt x="3" y="75"/>
                  </a:lnTo>
                  <a:lnTo>
                    <a:pt x="4" y="79"/>
                  </a:lnTo>
                  <a:lnTo>
                    <a:pt x="4" y="60"/>
                  </a:lnTo>
                  <a:lnTo>
                    <a:pt x="4" y="58"/>
                  </a:lnTo>
                  <a:lnTo>
                    <a:pt x="4" y="67"/>
                  </a:lnTo>
                  <a:lnTo>
                    <a:pt x="4" y="70"/>
                  </a:lnTo>
                  <a:lnTo>
                    <a:pt x="4" y="65"/>
                  </a:lnTo>
                  <a:lnTo>
                    <a:pt x="5" y="55"/>
                  </a:lnTo>
                  <a:lnTo>
                    <a:pt x="5" y="44"/>
                  </a:lnTo>
                  <a:lnTo>
                    <a:pt x="5" y="32"/>
                  </a:lnTo>
                  <a:lnTo>
                    <a:pt x="5" y="17"/>
                  </a:lnTo>
                  <a:lnTo>
                    <a:pt x="5" y="0"/>
                  </a:lnTo>
                  <a:lnTo>
                    <a:pt x="5" y="5"/>
                  </a:lnTo>
                  <a:lnTo>
                    <a:pt x="5" y="34"/>
                  </a:lnTo>
                  <a:lnTo>
                    <a:pt x="5" y="51"/>
                  </a:lnTo>
                  <a:lnTo>
                    <a:pt x="5" y="39"/>
                  </a:lnTo>
                  <a:lnTo>
                    <a:pt x="5" y="23"/>
                  </a:lnTo>
                  <a:lnTo>
                    <a:pt x="6" y="14"/>
                  </a:lnTo>
                  <a:lnTo>
                    <a:pt x="6" y="11"/>
                  </a:lnTo>
                  <a:lnTo>
                    <a:pt x="6" y="25"/>
                  </a:lnTo>
                  <a:lnTo>
                    <a:pt x="6" y="39"/>
                  </a:lnTo>
                  <a:lnTo>
                    <a:pt x="6" y="32"/>
                  </a:lnTo>
                  <a:lnTo>
                    <a:pt x="6" y="33"/>
                  </a:lnTo>
                  <a:lnTo>
                    <a:pt x="6" y="66"/>
                  </a:lnTo>
                  <a:lnTo>
                    <a:pt x="6" y="92"/>
                  </a:lnTo>
                  <a:lnTo>
                    <a:pt x="6" y="77"/>
                  </a:lnTo>
                  <a:lnTo>
                    <a:pt x="7" y="55"/>
                  </a:lnTo>
                  <a:lnTo>
                    <a:pt x="7" y="5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42" name="Freeform 1048"/>
            <p:cNvSpPr/>
            <p:nvPr/>
          </p:nvSpPr>
          <p:spPr bwMode="auto">
            <a:xfrm>
              <a:off x="4051300" y="4629151"/>
              <a:ext cx="9525" cy="157163"/>
            </a:xfrm>
            <a:custGeom>
              <a:avLst/>
              <a:gdLst>
                <a:gd name="T0" fmla="*/ 0 w 6"/>
                <a:gd name="T1" fmla="*/ 38 h 99"/>
                <a:gd name="T2" fmla="*/ 0 w 6"/>
                <a:gd name="T3" fmla="*/ 41 h 99"/>
                <a:gd name="T4" fmla="*/ 0 w 6"/>
                <a:gd name="T5" fmla="*/ 43 h 99"/>
                <a:gd name="T6" fmla="*/ 0 w 6"/>
                <a:gd name="T7" fmla="*/ 21 h 99"/>
                <a:gd name="T8" fmla="*/ 0 w 6"/>
                <a:gd name="T9" fmla="*/ 1 h 99"/>
                <a:gd name="T10" fmla="*/ 0 w 6"/>
                <a:gd name="T11" fmla="*/ 0 h 99"/>
                <a:gd name="T12" fmla="*/ 1 w 6"/>
                <a:gd name="T13" fmla="*/ 3 h 99"/>
                <a:gd name="T14" fmla="*/ 1 w 6"/>
                <a:gd name="T15" fmla="*/ 11 h 99"/>
                <a:gd name="T16" fmla="*/ 1 w 6"/>
                <a:gd name="T17" fmla="*/ 24 h 99"/>
                <a:gd name="T18" fmla="*/ 1 w 6"/>
                <a:gd name="T19" fmla="*/ 25 h 99"/>
                <a:gd name="T20" fmla="*/ 1 w 6"/>
                <a:gd name="T21" fmla="*/ 17 h 99"/>
                <a:gd name="T22" fmla="*/ 1 w 6"/>
                <a:gd name="T23" fmla="*/ 25 h 99"/>
                <a:gd name="T24" fmla="*/ 1 w 6"/>
                <a:gd name="T25" fmla="*/ 45 h 99"/>
                <a:gd name="T26" fmla="*/ 1 w 6"/>
                <a:gd name="T27" fmla="*/ 53 h 99"/>
                <a:gd name="T28" fmla="*/ 1 w 6"/>
                <a:gd name="T29" fmla="*/ 51 h 99"/>
                <a:gd name="T30" fmla="*/ 2 w 6"/>
                <a:gd name="T31" fmla="*/ 52 h 99"/>
                <a:gd name="T32" fmla="*/ 2 w 6"/>
                <a:gd name="T33" fmla="*/ 52 h 99"/>
                <a:gd name="T34" fmla="*/ 2 w 6"/>
                <a:gd name="T35" fmla="*/ 46 h 99"/>
                <a:gd name="T36" fmla="*/ 2 w 6"/>
                <a:gd name="T37" fmla="*/ 46 h 99"/>
                <a:gd name="T38" fmla="*/ 2 w 6"/>
                <a:gd name="T39" fmla="*/ 53 h 99"/>
                <a:gd name="T40" fmla="*/ 2 w 6"/>
                <a:gd name="T41" fmla="*/ 62 h 99"/>
                <a:gd name="T42" fmla="*/ 3 w 6"/>
                <a:gd name="T43" fmla="*/ 65 h 99"/>
                <a:gd name="T44" fmla="*/ 3 w 6"/>
                <a:gd name="T45" fmla="*/ 56 h 99"/>
                <a:gd name="T46" fmla="*/ 3 w 6"/>
                <a:gd name="T47" fmla="*/ 42 h 99"/>
                <a:gd name="T48" fmla="*/ 3 w 6"/>
                <a:gd name="T49" fmla="*/ 40 h 99"/>
                <a:gd name="T50" fmla="*/ 3 w 6"/>
                <a:gd name="T51" fmla="*/ 50 h 99"/>
                <a:gd name="T52" fmla="*/ 3 w 6"/>
                <a:gd name="T53" fmla="*/ 56 h 99"/>
                <a:gd name="T54" fmla="*/ 3 w 6"/>
                <a:gd name="T55" fmla="*/ 56 h 99"/>
                <a:gd name="T56" fmla="*/ 3 w 6"/>
                <a:gd name="T57" fmla="*/ 52 h 99"/>
                <a:gd name="T58" fmla="*/ 3 w 6"/>
                <a:gd name="T59" fmla="*/ 50 h 99"/>
                <a:gd name="T60" fmla="*/ 4 w 6"/>
                <a:gd name="T61" fmla="*/ 60 h 99"/>
                <a:gd name="T62" fmla="*/ 4 w 6"/>
                <a:gd name="T63" fmla="*/ 68 h 99"/>
                <a:gd name="T64" fmla="*/ 4 w 6"/>
                <a:gd name="T65" fmla="*/ 66 h 99"/>
                <a:gd name="T66" fmla="*/ 4 w 6"/>
                <a:gd name="T67" fmla="*/ 76 h 99"/>
                <a:gd name="T68" fmla="*/ 4 w 6"/>
                <a:gd name="T69" fmla="*/ 96 h 99"/>
                <a:gd name="T70" fmla="*/ 4 w 6"/>
                <a:gd name="T71" fmla="*/ 99 h 99"/>
                <a:gd name="T72" fmla="*/ 4 w 6"/>
                <a:gd name="T73" fmla="*/ 86 h 99"/>
                <a:gd name="T74" fmla="*/ 4 w 6"/>
                <a:gd name="T75" fmla="*/ 78 h 99"/>
                <a:gd name="T76" fmla="*/ 4 w 6"/>
                <a:gd name="T77" fmla="*/ 77 h 99"/>
                <a:gd name="T78" fmla="*/ 5 w 6"/>
                <a:gd name="T79" fmla="*/ 72 h 99"/>
                <a:gd name="T80" fmla="*/ 5 w 6"/>
                <a:gd name="T81" fmla="*/ 60 h 99"/>
                <a:gd name="T82" fmla="*/ 5 w 6"/>
                <a:gd name="T83" fmla="*/ 58 h 99"/>
                <a:gd name="T84" fmla="*/ 5 w 6"/>
                <a:gd name="T85" fmla="*/ 62 h 99"/>
                <a:gd name="T86" fmla="*/ 5 w 6"/>
                <a:gd name="T87" fmla="*/ 51 h 99"/>
                <a:gd name="T88" fmla="*/ 5 w 6"/>
                <a:gd name="T89" fmla="*/ 50 h 99"/>
                <a:gd name="T90" fmla="*/ 6 w 6"/>
                <a:gd name="T91" fmla="*/ 72 h 99"/>
                <a:gd name="T92" fmla="*/ 6 w 6"/>
                <a:gd name="T93" fmla="*/ 80 h 99"/>
                <a:gd name="T94" fmla="*/ 6 w 6"/>
                <a:gd name="T95" fmla="*/ 72 h 99"/>
                <a:gd name="T96" fmla="*/ 6 w 6"/>
                <a:gd name="T97" fmla="*/ 76 h 99"/>
                <a:gd name="T98" fmla="*/ 6 w 6"/>
                <a:gd name="T99" fmla="*/ 89 h 99"/>
                <a:gd name="T100" fmla="*/ 6 w 6"/>
                <a:gd name="T101" fmla="*/ 97 h 99"/>
                <a:gd name="T102" fmla="*/ 6 w 6"/>
                <a:gd name="T103" fmla="*/ 96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9">
                  <a:moveTo>
                    <a:pt x="0" y="38"/>
                  </a:moveTo>
                  <a:lnTo>
                    <a:pt x="0" y="41"/>
                  </a:lnTo>
                  <a:lnTo>
                    <a:pt x="0" y="43"/>
                  </a:lnTo>
                  <a:lnTo>
                    <a:pt x="0" y="2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11"/>
                  </a:lnTo>
                  <a:lnTo>
                    <a:pt x="1" y="24"/>
                  </a:lnTo>
                  <a:lnTo>
                    <a:pt x="1" y="25"/>
                  </a:lnTo>
                  <a:lnTo>
                    <a:pt x="1" y="17"/>
                  </a:lnTo>
                  <a:lnTo>
                    <a:pt x="1" y="25"/>
                  </a:lnTo>
                  <a:lnTo>
                    <a:pt x="1" y="4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2" y="52"/>
                  </a:lnTo>
                  <a:lnTo>
                    <a:pt x="2" y="52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2" y="53"/>
                  </a:lnTo>
                  <a:lnTo>
                    <a:pt x="2" y="62"/>
                  </a:lnTo>
                  <a:lnTo>
                    <a:pt x="3" y="65"/>
                  </a:lnTo>
                  <a:lnTo>
                    <a:pt x="3" y="56"/>
                  </a:lnTo>
                  <a:lnTo>
                    <a:pt x="3" y="42"/>
                  </a:lnTo>
                  <a:lnTo>
                    <a:pt x="3" y="40"/>
                  </a:lnTo>
                  <a:lnTo>
                    <a:pt x="3" y="50"/>
                  </a:lnTo>
                  <a:lnTo>
                    <a:pt x="3" y="56"/>
                  </a:lnTo>
                  <a:lnTo>
                    <a:pt x="3" y="56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4" y="60"/>
                  </a:lnTo>
                  <a:lnTo>
                    <a:pt x="4" y="68"/>
                  </a:lnTo>
                  <a:lnTo>
                    <a:pt x="4" y="66"/>
                  </a:lnTo>
                  <a:lnTo>
                    <a:pt x="4" y="76"/>
                  </a:lnTo>
                  <a:lnTo>
                    <a:pt x="4" y="96"/>
                  </a:lnTo>
                  <a:lnTo>
                    <a:pt x="4" y="99"/>
                  </a:lnTo>
                  <a:lnTo>
                    <a:pt x="4" y="86"/>
                  </a:lnTo>
                  <a:lnTo>
                    <a:pt x="4" y="78"/>
                  </a:lnTo>
                  <a:lnTo>
                    <a:pt x="4" y="77"/>
                  </a:lnTo>
                  <a:lnTo>
                    <a:pt x="5" y="72"/>
                  </a:lnTo>
                  <a:lnTo>
                    <a:pt x="5" y="60"/>
                  </a:lnTo>
                  <a:lnTo>
                    <a:pt x="5" y="58"/>
                  </a:lnTo>
                  <a:lnTo>
                    <a:pt x="5" y="62"/>
                  </a:lnTo>
                  <a:lnTo>
                    <a:pt x="5" y="51"/>
                  </a:lnTo>
                  <a:lnTo>
                    <a:pt x="5" y="50"/>
                  </a:lnTo>
                  <a:lnTo>
                    <a:pt x="6" y="72"/>
                  </a:lnTo>
                  <a:lnTo>
                    <a:pt x="6" y="80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6" y="89"/>
                  </a:lnTo>
                  <a:lnTo>
                    <a:pt x="6" y="97"/>
                  </a:lnTo>
                  <a:lnTo>
                    <a:pt x="6" y="9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43" name="Freeform 1049"/>
            <p:cNvSpPr/>
            <p:nvPr/>
          </p:nvSpPr>
          <p:spPr bwMode="auto">
            <a:xfrm>
              <a:off x="4060825" y="4656138"/>
              <a:ext cx="11113" cy="127000"/>
            </a:xfrm>
            <a:custGeom>
              <a:avLst/>
              <a:gdLst>
                <a:gd name="T0" fmla="*/ 0 w 7"/>
                <a:gd name="T1" fmla="*/ 80 h 80"/>
                <a:gd name="T2" fmla="*/ 0 w 7"/>
                <a:gd name="T3" fmla="*/ 79 h 80"/>
                <a:gd name="T4" fmla="*/ 0 w 7"/>
                <a:gd name="T5" fmla="*/ 67 h 80"/>
                <a:gd name="T6" fmla="*/ 0 w 7"/>
                <a:gd name="T7" fmla="*/ 61 h 80"/>
                <a:gd name="T8" fmla="*/ 1 w 7"/>
                <a:gd name="T9" fmla="*/ 67 h 80"/>
                <a:gd name="T10" fmla="*/ 1 w 7"/>
                <a:gd name="T11" fmla="*/ 65 h 80"/>
                <a:gd name="T12" fmla="*/ 1 w 7"/>
                <a:gd name="T13" fmla="*/ 51 h 80"/>
                <a:gd name="T14" fmla="*/ 1 w 7"/>
                <a:gd name="T15" fmla="*/ 45 h 80"/>
                <a:gd name="T16" fmla="*/ 1 w 7"/>
                <a:gd name="T17" fmla="*/ 56 h 80"/>
                <a:gd name="T18" fmla="*/ 1 w 7"/>
                <a:gd name="T19" fmla="*/ 61 h 80"/>
                <a:gd name="T20" fmla="*/ 1 w 7"/>
                <a:gd name="T21" fmla="*/ 41 h 80"/>
                <a:gd name="T22" fmla="*/ 2 w 7"/>
                <a:gd name="T23" fmla="*/ 28 h 80"/>
                <a:gd name="T24" fmla="*/ 2 w 7"/>
                <a:gd name="T25" fmla="*/ 38 h 80"/>
                <a:gd name="T26" fmla="*/ 2 w 7"/>
                <a:gd name="T27" fmla="*/ 51 h 80"/>
                <a:gd name="T28" fmla="*/ 2 w 7"/>
                <a:gd name="T29" fmla="*/ 61 h 80"/>
                <a:gd name="T30" fmla="*/ 2 w 7"/>
                <a:gd name="T31" fmla="*/ 73 h 80"/>
                <a:gd name="T32" fmla="*/ 2 w 7"/>
                <a:gd name="T33" fmla="*/ 76 h 80"/>
                <a:gd name="T34" fmla="*/ 2 w 7"/>
                <a:gd name="T35" fmla="*/ 71 h 80"/>
                <a:gd name="T36" fmla="*/ 2 w 7"/>
                <a:gd name="T37" fmla="*/ 63 h 80"/>
                <a:gd name="T38" fmla="*/ 2 w 7"/>
                <a:gd name="T39" fmla="*/ 50 h 80"/>
                <a:gd name="T40" fmla="*/ 3 w 7"/>
                <a:gd name="T41" fmla="*/ 39 h 80"/>
                <a:gd name="T42" fmla="*/ 3 w 7"/>
                <a:gd name="T43" fmla="*/ 35 h 80"/>
                <a:gd name="T44" fmla="*/ 3 w 7"/>
                <a:gd name="T45" fmla="*/ 43 h 80"/>
                <a:gd name="T46" fmla="*/ 3 w 7"/>
                <a:gd name="T47" fmla="*/ 61 h 80"/>
                <a:gd name="T48" fmla="*/ 3 w 7"/>
                <a:gd name="T49" fmla="*/ 63 h 80"/>
                <a:gd name="T50" fmla="*/ 3 w 7"/>
                <a:gd name="T51" fmla="*/ 47 h 80"/>
                <a:gd name="T52" fmla="*/ 3 w 7"/>
                <a:gd name="T53" fmla="*/ 39 h 80"/>
                <a:gd name="T54" fmla="*/ 3 w 7"/>
                <a:gd name="T55" fmla="*/ 41 h 80"/>
                <a:gd name="T56" fmla="*/ 3 w 7"/>
                <a:gd name="T57" fmla="*/ 43 h 80"/>
                <a:gd name="T58" fmla="*/ 4 w 7"/>
                <a:gd name="T59" fmla="*/ 47 h 80"/>
                <a:gd name="T60" fmla="*/ 4 w 7"/>
                <a:gd name="T61" fmla="*/ 53 h 80"/>
                <a:gd name="T62" fmla="*/ 4 w 7"/>
                <a:gd name="T63" fmla="*/ 50 h 80"/>
                <a:gd name="T64" fmla="*/ 4 w 7"/>
                <a:gd name="T65" fmla="*/ 31 h 80"/>
                <a:gd name="T66" fmla="*/ 4 w 7"/>
                <a:gd name="T67" fmla="*/ 15 h 80"/>
                <a:gd name="T68" fmla="*/ 4 w 7"/>
                <a:gd name="T69" fmla="*/ 22 h 80"/>
                <a:gd name="T70" fmla="*/ 5 w 7"/>
                <a:gd name="T71" fmla="*/ 41 h 80"/>
                <a:gd name="T72" fmla="*/ 5 w 7"/>
                <a:gd name="T73" fmla="*/ 46 h 80"/>
                <a:gd name="T74" fmla="*/ 5 w 7"/>
                <a:gd name="T75" fmla="*/ 34 h 80"/>
                <a:gd name="T76" fmla="*/ 5 w 7"/>
                <a:gd name="T77" fmla="*/ 21 h 80"/>
                <a:gd name="T78" fmla="*/ 5 w 7"/>
                <a:gd name="T79" fmla="*/ 12 h 80"/>
                <a:gd name="T80" fmla="*/ 5 w 7"/>
                <a:gd name="T81" fmla="*/ 7 h 80"/>
                <a:gd name="T82" fmla="*/ 5 w 7"/>
                <a:gd name="T83" fmla="*/ 2 h 80"/>
                <a:gd name="T84" fmla="*/ 5 w 7"/>
                <a:gd name="T85" fmla="*/ 0 h 80"/>
                <a:gd name="T86" fmla="*/ 5 w 7"/>
                <a:gd name="T87" fmla="*/ 13 h 80"/>
                <a:gd name="T88" fmla="*/ 6 w 7"/>
                <a:gd name="T89" fmla="*/ 33 h 80"/>
                <a:gd name="T90" fmla="*/ 6 w 7"/>
                <a:gd name="T91" fmla="*/ 39 h 80"/>
                <a:gd name="T92" fmla="*/ 6 w 7"/>
                <a:gd name="T93" fmla="*/ 30 h 80"/>
                <a:gd name="T94" fmla="*/ 6 w 7"/>
                <a:gd name="T95" fmla="*/ 22 h 80"/>
                <a:gd name="T96" fmla="*/ 6 w 7"/>
                <a:gd name="T97" fmla="*/ 27 h 80"/>
                <a:gd name="T98" fmla="*/ 6 w 7"/>
                <a:gd name="T99" fmla="*/ 38 h 80"/>
                <a:gd name="T100" fmla="*/ 7 w 7"/>
                <a:gd name="T101" fmla="*/ 35 h 80"/>
                <a:gd name="T102" fmla="*/ 7 w 7"/>
                <a:gd name="T103" fmla="*/ 1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0">
                  <a:moveTo>
                    <a:pt x="0" y="80"/>
                  </a:moveTo>
                  <a:lnTo>
                    <a:pt x="0" y="79"/>
                  </a:lnTo>
                  <a:lnTo>
                    <a:pt x="0" y="67"/>
                  </a:lnTo>
                  <a:lnTo>
                    <a:pt x="0" y="61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51"/>
                  </a:lnTo>
                  <a:lnTo>
                    <a:pt x="1" y="45"/>
                  </a:lnTo>
                  <a:lnTo>
                    <a:pt x="1" y="56"/>
                  </a:lnTo>
                  <a:lnTo>
                    <a:pt x="1" y="61"/>
                  </a:lnTo>
                  <a:lnTo>
                    <a:pt x="1" y="41"/>
                  </a:lnTo>
                  <a:lnTo>
                    <a:pt x="2" y="28"/>
                  </a:lnTo>
                  <a:lnTo>
                    <a:pt x="2" y="38"/>
                  </a:lnTo>
                  <a:lnTo>
                    <a:pt x="2" y="51"/>
                  </a:lnTo>
                  <a:lnTo>
                    <a:pt x="2" y="61"/>
                  </a:lnTo>
                  <a:lnTo>
                    <a:pt x="2" y="73"/>
                  </a:lnTo>
                  <a:lnTo>
                    <a:pt x="2" y="76"/>
                  </a:lnTo>
                  <a:lnTo>
                    <a:pt x="2" y="71"/>
                  </a:lnTo>
                  <a:lnTo>
                    <a:pt x="2" y="63"/>
                  </a:lnTo>
                  <a:lnTo>
                    <a:pt x="2" y="50"/>
                  </a:lnTo>
                  <a:lnTo>
                    <a:pt x="3" y="39"/>
                  </a:lnTo>
                  <a:lnTo>
                    <a:pt x="3" y="35"/>
                  </a:lnTo>
                  <a:lnTo>
                    <a:pt x="3" y="43"/>
                  </a:lnTo>
                  <a:lnTo>
                    <a:pt x="3" y="61"/>
                  </a:lnTo>
                  <a:lnTo>
                    <a:pt x="3" y="63"/>
                  </a:lnTo>
                  <a:lnTo>
                    <a:pt x="3" y="47"/>
                  </a:lnTo>
                  <a:lnTo>
                    <a:pt x="3" y="39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4" y="47"/>
                  </a:lnTo>
                  <a:lnTo>
                    <a:pt x="4" y="53"/>
                  </a:lnTo>
                  <a:lnTo>
                    <a:pt x="4" y="50"/>
                  </a:lnTo>
                  <a:lnTo>
                    <a:pt x="4" y="31"/>
                  </a:lnTo>
                  <a:lnTo>
                    <a:pt x="4" y="15"/>
                  </a:lnTo>
                  <a:lnTo>
                    <a:pt x="4" y="22"/>
                  </a:lnTo>
                  <a:lnTo>
                    <a:pt x="5" y="41"/>
                  </a:lnTo>
                  <a:lnTo>
                    <a:pt x="5" y="46"/>
                  </a:lnTo>
                  <a:lnTo>
                    <a:pt x="5" y="34"/>
                  </a:lnTo>
                  <a:lnTo>
                    <a:pt x="5" y="21"/>
                  </a:lnTo>
                  <a:lnTo>
                    <a:pt x="5" y="12"/>
                  </a:lnTo>
                  <a:lnTo>
                    <a:pt x="5" y="7"/>
                  </a:lnTo>
                  <a:lnTo>
                    <a:pt x="5" y="2"/>
                  </a:lnTo>
                  <a:lnTo>
                    <a:pt x="5" y="0"/>
                  </a:lnTo>
                  <a:lnTo>
                    <a:pt x="5" y="13"/>
                  </a:lnTo>
                  <a:lnTo>
                    <a:pt x="6" y="33"/>
                  </a:lnTo>
                  <a:lnTo>
                    <a:pt x="6" y="39"/>
                  </a:lnTo>
                  <a:lnTo>
                    <a:pt x="6" y="30"/>
                  </a:lnTo>
                  <a:lnTo>
                    <a:pt x="6" y="22"/>
                  </a:lnTo>
                  <a:lnTo>
                    <a:pt x="6" y="27"/>
                  </a:lnTo>
                  <a:lnTo>
                    <a:pt x="6" y="38"/>
                  </a:lnTo>
                  <a:lnTo>
                    <a:pt x="7" y="35"/>
                  </a:lnTo>
                  <a:lnTo>
                    <a:pt x="7" y="1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44" name="Freeform 1050"/>
            <p:cNvSpPr/>
            <p:nvPr/>
          </p:nvSpPr>
          <p:spPr bwMode="auto">
            <a:xfrm>
              <a:off x="4071938" y="4641851"/>
              <a:ext cx="9525" cy="158750"/>
            </a:xfrm>
            <a:custGeom>
              <a:avLst/>
              <a:gdLst>
                <a:gd name="T0" fmla="*/ 0 w 6"/>
                <a:gd name="T1" fmla="*/ 44 h 100"/>
                <a:gd name="T2" fmla="*/ 0 w 6"/>
                <a:gd name="T3" fmla="*/ 23 h 100"/>
                <a:gd name="T4" fmla="*/ 0 w 6"/>
                <a:gd name="T5" fmla="*/ 9 h 100"/>
                <a:gd name="T6" fmla="*/ 0 w 6"/>
                <a:gd name="T7" fmla="*/ 18 h 100"/>
                <a:gd name="T8" fmla="*/ 0 w 6"/>
                <a:gd name="T9" fmla="*/ 34 h 100"/>
                <a:gd name="T10" fmla="*/ 0 w 6"/>
                <a:gd name="T11" fmla="*/ 45 h 100"/>
                <a:gd name="T12" fmla="*/ 0 w 6"/>
                <a:gd name="T13" fmla="*/ 61 h 100"/>
                <a:gd name="T14" fmla="*/ 0 w 6"/>
                <a:gd name="T15" fmla="*/ 81 h 100"/>
                <a:gd name="T16" fmla="*/ 0 w 6"/>
                <a:gd name="T17" fmla="*/ 94 h 100"/>
                <a:gd name="T18" fmla="*/ 1 w 6"/>
                <a:gd name="T19" fmla="*/ 86 h 100"/>
                <a:gd name="T20" fmla="*/ 1 w 6"/>
                <a:gd name="T21" fmla="*/ 52 h 100"/>
                <a:gd name="T22" fmla="*/ 1 w 6"/>
                <a:gd name="T23" fmla="*/ 13 h 100"/>
                <a:gd name="T24" fmla="*/ 1 w 6"/>
                <a:gd name="T25" fmla="*/ 0 h 100"/>
                <a:gd name="T26" fmla="*/ 1 w 6"/>
                <a:gd name="T27" fmla="*/ 18 h 100"/>
                <a:gd name="T28" fmla="*/ 1 w 6"/>
                <a:gd name="T29" fmla="*/ 45 h 100"/>
                <a:gd name="T30" fmla="*/ 1 w 6"/>
                <a:gd name="T31" fmla="*/ 60 h 100"/>
                <a:gd name="T32" fmla="*/ 1 w 6"/>
                <a:gd name="T33" fmla="*/ 64 h 100"/>
                <a:gd name="T34" fmla="*/ 1 w 6"/>
                <a:gd name="T35" fmla="*/ 65 h 100"/>
                <a:gd name="T36" fmla="*/ 2 w 6"/>
                <a:gd name="T37" fmla="*/ 53 h 100"/>
                <a:gd name="T38" fmla="*/ 2 w 6"/>
                <a:gd name="T39" fmla="*/ 31 h 100"/>
                <a:gd name="T40" fmla="*/ 2 w 6"/>
                <a:gd name="T41" fmla="*/ 28 h 100"/>
                <a:gd name="T42" fmla="*/ 2 w 6"/>
                <a:gd name="T43" fmla="*/ 52 h 100"/>
                <a:gd name="T44" fmla="*/ 2 w 6"/>
                <a:gd name="T45" fmla="*/ 78 h 100"/>
                <a:gd name="T46" fmla="*/ 2 w 6"/>
                <a:gd name="T47" fmla="*/ 86 h 100"/>
                <a:gd name="T48" fmla="*/ 2 w 6"/>
                <a:gd name="T49" fmla="*/ 74 h 100"/>
                <a:gd name="T50" fmla="*/ 3 w 6"/>
                <a:gd name="T51" fmla="*/ 57 h 100"/>
                <a:gd name="T52" fmla="*/ 3 w 6"/>
                <a:gd name="T53" fmla="*/ 45 h 100"/>
                <a:gd name="T54" fmla="*/ 3 w 6"/>
                <a:gd name="T55" fmla="*/ 36 h 100"/>
                <a:gd name="T56" fmla="*/ 3 w 6"/>
                <a:gd name="T57" fmla="*/ 42 h 100"/>
                <a:gd name="T58" fmla="*/ 3 w 6"/>
                <a:gd name="T59" fmla="*/ 69 h 100"/>
                <a:gd name="T60" fmla="*/ 3 w 6"/>
                <a:gd name="T61" fmla="*/ 80 h 100"/>
                <a:gd name="T62" fmla="*/ 3 w 6"/>
                <a:gd name="T63" fmla="*/ 52 h 100"/>
                <a:gd name="T64" fmla="*/ 3 w 6"/>
                <a:gd name="T65" fmla="*/ 23 h 100"/>
                <a:gd name="T66" fmla="*/ 3 w 6"/>
                <a:gd name="T67" fmla="*/ 20 h 100"/>
                <a:gd name="T68" fmla="*/ 4 w 6"/>
                <a:gd name="T69" fmla="*/ 29 h 100"/>
                <a:gd name="T70" fmla="*/ 4 w 6"/>
                <a:gd name="T71" fmla="*/ 53 h 100"/>
                <a:gd name="T72" fmla="*/ 4 w 6"/>
                <a:gd name="T73" fmla="*/ 86 h 100"/>
                <a:gd name="T74" fmla="*/ 4 w 6"/>
                <a:gd name="T75" fmla="*/ 100 h 100"/>
                <a:gd name="T76" fmla="*/ 4 w 6"/>
                <a:gd name="T77" fmla="*/ 92 h 100"/>
                <a:gd name="T78" fmla="*/ 4 w 6"/>
                <a:gd name="T79" fmla="*/ 75 h 100"/>
                <a:gd name="T80" fmla="*/ 5 w 6"/>
                <a:gd name="T81" fmla="*/ 58 h 100"/>
                <a:gd name="T82" fmla="*/ 5 w 6"/>
                <a:gd name="T83" fmla="*/ 49 h 100"/>
                <a:gd name="T84" fmla="*/ 5 w 6"/>
                <a:gd name="T85" fmla="*/ 45 h 100"/>
                <a:gd name="T86" fmla="*/ 5 w 6"/>
                <a:gd name="T87" fmla="*/ 45 h 100"/>
                <a:gd name="T88" fmla="*/ 5 w 6"/>
                <a:gd name="T89" fmla="*/ 54 h 100"/>
                <a:gd name="T90" fmla="*/ 5 w 6"/>
                <a:gd name="T91" fmla="*/ 56 h 100"/>
                <a:gd name="T92" fmla="*/ 5 w 6"/>
                <a:gd name="T93" fmla="*/ 43 h 100"/>
                <a:gd name="T94" fmla="*/ 5 w 6"/>
                <a:gd name="T95" fmla="*/ 41 h 100"/>
                <a:gd name="T96" fmla="*/ 5 w 6"/>
                <a:gd name="T97" fmla="*/ 55 h 100"/>
                <a:gd name="T98" fmla="*/ 6 w 6"/>
                <a:gd name="T99" fmla="*/ 59 h 100"/>
                <a:gd name="T100" fmla="*/ 6 w 6"/>
                <a:gd name="T101" fmla="*/ 53 h 100"/>
                <a:gd name="T102" fmla="*/ 6 w 6"/>
                <a:gd name="T103" fmla="*/ 5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00">
                  <a:moveTo>
                    <a:pt x="0" y="44"/>
                  </a:moveTo>
                  <a:lnTo>
                    <a:pt x="0" y="23"/>
                  </a:lnTo>
                  <a:lnTo>
                    <a:pt x="0" y="9"/>
                  </a:lnTo>
                  <a:lnTo>
                    <a:pt x="0" y="18"/>
                  </a:lnTo>
                  <a:lnTo>
                    <a:pt x="0" y="34"/>
                  </a:lnTo>
                  <a:lnTo>
                    <a:pt x="0" y="45"/>
                  </a:lnTo>
                  <a:lnTo>
                    <a:pt x="0" y="61"/>
                  </a:lnTo>
                  <a:lnTo>
                    <a:pt x="0" y="81"/>
                  </a:lnTo>
                  <a:lnTo>
                    <a:pt x="0" y="94"/>
                  </a:lnTo>
                  <a:lnTo>
                    <a:pt x="1" y="86"/>
                  </a:lnTo>
                  <a:lnTo>
                    <a:pt x="1" y="52"/>
                  </a:lnTo>
                  <a:lnTo>
                    <a:pt x="1" y="13"/>
                  </a:lnTo>
                  <a:lnTo>
                    <a:pt x="1" y="0"/>
                  </a:lnTo>
                  <a:lnTo>
                    <a:pt x="1" y="18"/>
                  </a:lnTo>
                  <a:lnTo>
                    <a:pt x="1" y="45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1" y="65"/>
                  </a:lnTo>
                  <a:lnTo>
                    <a:pt x="2" y="53"/>
                  </a:lnTo>
                  <a:lnTo>
                    <a:pt x="2" y="31"/>
                  </a:lnTo>
                  <a:lnTo>
                    <a:pt x="2" y="28"/>
                  </a:lnTo>
                  <a:lnTo>
                    <a:pt x="2" y="52"/>
                  </a:lnTo>
                  <a:lnTo>
                    <a:pt x="2" y="78"/>
                  </a:lnTo>
                  <a:lnTo>
                    <a:pt x="2" y="86"/>
                  </a:lnTo>
                  <a:lnTo>
                    <a:pt x="2" y="74"/>
                  </a:lnTo>
                  <a:lnTo>
                    <a:pt x="3" y="57"/>
                  </a:lnTo>
                  <a:lnTo>
                    <a:pt x="3" y="45"/>
                  </a:lnTo>
                  <a:lnTo>
                    <a:pt x="3" y="36"/>
                  </a:lnTo>
                  <a:lnTo>
                    <a:pt x="3" y="42"/>
                  </a:lnTo>
                  <a:lnTo>
                    <a:pt x="3" y="69"/>
                  </a:lnTo>
                  <a:lnTo>
                    <a:pt x="3" y="80"/>
                  </a:lnTo>
                  <a:lnTo>
                    <a:pt x="3" y="52"/>
                  </a:lnTo>
                  <a:lnTo>
                    <a:pt x="3" y="23"/>
                  </a:lnTo>
                  <a:lnTo>
                    <a:pt x="3" y="20"/>
                  </a:lnTo>
                  <a:lnTo>
                    <a:pt x="4" y="29"/>
                  </a:lnTo>
                  <a:lnTo>
                    <a:pt x="4" y="53"/>
                  </a:lnTo>
                  <a:lnTo>
                    <a:pt x="4" y="86"/>
                  </a:lnTo>
                  <a:lnTo>
                    <a:pt x="4" y="100"/>
                  </a:lnTo>
                  <a:lnTo>
                    <a:pt x="4" y="92"/>
                  </a:lnTo>
                  <a:lnTo>
                    <a:pt x="4" y="75"/>
                  </a:lnTo>
                  <a:lnTo>
                    <a:pt x="5" y="58"/>
                  </a:lnTo>
                  <a:lnTo>
                    <a:pt x="5" y="49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5" y="54"/>
                  </a:lnTo>
                  <a:lnTo>
                    <a:pt x="5" y="56"/>
                  </a:lnTo>
                  <a:lnTo>
                    <a:pt x="5" y="43"/>
                  </a:lnTo>
                  <a:lnTo>
                    <a:pt x="5" y="41"/>
                  </a:lnTo>
                  <a:lnTo>
                    <a:pt x="5" y="55"/>
                  </a:lnTo>
                  <a:lnTo>
                    <a:pt x="6" y="59"/>
                  </a:lnTo>
                  <a:lnTo>
                    <a:pt x="6" y="53"/>
                  </a:lnTo>
                  <a:lnTo>
                    <a:pt x="6" y="5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45" name="Freeform 1051"/>
            <p:cNvSpPr/>
            <p:nvPr/>
          </p:nvSpPr>
          <p:spPr bwMode="auto">
            <a:xfrm>
              <a:off x="4081463" y="4621213"/>
              <a:ext cx="9525" cy="150813"/>
            </a:xfrm>
            <a:custGeom>
              <a:avLst/>
              <a:gdLst>
                <a:gd name="T0" fmla="*/ 0 w 6"/>
                <a:gd name="T1" fmla="*/ 66 h 95"/>
                <a:gd name="T2" fmla="*/ 0 w 6"/>
                <a:gd name="T3" fmla="*/ 70 h 95"/>
                <a:gd name="T4" fmla="*/ 0 w 6"/>
                <a:gd name="T5" fmla="*/ 80 h 95"/>
                <a:gd name="T6" fmla="*/ 0 w 6"/>
                <a:gd name="T7" fmla="*/ 77 h 95"/>
                <a:gd name="T8" fmla="*/ 0 w 6"/>
                <a:gd name="T9" fmla="*/ 55 h 95"/>
                <a:gd name="T10" fmla="*/ 0 w 6"/>
                <a:gd name="T11" fmla="*/ 34 h 95"/>
                <a:gd name="T12" fmla="*/ 0 w 6"/>
                <a:gd name="T13" fmla="*/ 34 h 95"/>
                <a:gd name="T14" fmla="*/ 0 w 6"/>
                <a:gd name="T15" fmla="*/ 63 h 95"/>
                <a:gd name="T16" fmla="*/ 1 w 6"/>
                <a:gd name="T17" fmla="*/ 95 h 95"/>
                <a:gd name="T18" fmla="*/ 1 w 6"/>
                <a:gd name="T19" fmla="*/ 93 h 95"/>
                <a:gd name="T20" fmla="*/ 1 w 6"/>
                <a:gd name="T21" fmla="*/ 75 h 95"/>
                <a:gd name="T22" fmla="*/ 1 w 6"/>
                <a:gd name="T23" fmla="*/ 77 h 95"/>
                <a:gd name="T24" fmla="*/ 1 w 6"/>
                <a:gd name="T25" fmla="*/ 77 h 95"/>
                <a:gd name="T26" fmla="*/ 1 w 6"/>
                <a:gd name="T27" fmla="*/ 59 h 95"/>
                <a:gd name="T28" fmla="*/ 2 w 6"/>
                <a:gd name="T29" fmla="*/ 59 h 95"/>
                <a:gd name="T30" fmla="*/ 2 w 6"/>
                <a:gd name="T31" fmla="*/ 84 h 95"/>
                <a:gd name="T32" fmla="*/ 2 w 6"/>
                <a:gd name="T33" fmla="*/ 94 h 95"/>
                <a:gd name="T34" fmla="*/ 2 w 6"/>
                <a:gd name="T35" fmla="*/ 73 h 95"/>
                <a:gd name="T36" fmla="*/ 2 w 6"/>
                <a:gd name="T37" fmla="*/ 51 h 95"/>
                <a:gd name="T38" fmla="*/ 2 w 6"/>
                <a:gd name="T39" fmla="*/ 51 h 95"/>
                <a:gd name="T40" fmla="*/ 2 w 6"/>
                <a:gd name="T41" fmla="*/ 57 h 95"/>
                <a:gd name="T42" fmla="*/ 2 w 6"/>
                <a:gd name="T43" fmla="*/ 59 h 95"/>
                <a:gd name="T44" fmla="*/ 2 w 6"/>
                <a:gd name="T45" fmla="*/ 69 h 95"/>
                <a:gd name="T46" fmla="*/ 3 w 6"/>
                <a:gd name="T47" fmla="*/ 72 h 95"/>
                <a:gd name="T48" fmla="*/ 3 w 6"/>
                <a:gd name="T49" fmla="*/ 48 h 95"/>
                <a:gd name="T50" fmla="*/ 3 w 6"/>
                <a:gd name="T51" fmla="*/ 36 h 95"/>
                <a:gd name="T52" fmla="*/ 3 w 6"/>
                <a:gd name="T53" fmla="*/ 48 h 95"/>
                <a:gd name="T54" fmla="*/ 3 w 6"/>
                <a:gd name="T55" fmla="*/ 47 h 95"/>
                <a:gd name="T56" fmla="*/ 3 w 6"/>
                <a:gd name="T57" fmla="*/ 31 h 95"/>
                <a:gd name="T58" fmla="*/ 4 w 6"/>
                <a:gd name="T59" fmla="*/ 31 h 95"/>
                <a:gd name="T60" fmla="*/ 4 w 6"/>
                <a:gd name="T61" fmla="*/ 43 h 95"/>
                <a:gd name="T62" fmla="*/ 4 w 6"/>
                <a:gd name="T63" fmla="*/ 39 h 95"/>
                <a:gd name="T64" fmla="*/ 4 w 6"/>
                <a:gd name="T65" fmla="*/ 16 h 95"/>
                <a:gd name="T66" fmla="*/ 4 w 6"/>
                <a:gd name="T67" fmla="*/ 14 h 95"/>
                <a:gd name="T68" fmla="*/ 4 w 6"/>
                <a:gd name="T69" fmla="*/ 36 h 95"/>
                <a:gd name="T70" fmla="*/ 4 w 6"/>
                <a:gd name="T71" fmla="*/ 41 h 95"/>
                <a:gd name="T72" fmla="*/ 4 w 6"/>
                <a:gd name="T73" fmla="*/ 35 h 95"/>
                <a:gd name="T74" fmla="*/ 4 w 6"/>
                <a:gd name="T75" fmla="*/ 46 h 95"/>
                <a:gd name="T76" fmla="*/ 5 w 6"/>
                <a:gd name="T77" fmla="*/ 61 h 95"/>
                <a:gd name="T78" fmla="*/ 5 w 6"/>
                <a:gd name="T79" fmla="*/ 53 h 95"/>
                <a:gd name="T80" fmla="*/ 5 w 6"/>
                <a:gd name="T81" fmla="*/ 30 h 95"/>
                <a:gd name="T82" fmla="*/ 5 w 6"/>
                <a:gd name="T83" fmla="*/ 13 h 95"/>
                <a:gd name="T84" fmla="*/ 5 w 6"/>
                <a:gd name="T85" fmla="*/ 13 h 95"/>
                <a:gd name="T86" fmla="*/ 5 w 6"/>
                <a:gd name="T87" fmla="*/ 23 h 95"/>
                <a:gd name="T88" fmla="*/ 5 w 6"/>
                <a:gd name="T89" fmla="*/ 26 h 95"/>
                <a:gd name="T90" fmla="*/ 5 w 6"/>
                <a:gd name="T91" fmla="*/ 20 h 95"/>
                <a:gd name="T92" fmla="*/ 5 w 6"/>
                <a:gd name="T93" fmla="*/ 7 h 95"/>
                <a:gd name="T94" fmla="*/ 5 w 6"/>
                <a:gd name="T95" fmla="*/ 0 h 95"/>
                <a:gd name="T96" fmla="*/ 6 w 6"/>
                <a:gd name="T97" fmla="*/ 6 h 95"/>
                <a:gd name="T98" fmla="*/ 6 w 6"/>
                <a:gd name="T99" fmla="*/ 16 h 95"/>
                <a:gd name="T100" fmla="*/ 6 w 6"/>
                <a:gd name="T101" fmla="*/ 25 h 95"/>
                <a:gd name="T102" fmla="*/ 6 w 6"/>
                <a:gd name="T103" fmla="*/ 2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5">
                  <a:moveTo>
                    <a:pt x="0" y="66"/>
                  </a:moveTo>
                  <a:lnTo>
                    <a:pt x="0" y="70"/>
                  </a:lnTo>
                  <a:lnTo>
                    <a:pt x="0" y="80"/>
                  </a:lnTo>
                  <a:lnTo>
                    <a:pt x="0" y="77"/>
                  </a:lnTo>
                  <a:lnTo>
                    <a:pt x="0" y="55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63"/>
                  </a:lnTo>
                  <a:lnTo>
                    <a:pt x="1" y="95"/>
                  </a:lnTo>
                  <a:lnTo>
                    <a:pt x="1" y="93"/>
                  </a:lnTo>
                  <a:lnTo>
                    <a:pt x="1" y="75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1" y="59"/>
                  </a:lnTo>
                  <a:lnTo>
                    <a:pt x="2" y="59"/>
                  </a:lnTo>
                  <a:lnTo>
                    <a:pt x="2" y="84"/>
                  </a:lnTo>
                  <a:lnTo>
                    <a:pt x="2" y="94"/>
                  </a:lnTo>
                  <a:lnTo>
                    <a:pt x="2" y="73"/>
                  </a:lnTo>
                  <a:lnTo>
                    <a:pt x="2" y="51"/>
                  </a:lnTo>
                  <a:lnTo>
                    <a:pt x="2" y="51"/>
                  </a:lnTo>
                  <a:lnTo>
                    <a:pt x="2" y="57"/>
                  </a:lnTo>
                  <a:lnTo>
                    <a:pt x="2" y="59"/>
                  </a:lnTo>
                  <a:lnTo>
                    <a:pt x="2" y="69"/>
                  </a:lnTo>
                  <a:lnTo>
                    <a:pt x="3" y="72"/>
                  </a:lnTo>
                  <a:lnTo>
                    <a:pt x="3" y="48"/>
                  </a:lnTo>
                  <a:lnTo>
                    <a:pt x="3" y="36"/>
                  </a:lnTo>
                  <a:lnTo>
                    <a:pt x="3" y="48"/>
                  </a:lnTo>
                  <a:lnTo>
                    <a:pt x="3" y="47"/>
                  </a:lnTo>
                  <a:lnTo>
                    <a:pt x="3" y="31"/>
                  </a:lnTo>
                  <a:lnTo>
                    <a:pt x="4" y="31"/>
                  </a:lnTo>
                  <a:lnTo>
                    <a:pt x="4" y="43"/>
                  </a:lnTo>
                  <a:lnTo>
                    <a:pt x="4" y="39"/>
                  </a:lnTo>
                  <a:lnTo>
                    <a:pt x="4" y="16"/>
                  </a:lnTo>
                  <a:lnTo>
                    <a:pt x="4" y="14"/>
                  </a:lnTo>
                  <a:lnTo>
                    <a:pt x="4" y="36"/>
                  </a:lnTo>
                  <a:lnTo>
                    <a:pt x="4" y="41"/>
                  </a:lnTo>
                  <a:lnTo>
                    <a:pt x="4" y="35"/>
                  </a:lnTo>
                  <a:lnTo>
                    <a:pt x="4" y="46"/>
                  </a:lnTo>
                  <a:lnTo>
                    <a:pt x="5" y="61"/>
                  </a:lnTo>
                  <a:lnTo>
                    <a:pt x="5" y="53"/>
                  </a:lnTo>
                  <a:lnTo>
                    <a:pt x="5" y="30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5" y="23"/>
                  </a:lnTo>
                  <a:lnTo>
                    <a:pt x="5" y="26"/>
                  </a:lnTo>
                  <a:lnTo>
                    <a:pt x="5" y="20"/>
                  </a:lnTo>
                  <a:lnTo>
                    <a:pt x="5" y="7"/>
                  </a:lnTo>
                  <a:lnTo>
                    <a:pt x="5" y="0"/>
                  </a:lnTo>
                  <a:lnTo>
                    <a:pt x="6" y="6"/>
                  </a:lnTo>
                  <a:lnTo>
                    <a:pt x="6" y="16"/>
                  </a:lnTo>
                  <a:lnTo>
                    <a:pt x="6" y="25"/>
                  </a:lnTo>
                  <a:lnTo>
                    <a:pt x="6" y="2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46" name="Freeform 1052"/>
            <p:cNvSpPr/>
            <p:nvPr/>
          </p:nvSpPr>
          <p:spPr bwMode="auto">
            <a:xfrm>
              <a:off x="4090988" y="4559301"/>
              <a:ext cx="9525" cy="247650"/>
            </a:xfrm>
            <a:custGeom>
              <a:avLst/>
              <a:gdLst>
                <a:gd name="T0" fmla="*/ 0 w 6"/>
                <a:gd name="T1" fmla="*/ 64 h 156"/>
                <a:gd name="T2" fmla="*/ 0 w 6"/>
                <a:gd name="T3" fmla="*/ 64 h 156"/>
                <a:gd name="T4" fmla="*/ 0 w 6"/>
                <a:gd name="T5" fmla="*/ 55 h 156"/>
                <a:gd name="T6" fmla="*/ 0 w 6"/>
                <a:gd name="T7" fmla="*/ 43 h 156"/>
                <a:gd name="T8" fmla="*/ 1 w 6"/>
                <a:gd name="T9" fmla="*/ 19 h 156"/>
                <a:gd name="T10" fmla="*/ 1 w 6"/>
                <a:gd name="T11" fmla="*/ 0 h 156"/>
                <a:gd name="T12" fmla="*/ 1 w 6"/>
                <a:gd name="T13" fmla="*/ 17 h 156"/>
                <a:gd name="T14" fmla="*/ 1 w 6"/>
                <a:gd name="T15" fmla="*/ 54 h 156"/>
                <a:gd name="T16" fmla="*/ 1 w 6"/>
                <a:gd name="T17" fmla="*/ 76 h 156"/>
                <a:gd name="T18" fmla="*/ 1 w 6"/>
                <a:gd name="T19" fmla="*/ 89 h 156"/>
                <a:gd name="T20" fmla="*/ 1 w 6"/>
                <a:gd name="T21" fmla="*/ 97 h 156"/>
                <a:gd name="T22" fmla="*/ 1 w 6"/>
                <a:gd name="T23" fmla="*/ 97 h 156"/>
                <a:gd name="T24" fmla="*/ 1 w 6"/>
                <a:gd name="T25" fmla="*/ 84 h 156"/>
                <a:gd name="T26" fmla="*/ 2 w 6"/>
                <a:gd name="T27" fmla="*/ 67 h 156"/>
                <a:gd name="T28" fmla="*/ 2 w 6"/>
                <a:gd name="T29" fmla="*/ 66 h 156"/>
                <a:gd name="T30" fmla="*/ 2 w 6"/>
                <a:gd name="T31" fmla="*/ 83 h 156"/>
                <a:gd name="T32" fmla="*/ 2 w 6"/>
                <a:gd name="T33" fmla="*/ 92 h 156"/>
                <a:gd name="T34" fmla="*/ 2 w 6"/>
                <a:gd name="T35" fmla="*/ 74 h 156"/>
                <a:gd name="T36" fmla="*/ 2 w 6"/>
                <a:gd name="T37" fmla="*/ 40 h 156"/>
                <a:gd name="T38" fmla="*/ 3 w 6"/>
                <a:gd name="T39" fmla="*/ 31 h 156"/>
                <a:gd name="T40" fmla="*/ 3 w 6"/>
                <a:gd name="T41" fmla="*/ 61 h 156"/>
                <a:gd name="T42" fmla="*/ 3 w 6"/>
                <a:gd name="T43" fmla="*/ 77 h 156"/>
                <a:gd name="T44" fmla="*/ 3 w 6"/>
                <a:gd name="T45" fmla="*/ 56 h 156"/>
                <a:gd name="T46" fmla="*/ 3 w 6"/>
                <a:gd name="T47" fmla="*/ 43 h 156"/>
                <a:gd name="T48" fmla="*/ 3 w 6"/>
                <a:gd name="T49" fmla="*/ 57 h 156"/>
                <a:gd name="T50" fmla="*/ 3 w 6"/>
                <a:gd name="T51" fmla="*/ 71 h 156"/>
                <a:gd name="T52" fmla="*/ 3 w 6"/>
                <a:gd name="T53" fmla="*/ 74 h 156"/>
                <a:gd name="T54" fmla="*/ 3 w 6"/>
                <a:gd name="T55" fmla="*/ 69 h 156"/>
                <a:gd name="T56" fmla="*/ 4 w 6"/>
                <a:gd name="T57" fmla="*/ 77 h 156"/>
                <a:gd name="T58" fmla="*/ 4 w 6"/>
                <a:gd name="T59" fmla="*/ 105 h 156"/>
                <a:gd name="T60" fmla="*/ 4 w 6"/>
                <a:gd name="T61" fmla="*/ 123 h 156"/>
                <a:gd name="T62" fmla="*/ 4 w 6"/>
                <a:gd name="T63" fmla="*/ 120 h 156"/>
                <a:gd name="T64" fmla="*/ 4 w 6"/>
                <a:gd name="T65" fmla="*/ 114 h 156"/>
                <a:gd name="T66" fmla="*/ 4 w 6"/>
                <a:gd name="T67" fmla="*/ 110 h 156"/>
                <a:gd name="T68" fmla="*/ 5 w 6"/>
                <a:gd name="T69" fmla="*/ 100 h 156"/>
                <a:gd name="T70" fmla="*/ 5 w 6"/>
                <a:gd name="T71" fmla="*/ 89 h 156"/>
                <a:gd name="T72" fmla="*/ 5 w 6"/>
                <a:gd name="T73" fmla="*/ 88 h 156"/>
                <a:gd name="T74" fmla="*/ 5 w 6"/>
                <a:gd name="T75" fmla="*/ 94 h 156"/>
                <a:gd name="T76" fmla="*/ 5 w 6"/>
                <a:gd name="T77" fmla="*/ 96 h 156"/>
                <a:gd name="T78" fmla="*/ 5 w 6"/>
                <a:gd name="T79" fmla="*/ 95 h 156"/>
                <a:gd name="T80" fmla="*/ 5 w 6"/>
                <a:gd name="T81" fmla="*/ 101 h 156"/>
                <a:gd name="T82" fmla="*/ 5 w 6"/>
                <a:gd name="T83" fmla="*/ 105 h 156"/>
                <a:gd name="T84" fmla="*/ 5 w 6"/>
                <a:gd name="T85" fmla="*/ 104 h 156"/>
                <a:gd name="T86" fmla="*/ 6 w 6"/>
                <a:gd name="T87" fmla="*/ 116 h 156"/>
                <a:gd name="T88" fmla="*/ 6 w 6"/>
                <a:gd name="T89" fmla="*/ 142 h 156"/>
                <a:gd name="T90" fmla="*/ 6 w 6"/>
                <a:gd name="T91" fmla="*/ 156 h 156"/>
                <a:gd name="T92" fmla="*/ 6 w 6"/>
                <a:gd name="T93" fmla="*/ 141 h 156"/>
                <a:gd name="T94" fmla="*/ 6 w 6"/>
                <a:gd name="T95" fmla="*/ 113 h 156"/>
                <a:gd name="T96" fmla="*/ 6 w 6"/>
                <a:gd name="T97" fmla="*/ 95 h 156"/>
                <a:gd name="T98" fmla="*/ 6 w 6"/>
                <a:gd name="T99" fmla="*/ 92 h 156"/>
                <a:gd name="T100" fmla="*/ 6 w 6"/>
                <a:gd name="T101" fmla="*/ 101 h 156"/>
                <a:gd name="T102" fmla="*/ 6 w 6"/>
                <a:gd name="T103" fmla="*/ 12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56">
                  <a:moveTo>
                    <a:pt x="0" y="64"/>
                  </a:moveTo>
                  <a:lnTo>
                    <a:pt x="0" y="64"/>
                  </a:lnTo>
                  <a:lnTo>
                    <a:pt x="0" y="55"/>
                  </a:lnTo>
                  <a:lnTo>
                    <a:pt x="0" y="43"/>
                  </a:lnTo>
                  <a:lnTo>
                    <a:pt x="1" y="19"/>
                  </a:lnTo>
                  <a:lnTo>
                    <a:pt x="1" y="0"/>
                  </a:lnTo>
                  <a:lnTo>
                    <a:pt x="1" y="17"/>
                  </a:lnTo>
                  <a:lnTo>
                    <a:pt x="1" y="54"/>
                  </a:lnTo>
                  <a:lnTo>
                    <a:pt x="1" y="76"/>
                  </a:lnTo>
                  <a:lnTo>
                    <a:pt x="1" y="89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1" y="84"/>
                  </a:lnTo>
                  <a:lnTo>
                    <a:pt x="2" y="67"/>
                  </a:lnTo>
                  <a:lnTo>
                    <a:pt x="2" y="66"/>
                  </a:lnTo>
                  <a:lnTo>
                    <a:pt x="2" y="83"/>
                  </a:lnTo>
                  <a:lnTo>
                    <a:pt x="2" y="92"/>
                  </a:lnTo>
                  <a:lnTo>
                    <a:pt x="2" y="74"/>
                  </a:lnTo>
                  <a:lnTo>
                    <a:pt x="2" y="40"/>
                  </a:lnTo>
                  <a:lnTo>
                    <a:pt x="3" y="31"/>
                  </a:lnTo>
                  <a:lnTo>
                    <a:pt x="3" y="61"/>
                  </a:lnTo>
                  <a:lnTo>
                    <a:pt x="3" y="77"/>
                  </a:lnTo>
                  <a:lnTo>
                    <a:pt x="3" y="56"/>
                  </a:lnTo>
                  <a:lnTo>
                    <a:pt x="3" y="43"/>
                  </a:lnTo>
                  <a:lnTo>
                    <a:pt x="3" y="57"/>
                  </a:lnTo>
                  <a:lnTo>
                    <a:pt x="3" y="71"/>
                  </a:lnTo>
                  <a:lnTo>
                    <a:pt x="3" y="74"/>
                  </a:lnTo>
                  <a:lnTo>
                    <a:pt x="3" y="69"/>
                  </a:lnTo>
                  <a:lnTo>
                    <a:pt x="4" y="77"/>
                  </a:lnTo>
                  <a:lnTo>
                    <a:pt x="4" y="105"/>
                  </a:lnTo>
                  <a:lnTo>
                    <a:pt x="4" y="123"/>
                  </a:lnTo>
                  <a:lnTo>
                    <a:pt x="4" y="120"/>
                  </a:lnTo>
                  <a:lnTo>
                    <a:pt x="4" y="114"/>
                  </a:lnTo>
                  <a:lnTo>
                    <a:pt x="4" y="110"/>
                  </a:lnTo>
                  <a:lnTo>
                    <a:pt x="5" y="100"/>
                  </a:lnTo>
                  <a:lnTo>
                    <a:pt x="5" y="89"/>
                  </a:lnTo>
                  <a:lnTo>
                    <a:pt x="5" y="88"/>
                  </a:lnTo>
                  <a:lnTo>
                    <a:pt x="5" y="94"/>
                  </a:lnTo>
                  <a:lnTo>
                    <a:pt x="5" y="96"/>
                  </a:lnTo>
                  <a:lnTo>
                    <a:pt x="5" y="95"/>
                  </a:lnTo>
                  <a:lnTo>
                    <a:pt x="5" y="101"/>
                  </a:lnTo>
                  <a:lnTo>
                    <a:pt x="5" y="105"/>
                  </a:lnTo>
                  <a:lnTo>
                    <a:pt x="5" y="104"/>
                  </a:lnTo>
                  <a:lnTo>
                    <a:pt x="6" y="116"/>
                  </a:lnTo>
                  <a:lnTo>
                    <a:pt x="6" y="142"/>
                  </a:lnTo>
                  <a:lnTo>
                    <a:pt x="6" y="156"/>
                  </a:lnTo>
                  <a:lnTo>
                    <a:pt x="6" y="141"/>
                  </a:lnTo>
                  <a:lnTo>
                    <a:pt x="6" y="113"/>
                  </a:lnTo>
                  <a:lnTo>
                    <a:pt x="6" y="95"/>
                  </a:lnTo>
                  <a:lnTo>
                    <a:pt x="6" y="92"/>
                  </a:lnTo>
                  <a:lnTo>
                    <a:pt x="6" y="101"/>
                  </a:lnTo>
                  <a:lnTo>
                    <a:pt x="6" y="12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47" name="Freeform 1053"/>
            <p:cNvSpPr/>
            <p:nvPr/>
          </p:nvSpPr>
          <p:spPr bwMode="auto">
            <a:xfrm>
              <a:off x="4100513" y="4633913"/>
              <a:ext cx="11113" cy="192088"/>
            </a:xfrm>
            <a:custGeom>
              <a:avLst/>
              <a:gdLst>
                <a:gd name="T0" fmla="*/ 0 w 7"/>
                <a:gd name="T1" fmla="*/ 54 h 121"/>
                <a:gd name="T2" fmla="*/ 0 w 7"/>
                <a:gd name="T3" fmla="*/ 73 h 121"/>
                <a:gd name="T4" fmla="*/ 1 w 7"/>
                <a:gd name="T5" fmla="*/ 98 h 121"/>
                <a:gd name="T6" fmla="*/ 1 w 7"/>
                <a:gd name="T7" fmla="*/ 118 h 121"/>
                <a:gd name="T8" fmla="*/ 1 w 7"/>
                <a:gd name="T9" fmla="*/ 121 h 121"/>
                <a:gd name="T10" fmla="*/ 1 w 7"/>
                <a:gd name="T11" fmla="*/ 102 h 121"/>
                <a:gd name="T12" fmla="*/ 1 w 7"/>
                <a:gd name="T13" fmla="*/ 74 h 121"/>
                <a:gd name="T14" fmla="*/ 1 w 7"/>
                <a:gd name="T15" fmla="*/ 57 h 121"/>
                <a:gd name="T16" fmla="*/ 1 w 7"/>
                <a:gd name="T17" fmla="*/ 61 h 121"/>
                <a:gd name="T18" fmla="*/ 2 w 7"/>
                <a:gd name="T19" fmla="*/ 76 h 121"/>
                <a:gd name="T20" fmla="*/ 2 w 7"/>
                <a:gd name="T21" fmla="*/ 82 h 121"/>
                <a:gd name="T22" fmla="*/ 2 w 7"/>
                <a:gd name="T23" fmla="*/ 77 h 121"/>
                <a:gd name="T24" fmla="*/ 2 w 7"/>
                <a:gd name="T25" fmla="*/ 76 h 121"/>
                <a:gd name="T26" fmla="*/ 2 w 7"/>
                <a:gd name="T27" fmla="*/ 85 h 121"/>
                <a:gd name="T28" fmla="*/ 2 w 7"/>
                <a:gd name="T29" fmla="*/ 92 h 121"/>
                <a:gd name="T30" fmla="*/ 2 w 7"/>
                <a:gd name="T31" fmla="*/ 97 h 121"/>
                <a:gd name="T32" fmla="*/ 2 w 7"/>
                <a:gd name="T33" fmla="*/ 105 h 121"/>
                <a:gd name="T34" fmla="*/ 2 w 7"/>
                <a:gd name="T35" fmla="*/ 109 h 121"/>
                <a:gd name="T36" fmla="*/ 3 w 7"/>
                <a:gd name="T37" fmla="*/ 96 h 121"/>
                <a:gd name="T38" fmla="*/ 3 w 7"/>
                <a:gd name="T39" fmla="*/ 67 h 121"/>
                <a:gd name="T40" fmla="*/ 3 w 7"/>
                <a:gd name="T41" fmla="*/ 33 h 121"/>
                <a:gd name="T42" fmla="*/ 3 w 7"/>
                <a:gd name="T43" fmla="*/ 17 h 121"/>
                <a:gd name="T44" fmla="*/ 3 w 7"/>
                <a:gd name="T45" fmla="*/ 32 h 121"/>
                <a:gd name="T46" fmla="*/ 3 w 7"/>
                <a:gd name="T47" fmla="*/ 54 h 121"/>
                <a:gd name="T48" fmla="*/ 4 w 7"/>
                <a:gd name="T49" fmla="*/ 67 h 121"/>
                <a:gd name="T50" fmla="*/ 4 w 7"/>
                <a:gd name="T51" fmla="*/ 92 h 121"/>
                <a:gd name="T52" fmla="*/ 4 w 7"/>
                <a:gd name="T53" fmla="*/ 117 h 121"/>
                <a:gd name="T54" fmla="*/ 4 w 7"/>
                <a:gd name="T55" fmla="*/ 106 h 121"/>
                <a:gd name="T56" fmla="*/ 4 w 7"/>
                <a:gd name="T57" fmla="*/ 76 h 121"/>
                <a:gd name="T58" fmla="*/ 4 w 7"/>
                <a:gd name="T59" fmla="*/ 64 h 121"/>
                <a:gd name="T60" fmla="*/ 4 w 7"/>
                <a:gd name="T61" fmla="*/ 73 h 121"/>
                <a:gd name="T62" fmla="*/ 4 w 7"/>
                <a:gd name="T63" fmla="*/ 89 h 121"/>
                <a:gd name="T64" fmla="*/ 4 w 7"/>
                <a:gd name="T65" fmla="*/ 89 h 121"/>
                <a:gd name="T66" fmla="*/ 5 w 7"/>
                <a:gd name="T67" fmla="*/ 63 h 121"/>
                <a:gd name="T68" fmla="*/ 5 w 7"/>
                <a:gd name="T69" fmla="*/ 39 h 121"/>
                <a:gd name="T70" fmla="*/ 5 w 7"/>
                <a:gd name="T71" fmla="*/ 41 h 121"/>
                <a:gd name="T72" fmla="*/ 5 w 7"/>
                <a:gd name="T73" fmla="*/ 55 h 121"/>
                <a:gd name="T74" fmla="*/ 5 w 7"/>
                <a:gd name="T75" fmla="*/ 65 h 121"/>
                <a:gd name="T76" fmla="*/ 5 w 7"/>
                <a:gd name="T77" fmla="*/ 69 h 121"/>
                <a:gd name="T78" fmla="*/ 5 w 7"/>
                <a:gd name="T79" fmla="*/ 67 h 121"/>
                <a:gd name="T80" fmla="*/ 5 w 7"/>
                <a:gd name="T81" fmla="*/ 66 h 121"/>
                <a:gd name="T82" fmla="*/ 5 w 7"/>
                <a:gd name="T83" fmla="*/ 65 h 121"/>
                <a:gd name="T84" fmla="*/ 6 w 7"/>
                <a:gd name="T85" fmla="*/ 53 h 121"/>
                <a:gd name="T86" fmla="*/ 6 w 7"/>
                <a:gd name="T87" fmla="*/ 37 h 121"/>
                <a:gd name="T88" fmla="*/ 6 w 7"/>
                <a:gd name="T89" fmla="*/ 42 h 121"/>
                <a:gd name="T90" fmla="*/ 6 w 7"/>
                <a:gd name="T91" fmla="*/ 61 h 121"/>
                <a:gd name="T92" fmla="*/ 6 w 7"/>
                <a:gd name="T93" fmla="*/ 55 h 121"/>
                <a:gd name="T94" fmla="*/ 6 w 7"/>
                <a:gd name="T95" fmla="*/ 19 h 121"/>
                <a:gd name="T96" fmla="*/ 7 w 7"/>
                <a:gd name="T97" fmla="*/ 0 h 121"/>
                <a:gd name="T98" fmla="*/ 7 w 7"/>
                <a:gd name="T99" fmla="*/ 18 h 121"/>
                <a:gd name="T100" fmla="*/ 7 w 7"/>
                <a:gd name="T101" fmla="*/ 44 h 121"/>
                <a:gd name="T102" fmla="*/ 7 w 7"/>
                <a:gd name="T103" fmla="*/ 5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21">
                  <a:moveTo>
                    <a:pt x="0" y="54"/>
                  </a:moveTo>
                  <a:lnTo>
                    <a:pt x="0" y="73"/>
                  </a:lnTo>
                  <a:lnTo>
                    <a:pt x="1" y="98"/>
                  </a:lnTo>
                  <a:lnTo>
                    <a:pt x="1" y="118"/>
                  </a:lnTo>
                  <a:lnTo>
                    <a:pt x="1" y="121"/>
                  </a:lnTo>
                  <a:lnTo>
                    <a:pt x="1" y="102"/>
                  </a:lnTo>
                  <a:lnTo>
                    <a:pt x="1" y="74"/>
                  </a:lnTo>
                  <a:lnTo>
                    <a:pt x="1" y="57"/>
                  </a:lnTo>
                  <a:lnTo>
                    <a:pt x="1" y="61"/>
                  </a:lnTo>
                  <a:lnTo>
                    <a:pt x="2" y="76"/>
                  </a:lnTo>
                  <a:lnTo>
                    <a:pt x="2" y="82"/>
                  </a:lnTo>
                  <a:lnTo>
                    <a:pt x="2" y="77"/>
                  </a:lnTo>
                  <a:lnTo>
                    <a:pt x="2" y="76"/>
                  </a:lnTo>
                  <a:lnTo>
                    <a:pt x="2" y="85"/>
                  </a:lnTo>
                  <a:lnTo>
                    <a:pt x="2" y="92"/>
                  </a:lnTo>
                  <a:lnTo>
                    <a:pt x="2" y="97"/>
                  </a:lnTo>
                  <a:lnTo>
                    <a:pt x="2" y="105"/>
                  </a:lnTo>
                  <a:lnTo>
                    <a:pt x="2" y="109"/>
                  </a:lnTo>
                  <a:lnTo>
                    <a:pt x="3" y="96"/>
                  </a:lnTo>
                  <a:lnTo>
                    <a:pt x="3" y="67"/>
                  </a:lnTo>
                  <a:lnTo>
                    <a:pt x="3" y="33"/>
                  </a:lnTo>
                  <a:lnTo>
                    <a:pt x="3" y="17"/>
                  </a:lnTo>
                  <a:lnTo>
                    <a:pt x="3" y="32"/>
                  </a:lnTo>
                  <a:lnTo>
                    <a:pt x="3" y="54"/>
                  </a:lnTo>
                  <a:lnTo>
                    <a:pt x="4" y="67"/>
                  </a:lnTo>
                  <a:lnTo>
                    <a:pt x="4" y="92"/>
                  </a:lnTo>
                  <a:lnTo>
                    <a:pt x="4" y="117"/>
                  </a:lnTo>
                  <a:lnTo>
                    <a:pt x="4" y="106"/>
                  </a:lnTo>
                  <a:lnTo>
                    <a:pt x="4" y="76"/>
                  </a:lnTo>
                  <a:lnTo>
                    <a:pt x="4" y="64"/>
                  </a:lnTo>
                  <a:lnTo>
                    <a:pt x="4" y="73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5" y="63"/>
                  </a:lnTo>
                  <a:lnTo>
                    <a:pt x="5" y="39"/>
                  </a:lnTo>
                  <a:lnTo>
                    <a:pt x="5" y="41"/>
                  </a:lnTo>
                  <a:lnTo>
                    <a:pt x="5" y="55"/>
                  </a:lnTo>
                  <a:lnTo>
                    <a:pt x="5" y="65"/>
                  </a:lnTo>
                  <a:lnTo>
                    <a:pt x="5" y="69"/>
                  </a:lnTo>
                  <a:lnTo>
                    <a:pt x="5" y="67"/>
                  </a:lnTo>
                  <a:lnTo>
                    <a:pt x="5" y="66"/>
                  </a:lnTo>
                  <a:lnTo>
                    <a:pt x="5" y="65"/>
                  </a:lnTo>
                  <a:lnTo>
                    <a:pt x="6" y="53"/>
                  </a:lnTo>
                  <a:lnTo>
                    <a:pt x="6" y="37"/>
                  </a:lnTo>
                  <a:lnTo>
                    <a:pt x="6" y="42"/>
                  </a:lnTo>
                  <a:lnTo>
                    <a:pt x="6" y="61"/>
                  </a:lnTo>
                  <a:lnTo>
                    <a:pt x="6" y="55"/>
                  </a:lnTo>
                  <a:lnTo>
                    <a:pt x="6" y="19"/>
                  </a:lnTo>
                  <a:lnTo>
                    <a:pt x="7" y="0"/>
                  </a:lnTo>
                  <a:lnTo>
                    <a:pt x="7" y="18"/>
                  </a:lnTo>
                  <a:lnTo>
                    <a:pt x="7" y="44"/>
                  </a:lnTo>
                  <a:lnTo>
                    <a:pt x="7" y="5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48" name="Freeform 1054"/>
            <p:cNvSpPr/>
            <p:nvPr/>
          </p:nvSpPr>
          <p:spPr bwMode="auto">
            <a:xfrm>
              <a:off x="4111625" y="4630738"/>
              <a:ext cx="9525" cy="138113"/>
            </a:xfrm>
            <a:custGeom>
              <a:avLst/>
              <a:gdLst>
                <a:gd name="T0" fmla="*/ 0 w 6"/>
                <a:gd name="T1" fmla="*/ 46 h 87"/>
                <a:gd name="T2" fmla="*/ 0 w 6"/>
                <a:gd name="T3" fmla="*/ 61 h 87"/>
                <a:gd name="T4" fmla="*/ 0 w 6"/>
                <a:gd name="T5" fmla="*/ 69 h 87"/>
                <a:gd name="T6" fmla="*/ 0 w 6"/>
                <a:gd name="T7" fmla="*/ 66 h 87"/>
                <a:gd name="T8" fmla="*/ 0 w 6"/>
                <a:gd name="T9" fmla="*/ 51 h 87"/>
                <a:gd name="T10" fmla="*/ 0 w 6"/>
                <a:gd name="T11" fmla="*/ 37 h 87"/>
                <a:gd name="T12" fmla="*/ 0 w 6"/>
                <a:gd name="T13" fmla="*/ 19 h 87"/>
                <a:gd name="T14" fmla="*/ 1 w 6"/>
                <a:gd name="T15" fmla="*/ 0 h 87"/>
                <a:gd name="T16" fmla="*/ 1 w 6"/>
                <a:gd name="T17" fmla="*/ 6 h 87"/>
                <a:gd name="T18" fmla="*/ 1 w 6"/>
                <a:gd name="T19" fmla="*/ 35 h 87"/>
                <a:gd name="T20" fmla="*/ 1 w 6"/>
                <a:gd name="T21" fmla="*/ 55 h 87"/>
                <a:gd name="T22" fmla="*/ 1 w 6"/>
                <a:gd name="T23" fmla="*/ 58 h 87"/>
                <a:gd name="T24" fmla="*/ 1 w 6"/>
                <a:gd name="T25" fmla="*/ 57 h 87"/>
                <a:gd name="T26" fmla="*/ 2 w 6"/>
                <a:gd name="T27" fmla="*/ 61 h 87"/>
                <a:gd name="T28" fmla="*/ 2 w 6"/>
                <a:gd name="T29" fmla="*/ 64 h 87"/>
                <a:gd name="T30" fmla="*/ 2 w 6"/>
                <a:gd name="T31" fmla="*/ 66 h 87"/>
                <a:gd name="T32" fmla="*/ 2 w 6"/>
                <a:gd name="T33" fmla="*/ 71 h 87"/>
                <a:gd name="T34" fmla="*/ 2 w 6"/>
                <a:gd name="T35" fmla="*/ 64 h 87"/>
                <a:gd name="T36" fmla="*/ 2 w 6"/>
                <a:gd name="T37" fmla="*/ 36 h 87"/>
                <a:gd name="T38" fmla="*/ 2 w 6"/>
                <a:gd name="T39" fmla="*/ 13 h 87"/>
                <a:gd name="T40" fmla="*/ 2 w 6"/>
                <a:gd name="T41" fmla="*/ 10 h 87"/>
                <a:gd name="T42" fmla="*/ 2 w 6"/>
                <a:gd name="T43" fmla="*/ 7 h 87"/>
                <a:gd name="T44" fmla="*/ 2 w 6"/>
                <a:gd name="T45" fmla="*/ 17 h 87"/>
                <a:gd name="T46" fmla="*/ 3 w 6"/>
                <a:gd name="T47" fmla="*/ 52 h 87"/>
                <a:gd name="T48" fmla="*/ 3 w 6"/>
                <a:gd name="T49" fmla="*/ 78 h 87"/>
                <a:gd name="T50" fmla="*/ 3 w 6"/>
                <a:gd name="T51" fmla="*/ 67 h 87"/>
                <a:gd name="T52" fmla="*/ 3 w 6"/>
                <a:gd name="T53" fmla="*/ 53 h 87"/>
                <a:gd name="T54" fmla="*/ 3 w 6"/>
                <a:gd name="T55" fmla="*/ 66 h 87"/>
                <a:gd name="T56" fmla="*/ 3 w 6"/>
                <a:gd name="T57" fmla="*/ 87 h 87"/>
                <a:gd name="T58" fmla="*/ 3 w 6"/>
                <a:gd name="T59" fmla="*/ 85 h 87"/>
                <a:gd name="T60" fmla="*/ 3 w 6"/>
                <a:gd name="T61" fmla="*/ 73 h 87"/>
                <a:gd name="T62" fmla="*/ 3 w 6"/>
                <a:gd name="T63" fmla="*/ 64 h 87"/>
                <a:gd name="T64" fmla="*/ 4 w 6"/>
                <a:gd name="T65" fmla="*/ 43 h 87"/>
                <a:gd name="T66" fmla="*/ 4 w 6"/>
                <a:gd name="T67" fmla="*/ 22 h 87"/>
                <a:gd name="T68" fmla="*/ 4 w 6"/>
                <a:gd name="T69" fmla="*/ 19 h 87"/>
                <a:gd name="T70" fmla="*/ 4 w 6"/>
                <a:gd name="T71" fmla="*/ 26 h 87"/>
                <a:gd name="T72" fmla="*/ 4 w 6"/>
                <a:gd name="T73" fmla="*/ 36 h 87"/>
                <a:gd name="T74" fmla="*/ 4 w 6"/>
                <a:gd name="T75" fmla="*/ 54 h 87"/>
                <a:gd name="T76" fmla="*/ 5 w 6"/>
                <a:gd name="T77" fmla="*/ 70 h 87"/>
                <a:gd name="T78" fmla="*/ 5 w 6"/>
                <a:gd name="T79" fmla="*/ 71 h 87"/>
                <a:gd name="T80" fmla="*/ 5 w 6"/>
                <a:gd name="T81" fmla="*/ 58 h 87"/>
                <a:gd name="T82" fmla="*/ 5 w 6"/>
                <a:gd name="T83" fmla="*/ 58 h 87"/>
                <a:gd name="T84" fmla="*/ 5 w 6"/>
                <a:gd name="T85" fmla="*/ 70 h 87"/>
                <a:gd name="T86" fmla="*/ 5 w 6"/>
                <a:gd name="T87" fmla="*/ 63 h 87"/>
                <a:gd name="T88" fmla="*/ 5 w 6"/>
                <a:gd name="T89" fmla="*/ 49 h 87"/>
                <a:gd name="T90" fmla="*/ 5 w 6"/>
                <a:gd name="T91" fmla="*/ 52 h 87"/>
                <a:gd name="T92" fmla="*/ 5 w 6"/>
                <a:gd name="T93" fmla="*/ 54 h 87"/>
                <a:gd name="T94" fmla="*/ 6 w 6"/>
                <a:gd name="T95" fmla="*/ 46 h 87"/>
                <a:gd name="T96" fmla="*/ 6 w 6"/>
                <a:gd name="T97" fmla="*/ 44 h 87"/>
                <a:gd name="T98" fmla="*/ 6 w 6"/>
                <a:gd name="T99" fmla="*/ 43 h 87"/>
                <a:gd name="T100" fmla="*/ 6 w 6"/>
                <a:gd name="T101" fmla="*/ 51 h 87"/>
                <a:gd name="T102" fmla="*/ 6 w 6"/>
                <a:gd name="T103" fmla="*/ 78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7">
                  <a:moveTo>
                    <a:pt x="0" y="46"/>
                  </a:moveTo>
                  <a:lnTo>
                    <a:pt x="0" y="61"/>
                  </a:lnTo>
                  <a:lnTo>
                    <a:pt x="0" y="69"/>
                  </a:lnTo>
                  <a:lnTo>
                    <a:pt x="0" y="66"/>
                  </a:lnTo>
                  <a:lnTo>
                    <a:pt x="0" y="51"/>
                  </a:lnTo>
                  <a:lnTo>
                    <a:pt x="0" y="37"/>
                  </a:lnTo>
                  <a:lnTo>
                    <a:pt x="0" y="19"/>
                  </a:lnTo>
                  <a:lnTo>
                    <a:pt x="1" y="0"/>
                  </a:lnTo>
                  <a:lnTo>
                    <a:pt x="1" y="6"/>
                  </a:lnTo>
                  <a:lnTo>
                    <a:pt x="1" y="35"/>
                  </a:lnTo>
                  <a:lnTo>
                    <a:pt x="1" y="55"/>
                  </a:lnTo>
                  <a:lnTo>
                    <a:pt x="1" y="58"/>
                  </a:lnTo>
                  <a:lnTo>
                    <a:pt x="1" y="57"/>
                  </a:lnTo>
                  <a:lnTo>
                    <a:pt x="2" y="61"/>
                  </a:lnTo>
                  <a:lnTo>
                    <a:pt x="2" y="64"/>
                  </a:lnTo>
                  <a:lnTo>
                    <a:pt x="2" y="66"/>
                  </a:lnTo>
                  <a:lnTo>
                    <a:pt x="2" y="71"/>
                  </a:lnTo>
                  <a:lnTo>
                    <a:pt x="2" y="64"/>
                  </a:lnTo>
                  <a:lnTo>
                    <a:pt x="2" y="36"/>
                  </a:lnTo>
                  <a:lnTo>
                    <a:pt x="2" y="13"/>
                  </a:lnTo>
                  <a:lnTo>
                    <a:pt x="2" y="10"/>
                  </a:lnTo>
                  <a:lnTo>
                    <a:pt x="2" y="7"/>
                  </a:lnTo>
                  <a:lnTo>
                    <a:pt x="2" y="17"/>
                  </a:lnTo>
                  <a:lnTo>
                    <a:pt x="3" y="52"/>
                  </a:lnTo>
                  <a:lnTo>
                    <a:pt x="3" y="78"/>
                  </a:lnTo>
                  <a:lnTo>
                    <a:pt x="3" y="67"/>
                  </a:lnTo>
                  <a:lnTo>
                    <a:pt x="3" y="53"/>
                  </a:lnTo>
                  <a:lnTo>
                    <a:pt x="3" y="66"/>
                  </a:lnTo>
                  <a:lnTo>
                    <a:pt x="3" y="87"/>
                  </a:lnTo>
                  <a:lnTo>
                    <a:pt x="3" y="85"/>
                  </a:lnTo>
                  <a:lnTo>
                    <a:pt x="3" y="73"/>
                  </a:lnTo>
                  <a:lnTo>
                    <a:pt x="3" y="64"/>
                  </a:lnTo>
                  <a:lnTo>
                    <a:pt x="4" y="43"/>
                  </a:lnTo>
                  <a:lnTo>
                    <a:pt x="4" y="22"/>
                  </a:lnTo>
                  <a:lnTo>
                    <a:pt x="4" y="19"/>
                  </a:lnTo>
                  <a:lnTo>
                    <a:pt x="4" y="26"/>
                  </a:lnTo>
                  <a:lnTo>
                    <a:pt x="4" y="36"/>
                  </a:lnTo>
                  <a:lnTo>
                    <a:pt x="4" y="54"/>
                  </a:lnTo>
                  <a:lnTo>
                    <a:pt x="5" y="70"/>
                  </a:lnTo>
                  <a:lnTo>
                    <a:pt x="5" y="71"/>
                  </a:lnTo>
                  <a:lnTo>
                    <a:pt x="5" y="58"/>
                  </a:lnTo>
                  <a:lnTo>
                    <a:pt x="5" y="58"/>
                  </a:lnTo>
                  <a:lnTo>
                    <a:pt x="5" y="70"/>
                  </a:lnTo>
                  <a:lnTo>
                    <a:pt x="5" y="63"/>
                  </a:lnTo>
                  <a:lnTo>
                    <a:pt x="5" y="49"/>
                  </a:lnTo>
                  <a:lnTo>
                    <a:pt x="5" y="52"/>
                  </a:lnTo>
                  <a:lnTo>
                    <a:pt x="5" y="54"/>
                  </a:lnTo>
                  <a:lnTo>
                    <a:pt x="6" y="46"/>
                  </a:lnTo>
                  <a:lnTo>
                    <a:pt x="6" y="44"/>
                  </a:lnTo>
                  <a:lnTo>
                    <a:pt x="6" y="43"/>
                  </a:lnTo>
                  <a:lnTo>
                    <a:pt x="6" y="51"/>
                  </a:lnTo>
                  <a:lnTo>
                    <a:pt x="6" y="7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49" name="Freeform 1055"/>
            <p:cNvSpPr/>
            <p:nvPr/>
          </p:nvSpPr>
          <p:spPr bwMode="auto">
            <a:xfrm>
              <a:off x="4121150" y="4656138"/>
              <a:ext cx="9525" cy="127000"/>
            </a:xfrm>
            <a:custGeom>
              <a:avLst/>
              <a:gdLst>
                <a:gd name="T0" fmla="*/ 0 w 6"/>
                <a:gd name="T1" fmla="*/ 35 h 80"/>
                <a:gd name="T2" fmla="*/ 0 w 6"/>
                <a:gd name="T3" fmla="*/ 62 h 80"/>
                <a:gd name="T4" fmla="*/ 0 w 6"/>
                <a:gd name="T5" fmla="*/ 80 h 80"/>
                <a:gd name="T6" fmla="*/ 1 w 6"/>
                <a:gd name="T7" fmla="*/ 68 h 80"/>
                <a:gd name="T8" fmla="*/ 1 w 6"/>
                <a:gd name="T9" fmla="*/ 43 h 80"/>
                <a:gd name="T10" fmla="*/ 1 w 6"/>
                <a:gd name="T11" fmla="*/ 28 h 80"/>
                <a:gd name="T12" fmla="*/ 1 w 6"/>
                <a:gd name="T13" fmla="*/ 31 h 80"/>
                <a:gd name="T14" fmla="*/ 1 w 6"/>
                <a:gd name="T15" fmla="*/ 33 h 80"/>
                <a:gd name="T16" fmla="*/ 1 w 6"/>
                <a:gd name="T17" fmla="*/ 23 h 80"/>
                <a:gd name="T18" fmla="*/ 1 w 6"/>
                <a:gd name="T19" fmla="*/ 9 h 80"/>
                <a:gd name="T20" fmla="*/ 1 w 6"/>
                <a:gd name="T21" fmla="*/ 2 h 80"/>
                <a:gd name="T22" fmla="*/ 1 w 6"/>
                <a:gd name="T23" fmla="*/ 9 h 80"/>
                <a:gd name="T24" fmla="*/ 2 w 6"/>
                <a:gd name="T25" fmla="*/ 30 h 80"/>
                <a:gd name="T26" fmla="*/ 2 w 6"/>
                <a:gd name="T27" fmla="*/ 52 h 80"/>
                <a:gd name="T28" fmla="*/ 2 w 6"/>
                <a:gd name="T29" fmla="*/ 64 h 80"/>
                <a:gd name="T30" fmla="*/ 2 w 6"/>
                <a:gd name="T31" fmla="*/ 58 h 80"/>
                <a:gd name="T32" fmla="*/ 2 w 6"/>
                <a:gd name="T33" fmla="*/ 50 h 80"/>
                <a:gd name="T34" fmla="*/ 2 w 6"/>
                <a:gd name="T35" fmla="*/ 61 h 80"/>
                <a:gd name="T36" fmla="*/ 2 w 6"/>
                <a:gd name="T37" fmla="*/ 68 h 80"/>
                <a:gd name="T38" fmla="*/ 2 w 6"/>
                <a:gd name="T39" fmla="*/ 62 h 80"/>
                <a:gd name="T40" fmla="*/ 2 w 6"/>
                <a:gd name="T41" fmla="*/ 69 h 80"/>
                <a:gd name="T42" fmla="*/ 3 w 6"/>
                <a:gd name="T43" fmla="*/ 65 h 80"/>
                <a:gd name="T44" fmla="*/ 3 w 6"/>
                <a:gd name="T45" fmla="*/ 30 h 80"/>
                <a:gd name="T46" fmla="*/ 3 w 6"/>
                <a:gd name="T47" fmla="*/ 14 h 80"/>
                <a:gd name="T48" fmla="*/ 3 w 6"/>
                <a:gd name="T49" fmla="*/ 32 h 80"/>
                <a:gd name="T50" fmla="*/ 3 w 6"/>
                <a:gd name="T51" fmla="*/ 49 h 80"/>
                <a:gd name="T52" fmla="*/ 3 w 6"/>
                <a:gd name="T53" fmla="*/ 63 h 80"/>
                <a:gd name="T54" fmla="*/ 4 w 6"/>
                <a:gd name="T55" fmla="*/ 78 h 80"/>
                <a:gd name="T56" fmla="*/ 4 w 6"/>
                <a:gd name="T57" fmla="*/ 73 h 80"/>
                <a:gd name="T58" fmla="*/ 4 w 6"/>
                <a:gd name="T59" fmla="*/ 43 h 80"/>
                <a:gd name="T60" fmla="*/ 4 w 6"/>
                <a:gd name="T61" fmla="*/ 24 h 80"/>
                <a:gd name="T62" fmla="*/ 4 w 6"/>
                <a:gd name="T63" fmla="*/ 40 h 80"/>
                <a:gd name="T64" fmla="*/ 4 w 6"/>
                <a:gd name="T65" fmla="*/ 49 h 80"/>
                <a:gd name="T66" fmla="*/ 4 w 6"/>
                <a:gd name="T67" fmla="*/ 33 h 80"/>
                <a:gd name="T68" fmla="*/ 4 w 6"/>
                <a:gd name="T69" fmla="*/ 38 h 80"/>
                <a:gd name="T70" fmla="*/ 4 w 6"/>
                <a:gd name="T71" fmla="*/ 54 h 80"/>
                <a:gd name="T72" fmla="*/ 5 w 6"/>
                <a:gd name="T73" fmla="*/ 41 h 80"/>
                <a:gd name="T74" fmla="*/ 5 w 6"/>
                <a:gd name="T75" fmla="*/ 19 h 80"/>
                <a:gd name="T76" fmla="*/ 5 w 6"/>
                <a:gd name="T77" fmla="*/ 17 h 80"/>
                <a:gd name="T78" fmla="*/ 5 w 6"/>
                <a:gd name="T79" fmla="*/ 36 h 80"/>
                <a:gd name="T80" fmla="*/ 5 w 6"/>
                <a:gd name="T81" fmla="*/ 52 h 80"/>
                <a:gd name="T82" fmla="*/ 5 w 6"/>
                <a:gd name="T83" fmla="*/ 45 h 80"/>
                <a:gd name="T84" fmla="*/ 5 w 6"/>
                <a:gd name="T85" fmla="*/ 30 h 80"/>
                <a:gd name="T86" fmla="*/ 6 w 6"/>
                <a:gd name="T87" fmla="*/ 29 h 80"/>
                <a:gd name="T88" fmla="*/ 6 w 6"/>
                <a:gd name="T89" fmla="*/ 28 h 80"/>
                <a:gd name="T90" fmla="*/ 6 w 6"/>
                <a:gd name="T91" fmla="*/ 25 h 80"/>
                <a:gd name="T92" fmla="*/ 6 w 6"/>
                <a:gd name="T93" fmla="*/ 28 h 80"/>
                <a:gd name="T94" fmla="*/ 6 w 6"/>
                <a:gd name="T95" fmla="*/ 23 h 80"/>
                <a:gd name="T96" fmla="*/ 6 w 6"/>
                <a:gd name="T97" fmla="*/ 24 h 80"/>
                <a:gd name="T98" fmla="*/ 6 w 6"/>
                <a:gd name="T99" fmla="*/ 33 h 80"/>
                <a:gd name="T100" fmla="*/ 6 w 6"/>
                <a:gd name="T101" fmla="*/ 19 h 80"/>
                <a:gd name="T102" fmla="*/ 6 w 6"/>
                <a:gd name="T10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0">
                  <a:moveTo>
                    <a:pt x="0" y="35"/>
                  </a:moveTo>
                  <a:lnTo>
                    <a:pt x="0" y="62"/>
                  </a:lnTo>
                  <a:lnTo>
                    <a:pt x="0" y="80"/>
                  </a:lnTo>
                  <a:lnTo>
                    <a:pt x="1" y="68"/>
                  </a:lnTo>
                  <a:lnTo>
                    <a:pt x="1" y="43"/>
                  </a:lnTo>
                  <a:lnTo>
                    <a:pt x="1" y="28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23"/>
                  </a:lnTo>
                  <a:lnTo>
                    <a:pt x="1" y="9"/>
                  </a:lnTo>
                  <a:lnTo>
                    <a:pt x="1" y="2"/>
                  </a:lnTo>
                  <a:lnTo>
                    <a:pt x="1" y="9"/>
                  </a:lnTo>
                  <a:lnTo>
                    <a:pt x="2" y="30"/>
                  </a:lnTo>
                  <a:lnTo>
                    <a:pt x="2" y="52"/>
                  </a:lnTo>
                  <a:lnTo>
                    <a:pt x="2" y="64"/>
                  </a:lnTo>
                  <a:lnTo>
                    <a:pt x="2" y="58"/>
                  </a:lnTo>
                  <a:lnTo>
                    <a:pt x="2" y="50"/>
                  </a:lnTo>
                  <a:lnTo>
                    <a:pt x="2" y="61"/>
                  </a:lnTo>
                  <a:lnTo>
                    <a:pt x="2" y="68"/>
                  </a:lnTo>
                  <a:lnTo>
                    <a:pt x="2" y="62"/>
                  </a:lnTo>
                  <a:lnTo>
                    <a:pt x="2" y="69"/>
                  </a:lnTo>
                  <a:lnTo>
                    <a:pt x="3" y="65"/>
                  </a:lnTo>
                  <a:lnTo>
                    <a:pt x="3" y="30"/>
                  </a:lnTo>
                  <a:lnTo>
                    <a:pt x="3" y="14"/>
                  </a:lnTo>
                  <a:lnTo>
                    <a:pt x="3" y="32"/>
                  </a:lnTo>
                  <a:lnTo>
                    <a:pt x="3" y="49"/>
                  </a:lnTo>
                  <a:lnTo>
                    <a:pt x="3" y="63"/>
                  </a:lnTo>
                  <a:lnTo>
                    <a:pt x="4" y="78"/>
                  </a:lnTo>
                  <a:lnTo>
                    <a:pt x="4" y="73"/>
                  </a:lnTo>
                  <a:lnTo>
                    <a:pt x="4" y="43"/>
                  </a:lnTo>
                  <a:lnTo>
                    <a:pt x="4" y="24"/>
                  </a:lnTo>
                  <a:lnTo>
                    <a:pt x="4" y="40"/>
                  </a:lnTo>
                  <a:lnTo>
                    <a:pt x="4" y="49"/>
                  </a:lnTo>
                  <a:lnTo>
                    <a:pt x="4" y="33"/>
                  </a:lnTo>
                  <a:lnTo>
                    <a:pt x="4" y="38"/>
                  </a:lnTo>
                  <a:lnTo>
                    <a:pt x="4" y="54"/>
                  </a:lnTo>
                  <a:lnTo>
                    <a:pt x="5" y="41"/>
                  </a:lnTo>
                  <a:lnTo>
                    <a:pt x="5" y="19"/>
                  </a:lnTo>
                  <a:lnTo>
                    <a:pt x="5" y="17"/>
                  </a:lnTo>
                  <a:lnTo>
                    <a:pt x="5" y="36"/>
                  </a:lnTo>
                  <a:lnTo>
                    <a:pt x="5" y="52"/>
                  </a:lnTo>
                  <a:lnTo>
                    <a:pt x="5" y="45"/>
                  </a:lnTo>
                  <a:lnTo>
                    <a:pt x="5" y="30"/>
                  </a:lnTo>
                  <a:lnTo>
                    <a:pt x="6" y="29"/>
                  </a:lnTo>
                  <a:lnTo>
                    <a:pt x="6" y="28"/>
                  </a:lnTo>
                  <a:lnTo>
                    <a:pt x="6" y="25"/>
                  </a:lnTo>
                  <a:lnTo>
                    <a:pt x="6" y="28"/>
                  </a:lnTo>
                  <a:lnTo>
                    <a:pt x="6" y="23"/>
                  </a:lnTo>
                  <a:lnTo>
                    <a:pt x="6" y="24"/>
                  </a:lnTo>
                  <a:lnTo>
                    <a:pt x="6" y="33"/>
                  </a:lnTo>
                  <a:lnTo>
                    <a:pt x="6" y="19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50" name="Freeform 1056"/>
            <p:cNvSpPr/>
            <p:nvPr/>
          </p:nvSpPr>
          <p:spPr bwMode="auto">
            <a:xfrm>
              <a:off x="4130675" y="4616451"/>
              <a:ext cx="11113" cy="134938"/>
            </a:xfrm>
            <a:custGeom>
              <a:avLst/>
              <a:gdLst>
                <a:gd name="T0" fmla="*/ 0 w 7"/>
                <a:gd name="T1" fmla="*/ 44 h 85"/>
                <a:gd name="T2" fmla="*/ 0 w 7"/>
                <a:gd name="T3" fmla="*/ 25 h 85"/>
                <a:gd name="T4" fmla="*/ 1 w 7"/>
                <a:gd name="T5" fmla="*/ 35 h 85"/>
                <a:gd name="T6" fmla="*/ 1 w 7"/>
                <a:gd name="T7" fmla="*/ 59 h 85"/>
                <a:gd name="T8" fmla="*/ 1 w 7"/>
                <a:gd name="T9" fmla="*/ 71 h 85"/>
                <a:gd name="T10" fmla="*/ 1 w 7"/>
                <a:gd name="T11" fmla="*/ 58 h 85"/>
                <a:gd name="T12" fmla="*/ 1 w 7"/>
                <a:gd name="T13" fmla="*/ 26 h 85"/>
                <a:gd name="T14" fmla="*/ 1 w 7"/>
                <a:gd name="T15" fmla="*/ 6 h 85"/>
                <a:gd name="T16" fmla="*/ 1 w 7"/>
                <a:gd name="T17" fmla="*/ 4 h 85"/>
                <a:gd name="T18" fmla="*/ 1 w 7"/>
                <a:gd name="T19" fmla="*/ 1 h 85"/>
                <a:gd name="T20" fmla="*/ 1 w 7"/>
                <a:gd name="T21" fmla="*/ 0 h 85"/>
                <a:gd name="T22" fmla="*/ 2 w 7"/>
                <a:gd name="T23" fmla="*/ 13 h 85"/>
                <a:gd name="T24" fmla="*/ 2 w 7"/>
                <a:gd name="T25" fmla="*/ 33 h 85"/>
                <a:gd name="T26" fmla="*/ 2 w 7"/>
                <a:gd name="T27" fmla="*/ 46 h 85"/>
                <a:gd name="T28" fmla="*/ 2 w 7"/>
                <a:gd name="T29" fmla="*/ 41 h 85"/>
                <a:gd name="T30" fmla="*/ 2 w 7"/>
                <a:gd name="T31" fmla="*/ 37 h 85"/>
                <a:gd name="T32" fmla="*/ 2 w 7"/>
                <a:gd name="T33" fmla="*/ 50 h 85"/>
                <a:gd name="T34" fmla="*/ 3 w 7"/>
                <a:gd name="T35" fmla="*/ 65 h 85"/>
                <a:gd name="T36" fmla="*/ 3 w 7"/>
                <a:gd name="T37" fmla="*/ 66 h 85"/>
                <a:gd name="T38" fmla="*/ 3 w 7"/>
                <a:gd name="T39" fmla="*/ 63 h 85"/>
                <a:gd name="T40" fmla="*/ 3 w 7"/>
                <a:gd name="T41" fmla="*/ 51 h 85"/>
                <a:gd name="T42" fmla="*/ 3 w 7"/>
                <a:gd name="T43" fmla="*/ 35 h 85"/>
                <a:gd name="T44" fmla="*/ 3 w 7"/>
                <a:gd name="T45" fmla="*/ 28 h 85"/>
                <a:gd name="T46" fmla="*/ 3 w 7"/>
                <a:gd name="T47" fmla="*/ 28 h 85"/>
                <a:gd name="T48" fmla="*/ 3 w 7"/>
                <a:gd name="T49" fmla="*/ 26 h 85"/>
                <a:gd name="T50" fmla="*/ 3 w 7"/>
                <a:gd name="T51" fmla="*/ 18 h 85"/>
                <a:gd name="T52" fmla="*/ 4 w 7"/>
                <a:gd name="T53" fmla="*/ 19 h 85"/>
                <a:gd name="T54" fmla="*/ 4 w 7"/>
                <a:gd name="T55" fmla="*/ 35 h 85"/>
                <a:gd name="T56" fmla="*/ 4 w 7"/>
                <a:gd name="T57" fmla="*/ 44 h 85"/>
                <a:gd name="T58" fmla="*/ 4 w 7"/>
                <a:gd name="T59" fmla="*/ 32 h 85"/>
                <a:gd name="T60" fmla="*/ 4 w 7"/>
                <a:gd name="T61" fmla="*/ 23 h 85"/>
                <a:gd name="T62" fmla="*/ 4 w 7"/>
                <a:gd name="T63" fmla="*/ 31 h 85"/>
                <a:gd name="T64" fmla="*/ 5 w 7"/>
                <a:gd name="T65" fmla="*/ 38 h 85"/>
                <a:gd name="T66" fmla="*/ 5 w 7"/>
                <a:gd name="T67" fmla="*/ 34 h 85"/>
                <a:gd name="T68" fmla="*/ 5 w 7"/>
                <a:gd name="T69" fmla="*/ 29 h 85"/>
                <a:gd name="T70" fmla="*/ 5 w 7"/>
                <a:gd name="T71" fmla="*/ 38 h 85"/>
                <a:gd name="T72" fmla="*/ 5 w 7"/>
                <a:gd name="T73" fmla="*/ 61 h 85"/>
                <a:gd name="T74" fmla="*/ 5 w 7"/>
                <a:gd name="T75" fmla="*/ 66 h 85"/>
                <a:gd name="T76" fmla="*/ 5 w 7"/>
                <a:gd name="T77" fmla="*/ 53 h 85"/>
                <a:gd name="T78" fmla="*/ 5 w 7"/>
                <a:gd name="T79" fmla="*/ 48 h 85"/>
                <a:gd name="T80" fmla="*/ 5 w 7"/>
                <a:gd name="T81" fmla="*/ 49 h 85"/>
                <a:gd name="T82" fmla="*/ 6 w 7"/>
                <a:gd name="T83" fmla="*/ 58 h 85"/>
                <a:gd name="T84" fmla="*/ 6 w 7"/>
                <a:gd name="T85" fmla="*/ 71 h 85"/>
                <a:gd name="T86" fmla="*/ 6 w 7"/>
                <a:gd name="T87" fmla="*/ 68 h 85"/>
                <a:gd name="T88" fmla="*/ 6 w 7"/>
                <a:gd name="T89" fmla="*/ 55 h 85"/>
                <a:gd name="T90" fmla="*/ 6 w 7"/>
                <a:gd name="T91" fmla="*/ 51 h 85"/>
                <a:gd name="T92" fmla="*/ 6 w 7"/>
                <a:gd name="T93" fmla="*/ 40 h 85"/>
                <a:gd name="T94" fmla="*/ 6 w 7"/>
                <a:gd name="T95" fmla="*/ 30 h 85"/>
                <a:gd name="T96" fmla="*/ 6 w 7"/>
                <a:gd name="T97" fmla="*/ 46 h 85"/>
                <a:gd name="T98" fmla="*/ 6 w 7"/>
                <a:gd name="T99" fmla="*/ 75 h 85"/>
                <a:gd name="T100" fmla="*/ 7 w 7"/>
                <a:gd name="T101" fmla="*/ 85 h 85"/>
                <a:gd name="T102" fmla="*/ 7 w 7"/>
                <a:gd name="T103" fmla="*/ 7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5">
                  <a:moveTo>
                    <a:pt x="0" y="44"/>
                  </a:moveTo>
                  <a:lnTo>
                    <a:pt x="0" y="25"/>
                  </a:lnTo>
                  <a:lnTo>
                    <a:pt x="1" y="35"/>
                  </a:lnTo>
                  <a:lnTo>
                    <a:pt x="1" y="59"/>
                  </a:lnTo>
                  <a:lnTo>
                    <a:pt x="1" y="71"/>
                  </a:lnTo>
                  <a:lnTo>
                    <a:pt x="1" y="58"/>
                  </a:lnTo>
                  <a:lnTo>
                    <a:pt x="1" y="26"/>
                  </a:lnTo>
                  <a:lnTo>
                    <a:pt x="1" y="6"/>
                  </a:lnTo>
                  <a:lnTo>
                    <a:pt x="1" y="4"/>
                  </a:lnTo>
                  <a:lnTo>
                    <a:pt x="1" y="1"/>
                  </a:lnTo>
                  <a:lnTo>
                    <a:pt x="1" y="0"/>
                  </a:lnTo>
                  <a:lnTo>
                    <a:pt x="2" y="13"/>
                  </a:lnTo>
                  <a:lnTo>
                    <a:pt x="2" y="33"/>
                  </a:lnTo>
                  <a:lnTo>
                    <a:pt x="2" y="46"/>
                  </a:lnTo>
                  <a:lnTo>
                    <a:pt x="2" y="41"/>
                  </a:lnTo>
                  <a:lnTo>
                    <a:pt x="2" y="37"/>
                  </a:lnTo>
                  <a:lnTo>
                    <a:pt x="2" y="50"/>
                  </a:lnTo>
                  <a:lnTo>
                    <a:pt x="3" y="65"/>
                  </a:lnTo>
                  <a:lnTo>
                    <a:pt x="3" y="66"/>
                  </a:lnTo>
                  <a:lnTo>
                    <a:pt x="3" y="63"/>
                  </a:lnTo>
                  <a:lnTo>
                    <a:pt x="3" y="51"/>
                  </a:lnTo>
                  <a:lnTo>
                    <a:pt x="3" y="35"/>
                  </a:lnTo>
                  <a:lnTo>
                    <a:pt x="3" y="28"/>
                  </a:lnTo>
                  <a:lnTo>
                    <a:pt x="3" y="28"/>
                  </a:lnTo>
                  <a:lnTo>
                    <a:pt x="3" y="26"/>
                  </a:lnTo>
                  <a:lnTo>
                    <a:pt x="3" y="18"/>
                  </a:lnTo>
                  <a:lnTo>
                    <a:pt x="4" y="19"/>
                  </a:lnTo>
                  <a:lnTo>
                    <a:pt x="4" y="35"/>
                  </a:lnTo>
                  <a:lnTo>
                    <a:pt x="4" y="44"/>
                  </a:lnTo>
                  <a:lnTo>
                    <a:pt x="4" y="32"/>
                  </a:lnTo>
                  <a:lnTo>
                    <a:pt x="4" y="23"/>
                  </a:lnTo>
                  <a:lnTo>
                    <a:pt x="4" y="31"/>
                  </a:lnTo>
                  <a:lnTo>
                    <a:pt x="5" y="38"/>
                  </a:lnTo>
                  <a:lnTo>
                    <a:pt x="5" y="34"/>
                  </a:lnTo>
                  <a:lnTo>
                    <a:pt x="5" y="29"/>
                  </a:lnTo>
                  <a:lnTo>
                    <a:pt x="5" y="38"/>
                  </a:lnTo>
                  <a:lnTo>
                    <a:pt x="5" y="61"/>
                  </a:lnTo>
                  <a:lnTo>
                    <a:pt x="5" y="66"/>
                  </a:lnTo>
                  <a:lnTo>
                    <a:pt x="5" y="53"/>
                  </a:lnTo>
                  <a:lnTo>
                    <a:pt x="5" y="48"/>
                  </a:lnTo>
                  <a:lnTo>
                    <a:pt x="5" y="49"/>
                  </a:lnTo>
                  <a:lnTo>
                    <a:pt x="6" y="58"/>
                  </a:lnTo>
                  <a:lnTo>
                    <a:pt x="6" y="71"/>
                  </a:lnTo>
                  <a:lnTo>
                    <a:pt x="6" y="68"/>
                  </a:lnTo>
                  <a:lnTo>
                    <a:pt x="6" y="55"/>
                  </a:lnTo>
                  <a:lnTo>
                    <a:pt x="6" y="51"/>
                  </a:lnTo>
                  <a:lnTo>
                    <a:pt x="6" y="40"/>
                  </a:lnTo>
                  <a:lnTo>
                    <a:pt x="6" y="30"/>
                  </a:lnTo>
                  <a:lnTo>
                    <a:pt x="6" y="46"/>
                  </a:lnTo>
                  <a:lnTo>
                    <a:pt x="6" y="75"/>
                  </a:lnTo>
                  <a:lnTo>
                    <a:pt x="7" y="85"/>
                  </a:lnTo>
                  <a:lnTo>
                    <a:pt x="7" y="7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51" name="Freeform 1057"/>
            <p:cNvSpPr/>
            <p:nvPr/>
          </p:nvSpPr>
          <p:spPr bwMode="auto">
            <a:xfrm>
              <a:off x="4141788" y="4668838"/>
              <a:ext cx="9525" cy="117475"/>
            </a:xfrm>
            <a:custGeom>
              <a:avLst/>
              <a:gdLst>
                <a:gd name="T0" fmla="*/ 0 w 6"/>
                <a:gd name="T1" fmla="*/ 52 h 74"/>
                <a:gd name="T2" fmla="*/ 0 w 6"/>
                <a:gd name="T3" fmla="*/ 41 h 74"/>
                <a:gd name="T4" fmla="*/ 0 w 6"/>
                <a:gd name="T5" fmla="*/ 24 h 74"/>
                <a:gd name="T6" fmla="*/ 0 w 6"/>
                <a:gd name="T7" fmla="*/ 11 h 74"/>
                <a:gd name="T8" fmla="*/ 0 w 6"/>
                <a:gd name="T9" fmla="*/ 0 h 74"/>
                <a:gd name="T10" fmla="*/ 0 w 6"/>
                <a:gd name="T11" fmla="*/ 1 h 74"/>
                <a:gd name="T12" fmla="*/ 0 w 6"/>
                <a:gd name="T13" fmla="*/ 14 h 74"/>
                <a:gd name="T14" fmla="*/ 1 w 6"/>
                <a:gd name="T15" fmla="*/ 19 h 74"/>
                <a:gd name="T16" fmla="*/ 1 w 6"/>
                <a:gd name="T17" fmla="*/ 23 h 74"/>
                <a:gd name="T18" fmla="*/ 1 w 6"/>
                <a:gd name="T19" fmla="*/ 42 h 74"/>
                <a:gd name="T20" fmla="*/ 1 w 6"/>
                <a:gd name="T21" fmla="*/ 59 h 74"/>
                <a:gd name="T22" fmla="*/ 1 w 6"/>
                <a:gd name="T23" fmla="*/ 53 h 74"/>
                <a:gd name="T24" fmla="*/ 1 w 6"/>
                <a:gd name="T25" fmla="*/ 44 h 74"/>
                <a:gd name="T26" fmla="*/ 1 w 6"/>
                <a:gd name="T27" fmla="*/ 54 h 74"/>
                <a:gd name="T28" fmla="*/ 1 w 6"/>
                <a:gd name="T29" fmla="*/ 67 h 74"/>
                <a:gd name="T30" fmla="*/ 1 w 6"/>
                <a:gd name="T31" fmla="*/ 44 h 74"/>
                <a:gd name="T32" fmla="*/ 2 w 6"/>
                <a:gd name="T33" fmla="*/ 5 h 74"/>
                <a:gd name="T34" fmla="*/ 2 w 6"/>
                <a:gd name="T35" fmla="*/ 5 h 74"/>
                <a:gd name="T36" fmla="*/ 2 w 6"/>
                <a:gd name="T37" fmla="*/ 35 h 74"/>
                <a:gd name="T38" fmla="*/ 2 w 6"/>
                <a:gd name="T39" fmla="*/ 52 h 74"/>
                <a:gd name="T40" fmla="*/ 2 w 6"/>
                <a:gd name="T41" fmla="*/ 59 h 74"/>
                <a:gd name="T42" fmla="*/ 2 w 6"/>
                <a:gd name="T43" fmla="*/ 60 h 74"/>
                <a:gd name="T44" fmla="*/ 3 w 6"/>
                <a:gd name="T45" fmla="*/ 52 h 74"/>
                <a:gd name="T46" fmla="*/ 3 w 6"/>
                <a:gd name="T47" fmla="*/ 42 h 74"/>
                <a:gd name="T48" fmla="*/ 3 w 6"/>
                <a:gd name="T49" fmla="*/ 43 h 74"/>
                <a:gd name="T50" fmla="*/ 3 w 6"/>
                <a:gd name="T51" fmla="*/ 53 h 74"/>
                <a:gd name="T52" fmla="*/ 3 w 6"/>
                <a:gd name="T53" fmla="*/ 52 h 74"/>
                <a:gd name="T54" fmla="*/ 3 w 6"/>
                <a:gd name="T55" fmla="*/ 32 h 74"/>
                <a:gd name="T56" fmla="*/ 3 w 6"/>
                <a:gd name="T57" fmla="*/ 13 h 74"/>
                <a:gd name="T58" fmla="*/ 3 w 6"/>
                <a:gd name="T59" fmla="*/ 7 h 74"/>
                <a:gd name="T60" fmla="*/ 3 w 6"/>
                <a:gd name="T61" fmla="*/ 7 h 74"/>
                <a:gd name="T62" fmla="*/ 4 w 6"/>
                <a:gd name="T63" fmla="*/ 19 h 74"/>
                <a:gd name="T64" fmla="*/ 4 w 6"/>
                <a:gd name="T65" fmla="*/ 43 h 74"/>
                <a:gd name="T66" fmla="*/ 4 w 6"/>
                <a:gd name="T67" fmla="*/ 67 h 74"/>
                <a:gd name="T68" fmla="*/ 4 w 6"/>
                <a:gd name="T69" fmla="*/ 74 h 74"/>
                <a:gd name="T70" fmla="*/ 4 w 6"/>
                <a:gd name="T71" fmla="*/ 60 h 74"/>
                <a:gd name="T72" fmla="*/ 4 w 6"/>
                <a:gd name="T73" fmla="*/ 48 h 74"/>
                <a:gd name="T74" fmla="*/ 4 w 6"/>
                <a:gd name="T75" fmla="*/ 55 h 74"/>
                <a:gd name="T76" fmla="*/ 4 w 6"/>
                <a:gd name="T77" fmla="*/ 56 h 74"/>
                <a:gd name="T78" fmla="*/ 4 w 6"/>
                <a:gd name="T79" fmla="*/ 42 h 74"/>
                <a:gd name="T80" fmla="*/ 5 w 6"/>
                <a:gd name="T81" fmla="*/ 35 h 74"/>
                <a:gd name="T82" fmla="*/ 5 w 6"/>
                <a:gd name="T83" fmla="*/ 31 h 74"/>
                <a:gd name="T84" fmla="*/ 5 w 6"/>
                <a:gd name="T85" fmla="*/ 25 h 74"/>
                <a:gd name="T86" fmla="*/ 5 w 6"/>
                <a:gd name="T87" fmla="*/ 25 h 74"/>
                <a:gd name="T88" fmla="*/ 5 w 6"/>
                <a:gd name="T89" fmla="*/ 25 h 74"/>
                <a:gd name="T90" fmla="*/ 5 w 6"/>
                <a:gd name="T91" fmla="*/ 17 h 74"/>
                <a:gd name="T92" fmla="*/ 6 w 6"/>
                <a:gd name="T93" fmla="*/ 25 h 74"/>
                <a:gd name="T94" fmla="*/ 6 w 6"/>
                <a:gd name="T95" fmla="*/ 55 h 74"/>
                <a:gd name="T96" fmla="*/ 6 w 6"/>
                <a:gd name="T97" fmla="*/ 72 h 74"/>
                <a:gd name="T98" fmla="*/ 6 w 6"/>
                <a:gd name="T99" fmla="*/ 48 h 74"/>
                <a:gd name="T100" fmla="*/ 6 w 6"/>
                <a:gd name="T101" fmla="*/ 11 h 74"/>
                <a:gd name="T102" fmla="*/ 6 w 6"/>
                <a:gd name="T103" fmla="*/ 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4">
                  <a:moveTo>
                    <a:pt x="0" y="52"/>
                  </a:moveTo>
                  <a:lnTo>
                    <a:pt x="0" y="41"/>
                  </a:lnTo>
                  <a:lnTo>
                    <a:pt x="0" y="24"/>
                  </a:lnTo>
                  <a:lnTo>
                    <a:pt x="0" y="11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4"/>
                  </a:lnTo>
                  <a:lnTo>
                    <a:pt x="1" y="19"/>
                  </a:lnTo>
                  <a:lnTo>
                    <a:pt x="1" y="23"/>
                  </a:lnTo>
                  <a:lnTo>
                    <a:pt x="1" y="42"/>
                  </a:lnTo>
                  <a:lnTo>
                    <a:pt x="1" y="59"/>
                  </a:lnTo>
                  <a:lnTo>
                    <a:pt x="1" y="53"/>
                  </a:lnTo>
                  <a:lnTo>
                    <a:pt x="1" y="44"/>
                  </a:lnTo>
                  <a:lnTo>
                    <a:pt x="1" y="54"/>
                  </a:lnTo>
                  <a:lnTo>
                    <a:pt x="1" y="67"/>
                  </a:lnTo>
                  <a:lnTo>
                    <a:pt x="1" y="4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35"/>
                  </a:lnTo>
                  <a:lnTo>
                    <a:pt x="2" y="52"/>
                  </a:lnTo>
                  <a:lnTo>
                    <a:pt x="2" y="59"/>
                  </a:lnTo>
                  <a:lnTo>
                    <a:pt x="2" y="60"/>
                  </a:lnTo>
                  <a:lnTo>
                    <a:pt x="3" y="52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3" y="53"/>
                  </a:lnTo>
                  <a:lnTo>
                    <a:pt x="3" y="52"/>
                  </a:lnTo>
                  <a:lnTo>
                    <a:pt x="3" y="32"/>
                  </a:lnTo>
                  <a:lnTo>
                    <a:pt x="3" y="13"/>
                  </a:lnTo>
                  <a:lnTo>
                    <a:pt x="3" y="7"/>
                  </a:lnTo>
                  <a:lnTo>
                    <a:pt x="3" y="7"/>
                  </a:lnTo>
                  <a:lnTo>
                    <a:pt x="4" y="19"/>
                  </a:lnTo>
                  <a:lnTo>
                    <a:pt x="4" y="43"/>
                  </a:lnTo>
                  <a:lnTo>
                    <a:pt x="4" y="67"/>
                  </a:lnTo>
                  <a:lnTo>
                    <a:pt x="4" y="74"/>
                  </a:lnTo>
                  <a:lnTo>
                    <a:pt x="4" y="60"/>
                  </a:lnTo>
                  <a:lnTo>
                    <a:pt x="4" y="48"/>
                  </a:lnTo>
                  <a:lnTo>
                    <a:pt x="4" y="55"/>
                  </a:lnTo>
                  <a:lnTo>
                    <a:pt x="4" y="56"/>
                  </a:lnTo>
                  <a:lnTo>
                    <a:pt x="4" y="42"/>
                  </a:lnTo>
                  <a:lnTo>
                    <a:pt x="5" y="35"/>
                  </a:lnTo>
                  <a:lnTo>
                    <a:pt x="5" y="31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5" y="17"/>
                  </a:lnTo>
                  <a:lnTo>
                    <a:pt x="6" y="25"/>
                  </a:lnTo>
                  <a:lnTo>
                    <a:pt x="6" y="55"/>
                  </a:lnTo>
                  <a:lnTo>
                    <a:pt x="6" y="72"/>
                  </a:lnTo>
                  <a:lnTo>
                    <a:pt x="6" y="48"/>
                  </a:lnTo>
                  <a:lnTo>
                    <a:pt x="6" y="11"/>
                  </a:lnTo>
                  <a:lnTo>
                    <a:pt x="6" y="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52" name="Freeform 1058"/>
            <p:cNvSpPr/>
            <p:nvPr/>
          </p:nvSpPr>
          <p:spPr bwMode="auto">
            <a:xfrm>
              <a:off x="4151313" y="4654551"/>
              <a:ext cx="11113" cy="109538"/>
            </a:xfrm>
            <a:custGeom>
              <a:avLst/>
              <a:gdLst>
                <a:gd name="T0" fmla="*/ 0 w 7"/>
                <a:gd name="T1" fmla="*/ 20 h 69"/>
                <a:gd name="T2" fmla="*/ 0 w 7"/>
                <a:gd name="T3" fmla="*/ 12 h 69"/>
                <a:gd name="T4" fmla="*/ 0 w 7"/>
                <a:gd name="T5" fmla="*/ 21 h 69"/>
                <a:gd name="T6" fmla="*/ 0 w 7"/>
                <a:gd name="T7" fmla="*/ 23 h 69"/>
                <a:gd name="T8" fmla="*/ 0 w 7"/>
                <a:gd name="T9" fmla="*/ 31 h 69"/>
                <a:gd name="T10" fmla="*/ 1 w 7"/>
                <a:gd name="T11" fmla="*/ 54 h 69"/>
                <a:gd name="T12" fmla="*/ 1 w 7"/>
                <a:gd name="T13" fmla="*/ 62 h 69"/>
                <a:gd name="T14" fmla="*/ 1 w 7"/>
                <a:gd name="T15" fmla="*/ 42 h 69"/>
                <a:gd name="T16" fmla="*/ 1 w 7"/>
                <a:gd name="T17" fmla="*/ 17 h 69"/>
                <a:gd name="T18" fmla="*/ 1 w 7"/>
                <a:gd name="T19" fmla="*/ 0 h 69"/>
                <a:gd name="T20" fmla="*/ 1 w 7"/>
                <a:gd name="T21" fmla="*/ 1 h 69"/>
                <a:gd name="T22" fmla="*/ 2 w 7"/>
                <a:gd name="T23" fmla="*/ 33 h 69"/>
                <a:gd name="T24" fmla="*/ 2 w 7"/>
                <a:gd name="T25" fmla="*/ 69 h 69"/>
                <a:gd name="T26" fmla="*/ 2 w 7"/>
                <a:gd name="T27" fmla="*/ 61 h 69"/>
                <a:gd name="T28" fmla="*/ 2 w 7"/>
                <a:gd name="T29" fmla="*/ 27 h 69"/>
                <a:gd name="T30" fmla="*/ 2 w 7"/>
                <a:gd name="T31" fmla="*/ 15 h 69"/>
                <a:gd name="T32" fmla="*/ 2 w 7"/>
                <a:gd name="T33" fmla="*/ 26 h 69"/>
                <a:gd name="T34" fmla="*/ 2 w 7"/>
                <a:gd name="T35" fmla="*/ 27 h 69"/>
                <a:gd name="T36" fmla="*/ 2 w 7"/>
                <a:gd name="T37" fmla="*/ 26 h 69"/>
                <a:gd name="T38" fmla="*/ 2 w 7"/>
                <a:gd name="T39" fmla="*/ 43 h 69"/>
                <a:gd name="T40" fmla="*/ 3 w 7"/>
                <a:gd name="T41" fmla="*/ 58 h 69"/>
                <a:gd name="T42" fmla="*/ 3 w 7"/>
                <a:gd name="T43" fmla="*/ 43 h 69"/>
                <a:gd name="T44" fmla="*/ 3 w 7"/>
                <a:gd name="T45" fmla="*/ 22 h 69"/>
                <a:gd name="T46" fmla="*/ 3 w 7"/>
                <a:gd name="T47" fmla="*/ 14 h 69"/>
                <a:gd name="T48" fmla="*/ 3 w 7"/>
                <a:gd name="T49" fmla="*/ 13 h 69"/>
                <a:gd name="T50" fmla="*/ 3 w 7"/>
                <a:gd name="T51" fmla="*/ 19 h 69"/>
                <a:gd name="T52" fmla="*/ 3 w 7"/>
                <a:gd name="T53" fmla="*/ 36 h 69"/>
                <a:gd name="T54" fmla="*/ 3 w 7"/>
                <a:gd name="T55" fmla="*/ 49 h 69"/>
                <a:gd name="T56" fmla="*/ 3 w 7"/>
                <a:gd name="T57" fmla="*/ 41 h 69"/>
                <a:gd name="T58" fmla="*/ 3 w 7"/>
                <a:gd name="T59" fmla="*/ 22 h 69"/>
                <a:gd name="T60" fmla="*/ 4 w 7"/>
                <a:gd name="T61" fmla="*/ 22 h 69"/>
                <a:gd name="T62" fmla="*/ 4 w 7"/>
                <a:gd name="T63" fmla="*/ 45 h 69"/>
                <a:gd name="T64" fmla="*/ 4 w 7"/>
                <a:gd name="T65" fmla="*/ 62 h 69"/>
                <a:gd name="T66" fmla="*/ 4 w 7"/>
                <a:gd name="T67" fmla="*/ 55 h 69"/>
                <a:gd name="T68" fmla="*/ 4 w 7"/>
                <a:gd name="T69" fmla="*/ 40 h 69"/>
                <a:gd name="T70" fmla="*/ 4 w 7"/>
                <a:gd name="T71" fmla="*/ 36 h 69"/>
                <a:gd name="T72" fmla="*/ 5 w 7"/>
                <a:gd name="T73" fmla="*/ 42 h 69"/>
                <a:gd name="T74" fmla="*/ 5 w 7"/>
                <a:gd name="T75" fmla="*/ 38 h 69"/>
                <a:gd name="T76" fmla="*/ 5 w 7"/>
                <a:gd name="T77" fmla="*/ 24 h 69"/>
                <a:gd name="T78" fmla="*/ 5 w 7"/>
                <a:gd name="T79" fmla="*/ 22 h 69"/>
                <a:gd name="T80" fmla="*/ 5 w 7"/>
                <a:gd name="T81" fmla="*/ 26 h 69"/>
                <a:gd name="T82" fmla="*/ 5 w 7"/>
                <a:gd name="T83" fmla="*/ 24 h 69"/>
                <a:gd name="T84" fmla="*/ 5 w 7"/>
                <a:gd name="T85" fmla="*/ 26 h 69"/>
                <a:gd name="T86" fmla="*/ 5 w 7"/>
                <a:gd name="T87" fmla="*/ 28 h 69"/>
                <a:gd name="T88" fmla="*/ 5 w 7"/>
                <a:gd name="T89" fmla="*/ 32 h 69"/>
                <a:gd name="T90" fmla="*/ 6 w 7"/>
                <a:gd name="T91" fmla="*/ 47 h 69"/>
                <a:gd name="T92" fmla="*/ 6 w 7"/>
                <a:gd name="T93" fmla="*/ 52 h 69"/>
                <a:gd name="T94" fmla="*/ 6 w 7"/>
                <a:gd name="T95" fmla="*/ 39 h 69"/>
                <a:gd name="T96" fmla="*/ 6 w 7"/>
                <a:gd name="T97" fmla="*/ 26 h 69"/>
                <a:gd name="T98" fmla="*/ 6 w 7"/>
                <a:gd name="T99" fmla="*/ 26 h 69"/>
                <a:gd name="T100" fmla="*/ 6 w 7"/>
                <a:gd name="T101" fmla="*/ 37 h 69"/>
                <a:gd name="T102" fmla="*/ 7 w 7"/>
                <a:gd name="T103" fmla="*/ 4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69">
                  <a:moveTo>
                    <a:pt x="0" y="20"/>
                  </a:moveTo>
                  <a:lnTo>
                    <a:pt x="0" y="12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31"/>
                  </a:lnTo>
                  <a:lnTo>
                    <a:pt x="1" y="54"/>
                  </a:lnTo>
                  <a:lnTo>
                    <a:pt x="1" y="62"/>
                  </a:lnTo>
                  <a:lnTo>
                    <a:pt x="1" y="42"/>
                  </a:lnTo>
                  <a:lnTo>
                    <a:pt x="1" y="17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33"/>
                  </a:lnTo>
                  <a:lnTo>
                    <a:pt x="2" y="69"/>
                  </a:lnTo>
                  <a:lnTo>
                    <a:pt x="2" y="61"/>
                  </a:lnTo>
                  <a:lnTo>
                    <a:pt x="2" y="27"/>
                  </a:lnTo>
                  <a:lnTo>
                    <a:pt x="2" y="15"/>
                  </a:lnTo>
                  <a:lnTo>
                    <a:pt x="2" y="26"/>
                  </a:lnTo>
                  <a:lnTo>
                    <a:pt x="2" y="27"/>
                  </a:lnTo>
                  <a:lnTo>
                    <a:pt x="2" y="26"/>
                  </a:lnTo>
                  <a:lnTo>
                    <a:pt x="2" y="43"/>
                  </a:lnTo>
                  <a:lnTo>
                    <a:pt x="3" y="58"/>
                  </a:lnTo>
                  <a:lnTo>
                    <a:pt x="3" y="43"/>
                  </a:lnTo>
                  <a:lnTo>
                    <a:pt x="3" y="22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3" y="19"/>
                  </a:lnTo>
                  <a:lnTo>
                    <a:pt x="3" y="36"/>
                  </a:lnTo>
                  <a:lnTo>
                    <a:pt x="3" y="49"/>
                  </a:lnTo>
                  <a:lnTo>
                    <a:pt x="3" y="41"/>
                  </a:lnTo>
                  <a:lnTo>
                    <a:pt x="3" y="22"/>
                  </a:lnTo>
                  <a:lnTo>
                    <a:pt x="4" y="22"/>
                  </a:lnTo>
                  <a:lnTo>
                    <a:pt x="4" y="45"/>
                  </a:lnTo>
                  <a:lnTo>
                    <a:pt x="4" y="62"/>
                  </a:lnTo>
                  <a:lnTo>
                    <a:pt x="4" y="55"/>
                  </a:lnTo>
                  <a:lnTo>
                    <a:pt x="4" y="40"/>
                  </a:lnTo>
                  <a:lnTo>
                    <a:pt x="4" y="36"/>
                  </a:lnTo>
                  <a:lnTo>
                    <a:pt x="5" y="42"/>
                  </a:lnTo>
                  <a:lnTo>
                    <a:pt x="5" y="38"/>
                  </a:lnTo>
                  <a:lnTo>
                    <a:pt x="5" y="24"/>
                  </a:lnTo>
                  <a:lnTo>
                    <a:pt x="5" y="22"/>
                  </a:lnTo>
                  <a:lnTo>
                    <a:pt x="5" y="26"/>
                  </a:lnTo>
                  <a:lnTo>
                    <a:pt x="5" y="24"/>
                  </a:lnTo>
                  <a:lnTo>
                    <a:pt x="5" y="26"/>
                  </a:lnTo>
                  <a:lnTo>
                    <a:pt x="5" y="28"/>
                  </a:lnTo>
                  <a:lnTo>
                    <a:pt x="5" y="32"/>
                  </a:lnTo>
                  <a:lnTo>
                    <a:pt x="6" y="47"/>
                  </a:lnTo>
                  <a:lnTo>
                    <a:pt x="6" y="52"/>
                  </a:lnTo>
                  <a:lnTo>
                    <a:pt x="6" y="39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6" y="37"/>
                  </a:lnTo>
                  <a:lnTo>
                    <a:pt x="7" y="4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53" name="Freeform 1059"/>
            <p:cNvSpPr/>
            <p:nvPr/>
          </p:nvSpPr>
          <p:spPr bwMode="auto">
            <a:xfrm>
              <a:off x="4160838" y="4656138"/>
              <a:ext cx="11113" cy="114300"/>
            </a:xfrm>
            <a:custGeom>
              <a:avLst/>
              <a:gdLst>
                <a:gd name="T0" fmla="*/ 0 w 7"/>
                <a:gd name="T1" fmla="*/ 36 h 72"/>
                <a:gd name="T2" fmla="*/ 1 w 7"/>
                <a:gd name="T3" fmla="*/ 43 h 72"/>
                <a:gd name="T4" fmla="*/ 1 w 7"/>
                <a:gd name="T5" fmla="*/ 33 h 72"/>
                <a:gd name="T6" fmla="*/ 1 w 7"/>
                <a:gd name="T7" fmla="*/ 27 h 72"/>
                <a:gd name="T8" fmla="*/ 1 w 7"/>
                <a:gd name="T9" fmla="*/ 33 h 72"/>
                <a:gd name="T10" fmla="*/ 1 w 7"/>
                <a:gd name="T11" fmla="*/ 38 h 72"/>
                <a:gd name="T12" fmla="*/ 1 w 7"/>
                <a:gd name="T13" fmla="*/ 40 h 72"/>
                <a:gd name="T14" fmla="*/ 1 w 7"/>
                <a:gd name="T15" fmla="*/ 36 h 72"/>
                <a:gd name="T16" fmla="*/ 1 w 7"/>
                <a:gd name="T17" fmla="*/ 38 h 72"/>
                <a:gd name="T18" fmla="*/ 1 w 7"/>
                <a:gd name="T19" fmla="*/ 55 h 72"/>
                <a:gd name="T20" fmla="*/ 2 w 7"/>
                <a:gd name="T21" fmla="*/ 53 h 72"/>
                <a:gd name="T22" fmla="*/ 2 w 7"/>
                <a:gd name="T23" fmla="*/ 40 h 72"/>
                <a:gd name="T24" fmla="*/ 2 w 7"/>
                <a:gd name="T25" fmla="*/ 50 h 72"/>
                <a:gd name="T26" fmla="*/ 2 w 7"/>
                <a:gd name="T27" fmla="*/ 55 h 72"/>
                <a:gd name="T28" fmla="*/ 2 w 7"/>
                <a:gd name="T29" fmla="*/ 33 h 72"/>
                <a:gd name="T30" fmla="*/ 2 w 7"/>
                <a:gd name="T31" fmla="*/ 23 h 72"/>
                <a:gd name="T32" fmla="*/ 2 w 7"/>
                <a:gd name="T33" fmla="*/ 23 h 72"/>
                <a:gd name="T34" fmla="*/ 2 w 7"/>
                <a:gd name="T35" fmla="*/ 16 h 72"/>
                <a:gd name="T36" fmla="*/ 2 w 7"/>
                <a:gd name="T37" fmla="*/ 15 h 72"/>
                <a:gd name="T38" fmla="*/ 3 w 7"/>
                <a:gd name="T39" fmla="*/ 25 h 72"/>
                <a:gd name="T40" fmla="*/ 3 w 7"/>
                <a:gd name="T41" fmla="*/ 27 h 72"/>
                <a:gd name="T42" fmla="*/ 3 w 7"/>
                <a:gd name="T43" fmla="*/ 21 h 72"/>
                <a:gd name="T44" fmla="*/ 3 w 7"/>
                <a:gd name="T45" fmla="*/ 21 h 72"/>
                <a:gd name="T46" fmla="*/ 3 w 7"/>
                <a:gd name="T47" fmla="*/ 36 h 72"/>
                <a:gd name="T48" fmla="*/ 3 w 7"/>
                <a:gd name="T49" fmla="*/ 46 h 72"/>
                <a:gd name="T50" fmla="*/ 4 w 7"/>
                <a:gd name="T51" fmla="*/ 47 h 72"/>
                <a:gd name="T52" fmla="*/ 4 w 7"/>
                <a:gd name="T53" fmla="*/ 47 h 72"/>
                <a:gd name="T54" fmla="*/ 4 w 7"/>
                <a:gd name="T55" fmla="*/ 36 h 72"/>
                <a:gd name="T56" fmla="*/ 4 w 7"/>
                <a:gd name="T57" fmla="*/ 25 h 72"/>
                <a:gd name="T58" fmla="*/ 4 w 7"/>
                <a:gd name="T59" fmla="*/ 28 h 72"/>
                <a:gd name="T60" fmla="*/ 4 w 7"/>
                <a:gd name="T61" fmla="*/ 36 h 72"/>
                <a:gd name="T62" fmla="*/ 4 w 7"/>
                <a:gd name="T63" fmla="*/ 53 h 72"/>
                <a:gd name="T64" fmla="*/ 4 w 7"/>
                <a:gd name="T65" fmla="*/ 72 h 72"/>
                <a:gd name="T66" fmla="*/ 4 w 7"/>
                <a:gd name="T67" fmla="*/ 62 h 72"/>
                <a:gd name="T68" fmla="*/ 5 w 7"/>
                <a:gd name="T69" fmla="*/ 41 h 72"/>
                <a:gd name="T70" fmla="*/ 5 w 7"/>
                <a:gd name="T71" fmla="*/ 40 h 72"/>
                <a:gd name="T72" fmla="*/ 5 w 7"/>
                <a:gd name="T73" fmla="*/ 35 h 72"/>
                <a:gd name="T74" fmla="*/ 5 w 7"/>
                <a:gd name="T75" fmla="*/ 25 h 72"/>
                <a:gd name="T76" fmla="*/ 5 w 7"/>
                <a:gd name="T77" fmla="*/ 34 h 72"/>
                <a:gd name="T78" fmla="*/ 5 w 7"/>
                <a:gd name="T79" fmla="*/ 52 h 72"/>
                <a:gd name="T80" fmla="*/ 5 w 7"/>
                <a:gd name="T81" fmla="*/ 58 h 72"/>
                <a:gd name="T82" fmla="*/ 6 w 7"/>
                <a:gd name="T83" fmla="*/ 45 h 72"/>
                <a:gd name="T84" fmla="*/ 6 w 7"/>
                <a:gd name="T85" fmla="*/ 33 h 72"/>
                <a:gd name="T86" fmla="*/ 6 w 7"/>
                <a:gd name="T87" fmla="*/ 38 h 72"/>
                <a:gd name="T88" fmla="*/ 6 w 7"/>
                <a:gd name="T89" fmla="*/ 39 h 72"/>
                <a:gd name="T90" fmla="*/ 6 w 7"/>
                <a:gd name="T91" fmla="*/ 19 h 72"/>
                <a:gd name="T92" fmla="*/ 6 w 7"/>
                <a:gd name="T93" fmla="*/ 9 h 72"/>
                <a:gd name="T94" fmla="*/ 6 w 7"/>
                <a:gd name="T95" fmla="*/ 30 h 72"/>
                <a:gd name="T96" fmla="*/ 6 w 7"/>
                <a:gd name="T97" fmla="*/ 51 h 72"/>
                <a:gd name="T98" fmla="*/ 6 w 7"/>
                <a:gd name="T99" fmla="*/ 41 h 72"/>
                <a:gd name="T100" fmla="*/ 7 w 7"/>
                <a:gd name="T101" fmla="*/ 13 h 72"/>
                <a:gd name="T102" fmla="*/ 7 w 7"/>
                <a:gd name="T103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2">
                  <a:moveTo>
                    <a:pt x="0" y="36"/>
                  </a:moveTo>
                  <a:lnTo>
                    <a:pt x="1" y="43"/>
                  </a:lnTo>
                  <a:lnTo>
                    <a:pt x="1" y="33"/>
                  </a:lnTo>
                  <a:lnTo>
                    <a:pt x="1" y="27"/>
                  </a:lnTo>
                  <a:lnTo>
                    <a:pt x="1" y="33"/>
                  </a:lnTo>
                  <a:lnTo>
                    <a:pt x="1" y="38"/>
                  </a:lnTo>
                  <a:lnTo>
                    <a:pt x="1" y="40"/>
                  </a:lnTo>
                  <a:lnTo>
                    <a:pt x="1" y="36"/>
                  </a:lnTo>
                  <a:lnTo>
                    <a:pt x="1" y="38"/>
                  </a:lnTo>
                  <a:lnTo>
                    <a:pt x="1" y="55"/>
                  </a:lnTo>
                  <a:lnTo>
                    <a:pt x="2" y="53"/>
                  </a:lnTo>
                  <a:lnTo>
                    <a:pt x="2" y="40"/>
                  </a:lnTo>
                  <a:lnTo>
                    <a:pt x="2" y="50"/>
                  </a:lnTo>
                  <a:lnTo>
                    <a:pt x="2" y="55"/>
                  </a:lnTo>
                  <a:lnTo>
                    <a:pt x="2" y="33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3" y="25"/>
                  </a:lnTo>
                  <a:lnTo>
                    <a:pt x="3" y="27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36"/>
                  </a:lnTo>
                  <a:lnTo>
                    <a:pt x="3" y="46"/>
                  </a:lnTo>
                  <a:lnTo>
                    <a:pt x="4" y="47"/>
                  </a:lnTo>
                  <a:lnTo>
                    <a:pt x="4" y="47"/>
                  </a:lnTo>
                  <a:lnTo>
                    <a:pt x="4" y="36"/>
                  </a:lnTo>
                  <a:lnTo>
                    <a:pt x="4" y="25"/>
                  </a:lnTo>
                  <a:lnTo>
                    <a:pt x="4" y="28"/>
                  </a:lnTo>
                  <a:lnTo>
                    <a:pt x="4" y="36"/>
                  </a:lnTo>
                  <a:lnTo>
                    <a:pt x="4" y="53"/>
                  </a:lnTo>
                  <a:lnTo>
                    <a:pt x="4" y="72"/>
                  </a:lnTo>
                  <a:lnTo>
                    <a:pt x="4" y="62"/>
                  </a:lnTo>
                  <a:lnTo>
                    <a:pt x="5" y="41"/>
                  </a:lnTo>
                  <a:lnTo>
                    <a:pt x="5" y="40"/>
                  </a:lnTo>
                  <a:lnTo>
                    <a:pt x="5" y="35"/>
                  </a:lnTo>
                  <a:lnTo>
                    <a:pt x="5" y="25"/>
                  </a:lnTo>
                  <a:lnTo>
                    <a:pt x="5" y="34"/>
                  </a:lnTo>
                  <a:lnTo>
                    <a:pt x="5" y="52"/>
                  </a:lnTo>
                  <a:lnTo>
                    <a:pt x="5" y="58"/>
                  </a:lnTo>
                  <a:lnTo>
                    <a:pt x="6" y="45"/>
                  </a:lnTo>
                  <a:lnTo>
                    <a:pt x="6" y="33"/>
                  </a:lnTo>
                  <a:lnTo>
                    <a:pt x="6" y="38"/>
                  </a:lnTo>
                  <a:lnTo>
                    <a:pt x="6" y="39"/>
                  </a:lnTo>
                  <a:lnTo>
                    <a:pt x="6" y="19"/>
                  </a:lnTo>
                  <a:lnTo>
                    <a:pt x="6" y="9"/>
                  </a:lnTo>
                  <a:lnTo>
                    <a:pt x="6" y="30"/>
                  </a:lnTo>
                  <a:lnTo>
                    <a:pt x="6" y="51"/>
                  </a:lnTo>
                  <a:lnTo>
                    <a:pt x="6" y="41"/>
                  </a:lnTo>
                  <a:lnTo>
                    <a:pt x="7" y="13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54" name="Freeform 1060"/>
            <p:cNvSpPr/>
            <p:nvPr/>
          </p:nvSpPr>
          <p:spPr bwMode="auto">
            <a:xfrm>
              <a:off x="4171950" y="4598988"/>
              <a:ext cx="9525" cy="127000"/>
            </a:xfrm>
            <a:custGeom>
              <a:avLst/>
              <a:gdLst>
                <a:gd name="T0" fmla="*/ 0 w 6"/>
                <a:gd name="T1" fmla="*/ 49 h 80"/>
                <a:gd name="T2" fmla="*/ 0 w 6"/>
                <a:gd name="T3" fmla="*/ 36 h 80"/>
                <a:gd name="T4" fmla="*/ 0 w 6"/>
                <a:gd name="T5" fmla="*/ 47 h 80"/>
                <a:gd name="T6" fmla="*/ 0 w 6"/>
                <a:gd name="T7" fmla="*/ 66 h 80"/>
                <a:gd name="T8" fmla="*/ 0 w 6"/>
                <a:gd name="T9" fmla="*/ 76 h 80"/>
                <a:gd name="T10" fmla="*/ 0 w 6"/>
                <a:gd name="T11" fmla="*/ 61 h 80"/>
                <a:gd name="T12" fmla="*/ 0 w 6"/>
                <a:gd name="T13" fmla="*/ 44 h 80"/>
                <a:gd name="T14" fmla="*/ 0 w 6"/>
                <a:gd name="T15" fmla="*/ 52 h 80"/>
                <a:gd name="T16" fmla="*/ 0 w 6"/>
                <a:gd name="T17" fmla="*/ 70 h 80"/>
                <a:gd name="T18" fmla="*/ 1 w 6"/>
                <a:gd name="T19" fmla="*/ 66 h 80"/>
                <a:gd name="T20" fmla="*/ 1 w 6"/>
                <a:gd name="T21" fmla="*/ 49 h 80"/>
                <a:gd name="T22" fmla="*/ 1 w 6"/>
                <a:gd name="T23" fmla="*/ 45 h 80"/>
                <a:gd name="T24" fmla="*/ 1 w 6"/>
                <a:gd name="T25" fmla="*/ 55 h 80"/>
                <a:gd name="T26" fmla="*/ 1 w 6"/>
                <a:gd name="T27" fmla="*/ 48 h 80"/>
                <a:gd name="T28" fmla="*/ 1 w 6"/>
                <a:gd name="T29" fmla="*/ 15 h 80"/>
                <a:gd name="T30" fmla="*/ 2 w 6"/>
                <a:gd name="T31" fmla="*/ 0 h 80"/>
                <a:gd name="T32" fmla="*/ 2 w 6"/>
                <a:gd name="T33" fmla="*/ 20 h 80"/>
                <a:gd name="T34" fmla="*/ 2 w 6"/>
                <a:gd name="T35" fmla="*/ 39 h 80"/>
                <a:gd name="T36" fmla="*/ 2 w 6"/>
                <a:gd name="T37" fmla="*/ 40 h 80"/>
                <a:gd name="T38" fmla="*/ 2 w 6"/>
                <a:gd name="T39" fmla="*/ 27 h 80"/>
                <a:gd name="T40" fmla="*/ 2 w 6"/>
                <a:gd name="T41" fmla="*/ 10 h 80"/>
                <a:gd name="T42" fmla="*/ 2 w 6"/>
                <a:gd name="T43" fmla="*/ 20 h 80"/>
                <a:gd name="T44" fmla="*/ 2 w 6"/>
                <a:gd name="T45" fmla="*/ 55 h 80"/>
                <a:gd name="T46" fmla="*/ 2 w 6"/>
                <a:gd name="T47" fmla="*/ 68 h 80"/>
                <a:gd name="T48" fmla="*/ 3 w 6"/>
                <a:gd name="T49" fmla="*/ 43 h 80"/>
                <a:gd name="T50" fmla="*/ 3 w 6"/>
                <a:gd name="T51" fmla="*/ 21 h 80"/>
                <a:gd name="T52" fmla="*/ 3 w 6"/>
                <a:gd name="T53" fmla="*/ 23 h 80"/>
                <a:gd name="T54" fmla="*/ 3 w 6"/>
                <a:gd name="T55" fmla="*/ 29 h 80"/>
                <a:gd name="T56" fmla="*/ 3 w 6"/>
                <a:gd name="T57" fmla="*/ 32 h 80"/>
                <a:gd name="T58" fmla="*/ 3 w 6"/>
                <a:gd name="T59" fmla="*/ 50 h 80"/>
                <a:gd name="T60" fmla="*/ 4 w 6"/>
                <a:gd name="T61" fmla="*/ 71 h 80"/>
                <a:gd name="T62" fmla="*/ 4 w 6"/>
                <a:gd name="T63" fmla="*/ 77 h 80"/>
                <a:gd name="T64" fmla="*/ 4 w 6"/>
                <a:gd name="T65" fmla="*/ 73 h 80"/>
                <a:gd name="T66" fmla="*/ 4 w 6"/>
                <a:gd name="T67" fmla="*/ 58 h 80"/>
                <a:gd name="T68" fmla="*/ 4 w 6"/>
                <a:gd name="T69" fmla="*/ 40 h 80"/>
                <a:gd name="T70" fmla="*/ 4 w 6"/>
                <a:gd name="T71" fmla="*/ 45 h 80"/>
                <a:gd name="T72" fmla="*/ 4 w 6"/>
                <a:gd name="T73" fmla="*/ 53 h 80"/>
                <a:gd name="T74" fmla="*/ 4 w 6"/>
                <a:gd name="T75" fmla="*/ 45 h 80"/>
                <a:gd name="T76" fmla="*/ 4 w 6"/>
                <a:gd name="T77" fmla="*/ 34 h 80"/>
                <a:gd name="T78" fmla="*/ 5 w 6"/>
                <a:gd name="T79" fmla="*/ 27 h 80"/>
                <a:gd name="T80" fmla="*/ 5 w 6"/>
                <a:gd name="T81" fmla="*/ 25 h 80"/>
                <a:gd name="T82" fmla="*/ 5 w 6"/>
                <a:gd name="T83" fmla="*/ 44 h 80"/>
                <a:gd name="T84" fmla="*/ 5 w 6"/>
                <a:gd name="T85" fmla="*/ 64 h 80"/>
                <a:gd name="T86" fmla="*/ 5 w 6"/>
                <a:gd name="T87" fmla="*/ 65 h 80"/>
                <a:gd name="T88" fmla="*/ 5 w 6"/>
                <a:gd name="T89" fmla="*/ 70 h 80"/>
                <a:gd name="T90" fmla="*/ 5 w 6"/>
                <a:gd name="T91" fmla="*/ 71 h 80"/>
                <a:gd name="T92" fmla="*/ 5 w 6"/>
                <a:gd name="T93" fmla="*/ 49 h 80"/>
                <a:gd name="T94" fmla="*/ 5 w 6"/>
                <a:gd name="T95" fmla="*/ 41 h 80"/>
                <a:gd name="T96" fmla="*/ 6 w 6"/>
                <a:gd name="T97" fmla="*/ 64 h 80"/>
                <a:gd name="T98" fmla="*/ 6 w 6"/>
                <a:gd name="T99" fmla="*/ 80 h 80"/>
                <a:gd name="T100" fmla="*/ 6 w 6"/>
                <a:gd name="T101" fmla="*/ 72 h 80"/>
                <a:gd name="T102" fmla="*/ 6 w 6"/>
                <a:gd name="T103" fmla="*/ 6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0">
                  <a:moveTo>
                    <a:pt x="0" y="49"/>
                  </a:moveTo>
                  <a:lnTo>
                    <a:pt x="0" y="36"/>
                  </a:lnTo>
                  <a:lnTo>
                    <a:pt x="0" y="47"/>
                  </a:lnTo>
                  <a:lnTo>
                    <a:pt x="0" y="66"/>
                  </a:lnTo>
                  <a:lnTo>
                    <a:pt x="0" y="76"/>
                  </a:lnTo>
                  <a:lnTo>
                    <a:pt x="0" y="61"/>
                  </a:lnTo>
                  <a:lnTo>
                    <a:pt x="0" y="44"/>
                  </a:lnTo>
                  <a:lnTo>
                    <a:pt x="0" y="52"/>
                  </a:lnTo>
                  <a:lnTo>
                    <a:pt x="0" y="70"/>
                  </a:lnTo>
                  <a:lnTo>
                    <a:pt x="1" y="66"/>
                  </a:lnTo>
                  <a:lnTo>
                    <a:pt x="1" y="49"/>
                  </a:lnTo>
                  <a:lnTo>
                    <a:pt x="1" y="45"/>
                  </a:lnTo>
                  <a:lnTo>
                    <a:pt x="1" y="55"/>
                  </a:lnTo>
                  <a:lnTo>
                    <a:pt x="1" y="48"/>
                  </a:lnTo>
                  <a:lnTo>
                    <a:pt x="1" y="15"/>
                  </a:lnTo>
                  <a:lnTo>
                    <a:pt x="2" y="0"/>
                  </a:lnTo>
                  <a:lnTo>
                    <a:pt x="2" y="20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27"/>
                  </a:lnTo>
                  <a:lnTo>
                    <a:pt x="2" y="10"/>
                  </a:lnTo>
                  <a:lnTo>
                    <a:pt x="2" y="20"/>
                  </a:lnTo>
                  <a:lnTo>
                    <a:pt x="2" y="55"/>
                  </a:lnTo>
                  <a:lnTo>
                    <a:pt x="2" y="68"/>
                  </a:lnTo>
                  <a:lnTo>
                    <a:pt x="3" y="43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3" y="29"/>
                  </a:lnTo>
                  <a:lnTo>
                    <a:pt x="3" y="32"/>
                  </a:lnTo>
                  <a:lnTo>
                    <a:pt x="3" y="50"/>
                  </a:lnTo>
                  <a:lnTo>
                    <a:pt x="4" y="71"/>
                  </a:lnTo>
                  <a:lnTo>
                    <a:pt x="4" y="77"/>
                  </a:lnTo>
                  <a:lnTo>
                    <a:pt x="4" y="73"/>
                  </a:lnTo>
                  <a:lnTo>
                    <a:pt x="4" y="58"/>
                  </a:lnTo>
                  <a:lnTo>
                    <a:pt x="4" y="40"/>
                  </a:lnTo>
                  <a:lnTo>
                    <a:pt x="4" y="45"/>
                  </a:lnTo>
                  <a:lnTo>
                    <a:pt x="4" y="53"/>
                  </a:lnTo>
                  <a:lnTo>
                    <a:pt x="4" y="45"/>
                  </a:lnTo>
                  <a:lnTo>
                    <a:pt x="4" y="34"/>
                  </a:lnTo>
                  <a:lnTo>
                    <a:pt x="5" y="27"/>
                  </a:lnTo>
                  <a:lnTo>
                    <a:pt x="5" y="25"/>
                  </a:lnTo>
                  <a:lnTo>
                    <a:pt x="5" y="44"/>
                  </a:lnTo>
                  <a:lnTo>
                    <a:pt x="5" y="64"/>
                  </a:lnTo>
                  <a:lnTo>
                    <a:pt x="5" y="65"/>
                  </a:lnTo>
                  <a:lnTo>
                    <a:pt x="5" y="70"/>
                  </a:lnTo>
                  <a:lnTo>
                    <a:pt x="5" y="71"/>
                  </a:lnTo>
                  <a:lnTo>
                    <a:pt x="5" y="49"/>
                  </a:lnTo>
                  <a:lnTo>
                    <a:pt x="5" y="41"/>
                  </a:lnTo>
                  <a:lnTo>
                    <a:pt x="6" y="64"/>
                  </a:lnTo>
                  <a:lnTo>
                    <a:pt x="6" y="80"/>
                  </a:lnTo>
                  <a:lnTo>
                    <a:pt x="6" y="72"/>
                  </a:lnTo>
                  <a:lnTo>
                    <a:pt x="6" y="6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55" name="Freeform 1061"/>
            <p:cNvSpPr/>
            <p:nvPr/>
          </p:nvSpPr>
          <p:spPr bwMode="auto">
            <a:xfrm>
              <a:off x="4181475" y="4694238"/>
              <a:ext cx="9525" cy="141288"/>
            </a:xfrm>
            <a:custGeom>
              <a:avLst/>
              <a:gdLst>
                <a:gd name="T0" fmla="*/ 0 w 6"/>
                <a:gd name="T1" fmla="*/ 12 h 89"/>
                <a:gd name="T2" fmla="*/ 0 w 6"/>
                <a:gd name="T3" fmla="*/ 2 h 89"/>
                <a:gd name="T4" fmla="*/ 0 w 6"/>
                <a:gd name="T5" fmla="*/ 4 h 89"/>
                <a:gd name="T6" fmla="*/ 0 w 6"/>
                <a:gd name="T7" fmla="*/ 9 h 89"/>
                <a:gd name="T8" fmla="*/ 1 w 6"/>
                <a:gd name="T9" fmla="*/ 7 h 89"/>
                <a:gd name="T10" fmla="*/ 1 w 6"/>
                <a:gd name="T11" fmla="*/ 6 h 89"/>
                <a:gd name="T12" fmla="*/ 1 w 6"/>
                <a:gd name="T13" fmla="*/ 19 h 89"/>
                <a:gd name="T14" fmla="*/ 1 w 6"/>
                <a:gd name="T15" fmla="*/ 33 h 89"/>
                <a:gd name="T16" fmla="*/ 1 w 6"/>
                <a:gd name="T17" fmla="*/ 29 h 89"/>
                <a:gd name="T18" fmla="*/ 1 w 6"/>
                <a:gd name="T19" fmla="*/ 19 h 89"/>
                <a:gd name="T20" fmla="*/ 1 w 6"/>
                <a:gd name="T21" fmla="*/ 24 h 89"/>
                <a:gd name="T22" fmla="*/ 1 w 6"/>
                <a:gd name="T23" fmla="*/ 36 h 89"/>
                <a:gd name="T24" fmla="*/ 1 w 6"/>
                <a:gd name="T25" fmla="*/ 32 h 89"/>
                <a:gd name="T26" fmla="*/ 1 w 6"/>
                <a:gd name="T27" fmla="*/ 16 h 89"/>
                <a:gd name="T28" fmla="*/ 2 w 6"/>
                <a:gd name="T29" fmla="*/ 16 h 89"/>
                <a:gd name="T30" fmla="*/ 2 w 6"/>
                <a:gd name="T31" fmla="*/ 32 h 89"/>
                <a:gd name="T32" fmla="*/ 2 w 6"/>
                <a:gd name="T33" fmla="*/ 32 h 89"/>
                <a:gd name="T34" fmla="*/ 2 w 6"/>
                <a:gd name="T35" fmla="*/ 17 h 89"/>
                <a:gd name="T36" fmla="*/ 2 w 6"/>
                <a:gd name="T37" fmla="*/ 24 h 89"/>
                <a:gd name="T38" fmla="*/ 2 w 6"/>
                <a:gd name="T39" fmla="*/ 52 h 89"/>
                <a:gd name="T40" fmla="*/ 3 w 6"/>
                <a:gd name="T41" fmla="*/ 59 h 89"/>
                <a:gd name="T42" fmla="*/ 3 w 6"/>
                <a:gd name="T43" fmla="*/ 47 h 89"/>
                <a:gd name="T44" fmla="*/ 3 w 6"/>
                <a:gd name="T45" fmla="*/ 48 h 89"/>
                <a:gd name="T46" fmla="*/ 3 w 6"/>
                <a:gd name="T47" fmla="*/ 48 h 89"/>
                <a:gd name="T48" fmla="*/ 3 w 6"/>
                <a:gd name="T49" fmla="*/ 35 h 89"/>
                <a:gd name="T50" fmla="*/ 3 w 6"/>
                <a:gd name="T51" fmla="*/ 26 h 89"/>
                <a:gd name="T52" fmla="*/ 3 w 6"/>
                <a:gd name="T53" fmla="*/ 26 h 89"/>
                <a:gd name="T54" fmla="*/ 3 w 6"/>
                <a:gd name="T55" fmla="*/ 24 h 89"/>
                <a:gd name="T56" fmla="*/ 3 w 6"/>
                <a:gd name="T57" fmla="*/ 32 h 89"/>
                <a:gd name="T58" fmla="*/ 4 w 6"/>
                <a:gd name="T59" fmla="*/ 55 h 89"/>
                <a:gd name="T60" fmla="*/ 4 w 6"/>
                <a:gd name="T61" fmla="*/ 67 h 89"/>
                <a:gd name="T62" fmla="*/ 4 w 6"/>
                <a:gd name="T63" fmla="*/ 62 h 89"/>
                <a:gd name="T64" fmla="*/ 4 w 6"/>
                <a:gd name="T65" fmla="*/ 73 h 89"/>
                <a:gd name="T66" fmla="*/ 4 w 6"/>
                <a:gd name="T67" fmla="*/ 89 h 89"/>
                <a:gd name="T68" fmla="*/ 4 w 6"/>
                <a:gd name="T69" fmla="*/ 67 h 89"/>
                <a:gd name="T70" fmla="*/ 4 w 6"/>
                <a:gd name="T71" fmla="*/ 18 h 89"/>
                <a:gd name="T72" fmla="*/ 4 w 6"/>
                <a:gd name="T73" fmla="*/ 0 h 89"/>
                <a:gd name="T74" fmla="*/ 4 w 6"/>
                <a:gd name="T75" fmla="*/ 19 h 89"/>
                <a:gd name="T76" fmla="*/ 5 w 6"/>
                <a:gd name="T77" fmla="*/ 36 h 89"/>
                <a:gd name="T78" fmla="*/ 5 w 6"/>
                <a:gd name="T79" fmla="*/ 26 h 89"/>
                <a:gd name="T80" fmla="*/ 5 w 6"/>
                <a:gd name="T81" fmla="*/ 12 h 89"/>
                <a:gd name="T82" fmla="*/ 5 w 6"/>
                <a:gd name="T83" fmla="*/ 22 h 89"/>
                <a:gd name="T84" fmla="*/ 5 w 6"/>
                <a:gd name="T85" fmla="*/ 33 h 89"/>
                <a:gd name="T86" fmla="*/ 5 w 6"/>
                <a:gd name="T87" fmla="*/ 24 h 89"/>
                <a:gd name="T88" fmla="*/ 6 w 6"/>
                <a:gd name="T89" fmla="*/ 31 h 89"/>
                <a:gd name="T90" fmla="*/ 6 w 6"/>
                <a:gd name="T91" fmla="*/ 63 h 89"/>
                <a:gd name="T92" fmla="*/ 6 w 6"/>
                <a:gd name="T93" fmla="*/ 80 h 89"/>
                <a:gd name="T94" fmla="*/ 6 w 6"/>
                <a:gd name="T95" fmla="*/ 70 h 89"/>
                <a:gd name="T96" fmla="*/ 6 w 6"/>
                <a:gd name="T97" fmla="*/ 44 h 89"/>
                <a:gd name="T98" fmla="*/ 6 w 6"/>
                <a:gd name="T99" fmla="*/ 19 h 89"/>
                <a:gd name="T100" fmla="*/ 6 w 6"/>
                <a:gd name="T101" fmla="*/ 9 h 89"/>
                <a:gd name="T102" fmla="*/ 6 w 6"/>
                <a:gd name="T103" fmla="*/ 4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9">
                  <a:moveTo>
                    <a:pt x="0" y="12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0" y="9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19"/>
                  </a:lnTo>
                  <a:lnTo>
                    <a:pt x="1" y="33"/>
                  </a:lnTo>
                  <a:lnTo>
                    <a:pt x="1" y="29"/>
                  </a:lnTo>
                  <a:lnTo>
                    <a:pt x="1" y="19"/>
                  </a:lnTo>
                  <a:lnTo>
                    <a:pt x="1" y="24"/>
                  </a:lnTo>
                  <a:lnTo>
                    <a:pt x="1" y="36"/>
                  </a:lnTo>
                  <a:lnTo>
                    <a:pt x="1" y="32"/>
                  </a:lnTo>
                  <a:lnTo>
                    <a:pt x="1" y="16"/>
                  </a:lnTo>
                  <a:lnTo>
                    <a:pt x="2" y="16"/>
                  </a:lnTo>
                  <a:lnTo>
                    <a:pt x="2" y="32"/>
                  </a:lnTo>
                  <a:lnTo>
                    <a:pt x="2" y="32"/>
                  </a:lnTo>
                  <a:lnTo>
                    <a:pt x="2" y="17"/>
                  </a:lnTo>
                  <a:lnTo>
                    <a:pt x="2" y="24"/>
                  </a:lnTo>
                  <a:lnTo>
                    <a:pt x="2" y="52"/>
                  </a:lnTo>
                  <a:lnTo>
                    <a:pt x="3" y="59"/>
                  </a:lnTo>
                  <a:lnTo>
                    <a:pt x="3" y="47"/>
                  </a:lnTo>
                  <a:lnTo>
                    <a:pt x="3" y="48"/>
                  </a:lnTo>
                  <a:lnTo>
                    <a:pt x="3" y="48"/>
                  </a:lnTo>
                  <a:lnTo>
                    <a:pt x="3" y="35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24"/>
                  </a:lnTo>
                  <a:lnTo>
                    <a:pt x="3" y="32"/>
                  </a:lnTo>
                  <a:lnTo>
                    <a:pt x="4" y="55"/>
                  </a:lnTo>
                  <a:lnTo>
                    <a:pt x="4" y="67"/>
                  </a:lnTo>
                  <a:lnTo>
                    <a:pt x="4" y="62"/>
                  </a:lnTo>
                  <a:lnTo>
                    <a:pt x="4" y="73"/>
                  </a:lnTo>
                  <a:lnTo>
                    <a:pt x="4" y="89"/>
                  </a:lnTo>
                  <a:lnTo>
                    <a:pt x="4" y="67"/>
                  </a:lnTo>
                  <a:lnTo>
                    <a:pt x="4" y="18"/>
                  </a:lnTo>
                  <a:lnTo>
                    <a:pt x="4" y="0"/>
                  </a:lnTo>
                  <a:lnTo>
                    <a:pt x="4" y="19"/>
                  </a:lnTo>
                  <a:lnTo>
                    <a:pt x="5" y="36"/>
                  </a:lnTo>
                  <a:lnTo>
                    <a:pt x="5" y="26"/>
                  </a:lnTo>
                  <a:lnTo>
                    <a:pt x="5" y="12"/>
                  </a:lnTo>
                  <a:lnTo>
                    <a:pt x="5" y="22"/>
                  </a:lnTo>
                  <a:lnTo>
                    <a:pt x="5" y="33"/>
                  </a:lnTo>
                  <a:lnTo>
                    <a:pt x="5" y="24"/>
                  </a:lnTo>
                  <a:lnTo>
                    <a:pt x="6" y="31"/>
                  </a:lnTo>
                  <a:lnTo>
                    <a:pt x="6" y="63"/>
                  </a:lnTo>
                  <a:lnTo>
                    <a:pt x="6" y="80"/>
                  </a:lnTo>
                  <a:lnTo>
                    <a:pt x="6" y="70"/>
                  </a:lnTo>
                  <a:lnTo>
                    <a:pt x="6" y="44"/>
                  </a:lnTo>
                  <a:lnTo>
                    <a:pt x="6" y="19"/>
                  </a:lnTo>
                  <a:lnTo>
                    <a:pt x="6" y="9"/>
                  </a:lnTo>
                  <a:lnTo>
                    <a:pt x="6" y="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56" name="Freeform 1062"/>
            <p:cNvSpPr/>
            <p:nvPr/>
          </p:nvSpPr>
          <p:spPr bwMode="auto">
            <a:xfrm>
              <a:off x="4191000" y="4616451"/>
              <a:ext cx="11113" cy="176213"/>
            </a:xfrm>
            <a:custGeom>
              <a:avLst/>
              <a:gdLst>
                <a:gd name="T0" fmla="*/ 0 w 7"/>
                <a:gd name="T1" fmla="*/ 58 h 111"/>
                <a:gd name="T2" fmla="*/ 0 w 7"/>
                <a:gd name="T3" fmla="*/ 53 h 111"/>
                <a:gd name="T4" fmla="*/ 0 w 7"/>
                <a:gd name="T5" fmla="*/ 48 h 111"/>
                <a:gd name="T6" fmla="*/ 1 w 7"/>
                <a:gd name="T7" fmla="*/ 57 h 111"/>
                <a:gd name="T8" fmla="*/ 1 w 7"/>
                <a:gd name="T9" fmla="*/ 75 h 111"/>
                <a:gd name="T10" fmla="*/ 1 w 7"/>
                <a:gd name="T11" fmla="*/ 98 h 111"/>
                <a:gd name="T12" fmla="*/ 1 w 7"/>
                <a:gd name="T13" fmla="*/ 111 h 111"/>
                <a:gd name="T14" fmla="*/ 1 w 7"/>
                <a:gd name="T15" fmla="*/ 85 h 111"/>
                <a:gd name="T16" fmla="*/ 1 w 7"/>
                <a:gd name="T17" fmla="*/ 43 h 111"/>
                <a:gd name="T18" fmla="*/ 2 w 7"/>
                <a:gd name="T19" fmla="*/ 42 h 111"/>
                <a:gd name="T20" fmla="*/ 2 w 7"/>
                <a:gd name="T21" fmla="*/ 67 h 111"/>
                <a:gd name="T22" fmla="*/ 2 w 7"/>
                <a:gd name="T23" fmla="*/ 71 h 111"/>
                <a:gd name="T24" fmla="*/ 2 w 7"/>
                <a:gd name="T25" fmla="*/ 51 h 111"/>
                <a:gd name="T26" fmla="*/ 2 w 7"/>
                <a:gd name="T27" fmla="*/ 38 h 111"/>
                <a:gd name="T28" fmla="*/ 2 w 7"/>
                <a:gd name="T29" fmla="*/ 44 h 111"/>
                <a:gd name="T30" fmla="*/ 2 w 7"/>
                <a:gd name="T31" fmla="*/ 43 h 111"/>
                <a:gd name="T32" fmla="*/ 2 w 7"/>
                <a:gd name="T33" fmla="*/ 28 h 111"/>
                <a:gd name="T34" fmla="*/ 2 w 7"/>
                <a:gd name="T35" fmla="*/ 32 h 111"/>
                <a:gd name="T36" fmla="*/ 3 w 7"/>
                <a:gd name="T37" fmla="*/ 56 h 111"/>
                <a:gd name="T38" fmla="*/ 3 w 7"/>
                <a:gd name="T39" fmla="*/ 66 h 111"/>
                <a:gd name="T40" fmla="*/ 3 w 7"/>
                <a:gd name="T41" fmla="*/ 62 h 111"/>
                <a:gd name="T42" fmla="*/ 3 w 7"/>
                <a:gd name="T43" fmla="*/ 48 h 111"/>
                <a:gd name="T44" fmla="*/ 3 w 7"/>
                <a:gd name="T45" fmla="*/ 25 h 111"/>
                <a:gd name="T46" fmla="*/ 3 w 7"/>
                <a:gd name="T47" fmla="*/ 13 h 111"/>
                <a:gd name="T48" fmla="*/ 3 w 7"/>
                <a:gd name="T49" fmla="*/ 17 h 111"/>
                <a:gd name="T50" fmla="*/ 4 w 7"/>
                <a:gd name="T51" fmla="*/ 28 h 111"/>
                <a:gd name="T52" fmla="*/ 4 w 7"/>
                <a:gd name="T53" fmla="*/ 34 h 111"/>
                <a:gd name="T54" fmla="*/ 4 w 7"/>
                <a:gd name="T55" fmla="*/ 23 h 111"/>
                <a:gd name="T56" fmla="*/ 4 w 7"/>
                <a:gd name="T57" fmla="*/ 13 h 111"/>
                <a:gd name="T58" fmla="*/ 4 w 7"/>
                <a:gd name="T59" fmla="*/ 29 h 111"/>
                <a:gd name="T60" fmla="*/ 4 w 7"/>
                <a:gd name="T61" fmla="*/ 48 h 111"/>
                <a:gd name="T62" fmla="*/ 4 w 7"/>
                <a:gd name="T63" fmla="*/ 47 h 111"/>
                <a:gd name="T64" fmla="*/ 4 w 7"/>
                <a:gd name="T65" fmla="*/ 43 h 111"/>
                <a:gd name="T66" fmla="*/ 4 w 7"/>
                <a:gd name="T67" fmla="*/ 49 h 111"/>
                <a:gd name="T68" fmla="*/ 5 w 7"/>
                <a:gd name="T69" fmla="*/ 49 h 111"/>
                <a:gd name="T70" fmla="*/ 5 w 7"/>
                <a:gd name="T71" fmla="*/ 33 h 111"/>
                <a:gd name="T72" fmla="*/ 5 w 7"/>
                <a:gd name="T73" fmla="*/ 8 h 111"/>
                <a:gd name="T74" fmla="*/ 5 w 7"/>
                <a:gd name="T75" fmla="*/ 0 h 111"/>
                <a:gd name="T76" fmla="*/ 5 w 7"/>
                <a:gd name="T77" fmla="*/ 23 h 111"/>
                <a:gd name="T78" fmla="*/ 5 w 7"/>
                <a:gd name="T79" fmla="*/ 48 h 111"/>
                <a:gd name="T80" fmla="*/ 5 w 7"/>
                <a:gd name="T81" fmla="*/ 42 h 111"/>
                <a:gd name="T82" fmla="*/ 5 w 7"/>
                <a:gd name="T83" fmla="*/ 20 h 111"/>
                <a:gd name="T84" fmla="*/ 5 w 7"/>
                <a:gd name="T85" fmla="*/ 23 h 111"/>
                <a:gd name="T86" fmla="*/ 6 w 7"/>
                <a:gd name="T87" fmla="*/ 45 h 111"/>
                <a:gd name="T88" fmla="*/ 6 w 7"/>
                <a:gd name="T89" fmla="*/ 60 h 111"/>
                <a:gd name="T90" fmla="*/ 6 w 7"/>
                <a:gd name="T91" fmla="*/ 67 h 111"/>
                <a:gd name="T92" fmla="*/ 6 w 7"/>
                <a:gd name="T93" fmla="*/ 73 h 111"/>
                <a:gd name="T94" fmla="*/ 6 w 7"/>
                <a:gd name="T95" fmla="*/ 69 h 111"/>
                <a:gd name="T96" fmla="*/ 6 w 7"/>
                <a:gd name="T97" fmla="*/ 55 h 111"/>
                <a:gd name="T98" fmla="*/ 7 w 7"/>
                <a:gd name="T99" fmla="*/ 38 h 111"/>
                <a:gd name="T100" fmla="*/ 7 w 7"/>
                <a:gd name="T101" fmla="*/ 24 h 111"/>
                <a:gd name="T102" fmla="*/ 7 w 7"/>
                <a:gd name="T103" fmla="*/ 19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11">
                  <a:moveTo>
                    <a:pt x="0" y="58"/>
                  </a:moveTo>
                  <a:lnTo>
                    <a:pt x="0" y="53"/>
                  </a:lnTo>
                  <a:lnTo>
                    <a:pt x="0" y="48"/>
                  </a:lnTo>
                  <a:lnTo>
                    <a:pt x="1" y="57"/>
                  </a:lnTo>
                  <a:lnTo>
                    <a:pt x="1" y="75"/>
                  </a:lnTo>
                  <a:lnTo>
                    <a:pt x="1" y="98"/>
                  </a:lnTo>
                  <a:lnTo>
                    <a:pt x="1" y="111"/>
                  </a:lnTo>
                  <a:lnTo>
                    <a:pt x="1" y="8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2" y="67"/>
                  </a:lnTo>
                  <a:lnTo>
                    <a:pt x="2" y="71"/>
                  </a:lnTo>
                  <a:lnTo>
                    <a:pt x="2" y="51"/>
                  </a:lnTo>
                  <a:lnTo>
                    <a:pt x="2" y="38"/>
                  </a:lnTo>
                  <a:lnTo>
                    <a:pt x="2" y="44"/>
                  </a:lnTo>
                  <a:lnTo>
                    <a:pt x="2" y="43"/>
                  </a:lnTo>
                  <a:lnTo>
                    <a:pt x="2" y="28"/>
                  </a:lnTo>
                  <a:lnTo>
                    <a:pt x="2" y="32"/>
                  </a:lnTo>
                  <a:lnTo>
                    <a:pt x="3" y="56"/>
                  </a:lnTo>
                  <a:lnTo>
                    <a:pt x="3" y="66"/>
                  </a:lnTo>
                  <a:lnTo>
                    <a:pt x="3" y="62"/>
                  </a:lnTo>
                  <a:lnTo>
                    <a:pt x="3" y="48"/>
                  </a:lnTo>
                  <a:lnTo>
                    <a:pt x="3" y="25"/>
                  </a:lnTo>
                  <a:lnTo>
                    <a:pt x="3" y="13"/>
                  </a:lnTo>
                  <a:lnTo>
                    <a:pt x="3" y="17"/>
                  </a:lnTo>
                  <a:lnTo>
                    <a:pt x="4" y="28"/>
                  </a:lnTo>
                  <a:lnTo>
                    <a:pt x="4" y="34"/>
                  </a:lnTo>
                  <a:lnTo>
                    <a:pt x="4" y="23"/>
                  </a:lnTo>
                  <a:lnTo>
                    <a:pt x="4" y="13"/>
                  </a:lnTo>
                  <a:lnTo>
                    <a:pt x="4" y="29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4" y="43"/>
                  </a:lnTo>
                  <a:lnTo>
                    <a:pt x="4" y="49"/>
                  </a:lnTo>
                  <a:lnTo>
                    <a:pt x="5" y="49"/>
                  </a:lnTo>
                  <a:lnTo>
                    <a:pt x="5" y="33"/>
                  </a:lnTo>
                  <a:lnTo>
                    <a:pt x="5" y="8"/>
                  </a:lnTo>
                  <a:lnTo>
                    <a:pt x="5" y="0"/>
                  </a:lnTo>
                  <a:lnTo>
                    <a:pt x="5" y="23"/>
                  </a:lnTo>
                  <a:lnTo>
                    <a:pt x="5" y="48"/>
                  </a:lnTo>
                  <a:lnTo>
                    <a:pt x="5" y="42"/>
                  </a:lnTo>
                  <a:lnTo>
                    <a:pt x="5" y="20"/>
                  </a:lnTo>
                  <a:lnTo>
                    <a:pt x="5" y="23"/>
                  </a:lnTo>
                  <a:lnTo>
                    <a:pt x="6" y="45"/>
                  </a:lnTo>
                  <a:lnTo>
                    <a:pt x="6" y="60"/>
                  </a:lnTo>
                  <a:lnTo>
                    <a:pt x="6" y="67"/>
                  </a:lnTo>
                  <a:lnTo>
                    <a:pt x="6" y="73"/>
                  </a:lnTo>
                  <a:lnTo>
                    <a:pt x="6" y="69"/>
                  </a:lnTo>
                  <a:lnTo>
                    <a:pt x="6" y="55"/>
                  </a:lnTo>
                  <a:lnTo>
                    <a:pt x="7" y="38"/>
                  </a:lnTo>
                  <a:lnTo>
                    <a:pt x="7" y="24"/>
                  </a:lnTo>
                  <a:lnTo>
                    <a:pt x="7" y="1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57" name="Freeform 1063"/>
            <p:cNvSpPr/>
            <p:nvPr/>
          </p:nvSpPr>
          <p:spPr bwMode="auto">
            <a:xfrm>
              <a:off x="4202113" y="4646613"/>
              <a:ext cx="9525" cy="176213"/>
            </a:xfrm>
            <a:custGeom>
              <a:avLst/>
              <a:gdLst>
                <a:gd name="T0" fmla="*/ 0 w 6"/>
                <a:gd name="T1" fmla="*/ 5 h 111"/>
                <a:gd name="T2" fmla="*/ 0 w 6"/>
                <a:gd name="T3" fmla="*/ 0 h 111"/>
                <a:gd name="T4" fmla="*/ 0 w 6"/>
                <a:gd name="T5" fmla="*/ 9 h 111"/>
                <a:gd name="T6" fmla="*/ 0 w 6"/>
                <a:gd name="T7" fmla="*/ 29 h 111"/>
                <a:gd name="T8" fmla="*/ 0 w 6"/>
                <a:gd name="T9" fmla="*/ 46 h 111"/>
                <a:gd name="T10" fmla="*/ 0 w 6"/>
                <a:gd name="T11" fmla="*/ 51 h 111"/>
                <a:gd name="T12" fmla="*/ 0 w 6"/>
                <a:gd name="T13" fmla="*/ 49 h 111"/>
                <a:gd name="T14" fmla="*/ 0 w 6"/>
                <a:gd name="T15" fmla="*/ 47 h 111"/>
                <a:gd name="T16" fmla="*/ 1 w 6"/>
                <a:gd name="T17" fmla="*/ 45 h 111"/>
                <a:gd name="T18" fmla="*/ 1 w 6"/>
                <a:gd name="T19" fmla="*/ 43 h 111"/>
                <a:gd name="T20" fmla="*/ 1 w 6"/>
                <a:gd name="T21" fmla="*/ 32 h 111"/>
                <a:gd name="T22" fmla="*/ 1 w 6"/>
                <a:gd name="T23" fmla="*/ 14 h 111"/>
                <a:gd name="T24" fmla="*/ 1 w 6"/>
                <a:gd name="T25" fmla="*/ 17 h 111"/>
                <a:gd name="T26" fmla="*/ 1 w 6"/>
                <a:gd name="T27" fmla="*/ 41 h 111"/>
                <a:gd name="T28" fmla="*/ 2 w 6"/>
                <a:gd name="T29" fmla="*/ 54 h 111"/>
                <a:gd name="T30" fmla="*/ 2 w 6"/>
                <a:gd name="T31" fmla="*/ 50 h 111"/>
                <a:gd name="T32" fmla="*/ 2 w 6"/>
                <a:gd name="T33" fmla="*/ 46 h 111"/>
                <a:gd name="T34" fmla="*/ 2 w 6"/>
                <a:gd name="T35" fmla="*/ 44 h 111"/>
                <a:gd name="T36" fmla="*/ 2 w 6"/>
                <a:gd name="T37" fmla="*/ 39 h 111"/>
                <a:gd name="T38" fmla="*/ 2 w 6"/>
                <a:gd name="T39" fmla="*/ 40 h 111"/>
                <a:gd name="T40" fmla="*/ 2 w 6"/>
                <a:gd name="T41" fmla="*/ 57 h 111"/>
                <a:gd name="T42" fmla="*/ 2 w 6"/>
                <a:gd name="T43" fmla="*/ 81 h 111"/>
                <a:gd name="T44" fmla="*/ 2 w 6"/>
                <a:gd name="T45" fmla="*/ 79 h 111"/>
                <a:gd name="T46" fmla="*/ 3 w 6"/>
                <a:gd name="T47" fmla="*/ 44 h 111"/>
                <a:gd name="T48" fmla="*/ 3 w 6"/>
                <a:gd name="T49" fmla="*/ 21 h 111"/>
                <a:gd name="T50" fmla="*/ 3 w 6"/>
                <a:gd name="T51" fmla="*/ 25 h 111"/>
                <a:gd name="T52" fmla="*/ 3 w 6"/>
                <a:gd name="T53" fmla="*/ 33 h 111"/>
                <a:gd name="T54" fmla="*/ 3 w 6"/>
                <a:gd name="T55" fmla="*/ 42 h 111"/>
                <a:gd name="T56" fmla="*/ 3 w 6"/>
                <a:gd name="T57" fmla="*/ 56 h 111"/>
                <a:gd name="T58" fmla="*/ 3 w 6"/>
                <a:gd name="T59" fmla="*/ 65 h 111"/>
                <a:gd name="T60" fmla="*/ 3 w 6"/>
                <a:gd name="T61" fmla="*/ 67 h 111"/>
                <a:gd name="T62" fmla="*/ 3 w 6"/>
                <a:gd name="T63" fmla="*/ 61 h 111"/>
                <a:gd name="T64" fmla="*/ 4 w 6"/>
                <a:gd name="T65" fmla="*/ 52 h 111"/>
                <a:gd name="T66" fmla="*/ 4 w 6"/>
                <a:gd name="T67" fmla="*/ 51 h 111"/>
                <a:gd name="T68" fmla="*/ 4 w 6"/>
                <a:gd name="T69" fmla="*/ 59 h 111"/>
                <a:gd name="T70" fmla="*/ 4 w 6"/>
                <a:gd name="T71" fmla="*/ 65 h 111"/>
                <a:gd name="T72" fmla="*/ 4 w 6"/>
                <a:gd name="T73" fmla="*/ 63 h 111"/>
                <a:gd name="T74" fmla="*/ 4 w 6"/>
                <a:gd name="T75" fmla="*/ 42 h 111"/>
                <a:gd name="T76" fmla="*/ 4 w 6"/>
                <a:gd name="T77" fmla="*/ 17 h 111"/>
                <a:gd name="T78" fmla="*/ 5 w 6"/>
                <a:gd name="T79" fmla="*/ 13 h 111"/>
                <a:gd name="T80" fmla="*/ 5 w 6"/>
                <a:gd name="T81" fmla="*/ 28 h 111"/>
                <a:gd name="T82" fmla="*/ 5 w 6"/>
                <a:gd name="T83" fmla="*/ 56 h 111"/>
                <a:gd name="T84" fmla="*/ 5 w 6"/>
                <a:gd name="T85" fmla="*/ 93 h 111"/>
                <a:gd name="T86" fmla="*/ 5 w 6"/>
                <a:gd name="T87" fmla="*/ 111 h 111"/>
                <a:gd name="T88" fmla="*/ 5 w 6"/>
                <a:gd name="T89" fmla="*/ 106 h 111"/>
                <a:gd name="T90" fmla="*/ 5 w 6"/>
                <a:gd name="T91" fmla="*/ 90 h 111"/>
                <a:gd name="T92" fmla="*/ 5 w 6"/>
                <a:gd name="T93" fmla="*/ 65 h 111"/>
                <a:gd name="T94" fmla="*/ 5 w 6"/>
                <a:gd name="T95" fmla="*/ 51 h 111"/>
                <a:gd name="T96" fmla="*/ 6 w 6"/>
                <a:gd name="T97" fmla="*/ 62 h 111"/>
                <a:gd name="T98" fmla="*/ 6 w 6"/>
                <a:gd name="T99" fmla="*/ 66 h 111"/>
                <a:gd name="T100" fmla="*/ 6 w 6"/>
                <a:gd name="T101" fmla="*/ 47 h 111"/>
                <a:gd name="T102" fmla="*/ 6 w 6"/>
                <a:gd name="T103" fmla="*/ 3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11">
                  <a:moveTo>
                    <a:pt x="0" y="5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29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32"/>
                  </a:lnTo>
                  <a:lnTo>
                    <a:pt x="1" y="14"/>
                  </a:lnTo>
                  <a:lnTo>
                    <a:pt x="1" y="17"/>
                  </a:lnTo>
                  <a:lnTo>
                    <a:pt x="1" y="41"/>
                  </a:lnTo>
                  <a:lnTo>
                    <a:pt x="2" y="54"/>
                  </a:lnTo>
                  <a:lnTo>
                    <a:pt x="2" y="50"/>
                  </a:lnTo>
                  <a:lnTo>
                    <a:pt x="2" y="46"/>
                  </a:lnTo>
                  <a:lnTo>
                    <a:pt x="2" y="44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57"/>
                  </a:lnTo>
                  <a:lnTo>
                    <a:pt x="2" y="81"/>
                  </a:lnTo>
                  <a:lnTo>
                    <a:pt x="2" y="79"/>
                  </a:lnTo>
                  <a:lnTo>
                    <a:pt x="3" y="44"/>
                  </a:lnTo>
                  <a:lnTo>
                    <a:pt x="3" y="21"/>
                  </a:lnTo>
                  <a:lnTo>
                    <a:pt x="3" y="25"/>
                  </a:lnTo>
                  <a:lnTo>
                    <a:pt x="3" y="33"/>
                  </a:lnTo>
                  <a:lnTo>
                    <a:pt x="3" y="42"/>
                  </a:lnTo>
                  <a:lnTo>
                    <a:pt x="3" y="56"/>
                  </a:lnTo>
                  <a:lnTo>
                    <a:pt x="3" y="65"/>
                  </a:lnTo>
                  <a:lnTo>
                    <a:pt x="3" y="67"/>
                  </a:lnTo>
                  <a:lnTo>
                    <a:pt x="3" y="61"/>
                  </a:lnTo>
                  <a:lnTo>
                    <a:pt x="4" y="52"/>
                  </a:lnTo>
                  <a:lnTo>
                    <a:pt x="4" y="51"/>
                  </a:lnTo>
                  <a:lnTo>
                    <a:pt x="4" y="59"/>
                  </a:lnTo>
                  <a:lnTo>
                    <a:pt x="4" y="65"/>
                  </a:lnTo>
                  <a:lnTo>
                    <a:pt x="4" y="63"/>
                  </a:lnTo>
                  <a:lnTo>
                    <a:pt x="4" y="42"/>
                  </a:lnTo>
                  <a:lnTo>
                    <a:pt x="4" y="17"/>
                  </a:lnTo>
                  <a:lnTo>
                    <a:pt x="5" y="13"/>
                  </a:lnTo>
                  <a:lnTo>
                    <a:pt x="5" y="28"/>
                  </a:lnTo>
                  <a:lnTo>
                    <a:pt x="5" y="56"/>
                  </a:lnTo>
                  <a:lnTo>
                    <a:pt x="5" y="93"/>
                  </a:lnTo>
                  <a:lnTo>
                    <a:pt x="5" y="111"/>
                  </a:lnTo>
                  <a:lnTo>
                    <a:pt x="5" y="106"/>
                  </a:lnTo>
                  <a:lnTo>
                    <a:pt x="5" y="90"/>
                  </a:lnTo>
                  <a:lnTo>
                    <a:pt x="5" y="65"/>
                  </a:lnTo>
                  <a:lnTo>
                    <a:pt x="5" y="51"/>
                  </a:lnTo>
                  <a:lnTo>
                    <a:pt x="6" y="62"/>
                  </a:lnTo>
                  <a:lnTo>
                    <a:pt x="6" y="66"/>
                  </a:lnTo>
                  <a:lnTo>
                    <a:pt x="6" y="47"/>
                  </a:lnTo>
                  <a:lnTo>
                    <a:pt x="6" y="3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58" name="Freeform 1064"/>
            <p:cNvSpPr/>
            <p:nvPr/>
          </p:nvSpPr>
          <p:spPr bwMode="auto">
            <a:xfrm>
              <a:off x="4211638" y="4595813"/>
              <a:ext cx="9525" cy="147638"/>
            </a:xfrm>
            <a:custGeom>
              <a:avLst/>
              <a:gdLst>
                <a:gd name="T0" fmla="*/ 0 w 6"/>
                <a:gd name="T1" fmla="*/ 79 h 93"/>
                <a:gd name="T2" fmla="*/ 0 w 6"/>
                <a:gd name="T3" fmla="*/ 62 h 93"/>
                <a:gd name="T4" fmla="*/ 0 w 6"/>
                <a:gd name="T5" fmla="*/ 63 h 93"/>
                <a:gd name="T6" fmla="*/ 0 w 6"/>
                <a:gd name="T7" fmla="*/ 71 h 93"/>
                <a:gd name="T8" fmla="*/ 1 w 6"/>
                <a:gd name="T9" fmla="*/ 83 h 93"/>
                <a:gd name="T10" fmla="*/ 1 w 6"/>
                <a:gd name="T11" fmla="*/ 93 h 93"/>
                <a:gd name="T12" fmla="*/ 1 w 6"/>
                <a:gd name="T13" fmla="*/ 86 h 93"/>
                <a:gd name="T14" fmla="*/ 1 w 6"/>
                <a:gd name="T15" fmla="*/ 65 h 93"/>
                <a:gd name="T16" fmla="*/ 1 w 6"/>
                <a:gd name="T17" fmla="*/ 63 h 93"/>
                <a:gd name="T18" fmla="*/ 1 w 6"/>
                <a:gd name="T19" fmla="*/ 79 h 93"/>
                <a:gd name="T20" fmla="*/ 1 w 6"/>
                <a:gd name="T21" fmla="*/ 78 h 93"/>
                <a:gd name="T22" fmla="*/ 1 w 6"/>
                <a:gd name="T23" fmla="*/ 66 h 93"/>
                <a:gd name="T24" fmla="*/ 1 w 6"/>
                <a:gd name="T25" fmla="*/ 71 h 93"/>
                <a:gd name="T26" fmla="*/ 2 w 6"/>
                <a:gd name="T27" fmla="*/ 74 h 93"/>
                <a:gd name="T28" fmla="*/ 2 w 6"/>
                <a:gd name="T29" fmla="*/ 55 h 93"/>
                <a:gd name="T30" fmla="*/ 2 w 6"/>
                <a:gd name="T31" fmla="*/ 33 h 93"/>
                <a:gd name="T32" fmla="*/ 2 w 6"/>
                <a:gd name="T33" fmla="*/ 34 h 93"/>
                <a:gd name="T34" fmla="*/ 2 w 6"/>
                <a:gd name="T35" fmla="*/ 46 h 93"/>
                <a:gd name="T36" fmla="*/ 2 w 6"/>
                <a:gd name="T37" fmla="*/ 49 h 93"/>
                <a:gd name="T38" fmla="*/ 2 w 6"/>
                <a:gd name="T39" fmla="*/ 57 h 93"/>
                <a:gd name="T40" fmla="*/ 2 w 6"/>
                <a:gd name="T41" fmla="*/ 78 h 93"/>
                <a:gd name="T42" fmla="*/ 2 w 6"/>
                <a:gd name="T43" fmla="*/ 73 h 93"/>
                <a:gd name="T44" fmla="*/ 3 w 6"/>
                <a:gd name="T45" fmla="*/ 51 h 93"/>
                <a:gd name="T46" fmla="*/ 3 w 6"/>
                <a:gd name="T47" fmla="*/ 55 h 93"/>
                <a:gd name="T48" fmla="*/ 3 w 6"/>
                <a:gd name="T49" fmla="*/ 70 h 93"/>
                <a:gd name="T50" fmla="*/ 3 w 6"/>
                <a:gd name="T51" fmla="*/ 65 h 93"/>
                <a:gd name="T52" fmla="*/ 3 w 6"/>
                <a:gd name="T53" fmla="*/ 57 h 93"/>
                <a:gd name="T54" fmla="*/ 3 w 6"/>
                <a:gd name="T55" fmla="*/ 53 h 93"/>
                <a:gd name="T56" fmla="*/ 4 w 6"/>
                <a:gd name="T57" fmla="*/ 36 h 93"/>
                <a:gd name="T58" fmla="*/ 4 w 6"/>
                <a:gd name="T59" fmla="*/ 12 h 93"/>
                <a:gd name="T60" fmla="*/ 4 w 6"/>
                <a:gd name="T61" fmla="*/ 0 h 93"/>
                <a:gd name="T62" fmla="*/ 4 w 6"/>
                <a:gd name="T63" fmla="*/ 7 h 93"/>
                <a:gd name="T64" fmla="*/ 4 w 6"/>
                <a:gd name="T65" fmla="*/ 22 h 93"/>
                <a:gd name="T66" fmla="*/ 4 w 6"/>
                <a:gd name="T67" fmla="*/ 34 h 93"/>
                <a:gd name="T68" fmla="*/ 4 w 6"/>
                <a:gd name="T69" fmla="*/ 40 h 93"/>
                <a:gd name="T70" fmla="*/ 4 w 6"/>
                <a:gd name="T71" fmla="*/ 41 h 93"/>
                <a:gd name="T72" fmla="*/ 4 w 6"/>
                <a:gd name="T73" fmla="*/ 31 h 93"/>
                <a:gd name="T74" fmla="*/ 5 w 6"/>
                <a:gd name="T75" fmla="*/ 22 h 93"/>
                <a:gd name="T76" fmla="*/ 5 w 6"/>
                <a:gd name="T77" fmla="*/ 23 h 93"/>
                <a:gd name="T78" fmla="*/ 5 w 6"/>
                <a:gd name="T79" fmla="*/ 27 h 93"/>
                <a:gd name="T80" fmla="*/ 5 w 6"/>
                <a:gd name="T81" fmla="*/ 32 h 93"/>
                <a:gd name="T82" fmla="*/ 5 w 6"/>
                <a:gd name="T83" fmla="*/ 42 h 93"/>
                <a:gd name="T84" fmla="*/ 5 w 6"/>
                <a:gd name="T85" fmla="*/ 42 h 93"/>
                <a:gd name="T86" fmla="*/ 6 w 6"/>
                <a:gd name="T87" fmla="*/ 36 h 93"/>
                <a:gd name="T88" fmla="*/ 6 w 6"/>
                <a:gd name="T89" fmla="*/ 45 h 93"/>
                <a:gd name="T90" fmla="*/ 6 w 6"/>
                <a:gd name="T91" fmla="*/ 58 h 93"/>
                <a:gd name="T92" fmla="*/ 6 w 6"/>
                <a:gd name="T93" fmla="*/ 48 h 93"/>
                <a:gd name="T94" fmla="*/ 6 w 6"/>
                <a:gd name="T95" fmla="*/ 36 h 93"/>
                <a:gd name="T96" fmla="*/ 6 w 6"/>
                <a:gd name="T97" fmla="*/ 49 h 93"/>
                <a:gd name="T98" fmla="*/ 6 w 6"/>
                <a:gd name="T99" fmla="*/ 63 h 93"/>
                <a:gd name="T100" fmla="*/ 6 w 6"/>
                <a:gd name="T101" fmla="*/ 46 h 93"/>
                <a:gd name="T102" fmla="*/ 6 w 6"/>
                <a:gd name="T103" fmla="*/ 2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3">
                  <a:moveTo>
                    <a:pt x="0" y="79"/>
                  </a:moveTo>
                  <a:lnTo>
                    <a:pt x="0" y="62"/>
                  </a:lnTo>
                  <a:lnTo>
                    <a:pt x="0" y="63"/>
                  </a:lnTo>
                  <a:lnTo>
                    <a:pt x="0" y="71"/>
                  </a:lnTo>
                  <a:lnTo>
                    <a:pt x="1" y="83"/>
                  </a:lnTo>
                  <a:lnTo>
                    <a:pt x="1" y="93"/>
                  </a:lnTo>
                  <a:lnTo>
                    <a:pt x="1" y="8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79"/>
                  </a:lnTo>
                  <a:lnTo>
                    <a:pt x="1" y="78"/>
                  </a:lnTo>
                  <a:lnTo>
                    <a:pt x="1" y="66"/>
                  </a:lnTo>
                  <a:lnTo>
                    <a:pt x="1" y="71"/>
                  </a:lnTo>
                  <a:lnTo>
                    <a:pt x="2" y="74"/>
                  </a:lnTo>
                  <a:lnTo>
                    <a:pt x="2" y="55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2" y="46"/>
                  </a:lnTo>
                  <a:lnTo>
                    <a:pt x="2" y="49"/>
                  </a:lnTo>
                  <a:lnTo>
                    <a:pt x="2" y="57"/>
                  </a:lnTo>
                  <a:lnTo>
                    <a:pt x="2" y="78"/>
                  </a:lnTo>
                  <a:lnTo>
                    <a:pt x="2" y="73"/>
                  </a:lnTo>
                  <a:lnTo>
                    <a:pt x="3" y="51"/>
                  </a:lnTo>
                  <a:lnTo>
                    <a:pt x="3" y="55"/>
                  </a:lnTo>
                  <a:lnTo>
                    <a:pt x="3" y="70"/>
                  </a:lnTo>
                  <a:lnTo>
                    <a:pt x="3" y="65"/>
                  </a:lnTo>
                  <a:lnTo>
                    <a:pt x="3" y="57"/>
                  </a:lnTo>
                  <a:lnTo>
                    <a:pt x="3" y="53"/>
                  </a:lnTo>
                  <a:lnTo>
                    <a:pt x="4" y="36"/>
                  </a:lnTo>
                  <a:lnTo>
                    <a:pt x="4" y="12"/>
                  </a:lnTo>
                  <a:lnTo>
                    <a:pt x="4" y="0"/>
                  </a:lnTo>
                  <a:lnTo>
                    <a:pt x="4" y="7"/>
                  </a:lnTo>
                  <a:lnTo>
                    <a:pt x="4" y="22"/>
                  </a:lnTo>
                  <a:lnTo>
                    <a:pt x="4" y="34"/>
                  </a:lnTo>
                  <a:lnTo>
                    <a:pt x="4" y="40"/>
                  </a:lnTo>
                  <a:lnTo>
                    <a:pt x="4" y="41"/>
                  </a:lnTo>
                  <a:lnTo>
                    <a:pt x="4" y="31"/>
                  </a:lnTo>
                  <a:lnTo>
                    <a:pt x="5" y="22"/>
                  </a:lnTo>
                  <a:lnTo>
                    <a:pt x="5" y="23"/>
                  </a:lnTo>
                  <a:lnTo>
                    <a:pt x="5" y="27"/>
                  </a:lnTo>
                  <a:lnTo>
                    <a:pt x="5" y="32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6" y="36"/>
                  </a:lnTo>
                  <a:lnTo>
                    <a:pt x="6" y="45"/>
                  </a:lnTo>
                  <a:lnTo>
                    <a:pt x="6" y="5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6" y="49"/>
                  </a:lnTo>
                  <a:lnTo>
                    <a:pt x="6" y="63"/>
                  </a:lnTo>
                  <a:lnTo>
                    <a:pt x="6" y="46"/>
                  </a:lnTo>
                  <a:lnTo>
                    <a:pt x="6" y="2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59" name="Freeform 1065"/>
            <p:cNvSpPr/>
            <p:nvPr/>
          </p:nvSpPr>
          <p:spPr bwMode="auto">
            <a:xfrm>
              <a:off x="4221163" y="4603751"/>
              <a:ext cx="11113" cy="227013"/>
            </a:xfrm>
            <a:custGeom>
              <a:avLst/>
              <a:gdLst>
                <a:gd name="T0" fmla="*/ 0 w 7"/>
                <a:gd name="T1" fmla="*/ 41 h 143"/>
                <a:gd name="T2" fmla="*/ 0 w 7"/>
                <a:gd name="T3" fmla="*/ 21 h 143"/>
                <a:gd name="T4" fmla="*/ 1 w 7"/>
                <a:gd name="T5" fmla="*/ 21 h 143"/>
                <a:gd name="T6" fmla="*/ 1 w 7"/>
                <a:gd name="T7" fmla="*/ 17 h 143"/>
                <a:gd name="T8" fmla="*/ 1 w 7"/>
                <a:gd name="T9" fmla="*/ 0 h 143"/>
                <a:gd name="T10" fmla="*/ 1 w 7"/>
                <a:gd name="T11" fmla="*/ 9 h 143"/>
                <a:gd name="T12" fmla="*/ 1 w 7"/>
                <a:gd name="T13" fmla="*/ 40 h 143"/>
                <a:gd name="T14" fmla="*/ 1 w 7"/>
                <a:gd name="T15" fmla="*/ 48 h 143"/>
                <a:gd name="T16" fmla="*/ 1 w 7"/>
                <a:gd name="T17" fmla="*/ 39 h 143"/>
                <a:gd name="T18" fmla="*/ 1 w 7"/>
                <a:gd name="T19" fmla="*/ 46 h 143"/>
                <a:gd name="T20" fmla="*/ 1 w 7"/>
                <a:gd name="T21" fmla="*/ 62 h 143"/>
                <a:gd name="T22" fmla="*/ 1 w 7"/>
                <a:gd name="T23" fmla="*/ 70 h 143"/>
                <a:gd name="T24" fmla="*/ 2 w 7"/>
                <a:gd name="T25" fmla="*/ 72 h 143"/>
                <a:gd name="T26" fmla="*/ 2 w 7"/>
                <a:gd name="T27" fmla="*/ 78 h 143"/>
                <a:gd name="T28" fmla="*/ 2 w 7"/>
                <a:gd name="T29" fmla="*/ 82 h 143"/>
                <a:gd name="T30" fmla="*/ 2 w 7"/>
                <a:gd name="T31" fmla="*/ 67 h 143"/>
                <a:gd name="T32" fmla="*/ 2 w 7"/>
                <a:gd name="T33" fmla="*/ 41 h 143"/>
                <a:gd name="T34" fmla="*/ 2 w 7"/>
                <a:gd name="T35" fmla="*/ 36 h 143"/>
                <a:gd name="T36" fmla="*/ 3 w 7"/>
                <a:gd name="T37" fmla="*/ 47 h 143"/>
                <a:gd name="T38" fmla="*/ 3 w 7"/>
                <a:gd name="T39" fmla="*/ 54 h 143"/>
                <a:gd name="T40" fmla="*/ 3 w 7"/>
                <a:gd name="T41" fmla="*/ 64 h 143"/>
                <a:gd name="T42" fmla="*/ 3 w 7"/>
                <a:gd name="T43" fmla="*/ 83 h 143"/>
                <a:gd name="T44" fmla="*/ 3 w 7"/>
                <a:gd name="T45" fmla="*/ 98 h 143"/>
                <a:gd name="T46" fmla="*/ 3 w 7"/>
                <a:gd name="T47" fmla="*/ 103 h 143"/>
                <a:gd name="T48" fmla="*/ 3 w 7"/>
                <a:gd name="T49" fmla="*/ 95 h 143"/>
                <a:gd name="T50" fmla="*/ 3 w 7"/>
                <a:gd name="T51" fmla="*/ 89 h 143"/>
                <a:gd name="T52" fmla="*/ 3 w 7"/>
                <a:gd name="T53" fmla="*/ 86 h 143"/>
                <a:gd name="T54" fmla="*/ 4 w 7"/>
                <a:gd name="T55" fmla="*/ 74 h 143"/>
                <a:gd name="T56" fmla="*/ 4 w 7"/>
                <a:gd name="T57" fmla="*/ 66 h 143"/>
                <a:gd name="T58" fmla="*/ 4 w 7"/>
                <a:gd name="T59" fmla="*/ 76 h 143"/>
                <a:gd name="T60" fmla="*/ 4 w 7"/>
                <a:gd name="T61" fmla="*/ 77 h 143"/>
                <a:gd name="T62" fmla="*/ 4 w 7"/>
                <a:gd name="T63" fmla="*/ 52 h 143"/>
                <a:gd name="T64" fmla="*/ 4 w 7"/>
                <a:gd name="T65" fmla="*/ 29 h 143"/>
                <a:gd name="T66" fmla="*/ 5 w 7"/>
                <a:gd name="T67" fmla="*/ 41 h 143"/>
                <a:gd name="T68" fmla="*/ 5 w 7"/>
                <a:gd name="T69" fmla="*/ 87 h 143"/>
                <a:gd name="T70" fmla="*/ 5 w 7"/>
                <a:gd name="T71" fmla="*/ 126 h 143"/>
                <a:gd name="T72" fmla="*/ 5 w 7"/>
                <a:gd name="T73" fmla="*/ 124 h 143"/>
                <a:gd name="T74" fmla="*/ 5 w 7"/>
                <a:gd name="T75" fmla="*/ 97 h 143"/>
                <a:gd name="T76" fmla="*/ 5 w 7"/>
                <a:gd name="T77" fmla="*/ 81 h 143"/>
                <a:gd name="T78" fmla="*/ 5 w 7"/>
                <a:gd name="T79" fmla="*/ 82 h 143"/>
                <a:gd name="T80" fmla="*/ 5 w 7"/>
                <a:gd name="T81" fmla="*/ 79 h 143"/>
                <a:gd name="T82" fmla="*/ 5 w 7"/>
                <a:gd name="T83" fmla="*/ 74 h 143"/>
                <a:gd name="T84" fmla="*/ 6 w 7"/>
                <a:gd name="T85" fmla="*/ 81 h 143"/>
                <a:gd name="T86" fmla="*/ 6 w 7"/>
                <a:gd name="T87" fmla="*/ 98 h 143"/>
                <a:gd name="T88" fmla="*/ 6 w 7"/>
                <a:gd name="T89" fmla="*/ 117 h 143"/>
                <a:gd name="T90" fmla="*/ 6 w 7"/>
                <a:gd name="T91" fmla="*/ 121 h 143"/>
                <a:gd name="T92" fmla="*/ 6 w 7"/>
                <a:gd name="T93" fmla="*/ 103 h 143"/>
                <a:gd name="T94" fmla="*/ 6 w 7"/>
                <a:gd name="T95" fmla="*/ 100 h 143"/>
                <a:gd name="T96" fmla="*/ 6 w 7"/>
                <a:gd name="T97" fmla="*/ 133 h 143"/>
                <a:gd name="T98" fmla="*/ 6 w 7"/>
                <a:gd name="T99" fmla="*/ 143 h 143"/>
                <a:gd name="T100" fmla="*/ 6 w 7"/>
                <a:gd name="T101" fmla="*/ 105 h 143"/>
                <a:gd name="T102" fmla="*/ 7 w 7"/>
                <a:gd name="T103" fmla="*/ 78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43">
                  <a:moveTo>
                    <a:pt x="0" y="41"/>
                  </a:moveTo>
                  <a:lnTo>
                    <a:pt x="0" y="21"/>
                  </a:lnTo>
                  <a:lnTo>
                    <a:pt x="1" y="21"/>
                  </a:lnTo>
                  <a:lnTo>
                    <a:pt x="1" y="17"/>
                  </a:lnTo>
                  <a:lnTo>
                    <a:pt x="1" y="0"/>
                  </a:lnTo>
                  <a:lnTo>
                    <a:pt x="1" y="9"/>
                  </a:lnTo>
                  <a:lnTo>
                    <a:pt x="1" y="40"/>
                  </a:lnTo>
                  <a:lnTo>
                    <a:pt x="1" y="48"/>
                  </a:lnTo>
                  <a:lnTo>
                    <a:pt x="1" y="39"/>
                  </a:lnTo>
                  <a:lnTo>
                    <a:pt x="1" y="46"/>
                  </a:lnTo>
                  <a:lnTo>
                    <a:pt x="1" y="62"/>
                  </a:lnTo>
                  <a:lnTo>
                    <a:pt x="1" y="70"/>
                  </a:lnTo>
                  <a:lnTo>
                    <a:pt x="2" y="72"/>
                  </a:lnTo>
                  <a:lnTo>
                    <a:pt x="2" y="78"/>
                  </a:lnTo>
                  <a:lnTo>
                    <a:pt x="2" y="82"/>
                  </a:lnTo>
                  <a:lnTo>
                    <a:pt x="2" y="67"/>
                  </a:lnTo>
                  <a:lnTo>
                    <a:pt x="2" y="41"/>
                  </a:lnTo>
                  <a:lnTo>
                    <a:pt x="2" y="36"/>
                  </a:lnTo>
                  <a:lnTo>
                    <a:pt x="3" y="47"/>
                  </a:lnTo>
                  <a:lnTo>
                    <a:pt x="3" y="54"/>
                  </a:lnTo>
                  <a:lnTo>
                    <a:pt x="3" y="64"/>
                  </a:lnTo>
                  <a:lnTo>
                    <a:pt x="3" y="83"/>
                  </a:lnTo>
                  <a:lnTo>
                    <a:pt x="3" y="98"/>
                  </a:lnTo>
                  <a:lnTo>
                    <a:pt x="3" y="103"/>
                  </a:lnTo>
                  <a:lnTo>
                    <a:pt x="3" y="95"/>
                  </a:lnTo>
                  <a:lnTo>
                    <a:pt x="3" y="89"/>
                  </a:lnTo>
                  <a:lnTo>
                    <a:pt x="3" y="86"/>
                  </a:lnTo>
                  <a:lnTo>
                    <a:pt x="4" y="74"/>
                  </a:lnTo>
                  <a:lnTo>
                    <a:pt x="4" y="66"/>
                  </a:lnTo>
                  <a:lnTo>
                    <a:pt x="4" y="76"/>
                  </a:lnTo>
                  <a:lnTo>
                    <a:pt x="4" y="77"/>
                  </a:lnTo>
                  <a:lnTo>
                    <a:pt x="4" y="52"/>
                  </a:lnTo>
                  <a:lnTo>
                    <a:pt x="4" y="29"/>
                  </a:lnTo>
                  <a:lnTo>
                    <a:pt x="5" y="41"/>
                  </a:lnTo>
                  <a:lnTo>
                    <a:pt x="5" y="87"/>
                  </a:lnTo>
                  <a:lnTo>
                    <a:pt x="5" y="126"/>
                  </a:lnTo>
                  <a:lnTo>
                    <a:pt x="5" y="124"/>
                  </a:lnTo>
                  <a:lnTo>
                    <a:pt x="5" y="97"/>
                  </a:lnTo>
                  <a:lnTo>
                    <a:pt x="5" y="81"/>
                  </a:lnTo>
                  <a:lnTo>
                    <a:pt x="5" y="82"/>
                  </a:lnTo>
                  <a:lnTo>
                    <a:pt x="5" y="79"/>
                  </a:lnTo>
                  <a:lnTo>
                    <a:pt x="5" y="74"/>
                  </a:lnTo>
                  <a:lnTo>
                    <a:pt x="6" y="81"/>
                  </a:lnTo>
                  <a:lnTo>
                    <a:pt x="6" y="98"/>
                  </a:lnTo>
                  <a:lnTo>
                    <a:pt x="6" y="117"/>
                  </a:lnTo>
                  <a:lnTo>
                    <a:pt x="6" y="121"/>
                  </a:lnTo>
                  <a:lnTo>
                    <a:pt x="6" y="103"/>
                  </a:lnTo>
                  <a:lnTo>
                    <a:pt x="6" y="100"/>
                  </a:lnTo>
                  <a:lnTo>
                    <a:pt x="6" y="133"/>
                  </a:lnTo>
                  <a:lnTo>
                    <a:pt x="6" y="143"/>
                  </a:lnTo>
                  <a:lnTo>
                    <a:pt x="6" y="105"/>
                  </a:lnTo>
                  <a:lnTo>
                    <a:pt x="7" y="7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60" name="Freeform 1066"/>
            <p:cNvSpPr/>
            <p:nvPr/>
          </p:nvSpPr>
          <p:spPr bwMode="auto">
            <a:xfrm>
              <a:off x="4230688" y="4681538"/>
              <a:ext cx="11113" cy="134938"/>
            </a:xfrm>
            <a:custGeom>
              <a:avLst/>
              <a:gdLst>
                <a:gd name="T0" fmla="*/ 0 w 7"/>
                <a:gd name="T1" fmla="*/ 56 h 85"/>
                <a:gd name="T2" fmla="*/ 1 w 7"/>
                <a:gd name="T3" fmla="*/ 29 h 85"/>
                <a:gd name="T4" fmla="*/ 1 w 7"/>
                <a:gd name="T5" fmla="*/ 35 h 85"/>
                <a:gd name="T6" fmla="*/ 1 w 7"/>
                <a:gd name="T7" fmla="*/ 37 h 85"/>
                <a:gd name="T8" fmla="*/ 1 w 7"/>
                <a:gd name="T9" fmla="*/ 25 h 85"/>
                <a:gd name="T10" fmla="*/ 1 w 7"/>
                <a:gd name="T11" fmla="*/ 25 h 85"/>
                <a:gd name="T12" fmla="*/ 1 w 7"/>
                <a:gd name="T13" fmla="*/ 47 h 85"/>
                <a:gd name="T14" fmla="*/ 2 w 7"/>
                <a:gd name="T15" fmla="*/ 75 h 85"/>
                <a:gd name="T16" fmla="*/ 2 w 7"/>
                <a:gd name="T17" fmla="*/ 85 h 85"/>
                <a:gd name="T18" fmla="*/ 2 w 7"/>
                <a:gd name="T19" fmla="*/ 74 h 85"/>
                <a:gd name="T20" fmla="*/ 2 w 7"/>
                <a:gd name="T21" fmla="*/ 57 h 85"/>
                <a:gd name="T22" fmla="*/ 2 w 7"/>
                <a:gd name="T23" fmla="*/ 47 h 85"/>
                <a:gd name="T24" fmla="*/ 2 w 7"/>
                <a:gd name="T25" fmla="*/ 52 h 85"/>
                <a:gd name="T26" fmla="*/ 2 w 7"/>
                <a:gd name="T27" fmla="*/ 64 h 85"/>
                <a:gd name="T28" fmla="*/ 2 w 7"/>
                <a:gd name="T29" fmla="*/ 64 h 85"/>
                <a:gd name="T30" fmla="*/ 2 w 7"/>
                <a:gd name="T31" fmla="*/ 52 h 85"/>
                <a:gd name="T32" fmla="*/ 3 w 7"/>
                <a:gd name="T33" fmla="*/ 39 h 85"/>
                <a:gd name="T34" fmla="*/ 3 w 7"/>
                <a:gd name="T35" fmla="*/ 32 h 85"/>
                <a:gd name="T36" fmla="*/ 3 w 7"/>
                <a:gd name="T37" fmla="*/ 25 h 85"/>
                <a:gd name="T38" fmla="*/ 3 w 7"/>
                <a:gd name="T39" fmla="*/ 15 h 85"/>
                <a:gd name="T40" fmla="*/ 3 w 7"/>
                <a:gd name="T41" fmla="*/ 28 h 85"/>
                <a:gd name="T42" fmla="*/ 3 w 7"/>
                <a:gd name="T43" fmla="*/ 62 h 85"/>
                <a:gd name="T44" fmla="*/ 3 w 7"/>
                <a:gd name="T45" fmla="*/ 66 h 85"/>
                <a:gd name="T46" fmla="*/ 4 w 7"/>
                <a:gd name="T47" fmla="*/ 36 h 85"/>
                <a:gd name="T48" fmla="*/ 4 w 7"/>
                <a:gd name="T49" fmla="*/ 23 h 85"/>
                <a:gd name="T50" fmla="*/ 4 w 7"/>
                <a:gd name="T51" fmla="*/ 29 h 85"/>
                <a:gd name="T52" fmla="*/ 4 w 7"/>
                <a:gd name="T53" fmla="*/ 33 h 85"/>
                <a:gd name="T54" fmla="*/ 4 w 7"/>
                <a:gd name="T55" fmla="*/ 34 h 85"/>
                <a:gd name="T56" fmla="*/ 4 w 7"/>
                <a:gd name="T57" fmla="*/ 26 h 85"/>
                <a:gd name="T58" fmla="*/ 4 w 7"/>
                <a:gd name="T59" fmla="*/ 9 h 85"/>
                <a:gd name="T60" fmla="*/ 4 w 7"/>
                <a:gd name="T61" fmla="*/ 6 h 85"/>
                <a:gd name="T62" fmla="*/ 4 w 7"/>
                <a:gd name="T63" fmla="*/ 19 h 85"/>
                <a:gd name="T64" fmla="*/ 5 w 7"/>
                <a:gd name="T65" fmla="*/ 25 h 85"/>
                <a:gd name="T66" fmla="*/ 5 w 7"/>
                <a:gd name="T67" fmla="*/ 20 h 85"/>
                <a:gd name="T68" fmla="*/ 5 w 7"/>
                <a:gd name="T69" fmla="*/ 21 h 85"/>
                <a:gd name="T70" fmla="*/ 5 w 7"/>
                <a:gd name="T71" fmla="*/ 30 h 85"/>
                <a:gd name="T72" fmla="*/ 5 w 7"/>
                <a:gd name="T73" fmla="*/ 23 h 85"/>
                <a:gd name="T74" fmla="*/ 5 w 7"/>
                <a:gd name="T75" fmla="*/ 3 h 85"/>
                <a:gd name="T76" fmla="*/ 5 w 7"/>
                <a:gd name="T77" fmla="*/ 0 h 85"/>
                <a:gd name="T78" fmla="*/ 5 w 7"/>
                <a:gd name="T79" fmla="*/ 11 h 85"/>
                <a:gd name="T80" fmla="*/ 5 w 7"/>
                <a:gd name="T81" fmla="*/ 11 h 85"/>
                <a:gd name="T82" fmla="*/ 6 w 7"/>
                <a:gd name="T83" fmla="*/ 5 h 85"/>
                <a:gd name="T84" fmla="*/ 6 w 7"/>
                <a:gd name="T85" fmla="*/ 5 h 85"/>
                <a:gd name="T86" fmla="*/ 6 w 7"/>
                <a:gd name="T87" fmla="*/ 6 h 85"/>
                <a:gd name="T88" fmla="*/ 6 w 7"/>
                <a:gd name="T89" fmla="*/ 2 h 85"/>
                <a:gd name="T90" fmla="*/ 6 w 7"/>
                <a:gd name="T91" fmla="*/ 0 h 85"/>
                <a:gd name="T92" fmla="*/ 6 w 7"/>
                <a:gd name="T93" fmla="*/ 10 h 85"/>
                <a:gd name="T94" fmla="*/ 7 w 7"/>
                <a:gd name="T95" fmla="*/ 28 h 85"/>
                <a:gd name="T96" fmla="*/ 7 w 7"/>
                <a:gd name="T97" fmla="*/ 39 h 85"/>
                <a:gd name="T98" fmla="*/ 7 w 7"/>
                <a:gd name="T99" fmla="*/ 40 h 85"/>
                <a:gd name="T100" fmla="*/ 7 w 7"/>
                <a:gd name="T101" fmla="*/ 32 h 85"/>
                <a:gd name="T102" fmla="*/ 7 w 7"/>
                <a:gd name="T103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5">
                  <a:moveTo>
                    <a:pt x="0" y="56"/>
                  </a:moveTo>
                  <a:lnTo>
                    <a:pt x="1" y="29"/>
                  </a:lnTo>
                  <a:lnTo>
                    <a:pt x="1" y="35"/>
                  </a:lnTo>
                  <a:lnTo>
                    <a:pt x="1" y="37"/>
                  </a:lnTo>
                  <a:lnTo>
                    <a:pt x="1" y="25"/>
                  </a:lnTo>
                  <a:lnTo>
                    <a:pt x="1" y="25"/>
                  </a:lnTo>
                  <a:lnTo>
                    <a:pt x="1" y="47"/>
                  </a:lnTo>
                  <a:lnTo>
                    <a:pt x="2" y="75"/>
                  </a:lnTo>
                  <a:lnTo>
                    <a:pt x="2" y="85"/>
                  </a:lnTo>
                  <a:lnTo>
                    <a:pt x="2" y="74"/>
                  </a:lnTo>
                  <a:lnTo>
                    <a:pt x="2" y="57"/>
                  </a:lnTo>
                  <a:lnTo>
                    <a:pt x="2" y="47"/>
                  </a:lnTo>
                  <a:lnTo>
                    <a:pt x="2" y="52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3" y="32"/>
                  </a:lnTo>
                  <a:lnTo>
                    <a:pt x="3" y="25"/>
                  </a:lnTo>
                  <a:lnTo>
                    <a:pt x="3" y="15"/>
                  </a:lnTo>
                  <a:lnTo>
                    <a:pt x="3" y="28"/>
                  </a:lnTo>
                  <a:lnTo>
                    <a:pt x="3" y="62"/>
                  </a:lnTo>
                  <a:lnTo>
                    <a:pt x="3" y="66"/>
                  </a:lnTo>
                  <a:lnTo>
                    <a:pt x="4" y="36"/>
                  </a:lnTo>
                  <a:lnTo>
                    <a:pt x="4" y="23"/>
                  </a:lnTo>
                  <a:lnTo>
                    <a:pt x="4" y="29"/>
                  </a:lnTo>
                  <a:lnTo>
                    <a:pt x="4" y="33"/>
                  </a:lnTo>
                  <a:lnTo>
                    <a:pt x="4" y="34"/>
                  </a:lnTo>
                  <a:lnTo>
                    <a:pt x="4" y="26"/>
                  </a:lnTo>
                  <a:lnTo>
                    <a:pt x="4" y="9"/>
                  </a:lnTo>
                  <a:lnTo>
                    <a:pt x="4" y="6"/>
                  </a:lnTo>
                  <a:lnTo>
                    <a:pt x="4" y="19"/>
                  </a:lnTo>
                  <a:lnTo>
                    <a:pt x="5" y="25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5" y="30"/>
                  </a:lnTo>
                  <a:lnTo>
                    <a:pt x="5" y="23"/>
                  </a:lnTo>
                  <a:lnTo>
                    <a:pt x="5" y="3"/>
                  </a:lnTo>
                  <a:lnTo>
                    <a:pt x="5" y="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6" y="5"/>
                  </a:lnTo>
                  <a:lnTo>
                    <a:pt x="6" y="5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10"/>
                  </a:lnTo>
                  <a:lnTo>
                    <a:pt x="7" y="28"/>
                  </a:lnTo>
                  <a:lnTo>
                    <a:pt x="7" y="39"/>
                  </a:lnTo>
                  <a:lnTo>
                    <a:pt x="7" y="40"/>
                  </a:lnTo>
                  <a:lnTo>
                    <a:pt x="7" y="32"/>
                  </a:lnTo>
                  <a:lnTo>
                    <a:pt x="7" y="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61" name="Freeform 1067"/>
            <p:cNvSpPr/>
            <p:nvPr/>
          </p:nvSpPr>
          <p:spPr bwMode="auto">
            <a:xfrm>
              <a:off x="4241800" y="4656138"/>
              <a:ext cx="9525" cy="92075"/>
            </a:xfrm>
            <a:custGeom>
              <a:avLst/>
              <a:gdLst>
                <a:gd name="T0" fmla="*/ 0 w 6"/>
                <a:gd name="T1" fmla="*/ 48 h 58"/>
                <a:gd name="T2" fmla="*/ 0 w 6"/>
                <a:gd name="T3" fmla="*/ 23 h 58"/>
                <a:gd name="T4" fmla="*/ 0 w 6"/>
                <a:gd name="T5" fmla="*/ 0 h 58"/>
                <a:gd name="T6" fmla="*/ 0 w 6"/>
                <a:gd name="T7" fmla="*/ 4 h 58"/>
                <a:gd name="T8" fmla="*/ 0 w 6"/>
                <a:gd name="T9" fmla="*/ 25 h 58"/>
                <a:gd name="T10" fmla="*/ 0 w 6"/>
                <a:gd name="T11" fmla="*/ 41 h 58"/>
                <a:gd name="T12" fmla="*/ 1 w 6"/>
                <a:gd name="T13" fmla="*/ 48 h 58"/>
                <a:gd name="T14" fmla="*/ 1 w 6"/>
                <a:gd name="T15" fmla="*/ 44 h 58"/>
                <a:gd name="T16" fmla="*/ 1 w 6"/>
                <a:gd name="T17" fmla="*/ 31 h 58"/>
                <a:gd name="T18" fmla="*/ 1 w 6"/>
                <a:gd name="T19" fmla="*/ 22 h 58"/>
                <a:gd name="T20" fmla="*/ 1 w 6"/>
                <a:gd name="T21" fmla="*/ 23 h 58"/>
                <a:gd name="T22" fmla="*/ 1 w 6"/>
                <a:gd name="T23" fmla="*/ 34 h 58"/>
                <a:gd name="T24" fmla="*/ 2 w 6"/>
                <a:gd name="T25" fmla="*/ 35 h 58"/>
                <a:gd name="T26" fmla="*/ 2 w 6"/>
                <a:gd name="T27" fmla="*/ 18 h 58"/>
                <a:gd name="T28" fmla="*/ 2 w 6"/>
                <a:gd name="T29" fmla="*/ 9 h 58"/>
                <a:gd name="T30" fmla="*/ 2 w 6"/>
                <a:gd name="T31" fmla="*/ 18 h 58"/>
                <a:gd name="T32" fmla="*/ 2 w 6"/>
                <a:gd name="T33" fmla="*/ 26 h 58"/>
                <a:gd name="T34" fmla="*/ 2 w 6"/>
                <a:gd name="T35" fmla="*/ 31 h 58"/>
                <a:gd name="T36" fmla="*/ 2 w 6"/>
                <a:gd name="T37" fmla="*/ 38 h 58"/>
                <a:gd name="T38" fmla="*/ 2 w 6"/>
                <a:gd name="T39" fmla="*/ 43 h 58"/>
                <a:gd name="T40" fmla="*/ 2 w 6"/>
                <a:gd name="T41" fmla="*/ 46 h 58"/>
                <a:gd name="T42" fmla="*/ 3 w 6"/>
                <a:gd name="T43" fmla="*/ 49 h 58"/>
                <a:gd name="T44" fmla="*/ 3 w 6"/>
                <a:gd name="T45" fmla="*/ 47 h 58"/>
                <a:gd name="T46" fmla="*/ 3 w 6"/>
                <a:gd name="T47" fmla="*/ 41 h 58"/>
                <a:gd name="T48" fmla="*/ 3 w 6"/>
                <a:gd name="T49" fmla="*/ 33 h 58"/>
                <a:gd name="T50" fmla="*/ 3 w 6"/>
                <a:gd name="T51" fmla="*/ 21 h 58"/>
                <a:gd name="T52" fmla="*/ 3 w 6"/>
                <a:gd name="T53" fmla="*/ 16 h 58"/>
                <a:gd name="T54" fmla="*/ 3 w 6"/>
                <a:gd name="T55" fmla="*/ 27 h 58"/>
                <a:gd name="T56" fmla="*/ 3 w 6"/>
                <a:gd name="T57" fmla="*/ 38 h 58"/>
                <a:gd name="T58" fmla="*/ 3 w 6"/>
                <a:gd name="T59" fmla="*/ 36 h 58"/>
                <a:gd name="T60" fmla="*/ 4 w 6"/>
                <a:gd name="T61" fmla="*/ 25 h 58"/>
                <a:gd name="T62" fmla="*/ 4 w 6"/>
                <a:gd name="T63" fmla="*/ 28 h 58"/>
                <a:gd name="T64" fmla="*/ 4 w 6"/>
                <a:gd name="T65" fmla="*/ 45 h 58"/>
                <a:gd name="T66" fmla="*/ 4 w 6"/>
                <a:gd name="T67" fmla="*/ 52 h 58"/>
                <a:gd name="T68" fmla="*/ 4 w 6"/>
                <a:gd name="T69" fmla="*/ 41 h 58"/>
                <a:gd name="T70" fmla="*/ 4 w 6"/>
                <a:gd name="T71" fmla="*/ 35 h 58"/>
                <a:gd name="T72" fmla="*/ 5 w 6"/>
                <a:gd name="T73" fmla="*/ 39 h 58"/>
                <a:gd name="T74" fmla="*/ 5 w 6"/>
                <a:gd name="T75" fmla="*/ 31 h 58"/>
                <a:gd name="T76" fmla="*/ 5 w 6"/>
                <a:gd name="T77" fmla="*/ 13 h 58"/>
                <a:gd name="T78" fmla="*/ 5 w 6"/>
                <a:gd name="T79" fmla="*/ 13 h 58"/>
                <a:gd name="T80" fmla="*/ 5 w 6"/>
                <a:gd name="T81" fmla="*/ 38 h 58"/>
                <a:gd name="T82" fmla="*/ 5 w 6"/>
                <a:gd name="T83" fmla="*/ 58 h 58"/>
                <a:gd name="T84" fmla="*/ 5 w 6"/>
                <a:gd name="T85" fmla="*/ 55 h 58"/>
                <a:gd name="T86" fmla="*/ 5 w 6"/>
                <a:gd name="T87" fmla="*/ 43 h 58"/>
                <a:gd name="T88" fmla="*/ 5 w 6"/>
                <a:gd name="T89" fmla="*/ 33 h 58"/>
                <a:gd name="T90" fmla="*/ 5 w 6"/>
                <a:gd name="T91" fmla="*/ 25 h 58"/>
                <a:gd name="T92" fmla="*/ 6 w 6"/>
                <a:gd name="T93" fmla="*/ 19 h 58"/>
                <a:gd name="T94" fmla="*/ 6 w 6"/>
                <a:gd name="T95" fmla="*/ 19 h 58"/>
                <a:gd name="T96" fmla="*/ 6 w 6"/>
                <a:gd name="T97" fmla="*/ 19 h 58"/>
                <a:gd name="T98" fmla="*/ 6 w 6"/>
                <a:gd name="T99" fmla="*/ 19 h 58"/>
                <a:gd name="T100" fmla="*/ 6 w 6"/>
                <a:gd name="T101" fmla="*/ 21 h 58"/>
                <a:gd name="T102" fmla="*/ 6 w 6"/>
                <a:gd name="T103" fmla="*/ 24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8">
                  <a:moveTo>
                    <a:pt x="0" y="48"/>
                  </a:moveTo>
                  <a:lnTo>
                    <a:pt x="0" y="23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25"/>
                  </a:lnTo>
                  <a:lnTo>
                    <a:pt x="0" y="41"/>
                  </a:lnTo>
                  <a:lnTo>
                    <a:pt x="1" y="48"/>
                  </a:lnTo>
                  <a:lnTo>
                    <a:pt x="1" y="44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1" y="23"/>
                  </a:lnTo>
                  <a:lnTo>
                    <a:pt x="1" y="34"/>
                  </a:lnTo>
                  <a:lnTo>
                    <a:pt x="2" y="35"/>
                  </a:lnTo>
                  <a:lnTo>
                    <a:pt x="2" y="18"/>
                  </a:lnTo>
                  <a:lnTo>
                    <a:pt x="2" y="9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2" y="31"/>
                  </a:lnTo>
                  <a:lnTo>
                    <a:pt x="2" y="38"/>
                  </a:lnTo>
                  <a:lnTo>
                    <a:pt x="2" y="43"/>
                  </a:lnTo>
                  <a:lnTo>
                    <a:pt x="2" y="46"/>
                  </a:lnTo>
                  <a:lnTo>
                    <a:pt x="3" y="49"/>
                  </a:lnTo>
                  <a:lnTo>
                    <a:pt x="3" y="47"/>
                  </a:lnTo>
                  <a:lnTo>
                    <a:pt x="3" y="41"/>
                  </a:lnTo>
                  <a:lnTo>
                    <a:pt x="3" y="33"/>
                  </a:lnTo>
                  <a:lnTo>
                    <a:pt x="3" y="21"/>
                  </a:lnTo>
                  <a:lnTo>
                    <a:pt x="3" y="16"/>
                  </a:lnTo>
                  <a:lnTo>
                    <a:pt x="3" y="27"/>
                  </a:lnTo>
                  <a:lnTo>
                    <a:pt x="3" y="38"/>
                  </a:lnTo>
                  <a:lnTo>
                    <a:pt x="3" y="36"/>
                  </a:lnTo>
                  <a:lnTo>
                    <a:pt x="4" y="25"/>
                  </a:lnTo>
                  <a:lnTo>
                    <a:pt x="4" y="28"/>
                  </a:lnTo>
                  <a:lnTo>
                    <a:pt x="4" y="45"/>
                  </a:lnTo>
                  <a:lnTo>
                    <a:pt x="4" y="52"/>
                  </a:lnTo>
                  <a:lnTo>
                    <a:pt x="4" y="41"/>
                  </a:lnTo>
                  <a:lnTo>
                    <a:pt x="4" y="35"/>
                  </a:lnTo>
                  <a:lnTo>
                    <a:pt x="5" y="39"/>
                  </a:lnTo>
                  <a:lnTo>
                    <a:pt x="5" y="31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5" y="38"/>
                  </a:lnTo>
                  <a:lnTo>
                    <a:pt x="5" y="58"/>
                  </a:lnTo>
                  <a:lnTo>
                    <a:pt x="5" y="55"/>
                  </a:lnTo>
                  <a:lnTo>
                    <a:pt x="5" y="43"/>
                  </a:lnTo>
                  <a:lnTo>
                    <a:pt x="5" y="33"/>
                  </a:lnTo>
                  <a:lnTo>
                    <a:pt x="5" y="25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6" y="2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62" name="Freeform 1068"/>
            <p:cNvSpPr/>
            <p:nvPr/>
          </p:nvSpPr>
          <p:spPr bwMode="auto">
            <a:xfrm>
              <a:off x="4251325" y="4637088"/>
              <a:ext cx="11113" cy="168275"/>
            </a:xfrm>
            <a:custGeom>
              <a:avLst/>
              <a:gdLst>
                <a:gd name="T0" fmla="*/ 0 w 7"/>
                <a:gd name="T1" fmla="*/ 33 h 106"/>
                <a:gd name="T2" fmla="*/ 0 w 7"/>
                <a:gd name="T3" fmla="*/ 36 h 106"/>
                <a:gd name="T4" fmla="*/ 1 w 7"/>
                <a:gd name="T5" fmla="*/ 32 h 106"/>
                <a:gd name="T6" fmla="*/ 1 w 7"/>
                <a:gd name="T7" fmla="*/ 33 h 106"/>
                <a:gd name="T8" fmla="*/ 1 w 7"/>
                <a:gd name="T9" fmla="*/ 57 h 106"/>
                <a:gd name="T10" fmla="*/ 1 w 7"/>
                <a:gd name="T11" fmla="*/ 90 h 106"/>
                <a:gd name="T12" fmla="*/ 1 w 7"/>
                <a:gd name="T13" fmla="*/ 106 h 106"/>
                <a:gd name="T14" fmla="*/ 1 w 7"/>
                <a:gd name="T15" fmla="*/ 100 h 106"/>
                <a:gd name="T16" fmla="*/ 1 w 7"/>
                <a:gd name="T17" fmla="*/ 83 h 106"/>
                <a:gd name="T18" fmla="*/ 1 w 7"/>
                <a:gd name="T19" fmla="*/ 55 h 106"/>
                <a:gd name="T20" fmla="*/ 1 w 7"/>
                <a:gd name="T21" fmla="*/ 20 h 106"/>
                <a:gd name="T22" fmla="*/ 2 w 7"/>
                <a:gd name="T23" fmla="*/ 9 h 106"/>
                <a:gd name="T24" fmla="*/ 2 w 7"/>
                <a:gd name="T25" fmla="*/ 36 h 106"/>
                <a:gd name="T26" fmla="*/ 2 w 7"/>
                <a:gd name="T27" fmla="*/ 63 h 106"/>
                <a:gd name="T28" fmla="*/ 2 w 7"/>
                <a:gd name="T29" fmla="*/ 65 h 106"/>
                <a:gd name="T30" fmla="*/ 2 w 7"/>
                <a:gd name="T31" fmla="*/ 57 h 106"/>
                <a:gd name="T32" fmla="*/ 2 w 7"/>
                <a:gd name="T33" fmla="*/ 54 h 106"/>
                <a:gd name="T34" fmla="*/ 2 w 7"/>
                <a:gd name="T35" fmla="*/ 53 h 106"/>
                <a:gd name="T36" fmla="*/ 2 w 7"/>
                <a:gd name="T37" fmla="*/ 50 h 106"/>
                <a:gd name="T38" fmla="*/ 2 w 7"/>
                <a:gd name="T39" fmla="*/ 46 h 106"/>
                <a:gd name="T40" fmla="*/ 3 w 7"/>
                <a:gd name="T41" fmla="*/ 48 h 106"/>
                <a:gd name="T42" fmla="*/ 3 w 7"/>
                <a:gd name="T43" fmla="*/ 57 h 106"/>
                <a:gd name="T44" fmla="*/ 3 w 7"/>
                <a:gd name="T45" fmla="*/ 55 h 106"/>
                <a:gd name="T46" fmla="*/ 3 w 7"/>
                <a:gd name="T47" fmla="*/ 37 h 106"/>
                <a:gd name="T48" fmla="*/ 3 w 7"/>
                <a:gd name="T49" fmla="*/ 22 h 106"/>
                <a:gd name="T50" fmla="*/ 3 w 7"/>
                <a:gd name="T51" fmla="*/ 25 h 106"/>
                <a:gd name="T52" fmla="*/ 4 w 7"/>
                <a:gd name="T53" fmla="*/ 35 h 106"/>
                <a:gd name="T54" fmla="*/ 4 w 7"/>
                <a:gd name="T55" fmla="*/ 41 h 106"/>
                <a:gd name="T56" fmla="*/ 4 w 7"/>
                <a:gd name="T57" fmla="*/ 41 h 106"/>
                <a:gd name="T58" fmla="*/ 4 w 7"/>
                <a:gd name="T59" fmla="*/ 37 h 106"/>
                <a:gd name="T60" fmla="*/ 4 w 7"/>
                <a:gd name="T61" fmla="*/ 36 h 106"/>
                <a:gd name="T62" fmla="*/ 4 w 7"/>
                <a:gd name="T63" fmla="*/ 44 h 106"/>
                <a:gd name="T64" fmla="*/ 4 w 7"/>
                <a:gd name="T65" fmla="*/ 53 h 106"/>
                <a:gd name="T66" fmla="*/ 4 w 7"/>
                <a:gd name="T67" fmla="*/ 45 h 106"/>
                <a:gd name="T68" fmla="*/ 4 w 7"/>
                <a:gd name="T69" fmla="*/ 31 h 106"/>
                <a:gd name="T70" fmla="*/ 5 w 7"/>
                <a:gd name="T71" fmla="*/ 34 h 106"/>
                <a:gd name="T72" fmla="*/ 5 w 7"/>
                <a:gd name="T73" fmla="*/ 52 h 106"/>
                <a:gd name="T74" fmla="*/ 5 w 7"/>
                <a:gd name="T75" fmla="*/ 55 h 106"/>
                <a:gd name="T76" fmla="*/ 5 w 7"/>
                <a:gd name="T77" fmla="*/ 35 h 106"/>
                <a:gd name="T78" fmla="*/ 5 w 7"/>
                <a:gd name="T79" fmla="*/ 18 h 106"/>
                <a:gd name="T80" fmla="*/ 5 w 7"/>
                <a:gd name="T81" fmla="*/ 21 h 106"/>
                <a:gd name="T82" fmla="*/ 6 w 7"/>
                <a:gd name="T83" fmla="*/ 28 h 106"/>
                <a:gd name="T84" fmla="*/ 6 w 7"/>
                <a:gd name="T85" fmla="*/ 31 h 106"/>
                <a:gd name="T86" fmla="*/ 6 w 7"/>
                <a:gd name="T87" fmla="*/ 33 h 106"/>
                <a:gd name="T88" fmla="*/ 6 w 7"/>
                <a:gd name="T89" fmla="*/ 39 h 106"/>
                <a:gd name="T90" fmla="*/ 6 w 7"/>
                <a:gd name="T91" fmla="*/ 50 h 106"/>
                <a:gd name="T92" fmla="*/ 6 w 7"/>
                <a:gd name="T93" fmla="*/ 51 h 106"/>
                <a:gd name="T94" fmla="*/ 6 w 7"/>
                <a:gd name="T95" fmla="*/ 27 h 106"/>
                <a:gd name="T96" fmla="*/ 6 w 7"/>
                <a:gd name="T97" fmla="*/ 0 h 106"/>
                <a:gd name="T98" fmla="*/ 6 w 7"/>
                <a:gd name="T99" fmla="*/ 3 h 106"/>
                <a:gd name="T100" fmla="*/ 7 w 7"/>
                <a:gd name="T101" fmla="*/ 23 h 106"/>
                <a:gd name="T102" fmla="*/ 7 w 7"/>
                <a:gd name="T103" fmla="*/ 27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06">
                  <a:moveTo>
                    <a:pt x="0" y="33"/>
                  </a:moveTo>
                  <a:lnTo>
                    <a:pt x="0" y="36"/>
                  </a:lnTo>
                  <a:lnTo>
                    <a:pt x="1" y="32"/>
                  </a:lnTo>
                  <a:lnTo>
                    <a:pt x="1" y="33"/>
                  </a:lnTo>
                  <a:lnTo>
                    <a:pt x="1" y="57"/>
                  </a:lnTo>
                  <a:lnTo>
                    <a:pt x="1" y="90"/>
                  </a:lnTo>
                  <a:lnTo>
                    <a:pt x="1" y="106"/>
                  </a:lnTo>
                  <a:lnTo>
                    <a:pt x="1" y="100"/>
                  </a:lnTo>
                  <a:lnTo>
                    <a:pt x="1" y="83"/>
                  </a:lnTo>
                  <a:lnTo>
                    <a:pt x="1" y="55"/>
                  </a:lnTo>
                  <a:lnTo>
                    <a:pt x="1" y="20"/>
                  </a:lnTo>
                  <a:lnTo>
                    <a:pt x="2" y="9"/>
                  </a:lnTo>
                  <a:lnTo>
                    <a:pt x="2" y="36"/>
                  </a:lnTo>
                  <a:lnTo>
                    <a:pt x="2" y="63"/>
                  </a:lnTo>
                  <a:lnTo>
                    <a:pt x="2" y="65"/>
                  </a:lnTo>
                  <a:lnTo>
                    <a:pt x="2" y="57"/>
                  </a:lnTo>
                  <a:lnTo>
                    <a:pt x="2" y="54"/>
                  </a:lnTo>
                  <a:lnTo>
                    <a:pt x="2" y="53"/>
                  </a:lnTo>
                  <a:lnTo>
                    <a:pt x="2" y="50"/>
                  </a:lnTo>
                  <a:lnTo>
                    <a:pt x="2" y="46"/>
                  </a:lnTo>
                  <a:lnTo>
                    <a:pt x="3" y="48"/>
                  </a:lnTo>
                  <a:lnTo>
                    <a:pt x="3" y="57"/>
                  </a:lnTo>
                  <a:lnTo>
                    <a:pt x="3" y="55"/>
                  </a:lnTo>
                  <a:lnTo>
                    <a:pt x="3" y="37"/>
                  </a:lnTo>
                  <a:lnTo>
                    <a:pt x="3" y="22"/>
                  </a:lnTo>
                  <a:lnTo>
                    <a:pt x="3" y="25"/>
                  </a:lnTo>
                  <a:lnTo>
                    <a:pt x="4" y="35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37"/>
                  </a:lnTo>
                  <a:lnTo>
                    <a:pt x="4" y="36"/>
                  </a:lnTo>
                  <a:lnTo>
                    <a:pt x="4" y="44"/>
                  </a:lnTo>
                  <a:lnTo>
                    <a:pt x="4" y="53"/>
                  </a:lnTo>
                  <a:lnTo>
                    <a:pt x="4" y="45"/>
                  </a:lnTo>
                  <a:lnTo>
                    <a:pt x="4" y="31"/>
                  </a:lnTo>
                  <a:lnTo>
                    <a:pt x="5" y="34"/>
                  </a:lnTo>
                  <a:lnTo>
                    <a:pt x="5" y="52"/>
                  </a:lnTo>
                  <a:lnTo>
                    <a:pt x="5" y="55"/>
                  </a:lnTo>
                  <a:lnTo>
                    <a:pt x="5" y="35"/>
                  </a:lnTo>
                  <a:lnTo>
                    <a:pt x="5" y="18"/>
                  </a:lnTo>
                  <a:lnTo>
                    <a:pt x="5" y="21"/>
                  </a:lnTo>
                  <a:lnTo>
                    <a:pt x="6" y="28"/>
                  </a:lnTo>
                  <a:lnTo>
                    <a:pt x="6" y="31"/>
                  </a:lnTo>
                  <a:lnTo>
                    <a:pt x="6" y="33"/>
                  </a:lnTo>
                  <a:lnTo>
                    <a:pt x="6" y="39"/>
                  </a:lnTo>
                  <a:lnTo>
                    <a:pt x="6" y="50"/>
                  </a:lnTo>
                  <a:lnTo>
                    <a:pt x="6" y="51"/>
                  </a:lnTo>
                  <a:lnTo>
                    <a:pt x="6" y="27"/>
                  </a:lnTo>
                  <a:lnTo>
                    <a:pt x="6" y="0"/>
                  </a:lnTo>
                  <a:lnTo>
                    <a:pt x="6" y="3"/>
                  </a:lnTo>
                  <a:lnTo>
                    <a:pt x="7" y="23"/>
                  </a:lnTo>
                  <a:lnTo>
                    <a:pt x="7" y="2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63" name="Freeform 1069"/>
            <p:cNvSpPr/>
            <p:nvPr/>
          </p:nvSpPr>
          <p:spPr bwMode="auto">
            <a:xfrm>
              <a:off x="4262438" y="4645026"/>
              <a:ext cx="9525" cy="115888"/>
            </a:xfrm>
            <a:custGeom>
              <a:avLst/>
              <a:gdLst>
                <a:gd name="T0" fmla="*/ 0 w 6"/>
                <a:gd name="T1" fmla="*/ 18 h 73"/>
                <a:gd name="T2" fmla="*/ 0 w 6"/>
                <a:gd name="T3" fmla="*/ 22 h 73"/>
                <a:gd name="T4" fmla="*/ 0 w 6"/>
                <a:gd name="T5" fmla="*/ 14 h 73"/>
                <a:gd name="T6" fmla="*/ 0 w 6"/>
                <a:gd name="T7" fmla="*/ 23 h 73"/>
                <a:gd name="T8" fmla="*/ 0 w 6"/>
                <a:gd name="T9" fmla="*/ 53 h 73"/>
                <a:gd name="T10" fmla="*/ 0 w 6"/>
                <a:gd name="T11" fmla="*/ 66 h 73"/>
                <a:gd name="T12" fmla="*/ 0 w 6"/>
                <a:gd name="T13" fmla="*/ 47 h 73"/>
                <a:gd name="T14" fmla="*/ 0 w 6"/>
                <a:gd name="T15" fmla="*/ 25 h 73"/>
                <a:gd name="T16" fmla="*/ 0 w 6"/>
                <a:gd name="T17" fmla="*/ 14 h 73"/>
                <a:gd name="T18" fmla="*/ 0 w 6"/>
                <a:gd name="T19" fmla="*/ 8 h 73"/>
                <a:gd name="T20" fmla="*/ 1 w 6"/>
                <a:gd name="T21" fmla="*/ 7 h 73"/>
                <a:gd name="T22" fmla="*/ 1 w 6"/>
                <a:gd name="T23" fmla="*/ 8 h 73"/>
                <a:gd name="T24" fmla="*/ 1 w 6"/>
                <a:gd name="T25" fmla="*/ 8 h 73"/>
                <a:gd name="T26" fmla="*/ 1 w 6"/>
                <a:gd name="T27" fmla="*/ 12 h 73"/>
                <a:gd name="T28" fmla="*/ 1 w 6"/>
                <a:gd name="T29" fmla="*/ 22 h 73"/>
                <a:gd name="T30" fmla="*/ 1 w 6"/>
                <a:gd name="T31" fmla="*/ 33 h 73"/>
                <a:gd name="T32" fmla="*/ 2 w 6"/>
                <a:gd name="T33" fmla="*/ 38 h 73"/>
                <a:gd name="T34" fmla="*/ 2 w 6"/>
                <a:gd name="T35" fmla="*/ 39 h 73"/>
                <a:gd name="T36" fmla="*/ 2 w 6"/>
                <a:gd name="T37" fmla="*/ 42 h 73"/>
                <a:gd name="T38" fmla="*/ 2 w 6"/>
                <a:gd name="T39" fmla="*/ 34 h 73"/>
                <a:gd name="T40" fmla="*/ 2 w 6"/>
                <a:gd name="T41" fmla="*/ 11 h 73"/>
                <a:gd name="T42" fmla="*/ 2 w 6"/>
                <a:gd name="T43" fmla="*/ 0 h 73"/>
                <a:gd name="T44" fmla="*/ 2 w 6"/>
                <a:gd name="T45" fmla="*/ 11 h 73"/>
                <a:gd name="T46" fmla="*/ 2 w 6"/>
                <a:gd name="T47" fmla="*/ 26 h 73"/>
                <a:gd name="T48" fmla="*/ 2 w 6"/>
                <a:gd name="T49" fmla="*/ 37 h 73"/>
                <a:gd name="T50" fmla="*/ 3 w 6"/>
                <a:gd name="T51" fmla="*/ 45 h 73"/>
                <a:gd name="T52" fmla="*/ 3 w 6"/>
                <a:gd name="T53" fmla="*/ 48 h 73"/>
                <a:gd name="T54" fmla="*/ 3 w 6"/>
                <a:gd name="T55" fmla="*/ 38 h 73"/>
                <a:gd name="T56" fmla="*/ 3 w 6"/>
                <a:gd name="T57" fmla="*/ 19 h 73"/>
                <a:gd name="T58" fmla="*/ 3 w 6"/>
                <a:gd name="T59" fmla="*/ 15 h 73"/>
                <a:gd name="T60" fmla="*/ 3 w 6"/>
                <a:gd name="T61" fmla="*/ 25 h 73"/>
                <a:gd name="T62" fmla="*/ 4 w 6"/>
                <a:gd name="T63" fmla="*/ 32 h 73"/>
                <a:gd name="T64" fmla="*/ 4 w 6"/>
                <a:gd name="T65" fmla="*/ 48 h 73"/>
                <a:gd name="T66" fmla="*/ 4 w 6"/>
                <a:gd name="T67" fmla="*/ 66 h 73"/>
                <a:gd name="T68" fmla="*/ 4 w 6"/>
                <a:gd name="T69" fmla="*/ 63 h 73"/>
                <a:gd name="T70" fmla="*/ 4 w 6"/>
                <a:gd name="T71" fmla="*/ 53 h 73"/>
                <a:gd name="T72" fmla="*/ 4 w 6"/>
                <a:gd name="T73" fmla="*/ 48 h 73"/>
                <a:gd name="T74" fmla="*/ 4 w 6"/>
                <a:gd name="T75" fmla="*/ 43 h 73"/>
                <a:gd name="T76" fmla="*/ 4 w 6"/>
                <a:gd name="T77" fmla="*/ 52 h 73"/>
                <a:gd name="T78" fmla="*/ 4 w 6"/>
                <a:gd name="T79" fmla="*/ 67 h 73"/>
                <a:gd name="T80" fmla="*/ 5 w 6"/>
                <a:gd name="T81" fmla="*/ 57 h 73"/>
                <a:gd name="T82" fmla="*/ 5 w 6"/>
                <a:gd name="T83" fmla="*/ 38 h 73"/>
                <a:gd name="T84" fmla="*/ 5 w 6"/>
                <a:gd name="T85" fmla="*/ 30 h 73"/>
                <a:gd name="T86" fmla="*/ 5 w 6"/>
                <a:gd name="T87" fmla="*/ 27 h 73"/>
                <a:gd name="T88" fmla="*/ 5 w 6"/>
                <a:gd name="T89" fmla="*/ 34 h 73"/>
                <a:gd name="T90" fmla="*/ 5 w 6"/>
                <a:gd name="T91" fmla="*/ 53 h 73"/>
                <a:gd name="T92" fmla="*/ 5 w 6"/>
                <a:gd name="T93" fmla="*/ 63 h 73"/>
                <a:gd name="T94" fmla="*/ 5 w 6"/>
                <a:gd name="T95" fmla="*/ 63 h 73"/>
                <a:gd name="T96" fmla="*/ 5 w 6"/>
                <a:gd name="T97" fmla="*/ 68 h 73"/>
                <a:gd name="T98" fmla="*/ 6 w 6"/>
                <a:gd name="T99" fmla="*/ 73 h 73"/>
                <a:gd name="T100" fmla="*/ 6 w 6"/>
                <a:gd name="T101" fmla="*/ 59 h 73"/>
                <a:gd name="T102" fmla="*/ 6 w 6"/>
                <a:gd name="T103" fmla="*/ 3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3">
                  <a:moveTo>
                    <a:pt x="0" y="18"/>
                  </a:moveTo>
                  <a:lnTo>
                    <a:pt x="0" y="22"/>
                  </a:lnTo>
                  <a:lnTo>
                    <a:pt x="0" y="14"/>
                  </a:lnTo>
                  <a:lnTo>
                    <a:pt x="0" y="23"/>
                  </a:lnTo>
                  <a:lnTo>
                    <a:pt x="0" y="53"/>
                  </a:lnTo>
                  <a:lnTo>
                    <a:pt x="0" y="66"/>
                  </a:lnTo>
                  <a:lnTo>
                    <a:pt x="0" y="47"/>
                  </a:lnTo>
                  <a:lnTo>
                    <a:pt x="0" y="25"/>
                  </a:lnTo>
                  <a:lnTo>
                    <a:pt x="0" y="14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12"/>
                  </a:lnTo>
                  <a:lnTo>
                    <a:pt x="1" y="22"/>
                  </a:lnTo>
                  <a:lnTo>
                    <a:pt x="1" y="33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2" y="42"/>
                  </a:lnTo>
                  <a:lnTo>
                    <a:pt x="2" y="34"/>
                  </a:lnTo>
                  <a:lnTo>
                    <a:pt x="2" y="11"/>
                  </a:lnTo>
                  <a:lnTo>
                    <a:pt x="2" y="0"/>
                  </a:lnTo>
                  <a:lnTo>
                    <a:pt x="2" y="11"/>
                  </a:lnTo>
                  <a:lnTo>
                    <a:pt x="2" y="26"/>
                  </a:lnTo>
                  <a:lnTo>
                    <a:pt x="2" y="37"/>
                  </a:lnTo>
                  <a:lnTo>
                    <a:pt x="3" y="45"/>
                  </a:lnTo>
                  <a:lnTo>
                    <a:pt x="3" y="48"/>
                  </a:lnTo>
                  <a:lnTo>
                    <a:pt x="3" y="38"/>
                  </a:lnTo>
                  <a:lnTo>
                    <a:pt x="3" y="19"/>
                  </a:lnTo>
                  <a:lnTo>
                    <a:pt x="3" y="15"/>
                  </a:lnTo>
                  <a:lnTo>
                    <a:pt x="3" y="25"/>
                  </a:lnTo>
                  <a:lnTo>
                    <a:pt x="4" y="32"/>
                  </a:lnTo>
                  <a:lnTo>
                    <a:pt x="4" y="48"/>
                  </a:lnTo>
                  <a:lnTo>
                    <a:pt x="4" y="66"/>
                  </a:lnTo>
                  <a:lnTo>
                    <a:pt x="4" y="63"/>
                  </a:lnTo>
                  <a:lnTo>
                    <a:pt x="4" y="53"/>
                  </a:lnTo>
                  <a:lnTo>
                    <a:pt x="4" y="48"/>
                  </a:lnTo>
                  <a:lnTo>
                    <a:pt x="4" y="43"/>
                  </a:lnTo>
                  <a:lnTo>
                    <a:pt x="4" y="52"/>
                  </a:lnTo>
                  <a:lnTo>
                    <a:pt x="4" y="67"/>
                  </a:lnTo>
                  <a:lnTo>
                    <a:pt x="5" y="57"/>
                  </a:lnTo>
                  <a:lnTo>
                    <a:pt x="5" y="38"/>
                  </a:lnTo>
                  <a:lnTo>
                    <a:pt x="5" y="30"/>
                  </a:lnTo>
                  <a:lnTo>
                    <a:pt x="5" y="27"/>
                  </a:lnTo>
                  <a:lnTo>
                    <a:pt x="5" y="34"/>
                  </a:lnTo>
                  <a:lnTo>
                    <a:pt x="5" y="53"/>
                  </a:lnTo>
                  <a:lnTo>
                    <a:pt x="5" y="63"/>
                  </a:lnTo>
                  <a:lnTo>
                    <a:pt x="5" y="63"/>
                  </a:lnTo>
                  <a:lnTo>
                    <a:pt x="5" y="68"/>
                  </a:lnTo>
                  <a:lnTo>
                    <a:pt x="6" y="73"/>
                  </a:lnTo>
                  <a:lnTo>
                    <a:pt x="6" y="59"/>
                  </a:lnTo>
                  <a:lnTo>
                    <a:pt x="6" y="3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64" name="Freeform 1070"/>
            <p:cNvSpPr/>
            <p:nvPr/>
          </p:nvSpPr>
          <p:spPr bwMode="auto">
            <a:xfrm>
              <a:off x="4271963" y="4633913"/>
              <a:ext cx="9525" cy="149225"/>
            </a:xfrm>
            <a:custGeom>
              <a:avLst/>
              <a:gdLst>
                <a:gd name="T0" fmla="*/ 0 w 6"/>
                <a:gd name="T1" fmla="*/ 66 h 94"/>
                <a:gd name="T2" fmla="*/ 0 w 6"/>
                <a:gd name="T3" fmla="*/ 43 h 94"/>
                <a:gd name="T4" fmla="*/ 0 w 6"/>
                <a:gd name="T5" fmla="*/ 50 h 94"/>
                <a:gd name="T6" fmla="*/ 0 w 6"/>
                <a:gd name="T7" fmla="*/ 81 h 94"/>
                <a:gd name="T8" fmla="*/ 0 w 6"/>
                <a:gd name="T9" fmla="*/ 94 h 94"/>
                <a:gd name="T10" fmla="*/ 1 w 6"/>
                <a:gd name="T11" fmla="*/ 92 h 94"/>
                <a:gd name="T12" fmla="*/ 1 w 6"/>
                <a:gd name="T13" fmla="*/ 94 h 94"/>
                <a:gd name="T14" fmla="*/ 1 w 6"/>
                <a:gd name="T15" fmla="*/ 92 h 94"/>
                <a:gd name="T16" fmla="*/ 1 w 6"/>
                <a:gd name="T17" fmla="*/ 74 h 94"/>
                <a:gd name="T18" fmla="*/ 1 w 6"/>
                <a:gd name="T19" fmla="*/ 54 h 94"/>
                <a:gd name="T20" fmla="*/ 1 w 6"/>
                <a:gd name="T21" fmla="*/ 55 h 94"/>
                <a:gd name="T22" fmla="*/ 1 w 6"/>
                <a:gd name="T23" fmla="*/ 75 h 94"/>
                <a:gd name="T24" fmla="*/ 1 w 6"/>
                <a:gd name="T25" fmla="*/ 84 h 94"/>
                <a:gd name="T26" fmla="*/ 1 w 6"/>
                <a:gd name="T27" fmla="*/ 73 h 94"/>
                <a:gd name="T28" fmla="*/ 2 w 6"/>
                <a:gd name="T29" fmla="*/ 63 h 94"/>
                <a:gd name="T30" fmla="*/ 2 w 6"/>
                <a:gd name="T31" fmla="*/ 68 h 94"/>
                <a:gd name="T32" fmla="*/ 2 w 6"/>
                <a:gd name="T33" fmla="*/ 76 h 94"/>
                <a:gd name="T34" fmla="*/ 2 w 6"/>
                <a:gd name="T35" fmla="*/ 72 h 94"/>
                <a:gd name="T36" fmla="*/ 2 w 6"/>
                <a:gd name="T37" fmla="*/ 71 h 94"/>
                <a:gd name="T38" fmla="*/ 2 w 6"/>
                <a:gd name="T39" fmla="*/ 87 h 94"/>
                <a:gd name="T40" fmla="*/ 2 w 6"/>
                <a:gd name="T41" fmla="*/ 94 h 94"/>
                <a:gd name="T42" fmla="*/ 3 w 6"/>
                <a:gd name="T43" fmla="*/ 77 h 94"/>
                <a:gd name="T44" fmla="*/ 3 w 6"/>
                <a:gd name="T45" fmla="*/ 59 h 94"/>
                <a:gd name="T46" fmla="*/ 3 w 6"/>
                <a:gd name="T47" fmla="*/ 55 h 94"/>
                <a:gd name="T48" fmla="*/ 3 w 6"/>
                <a:gd name="T49" fmla="*/ 61 h 94"/>
                <a:gd name="T50" fmla="*/ 3 w 6"/>
                <a:gd name="T51" fmla="*/ 69 h 94"/>
                <a:gd name="T52" fmla="*/ 3 w 6"/>
                <a:gd name="T53" fmla="*/ 71 h 94"/>
                <a:gd name="T54" fmla="*/ 3 w 6"/>
                <a:gd name="T55" fmla="*/ 69 h 94"/>
                <a:gd name="T56" fmla="*/ 3 w 6"/>
                <a:gd name="T57" fmla="*/ 65 h 94"/>
                <a:gd name="T58" fmla="*/ 3 w 6"/>
                <a:gd name="T59" fmla="*/ 57 h 94"/>
                <a:gd name="T60" fmla="*/ 4 w 6"/>
                <a:gd name="T61" fmla="*/ 54 h 94"/>
                <a:gd name="T62" fmla="*/ 4 w 6"/>
                <a:gd name="T63" fmla="*/ 54 h 94"/>
                <a:gd name="T64" fmla="*/ 4 w 6"/>
                <a:gd name="T65" fmla="*/ 53 h 94"/>
                <a:gd name="T66" fmla="*/ 4 w 6"/>
                <a:gd name="T67" fmla="*/ 59 h 94"/>
                <a:gd name="T68" fmla="*/ 4 w 6"/>
                <a:gd name="T69" fmla="*/ 70 h 94"/>
                <a:gd name="T70" fmla="*/ 4 w 6"/>
                <a:gd name="T71" fmla="*/ 69 h 94"/>
                <a:gd name="T72" fmla="*/ 4 w 6"/>
                <a:gd name="T73" fmla="*/ 59 h 94"/>
                <a:gd name="T74" fmla="*/ 4 w 6"/>
                <a:gd name="T75" fmla="*/ 51 h 94"/>
                <a:gd name="T76" fmla="*/ 4 w 6"/>
                <a:gd name="T77" fmla="*/ 49 h 94"/>
                <a:gd name="T78" fmla="*/ 5 w 6"/>
                <a:gd name="T79" fmla="*/ 46 h 94"/>
                <a:gd name="T80" fmla="*/ 5 w 6"/>
                <a:gd name="T81" fmla="*/ 40 h 94"/>
                <a:gd name="T82" fmla="*/ 5 w 6"/>
                <a:gd name="T83" fmla="*/ 44 h 94"/>
                <a:gd name="T84" fmla="*/ 5 w 6"/>
                <a:gd name="T85" fmla="*/ 61 h 94"/>
                <a:gd name="T86" fmla="*/ 5 w 6"/>
                <a:gd name="T87" fmla="*/ 62 h 94"/>
                <a:gd name="T88" fmla="*/ 5 w 6"/>
                <a:gd name="T89" fmla="*/ 39 h 94"/>
                <a:gd name="T90" fmla="*/ 6 w 6"/>
                <a:gd name="T91" fmla="*/ 18 h 94"/>
                <a:gd name="T92" fmla="*/ 6 w 6"/>
                <a:gd name="T93" fmla="*/ 5 h 94"/>
                <a:gd name="T94" fmla="*/ 6 w 6"/>
                <a:gd name="T95" fmla="*/ 0 h 94"/>
                <a:gd name="T96" fmla="*/ 6 w 6"/>
                <a:gd name="T97" fmla="*/ 7 h 94"/>
                <a:gd name="T98" fmla="*/ 6 w 6"/>
                <a:gd name="T99" fmla="*/ 23 h 94"/>
                <a:gd name="T100" fmla="*/ 6 w 6"/>
                <a:gd name="T101" fmla="*/ 39 h 94"/>
                <a:gd name="T102" fmla="*/ 6 w 6"/>
                <a:gd name="T103" fmla="*/ 46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4">
                  <a:moveTo>
                    <a:pt x="0" y="66"/>
                  </a:moveTo>
                  <a:lnTo>
                    <a:pt x="0" y="43"/>
                  </a:lnTo>
                  <a:lnTo>
                    <a:pt x="0" y="50"/>
                  </a:lnTo>
                  <a:lnTo>
                    <a:pt x="0" y="81"/>
                  </a:lnTo>
                  <a:lnTo>
                    <a:pt x="0" y="94"/>
                  </a:lnTo>
                  <a:lnTo>
                    <a:pt x="1" y="92"/>
                  </a:lnTo>
                  <a:lnTo>
                    <a:pt x="1" y="94"/>
                  </a:lnTo>
                  <a:lnTo>
                    <a:pt x="1" y="92"/>
                  </a:lnTo>
                  <a:lnTo>
                    <a:pt x="1" y="74"/>
                  </a:lnTo>
                  <a:lnTo>
                    <a:pt x="1" y="54"/>
                  </a:lnTo>
                  <a:lnTo>
                    <a:pt x="1" y="55"/>
                  </a:lnTo>
                  <a:lnTo>
                    <a:pt x="1" y="75"/>
                  </a:lnTo>
                  <a:lnTo>
                    <a:pt x="1" y="84"/>
                  </a:lnTo>
                  <a:lnTo>
                    <a:pt x="1" y="73"/>
                  </a:lnTo>
                  <a:lnTo>
                    <a:pt x="2" y="63"/>
                  </a:lnTo>
                  <a:lnTo>
                    <a:pt x="2" y="68"/>
                  </a:lnTo>
                  <a:lnTo>
                    <a:pt x="2" y="76"/>
                  </a:lnTo>
                  <a:lnTo>
                    <a:pt x="2" y="72"/>
                  </a:lnTo>
                  <a:lnTo>
                    <a:pt x="2" y="71"/>
                  </a:lnTo>
                  <a:lnTo>
                    <a:pt x="2" y="87"/>
                  </a:lnTo>
                  <a:lnTo>
                    <a:pt x="2" y="94"/>
                  </a:lnTo>
                  <a:lnTo>
                    <a:pt x="3" y="77"/>
                  </a:lnTo>
                  <a:lnTo>
                    <a:pt x="3" y="59"/>
                  </a:lnTo>
                  <a:lnTo>
                    <a:pt x="3" y="55"/>
                  </a:lnTo>
                  <a:lnTo>
                    <a:pt x="3" y="61"/>
                  </a:lnTo>
                  <a:lnTo>
                    <a:pt x="3" y="69"/>
                  </a:lnTo>
                  <a:lnTo>
                    <a:pt x="3" y="71"/>
                  </a:lnTo>
                  <a:lnTo>
                    <a:pt x="3" y="69"/>
                  </a:lnTo>
                  <a:lnTo>
                    <a:pt x="3" y="65"/>
                  </a:lnTo>
                  <a:lnTo>
                    <a:pt x="3" y="57"/>
                  </a:lnTo>
                  <a:lnTo>
                    <a:pt x="4" y="54"/>
                  </a:lnTo>
                  <a:lnTo>
                    <a:pt x="4" y="54"/>
                  </a:lnTo>
                  <a:lnTo>
                    <a:pt x="4" y="53"/>
                  </a:lnTo>
                  <a:lnTo>
                    <a:pt x="4" y="59"/>
                  </a:lnTo>
                  <a:lnTo>
                    <a:pt x="4" y="70"/>
                  </a:lnTo>
                  <a:lnTo>
                    <a:pt x="4" y="69"/>
                  </a:lnTo>
                  <a:lnTo>
                    <a:pt x="4" y="59"/>
                  </a:lnTo>
                  <a:lnTo>
                    <a:pt x="4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0"/>
                  </a:lnTo>
                  <a:lnTo>
                    <a:pt x="5" y="44"/>
                  </a:lnTo>
                  <a:lnTo>
                    <a:pt x="5" y="61"/>
                  </a:lnTo>
                  <a:lnTo>
                    <a:pt x="5" y="62"/>
                  </a:lnTo>
                  <a:lnTo>
                    <a:pt x="5" y="39"/>
                  </a:lnTo>
                  <a:lnTo>
                    <a:pt x="6" y="18"/>
                  </a:lnTo>
                  <a:lnTo>
                    <a:pt x="6" y="5"/>
                  </a:lnTo>
                  <a:lnTo>
                    <a:pt x="6" y="0"/>
                  </a:lnTo>
                  <a:lnTo>
                    <a:pt x="6" y="7"/>
                  </a:lnTo>
                  <a:lnTo>
                    <a:pt x="6" y="23"/>
                  </a:lnTo>
                  <a:lnTo>
                    <a:pt x="6" y="39"/>
                  </a:lnTo>
                  <a:lnTo>
                    <a:pt x="6" y="4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65" name="Freeform 1071"/>
            <p:cNvSpPr/>
            <p:nvPr/>
          </p:nvSpPr>
          <p:spPr bwMode="auto">
            <a:xfrm>
              <a:off x="4281488" y="4641851"/>
              <a:ext cx="11113" cy="115888"/>
            </a:xfrm>
            <a:custGeom>
              <a:avLst/>
              <a:gdLst>
                <a:gd name="T0" fmla="*/ 0 w 7"/>
                <a:gd name="T1" fmla="*/ 34 h 73"/>
                <a:gd name="T2" fmla="*/ 0 w 7"/>
                <a:gd name="T3" fmla="*/ 41 h 73"/>
                <a:gd name="T4" fmla="*/ 0 w 7"/>
                <a:gd name="T5" fmla="*/ 33 h 73"/>
                <a:gd name="T6" fmla="*/ 0 w 7"/>
                <a:gd name="T7" fmla="*/ 22 h 73"/>
                <a:gd name="T8" fmla="*/ 1 w 7"/>
                <a:gd name="T9" fmla="*/ 21 h 73"/>
                <a:gd name="T10" fmla="*/ 1 w 7"/>
                <a:gd name="T11" fmla="*/ 32 h 73"/>
                <a:gd name="T12" fmla="*/ 1 w 7"/>
                <a:gd name="T13" fmla="*/ 43 h 73"/>
                <a:gd name="T14" fmla="*/ 1 w 7"/>
                <a:gd name="T15" fmla="*/ 45 h 73"/>
                <a:gd name="T16" fmla="*/ 1 w 7"/>
                <a:gd name="T17" fmla="*/ 44 h 73"/>
                <a:gd name="T18" fmla="*/ 1 w 7"/>
                <a:gd name="T19" fmla="*/ 49 h 73"/>
                <a:gd name="T20" fmla="*/ 2 w 7"/>
                <a:gd name="T21" fmla="*/ 46 h 73"/>
                <a:gd name="T22" fmla="*/ 2 w 7"/>
                <a:gd name="T23" fmla="*/ 23 h 73"/>
                <a:gd name="T24" fmla="*/ 2 w 7"/>
                <a:gd name="T25" fmla="*/ 0 h 73"/>
                <a:gd name="T26" fmla="*/ 2 w 7"/>
                <a:gd name="T27" fmla="*/ 1 h 73"/>
                <a:gd name="T28" fmla="*/ 2 w 7"/>
                <a:gd name="T29" fmla="*/ 12 h 73"/>
                <a:gd name="T30" fmla="*/ 2 w 7"/>
                <a:gd name="T31" fmla="*/ 10 h 73"/>
                <a:gd name="T32" fmla="*/ 2 w 7"/>
                <a:gd name="T33" fmla="*/ 13 h 73"/>
                <a:gd name="T34" fmla="*/ 2 w 7"/>
                <a:gd name="T35" fmla="*/ 32 h 73"/>
                <a:gd name="T36" fmla="*/ 2 w 7"/>
                <a:gd name="T37" fmla="*/ 45 h 73"/>
                <a:gd name="T38" fmla="*/ 3 w 7"/>
                <a:gd name="T39" fmla="*/ 43 h 73"/>
                <a:gd name="T40" fmla="*/ 3 w 7"/>
                <a:gd name="T41" fmla="*/ 44 h 73"/>
                <a:gd name="T42" fmla="*/ 3 w 7"/>
                <a:gd name="T43" fmla="*/ 49 h 73"/>
                <a:gd name="T44" fmla="*/ 3 w 7"/>
                <a:gd name="T45" fmla="*/ 47 h 73"/>
                <a:gd name="T46" fmla="*/ 3 w 7"/>
                <a:gd name="T47" fmla="*/ 40 h 73"/>
                <a:gd name="T48" fmla="*/ 3 w 7"/>
                <a:gd name="T49" fmla="*/ 41 h 73"/>
                <a:gd name="T50" fmla="*/ 4 w 7"/>
                <a:gd name="T51" fmla="*/ 49 h 73"/>
                <a:gd name="T52" fmla="*/ 4 w 7"/>
                <a:gd name="T53" fmla="*/ 45 h 73"/>
                <a:gd name="T54" fmla="*/ 4 w 7"/>
                <a:gd name="T55" fmla="*/ 28 h 73"/>
                <a:gd name="T56" fmla="*/ 4 w 7"/>
                <a:gd name="T57" fmla="*/ 23 h 73"/>
                <a:gd name="T58" fmla="*/ 4 w 7"/>
                <a:gd name="T59" fmla="*/ 38 h 73"/>
                <a:gd name="T60" fmla="*/ 4 w 7"/>
                <a:gd name="T61" fmla="*/ 54 h 73"/>
                <a:gd name="T62" fmla="*/ 4 w 7"/>
                <a:gd name="T63" fmla="*/ 64 h 73"/>
                <a:gd name="T64" fmla="*/ 4 w 7"/>
                <a:gd name="T65" fmla="*/ 65 h 73"/>
                <a:gd name="T66" fmla="*/ 4 w 7"/>
                <a:gd name="T67" fmla="*/ 59 h 73"/>
                <a:gd name="T68" fmla="*/ 5 w 7"/>
                <a:gd name="T69" fmla="*/ 54 h 73"/>
                <a:gd name="T70" fmla="*/ 5 w 7"/>
                <a:gd name="T71" fmla="*/ 48 h 73"/>
                <a:gd name="T72" fmla="*/ 5 w 7"/>
                <a:gd name="T73" fmla="*/ 35 h 73"/>
                <a:gd name="T74" fmla="*/ 5 w 7"/>
                <a:gd name="T75" fmla="*/ 22 h 73"/>
                <a:gd name="T76" fmla="*/ 5 w 7"/>
                <a:gd name="T77" fmla="*/ 23 h 73"/>
                <a:gd name="T78" fmla="*/ 5 w 7"/>
                <a:gd name="T79" fmla="*/ 42 h 73"/>
                <a:gd name="T80" fmla="*/ 5 w 7"/>
                <a:gd name="T81" fmla="*/ 55 h 73"/>
                <a:gd name="T82" fmla="*/ 5 w 7"/>
                <a:gd name="T83" fmla="*/ 47 h 73"/>
                <a:gd name="T84" fmla="*/ 5 w 7"/>
                <a:gd name="T85" fmla="*/ 51 h 73"/>
                <a:gd name="T86" fmla="*/ 5 w 7"/>
                <a:gd name="T87" fmla="*/ 73 h 73"/>
                <a:gd name="T88" fmla="*/ 6 w 7"/>
                <a:gd name="T89" fmla="*/ 65 h 73"/>
                <a:gd name="T90" fmla="*/ 6 w 7"/>
                <a:gd name="T91" fmla="*/ 31 h 73"/>
                <a:gd name="T92" fmla="*/ 6 w 7"/>
                <a:gd name="T93" fmla="*/ 30 h 73"/>
                <a:gd name="T94" fmla="*/ 6 w 7"/>
                <a:gd name="T95" fmla="*/ 58 h 73"/>
                <a:gd name="T96" fmla="*/ 6 w 7"/>
                <a:gd name="T97" fmla="*/ 69 h 73"/>
                <a:gd name="T98" fmla="*/ 6 w 7"/>
                <a:gd name="T99" fmla="*/ 66 h 73"/>
                <a:gd name="T100" fmla="*/ 7 w 7"/>
                <a:gd name="T101" fmla="*/ 68 h 73"/>
                <a:gd name="T102" fmla="*/ 7 w 7"/>
                <a:gd name="T103" fmla="*/ 6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3">
                  <a:moveTo>
                    <a:pt x="0" y="34"/>
                  </a:moveTo>
                  <a:lnTo>
                    <a:pt x="0" y="41"/>
                  </a:lnTo>
                  <a:lnTo>
                    <a:pt x="0" y="33"/>
                  </a:lnTo>
                  <a:lnTo>
                    <a:pt x="0" y="22"/>
                  </a:lnTo>
                  <a:lnTo>
                    <a:pt x="1" y="21"/>
                  </a:lnTo>
                  <a:lnTo>
                    <a:pt x="1" y="32"/>
                  </a:lnTo>
                  <a:lnTo>
                    <a:pt x="1" y="43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9"/>
                  </a:lnTo>
                  <a:lnTo>
                    <a:pt x="2" y="46"/>
                  </a:lnTo>
                  <a:lnTo>
                    <a:pt x="2" y="23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13"/>
                  </a:lnTo>
                  <a:lnTo>
                    <a:pt x="2" y="32"/>
                  </a:lnTo>
                  <a:lnTo>
                    <a:pt x="2" y="45"/>
                  </a:lnTo>
                  <a:lnTo>
                    <a:pt x="3" y="43"/>
                  </a:lnTo>
                  <a:lnTo>
                    <a:pt x="3" y="44"/>
                  </a:lnTo>
                  <a:lnTo>
                    <a:pt x="3" y="49"/>
                  </a:lnTo>
                  <a:lnTo>
                    <a:pt x="3" y="47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4" y="49"/>
                  </a:lnTo>
                  <a:lnTo>
                    <a:pt x="4" y="45"/>
                  </a:lnTo>
                  <a:lnTo>
                    <a:pt x="4" y="28"/>
                  </a:lnTo>
                  <a:lnTo>
                    <a:pt x="4" y="23"/>
                  </a:lnTo>
                  <a:lnTo>
                    <a:pt x="4" y="38"/>
                  </a:lnTo>
                  <a:lnTo>
                    <a:pt x="4" y="54"/>
                  </a:lnTo>
                  <a:lnTo>
                    <a:pt x="4" y="64"/>
                  </a:lnTo>
                  <a:lnTo>
                    <a:pt x="4" y="65"/>
                  </a:lnTo>
                  <a:lnTo>
                    <a:pt x="4" y="59"/>
                  </a:lnTo>
                  <a:lnTo>
                    <a:pt x="5" y="54"/>
                  </a:lnTo>
                  <a:lnTo>
                    <a:pt x="5" y="48"/>
                  </a:lnTo>
                  <a:lnTo>
                    <a:pt x="5" y="35"/>
                  </a:lnTo>
                  <a:lnTo>
                    <a:pt x="5" y="22"/>
                  </a:lnTo>
                  <a:lnTo>
                    <a:pt x="5" y="23"/>
                  </a:lnTo>
                  <a:lnTo>
                    <a:pt x="5" y="42"/>
                  </a:lnTo>
                  <a:lnTo>
                    <a:pt x="5" y="55"/>
                  </a:lnTo>
                  <a:lnTo>
                    <a:pt x="5" y="47"/>
                  </a:lnTo>
                  <a:lnTo>
                    <a:pt x="5" y="51"/>
                  </a:lnTo>
                  <a:lnTo>
                    <a:pt x="5" y="73"/>
                  </a:lnTo>
                  <a:lnTo>
                    <a:pt x="6" y="65"/>
                  </a:lnTo>
                  <a:lnTo>
                    <a:pt x="6" y="31"/>
                  </a:lnTo>
                  <a:lnTo>
                    <a:pt x="6" y="30"/>
                  </a:lnTo>
                  <a:lnTo>
                    <a:pt x="6" y="58"/>
                  </a:lnTo>
                  <a:lnTo>
                    <a:pt x="6" y="69"/>
                  </a:lnTo>
                  <a:lnTo>
                    <a:pt x="6" y="66"/>
                  </a:lnTo>
                  <a:lnTo>
                    <a:pt x="7" y="68"/>
                  </a:lnTo>
                  <a:lnTo>
                    <a:pt x="7" y="6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66" name="Freeform 1072"/>
            <p:cNvSpPr/>
            <p:nvPr/>
          </p:nvSpPr>
          <p:spPr bwMode="auto">
            <a:xfrm>
              <a:off x="4292600" y="4657726"/>
              <a:ext cx="9525" cy="112713"/>
            </a:xfrm>
            <a:custGeom>
              <a:avLst/>
              <a:gdLst>
                <a:gd name="T0" fmla="*/ 0 w 6"/>
                <a:gd name="T1" fmla="*/ 58 h 71"/>
                <a:gd name="T2" fmla="*/ 0 w 6"/>
                <a:gd name="T3" fmla="*/ 54 h 71"/>
                <a:gd name="T4" fmla="*/ 0 w 6"/>
                <a:gd name="T5" fmla="*/ 38 h 71"/>
                <a:gd name="T6" fmla="*/ 0 w 6"/>
                <a:gd name="T7" fmla="*/ 30 h 71"/>
                <a:gd name="T8" fmla="*/ 0 w 6"/>
                <a:gd name="T9" fmla="*/ 37 h 71"/>
                <a:gd name="T10" fmla="*/ 0 w 6"/>
                <a:gd name="T11" fmla="*/ 45 h 71"/>
                <a:gd name="T12" fmla="*/ 0 w 6"/>
                <a:gd name="T13" fmla="*/ 44 h 71"/>
                <a:gd name="T14" fmla="*/ 0 w 6"/>
                <a:gd name="T15" fmla="*/ 39 h 71"/>
                <a:gd name="T16" fmla="*/ 0 w 6"/>
                <a:gd name="T17" fmla="*/ 34 h 71"/>
                <a:gd name="T18" fmla="*/ 1 w 6"/>
                <a:gd name="T19" fmla="*/ 18 h 71"/>
                <a:gd name="T20" fmla="*/ 1 w 6"/>
                <a:gd name="T21" fmla="*/ 12 h 71"/>
                <a:gd name="T22" fmla="*/ 1 w 6"/>
                <a:gd name="T23" fmla="*/ 36 h 71"/>
                <a:gd name="T24" fmla="*/ 1 w 6"/>
                <a:gd name="T25" fmla="*/ 64 h 71"/>
                <a:gd name="T26" fmla="*/ 1 w 6"/>
                <a:gd name="T27" fmla="*/ 59 h 71"/>
                <a:gd name="T28" fmla="*/ 1 w 6"/>
                <a:gd name="T29" fmla="*/ 39 h 71"/>
                <a:gd name="T30" fmla="*/ 2 w 6"/>
                <a:gd name="T31" fmla="*/ 35 h 71"/>
                <a:gd name="T32" fmla="*/ 2 w 6"/>
                <a:gd name="T33" fmla="*/ 43 h 71"/>
                <a:gd name="T34" fmla="*/ 2 w 6"/>
                <a:gd name="T35" fmla="*/ 49 h 71"/>
                <a:gd name="T36" fmla="*/ 2 w 6"/>
                <a:gd name="T37" fmla="*/ 56 h 71"/>
                <a:gd name="T38" fmla="*/ 2 w 6"/>
                <a:gd name="T39" fmla="*/ 68 h 71"/>
                <a:gd name="T40" fmla="*/ 2 w 6"/>
                <a:gd name="T41" fmla="*/ 67 h 71"/>
                <a:gd name="T42" fmla="*/ 2 w 6"/>
                <a:gd name="T43" fmla="*/ 52 h 71"/>
                <a:gd name="T44" fmla="*/ 2 w 6"/>
                <a:gd name="T45" fmla="*/ 41 h 71"/>
                <a:gd name="T46" fmla="*/ 2 w 6"/>
                <a:gd name="T47" fmla="*/ 36 h 71"/>
                <a:gd name="T48" fmla="*/ 3 w 6"/>
                <a:gd name="T49" fmla="*/ 35 h 71"/>
                <a:gd name="T50" fmla="*/ 3 w 6"/>
                <a:gd name="T51" fmla="*/ 49 h 71"/>
                <a:gd name="T52" fmla="*/ 3 w 6"/>
                <a:gd name="T53" fmla="*/ 70 h 71"/>
                <a:gd name="T54" fmla="*/ 3 w 6"/>
                <a:gd name="T55" fmla="*/ 71 h 71"/>
                <a:gd name="T56" fmla="*/ 3 w 6"/>
                <a:gd name="T57" fmla="*/ 53 h 71"/>
                <a:gd name="T58" fmla="*/ 3 w 6"/>
                <a:gd name="T59" fmla="*/ 40 h 71"/>
                <a:gd name="T60" fmla="*/ 3 w 6"/>
                <a:gd name="T61" fmla="*/ 35 h 71"/>
                <a:gd name="T62" fmla="*/ 3 w 6"/>
                <a:gd name="T63" fmla="*/ 34 h 71"/>
                <a:gd name="T64" fmla="*/ 3 w 6"/>
                <a:gd name="T65" fmla="*/ 37 h 71"/>
                <a:gd name="T66" fmla="*/ 4 w 6"/>
                <a:gd name="T67" fmla="*/ 44 h 71"/>
                <a:gd name="T68" fmla="*/ 4 w 6"/>
                <a:gd name="T69" fmla="*/ 55 h 71"/>
                <a:gd name="T70" fmla="*/ 4 w 6"/>
                <a:gd name="T71" fmla="*/ 57 h 71"/>
                <a:gd name="T72" fmla="*/ 4 w 6"/>
                <a:gd name="T73" fmla="*/ 38 h 71"/>
                <a:gd name="T74" fmla="*/ 4 w 6"/>
                <a:gd name="T75" fmla="*/ 12 h 71"/>
                <a:gd name="T76" fmla="*/ 4 w 6"/>
                <a:gd name="T77" fmla="*/ 0 h 71"/>
                <a:gd name="T78" fmla="*/ 5 w 6"/>
                <a:gd name="T79" fmla="*/ 7 h 71"/>
                <a:gd name="T80" fmla="*/ 5 w 6"/>
                <a:gd name="T81" fmla="*/ 19 h 71"/>
                <a:gd name="T82" fmla="*/ 5 w 6"/>
                <a:gd name="T83" fmla="*/ 32 h 71"/>
                <a:gd name="T84" fmla="*/ 5 w 6"/>
                <a:gd name="T85" fmla="*/ 43 h 71"/>
                <a:gd name="T86" fmla="*/ 5 w 6"/>
                <a:gd name="T87" fmla="*/ 41 h 71"/>
                <a:gd name="T88" fmla="*/ 5 w 6"/>
                <a:gd name="T89" fmla="*/ 35 h 71"/>
                <a:gd name="T90" fmla="*/ 5 w 6"/>
                <a:gd name="T91" fmla="*/ 43 h 71"/>
                <a:gd name="T92" fmla="*/ 5 w 6"/>
                <a:gd name="T93" fmla="*/ 47 h 71"/>
                <a:gd name="T94" fmla="*/ 5 w 6"/>
                <a:gd name="T95" fmla="*/ 34 h 71"/>
                <a:gd name="T96" fmla="*/ 6 w 6"/>
                <a:gd name="T97" fmla="*/ 26 h 71"/>
                <a:gd name="T98" fmla="*/ 6 w 6"/>
                <a:gd name="T99" fmla="*/ 30 h 71"/>
                <a:gd name="T100" fmla="*/ 6 w 6"/>
                <a:gd name="T101" fmla="*/ 31 h 71"/>
                <a:gd name="T102" fmla="*/ 6 w 6"/>
                <a:gd name="T103" fmla="*/ 2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1">
                  <a:moveTo>
                    <a:pt x="0" y="58"/>
                  </a:moveTo>
                  <a:lnTo>
                    <a:pt x="0" y="54"/>
                  </a:lnTo>
                  <a:lnTo>
                    <a:pt x="0" y="38"/>
                  </a:lnTo>
                  <a:lnTo>
                    <a:pt x="0" y="30"/>
                  </a:lnTo>
                  <a:lnTo>
                    <a:pt x="0" y="37"/>
                  </a:lnTo>
                  <a:lnTo>
                    <a:pt x="0" y="45"/>
                  </a:lnTo>
                  <a:lnTo>
                    <a:pt x="0" y="44"/>
                  </a:lnTo>
                  <a:lnTo>
                    <a:pt x="0" y="39"/>
                  </a:lnTo>
                  <a:lnTo>
                    <a:pt x="0" y="34"/>
                  </a:lnTo>
                  <a:lnTo>
                    <a:pt x="1" y="18"/>
                  </a:lnTo>
                  <a:lnTo>
                    <a:pt x="1" y="12"/>
                  </a:lnTo>
                  <a:lnTo>
                    <a:pt x="1" y="36"/>
                  </a:lnTo>
                  <a:lnTo>
                    <a:pt x="1" y="64"/>
                  </a:lnTo>
                  <a:lnTo>
                    <a:pt x="1" y="59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43"/>
                  </a:lnTo>
                  <a:lnTo>
                    <a:pt x="2" y="49"/>
                  </a:lnTo>
                  <a:lnTo>
                    <a:pt x="2" y="56"/>
                  </a:lnTo>
                  <a:lnTo>
                    <a:pt x="2" y="68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2" y="41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3" y="49"/>
                  </a:lnTo>
                  <a:lnTo>
                    <a:pt x="3" y="70"/>
                  </a:lnTo>
                  <a:lnTo>
                    <a:pt x="3" y="71"/>
                  </a:lnTo>
                  <a:lnTo>
                    <a:pt x="3" y="53"/>
                  </a:lnTo>
                  <a:lnTo>
                    <a:pt x="3" y="40"/>
                  </a:lnTo>
                  <a:lnTo>
                    <a:pt x="3" y="35"/>
                  </a:lnTo>
                  <a:lnTo>
                    <a:pt x="3" y="34"/>
                  </a:lnTo>
                  <a:lnTo>
                    <a:pt x="3" y="37"/>
                  </a:lnTo>
                  <a:lnTo>
                    <a:pt x="4" y="44"/>
                  </a:lnTo>
                  <a:lnTo>
                    <a:pt x="4" y="55"/>
                  </a:lnTo>
                  <a:lnTo>
                    <a:pt x="4" y="57"/>
                  </a:lnTo>
                  <a:lnTo>
                    <a:pt x="4" y="38"/>
                  </a:lnTo>
                  <a:lnTo>
                    <a:pt x="4" y="12"/>
                  </a:lnTo>
                  <a:lnTo>
                    <a:pt x="4" y="0"/>
                  </a:lnTo>
                  <a:lnTo>
                    <a:pt x="5" y="7"/>
                  </a:lnTo>
                  <a:lnTo>
                    <a:pt x="5" y="19"/>
                  </a:lnTo>
                  <a:lnTo>
                    <a:pt x="5" y="32"/>
                  </a:lnTo>
                  <a:lnTo>
                    <a:pt x="5" y="43"/>
                  </a:lnTo>
                  <a:lnTo>
                    <a:pt x="5" y="41"/>
                  </a:lnTo>
                  <a:lnTo>
                    <a:pt x="5" y="35"/>
                  </a:lnTo>
                  <a:lnTo>
                    <a:pt x="5" y="43"/>
                  </a:lnTo>
                  <a:lnTo>
                    <a:pt x="5" y="47"/>
                  </a:lnTo>
                  <a:lnTo>
                    <a:pt x="5" y="34"/>
                  </a:lnTo>
                  <a:lnTo>
                    <a:pt x="6" y="26"/>
                  </a:lnTo>
                  <a:lnTo>
                    <a:pt x="6" y="30"/>
                  </a:lnTo>
                  <a:lnTo>
                    <a:pt x="6" y="31"/>
                  </a:lnTo>
                  <a:lnTo>
                    <a:pt x="6" y="2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67" name="Freeform 1073"/>
            <p:cNvSpPr/>
            <p:nvPr/>
          </p:nvSpPr>
          <p:spPr bwMode="auto">
            <a:xfrm>
              <a:off x="4302125" y="4648201"/>
              <a:ext cx="9525" cy="130175"/>
            </a:xfrm>
            <a:custGeom>
              <a:avLst/>
              <a:gdLst>
                <a:gd name="T0" fmla="*/ 0 w 6"/>
                <a:gd name="T1" fmla="*/ 37 h 82"/>
                <a:gd name="T2" fmla="*/ 0 w 6"/>
                <a:gd name="T3" fmla="*/ 26 h 82"/>
                <a:gd name="T4" fmla="*/ 0 w 6"/>
                <a:gd name="T5" fmla="*/ 11 h 82"/>
                <a:gd name="T6" fmla="*/ 0 w 6"/>
                <a:gd name="T7" fmla="*/ 5 h 82"/>
                <a:gd name="T8" fmla="*/ 0 w 6"/>
                <a:gd name="T9" fmla="*/ 8 h 82"/>
                <a:gd name="T10" fmla="*/ 1 w 6"/>
                <a:gd name="T11" fmla="*/ 11 h 82"/>
                <a:gd name="T12" fmla="*/ 1 w 6"/>
                <a:gd name="T13" fmla="*/ 16 h 82"/>
                <a:gd name="T14" fmla="*/ 1 w 6"/>
                <a:gd name="T15" fmla="*/ 24 h 82"/>
                <a:gd name="T16" fmla="*/ 1 w 6"/>
                <a:gd name="T17" fmla="*/ 26 h 82"/>
                <a:gd name="T18" fmla="*/ 1 w 6"/>
                <a:gd name="T19" fmla="*/ 24 h 82"/>
                <a:gd name="T20" fmla="*/ 1 w 6"/>
                <a:gd name="T21" fmla="*/ 21 h 82"/>
                <a:gd name="T22" fmla="*/ 1 w 6"/>
                <a:gd name="T23" fmla="*/ 18 h 82"/>
                <a:gd name="T24" fmla="*/ 1 w 6"/>
                <a:gd name="T25" fmla="*/ 12 h 82"/>
                <a:gd name="T26" fmla="*/ 1 w 6"/>
                <a:gd name="T27" fmla="*/ 6 h 82"/>
                <a:gd name="T28" fmla="*/ 2 w 6"/>
                <a:gd name="T29" fmla="*/ 9 h 82"/>
                <a:gd name="T30" fmla="*/ 2 w 6"/>
                <a:gd name="T31" fmla="*/ 15 h 82"/>
                <a:gd name="T32" fmla="*/ 2 w 6"/>
                <a:gd name="T33" fmla="*/ 9 h 82"/>
                <a:gd name="T34" fmla="*/ 2 w 6"/>
                <a:gd name="T35" fmla="*/ 0 h 82"/>
                <a:gd name="T36" fmla="*/ 2 w 6"/>
                <a:gd name="T37" fmla="*/ 3 h 82"/>
                <a:gd name="T38" fmla="*/ 2 w 6"/>
                <a:gd name="T39" fmla="*/ 9 h 82"/>
                <a:gd name="T40" fmla="*/ 2 w 6"/>
                <a:gd name="T41" fmla="*/ 9 h 82"/>
                <a:gd name="T42" fmla="*/ 2 w 6"/>
                <a:gd name="T43" fmla="*/ 10 h 82"/>
                <a:gd name="T44" fmla="*/ 2 w 6"/>
                <a:gd name="T45" fmla="*/ 18 h 82"/>
                <a:gd name="T46" fmla="*/ 3 w 6"/>
                <a:gd name="T47" fmla="*/ 32 h 82"/>
                <a:gd name="T48" fmla="*/ 3 w 6"/>
                <a:gd name="T49" fmla="*/ 37 h 82"/>
                <a:gd name="T50" fmla="*/ 3 w 6"/>
                <a:gd name="T51" fmla="*/ 26 h 82"/>
                <a:gd name="T52" fmla="*/ 3 w 6"/>
                <a:gd name="T53" fmla="*/ 12 h 82"/>
                <a:gd name="T54" fmla="*/ 3 w 6"/>
                <a:gd name="T55" fmla="*/ 6 h 82"/>
                <a:gd name="T56" fmla="*/ 3 w 6"/>
                <a:gd name="T57" fmla="*/ 8 h 82"/>
                <a:gd name="T58" fmla="*/ 4 w 6"/>
                <a:gd name="T59" fmla="*/ 17 h 82"/>
                <a:gd name="T60" fmla="*/ 4 w 6"/>
                <a:gd name="T61" fmla="*/ 23 h 82"/>
                <a:gd name="T62" fmla="*/ 4 w 6"/>
                <a:gd name="T63" fmla="*/ 27 h 82"/>
                <a:gd name="T64" fmla="*/ 4 w 6"/>
                <a:gd name="T65" fmla="*/ 37 h 82"/>
                <a:gd name="T66" fmla="*/ 4 w 6"/>
                <a:gd name="T67" fmla="*/ 43 h 82"/>
                <a:gd name="T68" fmla="*/ 4 w 6"/>
                <a:gd name="T69" fmla="*/ 42 h 82"/>
                <a:gd name="T70" fmla="*/ 4 w 6"/>
                <a:gd name="T71" fmla="*/ 43 h 82"/>
                <a:gd name="T72" fmla="*/ 4 w 6"/>
                <a:gd name="T73" fmla="*/ 41 h 82"/>
                <a:gd name="T74" fmla="*/ 4 w 6"/>
                <a:gd name="T75" fmla="*/ 30 h 82"/>
                <a:gd name="T76" fmla="*/ 5 w 6"/>
                <a:gd name="T77" fmla="*/ 18 h 82"/>
                <a:gd name="T78" fmla="*/ 5 w 6"/>
                <a:gd name="T79" fmla="*/ 19 h 82"/>
                <a:gd name="T80" fmla="*/ 5 w 6"/>
                <a:gd name="T81" fmla="*/ 31 h 82"/>
                <a:gd name="T82" fmla="*/ 5 w 6"/>
                <a:gd name="T83" fmla="*/ 32 h 82"/>
                <a:gd name="T84" fmla="*/ 5 w 6"/>
                <a:gd name="T85" fmla="*/ 20 h 82"/>
                <a:gd name="T86" fmla="*/ 5 w 6"/>
                <a:gd name="T87" fmla="*/ 24 h 82"/>
                <a:gd name="T88" fmla="*/ 6 w 6"/>
                <a:gd name="T89" fmla="*/ 38 h 82"/>
                <a:gd name="T90" fmla="*/ 6 w 6"/>
                <a:gd name="T91" fmla="*/ 47 h 82"/>
                <a:gd name="T92" fmla="*/ 6 w 6"/>
                <a:gd name="T93" fmla="*/ 60 h 82"/>
                <a:gd name="T94" fmla="*/ 6 w 6"/>
                <a:gd name="T95" fmla="*/ 76 h 82"/>
                <a:gd name="T96" fmla="*/ 6 w 6"/>
                <a:gd name="T97" fmla="*/ 82 h 82"/>
                <a:gd name="T98" fmla="*/ 6 w 6"/>
                <a:gd name="T99" fmla="*/ 80 h 82"/>
                <a:gd name="T100" fmla="*/ 6 w 6"/>
                <a:gd name="T101" fmla="*/ 75 h 82"/>
                <a:gd name="T102" fmla="*/ 6 w 6"/>
                <a:gd name="T103" fmla="*/ 63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2">
                  <a:moveTo>
                    <a:pt x="0" y="37"/>
                  </a:moveTo>
                  <a:lnTo>
                    <a:pt x="0" y="26"/>
                  </a:lnTo>
                  <a:lnTo>
                    <a:pt x="0" y="11"/>
                  </a:lnTo>
                  <a:lnTo>
                    <a:pt x="0" y="5"/>
                  </a:lnTo>
                  <a:lnTo>
                    <a:pt x="0" y="8"/>
                  </a:lnTo>
                  <a:lnTo>
                    <a:pt x="1" y="11"/>
                  </a:lnTo>
                  <a:lnTo>
                    <a:pt x="1" y="16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4"/>
                  </a:lnTo>
                  <a:lnTo>
                    <a:pt x="1" y="21"/>
                  </a:lnTo>
                  <a:lnTo>
                    <a:pt x="1" y="18"/>
                  </a:lnTo>
                  <a:lnTo>
                    <a:pt x="1" y="12"/>
                  </a:lnTo>
                  <a:lnTo>
                    <a:pt x="1" y="6"/>
                  </a:lnTo>
                  <a:lnTo>
                    <a:pt x="2" y="9"/>
                  </a:lnTo>
                  <a:lnTo>
                    <a:pt x="2" y="15"/>
                  </a:lnTo>
                  <a:lnTo>
                    <a:pt x="2" y="9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8"/>
                  </a:lnTo>
                  <a:lnTo>
                    <a:pt x="3" y="32"/>
                  </a:lnTo>
                  <a:lnTo>
                    <a:pt x="3" y="37"/>
                  </a:lnTo>
                  <a:lnTo>
                    <a:pt x="3" y="26"/>
                  </a:lnTo>
                  <a:lnTo>
                    <a:pt x="3" y="12"/>
                  </a:lnTo>
                  <a:lnTo>
                    <a:pt x="3" y="6"/>
                  </a:lnTo>
                  <a:lnTo>
                    <a:pt x="3" y="8"/>
                  </a:lnTo>
                  <a:lnTo>
                    <a:pt x="4" y="17"/>
                  </a:lnTo>
                  <a:lnTo>
                    <a:pt x="4" y="23"/>
                  </a:lnTo>
                  <a:lnTo>
                    <a:pt x="4" y="27"/>
                  </a:lnTo>
                  <a:lnTo>
                    <a:pt x="4" y="37"/>
                  </a:lnTo>
                  <a:lnTo>
                    <a:pt x="4" y="43"/>
                  </a:lnTo>
                  <a:lnTo>
                    <a:pt x="4" y="42"/>
                  </a:lnTo>
                  <a:lnTo>
                    <a:pt x="4" y="43"/>
                  </a:lnTo>
                  <a:lnTo>
                    <a:pt x="4" y="41"/>
                  </a:lnTo>
                  <a:lnTo>
                    <a:pt x="4" y="30"/>
                  </a:lnTo>
                  <a:lnTo>
                    <a:pt x="5" y="18"/>
                  </a:lnTo>
                  <a:lnTo>
                    <a:pt x="5" y="19"/>
                  </a:lnTo>
                  <a:lnTo>
                    <a:pt x="5" y="31"/>
                  </a:lnTo>
                  <a:lnTo>
                    <a:pt x="5" y="32"/>
                  </a:lnTo>
                  <a:lnTo>
                    <a:pt x="5" y="20"/>
                  </a:lnTo>
                  <a:lnTo>
                    <a:pt x="5" y="24"/>
                  </a:lnTo>
                  <a:lnTo>
                    <a:pt x="6" y="38"/>
                  </a:lnTo>
                  <a:lnTo>
                    <a:pt x="6" y="47"/>
                  </a:lnTo>
                  <a:lnTo>
                    <a:pt x="6" y="60"/>
                  </a:lnTo>
                  <a:lnTo>
                    <a:pt x="6" y="76"/>
                  </a:lnTo>
                  <a:lnTo>
                    <a:pt x="6" y="82"/>
                  </a:lnTo>
                  <a:lnTo>
                    <a:pt x="6" y="80"/>
                  </a:lnTo>
                  <a:lnTo>
                    <a:pt x="6" y="75"/>
                  </a:lnTo>
                  <a:lnTo>
                    <a:pt x="6" y="6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68" name="Freeform 1074"/>
            <p:cNvSpPr/>
            <p:nvPr/>
          </p:nvSpPr>
          <p:spPr bwMode="auto">
            <a:xfrm>
              <a:off x="4311650" y="4640263"/>
              <a:ext cx="9525" cy="196850"/>
            </a:xfrm>
            <a:custGeom>
              <a:avLst/>
              <a:gdLst>
                <a:gd name="T0" fmla="*/ 0 w 6"/>
                <a:gd name="T1" fmla="*/ 80 h 124"/>
                <a:gd name="T2" fmla="*/ 0 w 6"/>
                <a:gd name="T3" fmla="*/ 68 h 124"/>
                <a:gd name="T4" fmla="*/ 0 w 6"/>
                <a:gd name="T5" fmla="*/ 56 h 124"/>
                <a:gd name="T6" fmla="*/ 1 w 6"/>
                <a:gd name="T7" fmla="*/ 53 h 124"/>
                <a:gd name="T8" fmla="*/ 1 w 6"/>
                <a:gd name="T9" fmla="*/ 55 h 124"/>
                <a:gd name="T10" fmla="*/ 1 w 6"/>
                <a:gd name="T11" fmla="*/ 40 h 124"/>
                <a:gd name="T12" fmla="*/ 1 w 6"/>
                <a:gd name="T13" fmla="*/ 6 h 124"/>
                <a:gd name="T14" fmla="*/ 1 w 6"/>
                <a:gd name="T15" fmla="*/ 0 h 124"/>
                <a:gd name="T16" fmla="*/ 1 w 6"/>
                <a:gd name="T17" fmla="*/ 37 h 124"/>
                <a:gd name="T18" fmla="*/ 1 w 6"/>
                <a:gd name="T19" fmla="*/ 80 h 124"/>
                <a:gd name="T20" fmla="*/ 1 w 6"/>
                <a:gd name="T21" fmla="*/ 107 h 124"/>
                <a:gd name="T22" fmla="*/ 1 w 6"/>
                <a:gd name="T23" fmla="*/ 124 h 124"/>
                <a:gd name="T24" fmla="*/ 2 w 6"/>
                <a:gd name="T25" fmla="*/ 124 h 124"/>
                <a:gd name="T26" fmla="*/ 2 w 6"/>
                <a:gd name="T27" fmla="*/ 109 h 124"/>
                <a:gd name="T28" fmla="*/ 2 w 6"/>
                <a:gd name="T29" fmla="*/ 95 h 124"/>
                <a:gd name="T30" fmla="*/ 2 w 6"/>
                <a:gd name="T31" fmla="*/ 85 h 124"/>
                <a:gd name="T32" fmla="*/ 2 w 6"/>
                <a:gd name="T33" fmla="*/ 78 h 124"/>
                <a:gd name="T34" fmla="*/ 2 w 6"/>
                <a:gd name="T35" fmla="*/ 74 h 124"/>
                <a:gd name="T36" fmla="*/ 3 w 6"/>
                <a:gd name="T37" fmla="*/ 73 h 124"/>
                <a:gd name="T38" fmla="*/ 3 w 6"/>
                <a:gd name="T39" fmla="*/ 74 h 124"/>
                <a:gd name="T40" fmla="*/ 3 w 6"/>
                <a:gd name="T41" fmla="*/ 75 h 124"/>
                <a:gd name="T42" fmla="*/ 3 w 6"/>
                <a:gd name="T43" fmla="*/ 77 h 124"/>
                <a:gd name="T44" fmla="*/ 3 w 6"/>
                <a:gd name="T45" fmla="*/ 86 h 124"/>
                <a:gd name="T46" fmla="*/ 3 w 6"/>
                <a:gd name="T47" fmla="*/ 98 h 124"/>
                <a:gd name="T48" fmla="*/ 3 w 6"/>
                <a:gd name="T49" fmla="*/ 96 h 124"/>
                <a:gd name="T50" fmla="*/ 3 w 6"/>
                <a:gd name="T51" fmla="*/ 82 h 124"/>
                <a:gd name="T52" fmla="*/ 3 w 6"/>
                <a:gd name="T53" fmla="*/ 86 h 124"/>
                <a:gd name="T54" fmla="*/ 3 w 6"/>
                <a:gd name="T55" fmla="*/ 101 h 124"/>
                <a:gd name="T56" fmla="*/ 4 w 6"/>
                <a:gd name="T57" fmla="*/ 95 h 124"/>
                <a:gd name="T58" fmla="*/ 4 w 6"/>
                <a:gd name="T59" fmla="*/ 80 h 124"/>
                <a:gd name="T60" fmla="*/ 4 w 6"/>
                <a:gd name="T61" fmla="*/ 82 h 124"/>
                <a:gd name="T62" fmla="*/ 4 w 6"/>
                <a:gd name="T63" fmla="*/ 76 h 124"/>
                <a:gd name="T64" fmla="*/ 4 w 6"/>
                <a:gd name="T65" fmla="*/ 55 h 124"/>
                <a:gd name="T66" fmla="*/ 4 w 6"/>
                <a:gd name="T67" fmla="*/ 50 h 124"/>
                <a:gd name="T68" fmla="*/ 5 w 6"/>
                <a:gd name="T69" fmla="*/ 63 h 124"/>
                <a:gd name="T70" fmla="*/ 5 w 6"/>
                <a:gd name="T71" fmla="*/ 66 h 124"/>
                <a:gd name="T72" fmla="*/ 5 w 6"/>
                <a:gd name="T73" fmla="*/ 60 h 124"/>
                <a:gd name="T74" fmla="*/ 5 w 6"/>
                <a:gd name="T75" fmla="*/ 68 h 124"/>
                <a:gd name="T76" fmla="*/ 5 w 6"/>
                <a:gd name="T77" fmla="*/ 92 h 124"/>
                <a:gd name="T78" fmla="*/ 5 w 6"/>
                <a:gd name="T79" fmla="*/ 111 h 124"/>
                <a:gd name="T80" fmla="*/ 5 w 6"/>
                <a:gd name="T81" fmla="*/ 105 h 124"/>
                <a:gd name="T82" fmla="*/ 5 w 6"/>
                <a:gd name="T83" fmla="*/ 77 h 124"/>
                <a:gd name="T84" fmla="*/ 5 w 6"/>
                <a:gd name="T85" fmla="*/ 44 h 124"/>
                <a:gd name="T86" fmla="*/ 6 w 6"/>
                <a:gd name="T87" fmla="*/ 28 h 124"/>
                <a:gd name="T88" fmla="*/ 6 w 6"/>
                <a:gd name="T89" fmla="*/ 34 h 124"/>
                <a:gd name="T90" fmla="*/ 6 w 6"/>
                <a:gd name="T91" fmla="*/ 47 h 124"/>
                <a:gd name="T92" fmla="*/ 6 w 6"/>
                <a:gd name="T93" fmla="*/ 55 h 124"/>
                <a:gd name="T94" fmla="*/ 6 w 6"/>
                <a:gd name="T95" fmla="*/ 62 h 124"/>
                <a:gd name="T96" fmla="*/ 6 w 6"/>
                <a:gd name="T97" fmla="*/ 70 h 124"/>
                <a:gd name="T98" fmla="*/ 6 w 6"/>
                <a:gd name="T99" fmla="*/ 70 h 124"/>
                <a:gd name="T100" fmla="*/ 6 w 6"/>
                <a:gd name="T101" fmla="*/ 61 h 124"/>
                <a:gd name="T102" fmla="*/ 6 w 6"/>
                <a:gd name="T103" fmla="*/ 53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24">
                  <a:moveTo>
                    <a:pt x="0" y="80"/>
                  </a:moveTo>
                  <a:lnTo>
                    <a:pt x="0" y="68"/>
                  </a:lnTo>
                  <a:lnTo>
                    <a:pt x="0" y="56"/>
                  </a:lnTo>
                  <a:lnTo>
                    <a:pt x="1" y="53"/>
                  </a:lnTo>
                  <a:lnTo>
                    <a:pt x="1" y="55"/>
                  </a:lnTo>
                  <a:lnTo>
                    <a:pt x="1" y="40"/>
                  </a:lnTo>
                  <a:lnTo>
                    <a:pt x="1" y="6"/>
                  </a:lnTo>
                  <a:lnTo>
                    <a:pt x="1" y="0"/>
                  </a:lnTo>
                  <a:lnTo>
                    <a:pt x="1" y="37"/>
                  </a:lnTo>
                  <a:lnTo>
                    <a:pt x="1" y="80"/>
                  </a:lnTo>
                  <a:lnTo>
                    <a:pt x="1" y="107"/>
                  </a:lnTo>
                  <a:lnTo>
                    <a:pt x="1" y="124"/>
                  </a:lnTo>
                  <a:lnTo>
                    <a:pt x="2" y="124"/>
                  </a:lnTo>
                  <a:lnTo>
                    <a:pt x="2" y="109"/>
                  </a:lnTo>
                  <a:lnTo>
                    <a:pt x="2" y="95"/>
                  </a:lnTo>
                  <a:lnTo>
                    <a:pt x="2" y="85"/>
                  </a:lnTo>
                  <a:lnTo>
                    <a:pt x="2" y="78"/>
                  </a:lnTo>
                  <a:lnTo>
                    <a:pt x="2" y="74"/>
                  </a:lnTo>
                  <a:lnTo>
                    <a:pt x="3" y="73"/>
                  </a:lnTo>
                  <a:lnTo>
                    <a:pt x="3" y="74"/>
                  </a:lnTo>
                  <a:lnTo>
                    <a:pt x="3" y="75"/>
                  </a:lnTo>
                  <a:lnTo>
                    <a:pt x="3" y="77"/>
                  </a:lnTo>
                  <a:lnTo>
                    <a:pt x="3" y="86"/>
                  </a:lnTo>
                  <a:lnTo>
                    <a:pt x="3" y="98"/>
                  </a:lnTo>
                  <a:lnTo>
                    <a:pt x="3" y="96"/>
                  </a:lnTo>
                  <a:lnTo>
                    <a:pt x="3" y="82"/>
                  </a:lnTo>
                  <a:lnTo>
                    <a:pt x="3" y="86"/>
                  </a:lnTo>
                  <a:lnTo>
                    <a:pt x="3" y="101"/>
                  </a:lnTo>
                  <a:lnTo>
                    <a:pt x="4" y="95"/>
                  </a:lnTo>
                  <a:lnTo>
                    <a:pt x="4" y="80"/>
                  </a:lnTo>
                  <a:lnTo>
                    <a:pt x="4" y="82"/>
                  </a:lnTo>
                  <a:lnTo>
                    <a:pt x="4" y="76"/>
                  </a:lnTo>
                  <a:lnTo>
                    <a:pt x="4" y="55"/>
                  </a:lnTo>
                  <a:lnTo>
                    <a:pt x="4" y="50"/>
                  </a:lnTo>
                  <a:lnTo>
                    <a:pt x="5" y="63"/>
                  </a:lnTo>
                  <a:lnTo>
                    <a:pt x="5" y="66"/>
                  </a:lnTo>
                  <a:lnTo>
                    <a:pt x="5" y="60"/>
                  </a:lnTo>
                  <a:lnTo>
                    <a:pt x="5" y="68"/>
                  </a:lnTo>
                  <a:lnTo>
                    <a:pt x="5" y="92"/>
                  </a:lnTo>
                  <a:lnTo>
                    <a:pt x="5" y="111"/>
                  </a:lnTo>
                  <a:lnTo>
                    <a:pt x="5" y="105"/>
                  </a:lnTo>
                  <a:lnTo>
                    <a:pt x="5" y="77"/>
                  </a:lnTo>
                  <a:lnTo>
                    <a:pt x="5" y="44"/>
                  </a:lnTo>
                  <a:lnTo>
                    <a:pt x="6" y="28"/>
                  </a:lnTo>
                  <a:lnTo>
                    <a:pt x="6" y="34"/>
                  </a:lnTo>
                  <a:lnTo>
                    <a:pt x="6" y="47"/>
                  </a:lnTo>
                  <a:lnTo>
                    <a:pt x="6" y="55"/>
                  </a:lnTo>
                  <a:lnTo>
                    <a:pt x="6" y="62"/>
                  </a:lnTo>
                  <a:lnTo>
                    <a:pt x="6" y="70"/>
                  </a:lnTo>
                  <a:lnTo>
                    <a:pt x="6" y="70"/>
                  </a:lnTo>
                  <a:lnTo>
                    <a:pt x="6" y="61"/>
                  </a:lnTo>
                  <a:lnTo>
                    <a:pt x="6" y="5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69" name="Freeform 1075"/>
            <p:cNvSpPr/>
            <p:nvPr/>
          </p:nvSpPr>
          <p:spPr bwMode="auto">
            <a:xfrm>
              <a:off x="4321175" y="4587876"/>
              <a:ext cx="11113" cy="152400"/>
            </a:xfrm>
            <a:custGeom>
              <a:avLst/>
              <a:gdLst>
                <a:gd name="T0" fmla="*/ 0 w 7"/>
                <a:gd name="T1" fmla="*/ 94 h 96"/>
                <a:gd name="T2" fmla="*/ 0 w 7"/>
                <a:gd name="T3" fmla="*/ 86 h 96"/>
                <a:gd name="T4" fmla="*/ 1 w 7"/>
                <a:gd name="T5" fmla="*/ 88 h 96"/>
                <a:gd name="T6" fmla="*/ 1 w 7"/>
                <a:gd name="T7" fmla="*/ 93 h 96"/>
                <a:gd name="T8" fmla="*/ 1 w 7"/>
                <a:gd name="T9" fmla="*/ 73 h 96"/>
                <a:gd name="T10" fmla="*/ 1 w 7"/>
                <a:gd name="T11" fmla="*/ 29 h 96"/>
                <a:gd name="T12" fmla="*/ 1 w 7"/>
                <a:gd name="T13" fmla="*/ 0 h 96"/>
                <a:gd name="T14" fmla="*/ 1 w 7"/>
                <a:gd name="T15" fmla="*/ 8 h 96"/>
                <a:gd name="T16" fmla="*/ 2 w 7"/>
                <a:gd name="T17" fmla="*/ 36 h 96"/>
                <a:gd name="T18" fmla="*/ 2 w 7"/>
                <a:gd name="T19" fmla="*/ 66 h 96"/>
                <a:gd name="T20" fmla="*/ 2 w 7"/>
                <a:gd name="T21" fmla="*/ 87 h 96"/>
                <a:gd name="T22" fmla="*/ 2 w 7"/>
                <a:gd name="T23" fmla="*/ 96 h 96"/>
                <a:gd name="T24" fmla="*/ 2 w 7"/>
                <a:gd name="T25" fmla="*/ 93 h 96"/>
                <a:gd name="T26" fmla="*/ 2 w 7"/>
                <a:gd name="T27" fmla="*/ 81 h 96"/>
                <a:gd name="T28" fmla="*/ 2 w 7"/>
                <a:gd name="T29" fmla="*/ 64 h 96"/>
                <a:gd name="T30" fmla="*/ 2 w 7"/>
                <a:gd name="T31" fmla="*/ 49 h 96"/>
                <a:gd name="T32" fmla="*/ 2 w 7"/>
                <a:gd name="T33" fmla="*/ 51 h 96"/>
                <a:gd name="T34" fmla="*/ 3 w 7"/>
                <a:gd name="T35" fmla="*/ 62 h 96"/>
                <a:gd name="T36" fmla="*/ 3 w 7"/>
                <a:gd name="T37" fmla="*/ 64 h 96"/>
                <a:gd name="T38" fmla="*/ 3 w 7"/>
                <a:gd name="T39" fmla="*/ 57 h 96"/>
                <a:gd name="T40" fmla="*/ 3 w 7"/>
                <a:gd name="T41" fmla="*/ 46 h 96"/>
                <a:gd name="T42" fmla="*/ 3 w 7"/>
                <a:gd name="T43" fmla="*/ 41 h 96"/>
                <a:gd name="T44" fmla="*/ 3 w 7"/>
                <a:gd name="T45" fmla="*/ 55 h 96"/>
                <a:gd name="T46" fmla="*/ 4 w 7"/>
                <a:gd name="T47" fmla="*/ 71 h 96"/>
                <a:gd name="T48" fmla="*/ 4 w 7"/>
                <a:gd name="T49" fmla="*/ 69 h 96"/>
                <a:gd name="T50" fmla="*/ 4 w 7"/>
                <a:gd name="T51" fmla="*/ 62 h 96"/>
                <a:gd name="T52" fmla="*/ 4 w 7"/>
                <a:gd name="T53" fmla="*/ 66 h 96"/>
                <a:gd name="T54" fmla="*/ 4 w 7"/>
                <a:gd name="T55" fmla="*/ 72 h 96"/>
                <a:gd name="T56" fmla="*/ 4 w 7"/>
                <a:gd name="T57" fmla="*/ 63 h 96"/>
                <a:gd name="T58" fmla="*/ 4 w 7"/>
                <a:gd name="T59" fmla="*/ 41 h 96"/>
                <a:gd name="T60" fmla="*/ 4 w 7"/>
                <a:gd name="T61" fmla="*/ 25 h 96"/>
                <a:gd name="T62" fmla="*/ 4 w 7"/>
                <a:gd name="T63" fmla="*/ 40 h 96"/>
                <a:gd name="T64" fmla="*/ 5 w 7"/>
                <a:gd name="T65" fmla="*/ 65 h 96"/>
                <a:gd name="T66" fmla="*/ 5 w 7"/>
                <a:gd name="T67" fmla="*/ 75 h 96"/>
                <a:gd name="T68" fmla="*/ 5 w 7"/>
                <a:gd name="T69" fmla="*/ 80 h 96"/>
                <a:gd name="T70" fmla="*/ 5 w 7"/>
                <a:gd name="T71" fmla="*/ 89 h 96"/>
                <a:gd name="T72" fmla="*/ 5 w 7"/>
                <a:gd name="T73" fmla="*/ 88 h 96"/>
                <a:gd name="T74" fmla="*/ 5 w 7"/>
                <a:gd name="T75" fmla="*/ 71 h 96"/>
                <a:gd name="T76" fmla="*/ 5 w 7"/>
                <a:gd name="T77" fmla="*/ 44 h 96"/>
                <a:gd name="T78" fmla="*/ 5 w 7"/>
                <a:gd name="T79" fmla="*/ 33 h 96"/>
                <a:gd name="T80" fmla="*/ 5 w 7"/>
                <a:gd name="T81" fmla="*/ 54 h 96"/>
                <a:gd name="T82" fmla="*/ 5 w 7"/>
                <a:gd name="T83" fmla="*/ 83 h 96"/>
                <a:gd name="T84" fmla="*/ 6 w 7"/>
                <a:gd name="T85" fmla="*/ 90 h 96"/>
                <a:gd name="T86" fmla="*/ 6 w 7"/>
                <a:gd name="T87" fmla="*/ 79 h 96"/>
                <a:gd name="T88" fmla="*/ 6 w 7"/>
                <a:gd name="T89" fmla="*/ 72 h 96"/>
                <a:gd name="T90" fmla="*/ 6 w 7"/>
                <a:gd name="T91" fmla="*/ 78 h 96"/>
                <a:gd name="T92" fmla="*/ 6 w 7"/>
                <a:gd name="T93" fmla="*/ 86 h 96"/>
                <a:gd name="T94" fmla="*/ 6 w 7"/>
                <a:gd name="T95" fmla="*/ 78 h 96"/>
                <a:gd name="T96" fmla="*/ 7 w 7"/>
                <a:gd name="T97" fmla="*/ 65 h 96"/>
                <a:gd name="T98" fmla="*/ 7 w 7"/>
                <a:gd name="T99" fmla="*/ 67 h 96"/>
                <a:gd name="T100" fmla="*/ 7 w 7"/>
                <a:gd name="T101" fmla="*/ 73 h 96"/>
                <a:gd name="T102" fmla="*/ 7 w 7"/>
                <a:gd name="T103" fmla="*/ 6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6">
                  <a:moveTo>
                    <a:pt x="0" y="94"/>
                  </a:moveTo>
                  <a:lnTo>
                    <a:pt x="0" y="86"/>
                  </a:lnTo>
                  <a:lnTo>
                    <a:pt x="1" y="88"/>
                  </a:lnTo>
                  <a:lnTo>
                    <a:pt x="1" y="93"/>
                  </a:lnTo>
                  <a:lnTo>
                    <a:pt x="1" y="73"/>
                  </a:lnTo>
                  <a:lnTo>
                    <a:pt x="1" y="29"/>
                  </a:lnTo>
                  <a:lnTo>
                    <a:pt x="1" y="0"/>
                  </a:lnTo>
                  <a:lnTo>
                    <a:pt x="1" y="8"/>
                  </a:lnTo>
                  <a:lnTo>
                    <a:pt x="2" y="36"/>
                  </a:lnTo>
                  <a:lnTo>
                    <a:pt x="2" y="66"/>
                  </a:lnTo>
                  <a:lnTo>
                    <a:pt x="2" y="87"/>
                  </a:lnTo>
                  <a:lnTo>
                    <a:pt x="2" y="96"/>
                  </a:lnTo>
                  <a:lnTo>
                    <a:pt x="2" y="93"/>
                  </a:lnTo>
                  <a:lnTo>
                    <a:pt x="2" y="81"/>
                  </a:lnTo>
                  <a:lnTo>
                    <a:pt x="2" y="64"/>
                  </a:lnTo>
                  <a:lnTo>
                    <a:pt x="2" y="49"/>
                  </a:lnTo>
                  <a:lnTo>
                    <a:pt x="2" y="51"/>
                  </a:lnTo>
                  <a:lnTo>
                    <a:pt x="3" y="62"/>
                  </a:lnTo>
                  <a:lnTo>
                    <a:pt x="3" y="64"/>
                  </a:lnTo>
                  <a:lnTo>
                    <a:pt x="3" y="57"/>
                  </a:lnTo>
                  <a:lnTo>
                    <a:pt x="3" y="46"/>
                  </a:lnTo>
                  <a:lnTo>
                    <a:pt x="3" y="41"/>
                  </a:lnTo>
                  <a:lnTo>
                    <a:pt x="3" y="55"/>
                  </a:lnTo>
                  <a:lnTo>
                    <a:pt x="4" y="71"/>
                  </a:lnTo>
                  <a:lnTo>
                    <a:pt x="4" y="69"/>
                  </a:lnTo>
                  <a:lnTo>
                    <a:pt x="4" y="62"/>
                  </a:lnTo>
                  <a:lnTo>
                    <a:pt x="4" y="66"/>
                  </a:lnTo>
                  <a:lnTo>
                    <a:pt x="4" y="72"/>
                  </a:lnTo>
                  <a:lnTo>
                    <a:pt x="4" y="63"/>
                  </a:lnTo>
                  <a:lnTo>
                    <a:pt x="4" y="41"/>
                  </a:lnTo>
                  <a:lnTo>
                    <a:pt x="4" y="25"/>
                  </a:lnTo>
                  <a:lnTo>
                    <a:pt x="4" y="40"/>
                  </a:lnTo>
                  <a:lnTo>
                    <a:pt x="5" y="65"/>
                  </a:lnTo>
                  <a:lnTo>
                    <a:pt x="5" y="75"/>
                  </a:lnTo>
                  <a:lnTo>
                    <a:pt x="5" y="80"/>
                  </a:lnTo>
                  <a:lnTo>
                    <a:pt x="5" y="89"/>
                  </a:lnTo>
                  <a:lnTo>
                    <a:pt x="5" y="88"/>
                  </a:lnTo>
                  <a:lnTo>
                    <a:pt x="5" y="71"/>
                  </a:lnTo>
                  <a:lnTo>
                    <a:pt x="5" y="44"/>
                  </a:lnTo>
                  <a:lnTo>
                    <a:pt x="5" y="33"/>
                  </a:lnTo>
                  <a:lnTo>
                    <a:pt x="5" y="54"/>
                  </a:lnTo>
                  <a:lnTo>
                    <a:pt x="5" y="83"/>
                  </a:lnTo>
                  <a:lnTo>
                    <a:pt x="6" y="90"/>
                  </a:lnTo>
                  <a:lnTo>
                    <a:pt x="6" y="79"/>
                  </a:lnTo>
                  <a:lnTo>
                    <a:pt x="6" y="72"/>
                  </a:lnTo>
                  <a:lnTo>
                    <a:pt x="6" y="78"/>
                  </a:lnTo>
                  <a:lnTo>
                    <a:pt x="6" y="86"/>
                  </a:lnTo>
                  <a:lnTo>
                    <a:pt x="6" y="78"/>
                  </a:lnTo>
                  <a:lnTo>
                    <a:pt x="7" y="65"/>
                  </a:lnTo>
                  <a:lnTo>
                    <a:pt x="7" y="67"/>
                  </a:lnTo>
                  <a:lnTo>
                    <a:pt x="7" y="73"/>
                  </a:lnTo>
                  <a:lnTo>
                    <a:pt x="7" y="6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70" name="Freeform 1076"/>
            <p:cNvSpPr/>
            <p:nvPr/>
          </p:nvSpPr>
          <p:spPr bwMode="auto">
            <a:xfrm>
              <a:off x="4332288" y="4618038"/>
              <a:ext cx="9525" cy="144463"/>
            </a:xfrm>
            <a:custGeom>
              <a:avLst/>
              <a:gdLst>
                <a:gd name="T0" fmla="*/ 0 w 6"/>
                <a:gd name="T1" fmla="*/ 54 h 91"/>
                <a:gd name="T2" fmla="*/ 0 w 6"/>
                <a:gd name="T3" fmla="*/ 43 h 91"/>
                <a:gd name="T4" fmla="*/ 0 w 6"/>
                <a:gd name="T5" fmla="*/ 24 h 91"/>
                <a:gd name="T6" fmla="*/ 0 w 6"/>
                <a:gd name="T7" fmla="*/ 20 h 91"/>
                <a:gd name="T8" fmla="*/ 0 w 6"/>
                <a:gd name="T9" fmla="*/ 44 h 91"/>
                <a:gd name="T10" fmla="*/ 0 w 6"/>
                <a:gd name="T11" fmla="*/ 78 h 91"/>
                <a:gd name="T12" fmla="*/ 0 w 6"/>
                <a:gd name="T13" fmla="*/ 91 h 91"/>
                <a:gd name="T14" fmla="*/ 1 w 6"/>
                <a:gd name="T15" fmla="*/ 83 h 91"/>
                <a:gd name="T16" fmla="*/ 1 w 6"/>
                <a:gd name="T17" fmla="*/ 75 h 91"/>
                <a:gd name="T18" fmla="*/ 1 w 6"/>
                <a:gd name="T19" fmla="*/ 60 h 91"/>
                <a:gd name="T20" fmla="*/ 1 w 6"/>
                <a:gd name="T21" fmla="*/ 25 h 91"/>
                <a:gd name="T22" fmla="*/ 1 w 6"/>
                <a:gd name="T23" fmla="*/ 0 h 91"/>
                <a:gd name="T24" fmla="*/ 1 w 6"/>
                <a:gd name="T25" fmla="*/ 11 h 91"/>
                <a:gd name="T26" fmla="*/ 2 w 6"/>
                <a:gd name="T27" fmla="*/ 43 h 91"/>
                <a:gd name="T28" fmla="*/ 2 w 6"/>
                <a:gd name="T29" fmla="*/ 67 h 91"/>
                <a:gd name="T30" fmla="*/ 2 w 6"/>
                <a:gd name="T31" fmla="*/ 75 h 91"/>
                <a:gd name="T32" fmla="*/ 2 w 6"/>
                <a:gd name="T33" fmla="*/ 71 h 91"/>
                <a:gd name="T34" fmla="*/ 2 w 6"/>
                <a:gd name="T35" fmla="*/ 57 h 91"/>
                <a:gd name="T36" fmla="*/ 2 w 6"/>
                <a:gd name="T37" fmla="*/ 47 h 91"/>
                <a:gd name="T38" fmla="*/ 2 w 6"/>
                <a:gd name="T39" fmla="*/ 57 h 91"/>
                <a:gd name="T40" fmla="*/ 2 w 6"/>
                <a:gd name="T41" fmla="*/ 75 h 91"/>
                <a:gd name="T42" fmla="*/ 2 w 6"/>
                <a:gd name="T43" fmla="*/ 84 h 91"/>
                <a:gd name="T44" fmla="*/ 3 w 6"/>
                <a:gd name="T45" fmla="*/ 79 h 91"/>
                <a:gd name="T46" fmla="*/ 3 w 6"/>
                <a:gd name="T47" fmla="*/ 70 h 91"/>
                <a:gd name="T48" fmla="*/ 3 w 6"/>
                <a:gd name="T49" fmla="*/ 53 h 91"/>
                <a:gd name="T50" fmla="*/ 3 w 6"/>
                <a:gd name="T51" fmla="*/ 37 h 91"/>
                <a:gd name="T52" fmla="*/ 3 w 6"/>
                <a:gd name="T53" fmla="*/ 37 h 91"/>
                <a:gd name="T54" fmla="*/ 3 w 6"/>
                <a:gd name="T55" fmla="*/ 49 h 91"/>
                <a:gd name="T56" fmla="*/ 3 w 6"/>
                <a:gd name="T57" fmla="*/ 58 h 91"/>
                <a:gd name="T58" fmla="*/ 3 w 6"/>
                <a:gd name="T59" fmla="*/ 64 h 91"/>
                <a:gd name="T60" fmla="*/ 3 w 6"/>
                <a:gd name="T61" fmla="*/ 72 h 91"/>
                <a:gd name="T62" fmla="*/ 4 w 6"/>
                <a:gd name="T63" fmla="*/ 78 h 91"/>
                <a:gd name="T64" fmla="*/ 4 w 6"/>
                <a:gd name="T65" fmla="*/ 76 h 91"/>
                <a:gd name="T66" fmla="*/ 4 w 6"/>
                <a:gd name="T67" fmla="*/ 72 h 91"/>
                <a:gd name="T68" fmla="*/ 4 w 6"/>
                <a:gd name="T69" fmla="*/ 72 h 91"/>
                <a:gd name="T70" fmla="*/ 4 w 6"/>
                <a:gd name="T71" fmla="*/ 76 h 91"/>
                <a:gd name="T72" fmla="*/ 4 w 6"/>
                <a:gd name="T73" fmla="*/ 70 h 91"/>
                <a:gd name="T74" fmla="*/ 5 w 6"/>
                <a:gd name="T75" fmla="*/ 55 h 91"/>
                <a:gd name="T76" fmla="*/ 5 w 6"/>
                <a:gd name="T77" fmla="*/ 52 h 91"/>
                <a:gd name="T78" fmla="*/ 5 w 6"/>
                <a:gd name="T79" fmla="*/ 60 h 91"/>
                <a:gd name="T80" fmla="*/ 5 w 6"/>
                <a:gd name="T81" fmla="*/ 57 h 91"/>
                <a:gd name="T82" fmla="*/ 5 w 6"/>
                <a:gd name="T83" fmla="*/ 47 h 91"/>
                <a:gd name="T84" fmla="*/ 5 w 6"/>
                <a:gd name="T85" fmla="*/ 52 h 91"/>
                <a:gd name="T86" fmla="*/ 5 w 6"/>
                <a:gd name="T87" fmla="*/ 73 h 91"/>
                <a:gd name="T88" fmla="*/ 5 w 6"/>
                <a:gd name="T89" fmla="*/ 89 h 91"/>
                <a:gd name="T90" fmla="*/ 5 w 6"/>
                <a:gd name="T91" fmla="*/ 86 h 91"/>
                <a:gd name="T92" fmla="*/ 6 w 6"/>
                <a:gd name="T93" fmla="*/ 74 h 91"/>
                <a:gd name="T94" fmla="*/ 6 w 6"/>
                <a:gd name="T95" fmla="*/ 67 h 91"/>
                <a:gd name="T96" fmla="*/ 6 w 6"/>
                <a:gd name="T97" fmla="*/ 59 h 91"/>
                <a:gd name="T98" fmla="*/ 6 w 6"/>
                <a:gd name="T99" fmla="*/ 42 h 91"/>
                <a:gd name="T100" fmla="*/ 6 w 6"/>
                <a:gd name="T101" fmla="*/ 28 h 91"/>
                <a:gd name="T102" fmla="*/ 6 w 6"/>
                <a:gd name="T103" fmla="*/ 3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1">
                  <a:moveTo>
                    <a:pt x="0" y="54"/>
                  </a:moveTo>
                  <a:lnTo>
                    <a:pt x="0" y="43"/>
                  </a:lnTo>
                  <a:lnTo>
                    <a:pt x="0" y="24"/>
                  </a:lnTo>
                  <a:lnTo>
                    <a:pt x="0" y="20"/>
                  </a:lnTo>
                  <a:lnTo>
                    <a:pt x="0" y="44"/>
                  </a:lnTo>
                  <a:lnTo>
                    <a:pt x="0" y="78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60"/>
                  </a:lnTo>
                  <a:lnTo>
                    <a:pt x="1" y="25"/>
                  </a:lnTo>
                  <a:lnTo>
                    <a:pt x="1" y="0"/>
                  </a:lnTo>
                  <a:lnTo>
                    <a:pt x="1" y="11"/>
                  </a:lnTo>
                  <a:lnTo>
                    <a:pt x="2" y="43"/>
                  </a:lnTo>
                  <a:lnTo>
                    <a:pt x="2" y="67"/>
                  </a:lnTo>
                  <a:lnTo>
                    <a:pt x="2" y="75"/>
                  </a:lnTo>
                  <a:lnTo>
                    <a:pt x="2" y="71"/>
                  </a:lnTo>
                  <a:lnTo>
                    <a:pt x="2" y="57"/>
                  </a:lnTo>
                  <a:lnTo>
                    <a:pt x="2" y="47"/>
                  </a:lnTo>
                  <a:lnTo>
                    <a:pt x="2" y="57"/>
                  </a:lnTo>
                  <a:lnTo>
                    <a:pt x="2" y="75"/>
                  </a:lnTo>
                  <a:lnTo>
                    <a:pt x="2" y="84"/>
                  </a:lnTo>
                  <a:lnTo>
                    <a:pt x="3" y="79"/>
                  </a:lnTo>
                  <a:lnTo>
                    <a:pt x="3" y="70"/>
                  </a:lnTo>
                  <a:lnTo>
                    <a:pt x="3" y="53"/>
                  </a:lnTo>
                  <a:lnTo>
                    <a:pt x="3" y="37"/>
                  </a:lnTo>
                  <a:lnTo>
                    <a:pt x="3" y="37"/>
                  </a:lnTo>
                  <a:lnTo>
                    <a:pt x="3" y="49"/>
                  </a:lnTo>
                  <a:lnTo>
                    <a:pt x="3" y="58"/>
                  </a:lnTo>
                  <a:lnTo>
                    <a:pt x="3" y="64"/>
                  </a:lnTo>
                  <a:lnTo>
                    <a:pt x="3" y="72"/>
                  </a:lnTo>
                  <a:lnTo>
                    <a:pt x="4" y="78"/>
                  </a:lnTo>
                  <a:lnTo>
                    <a:pt x="4" y="76"/>
                  </a:lnTo>
                  <a:lnTo>
                    <a:pt x="4" y="72"/>
                  </a:lnTo>
                  <a:lnTo>
                    <a:pt x="4" y="72"/>
                  </a:lnTo>
                  <a:lnTo>
                    <a:pt x="4" y="76"/>
                  </a:lnTo>
                  <a:lnTo>
                    <a:pt x="4" y="70"/>
                  </a:lnTo>
                  <a:lnTo>
                    <a:pt x="5" y="55"/>
                  </a:lnTo>
                  <a:lnTo>
                    <a:pt x="5" y="52"/>
                  </a:lnTo>
                  <a:lnTo>
                    <a:pt x="5" y="60"/>
                  </a:lnTo>
                  <a:lnTo>
                    <a:pt x="5" y="57"/>
                  </a:lnTo>
                  <a:lnTo>
                    <a:pt x="5" y="47"/>
                  </a:lnTo>
                  <a:lnTo>
                    <a:pt x="5" y="52"/>
                  </a:lnTo>
                  <a:lnTo>
                    <a:pt x="5" y="73"/>
                  </a:lnTo>
                  <a:lnTo>
                    <a:pt x="5" y="89"/>
                  </a:lnTo>
                  <a:lnTo>
                    <a:pt x="5" y="86"/>
                  </a:lnTo>
                  <a:lnTo>
                    <a:pt x="6" y="74"/>
                  </a:lnTo>
                  <a:lnTo>
                    <a:pt x="6" y="67"/>
                  </a:lnTo>
                  <a:lnTo>
                    <a:pt x="6" y="59"/>
                  </a:lnTo>
                  <a:lnTo>
                    <a:pt x="6" y="42"/>
                  </a:lnTo>
                  <a:lnTo>
                    <a:pt x="6" y="28"/>
                  </a:lnTo>
                  <a:lnTo>
                    <a:pt x="6" y="3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71" name="Freeform 1077"/>
            <p:cNvSpPr/>
            <p:nvPr/>
          </p:nvSpPr>
          <p:spPr bwMode="auto">
            <a:xfrm>
              <a:off x="4341813" y="4643438"/>
              <a:ext cx="11113" cy="111125"/>
            </a:xfrm>
            <a:custGeom>
              <a:avLst/>
              <a:gdLst>
                <a:gd name="T0" fmla="*/ 0 w 7"/>
                <a:gd name="T1" fmla="*/ 12 h 70"/>
                <a:gd name="T2" fmla="*/ 0 w 7"/>
                <a:gd name="T3" fmla="*/ 18 h 70"/>
                <a:gd name="T4" fmla="*/ 1 w 7"/>
                <a:gd name="T5" fmla="*/ 39 h 70"/>
                <a:gd name="T6" fmla="*/ 1 w 7"/>
                <a:gd name="T7" fmla="*/ 54 h 70"/>
                <a:gd name="T8" fmla="*/ 1 w 7"/>
                <a:gd name="T9" fmla="*/ 53 h 70"/>
                <a:gd name="T10" fmla="*/ 1 w 7"/>
                <a:gd name="T11" fmla="*/ 48 h 70"/>
                <a:gd name="T12" fmla="*/ 1 w 7"/>
                <a:gd name="T13" fmla="*/ 48 h 70"/>
                <a:gd name="T14" fmla="*/ 1 w 7"/>
                <a:gd name="T15" fmla="*/ 48 h 70"/>
                <a:gd name="T16" fmla="*/ 1 w 7"/>
                <a:gd name="T17" fmla="*/ 41 h 70"/>
                <a:gd name="T18" fmla="*/ 1 w 7"/>
                <a:gd name="T19" fmla="*/ 31 h 70"/>
                <a:gd name="T20" fmla="*/ 1 w 7"/>
                <a:gd name="T21" fmla="*/ 27 h 70"/>
                <a:gd name="T22" fmla="*/ 1 w 7"/>
                <a:gd name="T23" fmla="*/ 30 h 70"/>
                <a:gd name="T24" fmla="*/ 2 w 7"/>
                <a:gd name="T25" fmla="*/ 30 h 70"/>
                <a:gd name="T26" fmla="*/ 2 w 7"/>
                <a:gd name="T27" fmla="*/ 23 h 70"/>
                <a:gd name="T28" fmla="*/ 2 w 7"/>
                <a:gd name="T29" fmla="*/ 17 h 70"/>
                <a:gd name="T30" fmla="*/ 2 w 7"/>
                <a:gd name="T31" fmla="*/ 27 h 70"/>
                <a:gd name="T32" fmla="*/ 2 w 7"/>
                <a:gd name="T33" fmla="*/ 56 h 70"/>
                <a:gd name="T34" fmla="*/ 2 w 7"/>
                <a:gd name="T35" fmla="*/ 70 h 70"/>
                <a:gd name="T36" fmla="*/ 2 w 7"/>
                <a:gd name="T37" fmla="*/ 53 h 70"/>
                <a:gd name="T38" fmla="*/ 2 w 7"/>
                <a:gd name="T39" fmla="*/ 44 h 70"/>
                <a:gd name="T40" fmla="*/ 2 w 7"/>
                <a:gd name="T41" fmla="*/ 59 h 70"/>
                <a:gd name="T42" fmla="*/ 3 w 7"/>
                <a:gd name="T43" fmla="*/ 56 h 70"/>
                <a:gd name="T44" fmla="*/ 3 w 7"/>
                <a:gd name="T45" fmla="*/ 23 h 70"/>
                <a:gd name="T46" fmla="*/ 3 w 7"/>
                <a:gd name="T47" fmla="*/ 1 h 70"/>
                <a:gd name="T48" fmla="*/ 3 w 7"/>
                <a:gd name="T49" fmla="*/ 0 h 70"/>
                <a:gd name="T50" fmla="*/ 3 w 7"/>
                <a:gd name="T51" fmla="*/ 7 h 70"/>
                <a:gd name="T52" fmla="*/ 3 w 7"/>
                <a:gd name="T53" fmla="*/ 12 h 70"/>
                <a:gd name="T54" fmla="*/ 4 w 7"/>
                <a:gd name="T55" fmla="*/ 12 h 70"/>
                <a:gd name="T56" fmla="*/ 4 w 7"/>
                <a:gd name="T57" fmla="*/ 20 h 70"/>
                <a:gd name="T58" fmla="*/ 4 w 7"/>
                <a:gd name="T59" fmla="*/ 39 h 70"/>
                <a:gd name="T60" fmla="*/ 4 w 7"/>
                <a:gd name="T61" fmla="*/ 50 h 70"/>
                <a:gd name="T62" fmla="*/ 4 w 7"/>
                <a:gd name="T63" fmla="*/ 43 h 70"/>
                <a:gd name="T64" fmla="*/ 4 w 7"/>
                <a:gd name="T65" fmla="*/ 33 h 70"/>
                <a:gd name="T66" fmla="*/ 4 w 7"/>
                <a:gd name="T67" fmla="*/ 40 h 70"/>
                <a:gd name="T68" fmla="*/ 4 w 7"/>
                <a:gd name="T69" fmla="*/ 51 h 70"/>
                <a:gd name="T70" fmla="*/ 4 w 7"/>
                <a:gd name="T71" fmla="*/ 39 h 70"/>
                <a:gd name="T72" fmla="*/ 5 w 7"/>
                <a:gd name="T73" fmla="*/ 16 h 70"/>
                <a:gd name="T74" fmla="*/ 5 w 7"/>
                <a:gd name="T75" fmla="*/ 14 h 70"/>
                <a:gd name="T76" fmla="*/ 5 w 7"/>
                <a:gd name="T77" fmla="*/ 28 h 70"/>
                <a:gd name="T78" fmla="*/ 5 w 7"/>
                <a:gd name="T79" fmla="*/ 39 h 70"/>
                <a:gd name="T80" fmla="*/ 5 w 7"/>
                <a:gd name="T81" fmla="*/ 47 h 70"/>
                <a:gd name="T82" fmla="*/ 5 w 7"/>
                <a:gd name="T83" fmla="*/ 44 h 70"/>
                <a:gd name="T84" fmla="*/ 6 w 7"/>
                <a:gd name="T85" fmla="*/ 37 h 70"/>
                <a:gd name="T86" fmla="*/ 6 w 7"/>
                <a:gd name="T87" fmla="*/ 42 h 70"/>
                <a:gd name="T88" fmla="*/ 6 w 7"/>
                <a:gd name="T89" fmla="*/ 51 h 70"/>
                <a:gd name="T90" fmla="*/ 6 w 7"/>
                <a:gd name="T91" fmla="*/ 48 h 70"/>
                <a:gd name="T92" fmla="*/ 6 w 7"/>
                <a:gd name="T93" fmla="*/ 42 h 70"/>
                <a:gd name="T94" fmla="*/ 6 w 7"/>
                <a:gd name="T95" fmla="*/ 38 h 70"/>
                <a:gd name="T96" fmla="*/ 6 w 7"/>
                <a:gd name="T97" fmla="*/ 28 h 70"/>
                <a:gd name="T98" fmla="*/ 6 w 7"/>
                <a:gd name="T99" fmla="*/ 17 h 70"/>
                <a:gd name="T100" fmla="*/ 6 w 7"/>
                <a:gd name="T101" fmla="*/ 18 h 70"/>
                <a:gd name="T102" fmla="*/ 7 w 7"/>
                <a:gd name="T103" fmla="*/ 3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0">
                  <a:moveTo>
                    <a:pt x="0" y="12"/>
                  </a:moveTo>
                  <a:lnTo>
                    <a:pt x="0" y="18"/>
                  </a:lnTo>
                  <a:lnTo>
                    <a:pt x="1" y="39"/>
                  </a:lnTo>
                  <a:lnTo>
                    <a:pt x="1" y="54"/>
                  </a:lnTo>
                  <a:lnTo>
                    <a:pt x="1" y="53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41"/>
                  </a:lnTo>
                  <a:lnTo>
                    <a:pt x="1" y="31"/>
                  </a:lnTo>
                  <a:lnTo>
                    <a:pt x="1" y="27"/>
                  </a:lnTo>
                  <a:lnTo>
                    <a:pt x="1" y="30"/>
                  </a:lnTo>
                  <a:lnTo>
                    <a:pt x="2" y="30"/>
                  </a:lnTo>
                  <a:lnTo>
                    <a:pt x="2" y="23"/>
                  </a:lnTo>
                  <a:lnTo>
                    <a:pt x="2" y="17"/>
                  </a:lnTo>
                  <a:lnTo>
                    <a:pt x="2" y="27"/>
                  </a:lnTo>
                  <a:lnTo>
                    <a:pt x="2" y="56"/>
                  </a:lnTo>
                  <a:lnTo>
                    <a:pt x="2" y="70"/>
                  </a:lnTo>
                  <a:lnTo>
                    <a:pt x="2" y="53"/>
                  </a:lnTo>
                  <a:lnTo>
                    <a:pt x="2" y="44"/>
                  </a:lnTo>
                  <a:lnTo>
                    <a:pt x="2" y="59"/>
                  </a:lnTo>
                  <a:lnTo>
                    <a:pt x="3" y="56"/>
                  </a:lnTo>
                  <a:lnTo>
                    <a:pt x="3" y="23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7"/>
                  </a:lnTo>
                  <a:lnTo>
                    <a:pt x="3" y="12"/>
                  </a:lnTo>
                  <a:lnTo>
                    <a:pt x="4" y="12"/>
                  </a:lnTo>
                  <a:lnTo>
                    <a:pt x="4" y="20"/>
                  </a:lnTo>
                  <a:lnTo>
                    <a:pt x="4" y="39"/>
                  </a:lnTo>
                  <a:lnTo>
                    <a:pt x="4" y="50"/>
                  </a:lnTo>
                  <a:lnTo>
                    <a:pt x="4" y="43"/>
                  </a:lnTo>
                  <a:lnTo>
                    <a:pt x="4" y="33"/>
                  </a:lnTo>
                  <a:lnTo>
                    <a:pt x="4" y="40"/>
                  </a:lnTo>
                  <a:lnTo>
                    <a:pt x="4" y="51"/>
                  </a:lnTo>
                  <a:lnTo>
                    <a:pt x="4" y="39"/>
                  </a:lnTo>
                  <a:lnTo>
                    <a:pt x="5" y="16"/>
                  </a:lnTo>
                  <a:lnTo>
                    <a:pt x="5" y="14"/>
                  </a:lnTo>
                  <a:lnTo>
                    <a:pt x="5" y="28"/>
                  </a:lnTo>
                  <a:lnTo>
                    <a:pt x="5" y="39"/>
                  </a:lnTo>
                  <a:lnTo>
                    <a:pt x="5" y="47"/>
                  </a:lnTo>
                  <a:lnTo>
                    <a:pt x="5" y="44"/>
                  </a:lnTo>
                  <a:lnTo>
                    <a:pt x="6" y="37"/>
                  </a:lnTo>
                  <a:lnTo>
                    <a:pt x="6" y="42"/>
                  </a:lnTo>
                  <a:lnTo>
                    <a:pt x="6" y="51"/>
                  </a:lnTo>
                  <a:lnTo>
                    <a:pt x="6" y="48"/>
                  </a:lnTo>
                  <a:lnTo>
                    <a:pt x="6" y="42"/>
                  </a:lnTo>
                  <a:lnTo>
                    <a:pt x="6" y="38"/>
                  </a:lnTo>
                  <a:lnTo>
                    <a:pt x="6" y="28"/>
                  </a:lnTo>
                  <a:lnTo>
                    <a:pt x="6" y="17"/>
                  </a:lnTo>
                  <a:lnTo>
                    <a:pt x="6" y="18"/>
                  </a:lnTo>
                  <a:lnTo>
                    <a:pt x="7" y="3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72" name="Freeform 1078"/>
            <p:cNvSpPr/>
            <p:nvPr/>
          </p:nvSpPr>
          <p:spPr bwMode="auto">
            <a:xfrm>
              <a:off x="4351338" y="4672013"/>
              <a:ext cx="11113" cy="114300"/>
            </a:xfrm>
            <a:custGeom>
              <a:avLst/>
              <a:gdLst>
                <a:gd name="T0" fmla="*/ 0 w 7"/>
                <a:gd name="T1" fmla="*/ 0 h 72"/>
                <a:gd name="T2" fmla="*/ 1 w 7"/>
                <a:gd name="T3" fmla="*/ 21 h 72"/>
                <a:gd name="T4" fmla="*/ 1 w 7"/>
                <a:gd name="T5" fmla="*/ 51 h 72"/>
                <a:gd name="T6" fmla="*/ 1 w 7"/>
                <a:gd name="T7" fmla="*/ 57 h 72"/>
                <a:gd name="T8" fmla="*/ 1 w 7"/>
                <a:gd name="T9" fmla="*/ 44 h 72"/>
                <a:gd name="T10" fmla="*/ 1 w 7"/>
                <a:gd name="T11" fmla="*/ 41 h 72"/>
                <a:gd name="T12" fmla="*/ 1 w 7"/>
                <a:gd name="T13" fmla="*/ 47 h 72"/>
                <a:gd name="T14" fmla="*/ 1 w 7"/>
                <a:gd name="T15" fmla="*/ 43 h 72"/>
                <a:gd name="T16" fmla="*/ 1 w 7"/>
                <a:gd name="T17" fmla="*/ 33 h 72"/>
                <a:gd name="T18" fmla="*/ 1 w 7"/>
                <a:gd name="T19" fmla="*/ 28 h 72"/>
                <a:gd name="T20" fmla="*/ 2 w 7"/>
                <a:gd name="T21" fmla="*/ 26 h 72"/>
                <a:gd name="T22" fmla="*/ 2 w 7"/>
                <a:gd name="T23" fmla="*/ 21 h 72"/>
                <a:gd name="T24" fmla="*/ 2 w 7"/>
                <a:gd name="T25" fmla="*/ 10 h 72"/>
                <a:gd name="T26" fmla="*/ 2 w 7"/>
                <a:gd name="T27" fmla="*/ 9 h 72"/>
                <a:gd name="T28" fmla="*/ 2 w 7"/>
                <a:gd name="T29" fmla="*/ 23 h 72"/>
                <a:gd name="T30" fmla="*/ 2 w 7"/>
                <a:gd name="T31" fmla="*/ 38 h 72"/>
                <a:gd name="T32" fmla="*/ 3 w 7"/>
                <a:gd name="T33" fmla="*/ 38 h 72"/>
                <a:gd name="T34" fmla="*/ 3 w 7"/>
                <a:gd name="T35" fmla="*/ 33 h 72"/>
                <a:gd name="T36" fmla="*/ 3 w 7"/>
                <a:gd name="T37" fmla="*/ 41 h 72"/>
                <a:gd name="T38" fmla="*/ 3 w 7"/>
                <a:gd name="T39" fmla="*/ 60 h 72"/>
                <a:gd name="T40" fmla="*/ 3 w 7"/>
                <a:gd name="T41" fmla="*/ 72 h 72"/>
                <a:gd name="T42" fmla="*/ 3 w 7"/>
                <a:gd name="T43" fmla="*/ 68 h 72"/>
                <a:gd name="T44" fmla="*/ 3 w 7"/>
                <a:gd name="T45" fmla="*/ 52 h 72"/>
                <a:gd name="T46" fmla="*/ 3 w 7"/>
                <a:gd name="T47" fmla="*/ 38 h 72"/>
                <a:gd name="T48" fmla="*/ 3 w 7"/>
                <a:gd name="T49" fmla="*/ 35 h 72"/>
                <a:gd name="T50" fmla="*/ 3 w 7"/>
                <a:gd name="T51" fmla="*/ 35 h 72"/>
                <a:gd name="T52" fmla="*/ 4 w 7"/>
                <a:gd name="T53" fmla="*/ 34 h 72"/>
                <a:gd name="T54" fmla="*/ 4 w 7"/>
                <a:gd name="T55" fmla="*/ 37 h 72"/>
                <a:gd name="T56" fmla="*/ 4 w 7"/>
                <a:gd name="T57" fmla="*/ 47 h 72"/>
                <a:gd name="T58" fmla="*/ 4 w 7"/>
                <a:gd name="T59" fmla="*/ 54 h 72"/>
                <a:gd name="T60" fmla="*/ 4 w 7"/>
                <a:gd name="T61" fmla="*/ 55 h 72"/>
                <a:gd name="T62" fmla="*/ 4 w 7"/>
                <a:gd name="T63" fmla="*/ 49 h 72"/>
                <a:gd name="T64" fmla="*/ 5 w 7"/>
                <a:gd name="T65" fmla="*/ 41 h 72"/>
                <a:gd name="T66" fmla="*/ 5 w 7"/>
                <a:gd name="T67" fmla="*/ 37 h 72"/>
                <a:gd name="T68" fmla="*/ 5 w 7"/>
                <a:gd name="T69" fmla="*/ 44 h 72"/>
                <a:gd name="T70" fmla="*/ 5 w 7"/>
                <a:gd name="T71" fmla="*/ 54 h 72"/>
                <a:gd name="T72" fmla="*/ 5 w 7"/>
                <a:gd name="T73" fmla="*/ 58 h 72"/>
                <a:gd name="T74" fmla="*/ 5 w 7"/>
                <a:gd name="T75" fmla="*/ 59 h 72"/>
                <a:gd name="T76" fmla="*/ 5 w 7"/>
                <a:gd name="T77" fmla="*/ 62 h 72"/>
                <a:gd name="T78" fmla="*/ 5 w 7"/>
                <a:gd name="T79" fmla="*/ 55 h 72"/>
                <a:gd name="T80" fmla="*/ 5 w 7"/>
                <a:gd name="T81" fmla="*/ 41 h 72"/>
                <a:gd name="T82" fmla="*/ 6 w 7"/>
                <a:gd name="T83" fmla="*/ 37 h 72"/>
                <a:gd name="T84" fmla="*/ 6 w 7"/>
                <a:gd name="T85" fmla="*/ 42 h 72"/>
                <a:gd name="T86" fmla="*/ 6 w 7"/>
                <a:gd name="T87" fmla="*/ 48 h 72"/>
                <a:gd name="T88" fmla="*/ 6 w 7"/>
                <a:gd name="T89" fmla="*/ 58 h 72"/>
                <a:gd name="T90" fmla="*/ 6 w 7"/>
                <a:gd name="T91" fmla="*/ 69 h 72"/>
                <a:gd name="T92" fmla="*/ 6 w 7"/>
                <a:gd name="T93" fmla="*/ 65 h 72"/>
                <a:gd name="T94" fmla="*/ 6 w 7"/>
                <a:gd name="T95" fmla="*/ 45 h 72"/>
                <a:gd name="T96" fmla="*/ 6 w 7"/>
                <a:gd name="T97" fmla="*/ 30 h 72"/>
                <a:gd name="T98" fmla="*/ 6 w 7"/>
                <a:gd name="T99" fmla="*/ 36 h 72"/>
                <a:gd name="T100" fmla="*/ 7 w 7"/>
                <a:gd name="T101" fmla="*/ 46 h 72"/>
                <a:gd name="T102" fmla="*/ 7 w 7"/>
                <a:gd name="T103" fmla="*/ 3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2">
                  <a:moveTo>
                    <a:pt x="0" y="0"/>
                  </a:moveTo>
                  <a:lnTo>
                    <a:pt x="1" y="21"/>
                  </a:lnTo>
                  <a:lnTo>
                    <a:pt x="1" y="51"/>
                  </a:lnTo>
                  <a:lnTo>
                    <a:pt x="1" y="57"/>
                  </a:lnTo>
                  <a:lnTo>
                    <a:pt x="1" y="44"/>
                  </a:lnTo>
                  <a:lnTo>
                    <a:pt x="1" y="41"/>
                  </a:lnTo>
                  <a:lnTo>
                    <a:pt x="1" y="47"/>
                  </a:lnTo>
                  <a:lnTo>
                    <a:pt x="1" y="43"/>
                  </a:lnTo>
                  <a:lnTo>
                    <a:pt x="1" y="33"/>
                  </a:lnTo>
                  <a:lnTo>
                    <a:pt x="1" y="28"/>
                  </a:lnTo>
                  <a:lnTo>
                    <a:pt x="2" y="26"/>
                  </a:lnTo>
                  <a:lnTo>
                    <a:pt x="2" y="21"/>
                  </a:lnTo>
                  <a:lnTo>
                    <a:pt x="2" y="10"/>
                  </a:lnTo>
                  <a:lnTo>
                    <a:pt x="2" y="9"/>
                  </a:lnTo>
                  <a:lnTo>
                    <a:pt x="2" y="23"/>
                  </a:lnTo>
                  <a:lnTo>
                    <a:pt x="2" y="38"/>
                  </a:lnTo>
                  <a:lnTo>
                    <a:pt x="3" y="38"/>
                  </a:lnTo>
                  <a:lnTo>
                    <a:pt x="3" y="33"/>
                  </a:lnTo>
                  <a:lnTo>
                    <a:pt x="3" y="41"/>
                  </a:lnTo>
                  <a:lnTo>
                    <a:pt x="3" y="60"/>
                  </a:lnTo>
                  <a:lnTo>
                    <a:pt x="3" y="72"/>
                  </a:lnTo>
                  <a:lnTo>
                    <a:pt x="3" y="68"/>
                  </a:lnTo>
                  <a:lnTo>
                    <a:pt x="3" y="52"/>
                  </a:lnTo>
                  <a:lnTo>
                    <a:pt x="3" y="38"/>
                  </a:lnTo>
                  <a:lnTo>
                    <a:pt x="3" y="35"/>
                  </a:lnTo>
                  <a:lnTo>
                    <a:pt x="3" y="35"/>
                  </a:lnTo>
                  <a:lnTo>
                    <a:pt x="4" y="34"/>
                  </a:lnTo>
                  <a:lnTo>
                    <a:pt x="4" y="37"/>
                  </a:lnTo>
                  <a:lnTo>
                    <a:pt x="4" y="47"/>
                  </a:lnTo>
                  <a:lnTo>
                    <a:pt x="4" y="54"/>
                  </a:lnTo>
                  <a:lnTo>
                    <a:pt x="4" y="55"/>
                  </a:lnTo>
                  <a:lnTo>
                    <a:pt x="4" y="49"/>
                  </a:lnTo>
                  <a:lnTo>
                    <a:pt x="5" y="41"/>
                  </a:lnTo>
                  <a:lnTo>
                    <a:pt x="5" y="37"/>
                  </a:lnTo>
                  <a:lnTo>
                    <a:pt x="5" y="44"/>
                  </a:lnTo>
                  <a:lnTo>
                    <a:pt x="5" y="54"/>
                  </a:lnTo>
                  <a:lnTo>
                    <a:pt x="5" y="58"/>
                  </a:lnTo>
                  <a:lnTo>
                    <a:pt x="5" y="59"/>
                  </a:lnTo>
                  <a:lnTo>
                    <a:pt x="5" y="62"/>
                  </a:lnTo>
                  <a:lnTo>
                    <a:pt x="5" y="55"/>
                  </a:lnTo>
                  <a:lnTo>
                    <a:pt x="5" y="41"/>
                  </a:lnTo>
                  <a:lnTo>
                    <a:pt x="6" y="37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6" y="58"/>
                  </a:lnTo>
                  <a:lnTo>
                    <a:pt x="6" y="69"/>
                  </a:lnTo>
                  <a:lnTo>
                    <a:pt x="6" y="65"/>
                  </a:lnTo>
                  <a:lnTo>
                    <a:pt x="6" y="45"/>
                  </a:lnTo>
                  <a:lnTo>
                    <a:pt x="6" y="30"/>
                  </a:lnTo>
                  <a:lnTo>
                    <a:pt x="6" y="36"/>
                  </a:lnTo>
                  <a:lnTo>
                    <a:pt x="7" y="46"/>
                  </a:lnTo>
                  <a:lnTo>
                    <a:pt x="7" y="3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73" name="Freeform 1079"/>
            <p:cNvSpPr/>
            <p:nvPr/>
          </p:nvSpPr>
          <p:spPr bwMode="auto">
            <a:xfrm>
              <a:off x="4362450" y="4611688"/>
              <a:ext cx="9525" cy="173038"/>
            </a:xfrm>
            <a:custGeom>
              <a:avLst/>
              <a:gdLst>
                <a:gd name="T0" fmla="*/ 0 w 6"/>
                <a:gd name="T1" fmla="*/ 84 h 109"/>
                <a:gd name="T2" fmla="*/ 0 w 6"/>
                <a:gd name="T3" fmla="*/ 76 h 109"/>
                <a:gd name="T4" fmla="*/ 0 w 6"/>
                <a:gd name="T5" fmla="*/ 66 h 109"/>
                <a:gd name="T6" fmla="*/ 0 w 6"/>
                <a:gd name="T7" fmla="*/ 71 h 109"/>
                <a:gd name="T8" fmla="*/ 0 w 6"/>
                <a:gd name="T9" fmla="*/ 79 h 109"/>
                <a:gd name="T10" fmla="*/ 0 w 6"/>
                <a:gd name="T11" fmla="*/ 71 h 109"/>
                <a:gd name="T12" fmla="*/ 1 w 6"/>
                <a:gd name="T13" fmla="*/ 62 h 109"/>
                <a:gd name="T14" fmla="*/ 1 w 6"/>
                <a:gd name="T15" fmla="*/ 75 h 109"/>
                <a:gd name="T16" fmla="*/ 1 w 6"/>
                <a:gd name="T17" fmla="*/ 101 h 109"/>
                <a:gd name="T18" fmla="*/ 1 w 6"/>
                <a:gd name="T19" fmla="*/ 109 h 109"/>
                <a:gd name="T20" fmla="*/ 1 w 6"/>
                <a:gd name="T21" fmla="*/ 94 h 109"/>
                <a:gd name="T22" fmla="*/ 1 w 6"/>
                <a:gd name="T23" fmla="*/ 66 h 109"/>
                <a:gd name="T24" fmla="*/ 1 w 6"/>
                <a:gd name="T25" fmla="*/ 29 h 109"/>
                <a:gd name="T26" fmla="*/ 1 w 6"/>
                <a:gd name="T27" fmla="*/ 0 h 109"/>
                <a:gd name="T28" fmla="*/ 1 w 6"/>
                <a:gd name="T29" fmla="*/ 4 h 109"/>
                <a:gd name="T30" fmla="*/ 2 w 6"/>
                <a:gd name="T31" fmla="*/ 26 h 109"/>
                <a:gd name="T32" fmla="*/ 2 w 6"/>
                <a:gd name="T33" fmla="*/ 46 h 109"/>
                <a:gd name="T34" fmla="*/ 2 w 6"/>
                <a:gd name="T35" fmla="*/ 65 h 109"/>
                <a:gd name="T36" fmla="*/ 2 w 6"/>
                <a:gd name="T37" fmla="*/ 82 h 109"/>
                <a:gd name="T38" fmla="*/ 2 w 6"/>
                <a:gd name="T39" fmla="*/ 85 h 109"/>
                <a:gd name="T40" fmla="*/ 2 w 6"/>
                <a:gd name="T41" fmla="*/ 79 h 109"/>
                <a:gd name="T42" fmla="*/ 3 w 6"/>
                <a:gd name="T43" fmla="*/ 72 h 109"/>
                <a:gd name="T44" fmla="*/ 3 w 6"/>
                <a:gd name="T45" fmla="*/ 70 h 109"/>
                <a:gd name="T46" fmla="*/ 3 w 6"/>
                <a:gd name="T47" fmla="*/ 69 h 109"/>
                <a:gd name="T48" fmla="*/ 3 w 6"/>
                <a:gd name="T49" fmla="*/ 57 h 109"/>
                <a:gd name="T50" fmla="*/ 3 w 6"/>
                <a:gd name="T51" fmla="*/ 39 h 109"/>
                <a:gd name="T52" fmla="*/ 3 w 6"/>
                <a:gd name="T53" fmla="*/ 32 h 109"/>
                <a:gd name="T54" fmla="*/ 3 w 6"/>
                <a:gd name="T55" fmla="*/ 41 h 109"/>
                <a:gd name="T56" fmla="*/ 3 w 6"/>
                <a:gd name="T57" fmla="*/ 58 h 109"/>
                <a:gd name="T58" fmla="*/ 3 w 6"/>
                <a:gd name="T59" fmla="*/ 71 h 109"/>
                <a:gd name="T60" fmla="*/ 4 w 6"/>
                <a:gd name="T61" fmla="*/ 81 h 109"/>
                <a:gd name="T62" fmla="*/ 4 w 6"/>
                <a:gd name="T63" fmla="*/ 84 h 109"/>
                <a:gd name="T64" fmla="*/ 4 w 6"/>
                <a:gd name="T65" fmla="*/ 62 h 109"/>
                <a:gd name="T66" fmla="*/ 4 w 6"/>
                <a:gd name="T67" fmla="*/ 29 h 109"/>
                <a:gd name="T68" fmla="*/ 4 w 6"/>
                <a:gd name="T69" fmla="*/ 27 h 109"/>
                <a:gd name="T70" fmla="*/ 4 w 6"/>
                <a:gd name="T71" fmla="*/ 46 h 109"/>
                <a:gd name="T72" fmla="*/ 4 w 6"/>
                <a:gd name="T73" fmla="*/ 56 h 109"/>
                <a:gd name="T74" fmla="*/ 4 w 6"/>
                <a:gd name="T75" fmla="*/ 66 h 109"/>
                <a:gd name="T76" fmla="*/ 4 w 6"/>
                <a:gd name="T77" fmla="*/ 91 h 109"/>
                <a:gd name="T78" fmla="*/ 4 w 6"/>
                <a:gd name="T79" fmla="*/ 102 h 109"/>
                <a:gd name="T80" fmla="*/ 5 w 6"/>
                <a:gd name="T81" fmla="*/ 83 h 109"/>
                <a:gd name="T82" fmla="*/ 5 w 6"/>
                <a:gd name="T83" fmla="*/ 60 h 109"/>
                <a:gd name="T84" fmla="*/ 5 w 6"/>
                <a:gd name="T85" fmla="*/ 53 h 109"/>
                <a:gd name="T86" fmla="*/ 5 w 6"/>
                <a:gd name="T87" fmla="*/ 57 h 109"/>
                <a:gd name="T88" fmla="*/ 5 w 6"/>
                <a:gd name="T89" fmla="*/ 65 h 109"/>
                <a:gd name="T90" fmla="*/ 5 w 6"/>
                <a:gd name="T91" fmla="*/ 66 h 109"/>
                <a:gd name="T92" fmla="*/ 6 w 6"/>
                <a:gd name="T93" fmla="*/ 51 h 109"/>
                <a:gd name="T94" fmla="*/ 6 w 6"/>
                <a:gd name="T95" fmla="*/ 35 h 109"/>
                <a:gd name="T96" fmla="*/ 6 w 6"/>
                <a:gd name="T97" fmla="*/ 41 h 109"/>
                <a:gd name="T98" fmla="*/ 6 w 6"/>
                <a:gd name="T99" fmla="*/ 59 h 109"/>
                <a:gd name="T100" fmla="*/ 6 w 6"/>
                <a:gd name="T101" fmla="*/ 66 h 109"/>
                <a:gd name="T102" fmla="*/ 6 w 6"/>
                <a:gd name="T103" fmla="*/ 6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09">
                  <a:moveTo>
                    <a:pt x="0" y="84"/>
                  </a:moveTo>
                  <a:lnTo>
                    <a:pt x="0" y="76"/>
                  </a:lnTo>
                  <a:lnTo>
                    <a:pt x="0" y="66"/>
                  </a:lnTo>
                  <a:lnTo>
                    <a:pt x="0" y="71"/>
                  </a:lnTo>
                  <a:lnTo>
                    <a:pt x="0" y="79"/>
                  </a:lnTo>
                  <a:lnTo>
                    <a:pt x="0" y="71"/>
                  </a:lnTo>
                  <a:lnTo>
                    <a:pt x="1" y="62"/>
                  </a:lnTo>
                  <a:lnTo>
                    <a:pt x="1" y="75"/>
                  </a:lnTo>
                  <a:lnTo>
                    <a:pt x="1" y="101"/>
                  </a:lnTo>
                  <a:lnTo>
                    <a:pt x="1" y="109"/>
                  </a:lnTo>
                  <a:lnTo>
                    <a:pt x="1" y="94"/>
                  </a:lnTo>
                  <a:lnTo>
                    <a:pt x="1" y="66"/>
                  </a:lnTo>
                  <a:lnTo>
                    <a:pt x="1" y="29"/>
                  </a:lnTo>
                  <a:lnTo>
                    <a:pt x="1" y="0"/>
                  </a:lnTo>
                  <a:lnTo>
                    <a:pt x="1" y="4"/>
                  </a:lnTo>
                  <a:lnTo>
                    <a:pt x="2" y="26"/>
                  </a:lnTo>
                  <a:lnTo>
                    <a:pt x="2" y="46"/>
                  </a:lnTo>
                  <a:lnTo>
                    <a:pt x="2" y="65"/>
                  </a:lnTo>
                  <a:lnTo>
                    <a:pt x="2" y="82"/>
                  </a:lnTo>
                  <a:lnTo>
                    <a:pt x="2" y="85"/>
                  </a:lnTo>
                  <a:lnTo>
                    <a:pt x="2" y="79"/>
                  </a:lnTo>
                  <a:lnTo>
                    <a:pt x="3" y="72"/>
                  </a:lnTo>
                  <a:lnTo>
                    <a:pt x="3" y="70"/>
                  </a:lnTo>
                  <a:lnTo>
                    <a:pt x="3" y="69"/>
                  </a:lnTo>
                  <a:lnTo>
                    <a:pt x="3" y="57"/>
                  </a:lnTo>
                  <a:lnTo>
                    <a:pt x="3" y="39"/>
                  </a:lnTo>
                  <a:lnTo>
                    <a:pt x="3" y="32"/>
                  </a:lnTo>
                  <a:lnTo>
                    <a:pt x="3" y="41"/>
                  </a:lnTo>
                  <a:lnTo>
                    <a:pt x="3" y="58"/>
                  </a:lnTo>
                  <a:lnTo>
                    <a:pt x="3" y="71"/>
                  </a:lnTo>
                  <a:lnTo>
                    <a:pt x="4" y="81"/>
                  </a:lnTo>
                  <a:lnTo>
                    <a:pt x="4" y="84"/>
                  </a:lnTo>
                  <a:lnTo>
                    <a:pt x="4" y="62"/>
                  </a:lnTo>
                  <a:lnTo>
                    <a:pt x="4" y="29"/>
                  </a:lnTo>
                  <a:lnTo>
                    <a:pt x="4" y="27"/>
                  </a:lnTo>
                  <a:lnTo>
                    <a:pt x="4" y="46"/>
                  </a:lnTo>
                  <a:lnTo>
                    <a:pt x="4" y="56"/>
                  </a:lnTo>
                  <a:lnTo>
                    <a:pt x="4" y="66"/>
                  </a:lnTo>
                  <a:lnTo>
                    <a:pt x="4" y="91"/>
                  </a:lnTo>
                  <a:lnTo>
                    <a:pt x="4" y="102"/>
                  </a:lnTo>
                  <a:lnTo>
                    <a:pt x="5" y="83"/>
                  </a:lnTo>
                  <a:lnTo>
                    <a:pt x="5" y="60"/>
                  </a:lnTo>
                  <a:lnTo>
                    <a:pt x="5" y="53"/>
                  </a:lnTo>
                  <a:lnTo>
                    <a:pt x="5" y="57"/>
                  </a:lnTo>
                  <a:lnTo>
                    <a:pt x="5" y="65"/>
                  </a:lnTo>
                  <a:lnTo>
                    <a:pt x="5" y="66"/>
                  </a:lnTo>
                  <a:lnTo>
                    <a:pt x="6" y="51"/>
                  </a:lnTo>
                  <a:lnTo>
                    <a:pt x="6" y="35"/>
                  </a:lnTo>
                  <a:lnTo>
                    <a:pt x="6" y="41"/>
                  </a:lnTo>
                  <a:lnTo>
                    <a:pt x="6" y="59"/>
                  </a:lnTo>
                  <a:lnTo>
                    <a:pt x="6" y="66"/>
                  </a:lnTo>
                  <a:lnTo>
                    <a:pt x="6" y="6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74" name="Freeform 1080"/>
            <p:cNvSpPr/>
            <p:nvPr/>
          </p:nvSpPr>
          <p:spPr bwMode="auto">
            <a:xfrm>
              <a:off x="4371975" y="4629151"/>
              <a:ext cx="11113" cy="142875"/>
            </a:xfrm>
            <a:custGeom>
              <a:avLst/>
              <a:gdLst>
                <a:gd name="T0" fmla="*/ 0 w 7"/>
                <a:gd name="T1" fmla="*/ 55 h 90"/>
                <a:gd name="T2" fmla="*/ 0 w 7"/>
                <a:gd name="T3" fmla="*/ 52 h 90"/>
                <a:gd name="T4" fmla="*/ 0 w 7"/>
                <a:gd name="T5" fmla="*/ 56 h 90"/>
                <a:gd name="T6" fmla="*/ 0 w 7"/>
                <a:gd name="T7" fmla="*/ 58 h 90"/>
                <a:gd name="T8" fmla="*/ 0 w 7"/>
                <a:gd name="T9" fmla="*/ 51 h 90"/>
                <a:gd name="T10" fmla="*/ 1 w 7"/>
                <a:gd name="T11" fmla="*/ 49 h 90"/>
                <a:gd name="T12" fmla="*/ 1 w 7"/>
                <a:gd name="T13" fmla="*/ 51 h 90"/>
                <a:gd name="T14" fmla="*/ 1 w 7"/>
                <a:gd name="T15" fmla="*/ 49 h 90"/>
                <a:gd name="T16" fmla="*/ 1 w 7"/>
                <a:gd name="T17" fmla="*/ 47 h 90"/>
                <a:gd name="T18" fmla="*/ 1 w 7"/>
                <a:gd name="T19" fmla="*/ 49 h 90"/>
                <a:gd name="T20" fmla="*/ 1 w 7"/>
                <a:gd name="T21" fmla="*/ 43 h 90"/>
                <a:gd name="T22" fmla="*/ 2 w 7"/>
                <a:gd name="T23" fmla="*/ 33 h 90"/>
                <a:gd name="T24" fmla="*/ 2 w 7"/>
                <a:gd name="T25" fmla="*/ 42 h 90"/>
                <a:gd name="T26" fmla="*/ 2 w 7"/>
                <a:gd name="T27" fmla="*/ 67 h 90"/>
                <a:gd name="T28" fmla="*/ 2 w 7"/>
                <a:gd name="T29" fmla="*/ 73 h 90"/>
                <a:gd name="T30" fmla="*/ 2 w 7"/>
                <a:gd name="T31" fmla="*/ 52 h 90"/>
                <a:gd name="T32" fmla="*/ 2 w 7"/>
                <a:gd name="T33" fmla="*/ 40 h 90"/>
                <a:gd name="T34" fmla="*/ 2 w 7"/>
                <a:gd name="T35" fmla="*/ 48 h 90"/>
                <a:gd name="T36" fmla="*/ 2 w 7"/>
                <a:gd name="T37" fmla="*/ 50 h 90"/>
                <a:gd name="T38" fmla="*/ 2 w 7"/>
                <a:gd name="T39" fmla="*/ 48 h 90"/>
                <a:gd name="T40" fmla="*/ 3 w 7"/>
                <a:gd name="T41" fmla="*/ 53 h 90"/>
                <a:gd name="T42" fmla="*/ 3 w 7"/>
                <a:gd name="T43" fmla="*/ 44 h 90"/>
                <a:gd name="T44" fmla="*/ 3 w 7"/>
                <a:gd name="T45" fmla="*/ 28 h 90"/>
                <a:gd name="T46" fmla="*/ 3 w 7"/>
                <a:gd name="T47" fmla="*/ 36 h 90"/>
                <a:gd name="T48" fmla="*/ 3 w 7"/>
                <a:gd name="T49" fmla="*/ 62 h 90"/>
                <a:gd name="T50" fmla="*/ 3 w 7"/>
                <a:gd name="T51" fmla="*/ 78 h 90"/>
                <a:gd name="T52" fmla="*/ 3 w 7"/>
                <a:gd name="T53" fmla="*/ 86 h 90"/>
                <a:gd name="T54" fmla="*/ 3 w 7"/>
                <a:gd name="T55" fmla="*/ 90 h 90"/>
                <a:gd name="T56" fmla="*/ 3 w 7"/>
                <a:gd name="T57" fmla="*/ 79 h 90"/>
                <a:gd name="T58" fmla="*/ 4 w 7"/>
                <a:gd name="T59" fmla="*/ 53 h 90"/>
                <a:gd name="T60" fmla="*/ 4 w 7"/>
                <a:gd name="T61" fmla="*/ 24 h 90"/>
                <a:gd name="T62" fmla="*/ 4 w 7"/>
                <a:gd name="T63" fmla="*/ 0 h 90"/>
                <a:gd name="T64" fmla="*/ 4 w 7"/>
                <a:gd name="T65" fmla="*/ 1 h 90"/>
                <a:gd name="T66" fmla="*/ 4 w 7"/>
                <a:gd name="T67" fmla="*/ 32 h 90"/>
                <a:gd name="T68" fmla="*/ 4 w 7"/>
                <a:gd name="T69" fmla="*/ 60 h 90"/>
                <a:gd name="T70" fmla="*/ 5 w 7"/>
                <a:gd name="T71" fmla="*/ 63 h 90"/>
                <a:gd name="T72" fmla="*/ 5 w 7"/>
                <a:gd name="T73" fmla="*/ 57 h 90"/>
                <a:gd name="T74" fmla="*/ 5 w 7"/>
                <a:gd name="T75" fmla="*/ 62 h 90"/>
                <a:gd name="T76" fmla="*/ 5 w 7"/>
                <a:gd name="T77" fmla="*/ 68 h 90"/>
                <a:gd name="T78" fmla="*/ 5 w 7"/>
                <a:gd name="T79" fmla="*/ 68 h 90"/>
                <a:gd name="T80" fmla="*/ 5 w 7"/>
                <a:gd name="T81" fmla="*/ 68 h 90"/>
                <a:gd name="T82" fmla="*/ 5 w 7"/>
                <a:gd name="T83" fmla="*/ 71 h 90"/>
                <a:gd name="T84" fmla="*/ 5 w 7"/>
                <a:gd name="T85" fmla="*/ 63 h 90"/>
                <a:gd name="T86" fmla="*/ 5 w 7"/>
                <a:gd name="T87" fmla="*/ 48 h 90"/>
                <a:gd name="T88" fmla="*/ 6 w 7"/>
                <a:gd name="T89" fmla="*/ 42 h 90"/>
                <a:gd name="T90" fmla="*/ 6 w 7"/>
                <a:gd name="T91" fmla="*/ 35 h 90"/>
                <a:gd name="T92" fmla="*/ 6 w 7"/>
                <a:gd name="T93" fmla="*/ 25 h 90"/>
                <a:gd name="T94" fmla="*/ 6 w 7"/>
                <a:gd name="T95" fmla="*/ 40 h 90"/>
                <a:gd name="T96" fmla="*/ 6 w 7"/>
                <a:gd name="T97" fmla="*/ 70 h 90"/>
                <a:gd name="T98" fmla="*/ 6 w 7"/>
                <a:gd name="T99" fmla="*/ 70 h 90"/>
                <a:gd name="T100" fmla="*/ 7 w 7"/>
                <a:gd name="T101" fmla="*/ 43 h 90"/>
                <a:gd name="T102" fmla="*/ 7 w 7"/>
                <a:gd name="T103" fmla="*/ 3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0">
                  <a:moveTo>
                    <a:pt x="0" y="55"/>
                  </a:moveTo>
                  <a:lnTo>
                    <a:pt x="0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0" y="51"/>
                  </a:lnTo>
                  <a:lnTo>
                    <a:pt x="1" y="49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9"/>
                  </a:lnTo>
                  <a:lnTo>
                    <a:pt x="1" y="43"/>
                  </a:lnTo>
                  <a:lnTo>
                    <a:pt x="2" y="33"/>
                  </a:lnTo>
                  <a:lnTo>
                    <a:pt x="2" y="42"/>
                  </a:lnTo>
                  <a:lnTo>
                    <a:pt x="2" y="67"/>
                  </a:lnTo>
                  <a:lnTo>
                    <a:pt x="2" y="73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2" y="48"/>
                  </a:lnTo>
                  <a:lnTo>
                    <a:pt x="2" y="50"/>
                  </a:lnTo>
                  <a:lnTo>
                    <a:pt x="2" y="48"/>
                  </a:lnTo>
                  <a:lnTo>
                    <a:pt x="3" y="53"/>
                  </a:lnTo>
                  <a:lnTo>
                    <a:pt x="3" y="44"/>
                  </a:lnTo>
                  <a:lnTo>
                    <a:pt x="3" y="28"/>
                  </a:lnTo>
                  <a:lnTo>
                    <a:pt x="3" y="36"/>
                  </a:lnTo>
                  <a:lnTo>
                    <a:pt x="3" y="62"/>
                  </a:lnTo>
                  <a:lnTo>
                    <a:pt x="3" y="78"/>
                  </a:lnTo>
                  <a:lnTo>
                    <a:pt x="3" y="86"/>
                  </a:lnTo>
                  <a:lnTo>
                    <a:pt x="3" y="90"/>
                  </a:lnTo>
                  <a:lnTo>
                    <a:pt x="3" y="79"/>
                  </a:lnTo>
                  <a:lnTo>
                    <a:pt x="4" y="53"/>
                  </a:lnTo>
                  <a:lnTo>
                    <a:pt x="4" y="24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32"/>
                  </a:lnTo>
                  <a:lnTo>
                    <a:pt x="4" y="60"/>
                  </a:lnTo>
                  <a:lnTo>
                    <a:pt x="5" y="63"/>
                  </a:lnTo>
                  <a:lnTo>
                    <a:pt x="5" y="57"/>
                  </a:lnTo>
                  <a:lnTo>
                    <a:pt x="5" y="62"/>
                  </a:lnTo>
                  <a:lnTo>
                    <a:pt x="5" y="68"/>
                  </a:lnTo>
                  <a:lnTo>
                    <a:pt x="5" y="68"/>
                  </a:lnTo>
                  <a:lnTo>
                    <a:pt x="5" y="68"/>
                  </a:lnTo>
                  <a:lnTo>
                    <a:pt x="5" y="71"/>
                  </a:lnTo>
                  <a:lnTo>
                    <a:pt x="5" y="63"/>
                  </a:lnTo>
                  <a:lnTo>
                    <a:pt x="5" y="48"/>
                  </a:lnTo>
                  <a:lnTo>
                    <a:pt x="6" y="42"/>
                  </a:lnTo>
                  <a:lnTo>
                    <a:pt x="6" y="35"/>
                  </a:lnTo>
                  <a:lnTo>
                    <a:pt x="6" y="25"/>
                  </a:lnTo>
                  <a:lnTo>
                    <a:pt x="6" y="40"/>
                  </a:lnTo>
                  <a:lnTo>
                    <a:pt x="6" y="70"/>
                  </a:lnTo>
                  <a:lnTo>
                    <a:pt x="6" y="70"/>
                  </a:lnTo>
                  <a:lnTo>
                    <a:pt x="7" y="43"/>
                  </a:lnTo>
                  <a:lnTo>
                    <a:pt x="7" y="3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75" name="Freeform 1081"/>
            <p:cNvSpPr/>
            <p:nvPr/>
          </p:nvSpPr>
          <p:spPr bwMode="auto">
            <a:xfrm>
              <a:off x="4383088" y="4619626"/>
              <a:ext cx="9525" cy="112713"/>
            </a:xfrm>
            <a:custGeom>
              <a:avLst/>
              <a:gdLst>
                <a:gd name="T0" fmla="*/ 0 w 6"/>
                <a:gd name="T1" fmla="*/ 49 h 71"/>
                <a:gd name="T2" fmla="*/ 0 w 6"/>
                <a:gd name="T3" fmla="*/ 36 h 71"/>
                <a:gd name="T4" fmla="*/ 0 w 6"/>
                <a:gd name="T5" fmla="*/ 49 h 71"/>
                <a:gd name="T6" fmla="*/ 0 w 6"/>
                <a:gd name="T7" fmla="*/ 62 h 71"/>
                <a:gd name="T8" fmla="*/ 0 w 6"/>
                <a:gd name="T9" fmla="*/ 59 h 71"/>
                <a:gd name="T10" fmla="*/ 0 w 6"/>
                <a:gd name="T11" fmla="*/ 60 h 71"/>
                <a:gd name="T12" fmla="*/ 0 w 6"/>
                <a:gd name="T13" fmla="*/ 64 h 71"/>
                <a:gd name="T14" fmla="*/ 0 w 6"/>
                <a:gd name="T15" fmla="*/ 57 h 71"/>
                <a:gd name="T16" fmla="*/ 0 w 6"/>
                <a:gd name="T17" fmla="*/ 52 h 71"/>
                <a:gd name="T18" fmla="*/ 0 w 6"/>
                <a:gd name="T19" fmla="*/ 51 h 71"/>
                <a:gd name="T20" fmla="*/ 1 w 6"/>
                <a:gd name="T21" fmla="*/ 42 h 71"/>
                <a:gd name="T22" fmla="*/ 1 w 6"/>
                <a:gd name="T23" fmla="*/ 40 h 71"/>
                <a:gd name="T24" fmla="*/ 1 w 6"/>
                <a:gd name="T25" fmla="*/ 49 h 71"/>
                <a:gd name="T26" fmla="*/ 1 w 6"/>
                <a:gd name="T27" fmla="*/ 53 h 71"/>
                <a:gd name="T28" fmla="*/ 1 w 6"/>
                <a:gd name="T29" fmla="*/ 54 h 71"/>
                <a:gd name="T30" fmla="*/ 1 w 6"/>
                <a:gd name="T31" fmla="*/ 55 h 71"/>
                <a:gd name="T32" fmla="*/ 2 w 6"/>
                <a:gd name="T33" fmla="*/ 48 h 71"/>
                <a:gd name="T34" fmla="*/ 2 w 6"/>
                <a:gd name="T35" fmla="*/ 42 h 71"/>
                <a:gd name="T36" fmla="*/ 2 w 6"/>
                <a:gd name="T37" fmla="*/ 44 h 71"/>
                <a:gd name="T38" fmla="*/ 2 w 6"/>
                <a:gd name="T39" fmla="*/ 47 h 71"/>
                <a:gd name="T40" fmla="*/ 2 w 6"/>
                <a:gd name="T41" fmla="*/ 46 h 71"/>
                <a:gd name="T42" fmla="*/ 2 w 6"/>
                <a:gd name="T43" fmla="*/ 52 h 71"/>
                <a:gd name="T44" fmla="*/ 2 w 6"/>
                <a:gd name="T45" fmla="*/ 67 h 71"/>
                <a:gd name="T46" fmla="*/ 2 w 6"/>
                <a:gd name="T47" fmla="*/ 71 h 71"/>
                <a:gd name="T48" fmla="*/ 2 w 6"/>
                <a:gd name="T49" fmla="*/ 45 h 71"/>
                <a:gd name="T50" fmla="*/ 3 w 6"/>
                <a:gd name="T51" fmla="*/ 16 h 71"/>
                <a:gd name="T52" fmla="*/ 3 w 6"/>
                <a:gd name="T53" fmla="*/ 12 h 71"/>
                <a:gd name="T54" fmla="*/ 3 w 6"/>
                <a:gd name="T55" fmla="*/ 19 h 71"/>
                <a:gd name="T56" fmla="*/ 3 w 6"/>
                <a:gd name="T57" fmla="*/ 25 h 71"/>
                <a:gd name="T58" fmla="*/ 3 w 6"/>
                <a:gd name="T59" fmla="*/ 29 h 71"/>
                <a:gd name="T60" fmla="*/ 3 w 6"/>
                <a:gd name="T61" fmla="*/ 29 h 71"/>
                <a:gd name="T62" fmla="*/ 3 w 6"/>
                <a:gd name="T63" fmla="*/ 27 h 71"/>
                <a:gd name="T64" fmla="*/ 3 w 6"/>
                <a:gd name="T65" fmla="*/ 36 h 71"/>
                <a:gd name="T66" fmla="*/ 3 w 6"/>
                <a:gd name="T67" fmla="*/ 51 h 71"/>
                <a:gd name="T68" fmla="*/ 4 w 6"/>
                <a:gd name="T69" fmla="*/ 55 h 71"/>
                <a:gd name="T70" fmla="*/ 4 w 6"/>
                <a:gd name="T71" fmla="*/ 45 h 71"/>
                <a:gd name="T72" fmla="*/ 4 w 6"/>
                <a:gd name="T73" fmla="*/ 36 h 71"/>
                <a:gd name="T74" fmla="*/ 4 w 6"/>
                <a:gd name="T75" fmla="*/ 26 h 71"/>
                <a:gd name="T76" fmla="*/ 4 w 6"/>
                <a:gd name="T77" fmla="*/ 6 h 71"/>
                <a:gd name="T78" fmla="*/ 4 w 6"/>
                <a:gd name="T79" fmla="*/ 0 h 71"/>
                <a:gd name="T80" fmla="*/ 5 w 6"/>
                <a:gd name="T81" fmla="*/ 24 h 71"/>
                <a:gd name="T82" fmla="*/ 5 w 6"/>
                <a:gd name="T83" fmla="*/ 52 h 71"/>
                <a:gd name="T84" fmla="*/ 5 w 6"/>
                <a:gd name="T85" fmla="*/ 60 h 71"/>
                <a:gd name="T86" fmla="*/ 5 w 6"/>
                <a:gd name="T87" fmla="*/ 59 h 71"/>
                <a:gd name="T88" fmla="*/ 5 w 6"/>
                <a:gd name="T89" fmla="*/ 55 h 71"/>
                <a:gd name="T90" fmla="*/ 5 w 6"/>
                <a:gd name="T91" fmla="*/ 48 h 71"/>
                <a:gd name="T92" fmla="*/ 5 w 6"/>
                <a:gd name="T93" fmla="*/ 49 h 71"/>
                <a:gd name="T94" fmla="*/ 5 w 6"/>
                <a:gd name="T95" fmla="*/ 57 h 71"/>
                <a:gd name="T96" fmla="*/ 5 w 6"/>
                <a:gd name="T97" fmla="*/ 50 h 71"/>
                <a:gd name="T98" fmla="*/ 6 w 6"/>
                <a:gd name="T99" fmla="*/ 33 h 71"/>
                <a:gd name="T100" fmla="*/ 6 w 6"/>
                <a:gd name="T101" fmla="*/ 36 h 71"/>
                <a:gd name="T102" fmla="*/ 6 w 6"/>
                <a:gd name="T103" fmla="*/ 5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1">
                  <a:moveTo>
                    <a:pt x="0" y="49"/>
                  </a:moveTo>
                  <a:lnTo>
                    <a:pt x="0" y="36"/>
                  </a:lnTo>
                  <a:lnTo>
                    <a:pt x="0" y="49"/>
                  </a:lnTo>
                  <a:lnTo>
                    <a:pt x="0" y="62"/>
                  </a:lnTo>
                  <a:lnTo>
                    <a:pt x="0" y="59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57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49"/>
                  </a:lnTo>
                  <a:lnTo>
                    <a:pt x="1" y="53"/>
                  </a:lnTo>
                  <a:lnTo>
                    <a:pt x="1" y="54"/>
                  </a:lnTo>
                  <a:lnTo>
                    <a:pt x="1" y="55"/>
                  </a:lnTo>
                  <a:lnTo>
                    <a:pt x="2" y="48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2" y="47"/>
                  </a:lnTo>
                  <a:lnTo>
                    <a:pt x="2" y="46"/>
                  </a:lnTo>
                  <a:lnTo>
                    <a:pt x="2" y="52"/>
                  </a:lnTo>
                  <a:lnTo>
                    <a:pt x="2" y="67"/>
                  </a:lnTo>
                  <a:lnTo>
                    <a:pt x="2" y="71"/>
                  </a:lnTo>
                  <a:lnTo>
                    <a:pt x="2" y="45"/>
                  </a:lnTo>
                  <a:lnTo>
                    <a:pt x="3" y="16"/>
                  </a:lnTo>
                  <a:lnTo>
                    <a:pt x="3" y="12"/>
                  </a:lnTo>
                  <a:lnTo>
                    <a:pt x="3" y="19"/>
                  </a:lnTo>
                  <a:lnTo>
                    <a:pt x="3" y="25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27"/>
                  </a:lnTo>
                  <a:lnTo>
                    <a:pt x="3" y="36"/>
                  </a:lnTo>
                  <a:lnTo>
                    <a:pt x="3" y="51"/>
                  </a:lnTo>
                  <a:lnTo>
                    <a:pt x="4" y="55"/>
                  </a:lnTo>
                  <a:lnTo>
                    <a:pt x="4" y="45"/>
                  </a:lnTo>
                  <a:lnTo>
                    <a:pt x="4" y="36"/>
                  </a:lnTo>
                  <a:lnTo>
                    <a:pt x="4" y="26"/>
                  </a:lnTo>
                  <a:lnTo>
                    <a:pt x="4" y="6"/>
                  </a:lnTo>
                  <a:lnTo>
                    <a:pt x="4" y="0"/>
                  </a:lnTo>
                  <a:lnTo>
                    <a:pt x="5" y="24"/>
                  </a:lnTo>
                  <a:lnTo>
                    <a:pt x="5" y="52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5" y="55"/>
                  </a:lnTo>
                  <a:lnTo>
                    <a:pt x="5" y="48"/>
                  </a:lnTo>
                  <a:lnTo>
                    <a:pt x="5" y="49"/>
                  </a:lnTo>
                  <a:lnTo>
                    <a:pt x="5" y="57"/>
                  </a:lnTo>
                  <a:lnTo>
                    <a:pt x="5" y="50"/>
                  </a:lnTo>
                  <a:lnTo>
                    <a:pt x="6" y="33"/>
                  </a:lnTo>
                  <a:lnTo>
                    <a:pt x="6" y="36"/>
                  </a:lnTo>
                  <a:lnTo>
                    <a:pt x="6" y="5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76" name="Freeform 1082"/>
            <p:cNvSpPr/>
            <p:nvPr/>
          </p:nvSpPr>
          <p:spPr bwMode="auto">
            <a:xfrm>
              <a:off x="4392613" y="4659313"/>
              <a:ext cx="9525" cy="152400"/>
            </a:xfrm>
            <a:custGeom>
              <a:avLst/>
              <a:gdLst>
                <a:gd name="T0" fmla="*/ 0 w 6"/>
                <a:gd name="T1" fmla="*/ 11 h 96"/>
                <a:gd name="T2" fmla="*/ 0 w 6"/>
                <a:gd name="T3" fmla="*/ 28 h 96"/>
                <a:gd name="T4" fmla="*/ 0 w 6"/>
                <a:gd name="T5" fmla="*/ 24 h 96"/>
                <a:gd name="T6" fmla="*/ 0 w 6"/>
                <a:gd name="T7" fmla="*/ 9 h 96"/>
                <a:gd name="T8" fmla="*/ 0 w 6"/>
                <a:gd name="T9" fmla="*/ 17 h 96"/>
                <a:gd name="T10" fmla="*/ 1 w 6"/>
                <a:gd name="T11" fmla="*/ 43 h 96"/>
                <a:gd name="T12" fmla="*/ 1 w 6"/>
                <a:gd name="T13" fmla="*/ 54 h 96"/>
                <a:gd name="T14" fmla="*/ 1 w 6"/>
                <a:gd name="T15" fmla="*/ 54 h 96"/>
                <a:gd name="T16" fmla="*/ 1 w 6"/>
                <a:gd name="T17" fmla="*/ 57 h 96"/>
                <a:gd name="T18" fmla="*/ 1 w 6"/>
                <a:gd name="T19" fmla="*/ 57 h 96"/>
                <a:gd name="T20" fmla="*/ 1 w 6"/>
                <a:gd name="T21" fmla="*/ 41 h 96"/>
                <a:gd name="T22" fmla="*/ 1 w 6"/>
                <a:gd name="T23" fmla="*/ 15 h 96"/>
                <a:gd name="T24" fmla="*/ 1 w 6"/>
                <a:gd name="T25" fmla="*/ 0 h 96"/>
                <a:gd name="T26" fmla="*/ 1 w 6"/>
                <a:gd name="T27" fmla="*/ 5 h 96"/>
                <a:gd name="T28" fmla="*/ 2 w 6"/>
                <a:gd name="T29" fmla="*/ 24 h 96"/>
                <a:gd name="T30" fmla="*/ 2 w 6"/>
                <a:gd name="T31" fmla="*/ 46 h 96"/>
                <a:gd name="T32" fmla="*/ 2 w 6"/>
                <a:gd name="T33" fmla="*/ 61 h 96"/>
                <a:gd name="T34" fmla="*/ 2 w 6"/>
                <a:gd name="T35" fmla="*/ 68 h 96"/>
                <a:gd name="T36" fmla="*/ 2 w 6"/>
                <a:gd name="T37" fmla="*/ 69 h 96"/>
                <a:gd name="T38" fmla="*/ 2 w 6"/>
                <a:gd name="T39" fmla="*/ 68 h 96"/>
                <a:gd name="T40" fmla="*/ 2 w 6"/>
                <a:gd name="T41" fmla="*/ 65 h 96"/>
                <a:gd name="T42" fmla="*/ 2 w 6"/>
                <a:gd name="T43" fmla="*/ 55 h 96"/>
                <a:gd name="T44" fmla="*/ 2 w 6"/>
                <a:gd name="T45" fmla="*/ 41 h 96"/>
                <a:gd name="T46" fmla="*/ 2 w 6"/>
                <a:gd name="T47" fmla="*/ 33 h 96"/>
                <a:gd name="T48" fmla="*/ 3 w 6"/>
                <a:gd name="T49" fmla="*/ 34 h 96"/>
                <a:gd name="T50" fmla="*/ 3 w 6"/>
                <a:gd name="T51" fmla="*/ 42 h 96"/>
                <a:gd name="T52" fmla="*/ 3 w 6"/>
                <a:gd name="T53" fmla="*/ 49 h 96"/>
                <a:gd name="T54" fmla="*/ 3 w 6"/>
                <a:gd name="T55" fmla="*/ 46 h 96"/>
                <a:gd name="T56" fmla="*/ 3 w 6"/>
                <a:gd name="T57" fmla="*/ 49 h 96"/>
                <a:gd name="T58" fmla="*/ 3 w 6"/>
                <a:gd name="T59" fmla="*/ 70 h 96"/>
                <a:gd name="T60" fmla="*/ 4 w 6"/>
                <a:gd name="T61" fmla="*/ 86 h 96"/>
                <a:gd name="T62" fmla="*/ 4 w 6"/>
                <a:gd name="T63" fmla="*/ 88 h 96"/>
                <a:gd name="T64" fmla="*/ 4 w 6"/>
                <a:gd name="T65" fmla="*/ 86 h 96"/>
                <a:gd name="T66" fmla="*/ 4 w 6"/>
                <a:gd name="T67" fmla="*/ 76 h 96"/>
                <a:gd name="T68" fmla="*/ 4 w 6"/>
                <a:gd name="T69" fmla="*/ 58 h 96"/>
                <a:gd name="T70" fmla="*/ 4 w 6"/>
                <a:gd name="T71" fmla="*/ 43 h 96"/>
                <a:gd name="T72" fmla="*/ 4 w 6"/>
                <a:gd name="T73" fmla="*/ 35 h 96"/>
                <a:gd name="T74" fmla="*/ 4 w 6"/>
                <a:gd name="T75" fmla="*/ 35 h 96"/>
                <a:gd name="T76" fmla="*/ 4 w 6"/>
                <a:gd name="T77" fmla="*/ 50 h 96"/>
                <a:gd name="T78" fmla="*/ 5 w 6"/>
                <a:gd name="T79" fmla="*/ 67 h 96"/>
                <a:gd name="T80" fmla="*/ 5 w 6"/>
                <a:gd name="T81" fmla="*/ 75 h 96"/>
                <a:gd name="T82" fmla="*/ 5 w 6"/>
                <a:gd name="T83" fmla="*/ 78 h 96"/>
                <a:gd name="T84" fmla="*/ 5 w 6"/>
                <a:gd name="T85" fmla="*/ 78 h 96"/>
                <a:gd name="T86" fmla="*/ 5 w 6"/>
                <a:gd name="T87" fmla="*/ 79 h 96"/>
                <a:gd name="T88" fmla="*/ 5 w 6"/>
                <a:gd name="T89" fmla="*/ 92 h 96"/>
                <a:gd name="T90" fmla="*/ 6 w 6"/>
                <a:gd name="T91" fmla="*/ 96 h 96"/>
                <a:gd name="T92" fmla="*/ 6 w 6"/>
                <a:gd name="T93" fmla="*/ 76 h 96"/>
                <a:gd name="T94" fmla="*/ 6 w 6"/>
                <a:gd name="T95" fmla="*/ 59 h 96"/>
                <a:gd name="T96" fmla="*/ 6 w 6"/>
                <a:gd name="T97" fmla="*/ 66 h 96"/>
                <a:gd name="T98" fmla="*/ 6 w 6"/>
                <a:gd name="T99" fmla="*/ 79 h 96"/>
                <a:gd name="T100" fmla="*/ 6 w 6"/>
                <a:gd name="T101" fmla="*/ 76 h 96"/>
                <a:gd name="T102" fmla="*/ 6 w 6"/>
                <a:gd name="T103" fmla="*/ 6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6">
                  <a:moveTo>
                    <a:pt x="0" y="11"/>
                  </a:moveTo>
                  <a:lnTo>
                    <a:pt x="0" y="28"/>
                  </a:lnTo>
                  <a:lnTo>
                    <a:pt x="0" y="24"/>
                  </a:lnTo>
                  <a:lnTo>
                    <a:pt x="0" y="9"/>
                  </a:lnTo>
                  <a:lnTo>
                    <a:pt x="0" y="17"/>
                  </a:lnTo>
                  <a:lnTo>
                    <a:pt x="1" y="43"/>
                  </a:lnTo>
                  <a:lnTo>
                    <a:pt x="1" y="54"/>
                  </a:lnTo>
                  <a:lnTo>
                    <a:pt x="1" y="54"/>
                  </a:lnTo>
                  <a:lnTo>
                    <a:pt x="1" y="57"/>
                  </a:lnTo>
                  <a:lnTo>
                    <a:pt x="1" y="57"/>
                  </a:lnTo>
                  <a:lnTo>
                    <a:pt x="1" y="41"/>
                  </a:lnTo>
                  <a:lnTo>
                    <a:pt x="1" y="15"/>
                  </a:lnTo>
                  <a:lnTo>
                    <a:pt x="1" y="0"/>
                  </a:lnTo>
                  <a:lnTo>
                    <a:pt x="1" y="5"/>
                  </a:lnTo>
                  <a:lnTo>
                    <a:pt x="2" y="24"/>
                  </a:lnTo>
                  <a:lnTo>
                    <a:pt x="2" y="46"/>
                  </a:lnTo>
                  <a:lnTo>
                    <a:pt x="2" y="61"/>
                  </a:lnTo>
                  <a:lnTo>
                    <a:pt x="2" y="68"/>
                  </a:lnTo>
                  <a:lnTo>
                    <a:pt x="2" y="69"/>
                  </a:lnTo>
                  <a:lnTo>
                    <a:pt x="2" y="68"/>
                  </a:lnTo>
                  <a:lnTo>
                    <a:pt x="2" y="65"/>
                  </a:lnTo>
                  <a:lnTo>
                    <a:pt x="2" y="55"/>
                  </a:lnTo>
                  <a:lnTo>
                    <a:pt x="2" y="41"/>
                  </a:lnTo>
                  <a:lnTo>
                    <a:pt x="2" y="33"/>
                  </a:lnTo>
                  <a:lnTo>
                    <a:pt x="3" y="34"/>
                  </a:lnTo>
                  <a:lnTo>
                    <a:pt x="3" y="42"/>
                  </a:lnTo>
                  <a:lnTo>
                    <a:pt x="3" y="49"/>
                  </a:lnTo>
                  <a:lnTo>
                    <a:pt x="3" y="46"/>
                  </a:lnTo>
                  <a:lnTo>
                    <a:pt x="3" y="49"/>
                  </a:lnTo>
                  <a:lnTo>
                    <a:pt x="3" y="70"/>
                  </a:lnTo>
                  <a:lnTo>
                    <a:pt x="4" y="86"/>
                  </a:lnTo>
                  <a:lnTo>
                    <a:pt x="4" y="88"/>
                  </a:lnTo>
                  <a:lnTo>
                    <a:pt x="4" y="86"/>
                  </a:lnTo>
                  <a:lnTo>
                    <a:pt x="4" y="76"/>
                  </a:lnTo>
                  <a:lnTo>
                    <a:pt x="4" y="58"/>
                  </a:lnTo>
                  <a:lnTo>
                    <a:pt x="4" y="43"/>
                  </a:lnTo>
                  <a:lnTo>
                    <a:pt x="4" y="35"/>
                  </a:lnTo>
                  <a:lnTo>
                    <a:pt x="4" y="35"/>
                  </a:lnTo>
                  <a:lnTo>
                    <a:pt x="4" y="50"/>
                  </a:lnTo>
                  <a:lnTo>
                    <a:pt x="5" y="67"/>
                  </a:lnTo>
                  <a:lnTo>
                    <a:pt x="5" y="75"/>
                  </a:lnTo>
                  <a:lnTo>
                    <a:pt x="5" y="78"/>
                  </a:lnTo>
                  <a:lnTo>
                    <a:pt x="5" y="78"/>
                  </a:lnTo>
                  <a:lnTo>
                    <a:pt x="5" y="79"/>
                  </a:lnTo>
                  <a:lnTo>
                    <a:pt x="5" y="92"/>
                  </a:lnTo>
                  <a:lnTo>
                    <a:pt x="6" y="96"/>
                  </a:lnTo>
                  <a:lnTo>
                    <a:pt x="6" y="76"/>
                  </a:lnTo>
                  <a:lnTo>
                    <a:pt x="6" y="59"/>
                  </a:lnTo>
                  <a:lnTo>
                    <a:pt x="6" y="66"/>
                  </a:lnTo>
                  <a:lnTo>
                    <a:pt x="6" y="79"/>
                  </a:lnTo>
                  <a:lnTo>
                    <a:pt x="6" y="76"/>
                  </a:lnTo>
                  <a:lnTo>
                    <a:pt x="6" y="6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77" name="Freeform 1083"/>
            <p:cNvSpPr/>
            <p:nvPr/>
          </p:nvSpPr>
          <p:spPr bwMode="auto">
            <a:xfrm>
              <a:off x="4402138" y="4659313"/>
              <a:ext cx="9525" cy="127000"/>
            </a:xfrm>
            <a:custGeom>
              <a:avLst/>
              <a:gdLst>
                <a:gd name="T0" fmla="*/ 0 w 6"/>
                <a:gd name="T1" fmla="*/ 76 h 80"/>
                <a:gd name="T2" fmla="*/ 0 w 6"/>
                <a:gd name="T3" fmla="*/ 63 h 80"/>
                <a:gd name="T4" fmla="*/ 0 w 6"/>
                <a:gd name="T5" fmla="*/ 60 h 80"/>
                <a:gd name="T6" fmla="*/ 0 w 6"/>
                <a:gd name="T7" fmla="*/ 65 h 80"/>
                <a:gd name="T8" fmla="*/ 1 w 6"/>
                <a:gd name="T9" fmla="*/ 62 h 80"/>
                <a:gd name="T10" fmla="*/ 1 w 6"/>
                <a:gd name="T11" fmla="*/ 54 h 80"/>
                <a:gd name="T12" fmla="*/ 1 w 6"/>
                <a:gd name="T13" fmla="*/ 50 h 80"/>
                <a:gd name="T14" fmla="*/ 1 w 6"/>
                <a:gd name="T15" fmla="*/ 48 h 80"/>
                <a:gd name="T16" fmla="*/ 1 w 6"/>
                <a:gd name="T17" fmla="*/ 49 h 80"/>
                <a:gd name="T18" fmla="*/ 1 w 6"/>
                <a:gd name="T19" fmla="*/ 51 h 80"/>
                <a:gd name="T20" fmla="*/ 1 w 6"/>
                <a:gd name="T21" fmla="*/ 48 h 80"/>
                <a:gd name="T22" fmla="*/ 1 w 6"/>
                <a:gd name="T23" fmla="*/ 57 h 80"/>
                <a:gd name="T24" fmla="*/ 1 w 6"/>
                <a:gd name="T25" fmla="*/ 76 h 80"/>
                <a:gd name="T26" fmla="*/ 2 w 6"/>
                <a:gd name="T27" fmla="*/ 80 h 80"/>
                <a:gd name="T28" fmla="*/ 2 w 6"/>
                <a:gd name="T29" fmla="*/ 74 h 80"/>
                <a:gd name="T30" fmla="*/ 2 w 6"/>
                <a:gd name="T31" fmla="*/ 66 h 80"/>
                <a:gd name="T32" fmla="*/ 2 w 6"/>
                <a:gd name="T33" fmla="*/ 49 h 80"/>
                <a:gd name="T34" fmla="*/ 2 w 6"/>
                <a:gd name="T35" fmla="*/ 40 h 80"/>
                <a:gd name="T36" fmla="*/ 2 w 6"/>
                <a:gd name="T37" fmla="*/ 43 h 80"/>
                <a:gd name="T38" fmla="*/ 3 w 6"/>
                <a:gd name="T39" fmla="*/ 37 h 80"/>
                <a:gd name="T40" fmla="*/ 3 w 6"/>
                <a:gd name="T41" fmla="*/ 22 h 80"/>
                <a:gd name="T42" fmla="*/ 3 w 6"/>
                <a:gd name="T43" fmla="*/ 22 h 80"/>
                <a:gd name="T44" fmla="*/ 3 w 6"/>
                <a:gd name="T45" fmla="*/ 36 h 80"/>
                <a:gd name="T46" fmla="*/ 3 w 6"/>
                <a:gd name="T47" fmla="*/ 44 h 80"/>
                <a:gd name="T48" fmla="*/ 3 w 6"/>
                <a:gd name="T49" fmla="*/ 36 h 80"/>
                <a:gd name="T50" fmla="*/ 3 w 6"/>
                <a:gd name="T51" fmla="*/ 30 h 80"/>
                <a:gd name="T52" fmla="*/ 3 w 6"/>
                <a:gd name="T53" fmla="*/ 34 h 80"/>
                <a:gd name="T54" fmla="*/ 3 w 6"/>
                <a:gd name="T55" fmla="*/ 30 h 80"/>
                <a:gd name="T56" fmla="*/ 4 w 6"/>
                <a:gd name="T57" fmla="*/ 11 h 80"/>
                <a:gd name="T58" fmla="*/ 4 w 6"/>
                <a:gd name="T59" fmla="*/ 0 h 80"/>
                <a:gd name="T60" fmla="*/ 4 w 6"/>
                <a:gd name="T61" fmla="*/ 2 h 80"/>
                <a:gd name="T62" fmla="*/ 4 w 6"/>
                <a:gd name="T63" fmla="*/ 4 h 80"/>
                <a:gd name="T64" fmla="*/ 4 w 6"/>
                <a:gd name="T65" fmla="*/ 5 h 80"/>
                <a:gd name="T66" fmla="*/ 4 w 6"/>
                <a:gd name="T67" fmla="*/ 12 h 80"/>
                <a:gd name="T68" fmla="*/ 5 w 6"/>
                <a:gd name="T69" fmla="*/ 16 h 80"/>
                <a:gd name="T70" fmla="*/ 5 w 6"/>
                <a:gd name="T71" fmla="*/ 12 h 80"/>
                <a:gd name="T72" fmla="*/ 5 w 6"/>
                <a:gd name="T73" fmla="*/ 16 h 80"/>
                <a:gd name="T74" fmla="*/ 5 w 6"/>
                <a:gd name="T75" fmla="*/ 23 h 80"/>
                <a:gd name="T76" fmla="*/ 5 w 6"/>
                <a:gd name="T77" fmla="*/ 18 h 80"/>
                <a:gd name="T78" fmla="*/ 5 w 6"/>
                <a:gd name="T79" fmla="*/ 11 h 80"/>
                <a:gd name="T80" fmla="*/ 5 w 6"/>
                <a:gd name="T81" fmla="*/ 11 h 80"/>
                <a:gd name="T82" fmla="*/ 5 w 6"/>
                <a:gd name="T83" fmla="*/ 9 h 80"/>
                <a:gd name="T84" fmla="*/ 5 w 6"/>
                <a:gd name="T85" fmla="*/ 11 h 80"/>
                <a:gd name="T86" fmla="*/ 5 w 6"/>
                <a:gd name="T87" fmla="*/ 17 h 80"/>
                <a:gd name="T88" fmla="*/ 6 w 6"/>
                <a:gd name="T89" fmla="*/ 17 h 80"/>
                <a:gd name="T90" fmla="*/ 6 w 6"/>
                <a:gd name="T91" fmla="*/ 16 h 80"/>
                <a:gd name="T92" fmla="*/ 6 w 6"/>
                <a:gd name="T93" fmla="*/ 23 h 80"/>
                <a:gd name="T94" fmla="*/ 6 w 6"/>
                <a:gd name="T95" fmla="*/ 28 h 80"/>
                <a:gd name="T96" fmla="*/ 6 w 6"/>
                <a:gd name="T97" fmla="*/ 17 h 80"/>
                <a:gd name="T98" fmla="*/ 6 w 6"/>
                <a:gd name="T99" fmla="*/ 1 h 80"/>
                <a:gd name="T100" fmla="*/ 6 w 6"/>
                <a:gd name="T101" fmla="*/ 11 h 80"/>
                <a:gd name="T102" fmla="*/ 6 w 6"/>
                <a:gd name="T103" fmla="*/ 3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0">
                  <a:moveTo>
                    <a:pt x="0" y="76"/>
                  </a:moveTo>
                  <a:lnTo>
                    <a:pt x="0" y="63"/>
                  </a:lnTo>
                  <a:lnTo>
                    <a:pt x="0" y="60"/>
                  </a:lnTo>
                  <a:lnTo>
                    <a:pt x="0" y="65"/>
                  </a:lnTo>
                  <a:lnTo>
                    <a:pt x="1" y="62"/>
                  </a:lnTo>
                  <a:lnTo>
                    <a:pt x="1" y="54"/>
                  </a:lnTo>
                  <a:lnTo>
                    <a:pt x="1" y="50"/>
                  </a:lnTo>
                  <a:lnTo>
                    <a:pt x="1" y="48"/>
                  </a:lnTo>
                  <a:lnTo>
                    <a:pt x="1" y="49"/>
                  </a:lnTo>
                  <a:lnTo>
                    <a:pt x="1" y="51"/>
                  </a:lnTo>
                  <a:lnTo>
                    <a:pt x="1" y="48"/>
                  </a:lnTo>
                  <a:lnTo>
                    <a:pt x="1" y="57"/>
                  </a:lnTo>
                  <a:lnTo>
                    <a:pt x="1" y="76"/>
                  </a:lnTo>
                  <a:lnTo>
                    <a:pt x="2" y="80"/>
                  </a:lnTo>
                  <a:lnTo>
                    <a:pt x="2" y="74"/>
                  </a:lnTo>
                  <a:lnTo>
                    <a:pt x="2" y="66"/>
                  </a:lnTo>
                  <a:lnTo>
                    <a:pt x="2" y="49"/>
                  </a:lnTo>
                  <a:lnTo>
                    <a:pt x="2" y="40"/>
                  </a:lnTo>
                  <a:lnTo>
                    <a:pt x="2" y="43"/>
                  </a:lnTo>
                  <a:lnTo>
                    <a:pt x="3" y="37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3" y="36"/>
                  </a:lnTo>
                  <a:lnTo>
                    <a:pt x="3" y="44"/>
                  </a:lnTo>
                  <a:lnTo>
                    <a:pt x="3" y="36"/>
                  </a:lnTo>
                  <a:lnTo>
                    <a:pt x="3" y="30"/>
                  </a:lnTo>
                  <a:lnTo>
                    <a:pt x="3" y="34"/>
                  </a:lnTo>
                  <a:lnTo>
                    <a:pt x="3" y="30"/>
                  </a:lnTo>
                  <a:lnTo>
                    <a:pt x="4" y="11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5"/>
                  </a:lnTo>
                  <a:lnTo>
                    <a:pt x="4" y="12"/>
                  </a:lnTo>
                  <a:lnTo>
                    <a:pt x="5" y="16"/>
                  </a:lnTo>
                  <a:lnTo>
                    <a:pt x="5" y="12"/>
                  </a:lnTo>
                  <a:lnTo>
                    <a:pt x="5" y="16"/>
                  </a:lnTo>
                  <a:lnTo>
                    <a:pt x="5" y="23"/>
                  </a:lnTo>
                  <a:lnTo>
                    <a:pt x="5" y="18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9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6" y="23"/>
                  </a:lnTo>
                  <a:lnTo>
                    <a:pt x="6" y="28"/>
                  </a:lnTo>
                  <a:lnTo>
                    <a:pt x="6" y="17"/>
                  </a:lnTo>
                  <a:lnTo>
                    <a:pt x="6" y="1"/>
                  </a:lnTo>
                  <a:lnTo>
                    <a:pt x="6" y="11"/>
                  </a:lnTo>
                  <a:lnTo>
                    <a:pt x="6" y="3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78" name="Freeform 1084"/>
            <p:cNvSpPr/>
            <p:nvPr/>
          </p:nvSpPr>
          <p:spPr bwMode="auto">
            <a:xfrm>
              <a:off x="4411663" y="4633913"/>
              <a:ext cx="11113" cy="141288"/>
            </a:xfrm>
            <a:custGeom>
              <a:avLst/>
              <a:gdLst>
                <a:gd name="T0" fmla="*/ 0 w 7"/>
                <a:gd name="T1" fmla="*/ 27 h 89"/>
                <a:gd name="T2" fmla="*/ 0 w 7"/>
                <a:gd name="T3" fmla="*/ 49 h 89"/>
                <a:gd name="T4" fmla="*/ 0 w 7"/>
                <a:gd name="T5" fmla="*/ 42 h 89"/>
                <a:gd name="T6" fmla="*/ 1 w 7"/>
                <a:gd name="T7" fmla="*/ 18 h 89"/>
                <a:gd name="T8" fmla="*/ 1 w 7"/>
                <a:gd name="T9" fmla="*/ 9 h 89"/>
                <a:gd name="T10" fmla="*/ 1 w 7"/>
                <a:gd name="T11" fmla="*/ 11 h 89"/>
                <a:gd name="T12" fmla="*/ 1 w 7"/>
                <a:gd name="T13" fmla="*/ 8 h 89"/>
                <a:gd name="T14" fmla="*/ 1 w 7"/>
                <a:gd name="T15" fmla="*/ 4 h 89"/>
                <a:gd name="T16" fmla="*/ 1 w 7"/>
                <a:gd name="T17" fmla="*/ 10 h 89"/>
                <a:gd name="T18" fmla="*/ 2 w 7"/>
                <a:gd name="T19" fmla="*/ 27 h 89"/>
                <a:gd name="T20" fmla="*/ 2 w 7"/>
                <a:gd name="T21" fmla="*/ 47 h 89"/>
                <a:gd name="T22" fmla="*/ 2 w 7"/>
                <a:gd name="T23" fmla="*/ 66 h 89"/>
                <a:gd name="T24" fmla="*/ 2 w 7"/>
                <a:gd name="T25" fmla="*/ 80 h 89"/>
                <a:gd name="T26" fmla="*/ 2 w 7"/>
                <a:gd name="T27" fmla="*/ 83 h 89"/>
                <a:gd name="T28" fmla="*/ 2 w 7"/>
                <a:gd name="T29" fmla="*/ 80 h 89"/>
                <a:gd name="T30" fmla="*/ 2 w 7"/>
                <a:gd name="T31" fmla="*/ 68 h 89"/>
                <a:gd name="T32" fmla="*/ 2 w 7"/>
                <a:gd name="T33" fmla="*/ 39 h 89"/>
                <a:gd name="T34" fmla="*/ 2 w 7"/>
                <a:gd name="T35" fmla="*/ 8 h 89"/>
                <a:gd name="T36" fmla="*/ 3 w 7"/>
                <a:gd name="T37" fmla="*/ 0 h 89"/>
                <a:gd name="T38" fmla="*/ 3 w 7"/>
                <a:gd name="T39" fmla="*/ 15 h 89"/>
                <a:gd name="T40" fmla="*/ 3 w 7"/>
                <a:gd name="T41" fmla="*/ 33 h 89"/>
                <a:gd name="T42" fmla="*/ 3 w 7"/>
                <a:gd name="T43" fmla="*/ 37 h 89"/>
                <a:gd name="T44" fmla="*/ 3 w 7"/>
                <a:gd name="T45" fmla="*/ 29 h 89"/>
                <a:gd name="T46" fmla="*/ 3 w 7"/>
                <a:gd name="T47" fmla="*/ 33 h 89"/>
                <a:gd name="T48" fmla="*/ 4 w 7"/>
                <a:gd name="T49" fmla="*/ 49 h 89"/>
                <a:gd name="T50" fmla="*/ 4 w 7"/>
                <a:gd name="T51" fmla="*/ 60 h 89"/>
                <a:gd name="T52" fmla="*/ 4 w 7"/>
                <a:gd name="T53" fmla="*/ 59 h 89"/>
                <a:gd name="T54" fmla="*/ 4 w 7"/>
                <a:gd name="T55" fmla="*/ 49 h 89"/>
                <a:gd name="T56" fmla="*/ 4 w 7"/>
                <a:gd name="T57" fmla="*/ 38 h 89"/>
                <a:gd name="T58" fmla="*/ 4 w 7"/>
                <a:gd name="T59" fmla="*/ 28 h 89"/>
                <a:gd name="T60" fmla="*/ 4 w 7"/>
                <a:gd name="T61" fmla="*/ 17 h 89"/>
                <a:gd name="T62" fmla="*/ 4 w 7"/>
                <a:gd name="T63" fmla="*/ 18 h 89"/>
                <a:gd name="T64" fmla="*/ 4 w 7"/>
                <a:gd name="T65" fmla="*/ 36 h 89"/>
                <a:gd name="T66" fmla="*/ 5 w 7"/>
                <a:gd name="T67" fmla="*/ 52 h 89"/>
                <a:gd name="T68" fmla="*/ 5 w 7"/>
                <a:gd name="T69" fmla="*/ 58 h 89"/>
                <a:gd name="T70" fmla="*/ 5 w 7"/>
                <a:gd name="T71" fmla="*/ 61 h 89"/>
                <a:gd name="T72" fmla="*/ 5 w 7"/>
                <a:gd name="T73" fmla="*/ 67 h 89"/>
                <a:gd name="T74" fmla="*/ 5 w 7"/>
                <a:gd name="T75" fmla="*/ 81 h 89"/>
                <a:gd name="T76" fmla="*/ 5 w 7"/>
                <a:gd name="T77" fmla="*/ 89 h 89"/>
                <a:gd name="T78" fmla="*/ 5 w 7"/>
                <a:gd name="T79" fmla="*/ 69 h 89"/>
                <a:gd name="T80" fmla="*/ 5 w 7"/>
                <a:gd name="T81" fmla="*/ 39 h 89"/>
                <a:gd name="T82" fmla="*/ 5 w 7"/>
                <a:gd name="T83" fmla="*/ 30 h 89"/>
                <a:gd name="T84" fmla="*/ 6 w 7"/>
                <a:gd name="T85" fmla="*/ 39 h 89"/>
                <a:gd name="T86" fmla="*/ 6 w 7"/>
                <a:gd name="T87" fmla="*/ 48 h 89"/>
                <a:gd name="T88" fmla="*/ 6 w 7"/>
                <a:gd name="T89" fmla="*/ 57 h 89"/>
                <a:gd name="T90" fmla="*/ 6 w 7"/>
                <a:gd name="T91" fmla="*/ 69 h 89"/>
                <a:gd name="T92" fmla="*/ 6 w 7"/>
                <a:gd name="T93" fmla="*/ 84 h 89"/>
                <a:gd name="T94" fmla="*/ 6 w 7"/>
                <a:gd name="T95" fmla="*/ 87 h 89"/>
                <a:gd name="T96" fmla="*/ 7 w 7"/>
                <a:gd name="T97" fmla="*/ 71 h 89"/>
                <a:gd name="T98" fmla="*/ 7 w 7"/>
                <a:gd name="T99" fmla="*/ 55 h 89"/>
                <a:gd name="T100" fmla="*/ 7 w 7"/>
                <a:gd name="T101" fmla="*/ 59 h 89"/>
                <a:gd name="T102" fmla="*/ 7 w 7"/>
                <a:gd name="T103" fmla="*/ 72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9">
                  <a:moveTo>
                    <a:pt x="0" y="27"/>
                  </a:moveTo>
                  <a:lnTo>
                    <a:pt x="0" y="49"/>
                  </a:lnTo>
                  <a:lnTo>
                    <a:pt x="0" y="42"/>
                  </a:lnTo>
                  <a:lnTo>
                    <a:pt x="1" y="18"/>
                  </a:lnTo>
                  <a:lnTo>
                    <a:pt x="1" y="9"/>
                  </a:lnTo>
                  <a:lnTo>
                    <a:pt x="1" y="11"/>
                  </a:lnTo>
                  <a:lnTo>
                    <a:pt x="1" y="8"/>
                  </a:lnTo>
                  <a:lnTo>
                    <a:pt x="1" y="4"/>
                  </a:lnTo>
                  <a:lnTo>
                    <a:pt x="1" y="10"/>
                  </a:lnTo>
                  <a:lnTo>
                    <a:pt x="2" y="27"/>
                  </a:lnTo>
                  <a:lnTo>
                    <a:pt x="2" y="47"/>
                  </a:lnTo>
                  <a:lnTo>
                    <a:pt x="2" y="66"/>
                  </a:lnTo>
                  <a:lnTo>
                    <a:pt x="2" y="80"/>
                  </a:lnTo>
                  <a:lnTo>
                    <a:pt x="2" y="83"/>
                  </a:lnTo>
                  <a:lnTo>
                    <a:pt x="2" y="80"/>
                  </a:lnTo>
                  <a:lnTo>
                    <a:pt x="2" y="68"/>
                  </a:lnTo>
                  <a:lnTo>
                    <a:pt x="2" y="39"/>
                  </a:lnTo>
                  <a:lnTo>
                    <a:pt x="2" y="8"/>
                  </a:lnTo>
                  <a:lnTo>
                    <a:pt x="3" y="0"/>
                  </a:lnTo>
                  <a:lnTo>
                    <a:pt x="3" y="15"/>
                  </a:lnTo>
                  <a:lnTo>
                    <a:pt x="3" y="33"/>
                  </a:lnTo>
                  <a:lnTo>
                    <a:pt x="3" y="37"/>
                  </a:lnTo>
                  <a:lnTo>
                    <a:pt x="3" y="29"/>
                  </a:lnTo>
                  <a:lnTo>
                    <a:pt x="3" y="33"/>
                  </a:lnTo>
                  <a:lnTo>
                    <a:pt x="4" y="49"/>
                  </a:lnTo>
                  <a:lnTo>
                    <a:pt x="4" y="60"/>
                  </a:lnTo>
                  <a:lnTo>
                    <a:pt x="4" y="59"/>
                  </a:lnTo>
                  <a:lnTo>
                    <a:pt x="4" y="49"/>
                  </a:lnTo>
                  <a:lnTo>
                    <a:pt x="4" y="38"/>
                  </a:lnTo>
                  <a:lnTo>
                    <a:pt x="4" y="28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4" y="36"/>
                  </a:lnTo>
                  <a:lnTo>
                    <a:pt x="5" y="52"/>
                  </a:lnTo>
                  <a:lnTo>
                    <a:pt x="5" y="58"/>
                  </a:lnTo>
                  <a:lnTo>
                    <a:pt x="5" y="61"/>
                  </a:lnTo>
                  <a:lnTo>
                    <a:pt x="5" y="67"/>
                  </a:lnTo>
                  <a:lnTo>
                    <a:pt x="5" y="81"/>
                  </a:lnTo>
                  <a:lnTo>
                    <a:pt x="5" y="89"/>
                  </a:lnTo>
                  <a:lnTo>
                    <a:pt x="5" y="69"/>
                  </a:lnTo>
                  <a:lnTo>
                    <a:pt x="5" y="39"/>
                  </a:lnTo>
                  <a:lnTo>
                    <a:pt x="5" y="30"/>
                  </a:lnTo>
                  <a:lnTo>
                    <a:pt x="6" y="39"/>
                  </a:lnTo>
                  <a:lnTo>
                    <a:pt x="6" y="48"/>
                  </a:lnTo>
                  <a:lnTo>
                    <a:pt x="6" y="57"/>
                  </a:lnTo>
                  <a:lnTo>
                    <a:pt x="6" y="69"/>
                  </a:lnTo>
                  <a:lnTo>
                    <a:pt x="6" y="84"/>
                  </a:lnTo>
                  <a:lnTo>
                    <a:pt x="6" y="87"/>
                  </a:lnTo>
                  <a:lnTo>
                    <a:pt x="7" y="71"/>
                  </a:lnTo>
                  <a:lnTo>
                    <a:pt x="7" y="55"/>
                  </a:lnTo>
                  <a:lnTo>
                    <a:pt x="7" y="59"/>
                  </a:lnTo>
                  <a:lnTo>
                    <a:pt x="7" y="7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79" name="Freeform 1085"/>
            <p:cNvSpPr/>
            <p:nvPr/>
          </p:nvSpPr>
          <p:spPr bwMode="auto">
            <a:xfrm>
              <a:off x="4422775" y="4618038"/>
              <a:ext cx="9525" cy="141288"/>
            </a:xfrm>
            <a:custGeom>
              <a:avLst/>
              <a:gdLst>
                <a:gd name="T0" fmla="*/ 0 w 6"/>
                <a:gd name="T1" fmla="*/ 69 h 89"/>
                <a:gd name="T2" fmla="*/ 0 w 6"/>
                <a:gd name="T3" fmla="*/ 82 h 89"/>
                <a:gd name="T4" fmla="*/ 0 w 6"/>
                <a:gd name="T5" fmla="*/ 85 h 89"/>
                <a:gd name="T6" fmla="*/ 0 w 6"/>
                <a:gd name="T7" fmla="*/ 84 h 89"/>
                <a:gd name="T8" fmla="*/ 0 w 6"/>
                <a:gd name="T9" fmla="*/ 84 h 89"/>
                <a:gd name="T10" fmla="*/ 0 w 6"/>
                <a:gd name="T11" fmla="*/ 80 h 89"/>
                <a:gd name="T12" fmla="*/ 0 w 6"/>
                <a:gd name="T13" fmla="*/ 76 h 89"/>
                <a:gd name="T14" fmla="*/ 0 w 6"/>
                <a:gd name="T15" fmla="*/ 74 h 89"/>
                <a:gd name="T16" fmla="*/ 1 w 6"/>
                <a:gd name="T17" fmla="*/ 70 h 89"/>
                <a:gd name="T18" fmla="*/ 1 w 6"/>
                <a:gd name="T19" fmla="*/ 62 h 89"/>
                <a:gd name="T20" fmla="*/ 1 w 6"/>
                <a:gd name="T21" fmla="*/ 58 h 89"/>
                <a:gd name="T22" fmla="*/ 1 w 6"/>
                <a:gd name="T23" fmla="*/ 66 h 89"/>
                <a:gd name="T24" fmla="*/ 1 w 6"/>
                <a:gd name="T25" fmla="*/ 75 h 89"/>
                <a:gd name="T26" fmla="*/ 1 w 6"/>
                <a:gd name="T27" fmla="*/ 72 h 89"/>
                <a:gd name="T28" fmla="*/ 2 w 6"/>
                <a:gd name="T29" fmla="*/ 76 h 89"/>
                <a:gd name="T30" fmla="*/ 2 w 6"/>
                <a:gd name="T31" fmla="*/ 89 h 89"/>
                <a:gd name="T32" fmla="*/ 2 w 6"/>
                <a:gd name="T33" fmla="*/ 84 h 89"/>
                <a:gd name="T34" fmla="*/ 2 w 6"/>
                <a:gd name="T35" fmla="*/ 71 h 89"/>
                <a:gd name="T36" fmla="*/ 2 w 6"/>
                <a:gd name="T37" fmla="*/ 72 h 89"/>
                <a:gd name="T38" fmla="*/ 2 w 6"/>
                <a:gd name="T39" fmla="*/ 70 h 89"/>
                <a:gd name="T40" fmla="*/ 2 w 6"/>
                <a:gd name="T41" fmla="*/ 66 h 89"/>
                <a:gd name="T42" fmla="*/ 2 w 6"/>
                <a:gd name="T43" fmla="*/ 68 h 89"/>
                <a:gd name="T44" fmla="*/ 2 w 6"/>
                <a:gd name="T45" fmla="*/ 58 h 89"/>
                <a:gd name="T46" fmla="*/ 3 w 6"/>
                <a:gd name="T47" fmla="*/ 45 h 89"/>
                <a:gd name="T48" fmla="*/ 3 w 6"/>
                <a:gd name="T49" fmla="*/ 47 h 89"/>
                <a:gd name="T50" fmla="*/ 3 w 6"/>
                <a:gd name="T51" fmla="*/ 45 h 89"/>
                <a:gd name="T52" fmla="*/ 3 w 6"/>
                <a:gd name="T53" fmla="*/ 36 h 89"/>
                <a:gd name="T54" fmla="*/ 3 w 6"/>
                <a:gd name="T55" fmla="*/ 38 h 89"/>
                <a:gd name="T56" fmla="*/ 3 w 6"/>
                <a:gd name="T57" fmla="*/ 40 h 89"/>
                <a:gd name="T58" fmla="*/ 3 w 6"/>
                <a:gd name="T59" fmla="*/ 27 h 89"/>
                <a:gd name="T60" fmla="*/ 3 w 6"/>
                <a:gd name="T61" fmla="*/ 17 h 89"/>
                <a:gd name="T62" fmla="*/ 3 w 6"/>
                <a:gd name="T63" fmla="*/ 26 h 89"/>
                <a:gd name="T64" fmla="*/ 4 w 6"/>
                <a:gd name="T65" fmla="*/ 45 h 89"/>
                <a:gd name="T66" fmla="*/ 4 w 6"/>
                <a:gd name="T67" fmla="*/ 62 h 89"/>
                <a:gd name="T68" fmla="*/ 4 w 6"/>
                <a:gd name="T69" fmla="*/ 70 h 89"/>
                <a:gd name="T70" fmla="*/ 4 w 6"/>
                <a:gd name="T71" fmla="*/ 70 h 89"/>
                <a:gd name="T72" fmla="*/ 4 w 6"/>
                <a:gd name="T73" fmla="*/ 63 h 89"/>
                <a:gd name="T74" fmla="*/ 4 w 6"/>
                <a:gd name="T75" fmla="*/ 52 h 89"/>
                <a:gd name="T76" fmla="*/ 5 w 6"/>
                <a:gd name="T77" fmla="*/ 40 h 89"/>
                <a:gd name="T78" fmla="*/ 5 w 6"/>
                <a:gd name="T79" fmla="*/ 25 h 89"/>
                <a:gd name="T80" fmla="*/ 5 w 6"/>
                <a:gd name="T81" fmla="*/ 14 h 89"/>
                <a:gd name="T82" fmla="*/ 5 w 6"/>
                <a:gd name="T83" fmla="*/ 21 h 89"/>
                <a:gd name="T84" fmla="*/ 5 w 6"/>
                <a:gd name="T85" fmla="*/ 38 h 89"/>
                <a:gd name="T86" fmla="*/ 5 w 6"/>
                <a:gd name="T87" fmla="*/ 47 h 89"/>
                <a:gd name="T88" fmla="*/ 5 w 6"/>
                <a:gd name="T89" fmla="*/ 45 h 89"/>
                <a:gd name="T90" fmla="*/ 5 w 6"/>
                <a:gd name="T91" fmla="*/ 46 h 89"/>
                <a:gd name="T92" fmla="*/ 5 w 6"/>
                <a:gd name="T93" fmla="*/ 46 h 89"/>
                <a:gd name="T94" fmla="*/ 6 w 6"/>
                <a:gd name="T95" fmla="*/ 35 h 89"/>
                <a:gd name="T96" fmla="*/ 6 w 6"/>
                <a:gd name="T97" fmla="*/ 18 h 89"/>
                <a:gd name="T98" fmla="*/ 6 w 6"/>
                <a:gd name="T99" fmla="*/ 5 h 89"/>
                <a:gd name="T100" fmla="*/ 6 w 6"/>
                <a:gd name="T101" fmla="*/ 0 h 89"/>
                <a:gd name="T102" fmla="*/ 6 w 6"/>
                <a:gd name="T103" fmla="*/ 1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9">
                  <a:moveTo>
                    <a:pt x="0" y="69"/>
                  </a:moveTo>
                  <a:lnTo>
                    <a:pt x="0" y="82"/>
                  </a:lnTo>
                  <a:lnTo>
                    <a:pt x="0" y="85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0" y="80"/>
                  </a:lnTo>
                  <a:lnTo>
                    <a:pt x="0" y="76"/>
                  </a:lnTo>
                  <a:lnTo>
                    <a:pt x="0" y="74"/>
                  </a:lnTo>
                  <a:lnTo>
                    <a:pt x="1" y="70"/>
                  </a:lnTo>
                  <a:lnTo>
                    <a:pt x="1" y="62"/>
                  </a:lnTo>
                  <a:lnTo>
                    <a:pt x="1" y="58"/>
                  </a:lnTo>
                  <a:lnTo>
                    <a:pt x="1" y="66"/>
                  </a:lnTo>
                  <a:lnTo>
                    <a:pt x="1" y="75"/>
                  </a:lnTo>
                  <a:lnTo>
                    <a:pt x="1" y="72"/>
                  </a:lnTo>
                  <a:lnTo>
                    <a:pt x="2" y="76"/>
                  </a:lnTo>
                  <a:lnTo>
                    <a:pt x="2" y="89"/>
                  </a:lnTo>
                  <a:lnTo>
                    <a:pt x="2" y="84"/>
                  </a:lnTo>
                  <a:lnTo>
                    <a:pt x="2" y="71"/>
                  </a:lnTo>
                  <a:lnTo>
                    <a:pt x="2" y="72"/>
                  </a:lnTo>
                  <a:lnTo>
                    <a:pt x="2" y="70"/>
                  </a:lnTo>
                  <a:lnTo>
                    <a:pt x="2" y="66"/>
                  </a:lnTo>
                  <a:lnTo>
                    <a:pt x="2" y="68"/>
                  </a:lnTo>
                  <a:lnTo>
                    <a:pt x="2" y="58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3" y="45"/>
                  </a:lnTo>
                  <a:lnTo>
                    <a:pt x="3" y="36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3" y="27"/>
                  </a:lnTo>
                  <a:lnTo>
                    <a:pt x="3" y="17"/>
                  </a:lnTo>
                  <a:lnTo>
                    <a:pt x="3" y="26"/>
                  </a:lnTo>
                  <a:lnTo>
                    <a:pt x="4" y="45"/>
                  </a:lnTo>
                  <a:lnTo>
                    <a:pt x="4" y="62"/>
                  </a:lnTo>
                  <a:lnTo>
                    <a:pt x="4" y="70"/>
                  </a:lnTo>
                  <a:lnTo>
                    <a:pt x="4" y="70"/>
                  </a:lnTo>
                  <a:lnTo>
                    <a:pt x="4" y="63"/>
                  </a:lnTo>
                  <a:lnTo>
                    <a:pt x="4" y="52"/>
                  </a:lnTo>
                  <a:lnTo>
                    <a:pt x="5" y="40"/>
                  </a:lnTo>
                  <a:lnTo>
                    <a:pt x="5" y="25"/>
                  </a:lnTo>
                  <a:lnTo>
                    <a:pt x="5" y="14"/>
                  </a:lnTo>
                  <a:lnTo>
                    <a:pt x="5" y="21"/>
                  </a:lnTo>
                  <a:lnTo>
                    <a:pt x="5" y="38"/>
                  </a:lnTo>
                  <a:lnTo>
                    <a:pt x="5" y="47"/>
                  </a:lnTo>
                  <a:lnTo>
                    <a:pt x="5" y="45"/>
                  </a:lnTo>
                  <a:lnTo>
                    <a:pt x="5" y="46"/>
                  </a:lnTo>
                  <a:lnTo>
                    <a:pt x="5" y="46"/>
                  </a:lnTo>
                  <a:lnTo>
                    <a:pt x="6" y="35"/>
                  </a:lnTo>
                  <a:lnTo>
                    <a:pt x="6" y="18"/>
                  </a:lnTo>
                  <a:lnTo>
                    <a:pt x="6" y="5"/>
                  </a:lnTo>
                  <a:lnTo>
                    <a:pt x="6" y="0"/>
                  </a:lnTo>
                  <a:lnTo>
                    <a:pt x="6" y="1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80" name="Freeform 1086"/>
            <p:cNvSpPr/>
            <p:nvPr/>
          </p:nvSpPr>
          <p:spPr bwMode="auto">
            <a:xfrm>
              <a:off x="4432300" y="4618038"/>
              <a:ext cx="9525" cy="168275"/>
            </a:xfrm>
            <a:custGeom>
              <a:avLst/>
              <a:gdLst>
                <a:gd name="T0" fmla="*/ 0 w 6"/>
                <a:gd name="T1" fmla="*/ 0 h 106"/>
                <a:gd name="T2" fmla="*/ 0 w 6"/>
                <a:gd name="T3" fmla="*/ 10 h 106"/>
                <a:gd name="T4" fmla="*/ 0 w 6"/>
                <a:gd name="T5" fmla="*/ 25 h 106"/>
                <a:gd name="T6" fmla="*/ 1 w 6"/>
                <a:gd name="T7" fmla="*/ 38 h 106"/>
                <a:gd name="T8" fmla="*/ 1 w 6"/>
                <a:gd name="T9" fmla="*/ 54 h 106"/>
                <a:gd name="T10" fmla="*/ 1 w 6"/>
                <a:gd name="T11" fmla="*/ 72 h 106"/>
                <a:gd name="T12" fmla="*/ 1 w 6"/>
                <a:gd name="T13" fmla="*/ 79 h 106"/>
                <a:gd name="T14" fmla="*/ 1 w 6"/>
                <a:gd name="T15" fmla="*/ 67 h 106"/>
                <a:gd name="T16" fmla="*/ 1 w 6"/>
                <a:gd name="T17" fmla="*/ 52 h 106"/>
                <a:gd name="T18" fmla="*/ 1 w 6"/>
                <a:gd name="T19" fmla="*/ 47 h 106"/>
                <a:gd name="T20" fmla="*/ 1 w 6"/>
                <a:gd name="T21" fmla="*/ 47 h 106"/>
                <a:gd name="T22" fmla="*/ 1 w 6"/>
                <a:gd name="T23" fmla="*/ 41 h 106"/>
                <a:gd name="T24" fmla="*/ 2 w 6"/>
                <a:gd name="T25" fmla="*/ 33 h 106"/>
                <a:gd name="T26" fmla="*/ 2 w 6"/>
                <a:gd name="T27" fmla="*/ 23 h 106"/>
                <a:gd name="T28" fmla="*/ 2 w 6"/>
                <a:gd name="T29" fmla="*/ 17 h 106"/>
                <a:gd name="T30" fmla="*/ 2 w 6"/>
                <a:gd name="T31" fmla="*/ 24 h 106"/>
                <a:gd name="T32" fmla="*/ 2 w 6"/>
                <a:gd name="T33" fmla="*/ 40 h 106"/>
                <a:gd name="T34" fmla="*/ 2 w 6"/>
                <a:gd name="T35" fmla="*/ 60 h 106"/>
                <a:gd name="T36" fmla="*/ 2 w 6"/>
                <a:gd name="T37" fmla="*/ 76 h 106"/>
                <a:gd name="T38" fmla="*/ 2 w 6"/>
                <a:gd name="T39" fmla="*/ 81 h 106"/>
                <a:gd name="T40" fmla="*/ 2 w 6"/>
                <a:gd name="T41" fmla="*/ 77 h 106"/>
                <a:gd name="T42" fmla="*/ 2 w 6"/>
                <a:gd name="T43" fmla="*/ 69 h 106"/>
                <a:gd name="T44" fmla="*/ 3 w 6"/>
                <a:gd name="T45" fmla="*/ 52 h 106"/>
                <a:gd name="T46" fmla="*/ 3 w 6"/>
                <a:gd name="T47" fmla="*/ 39 h 106"/>
                <a:gd name="T48" fmla="*/ 3 w 6"/>
                <a:gd name="T49" fmla="*/ 33 h 106"/>
                <a:gd name="T50" fmla="*/ 3 w 6"/>
                <a:gd name="T51" fmla="*/ 27 h 106"/>
                <a:gd name="T52" fmla="*/ 3 w 6"/>
                <a:gd name="T53" fmla="*/ 22 h 106"/>
                <a:gd name="T54" fmla="*/ 3 w 6"/>
                <a:gd name="T55" fmla="*/ 29 h 106"/>
                <a:gd name="T56" fmla="*/ 4 w 6"/>
                <a:gd name="T57" fmla="*/ 51 h 106"/>
                <a:gd name="T58" fmla="*/ 4 w 6"/>
                <a:gd name="T59" fmla="*/ 85 h 106"/>
                <a:gd name="T60" fmla="*/ 4 w 6"/>
                <a:gd name="T61" fmla="*/ 101 h 106"/>
                <a:gd name="T62" fmla="*/ 4 w 6"/>
                <a:gd name="T63" fmla="*/ 94 h 106"/>
                <a:gd name="T64" fmla="*/ 4 w 6"/>
                <a:gd name="T65" fmla="*/ 92 h 106"/>
                <a:gd name="T66" fmla="*/ 4 w 6"/>
                <a:gd name="T67" fmla="*/ 102 h 106"/>
                <a:gd name="T68" fmla="*/ 4 w 6"/>
                <a:gd name="T69" fmla="*/ 105 h 106"/>
                <a:gd name="T70" fmla="*/ 4 w 6"/>
                <a:gd name="T71" fmla="*/ 94 h 106"/>
                <a:gd name="T72" fmla="*/ 4 w 6"/>
                <a:gd name="T73" fmla="*/ 69 h 106"/>
                <a:gd name="T74" fmla="*/ 5 w 6"/>
                <a:gd name="T75" fmla="*/ 49 h 106"/>
                <a:gd name="T76" fmla="*/ 5 w 6"/>
                <a:gd name="T77" fmla="*/ 50 h 106"/>
                <a:gd name="T78" fmla="*/ 5 w 6"/>
                <a:gd name="T79" fmla="*/ 54 h 106"/>
                <a:gd name="T80" fmla="*/ 5 w 6"/>
                <a:gd name="T81" fmla="*/ 51 h 106"/>
                <a:gd name="T82" fmla="*/ 5 w 6"/>
                <a:gd name="T83" fmla="*/ 59 h 106"/>
                <a:gd name="T84" fmla="*/ 5 w 6"/>
                <a:gd name="T85" fmla="*/ 73 h 106"/>
                <a:gd name="T86" fmla="*/ 6 w 6"/>
                <a:gd name="T87" fmla="*/ 76 h 106"/>
                <a:gd name="T88" fmla="*/ 6 w 6"/>
                <a:gd name="T89" fmla="*/ 74 h 106"/>
                <a:gd name="T90" fmla="*/ 6 w 6"/>
                <a:gd name="T91" fmla="*/ 78 h 106"/>
                <a:gd name="T92" fmla="*/ 6 w 6"/>
                <a:gd name="T93" fmla="*/ 93 h 106"/>
                <a:gd name="T94" fmla="*/ 6 w 6"/>
                <a:gd name="T95" fmla="*/ 106 h 106"/>
                <a:gd name="T96" fmla="*/ 6 w 6"/>
                <a:gd name="T97" fmla="*/ 103 h 106"/>
                <a:gd name="T98" fmla="*/ 6 w 6"/>
                <a:gd name="T99" fmla="*/ 90 h 106"/>
                <a:gd name="T100" fmla="*/ 6 w 6"/>
                <a:gd name="T101" fmla="*/ 71 h 106"/>
                <a:gd name="T102" fmla="*/ 6 w 6"/>
                <a:gd name="T103" fmla="*/ 5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06">
                  <a:moveTo>
                    <a:pt x="0" y="0"/>
                  </a:moveTo>
                  <a:lnTo>
                    <a:pt x="0" y="10"/>
                  </a:lnTo>
                  <a:lnTo>
                    <a:pt x="0" y="25"/>
                  </a:lnTo>
                  <a:lnTo>
                    <a:pt x="1" y="38"/>
                  </a:lnTo>
                  <a:lnTo>
                    <a:pt x="1" y="54"/>
                  </a:lnTo>
                  <a:lnTo>
                    <a:pt x="1" y="72"/>
                  </a:lnTo>
                  <a:lnTo>
                    <a:pt x="1" y="79"/>
                  </a:lnTo>
                  <a:lnTo>
                    <a:pt x="1" y="67"/>
                  </a:lnTo>
                  <a:lnTo>
                    <a:pt x="1" y="52"/>
                  </a:lnTo>
                  <a:lnTo>
                    <a:pt x="1" y="47"/>
                  </a:lnTo>
                  <a:lnTo>
                    <a:pt x="1" y="47"/>
                  </a:lnTo>
                  <a:lnTo>
                    <a:pt x="1" y="41"/>
                  </a:lnTo>
                  <a:lnTo>
                    <a:pt x="2" y="33"/>
                  </a:lnTo>
                  <a:lnTo>
                    <a:pt x="2" y="23"/>
                  </a:lnTo>
                  <a:lnTo>
                    <a:pt x="2" y="17"/>
                  </a:lnTo>
                  <a:lnTo>
                    <a:pt x="2" y="24"/>
                  </a:lnTo>
                  <a:lnTo>
                    <a:pt x="2" y="40"/>
                  </a:lnTo>
                  <a:lnTo>
                    <a:pt x="2" y="60"/>
                  </a:lnTo>
                  <a:lnTo>
                    <a:pt x="2" y="76"/>
                  </a:lnTo>
                  <a:lnTo>
                    <a:pt x="2" y="81"/>
                  </a:lnTo>
                  <a:lnTo>
                    <a:pt x="2" y="77"/>
                  </a:lnTo>
                  <a:lnTo>
                    <a:pt x="2" y="69"/>
                  </a:lnTo>
                  <a:lnTo>
                    <a:pt x="3" y="52"/>
                  </a:lnTo>
                  <a:lnTo>
                    <a:pt x="3" y="39"/>
                  </a:lnTo>
                  <a:lnTo>
                    <a:pt x="3" y="33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29"/>
                  </a:lnTo>
                  <a:lnTo>
                    <a:pt x="4" y="51"/>
                  </a:lnTo>
                  <a:lnTo>
                    <a:pt x="4" y="85"/>
                  </a:lnTo>
                  <a:lnTo>
                    <a:pt x="4" y="101"/>
                  </a:lnTo>
                  <a:lnTo>
                    <a:pt x="4" y="94"/>
                  </a:lnTo>
                  <a:lnTo>
                    <a:pt x="4" y="92"/>
                  </a:lnTo>
                  <a:lnTo>
                    <a:pt x="4" y="102"/>
                  </a:lnTo>
                  <a:lnTo>
                    <a:pt x="4" y="105"/>
                  </a:lnTo>
                  <a:lnTo>
                    <a:pt x="4" y="94"/>
                  </a:lnTo>
                  <a:lnTo>
                    <a:pt x="4" y="69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5" y="54"/>
                  </a:lnTo>
                  <a:lnTo>
                    <a:pt x="5" y="51"/>
                  </a:lnTo>
                  <a:lnTo>
                    <a:pt x="5" y="59"/>
                  </a:lnTo>
                  <a:lnTo>
                    <a:pt x="5" y="73"/>
                  </a:lnTo>
                  <a:lnTo>
                    <a:pt x="6" y="76"/>
                  </a:lnTo>
                  <a:lnTo>
                    <a:pt x="6" y="74"/>
                  </a:lnTo>
                  <a:lnTo>
                    <a:pt x="6" y="78"/>
                  </a:lnTo>
                  <a:lnTo>
                    <a:pt x="6" y="93"/>
                  </a:lnTo>
                  <a:lnTo>
                    <a:pt x="6" y="106"/>
                  </a:lnTo>
                  <a:lnTo>
                    <a:pt x="6" y="103"/>
                  </a:lnTo>
                  <a:lnTo>
                    <a:pt x="6" y="90"/>
                  </a:lnTo>
                  <a:lnTo>
                    <a:pt x="6" y="71"/>
                  </a:lnTo>
                  <a:lnTo>
                    <a:pt x="6" y="5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81" name="Freeform 1087"/>
            <p:cNvSpPr/>
            <p:nvPr/>
          </p:nvSpPr>
          <p:spPr bwMode="auto">
            <a:xfrm>
              <a:off x="4441825" y="4679951"/>
              <a:ext cx="11113" cy="147638"/>
            </a:xfrm>
            <a:custGeom>
              <a:avLst/>
              <a:gdLst>
                <a:gd name="T0" fmla="*/ 0 w 7"/>
                <a:gd name="T1" fmla="*/ 32 h 93"/>
                <a:gd name="T2" fmla="*/ 0 w 7"/>
                <a:gd name="T3" fmla="*/ 15 h 93"/>
                <a:gd name="T4" fmla="*/ 1 w 7"/>
                <a:gd name="T5" fmla="*/ 18 h 93"/>
                <a:gd name="T6" fmla="*/ 1 w 7"/>
                <a:gd name="T7" fmla="*/ 31 h 93"/>
                <a:gd name="T8" fmla="*/ 1 w 7"/>
                <a:gd name="T9" fmla="*/ 40 h 93"/>
                <a:gd name="T10" fmla="*/ 1 w 7"/>
                <a:gd name="T11" fmla="*/ 49 h 93"/>
                <a:gd name="T12" fmla="*/ 1 w 7"/>
                <a:gd name="T13" fmla="*/ 62 h 93"/>
                <a:gd name="T14" fmla="*/ 1 w 7"/>
                <a:gd name="T15" fmla="*/ 71 h 93"/>
                <a:gd name="T16" fmla="*/ 1 w 7"/>
                <a:gd name="T17" fmla="*/ 74 h 93"/>
                <a:gd name="T18" fmla="*/ 1 w 7"/>
                <a:gd name="T19" fmla="*/ 69 h 93"/>
                <a:gd name="T20" fmla="*/ 1 w 7"/>
                <a:gd name="T21" fmla="*/ 60 h 93"/>
                <a:gd name="T22" fmla="*/ 2 w 7"/>
                <a:gd name="T23" fmla="*/ 55 h 93"/>
                <a:gd name="T24" fmla="*/ 2 w 7"/>
                <a:gd name="T25" fmla="*/ 45 h 93"/>
                <a:gd name="T26" fmla="*/ 2 w 7"/>
                <a:gd name="T27" fmla="*/ 22 h 93"/>
                <a:gd name="T28" fmla="*/ 2 w 7"/>
                <a:gd name="T29" fmla="*/ 11 h 93"/>
                <a:gd name="T30" fmla="*/ 2 w 7"/>
                <a:gd name="T31" fmla="*/ 20 h 93"/>
                <a:gd name="T32" fmla="*/ 2 w 7"/>
                <a:gd name="T33" fmla="*/ 31 h 93"/>
                <a:gd name="T34" fmla="*/ 3 w 7"/>
                <a:gd name="T35" fmla="*/ 38 h 93"/>
                <a:gd name="T36" fmla="*/ 3 w 7"/>
                <a:gd name="T37" fmla="*/ 51 h 93"/>
                <a:gd name="T38" fmla="*/ 3 w 7"/>
                <a:gd name="T39" fmla="*/ 69 h 93"/>
                <a:gd name="T40" fmla="*/ 3 w 7"/>
                <a:gd name="T41" fmla="*/ 86 h 93"/>
                <a:gd name="T42" fmla="*/ 3 w 7"/>
                <a:gd name="T43" fmla="*/ 93 h 93"/>
                <a:gd name="T44" fmla="*/ 3 w 7"/>
                <a:gd name="T45" fmla="*/ 85 h 93"/>
                <a:gd name="T46" fmla="*/ 3 w 7"/>
                <a:gd name="T47" fmla="*/ 70 h 93"/>
                <a:gd name="T48" fmla="*/ 3 w 7"/>
                <a:gd name="T49" fmla="*/ 49 h 93"/>
                <a:gd name="T50" fmla="*/ 3 w 7"/>
                <a:gd name="T51" fmla="*/ 28 h 93"/>
                <a:gd name="T52" fmla="*/ 4 w 7"/>
                <a:gd name="T53" fmla="*/ 16 h 93"/>
                <a:gd name="T54" fmla="*/ 4 w 7"/>
                <a:gd name="T55" fmla="*/ 15 h 93"/>
                <a:gd name="T56" fmla="*/ 4 w 7"/>
                <a:gd name="T57" fmla="*/ 21 h 93"/>
                <a:gd name="T58" fmla="*/ 4 w 7"/>
                <a:gd name="T59" fmla="*/ 29 h 93"/>
                <a:gd name="T60" fmla="*/ 4 w 7"/>
                <a:gd name="T61" fmla="*/ 25 h 93"/>
                <a:gd name="T62" fmla="*/ 4 w 7"/>
                <a:gd name="T63" fmla="*/ 18 h 93"/>
                <a:gd name="T64" fmla="*/ 5 w 7"/>
                <a:gd name="T65" fmla="*/ 27 h 93"/>
                <a:gd name="T66" fmla="*/ 5 w 7"/>
                <a:gd name="T67" fmla="*/ 40 h 93"/>
                <a:gd name="T68" fmla="*/ 5 w 7"/>
                <a:gd name="T69" fmla="*/ 39 h 93"/>
                <a:gd name="T70" fmla="*/ 5 w 7"/>
                <a:gd name="T71" fmla="*/ 41 h 93"/>
                <a:gd name="T72" fmla="*/ 5 w 7"/>
                <a:gd name="T73" fmla="*/ 53 h 93"/>
                <a:gd name="T74" fmla="*/ 5 w 7"/>
                <a:gd name="T75" fmla="*/ 52 h 93"/>
                <a:gd name="T76" fmla="*/ 5 w 7"/>
                <a:gd name="T77" fmla="*/ 29 h 93"/>
                <a:gd name="T78" fmla="*/ 5 w 7"/>
                <a:gd name="T79" fmla="*/ 9 h 93"/>
                <a:gd name="T80" fmla="*/ 5 w 7"/>
                <a:gd name="T81" fmla="*/ 2 h 93"/>
                <a:gd name="T82" fmla="*/ 5 w 7"/>
                <a:gd name="T83" fmla="*/ 0 h 93"/>
                <a:gd name="T84" fmla="*/ 6 w 7"/>
                <a:gd name="T85" fmla="*/ 1 h 93"/>
                <a:gd name="T86" fmla="*/ 6 w 7"/>
                <a:gd name="T87" fmla="*/ 9 h 93"/>
                <a:gd name="T88" fmla="*/ 6 w 7"/>
                <a:gd name="T89" fmla="*/ 15 h 93"/>
                <a:gd name="T90" fmla="*/ 6 w 7"/>
                <a:gd name="T91" fmla="*/ 13 h 93"/>
                <a:gd name="T92" fmla="*/ 6 w 7"/>
                <a:gd name="T93" fmla="*/ 6 h 93"/>
                <a:gd name="T94" fmla="*/ 6 w 7"/>
                <a:gd name="T95" fmla="*/ 1 h 93"/>
                <a:gd name="T96" fmla="*/ 6 w 7"/>
                <a:gd name="T97" fmla="*/ 7 h 93"/>
                <a:gd name="T98" fmla="*/ 6 w 7"/>
                <a:gd name="T99" fmla="*/ 20 h 93"/>
                <a:gd name="T100" fmla="*/ 6 w 7"/>
                <a:gd name="T101" fmla="*/ 26 h 93"/>
                <a:gd name="T102" fmla="*/ 7 w 7"/>
                <a:gd name="T103" fmla="*/ 2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3">
                  <a:moveTo>
                    <a:pt x="0" y="32"/>
                  </a:moveTo>
                  <a:lnTo>
                    <a:pt x="0" y="15"/>
                  </a:lnTo>
                  <a:lnTo>
                    <a:pt x="1" y="18"/>
                  </a:lnTo>
                  <a:lnTo>
                    <a:pt x="1" y="31"/>
                  </a:lnTo>
                  <a:lnTo>
                    <a:pt x="1" y="40"/>
                  </a:lnTo>
                  <a:lnTo>
                    <a:pt x="1" y="49"/>
                  </a:lnTo>
                  <a:lnTo>
                    <a:pt x="1" y="62"/>
                  </a:lnTo>
                  <a:lnTo>
                    <a:pt x="1" y="71"/>
                  </a:lnTo>
                  <a:lnTo>
                    <a:pt x="1" y="74"/>
                  </a:lnTo>
                  <a:lnTo>
                    <a:pt x="1" y="69"/>
                  </a:lnTo>
                  <a:lnTo>
                    <a:pt x="1" y="60"/>
                  </a:lnTo>
                  <a:lnTo>
                    <a:pt x="2" y="55"/>
                  </a:lnTo>
                  <a:lnTo>
                    <a:pt x="2" y="45"/>
                  </a:lnTo>
                  <a:lnTo>
                    <a:pt x="2" y="22"/>
                  </a:lnTo>
                  <a:lnTo>
                    <a:pt x="2" y="11"/>
                  </a:lnTo>
                  <a:lnTo>
                    <a:pt x="2" y="20"/>
                  </a:lnTo>
                  <a:lnTo>
                    <a:pt x="2" y="31"/>
                  </a:lnTo>
                  <a:lnTo>
                    <a:pt x="3" y="38"/>
                  </a:lnTo>
                  <a:lnTo>
                    <a:pt x="3" y="51"/>
                  </a:lnTo>
                  <a:lnTo>
                    <a:pt x="3" y="69"/>
                  </a:lnTo>
                  <a:lnTo>
                    <a:pt x="3" y="86"/>
                  </a:lnTo>
                  <a:lnTo>
                    <a:pt x="3" y="93"/>
                  </a:lnTo>
                  <a:lnTo>
                    <a:pt x="3" y="85"/>
                  </a:lnTo>
                  <a:lnTo>
                    <a:pt x="3" y="70"/>
                  </a:lnTo>
                  <a:lnTo>
                    <a:pt x="3" y="49"/>
                  </a:lnTo>
                  <a:lnTo>
                    <a:pt x="3" y="28"/>
                  </a:lnTo>
                  <a:lnTo>
                    <a:pt x="4" y="16"/>
                  </a:lnTo>
                  <a:lnTo>
                    <a:pt x="4" y="15"/>
                  </a:lnTo>
                  <a:lnTo>
                    <a:pt x="4" y="21"/>
                  </a:lnTo>
                  <a:lnTo>
                    <a:pt x="4" y="29"/>
                  </a:lnTo>
                  <a:lnTo>
                    <a:pt x="4" y="25"/>
                  </a:lnTo>
                  <a:lnTo>
                    <a:pt x="4" y="18"/>
                  </a:lnTo>
                  <a:lnTo>
                    <a:pt x="5" y="27"/>
                  </a:lnTo>
                  <a:lnTo>
                    <a:pt x="5" y="40"/>
                  </a:lnTo>
                  <a:lnTo>
                    <a:pt x="5" y="39"/>
                  </a:lnTo>
                  <a:lnTo>
                    <a:pt x="5" y="41"/>
                  </a:lnTo>
                  <a:lnTo>
                    <a:pt x="5" y="53"/>
                  </a:lnTo>
                  <a:lnTo>
                    <a:pt x="5" y="52"/>
                  </a:lnTo>
                  <a:lnTo>
                    <a:pt x="5" y="29"/>
                  </a:lnTo>
                  <a:lnTo>
                    <a:pt x="5" y="9"/>
                  </a:lnTo>
                  <a:lnTo>
                    <a:pt x="5" y="2"/>
                  </a:lnTo>
                  <a:lnTo>
                    <a:pt x="5" y="0"/>
                  </a:lnTo>
                  <a:lnTo>
                    <a:pt x="6" y="1"/>
                  </a:lnTo>
                  <a:lnTo>
                    <a:pt x="6" y="9"/>
                  </a:lnTo>
                  <a:lnTo>
                    <a:pt x="6" y="15"/>
                  </a:lnTo>
                  <a:lnTo>
                    <a:pt x="6" y="13"/>
                  </a:lnTo>
                  <a:lnTo>
                    <a:pt x="6" y="6"/>
                  </a:lnTo>
                  <a:lnTo>
                    <a:pt x="6" y="1"/>
                  </a:lnTo>
                  <a:lnTo>
                    <a:pt x="6" y="7"/>
                  </a:lnTo>
                  <a:lnTo>
                    <a:pt x="6" y="20"/>
                  </a:lnTo>
                  <a:lnTo>
                    <a:pt x="6" y="26"/>
                  </a:lnTo>
                  <a:lnTo>
                    <a:pt x="7" y="2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82" name="Freeform 1088"/>
            <p:cNvSpPr/>
            <p:nvPr/>
          </p:nvSpPr>
          <p:spPr bwMode="auto">
            <a:xfrm>
              <a:off x="4451350" y="4652963"/>
              <a:ext cx="11113" cy="101600"/>
            </a:xfrm>
            <a:custGeom>
              <a:avLst/>
              <a:gdLst>
                <a:gd name="T0" fmla="*/ 0 w 7"/>
                <a:gd name="T1" fmla="*/ 43 h 64"/>
                <a:gd name="T2" fmla="*/ 1 w 7"/>
                <a:gd name="T3" fmla="*/ 43 h 64"/>
                <a:gd name="T4" fmla="*/ 1 w 7"/>
                <a:gd name="T5" fmla="*/ 40 h 64"/>
                <a:gd name="T6" fmla="*/ 1 w 7"/>
                <a:gd name="T7" fmla="*/ 31 h 64"/>
                <a:gd name="T8" fmla="*/ 1 w 7"/>
                <a:gd name="T9" fmla="*/ 18 h 64"/>
                <a:gd name="T10" fmla="*/ 1 w 7"/>
                <a:gd name="T11" fmla="*/ 17 h 64"/>
                <a:gd name="T12" fmla="*/ 1 w 7"/>
                <a:gd name="T13" fmla="*/ 30 h 64"/>
                <a:gd name="T14" fmla="*/ 2 w 7"/>
                <a:gd name="T15" fmla="*/ 36 h 64"/>
                <a:gd name="T16" fmla="*/ 2 w 7"/>
                <a:gd name="T17" fmla="*/ 27 h 64"/>
                <a:gd name="T18" fmla="*/ 2 w 7"/>
                <a:gd name="T19" fmla="*/ 23 h 64"/>
                <a:gd name="T20" fmla="*/ 2 w 7"/>
                <a:gd name="T21" fmla="*/ 32 h 64"/>
                <a:gd name="T22" fmla="*/ 2 w 7"/>
                <a:gd name="T23" fmla="*/ 37 h 64"/>
                <a:gd name="T24" fmla="*/ 2 w 7"/>
                <a:gd name="T25" fmla="*/ 39 h 64"/>
                <a:gd name="T26" fmla="*/ 2 w 7"/>
                <a:gd name="T27" fmla="*/ 47 h 64"/>
                <a:gd name="T28" fmla="*/ 2 w 7"/>
                <a:gd name="T29" fmla="*/ 42 h 64"/>
                <a:gd name="T30" fmla="*/ 2 w 7"/>
                <a:gd name="T31" fmla="*/ 20 h 64"/>
                <a:gd name="T32" fmla="*/ 3 w 7"/>
                <a:gd name="T33" fmla="*/ 1 h 64"/>
                <a:gd name="T34" fmla="*/ 3 w 7"/>
                <a:gd name="T35" fmla="*/ 3 h 64"/>
                <a:gd name="T36" fmla="*/ 3 w 7"/>
                <a:gd name="T37" fmla="*/ 10 h 64"/>
                <a:gd name="T38" fmla="*/ 3 w 7"/>
                <a:gd name="T39" fmla="*/ 16 h 64"/>
                <a:gd name="T40" fmla="*/ 3 w 7"/>
                <a:gd name="T41" fmla="*/ 33 h 64"/>
                <a:gd name="T42" fmla="*/ 3 w 7"/>
                <a:gd name="T43" fmla="*/ 50 h 64"/>
                <a:gd name="T44" fmla="*/ 4 w 7"/>
                <a:gd name="T45" fmla="*/ 48 h 64"/>
                <a:gd name="T46" fmla="*/ 4 w 7"/>
                <a:gd name="T47" fmla="*/ 41 h 64"/>
                <a:gd name="T48" fmla="*/ 4 w 7"/>
                <a:gd name="T49" fmla="*/ 41 h 64"/>
                <a:gd name="T50" fmla="*/ 4 w 7"/>
                <a:gd name="T51" fmla="*/ 30 h 64"/>
                <a:gd name="T52" fmla="*/ 4 w 7"/>
                <a:gd name="T53" fmla="*/ 10 h 64"/>
                <a:gd name="T54" fmla="*/ 4 w 7"/>
                <a:gd name="T55" fmla="*/ 0 h 64"/>
                <a:gd name="T56" fmla="*/ 4 w 7"/>
                <a:gd name="T57" fmla="*/ 2 h 64"/>
                <a:gd name="T58" fmla="*/ 4 w 7"/>
                <a:gd name="T59" fmla="*/ 15 h 64"/>
                <a:gd name="T60" fmla="*/ 4 w 7"/>
                <a:gd name="T61" fmla="*/ 27 h 64"/>
                <a:gd name="T62" fmla="*/ 5 w 7"/>
                <a:gd name="T63" fmla="*/ 34 h 64"/>
                <a:gd name="T64" fmla="*/ 5 w 7"/>
                <a:gd name="T65" fmla="*/ 50 h 64"/>
                <a:gd name="T66" fmla="*/ 5 w 7"/>
                <a:gd name="T67" fmla="*/ 64 h 64"/>
                <a:gd name="T68" fmla="*/ 5 w 7"/>
                <a:gd name="T69" fmla="*/ 57 h 64"/>
                <a:gd name="T70" fmla="*/ 5 w 7"/>
                <a:gd name="T71" fmla="*/ 39 h 64"/>
                <a:gd name="T72" fmla="*/ 5 w 7"/>
                <a:gd name="T73" fmla="*/ 30 h 64"/>
                <a:gd name="T74" fmla="*/ 5 w 7"/>
                <a:gd name="T75" fmla="*/ 30 h 64"/>
                <a:gd name="T76" fmla="*/ 5 w 7"/>
                <a:gd name="T77" fmla="*/ 30 h 64"/>
                <a:gd name="T78" fmla="*/ 5 w 7"/>
                <a:gd name="T79" fmla="*/ 21 h 64"/>
                <a:gd name="T80" fmla="*/ 6 w 7"/>
                <a:gd name="T81" fmla="*/ 14 h 64"/>
                <a:gd name="T82" fmla="*/ 6 w 7"/>
                <a:gd name="T83" fmla="*/ 15 h 64"/>
                <a:gd name="T84" fmla="*/ 6 w 7"/>
                <a:gd name="T85" fmla="*/ 15 h 64"/>
                <a:gd name="T86" fmla="*/ 6 w 7"/>
                <a:gd name="T87" fmla="*/ 18 h 64"/>
                <a:gd name="T88" fmla="*/ 6 w 7"/>
                <a:gd name="T89" fmla="*/ 19 h 64"/>
                <a:gd name="T90" fmla="*/ 6 w 7"/>
                <a:gd name="T91" fmla="*/ 14 h 64"/>
                <a:gd name="T92" fmla="*/ 7 w 7"/>
                <a:gd name="T93" fmla="*/ 17 h 64"/>
                <a:gd name="T94" fmla="*/ 7 w 7"/>
                <a:gd name="T95" fmla="*/ 28 h 64"/>
                <a:gd name="T96" fmla="*/ 7 w 7"/>
                <a:gd name="T97" fmla="*/ 35 h 64"/>
                <a:gd name="T98" fmla="*/ 7 w 7"/>
                <a:gd name="T99" fmla="*/ 39 h 64"/>
                <a:gd name="T100" fmla="*/ 7 w 7"/>
                <a:gd name="T101" fmla="*/ 38 h 64"/>
                <a:gd name="T102" fmla="*/ 7 w 7"/>
                <a:gd name="T103" fmla="*/ 3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64">
                  <a:moveTo>
                    <a:pt x="0" y="43"/>
                  </a:moveTo>
                  <a:lnTo>
                    <a:pt x="1" y="43"/>
                  </a:lnTo>
                  <a:lnTo>
                    <a:pt x="1" y="40"/>
                  </a:lnTo>
                  <a:lnTo>
                    <a:pt x="1" y="31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1" y="30"/>
                  </a:lnTo>
                  <a:lnTo>
                    <a:pt x="2" y="36"/>
                  </a:lnTo>
                  <a:lnTo>
                    <a:pt x="2" y="27"/>
                  </a:lnTo>
                  <a:lnTo>
                    <a:pt x="2" y="23"/>
                  </a:lnTo>
                  <a:lnTo>
                    <a:pt x="2" y="32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7"/>
                  </a:lnTo>
                  <a:lnTo>
                    <a:pt x="2" y="42"/>
                  </a:lnTo>
                  <a:lnTo>
                    <a:pt x="2" y="20"/>
                  </a:lnTo>
                  <a:lnTo>
                    <a:pt x="3" y="1"/>
                  </a:lnTo>
                  <a:lnTo>
                    <a:pt x="3" y="3"/>
                  </a:lnTo>
                  <a:lnTo>
                    <a:pt x="3" y="10"/>
                  </a:lnTo>
                  <a:lnTo>
                    <a:pt x="3" y="16"/>
                  </a:lnTo>
                  <a:lnTo>
                    <a:pt x="3" y="33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30"/>
                  </a:lnTo>
                  <a:lnTo>
                    <a:pt x="4" y="1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15"/>
                  </a:lnTo>
                  <a:lnTo>
                    <a:pt x="4" y="27"/>
                  </a:lnTo>
                  <a:lnTo>
                    <a:pt x="5" y="34"/>
                  </a:lnTo>
                  <a:lnTo>
                    <a:pt x="5" y="50"/>
                  </a:lnTo>
                  <a:lnTo>
                    <a:pt x="5" y="64"/>
                  </a:lnTo>
                  <a:lnTo>
                    <a:pt x="5" y="57"/>
                  </a:lnTo>
                  <a:lnTo>
                    <a:pt x="5" y="39"/>
                  </a:lnTo>
                  <a:lnTo>
                    <a:pt x="5" y="30"/>
                  </a:lnTo>
                  <a:lnTo>
                    <a:pt x="5" y="30"/>
                  </a:lnTo>
                  <a:lnTo>
                    <a:pt x="5" y="30"/>
                  </a:lnTo>
                  <a:lnTo>
                    <a:pt x="5" y="21"/>
                  </a:lnTo>
                  <a:lnTo>
                    <a:pt x="6" y="14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6" y="18"/>
                  </a:lnTo>
                  <a:lnTo>
                    <a:pt x="6" y="19"/>
                  </a:lnTo>
                  <a:lnTo>
                    <a:pt x="6" y="14"/>
                  </a:lnTo>
                  <a:lnTo>
                    <a:pt x="7" y="17"/>
                  </a:lnTo>
                  <a:lnTo>
                    <a:pt x="7" y="28"/>
                  </a:lnTo>
                  <a:lnTo>
                    <a:pt x="7" y="35"/>
                  </a:lnTo>
                  <a:lnTo>
                    <a:pt x="7" y="39"/>
                  </a:lnTo>
                  <a:lnTo>
                    <a:pt x="7" y="38"/>
                  </a:lnTo>
                  <a:lnTo>
                    <a:pt x="7" y="3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83" name="Freeform 1089"/>
            <p:cNvSpPr/>
            <p:nvPr/>
          </p:nvSpPr>
          <p:spPr bwMode="auto">
            <a:xfrm>
              <a:off x="4462463" y="4625976"/>
              <a:ext cx="11113" cy="122238"/>
            </a:xfrm>
            <a:custGeom>
              <a:avLst/>
              <a:gdLst>
                <a:gd name="T0" fmla="*/ 0 w 7"/>
                <a:gd name="T1" fmla="*/ 55 h 77"/>
                <a:gd name="T2" fmla="*/ 0 w 7"/>
                <a:gd name="T3" fmla="*/ 52 h 77"/>
                <a:gd name="T4" fmla="*/ 0 w 7"/>
                <a:gd name="T5" fmla="*/ 60 h 77"/>
                <a:gd name="T6" fmla="*/ 0 w 7"/>
                <a:gd name="T7" fmla="*/ 71 h 77"/>
                <a:gd name="T8" fmla="*/ 0 w 7"/>
                <a:gd name="T9" fmla="*/ 71 h 77"/>
                <a:gd name="T10" fmla="*/ 0 w 7"/>
                <a:gd name="T11" fmla="*/ 60 h 77"/>
                <a:gd name="T12" fmla="*/ 1 w 7"/>
                <a:gd name="T13" fmla="*/ 44 h 77"/>
                <a:gd name="T14" fmla="*/ 1 w 7"/>
                <a:gd name="T15" fmla="*/ 38 h 77"/>
                <a:gd name="T16" fmla="*/ 1 w 7"/>
                <a:gd name="T17" fmla="*/ 45 h 77"/>
                <a:gd name="T18" fmla="*/ 1 w 7"/>
                <a:gd name="T19" fmla="*/ 45 h 77"/>
                <a:gd name="T20" fmla="*/ 1 w 7"/>
                <a:gd name="T21" fmla="*/ 42 h 77"/>
                <a:gd name="T22" fmla="*/ 1 w 7"/>
                <a:gd name="T23" fmla="*/ 47 h 77"/>
                <a:gd name="T24" fmla="*/ 2 w 7"/>
                <a:gd name="T25" fmla="*/ 56 h 77"/>
                <a:gd name="T26" fmla="*/ 2 w 7"/>
                <a:gd name="T27" fmla="*/ 67 h 77"/>
                <a:gd name="T28" fmla="*/ 2 w 7"/>
                <a:gd name="T29" fmla="*/ 77 h 77"/>
                <a:gd name="T30" fmla="*/ 2 w 7"/>
                <a:gd name="T31" fmla="*/ 68 h 77"/>
                <a:gd name="T32" fmla="*/ 2 w 7"/>
                <a:gd name="T33" fmla="*/ 50 h 77"/>
                <a:gd name="T34" fmla="*/ 2 w 7"/>
                <a:gd name="T35" fmla="*/ 42 h 77"/>
                <a:gd name="T36" fmla="*/ 2 w 7"/>
                <a:gd name="T37" fmla="*/ 42 h 77"/>
                <a:gd name="T38" fmla="*/ 2 w 7"/>
                <a:gd name="T39" fmla="*/ 37 h 77"/>
                <a:gd name="T40" fmla="*/ 2 w 7"/>
                <a:gd name="T41" fmla="*/ 31 h 77"/>
                <a:gd name="T42" fmla="*/ 3 w 7"/>
                <a:gd name="T43" fmla="*/ 34 h 77"/>
                <a:gd name="T44" fmla="*/ 3 w 7"/>
                <a:gd name="T45" fmla="*/ 48 h 77"/>
                <a:gd name="T46" fmla="*/ 3 w 7"/>
                <a:gd name="T47" fmla="*/ 61 h 77"/>
                <a:gd name="T48" fmla="*/ 3 w 7"/>
                <a:gd name="T49" fmla="*/ 65 h 77"/>
                <a:gd name="T50" fmla="*/ 3 w 7"/>
                <a:gd name="T51" fmla="*/ 62 h 77"/>
                <a:gd name="T52" fmla="*/ 3 w 7"/>
                <a:gd name="T53" fmla="*/ 63 h 77"/>
                <a:gd name="T54" fmla="*/ 3 w 7"/>
                <a:gd name="T55" fmla="*/ 65 h 77"/>
                <a:gd name="T56" fmla="*/ 3 w 7"/>
                <a:gd name="T57" fmla="*/ 67 h 77"/>
                <a:gd name="T58" fmla="*/ 3 w 7"/>
                <a:gd name="T59" fmla="*/ 65 h 77"/>
                <a:gd name="T60" fmla="*/ 4 w 7"/>
                <a:gd name="T61" fmla="*/ 64 h 77"/>
                <a:gd name="T62" fmla="*/ 4 w 7"/>
                <a:gd name="T63" fmla="*/ 64 h 77"/>
                <a:gd name="T64" fmla="*/ 4 w 7"/>
                <a:gd name="T65" fmla="*/ 66 h 77"/>
                <a:gd name="T66" fmla="*/ 4 w 7"/>
                <a:gd name="T67" fmla="*/ 57 h 77"/>
                <a:gd name="T68" fmla="*/ 4 w 7"/>
                <a:gd name="T69" fmla="*/ 39 h 77"/>
                <a:gd name="T70" fmla="*/ 4 w 7"/>
                <a:gd name="T71" fmla="*/ 26 h 77"/>
                <a:gd name="T72" fmla="*/ 5 w 7"/>
                <a:gd name="T73" fmla="*/ 25 h 77"/>
                <a:gd name="T74" fmla="*/ 5 w 7"/>
                <a:gd name="T75" fmla="*/ 30 h 77"/>
                <a:gd name="T76" fmla="*/ 5 w 7"/>
                <a:gd name="T77" fmla="*/ 44 h 77"/>
                <a:gd name="T78" fmla="*/ 5 w 7"/>
                <a:gd name="T79" fmla="*/ 59 h 77"/>
                <a:gd name="T80" fmla="*/ 5 w 7"/>
                <a:gd name="T81" fmla="*/ 56 h 77"/>
                <a:gd name="T82" fmla="*/ 5 w 7"/>
                <a:gd name="T83" fmla="*/ 31 h 77"/>
                <a:gd name="T84" fmla="*/ 5 w 7"/>
                <a:gd name="T85" fmla="*/ 6 h 77"/>
                <a:gd name="T86" fmla="*/ 5 w 7"/>
                <a:gd name="T87" fmla="*/ 0 h 77"/>
                <a:gd name="T88" fmla="*/ 5 w 7"/>
                <a:gd name="T89" fmla="*/ 13 h 77"/>
                <a:gd name="T90" fmla="*/ 6 w 7"/>
                <a:gd name="T91" fmla="*/ 33 h 77"/>
                <a:gd name="T92" fmla="*/ 6 w 7"/>
                <a:gd name="T93" fmla="*/ 47 h 77"/>
                <a:gd name="T94" fmla="*/ 6 w 7"/>
                <a:gd name="T95" fmla="*/ 48 h 77"/>
                <a:gd name="T96" fmla="*/ 6 w 7"/>
                <a:gd name="T97" fmla="*/ 44 h 77"/>
                <a:gd name="T98" fmla="*/ 6 w 7"/>
                <a:gd name="T99" fmla="*/ 41 h 77"/>
                <a:gd name="T100" fmla="*/ 6 w 7"/>
                <a:gd name="T101" fmla="*/ 37 h 77"/>
                <a:gd name="T102" fmla="*/ 7 w 7"/>
                <a:gd name="T103" fmla="*/ 4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7">
                  <a:moveTo>
                    <a:pt x="0" y="55"/>
                  </a:moveTo>
                  <a:lnTo>
                    <a:pt x="0" y="52"/>
                  </a:lnTo>
                  <a:lnTo>
                    <a:pt x="0" y="60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60"/>
                  </a:lnTo>
                  <a:lnTo>
                    <a:pt x="1" y="44"/>
                  </a:lnTo>
                  <a:lnTo>
                    <a:pt x="1" y="38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1" y="42"/>
                  </a:lnTo>
                  <a:lnTo>
                    <a:pt x="1" y="47"/>
                  </a:lnTo>
                  <a:lnTo>
                    <a:pt x="2" y="56"/>
                  </a:lnTo>
                  <a:lnTo>
                    <a:pt x="2" y="67"/>
                  </a:lnTo>
                  <a:lnTo>
                    <a:pt x="2" y="77"/>
                  </a:lnTo>
                  <a:lnTo>
                    <a:pt x="2" y="68"/>
                  </a:lnTo>
                  <a:lnTo>
                    <a:pt x="2" y="50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2" y="37"/>
                  </a:lnTo>
                  <a:lnTo>
                    <a:pt x="2" y="31"/>
                  </a:lnTo>
                  <a:lnTo>
                    <a:pt x="3" y="34"/>
                  </a:lnTo>
                  <a:lnTo>
                    <a:pt x="3" y="48"/>
                  </a:lnTo>
                  <a:lnTo>
                    <a:pt x="3" y="61"/>
                  </a:lnTo>
                  <a:lnTo>
                    <a:pt x="3" y="65"/>
                  </a:lnTo>
                  <a:lnTo>
                    <a:pt x="3" y="62"/>
                  </a:lnTo>
                  <a:lnTo>
                    <a:pt x="3" y="63"/>
                  </a:lnTo>
                  <a:lnTo>
                    <a:pt x="3" y="65"/>
                  </a:lnTo>
                  <a:lnTo>
                    <a:pt x="3" y="67"/>
                  </a:lnTo>
                  <a:lnTo>
                    <a:pt x="3" y="65"/>
                  </a:lnTo>
                  <a:lnTo>
                    <a:pt x="4" y="64"/>
                  </a:lnTo>
                  <a:lnTo>
                    <a:pt x="4" y="64"/>
                  </a:lnTo>
                  <a:lnTo>
                    <a:pt x="4" y="66"/>
                  </a:lnTo>
                  <a:lnTo>
                    <a:pt x="4" y="57"/>
                  </a:lnTo>
                  <a:lnTo>
                    <a:pt x="4" y="39"/>
                  </a:lnTo>
                  <a:lnTo>
                    <a:pt x="4" y="26"/>
                  </a:lnTo>
                  <a:lnTo>
                    <a:pt x="5" y="25"/>
                  </a:lnTo>
                  <a:lnTo>
                    <a:pt x="5" y="30"/>
                  </a:lnTo>
                  <a:lnTo>
                    <a:pt x="5" y="44"/>
                  </a:lnTo>
                  <a:lnTo>
                    <a:pt x="5" y="59"/>
                  </a:lnTo>
                  <a:lnTo>
                    <a:pt x="5" y="56"/>
                  </a:lnTo>
                  <a:lnTo>
                    <a:pt x="5" y="31"/>
                  </a:lnTo>
                  <a:lnTo>
                    <a:pt x="5" y="6"/>
                  </a:lnTo>
                  <a:lnTo>
                    <a:pt x="5" y="0"/>
                  </a:lnTo>
                  <a:lnTo>
                    <a:pt x="5" y="13"/>
                  </a:lnTo>
                  <a:lnTo>
                    <a:pt x="6" y="33"/>
                  </a:lnTo>
                  <a:lnTo>
                    <a:pt x="6" y="47"/>
                  </a:lnTo>
                  <a:lnTo>
                    <a:pt x="6" y="48"/>
                  </a:lnTo>
                  <a:lnTo>
                    <a:pt x="6" y="44"/>
                  </a:lnTo>
                  <a:lnTo>
                    <a:pt x="6" y="41"/>
                  </a:lnTo>
                  <a:lnTo>
                    <a:pt x="6" y="37"/>
                  </a:lnTo>
                  <a:lnTo>
                    <a:pt x="7" y="4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84" name="Freeform 1090"/>
            <p:cNvSpPr/>
            <p:nvPr/>
          </p:nvSpPr>
          <p:spPr bwMode="auto">
            <a:xfrm>
              <a:off x="4471988" y="4616451"/>
              <a:ext cx="11113" cy="147638"/>
            </a:xfrm>
            <a:custGeom>
              <a:avLst/>
              <a:gdLst>
                <a:gd name="T0" fmla="*/ 0 w 7"/>
                <a:gd name="T1" fmla="*/ 43 h 93"/>
                <a:gd name="T2" fmla="*/ 1 w 7"/>
                <a:gd name="T3" fmla="*/ 48 h 93"/>
                <a:gd name="T4" fmla="*/ 1 w 7"/>
                <a:gd name="T5" fmla="*/ 60 h 93"/>
                <a:gd name="T6" fmla="*/ 1 w 7"/>
                <a:gd name="T7" fmla="*/ 66 h 93"/>
                <a:gd name="T8" fmla="*/ 1 w 7"/>
                <a:gd name="T9" fmla="*/ 55 h 93"/>
                <a:gd name="T10" fmla="*/ 1 w 7"/>
                <a:gd name="T11" fmla="*/ 26 h 93"/>
                <a:gd name="T12" fmla="*/ 1 w 7"/>
                <a:gd name="T13" fmla="*/ 0 h 93"/>
                <a:gd name="T14" fmla="*/ 1 w 7"/>
                <a:gd name="T15" fmla="*/ 10 h 93"/>
                <a:gd name="T16" fmla="*/ 1 w 7"/>
                <a:gd name="T17" fmla="*/ 39 h 93"/>
                <a:gd name="T18" fmla="*/ 1 w 7"/>
                <a:gd name="T19" fmla="*/ 52 h 93"/>
                <a:gd name="T20" fmla="*/ 2 w 7"/>
                <a:gd name="T21" fmla="*/ 56 h 93"/>
                <a:gd name="T22" fmla="*/ 2 w 7"/>
                <a:gd name="T23" fmla="*/ 61 h 93"/>
                <a:gd name="T24" fmla="*/ 2 w 7"/>
                <a:gd name="T25" fmla="*/ 58 h 93"/>
                <a:gd name="T26" fmla="*/ 2 w 7"/>
                <a:gd name="T27" fmla="*/ 59 h 93"/>
                <a:gd name="T28" fmla="*/ 2 w 7"/>
                <a:gd name="T29" fmla="*/ 68 h 93"/>
                <a:gd name="T30" fmla="*/ 2 w 7"/>
                <a:gd name="T31" fmla="*/ 72 h 93"/>
                <a:gd name="T32" fmla="*/ 2 w 7"/>
                <a:gd name="T33" fmla="*/ 68 h 93"/>
                <a:gd name="T34" fmla="*/ 2 w 7"/>
                <a:gd name="T35" fmla="*/ 63 h 93"/>
                <a:gd name="T36" fmla="*/ 2 w 7"/>
                <a:gd name="T37" fmla="*/ 59 h 93"/>
                <a:gd name="T38" fmla="*/ 2 w 7"/>
                <a:gd name="T39" fmla="*/ 53 h 93"/>
                <a:gd name="T40" fmla="*/ 3 w 7"/>
                <a:gd name="T41" fmla="*/ 41 h 93"/>
                <a:gd name="T42" fmla="*/ 3 w 7"/>
                <a:gd name="T43" fmla="*/ 30 h 93"/>
                <a:gd name="T44" fmla="*/ 3 w 7"/>
                <a:gd name="T45" fmla="*/ 43 h 93"/>
                <a:gd name="T46" fmla="*/ 3 w 7"/>
                <a:gd name="T47" fmla="*/ 68 h 93"/>
                <a:gd name="T48" fmla="*/ 3 w 7"/>
                <a:gd name="T49" fmla="*/ 75 h 93"/>
                <a:gd name="T50" fmla="*/ 3 w 7"/>
                <a:gd name="T51" fmla="*/ 67 h 93"/>
                <a:gd name="T52" fmla="*/ 4 w 7"/>
                <a:gd name="T53" fmla="*/ 70 h 93"/>
                <a:gd name="T54" fmla="*/ 4 w 7"/>
                <a:gd name="T55" fmla="*/ 80 h 93"/>
                <a:gd name="T56" fmla="*/ 4 w 7"/>
                <a:gd name="T57" fmla="*/ 70 h 93"/>
                <a:gd name="T58" fmla="*/ 4 w 7"/>
                <a:gd name="T59" fmla="*/ 46 h 93"/>
                <a:gd name="T60" fmla="*/ 4 w 7"/>
                <a:gd name="T61" fmla="*/ 46 h 93"/>
                <a:gd name="T62" fmla="*/ 4 w 7"/>
                <a:gd name="T63" fmla="*/ 66 h 93"/>
                <a:gd name="T64" fmla="*/ 4 w 7"/>
                <a:gd name="T65" fmla="*/ 80 h 93"/>
                <a:gd name="T66" fmla="*/ 4 w 7"/>
                <a:gd name="T67" fmla="*/ 81 h 93"/>
                <a:gd name="T68" fmla="*/ 4 w 7"/>
                <a:gd name="T69" fmla="*/ 76 h 93"/>
                <a:gd name="T70" fmla="*/ 5 w 7"/>
                <a:gd name="T71" fmla="*/ 76 h 93"/>
                <a:gd name="T72" fmla="*/ 5 w 7"/>
                <a:gd name="T73" fmla="*/ 81 h 93"/>
                <a:gd name="T74" fmla="*/ 5 w 7"/>
                <a:gd name="T75" fmla="*/ 73 h 93"/>
                <a:gd name="T76" fmla="*/ 5 w 7"/>
                <a:gd name="T77" fmla="*/ 56 h 93"/>
                <a:gd name="T78" fmla="*/ 5 w 7"/>
                <a:gd name="T79" fmla="*/ 51 h 93"/>
                <a:gd name="T80" fmla="*/ 5 w 7"/>
                <a:gd name="T81" fmla="*/ 65 h 93"/>
                <a:gd name="T82" fmla="*/ 6 w 7"/>
                <a:gd name="T83" fmla="*/ 77 h 93"/>
                <a:gd name="T84" fmla="*/ 6 w 7"/>
                <a:gd name="T85" fmla="*/ 75 h 93"/>
                <a:gd name="T86" fmla="*/ 6 w 7"/>
                <a:gd name="T87" fmla="*/ 66 h 93"/>
                <a:gd name="T88" fmla="*/ 6 w 7"/>
                <a:gd name="T89" fmla="*/ 66 h 93"/>
                <a:gd name="T90" fmla="*/ 6 w 7"/>
                <a:gd name="T91" fmla="*/ 66 h 93"/>
                <a:gd name="T92" fmla="*/ 6 w 7"/>
                <a:gd name="T93" fmla="*/ 63 h 93"/>
                <a:gd name="T94" fmla="*/ 6 w 7"/>
                <a:gd name="T95" fmla="*/ 61 h 93"/>
                <a:gd name="T96" fmla="*/ 6 w 7"/>
                <a:gd name="T97" fmla="*/ 60 h 93"/>
                <a:gd name="T98" fmla="*/ 6 w 7"/>
                <a:gd name="T99" fmla="*/ 66 h 93"/>
                <a:gd name="T100" fmla="*/ 7 w 7"/>
                <a:gd name="T101" fmla="*/ 86 h 93"/>
                <a:gd name="T102" fmla="*/ 7 w 7"/>
                <a:gd name="T10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3">
                  <a:moveTo>
                    <a:pt x="0" y="43"/>
                  </a:moveTo>
                  <a:lnTo>
                    <a:pt x="1" y="48"/>
                  </a:lnTo>
                  <a:lnTo>
                    <a:pt x="1" y="60"/>
                  </a:lnTo>
                  <a:lnTo>
                    <a:pt x="1" y="66"/>
                  </a:lnTo>
                  <a:lnTo>
                    <a:pt x="1" y="55"/>
                  </a:lnTo>
                  <a:lnTo>
                    <a:pt x="1" y="26"/>
                  </a:lnTo>
                  <a:lnTo>
                    <a:pt x="1" y="0"/>
                  </a:lnTo>
                  <a:lnTo>
                    <a:pt x="1" y="10"/>
                  </a:lnTo>
                  <a:lnTo>
                    <a:pt x="1" y="39"/>
                  </a:lnTo>
                  <a:lnTo>
                    <a:pt x="1" y="52"/>
                  </a:lnTo>
                  <a:lnTo>
                    <a:pt x="2" y="56"/>
                  </a:lnTo>
                  <a:lnTo>
                    <a:pt x="2" y="61"/>
                  </a:lnTo>
                  <a:lnTo>
                    <a:pt x="2" y="58"/>
                  </a:lnTo>
                  <a:lnTo>
                    <a:pt x="2" y="59"/>
                  </a:lnTo>
                  <a:lnTo>
                    <a:pt x="2" y="68"/>
                  </a:lnTo>
                  <a:lnTo>
                    <a:pt x="2" y="72"/>
                  </a:lnTo>
                  <a:lnTo>
                    <a:pt x="2" y="68"/>
                  </a:lnTo>
                  <a:lnTo>
                    <a:pt x="2" y="63"/>
                  </a:lnTo>
                  <a:lnTo>
                    <a:pt x="2" y="59"/>
                  </a:lnTo>
                  <a:lnTo>
                    <a:pt x="2" y="53"/>
                  </a:lnTo>
                  <a:lnTo>
                    <a:pt x="3" y="41"/>
                  </a:lnTo>
                  <a:lnTo>
                    <a:pt x="3" y="30"/>
                  </a:lnTo>
                  <a:lnTo>
                    <a:pt x="3" y="43"/>
                  </a:lnTo>
                  <a:lnTo>
                    <a:pt x="3" y="68"/>
                  </a:lnTo>
                  <a:lnTo>
                    <a:pt x="3" y="75"/>
                  </a:lnTo>
                  <a:lnTo>
                    <a:pt x="3" y="67"/>
                  </a:lnTo>
                  <a:lnTo>
                    <a:pt x="4" y="70"/>
                  </a:lnTo>
                  <a:lnTo>
                    <a:pt x="4" y="80"/>
                  </a:lnTo>
                  <a:lnTo>
                    <a:pt x="4" y="70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66"/>
                  </a:lnTo>
                  <a:lnTo>
                    <a:pt x="4" y="80"/>
                  </a:lnTo>
                  <a:lnTo>
                    <a:pt x="4" y="81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5" y="81"/>
                  </a:lnTo>
                  <a:lnTo>
                    <a:pt x="5" y="73"/>
                  </a:lnTo>
                  <a:lnTo>
                    <a:pt x="5" y="56"/>
                  </a:lnTo>
                  <a:lnTo>
                    <a:pt x="5" y="51"/>
                  </a:lnTo>
                  <a:lnTo>
                    <a:pt x="5" y="65"/>
                  </a:lnTo>
                  <a:lnTo>
                    <a:pt x="6" y="77"/>
                  </a:lnTo>
                  <a:lnTo>
                    <a:pt x="6" y="75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6" y="63"/>
                  </a:lnTo>
                  <a:lnTo>
                    <a:pt x="6" y="61"/>
                  </a:lnTo>
                  <a:lnTo>
                    <a:pt x="6" y="60"/>
                  </a:lnTo>
                  <a:lnTo>
                    <a:pt x="6" y="66"/>
                  </a:lnTo>
                  <a:lnTo>
                    <a:pt x="7" y="86"/>
                  </a:lnTo>
                  <a:lnTo>
                    <a:pt x="7" y="9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85" name="Freeform 1091"/>
            <p:cNvSpPr/>
            <p:nvPr/>
          </p:nvSpPr>
          <p:spPr bwMode="auto">
            <a:xfrm>
              <a:off x="4483100" y="4700588"/>
              <a:ext cx="9525" cy="87313"/>
            </a:xfrm>
            <a:custGeom>
              <a:avLst/>
              <a:gdLst>
                <a:gd name="T0" fmla="*/ 0 w 6"/>
                <a:gd name="T1" fmla="*/ 33 h 55"/>
                <a:gd name="T2" fmla="*/ 0 w 6"/>
                <a:gd name="T3" fmla="*/ 40 h 55"/>
                <a:gd name="T4" fmla="*/ 0 w 6"/>
                <a:gd name="T5" fmla="*/ 21 h 55"/>
                <a:gd name="T6" fmla="*/ 0 w 6"/>
                <a:gd name="T7" fmla="*/ 7 h 55"/>
                <a:gd name="T8" fmla="*/ 0 w 6"/>
                <a:gd name="T9" fmla="*/ 12 h 55"/>
                <a:gd name="T10" fmla="*/ 0 w 6"/>
                <a:gd name="T11" fmla="*/ 18 h 55"/>
                <a:gd name="T12" fmla="*/ 1 w 6"/>
                <a:gd name="T13" fmla="*/ 23 h 55"/>
                <a:gd name="T14" fmla="*/ 1 w 6"/>
                <a:gd name="T15" fmla="*/ 37 h 55"/>
                <a:gd name="T16" fmla="*/ 1 w 6"/>
                <a:gd name="T17" fmla="*/ 53 h 55"/>
                <a:gd name="T18" fmla="*/ 1 w 6"/>
                <a:gd name="T19" fmla="*/ 55 h 55"/>
                <a:gd name="T20" fmla="*/ 1 w 6"/>
                <a:gd name="T21" fmla="*/ 40 h 55"/>
                <a:gd name="T22" fmla="*/ 1 w 6"/>
                <a:gd name="T23" fmla="*/ 16 h 55"/>
                <a:gd name="T24" fmla="*/ 1 w 6"/>
                <a:gd name="T25" fmla="*/ 3 h 55"/>
                <a:gd name="T26" fmla="*/ 1 w 6"/>
                <a:gd name="T27" fmla="*/ 9 h 55"/>
                <a:gd name="T28" fmla="*/ 1 w 6"/>
                <a:gd name="T29" fmla="*/ 25 h 55"/>
                <a:gd name="T30" fmla="*/ 2 w 6"/>
                <a:gd name="T31" fmla="*/ 39 h 55"/>
                <a:gd name="T32" fmla="*/ 2 w 6"/>
                <a:gd name="T33" fmla="*/ 45 h 55"/>
                <a:gd name="T34" fmla="*/ 2 w 6"/>
                <a:gd name="T35" fmla="*/ 42 h 55"/>
                <a:gd name="T36" fmla="*/ 2 w 6"/>
                <a:gd name="T37" fmla="*/ 27 h 55"/>
                <a:gd name="T38" fmla="*/ 2 w 6"/>
                <a:gd name="T39" fmla="*/ 8 h 55"/>
                <a:gd name="T40" fmla="*/ 2 w 6"/>
                <a:gd name="T41" fmla="*/ 0 h 55"/>
                <a:gd name="T42" fmla="*/ 2 w 6"/>
                <a:gd name="T43" fmla="*/ 7 h 55"/>
                <a:gd name="T44" fmla="*/ 2 w 6"/>
                <a:gd name="T45" fmla="*/ 22 h 55"/>
                <a:gd name="T46" fmla="*/ 2 w 6"/>
                <a:gd name="T47" fmla="*/ 34 h 55"/>
                <a:gd name="T48" fmla="*/ 3 w 6"/>
                <a:gd name="T49" fmla="*/ 41 h 55"/>
                <a:gd name="T50" fmla="*/ 3 w 6"/>
                <a:gd name="T51" fmla="*/ 45 h 55"/>
                <a:gd name="T52" fmla="*/ 3 w 6"/>
                <a:gd name="T53" fmla="*/ 46 h 55"/>
                <a:gd name="T54" fmla="*/ 3 w 6"/>
                <a:gd name="T55" fmla="*/ 46 h 55"/>
                <a:gd name="T56" fmla="*/ 3 w 6"/>
                <a:gd name="T57" fmla="*/ 47 h 55"/>
                <a:gd name="T58" fmla="*/ 3 w 6"/>
                <a:gd name="T59" fmla="*/ 45 h 55"/>
                <a:gd name="T60" fmla="*/ 4 w 6"/>
                <a:gd name="T61" fmla="*/ 39 h 55"/>
                <a:gd name="T62" fmla="*/ 4 w 6"/>
                <a:gd name="T63" fmla="*/ 36 h 55"/>
                <a:gd name="T64" fmla="*/ 4 w 6"/>
                <a:gd name="T65" fmla="*/ 37 h 55"/>
                <a:gd name="T66" fmla="*/ 4 w 6"/>
                <a:gd name="T67" fmla="*/ 34 h 55"/>
                <a:gd name="T68" fmla="*/ 4 w 6"/>
                <a:gd name="T69" fmla="*/ 24 h 55"/>
                <a:gd name="T70" fmla="*/ 4 w 6"/>
                <a:gd name="T71" fmla="*/ 16 h 55"/>
                <a:gd name="T72" fmla="*/ 4 w 6"/>
                <a:gd name="T73" fmla="*/ 17 h 55"/>
                <a:gd name="T74" fmla="*/ 4 w 6"/>
                <a:gd name="T75" fmla="*/ 25 h 55"/>
                <a:gd name="T76" fmla="*/ 4 w 6"/>
                <a:gd name="T77" fmla="*/ 25 h 55"/>
                <a:gd name="T78" fmla="*/ 4 w 6"/>
                <a:gd name="T79" fmla="*/ 15 h 55"/>
                <a:gd name="T80" fmla="*/ 5 w 6"/>
                <a:gd name="T81" fmla="*/ 8 h 55"/>
                <a:gd name="T82" fmla="*/ 5 w 6"/>
                <a:gd name="T83" fmla="*/ 10 h 55"/>
                <a:gd name="T84" fmla="*/ 5 w 6"/>
                <a:gd name="T85" fmla="*/ 17 h 55"/>
                <a:gd name="T86" fmla="*/ 5 w 6"/>
                <a:gd name="T87" fmla="*/ 22 h 55"/>
                <a:gd name="T88" fmla="*/ 5 w 6"/>
                <a:gd name="T89" fmla="*/ 18 h 55"/>
                <a:gd name="T90" fmla="*/ 5 w 6"/>
                <a:gd name="T91" fmla="*/ 9 h 55"/>
                <a:gd name="T92" fmla="*/ 6 w 6"/>
                <a:gd name="T93" fmla="*/ 7 h 55"/>
                <a:gd name="T94" fmla="*/ 6 w 6"/>
                <a:gd name="T95" fmla="*/ 10 h 55"/>
                <a:gd name="T96" fmla="*/ 6 w 6"/>
                <a:gd name="T97" fmla="*/ 10 h 55"/>
                <a:gd name="T98" fmla="*/ 6 w 6"/>
                <a:gd name="T99" fmla="*/ 8 h 55"/>
                <a:gd name="T100" fmla="*/ 6 w 6"/>
                <a:gd name="T101" fmla="*/ 10 h 55"/>
                <a:gd name="T102" fmla="*/ 6 w 6"/>
                <a:gd name="T103" fmla="*/ 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5">
                  <a:moveTo>
                    <a:pt x="0" y="33"/>
                  </a:moveTo>
                  <a:lnTo>
                    <a:pt x="0" y="40"/>
                  </a:lnTo>
                  <a:lnTo>
                    <a:pt x="0" y="21"/>
                  </a:lnTo>
                  <a:lnTo>
                    <a:pt x="0" y="7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1" y="23"/>
                  </a:lnTo>
                  <a:lnTo>
                    <a:pt x="1" y="37"/>
                  </a:lnTo>
                  <a:lnTo>
                    <a:pt x="1" y="53"/>
                  </a:lnTo>
                  <a:lnTo>
                    <a:pt x="1" y="55"/>
                  </a:lnTo>
                  <a:lnTo>
                    <a:pt x="1" y="40"/>
                  </a:lnTo>
                  <a:lnTo>
                    <a:pt x="1" y="16"/>
                  </a:lnTo>
                  <a:lnTo>
                    <a:pt x="1" y="3"/>
                  </a:lnTo>
                  <a:lnTo>
                    <a:pt x="1" y="9"/>
                  </a:lnTo>
                  <a:lnTo>
                    <a:pt x="1" y="25"/>
                  </a:lnTo>
                  <a:lnTo>
                    <a:pt x="2" y="39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2" y="27"/>
                  </a:lnTo>
                  <a:lnTo>
                    <a:pt x="2" y="8"/>
                  </a:lnTo>
                  <a:lnTo>
                    <a:pt x="2" y="0"/>
                  </a:lnTo>
                  <a:lnTo>
                    <a:pt x="2" y="7"/>
                  </a:lnTo>
                  <a:lnTo>
                    <a:pt x="2" y="22"/>
                  </a:lnTo>
                  <a:lnTo>
                    <a:pt x="2" y="34"/>
                  </a:lnTo>
                  <a:lnTo>
                    <a:pt x="3" y="41"/>
                  </a:lnTo>
                  <a:lnTo>
                    <a:pt x="3" y="45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5"/>
                  </a:lnTo>
                  <a:lnTo>
                    <a:pt x="4" y="39"/>
                  </a:lnTo>
                  <a:lnTo>
                    <a:pt x="4" y="36"/>
                  </a:lnTo>
                  <a:lnTo>
                    <a:pt x="4" y="37"/>
                  </a:lnTo>
                  <a:lnTo>
                    <a:pt x="4" y="34"/>
                  </a:lnTo>
                  <a:lnTo>
                    <a:pt x="4" y="24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4" y="15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7"/>
                  </a:lnTo>
                  <a:lnTo>
                    <a:pt x="5" y="22"/>
                  </a:lnTo>
                  <a:lnTo>
                    <a:pt x="5" y="18"/>
                  </a:lnTo>
                  <a:lnTo>
                    <a:pt x="5" y="9"/>
                  </a:lnTo>
                  <a:lnTo>
                    <a:pt x="6" y="7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8"/>
                  </a:lnTo>
                  <a:lnTo>
                    <a:pt x="6" y="10"/>
                  </a:lnTo>
                  <a:lnTo>
                    <a:pt x="6" y="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86" name="Freeform 1092"/>
            <p:cNvSpPr/>
            <p:nvPr/>
          </p:nvSpPr>
          <p:spPr bwMode="auto">
            <a:xfrm>
              <a:off x="4492625" y="4654551"/>
              <a:ext cx="9525" cy="82550"/>
            </a:xfrm>
            <a:custGeom>
              <a:avLst/>
              <a:gdLst>
                <a:gd name="T0" fmla="*/ 0 w 6"/>
                <a:gd name="T1" fmla="*/ 39 h 52"/>
                <a:gd name="T2" fmla="*/ 0 w 6"/>
                <a:gd name="T3" fmla="*/ 38 h 52"/>
                <a:gd name="T4" fmla="*/ 0 w 6"/>
                <a:gd name="T5" fmla="*/ 28 h 52"/>
                <a:gd name="T6" fmla="*/ 0 w 6"/>
                <a:gd name="T7" fmla="*/ 12 h 52"/>
                <a:gd name="T8" fmla="*/ 0 w 6"/>
                <a:gd name="T9" fmla="*/ 8 h 52"/>
                <a:gd name="T10" fmla="*/ 1 w 6"/>
                <a:gd name="T11" fmla="*/ 25 h 52"/>
                <a:gd name="T12" fmla="*/ 1 w 6"/>
                <a:gd name="T13" fmla="*/ 43 h 52"/>
                <a:gd name="T14" fmla="*/ 1 w 6"/>
                <a:gd name="T15" fmla="*/ 46 h 52"/>
                <a:gd name="T16" fmla="*/ 1 w 6"/>
                <a:gd name="T17" fmla="*/ 33 h 52"/>
                <a:gd name="T18" fmla="*/ 1 w 6"/>
                <a:gd name="T19" fmla="*/ 19 h 52"/>
                <a:gd name="T20" fmla="*/ 1 w 6"/>
                <a:gd name="T21" fmla="*/ 17 h 52"/>
                <a:gd name="T22" fmla="*/ 1 w 6"/>
                <a:gd name="T23" fmla="*/ 18 h 52"/>
                <a:gd name="T24" fmla="*/ 1 w 6"/>
                <a:gd name="T25" fmla="*/ 13 h 52"/>
                <a:gd name="T26" fmla="*/ 1 w 6"/>
                <a:gd name="T27" fmla="*/ 12 h 52"/>
                <a:gd name="T28" fmla="*/ 2 w 6"/>
                <a:gd name="T29" fmla="*/ 19 h 52"/>
                <a:gd name="T30" fmla="*/ 2 w 6"/>
                <a:gd name="T31" fmla="*/ 22 h 52"/>
                <a:gd name="T32" fmla="*/ 2 w 6"/>
                <a:gd name="T33" fmla="*/ 14 h 52"/>
                <a:gd name="T34" fmla="*/ 2 w 6"/>
                <a:gd name="T35" fmla="*/ 14 h 52"/>
                <a:gd name="T36" fmla="*/ 2 w 6"/>
                <a:gd name="T37" fmla="*/ 26 h 52"/>
                <a:gd name="T38" fmla="*/ 2 w 6"/>
                <a:gd name="T39" fmla="*/ 32 h 52"/>
                <a:gd name="T40" fmla="*/ 3 w 6"/>
                <a:gd name="T41" fmla="*/ 21 h 52"/>
                <a:gd name="T42" fmla="*/ 3 w 6"/>
                <a:gd name="T43" fmla="*/ 13 h 52"/>
                <a:gd name="T44" fmla="*/ 3 w 6"/>
                <a:gd name="T45" fmla="*/ 19 h 52"/>
                <a:gd name="T46" fmla="*/ 3 w 6"/>
                <a:gd name="T47" fmla="*/ 21 h 52"/>
                <a:gd name="T48" fmla="*/ 3 w 6"/>
                <a:gd name="T49" fmla="*/ 11 h 52"/>
                <a:gd name="T50" fmla="*/ 3 w 6"/>
                <a:gd name="T51" fmla="*/ 4 h 52"/>
                <a:gd name="T52" fmla="*/ 3 w 6"/>
                <a:gd name="T53" fmla="*/ 13 h 52"/>
                <a:gd name="T54" fmla="*/ 3 w 6"/>
                <a:gd name="T55" fmla="*/ 29 h 52"/>
                <a:gd name="T56" fmla="*/ 3 w 6"/>
                <a:gd name="T57" fmla="*/ 35 h 52"/>
                <a:gd name="T58" fmla="*/ 4 w 6"/>
                <a:gd name="T59" fmla="*/ 33 h 52"/>
                <a:gd name="T60" fmla="*/ 4 w 6"/>
                <a:gd name="T61" fmla="*/ 36 h 52"/>
                <a:gd name="T62" fmla="*/ 4 w 6"/>
                <a:gd name="T63" fmla="*/ 40 h 52"/>
                <a:gd name="T64" fmla="*/ 4 w 6"/>
                <a:gd name="T65" fmla="*/ 34 h 52"/>
                <a:gd name="T66" fmla="*/ 4 w 6"/>
                <a:gd name="T67" fmla="*/ 23 h 52"/>
                <a:gd name="T68" fmla="*/ 4 w 6"/>
                <a:gd name="T69" fmla="*/ 15 h 52"/>
                <a:gd name="T70" fmla="*/ 5 w 6"/>
                <a:gd name="T71" fmla="*/ 14 h 52"/>
                <a:gd name="T72" fmla="*/ 5 w 6"/>
                <a:gd name="T73" fmla="*/ 14 h 52"/>
                <a:gd name="T74" fmla="*/ 5 w 6"/>
                <a:gd name="T75" fmla="*/ 14 h 52"/>
                <a:gd name="T76" fmla="*/ 5 w 6"/>
                <a:gd name="T77" fmla="*/ 15 h 52"/>
                <a:gd name="T78" fmla="*/ 5 w 6"/>
                <a:gd name="T79" fmla="*/ 24 h 52"/>
                <a:gd name="T80" fmla="*/ 5 w 6"/>
                <a:gd name="T81" fmla="*/ 36 h 52"/>
                <a:gd name="T82" fmla="*/ 5 w 6"/>
                <a:gd name="T83" fmla="*/ 47 h 52"/>
                <a:gd name="T84" fmla="*/ 5 w 6"/>
                <a:gd name="T85" fmla="*/ 52 h 52"/>
                <a:gd name="T86" fmla="*/ 5 w 6"/>
                <a:gd name="T87" fmla="*/ 51 h 52"/>
                <a:gd name="T88" fmla="*/ 6 w 6"/>
                <a:gd name="T89" fmla="*/ 43 h 52"/>
                <a:gd name="T90" fmla="*/ 6 w 6"/>
                <a:gd name="T91" fmla="*/ 27 h 52"/>
                <a:gd name="T92" fmla="*/ 6 w 6"/>
                <a:gd name="T93" fmla="*/ 11 h 52"/>
                <a:gd name="T94" fmla="*/ 6 w 6"/>
                <a:gd name="T95" fmla="*/ 4 h 52"/>
                <a:gd name="T96" fmla="*/ 6 w 6"/>
                <a:gd name="T97" fmla="*/ 0 h 52"/>
                <a:gd name="T98" fmla="*/ 6 w 6"/>
                <a:gd name="T99" fmla="*/ 2 h 52"/>
                <a:gd name="T100" fmla="*/ 6 w 6"/>
                <a:gd name="T101" fmla="*/ 17 h 52"/>
                <a:gd name="T102" fmla="*/ 6 w 6"/>
                <a:gd name="T103" fmla="*/ 3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2">
                  <a:moveTo>
                    <a:pt x="0" y="39"/>
                  </a:moveTo>
                  <a:lnTo>
                    <a:pt x="0" y="38"/>
                  </a:lnTo>
                  <a:lnTo>
                    <a:pt x="0" y="28"/>
                  </a:lnTo>
                  <a:lnTo>
                    <a:pt x="0" y="12"/>
                  </a:lnTo>
                  <a:lnTo>
                    <a:pt x="0" y="8"/>
                  </a:lnTo>
                  <a:lnTo>
                    <a:pt x="1" y="25"/>
                  </a:lnTo>
                  <a:lnTo>
                    <a:pt x="1" y="43"/>
                  </a:lnTo>
                  <a:lnTo>
                    <a:pt x="1" y="46"/>
                  </a:lnTo>
                  <a:lnTo>
                    <a:pt x="1" y="33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26"/>
                  </a:lnTo>
                  <a:lnTo>
                    <a:pt x="2" y="32"/>
                  </a:lnTo>
                  <a:lnTo>
                    <a:pt x="3" y="21"/>
                  </a:lnTo>
                  <a:lnTo>
                    <a:pt x="3" y="13"/>
                  </a:lnTo>
                  <a:lnTo>
                    <a:pt x="3" y="19"/>
                  </a:lnTo>
                  <a:lnTo>
                    <a:pt x="3" y="21"/>
                  </a:lnTo>
                  <a:lnTo>
                    <a:pt x="3" y="11"/>
                  </a:lnTo>
                  <a:lnTo>
                    <a:pt x="3" y="4"/>
                  </a:lnTo>
                  <a:lnTo>
                    <a:pt x="3" y="13"/>
                  </a:lnTo>
                  <a:lnTo>
                    <a:pt x="3" y="29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4" y="36"/>
                  </a:lnTo>
                  <a:lnTo>
                    <a:pt x="4" y="40"/>
                  </a:lnTo>
                  <a:lnTo>
                    <a:pt x="4" y="34"/>
                  </a:lnTo>
                  <a:lnTo>
                    <a:pt x="4" y="23"/>
                  </a:lnTo>
                  <a:lnTo>
                    <a:pt x="4" y="15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5" y="15"/>
                  </a:lnTo>
                  <a:lnTo>
                    <a:pt x="5" y="24"/>
                  </a:lnTo>
                  <a:lnTo>
                    <a:pt x="5" y="36"/>
                  </a:lnTo>
                  <a:lnTo>
                    <a:pt x="5" y="47"/>
                  </a:lnTo>
                  <a:lnTo>
                    <a:pt x="5" y="52"/>
                  </a:lnTo>
                  <a:lnTo>
                    <a:pt x="5" y="51"/>
                  </a:lnTo>
                  <a:lnTo>
                    <a:pt x="6" y="43"/>
                  </a:lnTo>
                  <a:lnTo>
                    <a:pt x="6" y="27"/>
                  </a:lnTo>
                  <a:lnTo>
                    <a:pt x="6" y="11"/>
                  </a:lnTo>
                  <a:lnTo>
                    <a:pt x="6" y="4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17"/>
                  </a:lnTo>
                  <a:lnTo>
                    <a:pt x="6" y="3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87" name="Freeform 1093"/>
            <p:cNvSpPr/>
            <p:nvPr/>
          </p:nvSpPr>
          <p:spPr bwMode="auto">
            <a:xfrm>
              <a:off x="4502150" y="4672013"/>
              <a:ext cx="11113" cy="87313"/>
            </a:xfrm>
            <a:custGeom>
              <a:avLst/>
              <a:gdLst>
                <a:gd name="T0" fmla="*/ 0 w 7"/>
                <a:gd name="T1" fmla="*/ 6 h 55"/>
                <a:gd name="T2" fmla="*/ 0 w 7"/>
                <a:gd name="T3" fmla="*/ 27 h 55"/>
                <a:gd name="T4" fmla="*/ 0 w 7"/>
                <a:gd name="T5" fmla="*/ 36 h 55"/>
                <a:gd name="T6" fmla="*/ 0 w 7"/>
                <a:gd name="T7" fmla="*/ 36 h 55"/>
                <a:gd name="T8" fmla="*/ 1 w 7"/>
                <a:gd name="T9" fmla="*/ 35 h 55"/>
                <a:gd name="T10" fmla="*/ 1 w 7"/>
                <a:gd name="T11" fmla="*/ 34 h 55"/>
                <a:gd name="T12" fmla="*/ 1 w 7"/>
                <a:gd name="T13" fmla="*/ 25 h 55"/>
                <a:gd name="T14" fmla="*/ 1 w 7"/>
                <a:gd name="T15" fmla="*/ 10 h 55"/>
                <a:gd name="T16" fmla="*/ 1 w 7"/>
                <a:gd name="T17" fmla="*/ 7 h 55"/>
                <a:gd name="T18" fmla="*/ 1 w 7"/>
                <a:gd name="T19" fmla="*/ 15 h 55"/>
                <a:gd name="T20" fmla="*/ 2 w 7"/>
                <a:gd name="T21" fmla="*/ 18 h 55"/>
                <a:gd name="T22" fmla="*/ 2 w 7"/>
                <a:gd name="T23" fmla="*/ 11 h 55"/>
                <a:gd name="T24" fmla="*/ 2 w 7"/>
                <a:gd name="T25" fmla="*/ 3 h 55"/>
                <a:gd name="T26" fmla="*/ 2 w 7"/>
                <a:gd name="T27" fmla="*/ 0 h 55"/>
                <a:gd name="T28" fmla="*/ 2 w 7"/>
                <a:gd name="T29" fmla="*/ 7 h 55"/>
                <a:gd name="T30" fmla="*/ 2 w 7"/>
                <a:gd name="T31" fmla="*/ 23 h 55"/>
                <a:gd name="T32" fmla="*/ 2 w 7"/>
                <a:gd name="T33" fmla="*/ 42 h 55"/>
                <a:gd name="T34" fmla="*/ 2 w 7"/>
                <a:gd name="T35" fmla="*/ 55 h 55"/>
                <a:gd name="T36" fmla="*/ 2 w 7"/>
                <a:gd name="T37" fmla="*/ 55 h 55"/>
                <a:gd name="T38" fmla="*/ 3 w 7"/>
                <a:gd name="T39" fmla="*/ 46 h 55"/>
                <a:gd name="T40" fmla="*/ 3 w 7"/>
                <a:gd name="T41" fmla="*/ 32 h 55"/>
                <a:gd name="T42" fmla="*/ 3 w 7"/>
                <a:gd name="T43" fmla="*/ 15 h 55"/>
                <a:gd name="T44" fmla="*/ 3 w 7"/>
                <a:gd name="T45" fmla="*/ 3 h 55"/>
                <a:gd name="T46" fmla="*/ 3 w 7"/>
                <a:gd name="T47" fmla="*/ 8 h 55"/>
                <a:gd name="T48" fmla="*/ 3 w 7"/>
                <a:gd name="T49" fmla="*/ 24 h 55"/>
                <a:gd name="T50" fmla="*/ 4 w 7"/>
                <a:gd name="T51" fmla="*/ 31 h 55"/>
                <a:gd name="T52" fmla="*/ 4 w 7"/>
                <a:gd name="T53" fmla="*/ 24 h 55"/>
                <a:gd name="T54" fmla="*/ 4 w 7"/>
                <a:gd name="T55" fmla="*/ 19 h 55"/>
                <a:gd name="T56" fmla="*/ 4 w 7"/>
                <a:gd name="T57" fmla="*/ 27 h 55"/>
                <a:gd name="T58" fmla="*/ 4 w 7"/>
                <a:gd name="T59" fmla="*/ 37 h 55"/>
                <a:gd name="T60" fmla="*/ 4 w 7"/>
                <a:gd name="T61" fmla="*/ 32 h 55"/>
                <a:gd name="T62" fmla="*/ 4 w 7"/>
                <a:gd name="T63" fmla="*/ 20 h 55"/>
                <a:gd name="T64" fmla="*/ 4 w 7"/>
                <a:gd name="T65" fmla="*/ 14 h 55"/>
                <a:gd name="T66" fmla="*/ 4 w 7"/>
                <a:gd name="T67" fmla="*/ 13 h 55"/>
                <a:gd name="T68" fmla="*/ 5 w 7"/>
                <a:gd name="T69" fmla="*/ 12 h 55"/>
                <a:gd name="T70" fmla="*/ 5 w 7"/>
                <a:gd name="T71" fmla="*/ 16 h 55"/>
                <a:gd name="T72" fmla="*/ 5 w 7"/>
                <a:gd name="T73" fmla="*/ 26 h 55"/>
                <a:gd name="T74" fmla="*/ 5 w 7"/>
                <a:gd name="T75" fmla="*/ 34 h 55"/>
                <a:gd name="T76" fmla="*/ 5 w 7"/>
                <a:gd name="T77" fmla="*/ 43 h 55"/>
                <a:gd name="T78" fmla="*/ 5 w 7"/>
                <a:gd name="T79" fmla="*/ 54 h 55"/>
                <a:gd name="T80" fmla="*/ 5 w 7"/>
                <a:gd name="T81" fmla="*/ 53 h 55"/>
                <a:gd name="T82" fmla="*/ 5 w 7"/>
                <a:gd name="T83" fmla="*/ 40 h 55"/>
                <a:gd name="T84" fmla="*/ 5 w 7"/>
                <a:gd name="T85" fmla="*/ 29 h 55"/>
                <a:gd name="T86" fmla="*/ 6 w 7"/>
                <a:gd name="T87" fmla="*/ 23 h 55"/>
                <a:gd name="T88" fmla="*/ 6 w 7"/>
                <a:gd name="T89" fmla="*/ 17 h 55"/>
                <a:gd name="T90" fmla="*/ 6 w 7"/>
                <a:gd name="T91" fmla="*/ 16 h 55"/>
                <a:gd name="T92" fmla="*/ 6 w 7"/>
                <a:gd name="T93" fmla="*/ 16 h 55"/>
                <a:gd name="T94" fmla="*/ 6 w 7"/>
                <a:gd name="T95" fmla="*/ 13 h 55"/>
                <a:gd name="T96" fmla="*/ 6 w 7"/>
                <a:gd name="T97" fmla="*/ 15 h 55"/>
                <a:gd name="T98" fmla="*/ 7 w 7"/>
                <a:gd name="T99" fmla="*/ 20 h 55"/>
                <a:gd name="T100" fmla="*/ 7 w 7"/>
                <a:gd name="T101" fmla="*/ 19 h 55"/>
                <a:gd name="T102" fmla="*/ 7 w 7"/>
                <a:gd name="T103" fmla="*/ 1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5">
                  <a:moveTo>
                    <a:pt x="0" y="6"/>
                  </a:moveTo>
                  <a:lnTo>
                    <a:pt x="0" y="27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1" y="35"/>
                  </a:lnTo>
                  <a:lnTo>
                    <a:pt x="1" y="34"/>
                  </a:lnTo>
                  <a:lnTo>
                    <a:pt x="1" y="25"/>
                  </a:lnTo>
                  <a:lnTo>
                    <a:pt x="1" y="10"/>
                  </a:lnTo>
                  <a:lnTo>
                    <a:pt x="1" y="7"/>
                  </a:lnTo>
                  <a:lnTo>
                    <a:pt x="1" y="15"/>
                  </a:lnTo>
                  <a:lnTo>
                    <a:pt x="2" y="18"/>
                  </a:lnTo>
                  <a:lnTo>
                    <a:pt x="2" y="11"/>
                  </a:lnTo>
                  <a:lnTo>
                    <a:pt x="2" y="3"/>
                  </a:lnTo>
                  <a:lnTo>
                    <a:pt x="2" y="0"/>
                  </a:lnTo>
                  <a:lnTo>
                    <a:pt x="2" y="7"/>
                  </a:lnTo>
                  <a:lnTo>
                    <a:pt x="2" y="23"/>
                  </a:lnTo>
                  <a:lnTo>
                    <a:pt x="2" y="42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3" y="46"/>
                  </a:lnTo>
                  <a:lnTo>
                    <a:pt x="3" y="32"/>
                  </a:lnTo>
                  <a:lnTo>
                    <a:pt x="3" y="15"/>
                  </a:lnTo>
                  <a:lnTo>
                    <a:pt x="3" y="3"/>
                  </a:lnTo>
                  <a:lnTo>
                    <a:pt x="3" y="8"/>
                  </a:lnTo>
                  <a:lnTo>
                    <a:pt x="3" y="24"/>
                  </a:lnTo>
                  <a:lnTo>
                    <a:pt x="4" y="31"/>
                  </a:lnTo>
                  <a:lnTo>
                    <a:pt x="4" y="24"/>
                  </a:lnTo>
                  <a:lnTo>
                    <a:pt x="4" y="19"/>
                  </a:lnTo>
                  <a:lnTo>
                    <a:pt x="4" y="27"/>
                  </a:lnTo>
                  <a:lnTo>
                    <a:pt x="4" y="37"/>
                  </a:lnTo>
                  <a:lnTo>
                    <a:pt x="4" y="32"/>
                  </a:lnTo>
                  <a:lnTo>
                    <a:pt x="4" y="20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5" y="12"/>
                  </a:lnTo>
                  <a:lnTo>
                    <a:pt x="5" y="16"/>
                  </a:lnTo>
                  <a:lnTo>
                    <a:pt x="5" y="26"/>
                  </a:lnTo>
                  <a:lnTo>
                    <a:pt x="5" y="34"/>
                  </a:lnTo>
                  <a:lnTo>
                    <a:pt x="5" y="43"/>
                  </a:lnTo>
                  <a:lnTo>
                    <a:pt x="5" y="54"/>
                  </a:lnTo>
                  <a:lnTo>
                    <a:pt x="5" y="53"/>
                  </a:lnTo>
                  <a:lnTo>
                    <a:pt x="5" y="40"/>
                  </a:lnTo>
                  <a:lnTo>
                    <a:pt x="5" y="29"/>
                  </a:lnTo>
                  <a:lnTo>
                    <a:pt x="6" y="23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6" y="13"/>
                  </a:lnTo>
                  <a:lnTo>
                    <a:pt x="6" y="15"/>
                  </a:lnTo>
                  <a:lnTo>
                    <a:pt x="7" y="20"/>
                  </a:lnTo>
                  <a:lnTo>
                    <a:pt x="7" y="19"/>
                  </a:lnTo>
                  <a:lnTo>
                    <a:pt x="7" y="1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88" name="Freeform 1094"/>
            <p:cNvSpPr/>
            <p:nvPr/>
          </p:nvSpPr>
          <p:spPr bwMode="auto">
            <a:xfrm>
              <a:off x="4513263" y="4646613"/>
              <a:ext cx="9525" cy="109538"/>
            </a:xfrm>
            <a:custGeom>
              <a:avLst/>
              <a:gdLst>
                <a:gd name="T0" fmla="*/ 0 w 6"/>
                <a:gd name="T1" fmla="*/ 35 h 69"/>
                <a:gd name="T2" fmla="*/ 0 w 6"/>
                <a:gd name="T3" fmla="*/ 26 h 69"/>
                <a:gd name="T4" fmla="*/ 0 w 6"/>
                <a:gd name="T5" fmla="*/ 25 h 69"/>
                <a:gd name="T6" fmla="*/ 0 w 6"/>
                <a:gd name="T7" fmla="*/ 32 h 69"/>
                <a:gd name="T8" fmla="*/ 0 w 6"/>
                <a:gd name="T9" fmla="*/ 29 h 69"/>
                <a:gd name="T10" fmla="*/ 0 w 6"/>
                <a:gd name="T11" fmla="*/ 13 h 69"/>
                <a:gd name="T12" fmla="*/ 0 w 6"/>
                <a:gd name="T13" fmla="*/ 6 h 69"/>
                <a:gd name="T14" fmla="*/ 0 w 6"/>
                <a:gd name="T15" fmla="*/ 20 h 69"/>
                <a:gd name="T16" fmla="*/ 1 w 6"/>
                <a:gd name="T17" fmla="*/ 40 h 69"/>
                <a:gd name="T18" fmla="*/ 1 w 6"/>
                <a:gd name="T19" fmla="*/ 45 h 69"/>
                <a:gd name="T20" fmla="*/ 1 w 6"/>
                <a:gd name="T21" fmla="*/ 29 h 69"/>
                <a:gd name="T22" fmla="*/ 1 w 6"/>
                <a:gd name="T23" fmla="*/ 8 h 69"/>
                <a:gd name="T24" fmla="*/ 1 w 6"/>
                <a:gd name="T25" fmla="*/ 1 h 69"/>
                <a:gd name="T26" fmla="*/ 1 w 6"/>
                <a:gd name="T27" fmla="*/ 9 h 69"/>
                <a:gd name="T28" fmla="*/ 2 w 6"/>
                <a:gd name="T29" fmla="*/ 13 h 69"/>
                <a:gd name="T30" fmla="*/ 2 w 6"/>
                <a:gd name="T31" fmla="*/ 12 h 69"/>
                <a:gd name="T32" fmla="*/ 2 w 6"/>
                <a:gd name="T33" fmla="*/ 18 h 69"/>
                <a:gd name="T34" fmla="*/ 2 w 6"/>
                <a:gd name="T35" fmla="*/ 31 h 69"/>
                <a:gd name="T36" fmla="*/ 2 w 6"/>
                <a:gd name="T37" fmla="*/ 33 h 69"/>
                <a:gd name="T38" fmla="*/ 2 w 6"/>
                <a:gd name="T39" fmla="*/ 24 h 69"/>
                <a:gd name="T40" fmla="*/ 2 w 6"/>
                <a:gd name="T41" fmla="*/ 20 h 69"/>
                <a:gd name="T42" fmla="*/ 2 w 6"/>
                <a:gd name="T43" fmla="*/ 27 h 69"/>
                <a:gd name="T44" fmla="*/ 2 w 6"/>
                <a:gd name="T45" fmla="*/ 31 h 69"/>
                <a:gd name="T46" fmla="*/ 2 w 6"/>
                <a:gd name="T47" fmla="*/ 17 h 69"/>
                <a:gd name="T48" fmla="*/ 3 w 6"/>
                <a:gd name="T49" fmla="*/ 0 h 69"/>
                <a:gd name="T50" fmla="*/ 3 w 6"/>
                <a:gd name="T51" fmla="*/ 3 h 69"/>
                <a:gd name="T52" fmla="*/ 3 w 6"/>
                <a:gd name="T53" fmla="*/ 20 h 69"/>
                <a:gd name="T54" fmla="*/ 3 w 6"/>
                <a:gd name="T55" fmla="*/ 25 h 69"/>
                <a:gd name="T56" fmla="*/ 3 w 6"/>
                <a:gd name="T57" fmla="*/ 23 h 69"/>
                <a:gd name="T58" fmla="*/ 3 w 6"/>
                <a:gd name="T59" fmla="*/ 25 h 69"/>
                <a:gd name="T60" fmla="*/ 3 w 6"/>
                <a:gd name="T61" fmla="*/ 27 h 69"/>
                <a:gd name="T62" fmla="*/ 3 w 6"/>
                <a:gd name="T63" fmla="*/ 22 h 69"/>
                <a:gd name="T64" fmla="*/ 3 w 6"/>
                <a:gd name="T65" fmla="*/ 19 h 69"/>
                <a:gd name="T66" fmla="*/ 4 w 6"/>
                <a:gd name="T67" fmla="*/ 24 h 69"/>
                <a:gd name="T68" fmla="*/ 4 w 6"/>
                <a:gd name="T69" fmla="*/ 29 h 69"/>
                <a:gd name="T70" fmla="*/ 4 w 6"/>
                <a:gd name="T71" fmla="*/ 22 h 69"/>
                <a:gd name="T72" fmla="*/ 4 w 6"/>
                <a:gd name="T73" fmla="*/ 5 h 69"/>
                <a:gd name="T74" fmla="*/ 4 w 6"/>
                <a:gd name="T75" fmla="*/ 2 h 69"/>
                <a:gd name="T76" fmla="*/ 4 w 6"/>
                <a:gd name="T77" fmla="*/ 17 h 69"/>
                <a:gd name="T78" fmla="*/ 5 w 6"/>
                <a:gd name="T79" fmla="*/ 36 h 69"/>
                <a:gd name="T80" fmla="*/ 5 w 6"/>
                <a:gd name="T81" fmla="*/ 57 h 69"/>
                <a:gd name="T82" fmla="*/ 5 w 6"/>
                <a:gd name="T83" fmla="*/ 69 h 69"/>
                <a:gd name="T84" fmla="*/ 5 w 6"/>
                <a:gd name="T85" fmla="*/ 62 h 69"/>
                <a:gd name="T86" fmla="*/ 5 w 6"/>
                <a:gd name="T87" fmla="*/ 47 h 69"/>
                <a:gd name="T88" fmla="*/ 5 w 6"/>
                <a:gd name="T89" fmla="*/ 38 h 69"/>
                <a:gd name="T90" fmla="*/ 5 w 6"/>
                <a:gd name="T91" fmla="*/ 37 h 69"/>
                <a:gd name="T92" fmla="*/ 5 w 6"/>
                <a:gd name="T93" fmla="*/ 39 h 69"/>
                <a:gd name="T94" fmla="*/ 5 w 6"/>
                <a:gd name="T95" fmla="*/ 47 h 69"/>
                <a:gd name="T96" fmla="*/ 6 w 6"/>
                <a:gd name="T97" fmla="*/ 52 h 69"/>
                <a:gd name="T98" fmla="*/ 6 w 6"/>
                <a:gd name="T99" fmla="*/ 51 h 69"/>
                <a:gd name="T100" fmla="*/ 6 w 6"/>
                <a:gd name="T101" fmla="*/ 49 h 69"/>
                <a:gd name="T102" fmla="*/ 6 w 6"/>
                <a:gd name="T103" fmla="*/ 4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9">
                  <a:moveTo>
                    <a:pt x="0" y="35"/>
                  </a:moveTo>
                  <a:lnTo>
                    <a:pt x="0" y="26"/>
                  </a:lnTo>
                  <a:lnTo>
                    <a:pt x="0" y="25"/>
                  </a:lnTo>
                  <a:lnTo>
                    <a:pt x="0" y="32"/>
                  </a:lnTo>
                  <a:lnTo>
                    <a:pt x="0" y="29"/>
                  </a:lnTo>
                  <a:lnTo>
                    <a:pt x="0" y="13"/>
                  </a:lnTo>
                  <a:lnTo>
                    <a:pt x="0" y="6"/>
                  </a:lnTo>
                  <a:lnTo>
                    <a:pt x="0" y="20"/>
                  </a:lnTo>
                  <a:lnTo>
                    <a:pt x="1" y="40"/>
                  </a:lnTo>
                  <a:lnTo>
                    <a:pt x="1" y="45"/>
                  </a:lnTo>
                  <a:lnTo>
                    <a:pt x="1" y="29"/>
                  </a:lnTo>
                  <a:lnTo>
                    <a:pt x="1" y="8"/>
                  </a:lnTo>
                  <a:lnTo>
                    <a:pt x="1" y="1"/>
                  </a:lnTo>
                  <a:lnTo>
                    <a:pt x="1" y="9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2" y="18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24"/>
                  </a:lnTo>
                  <a:lnTo>
                    <a:pt x="2" y="20"/>
                  </a:lnTo>
                  <a:lnTo>
                    <a:pt x="2" y="27"/>
                  </a:lnTo>
                  <a:lnTo>
                    <a:pt x="2" y="31"/>
                  </a:lnTo>
                  <a:lnTo>
                    <a:pt x="2" y="17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9"/>
                  </a:lnTo>
                  <a:lnTo>
                    <a:pt x="4" y="24"/>
                  </a:lnTo>
                  <a:lnTo>
                    <a:pt x="4" y="29"/>
                  </a:lnTo>
                  <a:lnTo>
                    <a:pt x="4" y="22"/>
                  </a:lnTo>
                  <a:lnTo>
                    <a:pt x="4" y="5"/>
                  </a:lnTo>
                  <a:lnTo>
                    <a:pt x="4" y="2"/>
                  </a:lnTo>
                  <a:lnTo>
                    <a:pt x="4" y="17"/>
                  </a:lnTo>
                  <a:lnTo>
                    <a:pt x="5" y="36"/>
                  </a:lnTo>
                  <a:lnTo>
                    <a:pt x="5" y="57"/>
                  </a:lnTo>
                  <a:lnTo>
                    <a:pt x="5" y="69"/>
                  </a:lnTo>
                  <a:lnTo>
                    <a:pt x="5" y="62"/>
                  </a:lnTo>
                  <a:lnTo>
                    <a:pt x="5" y="47"/>
                  </a:lnTo>
                  <a:lnTo>
                    <a:pt x="5" y="38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47"/>
                  </a:lnTo>
                  <a:lnTo>
                    <a:pt x="6" y="52"/>
                  </a:lnTo>
                  <a:lnTo>
                    <a:pt x="6" y="51"/>
                  </a:lnTo>
                  <a:lnTo>
                    <a:pt x="6" y="49"/>
                  </a:lnTo>
                  <a:lnTo>
                    <a:pt x="6" y="4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89" name="Freeform 1095"/>
            <p:cNvSpPr/>
            <p:nvPr/>
          </p:nvSpPr>
          <p:spPr bwMode="auto">
            <a:xfrm>
              <a:off x="4522788" y="4700588"/>
              <a:ext cx="9525" cy="138113"/>
            </a:xfrm>
            <a:custGeom>
              <a:avLst/>
              <a:gdLst>
                <a:gd name="T0" fmla="*/ 0 w 6"/>
                <a:gd name="T1" fmla="*/ 15 h 87"/>
                <a:gd name="T2" fmla="*/ 0 w 6"/>
                <a:gd name="T3" fmla="*/ 15 h 87"/>
                <a:gd name="T4" fmla="*/ 0 w 6"/>
                <a:gd name="T5" fmla="*/ 16 h 87"/>
                <a:gd name="T6" fmla="*/ 0 w 6"/>
                <a:gd name="T7" fmla="*/ 17 h 87"/>
                <a:gd name="T8" fmla="*/ 1 w 6"/>
                <a:gd name="T9" fmla="*/ 18 h 87"/>
                <a:gd name="T10" fmla="*/ 1 w 6"/>
                <a:gd name="T11" fmla="*/ 13 h 87"/>
                <a:gd name="T12" fmla="*/ 1 w 6"/>
                <a:gd name="T13" fmla="*/ 5 h 87"/>
                <a:gd name="T14" fmla="*/ 1 w 6"/>
                <a:gd name="T15" fmla="*/ 0 h 87"/>
                <a:gd name="T16" fmla="*/ 1 w 6"/>
                <a:gd name="T17" fmla="*/ 2 h 87"/>
                <a:gd name="T18" fmla="*/ 1 w 6"/>
                <a:gd name="T19" fmla="*/ 9 h 87"/>
                <a:gd name="T20" fmla="*/ 1 w 6"/>
                <a:gd name="T21" fmla="*/ 20 h 87"/>
                <a:gd name="T22" fmla="*/ 1 w 6"/>
                <a:gd name="T23" fmla="*/ 25 h 87"/>
                <a:gd name="T24" fmla="*/ 1 w 6"/>
                <a:gd name="T25" fmla="*/ 24 h 87"/>
                <a:gd name="T26" fmla="*/ 2 w 6"/>
                <a:gd name="T27" fmla="*/ 30 h 87"/>
                <a:gd name="T28" fmla="*/ 2 w 6"/>
                <a:gd name="T29" fmla="*/ 37 h 87"/>
                <a:gd name="T30" fmla="*/ 2 w 6"/>
                <a:gd name="T31" fmla="*/ 30 h 87"/>
                <a:gd name="T32" fmla="*/ 2 w 6"/>
                <a:gd name="T33" fmla="*/ 18 h 87"/>
                <a:gd name="T34" fmla="*/ 2 w 6"/>
                <a:gd name="T35" fmla="*/ 17 h 87"/>
                <a:gd name="T36" fmla="*/ 2 w 6"/>
                <a:gd name="T37" fmla="*/ 23 h 87"/>
                <a:gd name="T38" fmla="*/ 2 w 6"/>
                <a:gd name="T39" fmla="*/ 24 h 87"/>
                <a:gd name="T40" fmla="*/ 2 w 6"/>
                <a:gd name="T41" fmla="*/ 23 h 87"/>
                <a:gd name="T42" fmla="*/ 2 w 6"/>
                <a:gd name="T43" fmla="*/ 22 h 87"/>
                <a:gd name="T44" fmla="*/ 3 w 6"/>
                <a:gd name="T45" fmla="*/ 22 h 87"/>
                <a:gd name="T46" fmla="*/ 3 w 6"/>
                <a:gd name="T47" fmla="*/ 28 h 87"/>
                <a:gd name="T48" fmla="*/ 3 w 6"/>
                <a:gd name="T49" fmla="*/ 45 h 87"/>
                <a:gd name="T50" fmla="*/ 3 w 6"/>
                <a:gd name="T51" fmla="*/ 53 h 87"/>
                <a:gd name="T52" fmla="*/ 3 w 6"/>
                <a:gd name="T53" fmla="*/ 50 h 87"/>
                <a:gd name="T54" fmla="*/ 3 w 6"/>
                <a:gd name="T55" fmla="*/ 52 h 87"/>
                <a:gd name="T56" fmla="*/ 4 w 6"/>
                <a:gd name="T57" fmla="*/ 61 h 87"/>
                <a:gd name="T58" fmla="*/ 4 w 6"/>
                <a:gd name="T59" fmla="*/ 56 h 87"/>
                <a:gd name="T60" fmla="*/ 4 w 6"/>
                <a:gd name="T61" fmla="*/ 35 h 87"/>
                <a:gd name="T62" fmla="*/ 4 w 6"/>
                <a:gd name="T63" fmla="*/ 22 h 87"/>
                <a:gd name="T64" fmla="*/ 4 w 6"/>
                <a:gd name="T65" fmla="*/ 23 h 87"/>
                <a:gd name="T66" fmla="*/ 4 w 6"/>
                <a:gd name="T67" fmla="*/ 30 h 87"/>
                <a:gd name="T68" fmla="*/ 4 w 6"/>
                <a:gd name="T69" fmla="*/ 34 h 87"/>
                <a:gd name="T70" fmla="*/ 4 w 6"/>
                <a:gd name="T71" fmla="*/ 23 h 87"/>
                <a:gd name="T72" fmla="*/ 4 w 6"/>
                <a:gd name="T73" fmla="*/ 9 h 87"/>
                <a:gd name="T74" fmla="*/ 4 w 6"/>
                <a:gd name="T75" fmla="*/ 14 h 87"/>
                <a:gd name="T76" fmla="*/ 5 w 6"/>
                <a:gd name="T77" fmla="*/ 37 h 87"/>
                <a:gd name="T78" fmla="*/ 5 w 6"/>
                <a:gd name="T79" fmla="*/ 55 h 87"/>
                <a:gd name="T80" fmla="*/ 5 w 6"/>
                <a:gd name="T81" fmla="*/ 65 h 87"/>
                <a:gd name="T82" fmla="*/ 5 w 6"/>
                <a:gd name="T83" fmla="*/ 79 h 87"/>
                <a:gd name="T84" fmla="*/ 5 w 6"/>
                <a:gd name="T85" fmla="*/ 87 h 87"/>
                <a:gd name="T86" fmla="*/ 5 w 6"/>
                <a:gd name="T87" fmla="*/ 75 h 87"/>
                <a:gd name="T88" fmla="*/ 6 w 6"/>
                <a:gd name="T89" fmla="*/ 50 h 87"/>
                <a:gd name="T90" fmla="*/ 6 w 6"/>
                <a:gd name="T91" fmla="*/ 32 h 87"/>
                <a:gd name="T92" fmla="*/ 6 w 6"/>
                <a:gd name="T93" fmla="*/ 23 h 87"/>
                <a:gd name="T94" fmla="*/ 6 w 6"/>
                <a:gd name="T95" fmla="*/ 17 h 87"/>
                <a:gd name="T96" fmla="*/ 6 w 6"/>
                <a:gd name="T97" fmla="*/ 12 h 87"/>
                <a:gd name="T98" fmla="*/ 6 w 6"/>
                <a:gd name="T99" fmla="*/ 12 h 87"/>
                <a:gd name="T100" fmla="*/ 6 w 6"/>
                <a:gd name="T101" fmla="*/ 13 h 87"/>
                <a:gd name="T102" fmla="*/ 6 w 6"/>
                <a:gd name="T103" fmla="*/ 1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7">
                  <a:moveTo>
                    <a:pt x="0" y="15"/>
                  </a:moveTo>
                  <a:lnTo>
                    <a:pt x="0" y="15"/>
                  </a:lnTo>
                  <a:lnTo>
                    <a:pt x="0" y="16"/>
                  </a:lnTo>
                  <a:lnTo>
                    <a:pt x="0" y="17"/>
                  </a:lnTo>
                  <a:lnTo>
                    <a:pt x="1" y="18"/>
                  </a:lnTo>
                  <a:lnTo>
                    <a:pt x="1" y="13"/>
                  </a:lnTo>
                  <a:lnTo>
                    <a:pt x="1" y="5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9"/>
                  </a:lnTo>
                  <a:lnTo>
                    <a:pt x="1" y="20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2" y="30"/>
                  </a:lnTo>
                  <a:lnTo>
                    <a:pt x="2" y="37"/>
                  </a:lnTo>
                  <a:lnTo>
                    <a:pt x="2" y="30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3" y="22"/>
                  </a:lnTo>
                  <a:lnTo>
                    <a:pt x="3" y="28"/>
                  </a:lnTo>
                  <a:lnTo>
                    <a:pt x="3" y="45"/>
                  </a:lnTo>
                  <a:lnTo>
                    <a:pt x="3" y="53"/>
                  </a:lnTo>
                  <a:lnTo>
                    <a:pt x="3" y="50"/>
                  </a:lnTo>
                  <a:lnTo>
                    <a:pt x="3" y="52"/>
                  </a:lnTo>
                  <a:lnTo>
                    <a:pt x="4" y="61"/>
                  </a:lnTo>
                  <a:lnTo>
                    <a:pt x="4" y="56"/>
                  </a:lnTo>
                  <a:lnTo>
                    <a:pt x="4" y="35"/>
                  </a:lnTo>
                  <a:lnTo>
                    <a:pt x="4" y="22"/>
                  </a:lnTo>
                  <a:lnTo>
                    <a:pt x="4" y="23"/>
                  </a:lnTo>
                  <a:lnTo>
                    <a:pt x="4" y="30"/>
                  </a:lnTo>
                  <a:lnTo>
                    <a:pt x="4" y="34"/>
                  </a:lnTo>
                  <a:lnTo>
                    <a:pt x="4" y="23"/>
                  </a:lnTo>
                  <a:lnTo>
                    <a:pt x="4" y="9"/>
                  </a:lnTo>
                  <a:lnTo>
                    <a:pt x="4" y="14"/>
                  </a:lnTo>
                  <a:lnTo>
                    <a:pt x="5" y="37"/>
                  </a:lnTo>
                  <a:lnTo>
                    <a:pt x="5" y="55"/>
                  </a:lnTo>
                  <a:lnTo>
                    <a:pt x="5" y="65"/>
                  </a:lnTo>
                  <a:lnTo>
                    <a:pt x="5" y="79"/>
                  </a:lnTo>
                  <a:lnTo>
                    <a:pt x="5" y="87"/>
                  </a:lnTo>
                  <a:lnTo>
                    <a:pt x="5" y="75"/>
                  </a:lnTo>
                  <a:lnTo>
                    <a:pt x="6" y="50"/>
                  </a:lnTo>
                  <a:lnTo>
                    <a:pt x="6" y="32"/>
                  </a:lnTo>
                  <a:lnTo>
                    <a:pt x="6" y="23"/>
                  </a:lnTo>
                  <a:lnTo>
                    <a:pt x="6" y="17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6" y="1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90" name="Freeform 1096"/>
            <p:cNvSpPr/>
            <p:nvPr/>
          </p:nvSpPr>
          <p:spPr bwMode="auto">
            <a:xfrm>
              <a:off x="4532313" y="4665663"/>
              <a:ext cx="9525" cy="76200"/>
            </a:xfrm>
            <a:custGeom>
              <a:avLst/>
              <a:gdLst>
                <a:gd name="T0" fmla="*/ 0 w 6"/>
                <a:gd name="T1" fmla="*/ 35 h 48"/>
                <a:gd name="T2" fmla="*/ 0 w 6"/>
                <a:gd name="T3" fmla="*/ 37 h 48"/>
                <a:gd name="T4" fmla="*/ 0 w 6"/>
                <a:gd name="T5" fmla="*/ 44 h 48"/>
                <a:gd name="T6" fmla="*/ 1 w 6"/>
                <a:gd name="T7" fmla="*/ 48 h 48"/>
                <a:gd name="T8" fmla="*/ 1 w 6"/>
                <a:gd name="T9" fmla="*/ 46 h 48"/>
                <a:gd name="T10" fmla="*/ 1 w 6"/>
                <a:gd name="T11" fmla="*/ 45 h 48"/>
                <a:gd name="T12" fmla="*/ 1 w 6"/>
                <a:gd name="T13" fmla="*/ 45 h 48"/>
                <a:gd name="T14" fmla="*/ 1 w 6"/>
                <a:gd name="T15" fmla="*/ 39 h 48"/>
                <a:gd name="T16" fmla="*/ 1 w 6"/>
                <a:gd name="T17" fmla="*/ 27 h 48"/>
                <a:gd name="T18" fmla="*/ 1 w 6"/>
                <a:gd name="T19" fmla="*/ 17 h 48"/>
                <a:gd name="T20" fmla="*/ 1 w 6"/>
                <a:gd name="T21" fmla="*/ 15 h 48"/>
                <a:gd name="T22" fmla="*/ 1 w 6"/>
                <a:gd name="T23" fmla="*/ 19 h 48"/>
                <a:gd name="T24" fmla="*/ 2 w 6"/>
                <a:gd name="T25" fmla="*/ 25 h 48"/>
                <a:gd name="T26" fmla="*/ 2 w 6"/>
                <a:gd name="T27" fmla="*/ 30 h 48"/>
                <a:gd name="T28" fmla="*/ 2 w 6"/>
                <a:gd name="T29" fmla="*/ 32 h 48"/>
                <a:gd name="T30" fmla="*/ 2 w 6"/>
                <a:gd name="T31" fmla="*/ 35 h 48"/>
                <a:gd name="T32" fmla="*/ 2 w 6"/>
                <a:gd name="T33" fmla="*/ 37 h 48"/>
                <a:gd name="T34" fmla="*/ 2 w 6"/>
                <a:gd name="T35" fmla="*/ 34 h 48"/>
                <a:gd name="T36" fmla="*/ 3 w 6"/>
                <a:gd name="T37" fmla="*/ 25 h 48"/>
                <a:gd name="T38" fmla="*/ 3 w 6"/>
                <a:gd name="T39" fmla="*/ 15 h 48"/>
                <a:gd name="T40" fmla="*/ 3 w 6"/>
                <a:gd name="T41" fmla="*/ 7 h 48"/>
                <a:gd name="T42" fmla="*/ 3 w 6"/>
                <a:gd name="T43" fmla="*/ 3 h 48"/>
                <a:gd name="T44" fmla="*/ 3 w 6"/>
                <a:gd name="T45" fmla="*/ 1 h 48"/>
                <a:gd name="T46" fmla="*/ 3 w 6"/>
                <a:gd name="T47" fmla="*/ 3 h 48"/>
                <a:gd name="T48" fmla="*/ 3 w 6"/>
                <a:gd name="T49" fmla="*/ 15 h 48"/>
                <a:gd name="T50" fmla="*/ 3 w 6"/>
                <a:gd name="T51" fmla="*/ 28 h 48"/>
                <a:gd name="T52" fmla="*/ 3 w 6"/>
                <a:gd name="T53" fmla="*/ 34 h 48"/>
                <a:gd name="T54" fmla="*/ 4 w 6"/>
                <a:gd name="T55" fmla="*/ 37 h 48"/>
                <a:gd name="T56" fmla="*/ 4 w 6"/>
                <a:gd name="T57" fmla="*/ 29 h 48"/>
                <a:gd name="T58" fmla="*/ 4 w 6"/>
                <a:gd name="T59" fmla="*/ 13 h 48"/>
                <a:gd name="T60" fmla="*/ 4 w 6"/>
                <a:gd name="T61" fmla="*/ 3 h 48"/>
                <a:gd name="T62" fmla="*/ 4 w 6"/>
                <a:gd name="T63" fmla="*/ 4 h 48"/>
                <a:gd name="T64" fmla="*/ 4 w 6"/>
                <a:gd name="T65" fmla="*/ 5 h 48"/>
                <a:gd name="T66" fmla="*/ 5 w 6"/>
                <a:gd name="T67" fmla="*/ 2 h 48"/>
                <a:gd name="T68" fmla="*/ 5 w 6"/>
                <a:gd name="T69" fmla="*/ 0 h 48"/>
                <a:gd name="T70" fmla="*/ 5 w 6"/>
                <a:gd name="T71" fmla="*/ 5 h 48"/>
                <a:gd name="T72" fmla="*/ 5 w 6"/>
                <a:gd name="T73" fmla="*/ 11 h 48"/>
                <a:gd name="T74" fmla="*/ 5 w 6"/>
                <a:gd name="T75" fmla="*/ 15 h 48"/>
                <a:gd name="T76" fmla="*/ 5 w 6"/>
                <a:gd name="T77" fmla="*/ 18 h 48"/>
                <a:gd name="T78" fmla="*/ 5 w 6"/>
                <a:gd name="T79" fmla="*/ 20 h 48"/>
                <a:gd name="T80" fmla="*/ 5 w 6"/>
                <a:gd name="T81" fmla="*/ 22 h 48"/>
                <a:gd name="T82" fmla="*/ 5 w 6"/>
                <a:gd name="T83" fmla="*/ 24 h 48"/>
                <a:gd name="T84" fmla="*/ 6 w 6"/>
                <a:gd name="T85" fmla="*/ 21 h 48"/>
                <a:gd name="T86" fmla="*/ 6 w 6"/>
                <a:gd name="T87" fmla="*/ 8 h 48"/>
                <a:gd name="T88" fmla="*/ 6 w 6"/>
                <a:gd name="T89" fmla="*/ 7 h 48"/>
                <a:gd name="T90" fmla="*/ 6 w 6"/>
                <a:gd name="T91" fmla="*/ 22 h 48"/>
                <a:gd name="T92" fmla="*/ 6 w 6"/>
                <a:gd name="T93" fmla="*/ 31 h 48"/>
                <a:gd name="T94" fmla="*/ 6 w 6"/>
                <a:gd name="T95" fmla="*/ 26 h 48"/>
                <a:gd name="T96" fmla="*/ 6 w 6"/>
                <a:gd name="T97" fmla="*/ 25 h 48"/>
                <a:gd name="T98" fmla="*/ 6 w 6"/>
                <a:gd name="T99" fmla="*/ 26 h 48"/>
                <a:gd name="T100" fmla="*/ 6 w 6"/>
                <a:gd name="T101" fmla="*/ 17 h 48"/>
                <a:gd name="T102" fmla="*/ 6 w 6"/>
                <a:gd name="T103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8">
                  <a:moveTo>
                    <a:pt x="0" y="35"/>
                  </a:moveTo>
                  <a:lnTo>
                    <a:pt x="0" y="37"/>
                  </a:lnTo>
                  <a:lnTo>
                    <a:pt x="0" y="44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1" y="39"/>
                  </a:lnTo>
                  <a:lnTo>
                    <a:pt x="1" y="27"/>
                  </a:lnTo>
                  <a:lnTo>
                    <a:pt x="1" y="17"/>
                  </a:lnTo>
                  <a:lnTo>
                    <a:pt x="1" y="15"/>
                  </a:lnTo>
                  <a:lnTo>
                    <a:pt x="1" y="19"/>
                  </a:lnTo>
                  <a:lnTo>
                    <a:pt x="2" y="25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34"/>
                  </a:lnTo>
                  <a:lnTo>
                    <a:pt x="3" y="25"/>
                  </a:lnTo>
                  <a:lnTo>
                    <a:pt x="3" y="15"/>
                  </a:lnTo>
                  <a:lnTo>
                    <a:pt x="3" y="7"/>
                  </a:lnTo>
                  <a:lnTo>
                    <a:pt x="3" y="3"/>
                  </a:lnTo>
                  <a:lnTo>
                    <a:pt x="3" y="1"/>
                  </a:lnTo>
                  <a:lnTo>
                    <a:pt x="3" y="3"/>
                  </a:lnTo>
                  <a:lnTo>
                    <a:pt x="3" y="15"/>
                  </a:lnTo>
                  <a:lnTo>
                    <a:pt x="3" y="28"/>
                  </a:lnTo>
                  <a:lnTo>
                    <a:pt x="3" y="34"/>
                  </a:lnTo>
                  <a:lnTo>
                    <a:pt x="4" y="37"/>
                  </a:lnTo>
                  <a:lnTo>
                    <a:pt x="4" y="29"/>
                  </a:lnTo>
                  <a:lnTo>
                    <a:pt x="4" y="13"/>
                  </a:lnTo>
                  <a:lnTo>
                    <a:pt x="4" y="3"/>
                  </a:lnTo>
                  <a:lnTo>
                    <a:pt x="4" y="4"/>
                  </a:lnTo>
                  <a:lnTo>
                    <a:pt x="4" y="5"/>
                  </a:lnTo>
                  <a:lnTo>
                    <a:pt x="5" y="2"/>
                  </a:lnTo>
                  <a:lnTo>
                    <a:pt x="5" y="0"/>
                  </a:lnTo>
                  <a:lnTo>
                    <a:pt x="5" y="5"/>
                  </a:lnTo>
                  <a:lnTo>
                    <a:pt x="5" y="11"/>
                  </a:lnTo>
                  <a:lnTo>
                    <a:pt x="5" y="15"/>
                  </a:lnTo>
                  <a:lnTo>
                    <a:pt x="5" y="18"/>
                  </a:lnTo>
                  <a:lnTo>
                    <a:pt x="5" y="20"/>
                  </a:lnTo>
                  <a:lnTo>
                    <a:pt x="5" y="22"/>
                  </a:lnTo>
                  <a:lnTo>
                    <a:pt x="5" y="24"/>
                  </a:lnTo>
                  <a:lnTo>
                    <a:pt x="6" y="21"/>
                  </a:lnTo>
                  <a:lnTo>
                    <a:pt x="6" y="8"/>
                  </a:lnTo>
                  <a:lnTo>
                    <a:pt x="6" y="7"/>
                  </a:lnTo>
                  <a:lnTo>
                    <a:pt x="6" y="22"/>
                  </a:lnTo>
                  <a:lnTo>
                    <a:pt x="6" y="31"/>
                  </a:lnTo>
                  <a:lnTo>
                    <a:pt x="6" y="26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6" y="17"/>
                  </a:lnTo>
                  <a:lnTo>
                    <a:pt x="6" y="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91" name="Freeform 1097"/>
            <p:cNvSpPr/>
            <p:nvPr/>
          </p:nvSpPr>
          <p:spPr bwMode="auto">
            <a:xfrm>
              <a:off x="4541838" y="4667251"/>
              <a:ext cx="11113" cy="66675"/>
            </a:xfrm>
            <a:custGeom>
              <a:avLst/>
              <a:gdLst>
                <a:gd name="T0" fmla="*/ 0 w 7"/>
                <a:gd name="T1" fmla="*/ 16 h 42"/>
                <a:gd name="T2" fmla="*/ 0 w 7"/>
                <a:gd name="T3" fmla="*/ 1 h 42"/>
                <a:gd name="T4" fmla="*/ 1 w 7"/>
                <a:gd name="T5" fmla="*/ 0 h 42"/>
                <a:gd name="T6" fmla="*/ 1 w 7"/>
                <a:gd name="T7" fmla="*/ 11 h 42"/>
                <a:gd name="T8" fmla="*/ 1 w 7"/>
                <a:gd name="T9" fmla="*/ 20 h 42"/>
                <a:gd name="T10" fmla="*/ 1 w 7"/>
                <a:gd name="T11" fmla="*/ 21 h 42"/>
                <a:gd name="T12" fmla="*/ 1 w 7"/>
                <a:gd name="T13" fmla="*/ 20 h 42"/>
                <a:gd name="T14" fmla="*/ 1 w 7"/>
                <a:gd name="T15" fmla="*/ 14 h 42"/>
                <a:gd name="T16" fmla="*/ 2 w 7"/>
                <a:gd name="T17" fmla="*/ 5 h 42"/>
                <a:gd name="T18" fmla="*/ 2 w 7"/>
                <a:gd name="T19" fmla="*/ 7 h 42"/>
                <a:gd name="T20" fmla="*/ 2 w 7"/>
                <a:gd name="T21" fmla="*/ 19 h 42"/>
                <a:gd name="T22" fmla="*/ 2 w 7"/>
                <a:gd name="T23" fmla="*/ 25 h 42"/>
                <a:gd name="T24" fmla="*/ 2 w 7"/>
                <a:gd name="T25" fmla="*/ 23 h 42"/>
                <a:gd name="T26" fmla="*/ 2 w 7"/>
                <a:gd name="T27" fmla="*/ 23 h 42"/>
                <a:gd name="T28" fmla="*/ 2 w 7"/>
                <a:gd name="T29" fmla="*/ 21 h 42"/>
                <a:gd name="T30" fmla="*/ 2 w 7"/>
                <a:gd name="T31" fmla="*/ 13 h 42"/>
                <a:gd name="T32" fmla="*/ 2 w 7"/>
                <a:gd name="T33" fmla="*/ 8 h 42"/>
                <a:gd name="T34" fmla="*/ 3 w 7"/>
                <a:gd name="T35" fmla="*/ 10 h 42"/>
                <a:gd name="T36" fmla="*/ 3 w 7"/>
                <a:gd name="T37" fmla="*/ 7 h 42"/>
                <a:gd name="T38" fmla="*/ 3 w 7"/>
                <a:gd name="T39" fmla="*/ 3 h 42"/>
                <a:gd name="T40" fmla="*/ 3 w 7"/>
                <a:gd name="T41" fmla="*/ 11 h 42"/>
                <a:gd name="T42" fmla="*/ 3 w 7"/>
                <a:gd name="T43" fmla="*/ 19 h 42"/>
                <a:gd name="T44" fmla="*/ 3 w 7"/>
                <a:gd name="T45" fmla="*/ 16 h 42"/>
                <a:gd name="T46" fmla="*/ 4 w 7"/>
                <a:gd name="T47" fmla="*/ 11 h 42"/>
                <a:gd name="T48" fmla="*/ 4 w 7"/>
                <a:gd name="T49" fmla="*/ 15 h 42"/>
                <a:gd name="T50" fmla="*/ 4 w 7"/>
                <a:gd name="T51" fmla="*/ 20 h 42"/>
                <a:gd name="T52" fmla="*/ 4 w 7"/>
                <a:gd name="T53" fmla="*/ 21 h 42"/>
                <a:gd name="T54" fmla="*/ 4 w 7"/>
                <a:gd name="T55" fmla="*/ 25 h 42"/>
                <a:gd name="T56" fmla="*/ 4 w 7"/>
                <a:gd name="T57" fmla="*/ 31 h 42"/>
                <a:gd name="T58" fmla="*/ 4 w 7"/>
                <a:gd name="T59" fmla="*/ 26 h 42"/>
                <a:gd name="T60" fmla="*/ 4 w 7"/>
                <a:gd name="T61" fmla="*/ 15 h 42"/>
                <a:gd name="T62" fmla="*/ 4 w 7"/>
                <a:gd name="T63" fmla="*/ 16 h 42"/>
                <a:gd name="T64" fmla="*/ 5 w 7"/>
                <a:gd name="T65" fmla="*/ 18 h 42"/>
                <a:gd name="T66" fmla="*/ 5 w 7"/>
                <a:gd name="T67" fmla="*/ 10 h 42"/>
                <a:gd name="T68" fmla="*/ 5 w 7"/>
                <a:gd name="T69" fmla="*/ 7 h 42"/>
                <a:gd name="T70" fmla="*/ 5 w 7"/>
                <a:gd name="T71" fmla="*/ 14 h 42"/>
                <a:gd name="T72" fmla="*/ 5 w 7"/>
                <a:gd name="T73" fmla="*/ 18 h 42"/>
                <a:gd name="T74" fmla="*/ 5 w 7"/>
                <a:gd name="T75" fmla="*/ 18 h 42"/>
                <a:gd name="T76" fmla="*/ 5 w 7"/>
                <a:gd name="T77" fmla="*/ 24 h 42"/>
                <a:gd name="T78" fmla="*/ 5 w 7"/>
                <a:gd name="T79" fmla="*/ 28 h 42"/>
                <a:gd name="T80" fmla="*/ 5 w 7"/>
                <a:gd name="T81" fmla="*/ 20 h 42"/>
                <a:gd name="T82" fmla="*/ 6 w 7"/>
                <a:gd name="T83" fmla="*/ 13 h 42"/>
                <a:gd name="T84" fmla="*/ 6 w 7"/>
                <a:gd name="T85" fmla="*/ 15 h 42"/>
                <a:gd name="T86" fmla="*/ 6 w 7"/>
                <a:gd name="T87" fmla="*/ 19 h 42"/>
                <a:gd name="T88" fmla="*/ 6 w 7"/>
                <a:gd name="T89" fmla="*/ 18 h 42"/>
                <a:gd name="T90" fmla="*/ 6 w 7"/>
                <a:gd name="T91" fmla="*/ 14 h 42"/>
                <a:gd name="T92" fmla="*/ 6 w 7"/>
                <a:gd name="T93" fmla="*/ 17 h 42"/>
                <a:gd name="T94" fmla="*/ 7 w 7"/>
                <a:gd name="T95" fmla="*/ 26 h 42"/>
                <a:gd name="T96" fmla="*/ 7 w 7"/>
                <a:gd name="T97" fmla="*/ 33 h 42"/>
                <a:gd name="T98" fmla="*/ 7 w 7"/>
                <a:gd name="T99" fmla="*/ 39 h 42"/>
                <a:gd name="T100" fmla="*/ 7 w 7"/>
                <a:gd name="T101" fmla="*/ 42 h 42"/>
                <a:gd name="T102" fmla="*/ 7 w 7"/>
                <a:gd name="T103" fmla="*/ 4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42">
                  <a:moveTo>
                    <a:pt x="0" y="16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1" y="11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19"/>
                  </a:lnTo>
                  <a:lnTo>
                    <a:pt x="2" y="25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2" y="21"/>
                  </a:lnTo>
                  <a:lnTo>
                    <a:pt x="2" y="13"/>
                  </a:lnTo>
                  <a:lnTo>
                    <a:pt x="2" y="8"/>
                  </a:lnTo>
                  <a:lnTo>
                    <a:pt x="3" y="10"/>
                  </a:lnTo>
                  <a:lnTo>
                    <a:pt x="3" y="7"/>
                  </a:lnTo>
                  <a:lnTo>
                    <a:pt x="3" y="3"/>
                  </a:lnTo>
                  <a:lnTo>
                    <a:pt x="3" y="11"/>
                  </a:lnTo>
                  <a:lnTo>
                    <a:pt x="3" y="19"/>
                  </a:lnTo>
                  <a:lnTo>
                    <a:pt x="3" y="16"/>
                  </a:lnTo>
                  <a:lnTo>
                    <a:pt x="4" y="11"/>
                  </a:lnTo>
                  <a:lnTo>
                    <a:pt x="4" y="15"/>
                  </a:lnTo>
                  <a:lnTo>
                    <a:pt x="4" y="20"/>
                  </a:lnTo>
                  <a:lnTo>
                    <a:pt x="4" y="21"/>
                  </a:lnTo>
                  <a:lnTo>
                    <a:pt x="4" y="25"/>
                  </a:lnTo>
                  <a:lnTo>
                    <a:pt x="4" y="31"/>
                  </a:lnTo>
                  <a:lnTo>
                    <a:pt x="4" y="26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5" y="18"/>
                  </a:lnTo>
                  <a:lnTo>
                    <a:pt x="5" y="10"/>
                  </a:lnTo>
                  <a:lnTo>
                    <a:pt x="5" y="7"/>
                  </a:lnTo>
                  <a:lnTo>
                    <a:pt x="5" y="14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24"/>
                  </a:lnTo>
                  <a:lnTo>
                    <a:pt x="5" y="28"/>
                  </a:lnTo>
                  <a:lnTo>
                    <a:pt x="5" y="20"/>
                  </a:lnTo>
                  <a:lnTo>
                    <a:pt x="6" y="13"/>
                  </a:lnTo>
                  <a:lnTo>
                    <a:pt x="6" y="15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6" y="14"/>
                  </a:lnTo>
                  <a:lnTo>
                    <a:pt x="6" y="17"/>
                  </a:lnTo>
                  <a:lnTo>
                    <a:pt x="7" y="26"/>
                  </a:lnTo>
                  <a:lnTo>
                    <a:pt x="7" y="33"/>
                  </a:lnTo>
                  <a:lnTo>
                    <a:pt x="7" y="39"/>
                  </a:lnTo>
                  <a:lnTo>
                    <a:pt x="7" y="42"/>
                  </a:lnTo>
                  <a:lnTo>
                    <a:pt x="7" y="4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92" name="Freeform 1098"/>
            <p:cNvSpPr/>
            <p:nvPr/>
          </p:nvSpPr>
          <p:spPr bwMode="auto">
            <a:xfrm>
              <a:off x="4552950" y="4654551"/>
              <a:ext cx="9525" cy="79375"/>
            </a:xfrm>
            <a:custGeom>
              <a:avLst/>
              <a:gdLst>
                <a:gd name="T0" fmla="*/ 0 w 6"/>
                <a:gd name="T1" fmla="*/ 50 h 50"/>
                <a:gd name="T2" fmla="*/ 0 w 6"/>
                <a:gd name="T3" fmla="*/ 48 h 50"/>
                <a:gd name="T4" fmla="*/ 0 w 6"/>
                <a:gd name="T5" fmla="*/ 37 h 50"/>
                <a:gd name="T6" fmla="*/ 0 w 6"/>
                <a:gd name="T7" fmla="*/ 20 h 50"/>
                <a:gd name="T8" fmla="*/ 0 w 6"/>
                <a:gd name="T9" fmla="*/ 6 h 50"/>
                <a:gd name="T10" fmla="*/ 0 w 6"/>
                <a:gd name="T11" fmla="*/ 7 h 50"/>
                <a:gd name="T12" fmla="*/ 1 w 6"/>
                <a:gd name="T13" fmla="*/ 17 h 50"/>
                <a:gd name="T14" fmla="*/ 1 w 6"/>
                <a:gd name="T15" fmla="*/ 26 h 50"/>
                <a:gd name="T16" fmla="*/ 1 w 6"/>
                <a:gd name="T17" fmla="*/ 28 h 50"/>
                <a:gd name="T18" fmla="*/ 1 w 6"/>
                <a:gd name="T19" fmla="*/ 25 h 50"/>
                <a:gd name="T20" fmla="*/ 1 w 6"/>
                <a:gd name="T21" fmla="*/ 24 h 50"/>
                <a:gd name="T22" fmla="*/ 1 w 6"/>
                <a:gd name="T23" fmla="*/ 28 h 50"/>
                <a:gd name="T24" fmla="*/ 2 w 6"/>
                <a:gd name="T25" fmla="*/ 30 h 50"/>
                <a:gd name="T26" fmla="*/ 2 w 6"/>
                <a:gd name="T27" fmla="*/ 27 h 50"/>
                <a:gd name="T28" fmla="*/ 2 w 6"/>
                <a:gd name="T29" fmla="*/ 26 h 50"/>
                <a:gd name="T30" fmla="*/ 2 w 6"/>
                <a:gd name="T31" fmla="*/ 26 h 50"/>
                <a:gd name="T32" fmla="*/ 2 w 6"/>
                <a:gd name="T33" fmla="*/ 19 h 50"/>
                <a:gd name="T34" fmla="*/ 2 w 6"/>
                <a:gd name="T35" fmla="*/ 10 h 50"/>
                <a:gd name="T36" fmla="*/ 2 w 6"/>
                <a:gd name="T37" fmla="*/ 11 h 50"/>
                <a:gd name="T38" fmla="*/ 2 w 6"/>
                <a:gd name="T39" fmla="*/ 17 h 50"/>
                <a:gd name="T40" fmla="*/ 2 w 6"/>
                <a:gd name="T41" fmla="*/ 22 h 50"/>
                <a:gd name="T42" fmla="*/ 2 w 6"/>
                <a:gd name="T43" fmla="*/ 20 h 50"/>
                <a:gd name="T44" fmla="*/ 3 w 6"/>
                <a:gd name="T45" fmla="*/ 12 h 50"/>
                <a:gd name="T46" fmla="*/ 3 w 6"/>
                <a:gd name="T47" fmla="*/ 8 h 50"/>
                <a:gd name="T48" fmla="*/ 3 w 6"/>
                <a:gd name="T49" fmla="*/ 17 h 50"/>
                <a:gd name="T50" fmla="*/ 3 w 6"/>
                <a:gd name="T51" fmla="*/ 26 h 50"/>
                <a:gd name="T52" fmla="*/ 3 w 6"/>
                <a:gd name="T53" fmla="*/ 25 h 50"/>
                <a:gd name="T54" fmla="*/ 3 w 6"/>
                <a:gd name="T55" fmla="*/ 22 h 50"/>
                <a:gd name="T56" fmla="*/ 3 w 6"/>
                <a:gd name="T57" fmla="*/ 20 h 50"/>
                <a:gd name="T58" fmla="*/ 3 w 6"/>
                <a:gd name="T59" fmla="*/ 15 h 50"/>
                <a:gd name="T60" fmla="*/ 3 w 6"/>
                <a:gd name="T61" fmla="*/ 7 h 50"/>
                <a:gd name="T62" fmla="*/ 4 w 6"/>
                <a:gd name="T63" fmla="*/ 0 h 50"/>
                <a:gd name="T64" fmla="*/ 4 w 6"/>
                <a:gd name="T65" fmla="*/ 3 h 50"/>
                <a:gd name="T66" fmla="*/ 4 w 6"/>
                <a:gd name="T67" fmla="*/ 14 h 50"/>
                <a:gd name="T68" fmla="*/ 4 w 6"/>
                <a:gd name="T69" fmla="*/ 27 h 50"/>
                <a:gd name="T70" fmla="*/ 4 w 6"/>
                <a:gd name="T71" fmla="*/ 32 h 50"/>
                <a:gd name="T72" fmla="*/ 4 w 6"/>
                <a:gd name="T73" fmla="*/ 30 h 50"/>
                <a:gd name="T74" fmla="*/ 5 w 6"/>
                <a:gd name="T75" fmla="*/ 27 h 50"/>
                <a:gd name="T76" fmla="*/ 5 w 6"/>
                <a:gd name="T77" fmla="*/ 28 h 50"/>
                <a:gd name="T78" fmla="*/ 5 w 6"/>
                <a:gd name="T79" fmla="*/ 27 h 50"/>
                <a:gd name="T80" fmla="*/ 5 w 6"/>
                <a:gd name="T81" fmla="*/ 23 h 50"/>
                <a:gd name="T82" fmla="*/ 5 w 6"/>
                <a:gd name="T83" fmla="*/ 19 h 50"/>
                <a:gd name="T84" fmla="*/ 5 w 6"/>
                <a:gd name="T85" fmla="*/ 17 h 50"/>
                <a:gd name="T86" fmla="*/ 5 w 6"/>
                <a:gd name="T87" fmla="*/ 16 h 50"/>
                <a:gd name="T88" fmla="*/ 5 w 6"/>
                <a:gd name="T89" fmla="*/ 17 h 50"/>
                <a:gd name="T90" fmla="*/ 5 w 6"/>
                <a:gd name="T91" fmla="*/ 20 h 50"/>
                <a:gd name="T92" fmla="*/ 6 w 6"/>
                <a:gd name="T93" fmla="*/ 27 h 50"/>
                <a:gd name="T94" fmla="*/ 6 w 6"/>
                <a:gd name="T95" fmla="*/ 39 h 50"/>
                <a:gd name="T96" fmla="*/ 6 w 6"/>
                <a:gd name="T97" fmla="*/ 46 h 50"/>
                <a:gd name="T98" fmla="*/ 6 w 6"/>
                <a:gd name="T99" fmla="*/ 44 h 50"/>
                <a:gd name="T100" fmla="*/ 6 w 6"/>
                <a:gd name="T101" fmla="*/ 46 h 50"/>
                <a:gd name="T102" fmla="*/ 6 w 6"/>
                <a:gd name="T103" fmla="*/ 4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0">
                  <a:moveTo>
                    <a:pt x="0" y="50"/>
                  </a:moveTo>
                  <a:lnTo>
                    <a:pt x="0" y="48"/>
                  </a:lnTo>
                  <a:lnTo>
                    <a:pt x="0" y="37"/>
                  </a:lnTo>
                  <a:lnTo>
                    <a:pt x="0" y="20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17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1" y="28"/>
                  </a:lnTo>
                  <a:lnTo>
                    <a:pt x="2" y="30"/>
                  </a:lnTo>
                  <a:lnTo>
                    <a:pt x="2" y="27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2" y="19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2" y="17"/>
                  </a:lnTo>
                  <a:lnTo>
                    <a:pt x="2" y="22"/>
                  </a:lnTo>
                  <a:lnTo>
                    <a:pt x="2" y="20"/>
                  </a:lnTo>
                  <a:lnTo>
                    <a:pt x="3" y="12"/>
                  </a:lnTo>
                  <a:lnTo>
                    <a:pt x="3" y="8"/>
                  </a:lnTo>
                  <a:lnTo>
                    <a:pt x="3" y="17"/>
                  </a:lnTo>
                  <a:lnTo>
                    <a:pt x="3" y="26"/>
                  </a:lnTo>
                  <a:lnTo>
                    <a:pt x="3" y="25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5"/>
                  </a:lnTo>
                  <a:lnTo>
                    <a:pt x="3" y="7"/>
                  </a:lnTo>
                  <a:lnTo>
                    <a:pt x="4" y="0"/>
                  </a:lnTo>
                  <a:lnTo>
                    <a:pt x="4" y="3"/>
                  </a:lnTo>
                  <a:lnTo>
                    <a:pt x="4" y="14"/>
                  </a:lnTo>
                  <a:lnTo>
                    <a:pt x="4" y="27"/>
                  </a:lnTo>
                  <a:lnTo>
                    <a:pt x="4" y="32"/>
                  </a:lnTo>
                  <a:lnTo>
                    <a:pt x="4" y="30"/>
                  </a:lnTo>
                  <a:lnTo>
                    <a:pt x="5" y="27"/>
                  </a:lnTo>
                  <a:lnTo>
                    <a:pt x="5" y="28"/>
                  </a:lnTo>
                  <a:lnTo>
                    <a:pt x="5" y="27"/>
                  </a:lnTo>
                  <a:lnTo>
                    <a:pt x="5" y="23"/>
                  </a:lnTo>
                  <a:lnTo>
                    <a:pt x="5" y="19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20"/>
                  </a:lnTo>
                  <a:lnTo>
                    <a:pt x="6" y="27"/>
                  </a:lnTo>
                  <a:lnTo>
                    <a:pt x="6" y="39"/>
                  </a:lnTo>
                  <a:lnTo>
                    <a:pt x="6" y="46"/>
                  </a:lnTo>
                  <a:lnTo>
                    <a:pt x="6" y="44"/>
                  </a:lnTo>
                  <a:lnTo>
                    <a:pt x="6" y="46"/>
                  </a:lnTo>
                  <a:lnTo>
                    <a:pt x="6" y="4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93" name="Freeform 1099"/>
            <p:cNvSpPr/>
            <p:nvPr/>
          </p:nvSpPr>
          <p:spPr bwMode="auto">
            <a:xfrm>
              <a:off x="4562475" y="4714876"/>
              <a:ext cx="11113" cy="57150"/>
            </a:xfrm>
            <a:custGeom>
              <a:avLst/>
              <a:gdLst>
                <a:gd name="T0" fmla="*/ 0 w 7"/>
                <a:gd name="T1" fmla="*/ 8 h 36"/>
                <a:gd name="T2" fmla="*/ 0 w 7"/>
                <a:gd name="T3" fmla="*/ 11 h 36"/>
                <a:gd name="T4" fmla="*/ 1 w 7"/>
                <a:gd name="T5" fmla="*/ 7 h 36"/>
                <a:gd name="T6" fmla="*/ 1 w 7"/>
                <a:gd name="T7" fmla="*/ 0 h 36"/>
                <a:gd name="T8" fmla="*/ 1 w 7"/>
                <a:gd name="T9" fmla="*/ 1 h 36"/>
                <a:gd name="T10" fmla="*/ 1 w 7"/>
                <a:gd name="T11" fmla="*/ 3 h 36"/>
                <a:gd name="T12" fmla="*/ 1 w 7"/>
                <a:gd name="T13" fmla="*/ 3 h 36"/>
                <a:gd name="T14" fmla="*/ 1 w 7"/>
                <a:gd name="T15" fmla="*/ 5 h 36"/>
                <a:gd name="T16" fmla="*/ 1 w 7"/>
                <a:gd name="T17" fmla="*/ 7 h 36"/>
                <a:gd name="T18" fmla="*/ 1 w 7"/>
                <a:gd name="T19" fmla="*/ 9 h 36"/>
                <a:gd name="T20" fmla="*/ 1 w 7"/>
                <a:gd name="T21" fmla="*/ 13 h 36"/>
                <a:gd name="T22" fmla="*/ 2 w 7"/>
                <a:gd name="T23" fmla="*/ 16 h 36"/>
                <a:gd name="T24" fmla="*/ 2 w 7"/>
                <a:gd name="T25" fmla="*/ 14 h 36"/>
                <a:gd name="T26" fmla="*/ 2 w 7"/>
                <a:gd name="T27" fmla="*/ 11 h 36"/>
                <a:gd name="T28" fmla="*/ 2 w 7"/>
                <a:gd name="T29" fmla="*/ 14 h 36"/>
                <a:gd name="T30" fmla="*/ 2 w 7"/>
                <a:gd name="T31" fmla="*/ 25 h 36"/>
                <a:gd name="T32" fmla="*/ 2 w 7"/>
                <a:gd name="T33" fmla="*/ 36 h 36"/>
                <a:gd name="T34" fmla="*/ 2 w 7"/>
                <a:gd name="T35" fmla="*/ 33 h 36"/>
                <a:gd name="T36" fmla="*/ 2 w 7"/>
                <a:gd name="T37" fmla="*/ 19 h 36"/>
                <a:gd name="T38" fmla="*/ 2 w 7"/>
                <a:gd name="T39" fmla="*/ 15 h 36"/>
                <a:gd name="T40" fmla="*/ 3 w 7"/>
                <a:gd name="T41" fmla="*/ 20 h 36"/>
                <a:gd name="T42" fmla="*/ 3 w 7"/>
                <a:gd name="T43" fmla="*/ 15 h 36"/>
                <a:gd name="T44" fmla="*/ 3 w 7"/>
                <a:gd name="T45" fmla="*/ 3 h 36"/>
                <a:gd name="T46" fmla="*/ 3 w 7"/>
                <a:gd name="T47" fmla="*/ 1 h 36"/>
                <a:gd name="T48" fmla="*/ 3 w 7"/>
                <a:gd name="T49" fmla="*/ 12 h 36"/>
                <a:gd name="T50" fmla="*/ 3 w 7"/>
                <a:gd name="T51" fmla="*/ 19 h 36"/>
                <a:gd name="T52" fmla="*/ 4 w 7"/>
                <a:gd name="T53" fmla="*/ 16 h 36"/>
                <a:gd name="T54" fmla="*/ 4 w 7"/>
                <a:gd name="T55" fmla="*/ 14 h 36"/>
                <a:gd name="T56" fmla="*/ 4 w 7"/>
                <a:gd name="T57" fmla="*/ 17 h 36"/>
                <a:gd name="T58" fmla="*/ 4 w 7"/>
                <a:gd name="T59" fmla="*/ 20 h 36"/>
                <a:gd name="T60" fmla="*/ 4 w 7"/>
                <a:gd name="T61" fmla="*/ 25 h 36"/>
                <a:gd name="T62" fmla="*/ 4 w 7"/>
                <a:gd name="T63" fmla="*/ 29 h 36"/>
                <a:gd name="T64" fmla="*/ 4 w 7"/>
                <a:gd name="T65" fmla="*/ 25 h 36"/>
                <a:gd name="T66" fmla="*/ 4 w 7"/>
                <a:gd name="T67" fmla="*/ 20 h 36"/>
                <a:gd name="T68" fmla="*/ 4 w 7"/>
                <a:gd name="T69" fmla="*/ 23 h 36"/>
                <a:gd name="T70" fmla="*/ 4 w 7"/>
                <a:gd name="T71" fmla="*/ 24 h 36"/>
                <a:gd name="T72" fmla="*/ 5 w 7"/>
                <a:gd name="T73" fmla="*/ 15 h 36"/>
                <a:gd name="T74" fmla="*/ 5 w 7"/>
                <a:gd name="T75" fmla="*/ 7 h 36"/>
                <a:gd name="T76" fmla="*/ 5 w 7"/>
                <a:gd name="T77" fmla="*/ 9 h 36"/>
                <a:gd name="T78" fmla="*/ 5 w 7"/>
                <a:gd name="T79" fmla="*/ 16 h 36"/>
                <a:gd name="T80" fmla="*/ 5 w 7"/>
                <a:gd name="T81" fmla="*/ 21 h 36"/>
                <a:gd name="T82" fmla="*/ 5 w 7"/>
                <a:gd name="T83" fmla="*/ 20 h 36"/>
                <a:gd name="T84" fmla="*/ 6 w 7"/>
                <a:gd name="T85" fmla="*/ 22 h 36"/>
                <a:gd name="T86" fmla="*/ 6 w 7"/>
                <a:gd name="T87" fmla="*/ 26 h 36"/>
                <a:gd name="T88" fmla="*/ 6 w 7"/>
                <a:gd name="T89" fmla="*/ 22 h 36"/>
                <a:gd name="T90" fmla="*/ 6 w 7"/>
                <a:gd name="T91" fmla="*/ 12 h 36"/>
                <a:gd name="T92" fmla="*/ 6 w 7"/>
                <a:gd name="T93" fmla="*/ 10 h 36"/>
                <a:gd name="T94" fmla="*/ 6 w 7"/>
                <a:gd name="T95" fmla="*/ 13 h 36"/>
                <a:gd name="T96" fmla="*/ 6 w 7"/>
                <a:gd name="T97" fmla="*/ 13 h 36"/>
                <a:gd name="T98" fmla="*/ 6 w 7"/>
                <a:gd name="T99" fmla="*/ 15 h 36"/>
                <a:gd name="T100" fmla="*/ 6 w 7"/>
                <a:gd name="T101" fmla="*/ 22 h 36"/>
                <a:gd name="T102" fmla="*/ 7 w 7"/>
                <a:gd name="T103" fmla="*/ 2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36">
                  <a:moveTo>
                    <a:pt x="0" y="8"/>
                  </a:moveTo>
                  <a:lnTo>
                    <a:pt x="0" y="11"/>
                  </a:lnTo>
                  <a:lnTo>
                    <a:pt x="1" y="7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7"/>
                  </a:lnTo>
                  <a:lnTo>
                    <a:pt x="1" y="9"/>
                  </a:lnTo>
                  <a:lnTo>
                    <a:pt x="1" y="13"/>
                  </a:lnTo>
                  <a:lnTo>
                    <a:pt x="2" y="16"/>
                  </a:lnTo>
                  <a:lnTo>
                    <a:pt x="2" y="14"/>
                  </a:lnTo>
                  <a:lnTo>
                    <a:pt x="2" y="11"/>
                  </a:lnTo>
                  <a:lnTo>
                    <a:pt x="2" y="14"/>
                  </a:lnTo>
                  <a:lnTo>
                    <a:pt x="2" y="25"/>
                  </a:lnTo>
                  <a:lnTo>
                    <a:pt x="2" y="36"/>
                  </a:lnTo>
                  <a:lnTo>
                    <a:pt x="2" y="33"/>
                  </a:lnTo>
                  <a:lnTo>
                    <a:pt x="2" y="19"/>
                  </a:lnTo>
                  <a:lnTo>
                    <a:pt x="2" y="15"/>
                  </a:lnTo>
                  <a:lnTo>
                    <a:pt x="3" y="20"/>
                  </a:lnTo>
                  <a:lnTo>
                    <a:pt x="3" y="15"/>
                  </a:lnTo>
                  <a:lnTo>
                    <a:pt x="3" y="3"/>
                  </a:lnTo>
                  <a:lnTo>
                    <a:pt x="3" y="1"/>
                  </a:lnTo>
                  <a:lnTo>
                    <a:pt x="3" y="12"/>
                  </a:lnTo>
                  <a:lnTo>
                    <a:pt x="3" y="19"/>
                  </a:lnTo>
                  <a:lnTo>
                    <a:pt x="4" y="16"/>
                  </a:lnTo>
                  <a:lnTo>
                    <a:pt x="4" y="14"/>
                  </a:lnTo>
                  <a:lnTo>
                    <a:pt x="4" y="17"/>
                  </a:lnTo>
                  <a:lnTo>
                    <a:pt x="4" y="20"/>
                  </a:lnTo>
                  <a:lnTo>
                    <a:pt x="4" y="25"/>
                  </a:lnTo>
                  <a:lnTo>
                    <a:pt x="4" y="29"/>
                  </a:lnTo>
                  <a:lnTo>
                    <a:pt x="4" y="25"/>
                  </a:lnTo>
                  <a:lnTo>
                    <a:pt x="4" y="20"/>
                  </a:lnTo>
                  <a:lnTo>
                    <a:pt x="4" y="23"/>
                  </a:lnTo>
                  <a:lnTo>
                    <a:pt x="4" y="24"/>
                  </a:lnTo>
                  <a:lnTo>
                    <a:pt x="5" y="15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16"/>
                  </a:lnTo>
                  <a:lnTo>
                    <a:pt x="5" y="21"/>
                  </a:lnTo>
                  <a:lnTo>
                    <a:pt x="5" y="20"/>
                  </a:lnTo>
                  <a:lnTo>
                    <a:pt x="6" y="22"/>
                  </a:lnTo>
                  <a:lnTo>
                    <a:pt x="6" y="26"/>
                  </a:lnTo>
                  <a:lnTo>
                    <a:pt x="6" y="22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6" y="15"/>
                  </a:lnTo>
                  <a:lnTo>
                    <a:pt x="6" y="22"/>
                  </a:lnTo>
                  <a:lnTo>
                    <a:pt x="7" y="2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94" name="Freeform 1100"/>
            <p:cNvSpPr/>
            <p:nvPr/>
          </p:nvSpPr>
          <p:spPr bwMode="auto">
            <a:xfrm>
              <a:off x="4572000" y="4664076"/>
              <a:ext cx="11113" cy="112713"/>
            </a:xfrm>
            <a:custGeom>
              <a:avLst/>
              <a:gdLst>
                <a:gd name="T0" fmla="*/ 0 w 7"/>
                <a:gd name="T1" fmla="*/ 54 h 71"/>
                <a:gd name="T2" fmla="*/ 1 w 7"/>
                <a:gd name="T3" fmla="*/ 58 h 71"/>
                <a:gd name="T4" fmla="*/ 1 w 7"/>
                <a:gd name="T5" fmla="*/ 57 h 71"/>
                <a:gd name="T6" fmla="*/ 1 w 7"/>
                <a:gd name="T7" fmla="*/ 59 h 71"/>
                <a:gd name="T8" fmla="*/ 1 w 7"/>
                <a:gd name="T9" fmla="*/ 67 h 71"/>
                <a:gd name="T10" fmla="*/ 1 w 7"/>
                <a:gd name="T11" fmla="*/ 71 h 71"/>
                <a:gd name="T12" fmla="*/ 1 w 7"/>
                <a:gd name="T13" fmla="*/ 64 h 71"/>
                <a:gd name="T14" fmla="*/ 2 w 7"/>
                <a:gd name="T15" fmla="*/ 50 h 71"/>
                <a:gd name="T16" fmla="*/ 2 w 7"/>
                <a:gd name="T17" fmla="*/ 43 h 71"/>
                <a:gd name="T18" fmla="*/ 2 w 7"/>
                <a:gd name="T19" fmla="*/ 39 h 71"/>
                <a:gd name="T20" fmla="*/ 2 w 7"/>
                <a:gd name="T21" fmla="*/ 35 h 71"/>
                <a:gd name="T22" fmla="*/ 2 w 7"/>
                <a:gd name="T23" fmla="*/ 35 h 71"/>
                <a:gd name="T24" fmla="*/ 2 w 7"/>
                <a:gd name="T25" fmla="*/ 38 h 71"/>
                <a:gd name="T26" fmla="*/ 2 w 7"/>
                <a:gd name="T27" fmla="*/ 39 h 71"/>
                <a:gd name="T28" fmla="*/ 2 w 7"/>
                <a:gd name="T29" fmla="*/ 39 h 71"/>
                <a:gd name="T30" fmla="*/ 2 w 7"/>
                <a:gd name="T31" fmla="*/ 41 h 71"/>
                <a:gd name="T32" fmla="*/ 3 w 7"/>
                <a:gd name="T33" fmla="*/ 42 h 71"/>
                <a:gd name="T34" fmla="*/ 3 w 7"/>
                <a:gd name="T35" fmla="*/ 41 h 71"/>
                <a:gd name="T36" fmla="*/ 3 w 7"/>
                <a:gd name="T37" fmla="*/ 39 h 71"/>
                <a:gd name="T38" fmla="*/ 3 w 7"/>
                <a:gd name="T39" fmla="*/ 34 h 71"/>
                <a:gd name="T40" fmla="*/ 3 w 7"/>
                <a:gd name="T41" fmla="*/ 26 h 71"/>
                <a:gd name="T42" fmla="*/ 3 w 7"/>
                <a:gd name="T43" fmla="*/ 20 h 71"/>
                <a:gd name="T44" fmla="*/ 3 w 7"/>
                <a:gd name="T45" fmla="*/ 17 h 71"/>
                <a:gd name="T46" fmla="*/ 3 w 7"/>
                <a:gd name="T47" fmla="*/ 15 h 71"/>
                <a:gd name="T48" fmla="*/ 3 w 7"/>
                <a:gd name="T49" fmla="*/ 11 h 71"/>
                <a:gd name="T50" fmla="*/ 4 w 7"/>
                <a:gd name="T51" fmla="*/ 6 h 71"/>
                <a:gd name="T52" fmla="*/ 4 w 7"/>
                <a:gd name="T53" fmla="*/ 3 h 71"/>
                <a:gd name="T54" fmla="*/ 4 w 7"/>
                <a:gd name="T55" fmla="*/ 0 h 71"/>
                <a:gd name="T56" fmla="*/ 4 w 7"/>
                <a:gd name="T57" fmla="*/ 6 h 71"/>
                <a:gd name="T58" fmla="*/ 4 w 7"/>
                <a:gd name="T59" fmla="*/ 20 h 71"/>
                <a:gd name="T60" fmla="*/ 4 w 7"/>
                <a:gd name="T61" fmla="*/ 28 h 71"/>
                <a:gd name="T62" fmla="*/ 5 w 7"/>
                <a:gd name="T63" fmla="*/ 27 h 71"/>
                <a:gd name="T64" fmla="*/ 5 w 7"/>
                <a:gd name="T65" fmla="*/ 26 h 71"/>
                <a:gd name="T66" fmla="*/ 5 w 7"/>
                <a:gd name="T67" fmla="*/ 23 h 71"/>
                <a:gd name="T68" fmla="*/ 5 w 7"/>
                <a:gd name="T69" fmla="*/ 14 h 71"/>
                <a:gd name="T70" fmla="*/ 5 w 7"/>
                <a:gd name="T71" fmla="*/ 9 h 71"/>
                <a:gd name="T72" fmla="*/ 5 w 7"/>
                <a:gd name="T73" fmla="*/ 14 h 71"/>
                <a:gd name="T74" fmla="*/ 5 w 7"/>
                <a:gd name="T75" fmla="*/ 19 h 71"/>
                <a:gd name="T76" fmla="*/ 5 w 7"/>
                <a:gd name="T77" fmla="*/ 18 h 71"/>
                <a:gd name="T78" fmla="*/ 5 w 7"/>
                <a:gd name="T79" fmla="*/ 17 h 71"/>
                <a:gd name="T80" fmla="*/ 6 w 7"/>
                <a:gd name="T81" fmla="*/ 21 h 71"/>
                <a:gd name="T82" fmla="*/ 6 w 7"/>
                <a:gd name="T83" fmla="*/ 29 h 71"/>
                <a:gd name="T84" fmla="*/ 6 w 7"/>
                <a:gd name="T85" fmla="*/ 33 h 71"/>
                <a:gd name="T86" fmla="*/ 6 w 7"/>
                <a:gd name="T87" fmla="*/ 30 h 71"/>
                <a:gd name="T88" fmla="*/ 6 w 7"/>
                <a:gd name="T89" fmla="*/ 25 h 71"/>
                <a:gd name="T90" fmla="*/ 6 w 7"/>
                <a:gd name="T91" fmla="*/ 23 h 71"/>
                <a:gd name="T92" fmla="*/ 7 w 7"/>
                <a:gd name="T93" fmla="*/ 24 h 71"/>
                <a:gd name="T94" fmla="*/ 7 w 7"/>
                <a:gd name="T95" fmla="*/ 26 h 71"/>
                <a:gd name="T96" fmla="*/ 7 w 7"/>
                <a:gd name="T97" fmla="*/ 32 h 71"/>
                <a:gd name="T98" fmla="*/ 7 w 7"/>
                <a:gd name="T99" fmla="*/ 39 h 71"/>
                <a:gd name="T100" fmla="*/ 7 w 7"/>
                <a:gd name="T101" fmla="*/ 38 h 71"/>
                <a:gd name="T102" fmla="*/ 7 w 7"/>
                <a:gd name="T103" fmla="*/ 3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1">
                  <a:moveTo>
                    <a:pt x="0" y="54"/>
                  </a:moveTo>
                  <a:lnTo>
                    <a:pt x="1" y="58"/>
                  </a:lnTo>
                  <a:lnTo>
                    <a:pt x="1" y="57"/>
                  </a:lnTo>
                  <a:lnTo>
                    <a:pt x="1" y="59"/>
                  </a:lnTo>
                  <a:lnTo>
                    <a:pt x="1" y="67"/>
                  </a:lnTo>
                  <a:lnTo>
                    <a:pt x="1" y="71"/>
                  </a:lnTo>
                  <a:lnTo>
                    <a:pt x="1" y="64"/>
                  </a:lnTo>
                  <a:lnTo>
                    <a:pt x="2" y="50"/>
                  </a:lnTo>
                  <a:lnTo>
                    <a:pt x="2" y="43"/>
                  </a:lnTo>
                  <a:lnTo>
                    <a:pt x="2" y="39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41"/>
                  </a:lnTo>
                  <a:lnTo>
                    <a:pt x="3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3" y="34"/>
                  </a:lnTo>
                  <a:lnTo>
                    <a:pt x="3" y="26"/>
                  </a:lnTo>
                  <a:lnTo>
                    <a:pt x="3" y="20"/>
                  </a:lnTo>
                  <a:lnTo>
                    <a:pt x="3" y="17"/>
                  </a:lnTo>
                  <a:lnTo>
                    <a:pt x="3" y="15"/>
                  </a:lnTo>
                  <a:lnTo>
                    <a:pt x="3" y="11"/>
                  </a:lnTo>
                  <a:lnTo>
                    <a:pt x="4" y="6"/>
                  </a:lnTo>
                  <a:lnTo>
                    <a:pt x="4" y="3"/>
                  </a:lnTo>
                  <a:lnTo>
                    <a:pt x="4" y="0"/>
                  </a:lnTo>
                  <a:lnTo>
                    <a:pt x="4" y="6"/>
                  </a:lnTo>
                  <a:lnTo>
                    <a:pt x="4" y="20"/>
                  </a:lnTo>
                  <a:lnTo>
                    <a:pt x="4" y="28"/>
                  </a:lnTo>
                  <a:lnTo>
                    <a:pt x="5" y="27"/>
                  </a:lnTo>
                  <a:lnTo>
                    <a:pt x="5" y="26"/>
                  </a:lnTo>
                  <a:lnTo>
                    <a:pt x="5" y="23"/>
                  </a:lnTo>
                  <a:lnTo>
                    <a:pt x="5" y="14"/>
                  </a:lnTo>
                  <a:lnTo>
                    <a:pt x="5" y="9"/>
                  </a:lnTo>
                  <a:lnTo>
                    <a:pt x="5" y="14"/>
                  </a:lnTo>
                  <a:lnTo>
                    <a:pt x="5" y="19"/>
                  </a:lnTo>
                  <a:lnTo>
                    <a:pt x="5" y="18"/>
                  </a:lnTo>
                  <a:lnTo>
                    <a:pt x="5" y="17"/>
                  </a:lnTo>
                  <a:lnTo>
                    <a:pt x="6" y="21"/>
                  </a:lnTo>
                  <a:lnTo>
                    <a:pt x="6" y="29"/>
                  </a:lnTo>
                  <a:lnTo>
                    <a:pt x="6" y="33"/>
                  </a:lnTo>
                  <a:lnTo>
                    <a:pt x="6" y="30"/>
                  </a:lnTo>
                  <a:lnTo>
                    <a:pt x="6" y="25"/>
                  </a:lnTo>
                  <a:lnTo>
                    <a:pt x="6" y="23"/>
                  </a:lnTo>
                  <a:lnTo>
                    <a:pt x="7" y="24"/>
                  </a:lnTo>
                  <a:lnTo>
                    <a:pt x="7" y="26"/>
                  </a:lnTo>
                  <a:lnTo>
                    <a:pt x="7" y="32"/>
                  </a:lnTo>
                  <a:lnTo>
                    <a:pt x="7" y="39"/>
                  </a:lnTo>
                  <a:lnTo>
                    <a:pt x="7" y="38"/>
                  </a:lnTo>
                  <a:lnTo>
                    <a:pt x="7" y="3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95" name="Freeform 1101"/>
            <p:cNvSpPr/>
            <p:nvPr/>
          </p:nvSpPr>
          <p:spPr bwMode="auto">
            <a:xfrm>
              <a:off x="4583113" y="4692651"/>
              <a:ext cx="9525" cy="42863"/>
            </a:xfrm>
            <a:custGeom>
              <a:avLst/>
              <a:gdLst>
                <a:gd name="T0" fmla="*/ 0 w 6"/>
                <a:gd name="T1" fmla="*/ 20 h 27"/>
                <a:gd name="T2" fmla="*/ 0 w 6"/>
                <a:gd name="T3" fmla="*/ 14 h 27"/>
                <a:gd name="T4" fmla="*/ 0 w 6"/>
                <a:gd name="T5" fmla="*/ 12 h 27"/>
                <a:gd name="T6" fmla="*/ 0 w 6"/>
                <a:gd name="T7" fmla="*/ 16 h 27"/>
                <a:gd name="T8" fmla="*/ 0 w 6"/>
                <a:gd name="T9" fmla="*/ 20 h 27"/>
                <a:gd name="T10" fmla="*/ 0 w 6"/>
                <a:gd name="T11" fmla="*/ 21 h 27"/>
                <a:gd name="T12" fmla="*/ 1 w 6"/>
                <a:gd name="T13" fmla="*/ 20 h 27"/>
                <a:gd name="T14" fmla="*/ 1 w 6"/>
                <a:gd name="T15" fmla="*/ 14 h 27"/>
                <a:gd name="T16" fmla="*/ 1 w 6"/>
                <a:gd name="T17" fmla="*/ 5 h 27"/>
                <a:gd name="T18" fmla="*/ 1 w 6"/>
                <a:gd name="T19" fmla="*/ 1 h 27"/>
                <a:gd name="T20" fmla="*/ 1 w 6"/>
                <a:gd name="T21" fmla="*/ 5 h 27"/>
                <a:gd name="T22" fmla="*/ 1 w 6"/>
                <a:gd name="T23" fmla="*/ 13 h 27"/>
                <a:gd name="T24" fmla="*/ 1 w 6"/>
                <a:gd name="T25" fmla="*/ 22 h 27"/>
                <a:gd name="T26" fmla="*/ 1 w 6"/>
                <a:gd name="T27" fmla="*/ 27 h 27"/>
                <a:gd name="T28" fmla="*/ 1 w 6"/>
                <a:gd name="T29" fmla="*/ 22 h 27"/>
                <a:gd name="T30" fmla="*/ 2 w 6"/>
                <a:gd name="T31" fmla="*/ 12 h 27"/>
                <a:gd name="T32" fmla="*/ 2 w 6"/>
                <a:gd name="T33" fmla="*/ 10 h 27"/>
                <a:gd name="T34" fmla="*/ 2 w 6"/>
                <a:gd name="T35" fmla="*/ 16 h 27"/>
                <a:gd name="T36" fmla="*/ 2 w 6"/>
                <a:gd name="T37" fmla="*/ 18 h 27"/>
                <a:gd name="T38" fmla="*/ 2 w 6"/>
                <a:gd name="T39" fmla="*/ 17 h 27"/>
                <a:gd name="T40" fmla="*/ 2 w 6"/>
                <a:gd name="T41" fmla="*/ 16 h 27"/>
                <a:gd name="T42" fmla="*/ 3 w 6"/>
                <a:gd name="T43" fmla="*/ 13 h 27"/>
                <a:gd name="T44" fmla="*/ 3 w 6"/>
                <a:gd name="T45" fmla="*/ 6 h 27"/>
                <a:gd name="T46" fmla="*/ 3 w 6"/>
                <a:gd name="T47" fmla="*/ 3 h 27"/>
                <a:gd name="T48" fmla="*/ 3 w 6"/>
                <a:gd name="T49" fmla="*/ 3 h 27"/>
                <a:gd name="T50" fmla="*/ 3 w 6"/>
                <a:gd name="T51" fmla="*/ 3 h 27"/>
                <a:gd name="T52" fmla="*/ 3 w 6"/>
                <a:gd name="T53" fmla="*/ 2 h 27"/>
                <a:gd name="T54" fmla="*/ 3 w 6"/>
                <a:gd name="T55" fmla="*/ 5 h 27"/>
                <a:gd name="T56" fmla="*/ 3 w 6"/>
                <a:gd name="T57" fmla="*/ 9 h 27"/>
                <a:gd name="T58" fmla="*/ 3 w 6"/>
                <a:gd name="T59" fmla="*/ 8 h 27"/>
                <a:gd name="T60" fmla="*/ 4 w 6"/>
                <a:gd name="T61" fmla="*/ 10 h 27"/>
                <a:gd name="T62" fmla="*/ 4 w 6"/>
                <a:gd name="T63" fmla="*/ 17 h 27"/>
                <a:gd name="T64" fmla="*/ 4 w 6"/>
                <a:gd name="T65" fmla="*/ 23 h 27"/>
                <a:gd name="T66" fmla="*/ 4 w 6"/>
                <a:gd name="T67" fmla="*/ 22 h 27"/>
                <a:gd name="T68" fmla="*/ 4 w 6"/>
                <a:gd name="T69" fmla="*/ 20 h 27"/>
                <a:gd name="T70" fmla="*/ 4 w 6"/>
                <a:gd name="T71" fmla="*/ 20 h 27"/>
                <a:gd name="T72" fmla="*/ 5 w 6"/>
                <a:gd name="T73" fmla="*/ 18 h 27"/>
                <a:gd name="T74" fmla="*/ 5 w 6"/>
                <a:gd name="T75" fmla="*/ 9 h 27"/>
                <a:gd name="T76" fmla="*/ 5 w 6"/>
                <a:gd name="T77" fmla="*/ 3 h 27"/>
                <a:gd name="T78" fmla="*/ 5 w 6"/>
                <a:gd name="T79" fmla="*/ 5 h 27"/>
                <a:gd name="T80" fmla="*/ 5 w 6"/>
                <a:gd name="T81" fmla="*/ 5 h 27"/>
                <a:gd name="T82" fmla="*/ 5 w 6"/>
                <a:gd name="T83" fmla="*/ 0 h 27"/>
                <a:gd name="T84" fmla="*/ 5 w 6"/>
                <a:gd name="T85" fmla="*/ 0 h 27"/>
                <a:gd name="T86" fmla="*/ 5 w 6"/>
                <a:gd name="T87" fmla="*/ 5 h 27"/>
                <a:gd name="T88" fmla="*/ 5 w 6"/>
                <a:gd name="T89" fmla="*/ 6 h 27"/>
                <a:gd name="T90" fmla="*/ 6 w 6"/>
                <a:gd name="T91" fmla="*/ 7 h 27"/>
                <a:gd name="T92" fmla="*/ 6 w 6"/>
                <a:gd name="T93" fmla="*/ 14 h 27"/>
                <a:gd name="T94" fmla="*/ 6 w 6"/>
                <a:gd name="T95" fmla="*/ 18 h 27"/>
                <a:gd name="T96" fmla="*/ 6 w 6"/>
                <a:gd name="T97" fmla="*/ 13 h 27"/>
                <a:gd name="T98" fmla="*/ 6 w 6"/>
                <a:gd name="T99" fmla="*/ 11 h 27"/>
                <a:gd name="T100" fmla="*/ 6 w 6"/>
                <a:gd name="T101" fmla="*/ 13 h 27"/>
                <a:gd name="T102" fmla="*/ 6 w 6"/>
                <a:gd name="T103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27">
                  <a:moveTo>
                    <a:pt x="0" y="20"/>
                  </a:moveTo>
                  <a:lnTo>
                    <a:pt x="0" y="14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1" y="5"/>
                  </a:lnTo>
                  <a:lnTo>
                    <a:pt x="1" y="1"/>
                  </a:lnTo>
                  <a:lnTo>
                    <a:pt x="1" y="5"/>
                  </a:lnTo>
                  <a:lnTo>
                    <a:pt x="1" y="13"/>
                  </a:lnTo>
                  <a:lnTo>
                    <a:pt x="1" y="22"/>
                  </a:lnTo>
                  <a:lnTo>
                    <a:pt x="1" y="27"/>
                  </a:lnTo>
                  <a:lnTo>
                    <a:pt x="1" y="22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2" y="16"/>
                  </a:lnTo>
                  <a:lnTo>
                    <a:pt x="3" y="13"/>
                  </a:lnTo>
                  <a:lnTo>
                    <a:pt x="3" y="6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2"/>
                  </a:lnTo>
                  <a:lnTo>
                    <a:pt x="3" y="5"/>
                  </a:lnTo>
                  <a:lnTo>
                    <a:pt x="3" y="9"/>
                  </a:lnTo>
                  <a:lnTo>
                    <a:pt x="3" y="8"/>
                  </a:lnTo>
                  <a:lnTo>
                    <a:pt x="4" y="10"/>
                  </a:lnTo>
                  <a:lnTo>
                    <a:pt x="4" y="17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5" y="18"/>
                  </a:lnTo>
                  <a:lnTo>
                    <a:pt x="5" y="9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5" y="6"/>
                  </a:lnTo>
                  <a:lnTo>
                    <a:pt x="6" y="7"/>
                  </a:lnTo>
                  <a:lnTo>
                    <a:pt x="6" y="14"/>
                  </a:lnTo>
                  <a:lnTo>
                    <a:pt x="6" y="18"/>
                  </a:lnTo>
                  <a:lnTo>
                    <a:pt x="6" y="13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6" y="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96" name="Freeform 1102"/>
            <p:cNvSpPr/>
            <p:nvPr/>
          </p:nvSpPr>
          <p:spPr bwMode="auto">
            <a:xfrm>
              <a:off x="4592638" y="4641851"/>
              <a:ext cx="11113" cy="77788"/>
            </a:xfrm>
            <a:custGeom>
              <a:avLst/>
              <a:gdLst>
                <a:gd name="T0" fmla="*/ 0 w 7"/>
                <a:gd name="T1" fmla="*/ 45 h 49"/>
                <a:gd name="T2" fmla="*/ 0 w 7"/>
                <a:gd name="T3" fmla="*/ 39 h 49"/>
                <a:gd name="T4" fmla="*/ 0 w 7"/>
                <a:gd name="T5" fmla="*/ 29 h 49"/>
                <a:gd name="T6" fmla="*/ 0 w 7"/>
                <a:gd name="T7" fmla="*/ 27 h 49"/>
                <a:gd name="T8" fmla="*/ 1 w 7"/>
                <a:gd name="T9" fmla="*/ 32 h 49"/>
                <a:gd name="T10" fmla="*/ 1 w 7"/>
                <a:gd name="T11" fmla="*/ 36 h 49"/>
                <a:gd name="T12" fmla="*/ 1 w 7"/>
                <a:gd name="T13" fmla="*/ 37 h 49"/>
                <a:gd name="T14" fmla="*/ 1 w 7"/>
                <a:gd name="T15" fmla="*/ 35 h 49"/>
                <a:gd name="T16" fmla="*/ 1 w 7"/>
                <a:gd name="T17" fmla="*/ 33 h 49"/>
                <a:gd name="T18" fmla="*/ 1 w 7"/>
                <a:gd name="T19" fmla="*/ 32 h 49"/>
                <a:gd name="T20" fmla="*/ 2 w 7"/>
                <a:gd name="T21" fmla="*/ 30 h 49"/>
                <a:gd name="T22" fmla="*/ 2 w 7"/>
                <a:gd name="T23" fmla="*/ 29 h 49"/>
                <a:gd name="T24" fmla="*/ 2 w 7"/>
                <a:gd name="T25" fmla="*/ 31 h 49"/>
                <a:gd name="T26" fmla="*/ 2 w 7"/>
                <a:gd name="T27" fmla="*/ 39 h 49"/>
                <a:gd name="T28" fmla="*/ 2 w 7"/>
                <a:gd name="T29" fmla="*/ 47 h 49"/>
                <a:gd name="T30" fmla="*/ 2 w 7"/>
                <a:gd name="T31" fmla="*/ 49 h 49"/>
                <a:gd name="T32" fmla="*/ 2 w 7"/>
                <a:gd name="T33" fmla="*/ 41 h 49"/>
                <a:gd name="T34" fmla="*/ 2 w 7"/>
                <a:gd name="T35" fmla="*/ 31 h 49"/>
                <a:gd name="T36" fmla="*/ 2 w 7"/>
                <a:gd name="T37" fmla="*/ 28 h 49"/>
                <a:gd name="T38" fmla="*/ 2 w 7"/>
                <a:gd name="T39" fmla="*/ 28 h 49"/>
                <a:gd name="T40" fmla="*/ 3 w 7"/>
                <a:gd name="T41" fmla="*/ 21 h 49"/>
                <a:gd name="T42" fmla="*/ 3 w 7"/>
                <a:gd name="T43" fmla="*/ 16 h 49"/>
                <a:gd name="T44" fmla="*/ 3 w 7"/>
                <a:gd name="T45" fmla="*/ 20 h 49"/>
                <a:gd name="T46" fmla="*/ 3 w 7"/>
                <a:gd name="T47" fmla="*/ 24 h 49"/>
                <a:gd name="T48" fmla="*/ 3 w 7"/>
                <a:gd name="T49" fmla="*/ 22 h 49"/>
                <a:gd name="T50" fmla="*/ 3 w 7"/>
                <a:gd name="T51" fmla="*/ 20 h 49"/>
                <a:gd name="T52" fmla="*/ 4 w 7"/>
                <a:gd name="T53" fmla="*/ 23 h 49"/>
                <a:gd name="T54" fmla="*/ 4 w 7"/>
                <a:gd name="T55" fmla="*/ 27 h 49"/>
                <a:gd name="T56" fmla="*/ 4 w 7"/>
                <a:gd name="T57" fmla="*/ 25 h 49"/>
                <a:gd name="T58" fmla="*/ 4 w 7"/>
                <a:gd name="T59" fmla="*/ 19 h 49"/>
                <a:gd name="T60" fmla="*/ 4 w 7"/>
                <a:gd name="T61" fmla="*/ 13 h 49"/>
                <a:gd name="T62" fmla="*/ 4 w 7"/>
                <a:gd name="T63" fmla="*/ 10 h 49"/>
                <a:gd name="T64" fmla="*/ 4 w 7"/>
                <a:gd name="T65" fmla="*/ 10 h 49"/>
                <a:gd name="T66" fmla="*/ 4 w 7"/>
                <a:gd name="T67" fmla="*/ 10 h 49"/>
                <a:gd name="T68" fmla="*/ 4 w 7"/>
                <a:gd name="T69" fmla="*/ 6 h 49"/>
                <a:gd name="T70" fmla="*/ 5 w 7"/>
                <a:gd name="T71" fmla="*/ 3 h 49"/>
                <a:gd name="T72" fmla="*/ 5 w 7"/>
                <a:gd name="T73" fmla="*/ 4 h 49"/>
                <a:gd name="T74" fmla="*/ 5 w 7"/>
                <a:gd name="T75" fmla="*/ 8 h 49"/>
                <a:gd name="T76" fmla="*/ 5 w 7"/>
                <a:gd name="T77" fmla="*/ 11 h 49"/>
                <a:gd name="T78" fmla="*/ 5 w 7"/>
                <a:gd name="T79" fmla="*/ 13 h 49"/>
                <a:gd name="T80" fmla="*/ 5 w 7"/>
                <a:gd name="T81" fmla="*/ 17 h 49"/>
                <a:gd name="T82" fmla="*/ 5 w 7"/>
                <a:gd name="T83" fmla="*/ 18 h 49"/>
                <a:gd name="T84" fmla="*/ 5 w 7"/>
                <a:gd name="T85" fmla="*/ 20 h 49"/>
                <a:gd name="T86" fmla="*/ 5 w 7"/>
                <a:gd name="T87" fmla="*/ 22 h 49"/>
                <a:gd name="T88" fmla="*/ 6 w 7"/>
                <a:gd name="T89" fmla="*/ 20 h 49"/>
                <a:gd name="T90" fmla="*/ 6 w 7"/>
                <a:gd name="T91" fmla="*/ 13 h 49"/>
                <a:gd name="T92" fmla="*/ 6 w 7"/>
                <a:gd name="T93" fmla="*/ 7 h 49"/>
                <a:gd name="T94" fmla="*/ 6 w 7"/>
                <a:gd name="T95" fmla="*/ 3 h 49"/>
                <a:gd name="T96" fmla="*/ 6 w 7"/>
                <a:gd name="T97" fmla="*/ 0 h 49"/>
                <a:gd name="T98" fmla="*/ 6 w 7"/>
                <a:gd name="T99" fmla="*/ 2 h 49"/>
                <a:gd name="T100" fmla="*/ 7 w 7"/>
                <a:gd name="T101" fmla="*/ 7 h 49"/>
                <a:gd name="T102" fmla="*/ 7 w 7"/>
                <a:gd name="T103" fmla="*/ 1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49">
                  <a:moveTo>
                    <a:pt x="0" y="45"/>
                  </a:moveTo>
                  <a:lnTo>
                    <a:pt x="0" y="39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1" y="32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1" y="35"/>
                  </a:lnTo>
                  <a:lnTo>
                    <a:pt x="1" y="33"/>
                  </a:lnTo>
                  <a:lnTo>
                    <a:pt x="1" y="32"/>
                  </a:lnTo>
                  <a:lnTo>
                    <a:pt x="2" y="30"/>
                  </a:lnTo>
                  <a:lnTo>
                    <a:pt x="2" y="29"/>
                  </a:lnTo>
                  <a:lnTo>
                    <a:pt x="2" y="31"/>
                  </a:lnTo>
                  <a:lnTo>
                    <a:pt x="2" y="39"/>
                  </a:lnTo>
                  <a:lnTo>
                    <a:pt x="2" y="47"/>
                  </a:lnTo>
                  <a:lnTo>
                    <a:pt x="2" y="49"/>
                  </a:lnTo>
                  <a:lnTo>
                    <a:pt x="2" y="41"/>
                  </a:lnTo>
                  <a:lnTo>
                    <a:pt x="2" y="31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3" y="21"/>
                  </a:lnTo>
                  <a:lnTo>
                    <a:pt x="3" y="16"/>
                  </a:lnTo>
                  <a:lnTo>
                    <a:pt x="3" y="20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4" y="23"/>
                  </a:lnTo>
                  <a:lnTo>
                    <a:pt x="4" y="27"/>
                  </a:lnTo>
                  <a:lnTo>
                    <a:pt x="4" y="25"/>
                  </a:lnTo>
                  <a:lnTo>
                    <a:pt x="4" y="19"/>
                  </a:lnTo>
                  <a:lnTo>
                    <a:pt x="4" y="13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6"/>
                  </a:lnTo>
                  <a:lnTo>
                    <a:pt x="5" y="3"/>
                  </a:lnTo>
                  <a:lnTo>
                    <a:pt x="5" y="4"/>
                  </a:lnTo>
                  <a:lnTo>
                    <a:pt x="5" y="8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5" y="20"/>
                  </a:lnTo>
                  <a:lnTo>
                    <a:pt x="5" y="22"/>
                  </a:lnTo>
                  <a:lnTo>
                    <a:pt x="6" y="20"/>
                  </a:lnTo>
                  <a:lnTo>
                    <a:pt x="6" y="13"/>
                  </a:lnTo>
                  <a:lnTo>
                    <a:pt x="6" y="7"/>
                  </a:lnTo>
                  <a:lnTo>
                    <a:pt x="6" y="3"/>
                  </a:lnTo>
                  <a:lnTo>
                    <a:pt x="6" y="0"/>
                  </a:lnTo>
                  <a:lnTo>
                    <a:pt x="6" y="2"/>
                  </a:lnTo>
                  <a:lnTo>
                    <a:pt x="7" y="7"/>
                  </a:lnTo>
                  <a:lnTo>
                    <a:pt x="7" y="1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97" name="Freeform 1103"/>
            <p:cNvSpPr/>
            <p:nvPr/>
          </p:nvSpPr>
          <p:spPr bwMode="auto">
            <a:xfrm>
              <a:off x="4603750" y="4652963"/>
              <a:ext cx="9525" cy="128588"/>
            </a:xfrm>
            <a:custGeom>
              <a:avLst/>
              <a:gdLst>
                <a:gd name="T0" fmla="*/ 0 w 6"/>
                <a:gd name="T1" fmla="*/ 0 h 81"/>
                <a:gd name="T2" fmla="*/ 0 w 6"/>
                <a:gd name="T3" fmla="*/ 5 h 81"/>
                <a:gd name="T4" fmla="*/ 0 w 6"/>
                <a:gd name="T5" fmla="*/ 13 h 81"/>
                <a:gd name="T6" fmla="*/ 0 w 6"/>
                <a:gd name="T7" fmla="*/ 20 h 81"/>
                <a:gd name="T8" fmla="*/ 0 w 6"/>
                <a:gd name="T9" fmla="*/ 22 h 81"/>
                <a:gd name="T10" fmla="*/ 0 w 6"/>
                <a:gd name="T11" fmla="*/ 18 h 81"/>
                <a:gd name="T12" fmla="*/ 0 w 6"/>
                <a:gd name="T13" fmla="*/ 15 h 81"/>
                <a:gd name="T14" fmla="*/ 0 w 6"/>
                <a:gd name="T15" fmla="*/ 11 h 81"/>
                <a:gd name="T16" fmla="*/ 0 w 6"/>
                <a:gd name="T17" fmla="*/ 8 h 81"/>
                <a:gd name="T18" fmla="*/ 1 w 6"/>
                <a:gd name="T19" fmla="*/ 10 h 81"/>
                <a:gd name="T20" fmla="*/ 1 w 6"/>
                <a:gd name="T21" fmla="*/ 15 h 81"/>
                <a:gd name="T22" fmla="*/ 1 w 6"/>
                <a:gd name="T23" fmla="*/ 21 h 81"/>
                <a:gd name="T24" fmla="*/ 1 w 6"/>
                <a:gd name="T25" fmla="*/ 33 h 81"/>
                <a:gd name="T26" fmla="*/ 1 w 6"/>
                <a:gd name="T27" fmla="*/ 47 h 81"/>
                <a:gd name="T28" fmla="*/ 1 w 6"/>
                <a:gd name="T29" fmla="*/ 50 h 81"/>
                <a:gd name="T30" fmla="*/ 2 w 6"/>
                <a:gd name="T31" fmla="*/ 49 h 81"/>
                <a:gd name="T32" fmla="*/ 2 w 6"/>
                <a:gd name="T33" fmla="*/ 55 h 81"/>
                <a:gd name="T34" fmla="*/ 2 w 6"/>
                <a:gd name="T35" fmla="*/ 55 h 81"/>
                <a:gd name="T36" fmla="*/ 2 w 6"/>
                <a:gd name="T37" fmla="*/ 41 h 81"/>
                <a:gd name="T38" fmla="*/ 2 w 6"/>
                <a:gd name="T39" fmla="*/ 30 h 81"/>
                <a:gd name="T40" fmla="*/ 2 w 6"/>
                <a:gd name="T41" fmla="*/ 30 h 81"/>
                <a:gd name="T42" fmla="*/ 2 w 6"/>
                <a:gd name="T43" fmla="*/ 31 h 81"/>
                <a:gd name="T44" fmla="*/ 2 w 6"/>
                <a:gd name="T45" fmla="*/ 29 h 81"/>
                <a:gd name="T46" fmla="*/ 2 w 6"/>
                <a:gd name="T47" fmla="*/ 37 h 81"/>
                <a:gd name="T48" fmla="*/ 3 w 6"/>
                <a:gd name="T49" fmla="*/ 50 h 81"/>
                <a:gd name="T50" fmla="*/ 3 w 6"/>
                <a:gd name="T51" fmla="*/ 57 h 81"/>
                <a:gd name="T52" fmla="*/ 3 w 6"/>
                <a:gd name="T53" fmla="*/ 60 h 81"/>
                <a:gd name="T54" fmla="*/ 3 w 6"/>
                <a:gd name="T55" fmla="*/ 64 h 81"/>
                <a:gd name="T56" fmla="*/ 3 w 6"/>
                <a:gd name="T57" fmla="*/ 65 h 81"/>
                <a:gd name="T58" fmla="*/ 3 w 6"/>
                <a:gd name="T59" fmla="*/ 64 h 81"/>
                <a:gd name="T60" fmla="*/ 3 w 6"/>
                <a:gd name="T61" fmla="*/ 64 h 81"/>
                <a:gd name="T62" fmla="*/ 3 w 6"/>
                <a:gd name="T63" fmla="*/ 62 h 81"/>
                <a:gd name="T64" fmla="*/ 3 w 6"/>
                <a:gd name="T65" fmla="*/ 58 h 81"/>
                <a:gd name="T66" fmla="*/ 3 w 6"/>
                <a:gd name="T67" fmla="*/ 57 h 81"/>
                <a:gd name="T68" fmla="*/ 4 w 6"/>
                <a:gd name="T69" fmla="*/ 58 h 81"/>
                <a:gd name="T70" fmla="*/ 4 w 6"/>
                <a:gd name="T71" fmla="*/ 61 h 81"/>
                <a:gd name="T72" fmla="*/ 4 w 6"/>
                <a:gd name="T73" fmla="*/ 63 h 81"/>
                <a:gd name="T74" fmla="*/ 4 w 6"/>
                <a:gd name="T75" fmla="*/ 63 h 81"/>
                <a:gd name="T76" fmla="*/ 4 w 6"/>
                <a:gd name="T77" fmla="*/ 62 h 81"/>
                <a:gd name="T78" fmla="*/ 4 w 6"/>
                <a:gd name="T79" fmla="*/ 61 h 81"/>
                <a:gd name="T80" fmla="*/ 5 w 6"/>
                <a:gd name="T81" fmla="*/ 61 h 81"/>
                <a:gd name="T82" fmla="*/ 5 w 6"/>
                <a:gd name="T83" fmla="*/ 62 h 81"/>
                <a:gd name="T84" fmla="*/ 5 w 6"/>
                <a:gd name="T85" fmla="*/ 66 h 81"/>
                <a:gd name="T86" fmla="*/ 5 w 6"/>
                <a:gd name="T87" fmla="*/ 69 h 81"/>
                <a:gd name="T88" fmla="*/ 5 w 6"/>
                <a:gd name="T89" fmla="*/ 69 h 81"/>
                <a:gd name="T90" fmla="*/ 5 w 6"/>
                <a:gd name="T91" fmla="*/ 67 h 81"/>
                <a:gd name="T92" fmla="*/ 5 w 6"/>
                <a:gd name="T93" fmla="*/ 69 h 81"/>
                <a:gd name="T94" fmla="*/ 5 w 6"/>
                <a:gd name="T95" fmla="*/ 72 h 81"/>
                <a:gd name="T96" fmla="*/ 5 w 6"/>
                <a:gd name="T97" fmla="*/ 75 h 81"/>
                <a:gd name="T98" fmla="*/ 6 w 6"/>
                <a:gd name="T99" fmla="*/ 80 h 81"/>
                <a:gd name="T100" fmla="*/ 6 w 6"/>
                <a:gd name="T101" fmla="*/ 81 h 81"/>
                <a:gd name="T102" fmla="*/ 6 w 6"/>
                <a:gd name="T103" fmla="*/ 7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1">
                  <a:moveTo>
                    <a:pt x="0" y="0"/>
                  </a:moveTo>
                  <a:lnTo>
                    <a:pt x="0" y="5"/>
                  </a:lnTo>
                  <a:lnTo>
                    <a:pt x="0" y="13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0" y="8"/>
                  </a:lnTo>
                  <a:lnTo>
                    <a:pt x="1" y="10"/>
                  </a:lnTo>
                  <a:lnTo>
                    <a:pt x="1" y="15"/>
                  </a:lnTo>
                  <a:lnTo>
                    <a:pt x="1" y="21"/>
                  </a:lnTo>
                  <a:lnTo>
                    <a:pt x="1" y="33"/>
                  </a:lnTo>
                  <a:lnTo>
                    <a:pt x="1" y="47"/>
                  </a:lnTo>
                  <a:lnTo>
                    <a:pt x="1" y="50"/>
                  </a:lnTo>
                  <a:lnTo>
                    <a:pt x="2" y="49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41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2" y="37"/>
                  </a:lnTo>
                  <a:lnTo>
                    <a:pt x="3" y="50"/>
                  </a:lnTo>
                  <a:lnTo>
                    <a:pt x="3" y="57"/>
                  </a:lnTo>
                  <a:lnTo>
                    <a:pt x="3" y="60"/>
                  </a:lnTo>
                  <a:lnTo>
                    <a:pt x="3" y="64"/>
                  </a:lnTo>
                  <a:lnTo>
                    <a:pt x="3" y="65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3" y="62"/>
                  </a:lnTo>
                  <a:lnTo>
                    <a:pt x="3" y="58"/>
                  </a:lnTo>
                  <a:lnTo>
                    <a:pt x="3" y="57"/>
                  </a:lnTo>
                  <a:lnTo>
                    <a:pt x="4" y="58"/>
                  </a:lnTo>
                  <a:lnTo>
                    <a:pt x="4" y="61"/>
                  </a:lnTo>
                  <a:lnTo>
                    <a:pt x="4" y="63"/>
                  </a:lnTo>
                  <a:lnTo>
                    <a:pt x="4" y="63"/>
                  </a:lnTo>
                  <a:lnTo>
                    <a:pt x="4" y="62"/>
                  </a:lnTo>
                  <a:lnTo>
                    <a:pt x="4" y="61"/>
                  </a:lnTo>
                  <a:lnTo>
                    <a:pt x="5" y="61"/>
                  </a:lnTo>
                  <a:lnTo>
                    <a:pt x="5" y="62"/>
                  </a:lnTo>
                  <a:lnTo>
                    <a:pt x="5" y="66"/>
                  </a:lnTo>
                  <a:lnTo>
                    <a:pt x="5" y="69"/>
                  </a:lnTo>
                  <a:lnTo>
                    <a:pt x="5" y="69"/>
                  </a:lnTo>
                  <a:lnTo>
                    <a:pt x="5" y="67"/>
                  </a:lnTo>
                  <a:lnTo>
                    <a:pt x="5" y="69"/>
                  </a:lnTo>
                  <a:lnTo>
                    <a:pt x="5" y="72"/>
                  </a:lnTo>
                  <a:lnTo>
                    <a:pt x="5" y="75"/>
                  </a:lnTo>
                  <a:lnTo>
                    <a:pt x="6" y="80"/>
                  </a:lnTo>
                  <a:lnTo>
                    <a:pt x="6" y="81"/>
                  </a:lnTo>
                  <a:lnTo>
                    <a:pt x="6" y="7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98" name="Freeform 1104"/>
            <p:cNvSpPr/>
            <p:nvPr/>
          </p:nvSpPr>
          <p:spPr bwMode="auto">
            <a:xfrm>
              <a:off x="4613275" y="4673601"/>
              <a:ext cx="9525" cy="109538"/>
            </a:xfrm>
            <a:custGeom>
              <a:avLst/>
              <a:gdLst>
                <a:gd name="T0" fmla="*/ 0 w 6"/>
                <a:gd name="T1" fmla="*/ 68 h 69"/>
                <a:gd name="T2" fmla="*/ 0 w 6"/>
                <a:gd name="T3" fmla="*/ 59 h 69"/>
                <a:gd name="T4" fmla="*/ 0 w 6"/>
                <a:gd name="T5" fmla="*/ 46 h 69"/>
                <a:gd name="T6" fmla="*/ 0 w 6"/>
                <a:gd name="T7" fmla="*/ 45 h 69"/>
                <a:gd name="T8" fmla="*/ 0 w 6"/>
                <a:gd name="T9" fmla="*/ 50 h 69"/>
                <a:gd name="T10" fmla="*/ 1 w 6"/>
                <a:gd name="T11" fmla="*/ 50 h 69"/>
                <a:gd name="T12" fmla="*/ 1 w 6"/>
                <a:gd name="T13" fmla="*/ 51 h 69"/>
                <a:gd name="T14" fmla="*/ 1 w 6"/>
                <a:gd name="T15" fmla="*/ 56 h 69"/>
                <a:gd name="T16" fmla="*/ 1 w 6"/>
                <a:gd name="T17" fmla="*/ 63 h 69"/>
                <a:gd name="T18" fmla="*/ 1 w 6"/>
                <a:gd name="T19" fmla="*/ 68 h 69"/>
                <a:gd name="T20" fmla="*/ 1 w 6"/>
                <a:gd name="T21" fmla="*/ 64 h 69"/>
                <a:gd name="T22" fmla="*/ 1 w 6"/>
                <a:gd name="T23" fmla="*/ 60 h 69"/>
                <a:gd name="T24" fmla="*/ 1 w 6"/>
                <a:gd name="T25" fmla="*/ 65 h 69"/>
                <a:gd name="T26" fmla="*/ 1 w 6"/>
                <a:gd name="T27" fmla="*/ 69 h 69"/>
                <a:gd name="T28" fmla="*/ 2 w 6"/>
                <a:gd name="T29" fmla="*/ 62 h 69"/>
                <a:gd name="T30" fmla="*/ 2 w 6"/>
                <a:gd name="T31" fmla="*/ 56 h 69"/>
                <a:gd name="T32" fmla="*/ 2 w 6"/>
                <a:gd name="T33" fmla="*/ 58 h 69"/>
                <a:gd name="T34" fmla="*/ 2 w 6"/>
                <a:gd name="T35" fmla="*/ 56 h 69"/>
                <a:gd name="T36" fmla="*/ 2 w 6"/>
                <a:gd name="T37" fmla="*/ 50 h 69"/>
                <a:gd name="T38" fmla="*/ 2 w 6"/>
                <a:gd name="T39" fmla="*/ 47 h 69"/>
                <a:gd name="T40" fmla="*/ 2 w 6"/>
                <a:gd name="T41" fmla="*/ 46 h 69"/>
                <a:gd name="T42" fmla="*/ 2 w 6"/>
                <a:gd name="T43" fmla="*/ 46 h 69"/>
                <a:gd name="T44" fmla="*/ 2 w 6"/>
                <a:gd name="T45" fmla="*/ 47 h 69"/>
                <a:gd name="T46" fmla="*/ 3 w 6"/>
                <a:gd name="T47" fmla="*/ 45 h 69"/>
                <a:gd name="T48" fmla="*/ 3 w 6"/>
                <a:gd name="T49" fmla="*/ 44 h 69"/>
                <a:gd name="T50" fmla="*/ 3 w 6"/>
                <a:gd name="T51" fmla="*/ 44 h 69"/>
                <a:gd name="T52" fmla="*/ 3 w 6"/>
                <a:gd name="T53" fmla="*/ 45 h 69"/>
                <a:gd name="T54" fmla="*/ 3 w 6"/>
                <a:gd name="T55" fmla="*/ 44 h 69"/>
                <a:gd name="T56" fmla="*/ 3 w 6"/>
                <a:gd name="T57" fmla="*/ 38 h 69"/>
                <a:gd name="T58" fmla="*/ 4 w 6"/>
                <a:gd name="T59" fmla="*/ 33 h 69"/>
                <a:gd name="T60" fmla="*/ 4 w 6"/>
                <a:gd name="T61" fmla="*/ 32 h 69"/>
                <a:gd name="T62" fmla="*/ 4 w 6"/>
                <a:gd name="T63" fmla="*/ 30 h 69"/>
                <a:gd name="T64" fmla="*/ 4 w 6"/>
                <a:gd name="T65" fmla="*/ 22 h 69"/>
                <a:gd name="T66" fmla="*/ 4 w 6"/>
                <a:gd name="T67" fmla="*/ 16 h 69"/>
                <a:gd name="T68" fmla="*/ 4 w 6"/>
                <a:gd name="T69" fmla="*/ 14 h 69"/>
                <a:gd name="T70" fmla="*/ 4 w 6"/>
                <a:gd name="T71" fmla="*/ 8 h 69"/>
                <a:gd name="T72" fmla="*/ 4 w 6"/>
                <a:gd name="T73" fmla="*/ 4 h 69"/>
                <a:gd name="T74" fmla="*/ 4 w 6"/>
                <a:gd name="T75" fmla="*/ 2 h 69"/>
                <a:gd name="T76" fmla="*/ 5 w 6"/>
                <a:gd name="T77" fmla="*/ 0 h 69"/>
                <a:gd name="T78" fmla="*/ 5 w 6"/>
                <a:gd name="T79" fmla="*/ 0 h 69"/>
                <a:gd name="T80" fmla="*/ 5 w 6"/>
                <a:gd name="T81" fmla="*/ 5 h 69"/>
                <a:gd name="T82" fmla="*/ 5 w 6"/>
                <a:gd name="T83" fmla="*/ 14 h 69"/>
                <a:gd name="T84" fmla="*/ 5 w 6"/>
                <a:gd name="T85" fmla="*/ 20 h 69"/>
                <a:gd name="T86" fmla="*/ 5 w 6"/>
                <a:gd name="T87" fmla="*/ 20 h 69"/>
                <a:gd name="T88" fmla="*/ 6 w 6"/>
                <a:gd name="T89" fmla="*/ 20 h 69"/>
                <a:gd name="T90" fmla="*/ 6 w 6"/>
                <a:gd name="T91" fmla="*/ 24 h 69"/>
                <a:gd name="T92" fmla="*/ 6 w 6"/>
                <a:gd name="T93" fmla="*/ 24 h 69"/>
                <a:gd name="T94" fmla="*/ 6 w 6"/>
                <a:gd name="T95" fmla="*/ 17 h 69"/>
                <a:gd name="T96" fmla="*/ 6 w 6"/>
                <a:gd name="T97" fmla="*/ 10 h 69"/>
                <a:gd name="T98" fmla="*/ 6 w 6"/>
                <a:gd name="T99" fmla="*/ 7 h 69"/>
                <a:gd name="T100" fmla="*/ 6 w 6"/>
                <a:gd name="T101" fmla="*/ 6 h 69"/>
                <a:gd name="T102" fmla="*/ 6 w 6"/>
                <a:gd name="T103" fmla="*/ 3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9">
                  <a:moveTo>
                    <a:pt x="0" y="68"/>
                  </a:moveTo>
                  <a:lnTo>
                    <a:pt x="0" y="59"/>
                  </a:lnTo>
                  <a:lnTo>
                    <a:pt x="0" y="46"/>
                  </a:lnTo>
                  <a:lnTo>
                    <a:pt x="0" y="45"/>
                  </a:lnTo>
                  <a:lnTo>
                    <a:pt x="0" y="50"/>
                  </a:lnTo>
                  <a:lnTo>
                    <a:pt x="1" y="50"/>
                  </a:lnTo>
                  <a:lnTo>
                    <a:pt x="1" y="51"/>
                  </a:lnTo>
                  <a:lnTo>
                    <a:pt x="1" y="56"/>
                  </a:lnTo>
                  <a:lnTo>
                    <a:pt x="1" y="63"/>
                  </a:lnTo>
                  <a:lnTo>
                    <a:pt x="1" y="68"/>
                  </a:lnTo>
                  <a:lnTo>
                    <a:pt x="1" y="64"/>
                  </a:lnTo>
                  <a:lnTo>
                    <a:pt x="1" y="60"/>
                  </a:lnTo>
                  <a:lnTo>
                    <a:pt x="1" y="65"/>
                  </a:lnTo>
                  <a:lnTo>
                    <a:pt x="1" y="69"/>
                  </a:lnTo>
                  <a:lnTo>
                    <a:pt x="2" y="62"/>
                  </a:lnTo>
                  <a:lnTo>
                    <a:pt x="2" y="56"/>
                  </a:lnTo>
                  <a:lnTo>
                    <a:pt x="2" y="58"/>
                  </a:lnTo>
                  <a:lnTo>
                    <a:pt x="2" y="56"/>
                  </a:lnTo>
                  <a:lnTo>
                    <a:pt x="2" y="50"/>
                  </a:lnTo>
                  <a:lnTo>
                    <a:pt x="2" y="47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2" y="47"/>
                  </a:lnTo>
                  <a:lnTo>
                    <a:pt x="3" y="45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3" y="45"/>
                  </a:lnTo>
                  <a:lnTo>
                    <a:pt x="3" y="44"/>
                  </a:lnTo>
                  <a:lnTo>
                    <a:pt x="3" y="38"/>
                  </a:lnTo>
                  <a:lnTo>
                    <a:pt x="4" y="33"/>
                  </a:lnTo>
                  <a:lnTo>
                    <a:pt x="4" y="32"/>
                  </a:lnTo>
                  <a:lnTo>
                    <a:pt x="4" y="30"/>
                  </a:lnTo>
                  <a:lnTo>
                    <a:pt x="4" y="22"/>
                  </a:lnTo>
                  <a:lnTo>
                    <a:pt x="4" y="16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4"/>
                  </a:lnTo>
                  <a:lnTo>
                    <a:pt x="4" y="2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5" y="14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6" y="20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6" y="17"/>
                  </a:lnTo>
                  <a:lnTo>
                    <a:pt x="6" y="10"/>
                  </a:lnTo>
                  <a:lnTo>
                    <a:pt x="6" y="7"/>
                  </a:lnTo>
                  <a:lnTo>
                    <a:pt x="6" y="6"/>
                  </a:lnTo>
                  <a:lnTo>
                    <a:pt x="6" y="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99" name="Freeform 1105"/>
            <p:cNvSpPr/>
            <p:nvPr/>
          </p:nvSpPr>
          <p:spPr bwMode="auto">
            <a:xfrm>
              <a:off x="4622800" y="4660901"/>
              <a:ext cx="9525" cy="55563"/>
            </a:xfrm>
            <a:custGeom>
              <a:avLst/>
              <a:gdLst>
                <a:gd name="T0" fmla="*/ 0 w 6"/>
                <a:gd name="T1" fmla="*/ 14 h 35"/>
                <a:gd name="T2" fmla="*/ 0 w 6"/>
                <a:gd name="T3" fmla="*/ 11 h 35"/>
                <a:gd name="T4" fmla="*/ 0 w 6"/>
                <a:gd name="T5" fmla="*/ 6 h 35"/>
                <a:gd name="T6" fmla="*/ 0 w 6"/>
                <a:gd name="T7" fmla="*/ 1 h 35"/>
                <a:gd name="T8" fmla="*/ 1 w 6"/>
                <a:gd name="T9" fmla="*/ 0 h 35"/>
                <a:gd name="T10" fmla="*/ 1 w 6"/>
                <a:gd name="T11" fmla="*/ 7 h 35"/>
                <a:gd name="T12" fmla="*/ 1 w 6"/>
                <a:gd name="T13" fmla="*/ 15 h 35"/>
                <a:gd name="T14" fmla="*/ 1 w 6"/>
                <a:gd name="T15" fmla="*/ 15 h 35"/>
                <a:gd name="T16" fmla="*/ 1 w 6"/>
                <a:gd name="T17" fmla="*/ 16 h 35"/>
                <a:gd name="T18" fmla="*/ 1 w 6"/>
                <a:gd name="T19" fmla="*/ 23 h 35"/>
                <a:gd name="T20" fmla="*/ 1 w 6"/>
                <a:gd name="T21" fmla="*/ 30 h 35"/>
                <a:gd name="T22" fmla="*/ 1 w 6"/>
                <a:gd name="T23" fmla="*/ 29 h 35"/>
                <a:gd name="T24" fmla="*/ 1 w 6"/>
                <a:gd name="T25" fmla="*/ 25 h 35"/>
                <a:gd name="T26" fmla="*/ 2 w 6"/>
                <a:gd name="T27" fmla="*/ 26 h 35"/>
                <a:gd name="T28" fmla="*/ 2 w 6"/>
                <a:gd name="T29" fmla="*/ 28 h 35"/>
                <a:gd name="T30" fmla="*/ 2 w 6"/>
                <a:gd name="T31" fmla="*/ 24 h 35"/>
                <a:gd name="T32" fmla="*/ 2 w 6"/>
                <a:gd name="T33" fmla="*/ 18 h 35"/>
                <a:gd name="T34" fmla="*/ 2 w 6"/>
                <a:gd name="T35" fmla="*/ 12 h 35"/>
                <a:gd name="T36" fmla="*/ 2 w 6"/>
                <a:gd name="T37" fmla="*/ 8 h 35"/>
                <a:gd name="T38" fmla="*/ 3 w 6"/>
                <a:gd name="T39" fmla="*/ 9 h 35"/>
                <a:gd name="T40" fmla="*/ 3 w 6"/>
                <a:gd name="T41" fmla="*/ 14 h 35"/>
                <a:gd name="T42" fmla="*/ 3 w 6"/>
                <a:gd name="T43" fmla="*/ 17 h 35"/>
                <a:gd name="T44" fmla="*/ 3 w 6"/>
                <a:gd name="T45" fmla="*/ 23 h 35"/>
                <a:gd name="T46" fmla="*/ 3 w 6"/>
                <a:gd name="T47" fmla="*/ 31 h 35"/>
                <a:gd name="T48" fmla="*/ 3 w 6"/>
                <a:gd name="T49" fmla="*/ 35 h 35"/>
                <a:gd name="T50" fmla="*/ 3 w 6"/>
                <a:gd name="T51" fmla="*/ 32 h 35"/>
                <a:gd name="T52" fmla="*/ 3 w 6"/>
                <a:gd name="T53" fmla="*/ 30 h 35"/>
                <a:gd name="T54" fmla="*/ 3 w 6"/>
                <a:gd name="T55" fmla="*/ 29 h 35"/>
                <a:gd name="T56" fmla="*/ 4 w 6"/>
                <a:gd name="T57" fmla="*/ 23 h 35"/>
                <a:gd name="T58" fmla="*/ 4 w 6"/>
                <a:gd name="T59" fmla="*/ 16 h 35"/>
                <a:gd name="T60" fmla="*/ 4 w 6"/>
                <a:gd name="T61" fmla="*/ 10 h 35"/>
                <a:gd name="T62" fmla="*/ 4 w 6"/>
                <a:gd name="T63" fmla="*/ 7 h 35"/>
                <a:gd name="T64" fmla="*/ 4 w 6"/>
                <a:gd name="T65" fmla="*/ 9 h 35"/>
                <a:gd name="T66" fmla="*/ 4 w 6"/>
                <a:gd name="T67" fmla="*/ 13 h 35"/>
                <a:gd name="T68" fmla="*/ 5 w 6"/>
                <a:gd name="T69" fmla="*/ 15 h 35"/>
                <a:gd name="T70" fmla="*/ 5 w 6"/>
                <a:gd name="T71" fmla="*/ 18 h 35"/>
                <a:gd name="T72" fmla="*/ 5 w 6"/>
                <a:gd name="T73" fmla="*/ 22 h 35"/>
                <a:gd name="T74" fmla="*/ 5 w 6"/>
                <a:gd name="T75" fmla="*/ 23 h 35"/>
                <a:gd name="T76" fmla="*/ 5 w 6"/>
                <a:gd name="T77" fmla="*/ 20 h 35"/>
                <a:gd name="T78" fmla="*/ 5 w 6"/>
                <a:gd name="T79" fmla="*/ 16 h 35"/>
                <a:gd name="T80" fmla="*/ 5 w 6"/>
                <a:gd name="T81" fmla="*/ 22 h 35"/>
                <a:gd name="T82" fmla="*/ 5 w 6"/>
                <a:gd name="T83" fmla="*/ 31 h 35"/>
                <a:gd name="T84" fmla="*/ 5 w 6"/>
                <a:gd name="T85" fmla="*/ 33 h 35"/>
                <a:gd name="T86" fmla="*/ 6 w 6"/>
                <a:gd name="T87" fmla="*/ 28 h 35"/>
                <a:gd name="T88" fmla="*/ 6 w 6"/>
                <a:gd name="T89" fmla="*/ 23 h 35"/>
                <a:gd name="T90" fmla="*/ 6 w 6"/>
                <a:gd name="T91" fmla="*/ 20 h 35"/>
                <a:gd name="T92" fmla="*/ 6 w 6"/>
                <a:gd name="T93" fmla="*/ 19 h 35"/>
                <a:gd name="T94" fmla="*/ 6 w 6"/>
                <a:gd name="T95" fmla="*/ 22 h 35"/>
                <a:gd name="T96" fmla="*/ 6 w 6"/>
                <a:gd name="T97" fmla="*/ 25 h 35"/>
                <a:gd name="T98" fmla="*/ 6 w 6"/>
                <a:gd name="T99" fmla="*/ 23 h 35"/>
                <a:gd name="T100" fmla="*/ 6 w 6"/>
                <a:gd name="T101" fmla="*/ 23 h 35"/>
                <a:gd name="T102" fmla="*/ 6 w 6"/>
                <a:gd name="T103" fmla="*/ 2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35">
                  <a:moveTo>
                    <a:pt x="0" y="14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7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1" y="23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5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2" y="24"/>
                  </a:lnTo>
                  <a:lnTo>
                    <a:pt x="2" y="18"/>
                  </a:lnTo>
                  <a:lnTo>
                    <a:pt x="2" y="12"/>
                  </a:lnTo>
                  <a:lnTo>
                    <a:pt x="2" y="8"/>
                  </a:lnTo>
                  <a:lnTo>
                    <a:pt x="3" y="9"/>
                  </a:lnTo>
                  <a:lnTo>
                    <a:pt x="3" y="14"/>
                  </a:lnTo>
                  <a:lnTo>
                    <a:pt x="3" y="17"/>
                  </a:lnTo>
                  <a:lnTo>
                    <a:pt x="3" y="23"/>
                  </a:lnTo>
                  <a:lnTo>
                    <a:pt x="3" y="31"/>
                  </a:lnTo>
                  <a:lnTo>
                    <a:pt x="3" y="35"/>
                  </a:lnTo>
                  <a:lnTo>
                    <a:pt x="3" y="32"/>
                  </a:lnTo>
                  <a:lnTo>
                    <a:pt x="3" y="30"/>
                  </a:lnTo>
                  <a:lnTo>
                    <a:pt x="3" y="29"/>
                  </a:lnTo>
                  <a:lnTo>
                    <a:pt x="4" y="23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4" y="7"/>
                  </a:lnTo>
                  <a:lnTo>
                    <a:pt x="4" y="9"/>
                  </a:lnTo>
                  <a:lnTo>
                    <a:pt x="4" y="13"/>
                  </a:lnTo>
                  <a:lnTo>
                    <a:pt x="5" y="15"/>
                  </a:lnTo>
                  <a:lnTo>
                    <a:pt x="5" y="18"/>
                  </a:lnTo>
                  <a:lnTo>
                    <a:pt x="5" y="22"/>
                  </a:lnTo>
                  <a:lnTo>
                    <a:pt x="5" y="23"/>
                  </a:lnTo>
                  <a:lnTo>
                    <a:pt x="5" y="20"/>
                  </a:lnTo>
                  <a:lnTo>
                    <a:pt x="5" y="16"/>
                  </a:lnTo>
                  <a:lnTo>
                    <a:pt x="5" y="22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6" y="28"/>
                  </a:lnTo>
                  <a:lnTo>
                    <a:pt x="6" y="23"/>
                  </a:lnTo>
                  <a:lnTo>
                    <a:pt x="6" y="20"/>
                  </a:lnTo>
                  <a:lnTo>
                    <a:pt x="6" y="19"/>
                  </a:lnTo>
                  <a:lnTo>
                    <a:pt x="6" y="22"/>
                  </a:lnTo>
                  <a:lnTo>
                    <a:pt x="6" y="25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6" y="2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00" name="Freeform 1106"/>
            <p:cNvSpPr/>
            <p:nvPr/>
          </p:nvSpPr>
          <p:spPr bwMode="auto">
            <a:xfrm>
              <a:off x="4632325" y="4657726"/>
              <a:ext cx="11113" cy="92075"/>
            </a:xfrm>
            <a:custGeom>
              <a:avLst/>
              <a:gdLst>
                <a:gd name="T0" fmla="*/ 0 w 7"/>
                <a:gd name="T1" fmla="*/ 25 h 58"/>
                <a:gd name="T2" fmla="*/ 0 w 7"/>
                <a:gd name="T3" fmla="*/ 24 h 58"/>
                <a:gd name="T4" fmla="*/ 1 w 7"/>
                <a:gd name="T5" fmla="*/ 23 h 58"/>
                <a:gd name="T6" fmla="*/ 1 w 7"/>
                <a:gd name="T7" fmla="*/ 29 h 58"/>
                <a:gd name="T8" fmla="*/ 1 w 7"/>
                <a:gd name="T9" fmla="*/ 42 h 58"/>
                <a:gd name="T10" fmla="*/ 1 w 7"/>
                <a:gd name="T11" fmla="*/ 49 h 58"/>
                <a:gd name="T12" fmla="*/ 1 w 7"/>
                <a:gd name="T13" fmla="*/ 49 h 58"/>
                <a:gd name="T14" fmla="*/ 1 w 7"/>
                <a:gd name="T15" fmla="*/ 44 h 58"/>
                <a:gd name="T16" fmla="*/ 2 w 7"/>
                <a:gd name="T17" fmla="*/ 40 h 58"/>
                <a:gd name="T18" fmla="*/ 2 w 7"/>
                <a:gd name="T19" fmla="*/ 41 h 58"/>
                <a:gd name="T20" fmla="*/ 2 w 7"/>
                <a:gd name="T21" fmla="*/ 42 h 58"/>
                <a:gd name="T22" fmla="*/ 2 w 7"/>
                <a:gd name="T23" fmla="*/ 41 h 58"/>
                <a:gd name="T24" fmla="*/ 2 w 7"/>
                <a:gd name="T25" fmla="*/ 38 h 58"/>
                <a:gd name="T26" fmla="*/ 2 w 7"/>
                <a:gd name="T27" fmla="*/ 35 h 58"/>
                <a:gd name="T28" fmla="*/ 2 w 7"/>
                <a:gd name="T29" fmla="*/ 32 h 58"/>
                <a:gd name="T30" fmla="*/ 2 w 7"/>
                <a:gd name="T31" fmla="*/ 30 h 58"/>
                <a:gd name="T32" fmla="*/ 2 w 7"/>
                <a:gd name="T33" fmla="*/ 28 h 58"/>
                <a:gd name="T34" fmla="*/ 2 w 7"/>
                <a:gd name="T35" fmla="*/ 27 h 58"/>
                <a:gd name="T36" fmla="*/ 3 w 7"/>
                <a:gd name="T37" fmla="*/ 32 h 58"/>
                <a:gd name="T38" fmla="*/ 3 w 7"/>
                <a:gd name="T39" fmla="*/ 39 h 58"/>
                <a:gd name="T40" fmla="*/ 3 w 7"/>
                <a:gd name="T41" fmla="*/ 45 h 58"/>
                <a:gd name="T42" fmla="*/ 3 w 7"/>
                <a:gd name="T43" fmla="*/ 52 h 58"/>
                <a:gd name="T44" fmla="*/ 3 w 7"/>
                <a:gd name="T45" fmla="*/ 55 h 58"/>
                <a:gd name="T46" fmla="*/ 3 w 7"/>
                <a:gd name="T47" fmla="*/ 55 h 58"/>
                <a:gd name="T48" fmla="*/ 4 w 7"/>
                <a:gd name="T49" fmla="*/ 57 h 58"/>
                <a:gd name="T50" fmla="*/ 4 w 7"/>
                <a:gd name="T51" fmla="*/ 58 h 58"/>
                <a:gd name="T52" fmla="*/ 4 w 7"/>
                <a:gd name="T53" fmla="*/ 51 h 58"/>
                <a:gd name="T54" fmla="*/ 4 w 7"/>
                <a:gd name="T55" fmla="*/ 37 h 58"/>
                <a:gd name="T56" fmla="*/ 4 w 7"/>
                <a:gd name="T57" fmla="*/ 23 h 58"/>
                <a:gd name="T58" fmla="*/ 4 w 7"/>
                <a:gd name="T59" fmla="*/ 12 h 58"/>
                <a:gd name="T60" fmla="*/ 4 w 7"/>
                <a:gd name="T61" fmla="*/ 9 h 58"/>
                <a:gd name="T62" fmla="*/ 4 w 7"/>
                <a:gd name="T63" fmla="*/ 11 h 58"/>
                <a:gd name="T64" fmla="*/ 4 w 7"/>
                <a:gd name="T65" fmla="*/ 11 h 58"/>
                <a:gd name="T66" fmla="*/ 5 w 7"/>
                <a:gd name="T67" fmla="*/ 11 h 58"/>
                <a:gd name="T68" fmla="*/ 5 w 7"/>
                <a:gd name="T69" fmla="*/ 16 h 58"/>
                <a:gd name="T70" fmla="*/ 5 w 7"/>
                <a:gd name="T71" fmla="*/ 21 h 58"/>
                <a:gd name="T72" fmla="*/ 5 w 7"/>
                <a:gd name="T73" fmla="*/ 23 h 58"/>
                <a:gd name="T74" fmla="*/ 5 w 7"/>
                <a:gd name="T75" fmla="*/ 27 h 58"/>
                <a:gd name="T76" fmla="*/ 5 w 7"/>
                <a:gd name="T77" fmla="*/ 32 h 58"/>
                <a:gd name="T78" fmla="*/ 5 w 7"/>
                <a:gd name="T79" fmla="*/ 31 h 58"/>
                <a:gd name="T80" fmla="*/ 5 w 7"/>
                <a:gd name="T81" fmla="*/ 22 h 58"/>
                <a:gd name="T82" fmla="*/ 5 w 7"/>
                <a:gd name="T83" fmla="*/ 11 h 58"/>
                <a:gd name="T84" fmla="*/ 6 w 7"/>
                <a:gd name="T85" fmla="*/ 6 h 58"/>
                <a:gd name="T86" fmla="*/ 6 w 7"/>
                <a:gd name="T87" fmla="*/ 2 h 58"/>
                <a:gd name="T88" fmla="*/ 6 w 7"/>
                <a:gd name="T89" fmla="*/ 0 h 58"/>
                <a:gd name="T90" fmla="*/ 6 w 7"/>
                <a:gd name="T91" fmla="*/ 1 h 58"/>
                <a:gd name="T92" fmla="*/ 6 w 7"/>
                <a:gd name="T93" fmla="*/ 2 h 58"/>
                <a:gd name="T94" fmla="*/ 6 w 7"/>
                <a:gd name="T95" fmla="*/ 1 h 58"/>
                <a:gd name="T96" fmla="*/ 7 w 7"/>
                <a:gd name="T97" fmla="*/ 1 h 58"/>
                <a:gd name="T98" fmla="*/ 7 w 7"/>
                <a:gd name="T99" fmla="*/ 0 h 58"/>
                <a:gd name="T100" fmla="*/ 7 w 7"/>
                <a:gd name="T101" fmla="*/ 3 h 58"/>
                <a:gd name="T102" fmla="*/ 7 w 7"/>
                <a:gd name="T103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8">
                  <a:moveTo>
                    <a:pt x="0" y="25"/>
                  </a:moveTo>
                  <a:lnTo>
                    <a:pt x="0" y="24"/>
                  </a:lnTo>
                  <a:lnTo>
                    <a:pt x="1" y="23"/>
                  </a:lnTo>
                  <a:lnTo>
                    <a:pt x="1" y="29"/>
                  </a:lnTo>
                  <a:lnTo>
                    <a:pt x="1" y="42"/>
                  </a:lnTo>
                  <a:lnTo>
                    <a:pt x="1" y="49"/>
                  </a:lnTo>
                  <a:lnTo>
                    <a:pt x="1" y="49"/>
                  </a:lnTo>
                  <a:lnTo>
                    <a:pt x="1" y="44"/>
                  </a:lnTo>
                  <a:lnTo>
                    <a:pt x="2" y="40"/>
                  </a:lnTo>
                  <a:lnTo>
                    <a:pt x="2" y="41"/>
                  </a:lnTo>
                  <a:lnTo>
                    <a:pt x="2" y="42"/>
                  </a:lnTo>
                  <a:lnTo>
                    <a:pt x="2" y="41"/>
                  </a:lnTo>
                  <a:lnTo>
                    <a:pt x="2" y="38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2" y="30"/>
                  </a:lnTo>
                  <a:lnTo>
                    <a:pt x="2" y="28"/>
                  </a:lnTo>
                  <a:lnTo>
                    <a:pt x="2" y="27"/>
                  </a:lnTo>
                  <a:lnTo>
                    <a:pt x="3" y="32"/>
                  </a:lnTo>
                  <a:lnTo>
                    <a:pt x="3" y="39"/>
                  </a:lnTo>
                  <a:lnTo>
                    <a:pt x="3" y="45"/>
                  </a:lnTo>
                  <a:lnTo>
                    <a:pt x="3" y="52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4" y="57"/>
                  </a:lnTo>
                  <a:lnTo>
                    <a:pt x="4" y="58"/>
                  </a:lnTo>
                  <a:lnTo>
                    <a:pt x="4" y="51"/>
                  </a:lnTo>
                  <a:lnTo>
                    <a:pt x="4" y="37"/>
                  </a:lnTo>
                  <a:lnTo>
                    <a:pt x="4" y="23"/>
                  </a:lnTo>
                  <a:lnTo>
                    <a:pt x="4" y="12"/>
                  </a:lnTo>
                  <a:lnTo>
                    <a:pt x="4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5" y="16"/>
                  </a:lnTo>
                  <a:lnTo>
                    <a:pt x="5" y="21"/>
                  </a:lnTo>
                  <a:lnTo>
                    <a:pt x="5" y="23"/>
                  </a:lnTo>
                  <a:lnTo>
                    <a:pt x="5" y="27"/>
                  </a:lnTo>
                  <a:lnTo>
                    <a:pt x="5" y="32"/>
                  </a:lnTo>
                  <a:lnTo>
                    <a:pt x="5" y="31"/>
                  </a:lnTo>
                  <a:lnTo>
                    <a:pt x="5" y="22"/>
                  </a:lnTo>
                  <a:lnTo>
                    <a:pt x="5" y="11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2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3"/>
                  </a:lnTo>
                  <a:lnTo>
                    <a:pt x="7" y="1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01" name="Freeform 1107"/>
            <p:cNvSpPr/>
            <p:nvPr/>
          </p:nvSpPr>
          <p:spPr bwMode="auto">
            <a:xfrm>
              <a:off x="4643438" y="4659313"/>
              <a:ext cx="9525" cy="103188"/>
            </a:xfrm>
            <a:custGeom>
              <a:avLst/>
              <a:gdLst>
                <a:gd name="T0" fmla="*/ 0 w 6"/>
                <a:gd name="T1" fmla="*/ 2 h 65"/>
                <a:gd name="T2" fmla="*/ 0 w 6"/>
                <a:gd name="T3" fmla="*/ 11 h 65"/>
                <a:gd name="T4" fmla="*/ 0 w 6"/>
                <a:gd name="T5" fmla="*/ 16 h 65"/>
                <a:gd name="T6" fmla="*/ 0 w 6"/>
                <a:gd name="T7" fmla="*/ 12 h 65"/>
                <a:gd name="T8" fmla="*/ 0 w 6"/>
                <a:gd name="T9" fmla="*/ 11 h 65"/>
                <a:gd name="T10" fmla="*/ 0 w 6"/>
                <a:gd name="T11" fmla="*/ 15 h 65"/>
                <a:gd name="T12" fmla="*/ 0 w 6"/>
                <a:gd name="T13" fmla="*/ 14 h 65"/>
                <a:gd name="T14" fmla="*/ 1 w 6"/>
                <a:gd name="T15" fmla="*/ 12 h 65"/>
                <a:gd name="T16" fmla="*/ 1 w 6"/>
                <a:gd name="T17" fmla="*/ 12 h 65"/>
                <a:gd name="T18" fmla="*/ 1 w 6"/>
                <a:gd name="T19" fmla="*/ 8 h 65"/>
                <a:gd name="T20" fmla="*/ 1 w 6"/>
                <a:gd name="T21" fmla="*/ 3 h 65"/>
                <a:gd name="T22" fmla="*/ 1 w 6"/>
                <a:gd name="T23" fmla="*/ 0 h 65"/>
                <a:gd name="T24" fmla="*/ 1 w 6"/>
                <a:gd name="T25" fmla="*/ 0 h 65"/>
                <a:gd name="T26" fmla="*/ 2 w 6"/>
                <a:gd name="T27" fmla="*/ 2 h 65"/>
                <a:gd name="T28" fmla="*/ 2 w 6"/>
                <a:gd name="T29" fmla="*/ 3 h 65"/>
                <a:gd name="T30" fmla="*/ 2 w 6"/>
                <a:gd name="T31" fmla="*/ 1 h 65"/>
                <a:gd name="T32" fmla="*/ 2 w 6"/>
                <a:gd name="T33" fmla="*/ 3 h 65"/>
                <a:gd name="T34" fmla="*/ 2 w 6"/>
                <a:gd name="T35" fmla="*/ 11 h 65"/>
                <a:gd name="T36" fmla="*/ 2 w 6"/>
                <a:gd name="T37" fmla="*/ 18 h 65"/>
                <a:gd name="T38" fmla="*/ 2 w 6"/>
                <a:gd name="T39" fmla="*/ 21 h 65"/>
                <a:gd name="T40" fmla="*/ 2 w 6"/>
                <a:gd name="T41" fmla="*/ 26 h 65"/>
                <a:gd name="T42" fmla="*/ 2 w 6"/>
                <a:gd name="T43" fmla="*/ 26 h 65"/>
                <a:gd name="T44" fmla="*/ 3 w 6"/>
                <a:gd name="T45" fmla="*/ 24 h 65"/>
                <a:gd name="T46" fmla="*/ 3 w 6"/>
                <a:gd name="T47" fmla="*/ 26 h 65"/>
                <a:gd name="T48" fmla="*/ 3 w 6"/>
                <a:gd name="T49" fmla="*/ 31 h 65"/>
                <a:gd name="T50" fmla="*/ 3 w 6"/>
                <a:gd name="T51" fmla="*/ 30 h 65"/>
                <a:gd name="T52" fmla="*/ 3 w 6"/>
                <a:gd name="T53" fmla="*/ 27 h 65"/>
                <a:gd name="T54" fmla="*/ 3 w 6"/>
                <a:gd name="T55" fmla="*/ 28 h 65"/>
                <a:gd name="T56" fmla="*/ 3 w 6"/>
                <a:gd name="T57" fmla="*/ 29 h 65"/>
                <a:gd name="T58" fmla="*/ 3 w 6"/>
                <a:gd name="T59" fmla="*/ 26 h 65"/>
                <a:gd name="T60" fmla="*/ 3 w 6"/>
                <a:gd name="T61" fmla="*/ 26 h 65"/>
                <a:gd name="T62" fmla="*/ 4 w 6"/>
                <a:gd name="T63" fmla="*/ 30 h 65"/>
                <a:gd name="T64" fmla="*/ 4 w 6"/>
                <a:gd name="T65" fmla="*/ 33 h 65"/>
                <a:gd name="T66" fmla="*/ 4 w 6"/>
                <a:gd name="T67" fmla="*/ 33 h 65"/>
                <a:gd name="T68" fmla="*/ 4 w 6"/>
                <a:gd name="T69" fmla="*/ 36 h 65"/>
                <a:gd name="T70" fmla="*/ 4 w 6"/>
                <a:gd name="T71" fmla="*/ 43 h 65"/>
                <a:gd name="T72" fmla="*/ 4 w 6"/>
                <a:gd name="T73" fmla="*/ 49 h 65"/>
                <a:gd name="T74" fmla="*/ 4 w 6"/>
                <a:gd name="T75" fmla="*/ 52 h 65"/>
                <a:gd name="T76" fmla="*/ 5 w 6"/>
                <a:gd name="T77" fmla="*/ 53 h 65"/>
                <a:gd name="T78" fmla="*/ 5 w 6"/>
                <a:gd name="T79" fmla="*/ 58 h 65"/>
                <a:gd name="T80" fmla="*/ 5 w 6"/>
                <a:gd name="T81" fmla="*/ 65 h 65"/>
                <a:gd name="T82" fmla="*/ 5 w 6"/>
                <a:gd name="T83" fmla="*/ 65 h 65"/>
                <a:gd name="T84" fmla="*/ 5 w 6"/>
                <a:gd name="T85" fmla="*/ 57 h 65"/>
                <a:gd name="T86" fmla="*/ 5 w 6"/>
                <a:gd name="T87" fmla="*/ 50 h 65"/>
                <a:gd name="T88" fmla="*/ 5 w 6"/>
                <a:gd name="T89" fmla="*/ 45 h 65"/>
                <a:gd name="T90" fmla="*/ 5 w 6"/>
                <a:gd name="T91" fmla="*/ 42 h 65"/>
                <a:gd name="T92" fmla="*/ 5 w 6"/>
                <a:gd name="T93" fmla="*/ 46 h 65"/>
                <a:gd name="T94" fmla="*/ 6 w 6"/>
                <a:gd name="T95" fmla="*/ 51 h 65"/>
                <a:gd name="T96" fmla="*/ 6 w 6"/>
                <a:gd name="T97" fmla="*/ 53 h 65"/>
                <a:gd name="T98" fmla="*/ 6 w 6"/>
                <a:gd name="T99" fmla="*/ 54 h 65"/>
                <a:gd name="T100" fmla="*/ 6 w 6"/>
                <a:gd name="T101" fmla="*/ 58 h 65"/>
                <a:gd name="T102" fmla="*/ 6 w 6"/>
                <a:gd name="T103" fmla="*/ 6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5">
                  <a:moveTo>
                    <a:pt x="0" y="2"/>
                  </a:moveTo>
                  <a:lnTo>
                    <a:pt x="0" y="11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0" y="14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1" y="8"/>
                  </a:lnTo>
                  <a:lnTo>
                    <a:pt x="1" y="3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1"/>
                  </a:lnTo>
                  <a:lnTo>
                    <a:pt x="2" y="3"/>
                  </a:lnTo>
                  <a:lnTo>
                    <a:pt x="2" y="11"/>
                  </a:lnTo>
                  <a:lnTo>
                    <a:pt x="2" y="18"/>
                  </a:lnTo>
                  <a:lnTo>
                    <a:pt x="2" y="21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3" y="24"/>
                  </a:lnTo>
                  <a:lnTo>
                    <a:pt x="3" y="26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3" y="27"/>
                  </a:lnTo>
                  <a:lnTo>
                    <a:pt x="3" y="28"/>
                  </a:lnTo>
                  <a:lnTo>
                    <a:pt x="3" y="29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4" y="30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4" y="36"/>
                  </a:lnTo>
                  <a:lnTo>
                    <a:pt x="4" y="43"/>
                  </a:lnTo>
                  <a:lnTo>
                    <a:pt x="4" y="49"/>
                  </a:lnTo>
                  <a:lnTo>
                    <a:pt x="4" y="52"/>
                  </a:lnTo>
                  <a:lnTo>
                    <a:pt x="5" y="53"/>
                  </a:lnTo>
                  <a:lnTo>
                    <a:pt x="5" y="58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5" y="57"/>
                  </a:lnTo>
                  <a:lnTo>
                    <a:pt x="5" y="50"/>
                  </a:lnTo>
                  <a:lnTo>
                    <a:pt x="5" y="45"/>
                  </a:lnTo>
                  <a:lnTo>
                    <a:pt x="5" y="42"/>
                  </a:lnTo>
                  <a:lnTo>
                    <a:pt x="5" y="46"/>
                  </a:lnTo>
                  <a:lnTo>
                    <a:pt x="6" y="51"/>
                  </a:lnTo>
                  <a:lnTo>
                    <a:pt x="6" y="53"/>
                  </a:lnTo>
                  <a:lnTo>
                    <a:pt x="6" y="54"/>
                  </a:lnTo>
                  <a:lnTo>
                    <a:pt x="6" y="58"/>
                  </a:lnTo>
                  <a:lnTo>
                    <a:pt x="6" y="6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02" name="Freeform 1108"/>
            <p:cNvSpPr/>
            <p:nvPr/>
          </p:nvSpPr>
          <p:spPr bwMode="auto">
            <a:xfrm>
              <a:off x="4652963" y="4694238"/>
              <a:ext cx="9525" cy="80963"/>
            </a:xfrm>
            <a:custGeom>
              <a:avLst/>
              <a:gdLst>
                <a:gd name="T0" fmla="*/ 0 w 6"/>
                <a:gd name="T1" fmla="*/ 36 h 51"/>
                <a:gd name="T2" fmla="*/ 0 w 6"/>
                <a:gd name="T3" fmla="*/ 41 h 51"/>
                <a:gd name="T4" fmla="*/ 0 w 6"/>
                <a:gd name="T5" fmla="*/ 43 h 51"/>
                <a:gd name="T6" fmla="*/ 1 w 6"/>
                <a:gd name="T7" fmla="*/ 46 h 51"/>
                <a:gd name="T8" fmla="*/ 1 w 6"/>
                <a:gd name="T9" fmla="*/ 47 h 51"/>
                <a:gd name="T10" fmla="*/ 1 w 6"/>
                <a:gd name="T11" fmla="*/ 43 h 51"/>
                <a:gd name="T12" fmla="*/ 1 w 6"/>
                <a:gd name="T13" fmla="*/ 35 h 51"/>
                <a:gd name="T14" fmla="*/ 1 w 6"/>
                <a:gd name="T15" fmla="*/ 29 h 51"/>
                <a:gd name="T16" fmla="*/ 1 w 6"/>
                <a:gd name="T17" fmla="*/ 25 h 51"/>
                <a:gd name="T18" fmla="*/ 1 w 6"/>
                <a:gd name="T19" fmla="*/ 22 h 51"/>
                <a:gd name="T20" fmla="*/ 1 w 6"/>
                <a:gd name="T21" fmla="*/ 25 h 51"/>
                <a:gd name="T22" fmla="*/ 1 w 6"/>
                <a:gd name="T23" fmla="*/ 32 h 51"/>
                <a:gd name="T24" fmla="*/ 2 w 6"/>
                <a:gd name="T25" fmla="*/ 33 h 51"/>
                <a:gd name="T26" fmla="*/ 2 w 6"/>
                <a:gd name="T27" fmla="*/ 26 h 51"/>
                <a:gd name="T28" fmla="*/ 2 w 6"/>
                <a:gd name="T29" fmla="*/ 19 h 51"/>
                <a:gd name="T30" fmla="*/ 2 w 6"/>
                <a:gd name="T31" fmla="*/ 20 h 51"/>
                <a:gd name="T32" fmla="*/ 2 w 6"/>
                <a:gd name="T33" fmla="*/ 25 h 51"/>
                <a:gd name="T34" fmla="*/ 2 w 6"/>
                <a:gd name="T35" fmla="*/ 30 h 51"/>
                <a:gd name="T36" fmla="*/ 2 w 6"/>
                <a:gd name="T37" fmla="*/ 34 h 51"/>
                <a:gd name="T38" fmla="*/ 2 w 6"/>
                <a:gd name="T39" fmla="*/ 41 h 51"/>
                <a:gd name="T40" fmla="*/ 2 w 6"/>
                <a:gd name="T41" fmla="*/ 48 h 51"/>
                <a:gd name="T42" fmla="*/ 3 w 6"/>
                <a:gd name="T43" fmla="*/ 50 h 51"/>
                <a:gd name="T44" fmla="*/ 3 w 6"/>
                <a:gd name="T45" fmla="*/ 49 h 51"/>
                <a:gd name="T46" fmla="*/ 3 w 6"/>
                <a:gd name="T47" fmla="*/ 48 h 51"/>
                <a:gd name="T48" fmla="*/ 3 w 6"/>
                <a:gd name="T49" fmla="*/ 48 h 51"/>
                <a:gd name="T50" fmla="*/ 3 w 6"/>
                <a:gd name="T51" fmla="*/ 51 h 51"/>
                <a:gd name="T52" fmla="*/ 3 w 6"/>
                <a:gd name="T53" fmla="*/ 49 h 51"/>
                <a:gd name="T54" fmla="*/ 4 w 6"/>
                <a:gd name="T55" fmla="*/ 41 h 51"/>
                <a:gd name="T56" fmla="*/ 4 w 6"/>
                <a:gd name="T57" fmla="*/ 28 h 51"/>
                <a:gd name="T58" fmla="*/ 4 w 6"/>
                <a:gd name="T59" fmla="*/ 19 h 51"/>
                <a:gd name="T60" fmla="*/ 4 w 6"/>
                <a:gd name="T61" fmla="*/ 15 h 51"/>
                <a:gd name="T62" fmla="*/ 4 w 6"/>
                <a:gd name="T63" fmla="*/ 16 h 51"/>
                <a:gd name="T64" fmla="*/ 4 w 6"/>
                <a:gd name="T65" fmla="*/ 22 h 51"/>
                <a:gd name="T66" fmla="*/ 4 w 6"/>
                <a:gd name="T67" fmla="*/ 32 h 51"/>
                <a:gd name="T68" fmla="*/ 4 w 6"/>
                <a:gd name="T69" fmla="*/ 37 h 51"/>
                <a:gd name="T70" fmla="*/ 4 w 6"/>
                <a:gd name="T71" fmla="*/ 38 h 51"/>
                <a:gd name="T72" fmla="*/ 5 w 6"/>
                <a:gd name="T73" fmla="*/ 38 h 51"/>
                <a:gd name="T74" fmla="*/ 5 w 6"/>
                <a:gd name="T75" fmla="*/ 34 h 51"/>
                <a:gd name="T76" fmla="*/ 5 w 6"/>
                <a:gd name="T77" fmla="*/ 25 h 51"/>
                <a:gd name="T78" fmla="*/ 5 w 6"/>
                <a:gd name="T79" fmla="*/ 17 h 51"/>
                <a:gd name="T80" fmla="*/ 5 w 6"/>
                <a:gd name="T81" fmla="*/ 15 h 51"/>
                <a:gd name="T82" fmla="*/ 5 w 6"/>
                <a:gd name="T83" fmla="*/ 15 h 51"/>
                <a:gd name="T84" fmla="*/ 6 w 6"/>
                <a:gd name="T85" fmla="*/ 12 h 51"/>
                <a:gd name="T86" fmla="*/ 6 w 6"/>
                <a:gd name="T87" fmla="*/ 5 h 51"/>
                <a:gd name="T88" fmla="*/ 6 w 6"/>
                <a:gd name="T89" fmla="*/ 0 h 51"/>
                <a:gd name="T90" fmla="*/ 6 w 6"/>
                <a:gd name="T91" fmla="*/ 4 h 51"/>
                <a:gd name="T92" fmla="*/ 6 w 6"/>
                <a:gd name="T93" fmla="*/ 6 h 51"/>
                <a:gd name="T94" fmla="*/ 6 w 6"/>
                <a:gd name="T95" fmla="*/ 2 h 51"/>
                <a:gd name="T96" fmla="*/ 6 w 6"/>
                <a:gd name="T97" fmla="*/ 2 h 51"/>
                <a:gd name="T98" fmla="*/ 6 w 6"/>
                <a:gd name="T99" fmla="*/ 6 h 51"/>
                <a:gd name="T100" fmla="*/ 6 w 6"/>
                <a:gd name="T101" fmla="*/ 5 h 51"/>
                <a:gd name="T102" fmla="*/ 6 w 6"/>
                <a:gd name="T103" fmla="*/ 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1">
                  <a:moveTo>
                    <a:pt x="0" y="36"/>
                  </a:moveTo>
                  <a:lnTo>
                    <a:pt x="0" y="41"/>
                  </a:lnTo>
                  <a:lnTo>
                    <a:pt x="0" y="43"/>
                  </a:lnTo>
                  <a:lnTo>
                    <a:pt x="1" y="46"/>
                  </a:lnTo>
                  <a:lnTo>
                    <a:pt x="1" y="47"/>
                  </a:lnTo>
                  <a:lnTo>
                    <a:pt x="1" y="43"/>
                  </a:lnTo>
                  <a:lnTo>
                    <a:pt x="1" y="35"/>
                  </a:lnTo>
                  <a:lnTo>
                    <a:pt x="1" y="29"/>
                  </a:lnTo>
                  <a:lnTo>
                    <a:pt x="1" y="25"/>
                  </a:lnTo>
                  <a:lnTo>
                    <a:pt x="1" y="22"/>
                  </a:lnTo>
                  <a:lnTo>
                    <a:pt x="1" y="25"/>
                  </a:lnTo>
                  <a:lnTo>
                    <a:pt x="1" y="32"/>
                  </a:lnTo>
                  <a:lnTo>
                    <a:pt x="2" y="33"/>
                  </a:lnTo>
                  <a:lnTo>
                    <a:pt x="2" y="26"/>
                  </a:lnTo>
                  <a:lnTo>
                    <a:pt x="2" y="19"/>
                  </a:lnTo>
                  <a:lnTo>
                    <a:pt x="2" y="20"/>
                  </a:lnTo>
                  <a:lnTo>
                    <a:pt x="2" y="25"/>
                  </a:lnTo>
                  <a:lnTo>
                    <a:pt x="2" y="30"/>
                  </a:lnTo>
                  <a:lnTo>
                    <a:pt x="2" y="34"/>
                  </a:lnTo>
                  <a:lnTo>
                    <a:pt x="2" y="41"/>
                  </a:lnTo>
                  <a:lnTo>
                    <a:pt x="2" y="48"/>
                  </a:lnTo>
                  <a:lnTo>
                    <a:pt x="3" y="50"/>
                  </a:lnTo>
                  <a:lnTo>
                    <a:pt x="3" y="49"/>
                  </a:lnTo>
                  <a:lnTo>
                    <a:pt x="3" y="48"/>
                  </a:lnTo>
                  <a:lnTo>
                    <a:pt x="3" y="48"/>
                  </a:lnTo>
                  <a:lnTo>
                    <a:pt x="3" y="51"/>
                  </a:lnTo>
                  <a:lnTo>
                    <a:pt x="3" y="49"/>
                  </a:lnTo>
                  <a:lnTo>
                    <a:pt x="4" y="41"/>
                  </a:lnTo>
                  <a:lnTo>
                    <a:pt x="4" y="28"/>
                  </a:lnTo>
                  <a:lnTo>
                    <a:pt x="4" y="19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32"/>
                  </a:lnTo>
                  <a:lnTo>
                    <a:pt x="4" y="37"/>
                  </a:lnTo>
                  <a:lnTo>
                    <a:pt x="4" y="38"/>
                  </a:lnTo>
                  <a:lnTo>
                    <a:pt x="5" y="38"/>
                  </a:lnTo>
                  <a:lnTo>
                    <a:pt x="5" y="34"/>
                  </a:lnTo>
                  <a:lnTo>
                    <a:pt x="5" y="25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6" y="12"/>
                  </a:lnTo>
                  <a:lnTo>
                    <a:pt x="6" y="5"/>
                  </a:lnTo>
                  <a:lnTo>
                    <a:pt x="6" y="0"/>
                  </a:lnTo>
                  <a:lnTo>
                    <a:pt x="6" y="4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6"/>
                  </a:lnTo>
                  <a:lnTo>
                    <a:pt x="6" y="5"/>
                  </a:lnTo>
                  <a:lnTo>
                    <a:pt x="6" y="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03" name="Freeform 1109"/>
            <p:cNvSpPr/>
            <p:nvPr/>
          </p:nvSpPr>
          <p:spPr bwMode="auto">
            <a:xfrm>
              <a:off x="4662488" y="4668838"/>
              <a:ext cx="11113" cy="63500"/>
            </a:xfrm>
            <a:custGeom>
              <a:avLst/>
              <a:gdLst>
                <a:gd name="T0" fmla="*/ 0 w 7"/>
                <a:gd name="T1" fmla="*/ 21 h 40"/>
                <a:gd name="T2" fmla="*/ 0 w 7"/>
                <a:gd name="T3" fmla="*/ 18 h 40"/>
                <a:gd name="T4" fmla="*/ 1 w 7"/>
                <a:gd name="T5" fmla="*/ 18 h 40"/>
                <a:gd name="T6" fmla="*/ 1 w 7"/>
                <a:gd name="T7" fmla="*/ 20 h 40"/>
                <a:gd name="T8" fmla="*/ 1 w 7"/>
                <a:gd name="T9" fmla="*/ 25 h 40"/>
                <a:gd name="T10" fmla="*/ 1 w 7"/>
                <a:gd name="T11" fmla="*/ 29 h 40"/>
                <a:gd name="T12" fmla="*/ 1 w 7"/>
                <a:gd name="T13" fmla="*/ 29 h 40"/>
                <a:gd name="T14" fmla="*/ 1 w 7"/>
                <a:gd name="T15" fmla="*/ 25 h 40"/>
                <a:gd name="T16" fmla="*/ 1 w 7"/>
                <a:gd name="T17" fmla="*/ 22 h 40"/>
                <a:gd name="T18" fmla="*/ 1 w 7"/>
                <a:gd name="T19" fmla="*/ 20 h 40"/>
                <a:gd name="T20" fmla="*/ 1 w 7"/>
                <a:gd name="T21" fmla="*/ 16 h 40"/>
                <a:gd name="T22" fmla="*/ 2 w 7"/>
                <a:gd name="T23" fmla="*/ 13 h 40"/>
                <a:gd name="T24" fmla="*/ 2 w 7"/>
                <a:gd name="T25" fmla="*/ 12 h 40"/>
                <a:gd name="T26" fmla="*/ 2 w 7"/>
                <a:gd name="T27" fmla="*/ 13 h 40"/>
                <a:gd name="T28" fmla="*/ 2 w 7"/>
                <a:gd name="T29" fmla="*/ 14 h 40"/>
                <a:gd name="T30" fmla="*/ 2 w 7"/>
                <a:gd name="T31" fmla="*/ 18 h 40"/>
                <a:gd name="T32" fmla="*/ 2 w 7"/>
                <a:gd name="T33" fmla="*/ 24 h 40"/>
                <a:gd name="T34" fmla="*/ 3 w 7"/>
                <a:gd name="T35" fmla="*/ 30 h 40"/>
                <a:gd name="T36" fmla="*/ 3 w 7"/>
                <a:gd name="T37" fmla="*/ 35 h 40"/>
                <a:gd name="T38" fmla="*/ 3 w 7"/>
                <a:gd name="T39" fmla="*/ 38 h 40"/>
                <a:gd name="T40" fmla="*/ 3 w 7"/>
                <a:gd name="T41" fmla="*/ 40 h 40"/>
                <a:gd name="T42" fmla="*/ 3 w 7"/>
                <a:gd name="T43" fmla="*/ 40 h 40"/>
                <a:gd name="T44" fmla="*/ 3 w 7"/>
                <a:gd name="T45" fmla="*/ 37 h 40"/>
                <a:gd name="T46" fmla="*/ 3 w 7"/>
                <a:gd name="T47" fmla="*/ 35 h 40"/>
                <a:gd name="T48" fmla="*/ 3 w 7"/>
                <a:gd name="T49" fmla="*/ 30 h 40"/>
                <a:gd name="T50" fmla="*/ 3 w 7"/>
                <a:gd name="T51" fmla="*/ 22 h 40"/>
                <a:gd name="T52" fmla="*/ 4 w 7"/>
                <a:gd name="T53" fmla="*/ 14 h 40"/>
                <a:gd name="T54" fmla="*/ 4 w 7"/>
                <a:gd name="T55" fmla="*/ 12 h 40"/>
                <a:gd name="T56" fmla="*/ 4 w 7"/>
                <a:gd name="T57" fmla="*/ 15 h 40"/>
                <a:gd name="T58" fmla="*/ 4 w 7"/>
                <a:gd name="T59" fmla="*/ 17 h 40"/>
                <a:gd name="T60" fmla="*/ 4 w 7"/>
                <a:gd name="T61" fmla="*/ 19 h 40"/>
                <a:gd name="T62" fmla="*/ 4 w 7"/>
                <a:gd name="T63" fmla="*/ 22 h 40"/>
                <a:gd name="T64" fmla="*/ 5 w 7"/>
                <a:gd name="T65" fmla="*/ 25 h 40"/>
                <a:gd name="T66" fmla="*/ 5 w 7"/>
                <a:gd name="T67" fmla="*/ 25 h 40"/>
                <a:gd name="T68" fmla="*/ 5 w 7"/>
                <a:gd name="T69" fmla="*/ 26 h 40"/>
                <a:gd name="T70" fmla="*/ 5 w 7"/>
                <a:gd name="T71" fmla="*/ 27 h 40"/>
                <a:gd name="T72" fmla="*/ 5 w 7"/>
                <a:gd name="T73" fmla="*/ 28 h 40"/>
                <a:gd name="T74" fmla="*/ 5 w 7"/>
                <a:gd name="T75" fmla="*/ 23 h 40"/>
                <a:gd name="T76" fmla="*/ 5 w 7"/>
                <a:gd name="T77" fmla="*/ 19 h 40"/>
                <a:gd name="T78" fmla="*/ 5 w 7"/>
                <a:gd name="T79" fmla="*/ 17 h 40"/>
                <a:gd name="T80" fmla="*/ 5 w 7"/>
                <a:gd name="T81" fmla="*/ 11 h 40"/>
                <a:gd name="T82" fmla="*/ 6 w 7"/>
                <a:gd name="T83" fmla="*/ 6 h 40"/>
                <a:gd name="T84" fmla="*/ 6 w 7"/>
                <a:gd name="T85" fmla="*/ 9 h 40"/>
                <a:gd name="T86" fmla="*/ 6 w 7"/>
                <a:gd name="T87" fmla="*/ 13 h 40"/>
                <a:gd name="T88" fmla="*/ 6 w 7"/>
                <a:gd name="T89" fmla="*/ 11 h 40"/>
                <a:gd name="T90" fmla="*/ 6 w 7"/>
                <a:gd name="T91" fmla="*/ 9 h 40"/>
                <a:gd name="T92" fmla="*/ 6 w 7"/>
                <a:gd name="T93" fmla="*/ 11 h 40"/>
                <a:gd name="T94" fmla="*/ 7 w 7"/>
                <a:gd name="T95" fmla="*/ 11 h 40"/>
                <a:gd name="T96" fmla="*/ 7 w 7"/>
                <a:gd name="T97" fmla="*/ 7 h 40"/>
                <a:gd name="T98" fmla="*/ 7 w 7"/>
                <a:gd name="T99" fmla="*/ 1 h 40"/>
                <a:gd name="T100" fmla="*/ 7 w 7"/>
                <a:gd name="T101" fmla="*/ 0 h 40"/>
                <a:gd name="T102" fmla="*/ 7 w 7"/>
                <a:gd name="T103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40">
                  <a:moveTo>
                    <a:pt x="0" y="21"/>
                  </a:moveTo>
                  <a:lnTo>
                    <a:pt x="0" y="18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1" y="25"/>
                  </a:lnTo>
                  <a:lnTo>
                    <a:pt x="1" y="29"/>
                  </a:lnTo>
                  <a:lnTo>
                    <a:pt x="1" y="29"/>
                  </a:lnTo>
                  <a:lnTo>
                    <a:pt x="1" y="25"/>
                  </a:lnTo>
                  <a:lnTo>
                    <a:pt x="1" y="22"/>
                  </a:lnTo>
                  <a:lnTo>
                    <a:pt x="1" y="20"/>
                  </a:lnTo>
                  <a:lnTo>
                    <a:pt x="1" y="16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18"/>
                  </a:lnTo>
                  <a:lnTo>
                    <a:pt x="2" y="24"/>
                  </a:lnTo>
                  <a:lnTo>
                    <a:pt x="3" y="30"/>
                  </a:lnTo>
                  <a:lnTo>
                    <a:pt x="3" y="35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3" y="40"/>
                  </a:lnTo>
                  <a:lnTo>
                    <a:pt x="3" y="37"/>
                  </a:lnTo>
                  <a:lnTo>
                    <a:pt x="3" y="35"/>
                  </a:lnTo>
                  <a:lnTo>
                    <a:pt x="3" y="30"/>
                  </a:lnTo>
                  <a:lnTo>
                    <a:pt x="3" y="22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4" y="15"/>
                  </a:lnTo>
                  <a:lnTo>
                    <a:pt x="4" y="17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5" y="26"/>
                  </a:lnTo>
                  <a:lnTo>
                    <a:pt x="5" y="27"/>
                  </a:lnTo>
                  <a:lnTo>
                    <a:pt x="5" y="28"/>
                  </a:lnTo>
                  <a:lnTo>
                    <a:pt x="5" y="23"/>
                  </a:lnTo>
                  <a:lnTo>
                    <a:pt x="5" y="19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6" y="6"/>
                  </a:lnTo>
                  <a:lnTo>
                    <a:pt x="6" y="9"/>
                  </a:lnTo>
                  <a:lnTo>
                    <a:pt x="6" y="13"/>
                  </a:lnTo>
                  <a:lnTo>
                    <a:pt x="6" y="11"/>
                  </a:lnTo>
                  <a:lnTo>
                    <a:pt x="6" y="9"/>
                  </a:lnTo>
                  <a:lnTo>
                    <a:pt x="6" y="11"/>
                  </a:lnTo>
                  <a:lnTo>
                    <a:pt x="7" y="11"/>
                  </a:lnTo>
                  <a:lnTo>
                    <a:pt x="7" y="7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04" name="Freeform 1110"/>
            <p:cNvSpPr/>
            <p:nvPr/>
          </p:nvSpPr>
          <p:spPr bwMode="auto">
            <a:xfrm>
              <a:off x="4673600" y="4651376"/>
              <a:ext cx="9525" cy="55563"/>
            </a:xfrm>
            <a:custGeom>
              <a:avLst/>
              <a:gdLst>
                <a:gd name="T0" fmla="*/ 0 w 6"/>
                <a:gd name="T1" fmla="*/ 11 h 35"/>
                <a:gd name="T2" fmla="*/ 0 w 6"/>
                <a:gd name="T3" fmla="*/ 16 h 35"/>
                <a:gd name="T4" fmla="*/ 0 w 6"/>
                <a:gd name="T5" fmla="*/ 18 h 35"/>
                <a:gd name="T6" fmla="*/ 0 w 6"/>
                <a:gd name="T7" fmla="*/ 16 h 35"/>
                <a:gd name="T8" fmla="*/ 0 w 6"/>
                <a:gd name="T9" fmla="*/ 17 h 35"/>
                <a:gd name="T10" fmla="*/ 0 w 6"/>
                <a:gd name="T11" fmla="*/ 22 h 35"/>
                <a:gd name="T12" fmla="*/ 1 w 6"/>
                <a:gd name="T13" fmla="*/ 23 h 35"/>
                <a:gd name="T14" fmla="*/ 1 w 6"/>
                <a:gd name="T15" fmla="*/ 23 h 35"/>
                <a:gd name="T16" fmla="*/ 1 w 6"/>
                <a:gd name="T17" fmla="*/ 24 h 35"/>
                <a:gd name="T18" fmla="*/ 1 w 6"/>
                <a:gd name="T19" fmla="*/ 22 h 35"/>
                <a:gd name="T20" fmla="*/ 1 w 6"/>
                <a:gd name="T21" fmla="*/ 17 h 35"/>
                <a:gd name="T22" fmla="*/ 1 w 6"/>
                <a:gd name="T23" fmla="*/ 14 h 35"/>
                <a:gd name="T24" fmla="*/ 1 w 6"/>
                <a:gd name="T25" fmla="*/ 14 h 35"/>
                <a:gd name="T26" fmla="*/ 1 w 6"/>
                <a:gd name="T27" fmla="*/ 12 h 35"/>
                <a:gd name="T28" fmla="*/ 1 w 6"/>
                <a:gd name="T29" fmla="*/ 10 h 35"/>
                <a:gd name="T30" fmla="*/ 1 w 6"/>
                <a:gd name="T31" fmla="*/ 14 h 35"/>
                <a:gd name="T32" fmla="*/ 2 w 6"/>
                <a:gd name="T33" fmla="*/ 19 h 35"/>
                <a:gd name="T34" fmla="*/ 2 w 6"/>
                <a:gd name="T35" fmla="*/ 21 h 35"/>
                <a:gd name="T36" fmla="*/ 2 w 6"/>
                <a:gd name="T37" fmla="*/ 24 h 35"/>
                <a:gd name="T38" fmla="*/ 2 w 6"/>
                <a:gd name="T39" fmla="*/ 30 h 35"/>
                <a:gd name="T40" fmla="*/ 2 w 6"/>
                <a:gd name="T41" fmla="*/ 31 h 35"/>
                <a:gd name="T42" fmla="*/ 2 w 6"/>
                <a:gd name="T43" fmla="*/ 28 h 35"/>
                <a:gd name="T44" fmla="*/ 3 w 6"/>
                <a:gd name="T45" fmla="*/ 23 h 35"/>
                <a:gd name="T46" fmla="*/ 3 w 6"/>
                <a:gd name="T47" fmla="*/ 18 h 35"/>
                <a:gd name="T48" fmla="*/ 3 w 6"/>
                <a:gd name="T49" fmla="*/ 9 h 35"/>
                <a:gd name="T50" fmla="*/ 3 w 6"/>
                <a:gd name="T51" fmla="*/ 1 h 35"/>
                <a:gd name="T52" fmla="*/ 3 w 6"/>
                <a:gd name="T53" fmla="*/ 0 h 35"/>
                <a:gd name="T54" fmla="*/ 3 w 6"/>
                <a:gd name="T55" fmla="*/ 7 h 35"/>
                <a:gd name="T56" fmla="*/ 3 w 6"/>
                <a:gd name="T57" fmla="*/ 13 h 35"/>
                <a:gd name="T58" fmla="*/ 3 w 6"/>
                <a:gd name="T59" fmla="*/ 17 h 35"/>
                <a:gd name="T60" fmla="*/ 3 w 6"/>
                <a:gd name="T61" fmla="*/ 25 h 35"/>
                <a:gd name="T62" fmla="*/ 4 w 6"/>
                <a:gd name="T63" fmla="*/ 33 h 35"/>
                <a:gd name="T64" fmla="*/ 4 w 6"/>
                <a:gd name="T65" fmla="*/ 35 h 35"/>
                <a:gd name="T66" fmla="*/ 4 w 6"/>
                <a:gd name="T67" fmla="*/ 32 h 35"/>
                <a:gd name="T68" fmla="*/ 4 w 6"/>
                <a:gd name="T69" fmla="*/ 28 h 35"/>
                <a:gd name="T70" fmla="*/ 4 w 6"/>
                <a:gd name="T71" fmla="*/ 26 h 35"/>
                <a:gd name="T72" fmla="*/ 4 w 6"/>
                <a:gd name="T73" fmla="*/ 27 h 35"/>
                <a:gd name="T74" fmla="*/ 5 w 6"/>
                <a:gd name="T75" fmla="*/ 24 h 35"/>
                <a:gd name="T76" fmla="*/ 5 w 6"/>
                <a:gd name="T77" fmla="*/ 16 h 35"/>
                <a:gd name="T78" fmla="*/ 5 w 6"/>
                <a:gd name="T79" fmla="*/ 12 h 35"/>
                <a:gd name="T80" fmla="*/ 5 w 6"/>
                <a:gd name="T81" fmla="*/ 10 h 35"/>
                <a:gd name="T82" fmla="*/ 5 w 6"/>
                <a:gd name="T83" fmla="*/ 9 h 35"/>
                <a:gd name="T84" fmla="*/ 5 w 6"/>
                <a:gd name="T85" fmla="*/ 11 h 35"/>
                <a:gd name="T86" fmla="*/ 5 w 6"/>
                <a:gd name="T87" fmla="*/ 14 h 35"/>
                <a:gd name="T88" fmla="*/ 5 w 6"/>
                <a:gd name="T89" fmla="*/ 16 h 35"/>
                <a:gd name="T90" fmla="*/ 5 w 6"/>
                <a:gd name="T91" fmla="*/ 17 h 35"/>
                <a:gd name="T92" fmla="*/ 6 w 6"/>
                <a:gd name="T93" fmla="*/ 18 h 35"/>
                <a:gd name="T94" fmla="*/ 6 w 6"/>
                <a:gd name="T95" fmla="*/ 14 h 35"/>
                <a:gd name="T96" fmla="*/ 6 w 6"/>
                <a:gd name="T97" fmla="*/ 9 h 35"/>
                <a:gd name="T98" fmla="*/ 6 w 6"/>
                <a:gd name="T99" fmla="*/ 11 h 35"/>
                <a:gd name="T100" fmla="*/ 6 w 6"/>
                <a:gd name="T101" fmla="*/ 18 h 35"/>
                <a:gd name="T102" fmla="*/ 6 w 6"/>
                <a:gd name="T103" fmla="*/ 2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35">
                  <a:moveTo>
                    <a:pt x="0" y="11"/>
                  </a:moveTo>
                  <a:lnTo>
                    <a:pt x="0" y="16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1" y="23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1" y="22"/>
                  </a:lnTo>
                  <a:lnTo>
                    <a:pt x="1" y="17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1" y="14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2" y="30"/>
                  </a:lnTo>
                  <a:lnTo>
                    <a:pt x="2" y="31"/>
                  </a:lnTo>
                  <a:lnTo>
                    <a:pt x="2" y="28"/>
                  </a:lnTo>
                  <a:lnTo>
                    <a:pt x="3" y="23"/>
                  </a:lnTo>
                  <a:lnTo>
                    <a:pt x="3" y="18"/>
                  </a:lnTo>
                  <a:lnTo>
                    <a:pt x="3" y="9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7"/>
                  </a:lnTo>
                  <a:lnTo>
                    <a:pt x="3" y="13"/>
                  </a:lnTo>
                  <a:lnTo>
                    <a:pt x="3" y="17"/>
                  </a:lnTo>
                  <a:lnTo>
                    <a:pt x="3" y="25"/>
                  </a:lnTo>
                  <a:lnTo>
                    <a:pt x="4" y="33"/>
                  </a:lnTo>
                  <a:lnTo>
                    <a:pt x="4" y="35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26"/>
                  </a:lnTo>
                  <a:lnTo>
                    <a:pt x="4" y="27"/>
                  </a:lnTo>
                  <a:lnTo>
                    <a:pt x="5" y="24"/>
                  </a:lnTo>
                  <a:lnTo>
                    <a:pt x="5" y="16"/>
                  </a:lnTo>
                  <a:lnTo>
                    <a:pt x="5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5" y="11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6" y="18"/>
                  </a:lnTo>
                  <a:lnTo>
                    <a:pt x="6" y="14"/>
                  </a:lnTo>
                  <a:lnTo>
                    <a:pt x="6" y="9"/>
                  </a:lnTo>
                  <a:lnTo>
                    <a:pt x="6" y="11"/>
                  </a:lnTo>
                  <a:lnTo>
                    <a:pt x="6" y="18"/>
                  </a:lnTo>
                  <a:lnTo>
                    <a:pt x="6" y="2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05" name="Freeform 1111"/>
            <p:cNvSpPr/>
            <p:nvPr/>
          </p:nvSpPr>
          <p:spPr bwMode="auto">
            <a:xfrm>
              <a:off x="4683125" y="4672013"/>
              <a:ext cx="11113" cy="71438"/>
            </a:xfrm>
            <a:custGeom>
              <a:avLst/>
              <a:gdLst>
                <a:gd name="T0" fmla="*/ 0 w 7"/>
                <a:gd name="T1" fmla="*/ 5 h 45"/>
                <a:gd name="T2" fmla="*/ 0 w 7"/>
                <a:gd name="T3" fmla="*/ 11 h 45"/>
                <a:gd name="T4" fmla="*/ 0 w 7"/>
                <a:gd name="T5" fmla="*/ 13 h 45"/>
                <a:gd name="T6" fmla="*/ 0 w 7"/>
                <a:gd name="T7" fmla="*/ 11 h 45"/>
                <a:gd name="T8" fmla="*/ 0 w 7"/>
                <a:gd name="T9" fmla="*/ 8 h 45"/>
                <a:gd name="T10" fmla="*/ 1 w 7"/>
                <a:gd name="T11" fmla="*/ 5 h 45"/>
                <a:gd name="T12" fmla="*/ 1 w 7"/>
                <a:gd name="T13" fmla="*/ 2 h 45"/>
                <a:gd name="T14" fmla="*/ 1 w 7"/>
                <a:gd name="T15" fmla="*/ 0 h 45"/>
                <a:gd name="T16" fmla="*/ 1 w 7"/>
                <a:gd name="T17" fmla="*/ 1 h 45"/>
                <a:gd name="T18" fmla="*/ 1 w 7"/>
                <a:gd name="T19" fmla="*/ 2 h 45"/>
                <a:gd name="T20" fmla="*/ 1 w 7"/>
                <a:gd name="T21" fmla="*/ 5 h 45"/>
                <a:gd name="T22" fmla="*/ 2 w 7"/>
                <a:gd name="T23" fmla="*/ 9 h 45"/>
                <a:gd name="T24" fmla="*/ 2 w 7"/>
                <a:gd name="T25" fmla="*/ 12 h 45"/>
                <a:gd name="T26" fmla="*/ 2 w 7"/>
                <a:gd name="T27" fmla="*/ 13 h 45"/>
                <a:gd name="T28" fmla="*/ 2 w 7"/>
                <a:gd name="T29" fmla="*/ 17 h 45"/>
                <a:gd name="T30" fmla="*/ 2 w 7"/>
                <a:gd name="T31" fmla="*/ 24 h 45"/>
                <a:gd name="T32" fmla="*/ 2 w 7"/>
                <a:gd name="T33" fmla="*/ 28 h 45"/>
                <a:gd name="T34" fmla="*/ 2 w 7"/>
                <a:gd name="T35" fmla="*/ 27 h 45"/>
                <a:gd name="T36" fmla="*/ 2 w 7"/>
                <a:gd name="T37" fmla="*/ 24 h 45"/>
                <a:gd name="T38" fmla="*/ 2 w 7"/>
                <a:gd name="T39" fmla="*/ 22 h 45"/>
                <a:gd name="T40" fmla="*/ 3 w 7"/>
                <a:gd name="T41" fmla="*/ 22 h 45"/>
                <a:gd name="T42" fmla="*/ 3 w 7"/>
                <a:gd name="T43" fmla="*/ 21 h 45"/>
                <a:gd name="T44" fmla="*/ 3 w 7"/>
                <a:gd name="T45" fmla="*/ 17 h 45"/>
                <a:gd name="T46" fmla="*/ 3 w 7"/>
                <a:gd name="T47" fmla="*/ 16 h 45"/>
                <a:gd name="T48" fmla="*/ 3 w 7"/>
                <a:gd name="T49" fmla="*/ 17 h 45"/>
                <a:gd name="T50" fmla="*/ 3 w 7"/>
                <a:gd name="T51" fmla="*/ 20 h 45"/>
                <a:gd name="T52" fmla="*/ 4 w 7"/>
                <a:gd name="T53" fmla="*/ 20 h 45"/>
                <a:gd name="T54" fmla="*/ 4 w 7"/>
                <a:gd name="T55" fmla="*/ 18 h 45"/>
                <a:gd name="T56" fmla="*/ 4 w 7"/>
                <a:gd name="T57" fmla="*/ 17 h 45"/>
                <a:gd name="T58" fmla="*/ 4 w 7"/>
                <a:gd name="T59" fmla="*/ 18 h 45"/>
                <a:gd name="T60" fmla="*/ 4 w 7"/>
                <a:gd name="T61" fmla="*/ 21 h 45"/>
                <a:gd name="T62" fmla="*/ 4 w 7"/>
                <a:gd name="T63" fmla="*/ 25 h 45"/>
                <a:gd name="T64" fmla="*/ 4 w 7"/>
                <a:gd name="T65" fmla="*/ 29 h 45"/>
                <a:gd name="T66" fmla="*/ 4 w 7"/>
                <a:gd name="T67" fmla="*/ 32 h 45"/>
                <a:gd name="T68" fmla="*/ 4 w 7"/>
                <a:gd name="T69" fmla="*/ 35 h 45"/>
                <a:gd name="T70" fmla="*/ 4 w 7"/>
                <a:gd name="T71" fmla="*/ 38 h 45"/>
                <a:gd name="T72" fmla="*/ 5 w 7"/>
                <a:gd name="T73" fmla="*/ 37 h 45"/>
                <a:gd name="T74" fmla="*/ 5 w 7"/>
                <a:gd name="T75" fmla="*/ 39 h 45"/>
                <a:gd name="T76" fmla="*/ 5 w 7"/>
                <a:gd name="T77" fmla="*/ 44 h 45"/>
                <a:gd name="T78" fmla="*/ 5 w 7"/>
                <a:gd name="T79" fmla="*/ 44 h 45"/>
                <a:gd name="T80" fmla="*/ 5 w 7"/>
                <a:gd name="T81" fmla="*/ 38 h 45"/>
                <a:gd name="T82" fmla="*/ 5 w 7"/>
                <a:gd name="T83" fmla="*/ 31 h 45"/>
                <a:gd name="T84" fmla="*/ 5 w 7"/>
                <a:gd name="T85" fmla="*/ 31 h 45"/>
                <a:gd name="T86" fmla="*/ 5 w 7"/>
                <a:gd name="T87" fmla="*/ 31 h 45"/>
                <a:gd name="T88" fmla="*/ 5 w 7"/>
                <a:gd name="T89" fmla="*/ 28 h 45"/>
                <a:gd name="T90" fmla="*/ 6 w 7"/>
                <a:gd name="T91" fmla="*/ 26 h 45"/>
                <a:gd name="T92" fmla="*/ 6 w 7"/>
                <a:gd name="T93" fmla="*/ 28 h 45"/>
                <a:gd name="T94" fmla="*/ 6 w 7"/>
                <a:gd name="T95" fmla="*/ 35 h 45"/>
                <a:gd name="T96" fmla="*/ 6 w 7"/>
                <a:gd name="T97" fmla="*/ 39 h 45"/>
                <a:gd name="T98" fmla="*/ 6 w 7"/>
                <a:gd name="T99" fmla="*/ 38 h 45"/>
                <a:gd name="T100" fmla="*/ 6 w 7"/>
                <a:gd name="T101" fmla="*/ 40 h 45"/>
                <a:gd name="T102" fmla="*/ 7 w 7"/>
                <a:gd name="T10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45">
                  <a:moveTo>
                    <a:pt x="0" y="5"/>
                  </a:moveTo>
                  <a:lnTo>
                    <a:pt x="0" y="11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0" y="8"/>
                  </a:lnTo>
                  <a:lnTo>
                    <a:pt x="1" y="5"/>
                  </a:lnTo>
                  <a:lnTo>
                    <a:pt x="1" y="2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5"/>
                  </a:lnTo>
                  <a:lnTo>
                    <a:pt x="2" y="9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24"/>
                  </a:lnTo>
                  <a:lnTo>
                    <a:pt x="2" y="28"/>
                  </a:lnTo>
                  <a:lnTo>
                    <a:pt x="2" y="27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3" y="22"/>
                  </a:lnTo>
                  <a:lnTo>
                    <a:pt x="3" y="21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4" y="20"/>
                  </a:lnTo>
                  <a:lnTo>
                    <a:pt x="4" y="18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4" y="21"/>
                  </a:lnTo>
                  <a:lnTo>
                    <a:pt x="4" y="25"/>
                  </a:lnTo>
                  <a:lnTo>
                    <a:pt x="4" y="29"/>
                  </a:lnTo>
                  <a:lnTo>
                    <a:pt x="4" y="32"/>
                  </a:lnTo>
                  <a:lnTo>
                    <a:pt x="4" y="35"/>
                  </a:lnTo>
                  <a:lnTo>
                    <a:pt x="4" y="38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44"/>
                  </a:lnTo>
                  <a:lnTo>
                    <a:pt x="5" y="44"/>
                  </a:lnTo>
                  <a:lnTo>
                    <a:pt x="5" y="38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5" y="28"/>
                  </a:lnTo>
                  <a:lnTo>
                    <a:pt x="6" y="26"/>
                  </a:lnTo>
                  <a:lnTo>
                    <a:pt x="6" y="28"/>
                  </a:lnTo>
                  <a:lnTo>
                    <a:pt x="6" y="35"/>
                  </a:lnTo>
                  <a:lnTo>
                    <a:pt x="6" y="39"/>
                  </a:lnTo>
                  <a:lnTo>
                    <a:pt x="6" y="38"/>
                  </a:lnTo>
                  <a:lnTo>
                    <a:pt x="6" y="40"/>
                  </a:lnTo>
                  <a:lnTo>
                    <a:pt x="7" y="4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06" name="Freeform 1112"/>
            <p:cNvSpPr/>
            <p:nvPr/>
          </p:nvSpPr>
          <p:spPr bwMode="auto">
            <a:xfrm>
              <a:off x="4692650" y="4727576"/>
              <a:ext cx="11113" cy="57150"/>
            </a:xfrm>
            <a:custGeom>
              <a:avLst/>
              <a:gdLst>
                <a:gd name="T0" fmla="*/ 0 w 7"/>
                <a:gd name="T1" fmla="*/ 5 h 36"/>
                <a:gd name="T2" fmla="*/ 1 w 7"/>
                <a:gd name="T3" fmla="*/ 10 h 36"/>
                <a:gd name="T4" fmla="*/ 1 w 7"/>
                <a:gd name="T5" fmla="*/ 13 h 36"/>
                <a:gd name="T6" fmla="*/ 1 w 7"/>
                <a:gd name="T7" fmla="*/ 13 h 36"/>
                <a:gd name="T8" fmla="*/ 1 w 7"/>
                <a:gd name="T9" fmla="*/ 12 h 36"/>
                <a:gd name="T10" fmla="*/ 1 w 7"/>
                <a:gd name="T11" fmla="*/ 10 h 36"/>
                <a:gd name="T12" fmla="*/ 1 w 7"/>
                <a:gd name="T13" fmla="*/ 8 h 36"/>
                <a:gd name="T14" fmla="*/ 1 w 7"/>
                <a:gd name="T15" fmla="*/ 9 h 36"/>
                <a:gd name="T16" fmla="*/ 1 w 7"/>
                <a:gd name="T17" fmla="*/ 9 h 36"/>
                <a:gd name="T18" fmla="*/ 1 w 7"/>
                <a:gd name="T19" fmla="*/ 6 h 36"/>
                <a:gd name="T20" fmla="*/ 2 w 7"/>
                <a:gd name="T21" fmla="*/ 5 h 36"/>
                <a:gd name="T22" fmla="*/ 2 w 7"/>
                <a:gd name="T23" fmla="*/ 8 h 36"/>
                <a:gd name="T24" fmla="*/ 2 w 7"/>
                <a:gd name="T25" fmla="*/ 12 h 36"/>
                <a:gd name="T26" fmla="*/ 2 w 7"/>
                <a:gd name="T27" fmla="*/ 13 h 36"/>
                <a:gd name="T28" fmla="*/ 2 w 7"/>
                <a:gd name="T29" fmla="*/ 15 h 36"/>
                <a:gd name="T30" fmla="*/ 2 w 7"/>
                <a:gd name="T31" fmla="*/ 17 h 36"/>
                <a:gd name="T32" fmla="*/ 3 w 7"/>
                <a:gd name="T33" fmla="*/ 19 h 36"/>
                <a:gd name="T34" fmla="*/ 3 w 7"/>
                <a:gd name="T35" fmla="*/ 19 h 36"/>
                <a:gd name="T36" fmla="*/ 3 w 7"/>
                <a:gd name="T37" fmla="*/ 16 h 36"/>
                <a:gd name="T38" fmla="*/ 3 w 7"/>
                <a:gd name="T39" fmla="*/ 12 h 36"/>
                <a:gd name="T40" fmla="*/ 3 w 7"/>
                <a:gd name="T41" fmla="*/ 10 h 36"/>
                <a:gd name="T42" fmla="*/ 3 w 7"/>
                <a:gd name="T43" fmla="*/ 8 h 36"/>
                <a:gd name="T44" fmla="*/ 3 w 7"/>
                <a:gd name="T45" fmla="*/ 4 h 36"/>
                <a:gd name="T46" fmla="*/ 3 w 7"/>
                <a:gd name="T47" fmla="*/ 1 h 36"/>
                <a:gd name="T48" fmla="*/ 3 w 7"/>
                <a:gd name="T49" fmla="*/ 0 h 36"/>
                <a:gd name="T50" fmla="*/ 4 w 7"/>
                <a:gd name="T51" fmla="*/ 0 h 36"/>
                <a:gd name="T52" fmla="*/ 4 w 7"/>
                <a:gd name="T53" fmla="*/ 0 h 36"/>
                <a:gd name="T54" fmla="*/ 4 w 7"/>
                <a:gd name="T55" fmla="*/ 3 h 36"/>
                <a:gd name="T56" fmla="*/ 4 w 7"/>
                <a:gd name="T57" fmla="*/ 9 h 36"/>
                <a:gd name="T58" fmla="*/ 4 w 7"/>
                <a:gd name="T59" fmla="*/ 15 h 36"/>
                <a:gd name="T60" fmla="*/ 4 w 7"/>
                <a:gd name="T61" fmla="*/ 20 h 36"/>
                <a:gd name="T62" fmla="*/ 4 w 7"/>
                <a:gd name="T63" fmla="*/ 25 h 36"/>
                <a:gd name="T64" fmla="*/ 4 w 7"/>
                <a:gd name="T65" fmla="*/ 27 h 36"/>
                <a:gd name="T66" fmla="*/ 4 w 7"/>
                <a:gd name="T67" fmla="*/ 27 h 36"/>
                <a:gd name="T68" fmla="*/ 5 w 7"/>
                <a:gd name="T69" fmla="*/ 30 h 36"/>
                <a:gd name="T70" fmla="*/ 5 w 7"/>
                <a:gd name="T71" fmla="*/ 36 h 36"/>
                <a:gd name="T72" fmla="*/ 5 w 7"/>
                <a:gd name="T73" fmla="*/ 36 h 36"/>
                <a:gd name="T74" fmla="*/ 5 w 7"/>
                <a:gd name="T75" fmla="*/ 31 h 36"/>
                <a:gd name="T76" fmla="*/ 5 w 7"/>
                <a:gd name="T77" fmla="*/ 28 h 36"/>
                <a:gd name="T78" fmla="*/ 5 w 7"/>
                <a:gd name="T79" fmla="*/ 29 h 36"/>
                <a:gd name="T80" fmla="*/ 6 w 7"/>
                <a:gd name="T81" fmla="*/ 28 h 36"/>
                <a:gd name="T82" fmla="*/ 6 w 7"/>
                <a:gd name="T83" fmla="*/ 22 h 36"/>
                <a:gd name="T84" fmla="*/ 6 w 7"/>
                <a:gd name="T85" fmla="*/ 14 h 36"/>
                <a:gd name="T86" fmla="*/ 6 w 7"/>
                <a:gd name="T87" fmla="*/ 13 h 36"/>
                <a:gd name="T88" fmla="*/ 6 w 7"/>
                <a:gd name="T89" fmla="*/ 14 h 36"/>
                <a:gd name="T90" fmla="*/ 6 w 7"/>
                <a:gd name="T91" fmla="*/ 13 h 36"/>
                <a:gd name="T92" fmla="*/ 6 w 7"/>
                <a:gd name="T93" fmla="*/ 10 h 36"/>
                <a:gd name="T94" fmla="*/ 6 w 7"/>
                <a:gd name="T95" fmla="*/ 10 h 36"/>
                <a:gd name="T96" fmla="*/ 6 w 7"/>
                <a:gd name="T97" fmla="*/ 11 h 36"/>
                <a:gd name="T98" fmla="*/ 6 w 7"/>
                <a:gd name="T99" fmla="*/ 15 h 36"/>
                <a:gd name="T100" fmla="*/ 7 w 7"/>
                <a:gd name="T101" fmla="*/ 16 h 36"/>
                <a:gd name="T102" fmla="*/ 7 w 7"/>
                <a:gd name="T103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36">
                  <a:moveTo>
                    <a:pt x="0" y="5"/>
                  </a:moveTo>
                  <a:lnTo>
                    <a:pt x="1" y="10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6"/>
                  </a:lnTo>
                  <a:lnTo>
                    <a:pt x="2" y="5"/>
                  </a:lnTo>
                  <a:lnTo>
                    <a:pt x="2" y="8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3" y="16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8"/>
                  </a:lnTo>
                  <a:lnTo>
                    <a:pt x="3" y="4"/>
                  </a:lnTo>
                  <a:lnTo>
                    <a:pt x="3" y="1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3"/>
                  </a:lnTo>
                  <a:lnTo>
                    <a:pt x="4" y="9"/>
                  </a:lnTo>
                  <a:lnTo>
                    <a:pt x="4" y="15"/>
                  </a:lnTo>
                  <a:lnTo>
                    <a:pt x="4" y="20"/>
                  </a:lnTo>
                  <a:lnTo>
                    <a:pt x="4" y="25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5" y="30"/>
                  </a:lnTo>
                  <a:lnTo>
                    <a:pt x="5" y="36"/>
                  </a:lnTo>
                  <a:lnTo>
                    <a:pt x="5" y="36"/>
                  </a:lnTo>
                  <a:lnTo>
                    <a:pt x="5" y="31"/>
                  </a:lnTo>
                  <a:lnTo>
                    <a:pt x="5" y="28"/>
                  </a:lnTo>
                  <a:lnTo>
                    <a:pt x="5" y="29"/>
                  </a:lnTo>
                  <a:lnTo>
                    <a:pt x="6" y="28"/>
                  </a:lnTo>
                  <a:lnTo>
                    <a:pt x="6" y="22"/>
                  </a:lnTo>
                  <a:lnTo>
                    <a:pt x="6" y="14"/>
                  </a:lnTo>
                  <a:lnTo>
                    <a:pt x="6" y="13"/>
                  </a:lnTo>
                  <a:lnTo>
                    <a:pt x="6" y="14"/>
                  </a:lnTo>
                  <a:lnTo>
                    <a:pt x="6" y="13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6" y="15"/>
                  </a:lnTo>
                  <a:lnTo>
                    <a:pt x="7" y="16"/>
                  </a:lnTo>
                  <a:lnTo>
                    <a:pt x="7" y="1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07" name="Freeform 1113"/>
            <p:cNvSpPr/>
            <p:nvPr/>
          </p:nvSpPr>
          <p:spPr bwMode="auto">
            <a:xfrm>
              <a:off x="4703763" y="4654551"/>
              <a:ext cx="9525" cy="98425"/>
            </a:xfrm>
            <a:custGeom>
              <a:avLst/>
              <a:gdLst>
                <a:gd name="T0" fmla="*/ 0 w 6"/>
                <a:gd name="T1" fmla="*/ 62 h 62"/>
                <a:gd name="T2" fmla="*/ 0 w 6"/>
                <a:gd name="T3" fmla="*/ 57 h 62"/>
                <a:gd name="T4" fmla="*/ 0 w 6"/>
                <a:gd name="T5" fmla="*/ 49 h 62"/>
                <a:gd name="T6" fmla="*/ 0 w 6"/>
                <a:gd name="T7" fmla="*/ 45 h 62"/>
                <a:gd name="T8" fmla="*/ 0 w 6"/>
                <a:gd name="T9" fmla="*/ 41 h 62"/>
                <a:gd name="T10" fmla="*/ 0 w 6"/>
                <a:gd name="T11" fmla="*/ 35 h 62"/>
                <a:gd name="T12" fmla="*/ 1 w 6"/>
                <a:gd name="T13" fmla="*/ 31 h 62"/>
                <a:gd name="T14" fmla="*/ 1 w 6"/>
                <a:gd name="T15" fmla="*/ 26 h 62"/>
                <a:gd name="T16" fmla="*/ 1 w 6"/>
                <a:gd name="T17" fmla="*/ 22 h 62"/>
                <a:gd name="T18" fmla="*/ 1 w 6"/>
                <a:gd name="T19" fmla="*/ 17 h 62"/>
                <a:gd name="T20" fmla="*/ 1 w 6"/>
                <a:gd name="T21" fmla="*/ 16 h 62"/>
                <a:gd name="T22" fmla="*/ 1 w 6"/>
                <a:gd name="T23" fmla="*/ 20 h 62"/>
                <a:gd name="T24" fmla="*/ 1 w 6"/>
                <a:gd name="T25" fmla="*/ 25 h 62"/>
                <a:gd name="T26" fmla="*/ 1 w 6"/>
                <a:gd name="T27" fmla="*/ 32 h 62"/>
                <a:gd name="T28" fmla="*/ 1 w 6"/>
                <a:gd name="T29" fmla="*/ 37 h 62"/>
                <a:gd name="T30" fmla="*/ 2 w 6"/>
                <a:gd name="T31" fmla="*/ 37 h 62"/>
                <a:gd name="T32" fmla="*/ 2 w 6"/>
                <a:gd name="T33" fmla="*/ 35 h 62"/>
                <a:gd name="T34" fmla="*/ 2 w 6"/>
                <a:gd name="T35" fmla="*/ 30 h 62"/>
                <a:gd name="T36" fmla="*/ 2 w 6"/>
                <a:gd name="T37" fmla="*/ 26 h 62"/>
                <a:gd name="T38" fmla="*/ 2 w 6"/>
                <a:gd name="T39" fmla="*/ 22 h 62"/>
                <a:gd name="T40" fmla="*/ 2 w 6"/>
                <a:gd name="T41" fmla="*/ 19 h 62"/>
                <a:gd name="T42" fmla="*/ 2 w 6"/>
                <a:gd name="T43" fmla="*/ 13 h 62"/>
                <a:gd name="T44" fmla="*/ 2 w 6"/>
                <a:gd name="T45" fmla="*/ 5 h 62"/>
                <a:gd name="T46" fmla="*/ 2 w 6"/>
                <a:gd name="T47" fmla="*/ 1 h 62"/>
                <a:gd name="T48" fmla="*/ 3 w 6"/>
                <a:gd name="T49" fmla="*/ 0 h 62"/>
                <a:gd name="T50" fmla="*/ 3 w 6"/>
                <a:gd name="T51" fmla="*/ 1 h 62"/>
                <a:gd name="T52" fmla="*/ 3 w 6"/>
                <a:gd name="T53" fmla="*/ 5 h 62"/>
                <a:gd name="T54" fmla="*/ 3 w 6"/>
                <a:gd name="T55" fmla="*/ 10 h 62"/>
                <a:gd name="T56" fmla="*/ 3 w 6"/>
                <a:gd name="T57" fmla="*/ 15 h 62"/>
                <a:gd name="T58" fmla="*/ 3 w 6"/>
                <a:gd name="T59" fmla="*/ 19 h 62"/>
                <a:gd name="T60" fmla="*/ 4 w 6"/>
                <a:gd name="T61" fmla="*/ 20 h 62"/>
                <a:gd name="T62" fmla="*/ 4 w 6"/>
                <a:gd name="T63" fmla="*/ 22 h 62"/>
                <a:gd name="T64" fmla="*/ 4 w 6"/>
                <a:gd name="T65" fmla="*/ 24 h 62"/>
                <a:gd name="T66" fmla="*/ 4 w 6"/>
                <a:gd name="T67" fmla="*/ 25 h 62"/>
                <a:gd name="T68" fmla="*/ 4 w 6"/>
                <a:gd name="T69" fmla="*/ 27 h 62"/>
                <a:gd name="T70" fmla="*/ 4 w 6"/>
                <a:gd name="T71" fmla="*/ 26 h 62"/>
                <a:gd name="T72" fmla="*/ 4 w 6"/>
                <a:gd name="T73" fmla="*/ 17 h 62"/>
                <a:gd name="T74" fmla="*/ 4 w 6"/>
                <a:gd name="T75" fmla="*/ 9 h 62"/>
                <a:gd name="T76" fmla="*/ 4 w 6"/>
                <a:gd name="T77" fmla="*/ 7 h 62"/>
                <a:gd name="T78" fmla="*/ 5 w 6"/>
                <a:gd name="T79" fmla="*/ 8 h 62"/>
                <a:gd name="T80" fmla="*/ 5 w 6"/>
                <a:gd name="T81" fmla="*/ 10 h 62"/>
                <a:gd name="T82" fmla="*/ 5 w 6"/>
                <a:gd name="T83" fmla="*/ 15 h 62"/>
                <a:gd name="T84" fmla="*/ 5 w 6"/>
                <a:gd name="T85" fmla="*/ 24 h 62"/>
                <a:gd name="T86" fmla="*/ 5 w 6"/>
                <a:gd name="T87" fmla="*/ 29 h 62"/>
                <a:gd name="T88" fmla="*/ 5 w 6"/>
                <a:gd name="T89" fmla="*/ 30 h 62"/>
                <a:gd name="T90" fmla="*/ 6 w 6"/>
                <a:gd name="T91" fmla="*/ 31 h 62"/>
                <a:gd name="T92" fmla="*/ 6 w 6"/>
                <a:gd name="T93" fmla="*/ 36 h 62"/>
                <a:gd name="T94" fmla="*/ 6 w 6"/>
                <a:gd name="T95" fmla="*/ 38 h 62"/>
                <a:gd name="T96" fmla="*/ 6 w 6"/>
                <a:gd name="T97" fmla="*/ 34 h 62"/>
                <a:gd name="T98" fmla="*/ 6 w 6"/>
                <a:gd name="T99" fmla="*/ 29 h 62"/>
                <a:gd name="T100" fmla="*/ 6 w 6"/>
                <a:gd name="T101" fmla="*/ 26 h 62"/>
                <a:gd name="T102" fmla="*/ 6 w 6"/>
                <a:gd name="T103" fmla="*/ 2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2">
                  <a:moveTo>
                    <a:pt x="0" y="62"/>
                  </a:moveTo>
                  <a:lnTo>
                    <a:pt x="0" y="57"/>
                  </a:lnTo>
                  <a:lnTo>
                    <a:pt x="0" y="49"/>
                  </a:lnTo>
                  <a:lnTo>
                    <a:pt x="0" y="45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1" y="31"/>
                  </a:lnTo>
                  <a:lnTo>
                    <a:pt x="1" y="26"/>
                  </a:lnTo>
                  <a:lnTo>
                    <a:pt x="1" y="22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1" y="20"/>
                  </a:lnTo>
                  <a:lnTo>
                    <a:pt x="1" y="25"/>
                  </a:lnTo>
                  <a:lnTo>
                    <a:pt x="1" y="32"/>
                  </a:lnTo>
                  <a:lnTo>
                    <a:pt x="1" y="37"/>
                  </a:lnTo>
                  <a:lnTo>
                    <a:pt x="2" y="37"/>
                  </a:lnTo>
                  <a:lnTo>
                    <a:pt x="2" y="35"/>
                  </a:lnTo>
                  <a:lnTo>
                    <a:pt x="2" y="30"/>
                  </a:lnTo>
                  <a:lnTo>
                    <a:pt x="2" y="26"/>
                  </a:lnTo>
                  <a:lnTo>
                    <a:pt x="2" y="22"/>
                  </a:lnTo>
                  <a:lnTo>
                    <a:pt x="2" y="19"/>
                  </a:lnTo>
                  <a:lnTo>
                    <a:pt x="2" y="13"/>
                  </a:lnTo>
                  <a:lnTo>
                    <a:pt x="2" y="5"/>
                  </a:lnTo>
                  <a:lnTo>
                    <a:pt x="2" y="1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5"/>
                  </a:lnTo>
                  <a:lnTo>
                    <a:pt x="3" y="10"/>
                  </a:lnTo>
                  <a:lnTo>
                    <a:pt x="3" y="15"/>
                  </a:lnTo>
                  <a:lnTo>
                    <a:pt x="3" y="19"/>
                  </a:lnTo>
                  <a:lnTo>
                    <a:pt x="4" y="20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4" y="27"/>
                  </a:lnTo>
                  <a:lnTo>
                    <a:pt x="4" y="26"/>
                  </a:lnTo>
                  <a:lnTo>
                    <a:pt x="4" y="17"/>
                  </a:lnTo>
                  <a:lnTo>
                    <a:pt x="4" y="9"/>
                  </a:lnTo>
                  <a:lnTo>
                    <a:pt x="4" y="7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5"/>
                  </a:lnTo>
                  <a:lnTo>
                    <a:pt x="5" y="24"/>
                  </a:lnTo>
                  <a:lnTo>
                    <a:pt x="5" y="29"/>
                  </a:lnTo>
                  <a:lnTo>
                    <a:pt x="5" y="30"/>
                  </a:lnTo>
                  <a:lnTo>
                    <a:pt x="6" y="31"/>
                  </a:lnTo>
                  <a:lnTo>
                    <a:pt x="6" y="36"/>
                  </a:lnTo>
                  <a:lnTo>
                    <a:pt x="6" y="38"/>
                  </a:lnTo>
                  <a:lnTo>
                    <a:pt x="6" y="34"/>
                  </a:lnTo>
                  <a:lnTo>
                    <a:pt x="6" y="29"/>
                  </a:lnTo>
                  <a:lnTo>
                    <a:pt x="6" y="26"/>
                  </a:lnTo>
                  <a:lnTo>
                    <a:pt x="6" y="2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08" name="Freeform 1114"/>
            <p:cNvSpPr/>
            <p:nvPr/>
          </p:nvSpPr>
          <p:spPr bwMode="auto">
            <a:xfrm>
              <a:off x="4713288" y="4692651"/>
              <a:ext cx="9525" cy="85725"/>
            </a:xfrm>
            <a:custGeom>
              <a:avLst/>
              <a:gdLst>
                <a:gd name="T0" fmla="*/ 0 w 6"/>
                <a:gd name="T1" fmla="*/ 2 h 54"/>
                <a:gd name="T2" fmla="*/ 0 w 6"/>
                <a:gd name="T3" fmla="*/ 0 h 54"/>
                <a:gd name="T4" fmla="*/ 0 w 6"/>
                <a:gd name="T5" fmla="*/ 0 h 54"/>
                <a:gd name="T6" fmla="*/ 0 w 6"/>
                <a:gd name="T7" fmla="*/ 2 h 54"/>
                <a:gd name="T8" fmla="*/ 1 w 6"/>
                <a:gd name="T9" fmla="*/ 5 h 54"/>
                <a:gd name="T10" fmla="*/ 1 w 6"/>
                <a:gd name="T11" fmla="*/ 6 h 54"/>
                <a:gd name="T12" fmla="*/ 1 w 6"/>
                <a:gd name="T13" fmla="*/ 7 h 54"/>
                <a:gd name="T14" fmla="*/ 1 w 6"/>
                <a:gd name="T15" fmla="*/ 8 h 54"/>
                <a:gd name="T16" fmla="*/ 1 w 6"/>
                <a:gd name="T17" fmla="*/ 7 h 54"/>
                <a:gd name="T18" fmla="*/ 1 w 6"/>
                <a:gd name="T19" fmla="*/ 4 h 54"/>
                <a:gd name="T20" fmla="*/ 1 w 6"/>
                <a:gd name="T21" fmla="*/ 6 h 54"/>
                <a:gd name="T22" fmla="*/ 1 w 6"/>
                <a:gd name="T23" fmla="*/ 10 h 54"/>
                <a:gd name="T24" fmla="*/ 1 w 6"/>
                <a:gd name="T25" fmla="*/ 11 h 54"/>
                <a:gd name="T26" fmla="*/ 2 w 6"/>
                <a:gd name="T27" fmla="*/ 12 h 54"/>
                <a:gd name="T28" fmla="*/ 2 w 6"/>
                <a:gd name="T29" fmla="*/ 18 h 54"/>
                <a:gd name="T30" fmla="*/ 2 w 6"/>
                <a:gd name="T31" fmla="*/ 25 h 54"/>
                <a:gd name="T32" fmla="*/ 2 w 6"/>
                <a:gd name="T33" fmla="*/ 28 h 54"/>
                <a:gd name="T34" fmla="*/ 2 w 6"/>
                <a:gd name="T35" fmla="*/ 27 h 54"/>
                <a:gd name="T36" fmla="*/ 2 w 6"/>
                <a:gd name="T37" fmla="*/ 26 h 54"/>
                <a:gd name="T38" fmla="*/ 2 w 6"/>
                <a:gd name="T39" fmla="*/ 27 h 54"/>
                <a:gd name="T40" fmla="*/ 3 w 6"/>
                <a:gd name="T41" fmla="*/ 23 h 54"/>
                <a:gd name="T42" fmla="*/ 3 w 6"/>
                <a:gd name="T43" fmla="*/ 18 h 54"/>
                <a:gd name="T44" fmla="*/ 3 w 6"/>
                <a:gd name="T45" fmla="*/ 15 h 54"/>
                <a:gd name="T46" fmla="*/ 3 w 6"/>
                <a:gd name="T47" fmla="*/ 13 h 54"/>
                <a:gd name="T48" fmla="*/ 3 w 6"/>
                <a:gd name="T49" fmla="*/ 12 h 54"/>
                <a:gd name="T50" fmla="*/ 3 w 6"/>
                <a:gd name="T51" fmla="*/ 18 h 54"/>
                <a:gd name="T52" fmla="*/ 3 w 6"/>
                <a:gd name="T53" fmla="*/ 25 h 54"/>
                <a:gd name="T54" fmla="*/ 3 w 6"/>
                <a:gd name="T55" fmla="*/ 27 h 54"/>
                <a:gd name="T56" fmla="*/ 3 w 6"/>
                <a:gd name="T57" fmla="*/ 27 h 54"/>
                <a:gd name="T58" fmla="*/ 4 w 6"/>
                <a:gd name="T59" fmla="*/ 32 h 54"/>
                <a:gd name="T60" fmla="*/ 4 w 6"/>
                <a:gd name="T61" fmla="*/ 39 h 54"/>
                <a:gd name="T62" fmla="*/ 4 w 6"/>
                <a:gd name="T63" fmla="*/ 46 h 54"/>
                <a:gd name="T64" fmla="*/ 4 w 6"/>
                <a:gd name="T65" fmla="*/ 51 h 54"/>
                <a:gd name="T66" fmla="*/ 4 w 6"/>
                <a:gd name="T67" fmla="*/ 52 h 54"/>
                <a:gd name="T68" fmla="*/ 4 w 6"/>
                <a:gd name="T69" fmla="*/ 52 h 54"/>
                <a:gd name="T70" fmla="*/ 5 w 6"/>
                <a:gd name="T71" fmla="*/ 54 h 54"/>
                <a:gd name="T72" fmla="*/ 5 w 6"/>
                <a:gd name="T73" fmla="*/ 52 h 54"/>
                <a:gd name="T74" fmla="*/ 5 w 6"/>
                <a:gd name="T75" fmla="*/ 48 h 54"/>
                <a:gd name="T76" fmla="*/ 5 w 6"/>
                <a:gd name="T77" fmla="*/ 46 h 54"/>
                <a:gd name="T78" fmla="*/ 5 w 6"/>
                <a:gd name="T79" fmla="*/ 46 h 54"/>
                <a:gd name="T80" fmla="*/ 5 w 6"/>
                <a:gd name="T81" fmla="*/ 46 h 54"/>
                <a:gd name="T82" fmla="*/ 5 w 6"/>
                <a:gd name="T83" fmla="*/ 47 h 54"/>
                <a:gd name="T84" fmla="*/ 5 w 6"/>
                <a:gd name="T85" fmla="*/ 46 h 54"/>
                <a:gd name="T86" fmla="*/ 5 w 6"/>
                <a:gd name="T87" fmla="*/ 40 h 54"/>
                <a:gd name="T88" fmla="*/ 6 w 6"/>
                <a:gd name="T89" fmla="*/ 37 h 54"/>
                <a:gd name="T90" fmla="*/ 6 w 6"/>
                <a:gd name="T91" fmla="*/ 40 h 54"/>
                <a:gd name="T92" fmla="*/ 6 w 6"/>
                <a:gd name="T93" fmla="*/ 40 h 54"/>
                <a:gd name="T94" fmla="*/ 6 w 6"/>
                <a:gd name="T95" fmla="*/ 35 h 54"/>
                <a:gd name="T96" fmla="*/ 6 w 6"/>
                <a:gd name="T97" fmla="*/ 32 h 54"/>
                <a:gd name="T98" fmla="*/ 6 w 6"/>
                <a:gd name="T99" fmla="*/ 32 h 54"/>
                <a:gd name="T100" fmla="*/ 6 w 6"/>
                <a:gd name="T101" fmla="*/ 31 h 54"/>
                <a:gd name="T102" fmla="*/ 6 w 6"/>
                <a:gd name="T103" fmla="*/ 2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4">
                  <a:moveTo>
                    <a:pt x="0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4"/>
                  </a:lnTo>
                  <a:lnTo>
                    <a:pt x="1" y="6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2" y="12"/>
                  </a:lnTo>
                  <a:lnTo>
                    <a:pt x="2" y="18"/>
                  </a:lnTo>
                  <a:lnTo>
                    <a:pt x="2" y="25"/>
                  </a:lnTo>
                  <a:lnTo>
                    <a:pt x="2" y="28"/>
                  </a:lnTo>
                  <a:lnTo>
                    <a:pt x="2" y="27"/>
                  </a:lnTo>
                  <a:lnTo>
                    <a:pt x="2" y="26"/>
                  </a:lnTo>
                  <a:lnTo>
                    <a:pt x="2" y="27"/>
                  </a:lnTo>
                  <a:lnTo>
                    <a:pt x="3" y="23"/>
                  </a:lnTo>
                  <a:lnTo>
                    <a:pt x="3" y="18"/>
                  </a:lnTo>
                  <a:lnTo>
                    <a:pt x="3" y="15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3" y="18"/>
                  </a:lnTo>
                  <a:lnTo>
                    <a:pt x="3" y="25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4" y="32"/>
                  </a:lnTo>
                  <a:lnTo>
                    <a:pt x="4" y="39"/>
                  </a:lnTo>
                  <a:lnTo>
                    <a:pt x="4" y="46"/>
                  </a:lnTo>
                  <a:lnTo>
                    <a:pt x="4" y="51"/>
                  </a:lnTo>
                  <a:lnTo>
                    <a:pt x="4" y="52"/>
                  </a:lnTo>
                  <a:lnTo>
                    <a:pt x="4" y="52"/>
                  </a:lnTo>
                  <a:lnTo>
                    <a:pt x="5" y="54"/>
                  </a:lnTo>
                  <a:lnTo>
                    <a:pt x="5" y="52"/>
                  </a:lnTo>
                  <a:lnTo>
                    <a:pt x="5" y="48"/>
                  </a:lnTo>
                  <a:lnTo>
                    <a:pt x="5" y="46"/>
                  </a:lnTo>
                  <a:lnTo>
                    <a:pt x="5" y="46"/>
                  </a:lnTo>
                  <a:lnTo>
                    <a:pt x="5" y="46"/>
                  </a:lnTo>
                  <a:lnTo>
                    <a:pt x="5" y="47"/>
                  </a:lnTo>
                  <a:lnTo>
                    <a:pt x="5" y="46"/>
                  </a:lnTo>
                  <a:lnTo>
                    <a:pt x="5" y="40"/>
                  </a:lnTo>
                  <a:lnTo>
                    <a:pt x="6" y="37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35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6" y="31"/>
                  </a:lnTo>
                  <a:lnTo>
                    <a:pt x="6" y="2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09" name="Freeform 1115"/>
            <p:cNvSpPr/>
            <p:nvPr/>
          </p:nvSpPr>
          <p:spPr bwMode="auto">
            <a:xfrm>
              <a:off x="4722813" y="4651376"/>
              <a:ext cx="11113" cy="90488"/>
            </a:xfrm>
            <a:custGeom>
              <a:avLst/>
              <a:gdLst>
                <a:gd name="T0" fmla="*/ 0 w 7"/>
                <a:gd name="T1" fmla="*/ 57 h 57"/>
                <a:gd name="T2" fmla="*/ 0 w 7"/>
                <a:gd name="T3" fmla="*/ 55 h 57"/>
                <a:gd name="T4" fmla="*/ 0 w 7"/>
                <a:gd name="T5" fmla="*/ 50 h 57"/>
                <a:gd name="T6" fmla="*/ 1 w 7"/>
                <a:gd name="T7" fmla="*/ 44 h 57"/>
                <a:gd name="T8" fmla="*/ 1 w 7"/>
                <a:gd name="T9" fmla="*/ 41 h 57"/>
                <a:gd name="T10" fmla="*/ 1 w 7"/>
                <a:gd name="T11" fmla="*/ 41 h 57"/>
                <a:gd name="T12" fmla="*/ 1 w 7"/>
                <a:gd name="T13" fmla="*/ 39 h 57"/>
                <a:gd name="T14" fmla="*/ 1 w 7"/>
                <a:gd name="T15" fmla="*/ 33 h 57"/>
                <a:gd name="T16" fmla="*/ 1 w 7"/>
                <a:gd name="T17" fmla="*/ 24 h 57"/>
                <a:gd name="T18" fmla="*/ 2 w 7"/>
                <a:gd name="T19" fmla="*/ 21 h 57"/>
                <a:gd name="T20" fmla="*/ 2 w 7"/>
                <a:gd name="T21" fmla="*/ 24 h 57"/>
                <a:gd name="T22" fmla="*/ 2 w 7"/>
                <a:gd name="T23" fmla="*/ 24 h 57"/>
                <a:gd name="T24" fmla="*/ 2 w 7"/>
                <a:gd name="T25" fmla="*/ 20 h 57"/>
                <a:gd name="T26" fmla="*/ 2 w 7"/>
                <a:gd name="T27" fmla="*/ 19 h 57"/>
                <a:gd name="T28" fmla="*/ 2 w 7"/>
                <a:gd name="T29" fmla="*/ 21 h 57"/>
                <a:gd name="T30" fmla="*/ 2 w 7"/>
                <a:gd name="T31" fmla="*/ 17 h 57"/>
                <a:gd name="T32" fmla="*/ 2 w 7"/>
                <a:gd name="T33" fmla="*/ 13 h 57"/>
                <a:gd name="T34" fmla="*/ 2 w 7"/>
                <a:gd name="T35" fmla="*/ 11 h 57"/>
                <a:gd name="T36" fmla="*/ 3 w 7"/>
                <a:gd name="T37" fmla="*/ 9 h 57"/>
                <a:gd name="T38" fmla="*/ 3 w 7"/>
                <a:gd name="T39" fmla="*/ 7 h 57"/>
                <a:gd name="T40" fmla="*/ 3 w 7"/>
                <a:gd name="T41" fmla="*/ 8 h 57"/>
                <a:gd name="T42" fmla="*/ 3 w 7"/>
                <a:gd name="T43" fmla="*/ 9 h 57"/>
                <a:gd name="T44" fmla="*/ 3 w 7"/>
                <a:gd name="T45" fmla="*/ 8 h 57"/>
                <a:gd name="T46" fmla="*/ 3 w 7"/>
                <a:gd name="T47" fmla="*/ 5 h 57"/>
                <a:gd name="T48" fmla="*/ 4 w 7"/>
                <a:gd name="T49" fmla="*/ 4 h 57"/>
                <a:gd name="T50" fmla="*/ 4 w 7"/>
                <a:gd name="T51" fmla="*/ 5 h 57"/>
                <a:gd name="T52" fmla="*/ 4 w 7"/>
                <a:gd name="T53" fmla="*/ 6 h 57"/>
                <a:gd name="T54" fmla="*/ 4 w 7"/>
                <a:gd name="T55" fmla="*/ 7 h 57"/>
                <a:gd name="T56" fmla="*/ 4 w 7"/>
                <a:gd name="T57" fmla="*/ 9 h 57"/>
                <a:gd name="T58" fmla="*/ 4 w 7"/>
                <a:gd name="T59" fmla="*/ 8 h 57"/>
                <a:gd name="T60" fmla="*/ 4 w 7"/>
                <a:gd name="T61" fmla="*/ 6 h 57"/>
                <a:gd name="T62" fmla="*/ 4 w 7"/>
                <a:gd name="T63" fmla="*/ 6 h 57"/>
                <a:gd name="T64" fmla="*/ 4 w 7"/>
                <a:gd name="T65" fmla="*/ 10 h 57"/>
                <a:gd name="T66" fmla="*/ 4 w 7"/>
                <a:gd name="T67" fmla="*/ 10 h 57"/>
                <a:gd name="T68" fmla="*/ 5 w 7"/>
                <a:gd name="T69" fmla="*/ 8 h 57"/>
                <a:gd name="T70" fmla="*/ 5 w 7"/>
                <a:gd name="T71" fmla="*/ 10 h 57"/>
                <a:gd name="T72" fmla="*/ 5 w 7"/>
                <a:gd name="T73" fmla="*/ 11 h 57"/>
                <a:gd name="T74" fmla="*/ 5 w 7"/>
                <a:gd name="T75" fmla="*/ 8 h 57"/>
                <a:gd name="T76" fmla="*/ 5 w 7"/>
                <a:gd name="T77" fmla="*/ 4 h 57"/>
                <a:gd name="T78" fmla="*/ 5 w 7"/>
                <a:gd name="T79" fmla="*/ 3 h 57"/>
                <a:gd name="T80" fmla="*/ 5 w 7"/>
                <a:gd name="T81" fmla="*/ 2 h 57"/>
                <a:gd name="T82" fmla="*/ 5 w 7"/>
                <a:gd name="T83" fmla="*/ 2 h 57"/>
                <a:gd name="T84" fmla="*/ 5 w 7"/>
                <a:gd name="T85" fmla="*/ 2 h 57"/>
                <a:gd name="T86" fmla="*/ 6 w 7"/>
                <a:gd name="T87" fmla="*/ 1 h 57"/>
                <a:gd name="T88" fmla="*/ 6 w 7"/>
                <a:gd name="T89" fmla="*/ 0 h 57"/>
                <a:gd name="T90" fmla="*/ 6 w 7"/>
                <a:gd name="T91" fmla="*/ 2 h 57"/>
                <a:gd name="T92" fmla="*/ 6 w 7"/>
                <a:gd name="T93" fmla="*/ 8 h 57"/>
                <a:gd name="T94" fmla="*/ 6 w 7"/>
                <a:gd name="T95" fmla="*/ 11 h 57"/>
                <a:gd name="T96" fmla="*/ 6 w 7"/>
                <a:gd name="T97" fmla="*/ 11 h 57"/>
                <a:gd name="T98" fmla="*/ 7 w 7"/>
                <a:gd name="T99" fmla="*/ 16 h 57"/>
                <a:gd name="T100" fmla="*/ 7 w 7"/>
                <a:gd name="T101" fmla="*/ 21 h 57"/>
                <a:gd name="T102" fmla="*/ 7 w 7"/>
                <a:gd name="T103" fmla="*/ 2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7">
                  <a:moveTo>
                    <a:pt x="0" y="57"/>
                  </a:moveTo>
                  <a:lnTo>
                    <a:pt x="0" y="55"/>
                  </a:lnTo>
                  <a:lnTo>
                    <a:pt x="0" y="50"/>
                  </a:lnTo>
                  <a:lnTo>
                    <a:pt x="1" y="44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39"/>
                  </a:lnTo>
                  <a:lnTo>
                    <a:pt x="1" y="33"/>
                  </a:lnTo>
                  <a:lnTo>
                    <a:pt x="1" y="24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0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17"/>
                  </a:lnTo>
                  <a:lnTo>
                    <a:pt x="2" y="13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7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8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9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5" y="8"/>
                  </a:lnTo>
                  <a:lnTo>
                    <a:pt x="5" y="4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8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7" y="16"/>
                  </a:lnTo>
                  <a:lnTo>
                    <a:pt x="7" y="21"/>
                  </a:lnTo>
                  <a:lnTo>
                    <a:pt x="7" y="2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10" name="Freeform 1116"/>
            <p:cNvSpPr/>
            <p:nvPr/>
          </p:nvSpPr>
          <p:spPr bwMode="auto">
            <a:xfrm>
              <a:off x="4733925" y="4681538"/>
              <a:ext cx="9525" cy="85725"/>
            </a:xfrm>
            <a:custGeom>
              <a:avLst/>
              <a:gdLst>
                <a:gd name="T0" fmla="*/ 0 w 6"/>
                <a:gd name="T1" fmla="*/ 2 h 54"/>
                <a:gd name="T2" fmla="*/ 0 w 6"/>
                <a:gd name="T3" fmla="*/ 3 h 54"/>
                <a:gd name="T4" fmla="*/ 0 w 6"/>
                <a:gd name="T5" fmla="*/ 1 h 54"/>
                <a:gd name="T6" fmla="*/ 0 w 6"/>
                <a:gd name="T7" fmla="*/ 0 h 54"/>
                <a:gd name="T8" fmla="*/ 0 w 6"/>
                <a:gd name="T9" fmla="*/ 0 h 54"/>
                <a:gd name="T10" fmla="*/ 0 w 6"/>
                <a:gd name="T11" fmla="*/ 0 h 54"/>
                <a:gd name="T12" fmla="*/ 0 w 6"/>
                <a:gd name="T13" fmla="*/ 2 h 54"/>
                <a:gd name="T14" fmla="*/ 0 w 6"/>
                <a:gd name="T15" fmla="*/ 7 h 54"/>
                <a:gd name="T16" fmla="*/ 1 w 6"/>
                <a:gd name="T17" fmla="*/ 12 h 54"/>
                <a:gd name="T18" fmla="*/ 1 w 6"/>
                <a:gd name="T19" fmla="*/ 16 h 54"/>
                <a:gd name="T20" fmla="*/ 1 w 6"/>
                <a:gd name="T21" fmla="*/ 17 h 54"/>
                <a:gd name="T22" fmla="*/ 1 w 6"/>
                <a:gd name="T23" fmla="*/ 20 h 54"/>
                <a:gd name="T24" fmla="*/ 1 w 6"/>
                <a:gd name="T25" fmla="*/ 25 h 54"/>
                <a:gd name="T26" fmla="*/ 1 w 6"/>
                <a:gd name="T27" fmla="*/ 29 h 54"/>
                <a:gd name="T28" fmla="*/ 2 w 6"/>
                <a:gd name="T29" fmla="*/ 29 h 54"/>
                <a:gd name="T30" fmla="*/ 2 w 6"/>
                <a:gd name="T31" fmla="*/ 30 h 54"/>
                <a:gd name="T32" fmla="*/ 2 w 6"/>
                <a:gd name="T33" fmla="*/ 30 h 54"/>
                <a:gd name="T34" fmla="*/ 2 w 6"/>
                <a:gd name="T35" fmla="*/ 29 h 54"/>
                <a:gd name="T36" fmla="*/ 2 w 6"/>
                <a:gd name="T37" fmla="*/ 25 h 54"/>
                <a:gd name="T38" fmla="*/ 2 w 6"/>
                <a:gd name="T39" fmla="*/ 23 h 54"/>
                <a:gd name="T40" fmla="*/ 2 w 6"/>
                <a:gd name="T41" fmla="*/ 25 h 54"/>
                <a:gd name="T42" fmla="*/ 2 w 6"/>
                <a:gd name="T43" fmla="*/ 29 h 54"/>
                <a:gd name="T44" fmla="*/ 2 w 6"/>
                <a:gd name="T45" fmla="*/ 33 h 54"/>
                <a:gd name="T46" fmla="*/ 3 w 6"/>
                <a:gd name="T47" fmla="*/ 35 h 54"/>
                <a:gd name="T48" fmla="*/ 3 w 6"/>
                <a:gd name="T49" fmla="*/ 36 h 54"/>
                <a:gd name="T50" fmla="*/ 3 w 6"/>
                <a:gd name="T51" fmla="*/ 37 h 54"/>
                <a:gd name="T52" fmla="*/ 3 w 6"/>
                <a:gd name="T53" fmla="*/ 41 h 54"/>
                <a:gd name="T54" fmla="*/ 3 w 6"/>
                <a:gd name="T55" fmla="*/ 44 h 54"/>
                <a:gd name="T56" fmla="*/ 3 w 6"/>
                <a:gd name="T57" fmla="*/ 44 h 54"/>
                <a:gd name="T58" fmla="*/ 3 w 6"/>
                <a:gd name="T59" fmla="*/ 42 h 54"/>
                <a:gd name="T60" fmla="*/ 3 w 6"/>
                <a:gd name="T61" fmla="*/ 43 h 54"/>
                <a:gd name="T62" fmla="*/ 3 w 6"/>
                <a:gd name="T63" fmla="*/ 46 h 54"/>
                <a:gd name="T64" fmla="*/ 4 w 6"/>
                <a:gd name="T65" fmla="*/ 44 h 54"/>
                <a:gd name="T66" fmla="*/ 4 w 6"/>
                <a:gd name="T67" fmla="*/ 40 h 54"/>
                <a:gd name="T68" fmla="*/ 4 w 6"/>
                <a:gd name="T69" fmla="*/ 39 h 54"/>
                <a:gd name="T70" fmla="*/ 4 w 6"/>
                <a:gd name="T71" fmla="*/ 42 h 54"/>
                <a:gd name="T72" fmla="*/ 4 w 6"/>
                <a:gd name="T73" fmla="*/ 45 h 54"/>
                <a:gd name="T74" fmla="*/ 4 w 6"/>
                <a:gd name="T75" fmla="*/ 47 h 54"/>
                <a:gd name="T76" fmla="*/ 5 w 6"/>
                <a:gd name="T77" fmla="*/ 47 h 54"/>
                <a:gd name="T78" fmla="*/ 5 w 6"/>
                <a:gd name="T79" fmla="*/ 46 h 54"/>
                <a:gd name="T80" fmla="*/ 5 w 6"/>
                <a:gd name="T81" fmla="*/ 46 h 54"/>
                <a:gd name="T82" fmla="*/ 5 w 6"/>
                <a:gd name="T83" fmla="*/ 47 h 54"/>
                <a:gd name="T84" fmla="*/ 5 w 6"/>
                <a:gd name="T85" fmla="*/ 48 h 54"/>
                <a:gd name="T86" fmla="*/ 5 w 6"/>
                <a:gd name="T87" fmla="*/ 49 h 54"/>
                <a:gd name="T88" fmla="*/ 5 w 6"/>
                <a:gd name="T89" fmla="*/ 52 h 54"/>
                <a:gd name="T90" fmla="*/ 5 w 6"/>
                <a:gd name="T91" fmla="*/ 54 h 54"/>
                <a:gd name="T92" fmla="*/ 5 w 6"/>
                <a:gd name="T93" fmla="*/ 54 h 54"/>
                <a:gd name="T94" fmla="*/ 5 w 6"/>
                <a:gd name="T95" fmla="*/ 52 h 54"/>
                <a:gd name="T96" fmla="*/ 6 w 6"/>
                <a:gd name="T97" fmla="*/ 52 h 54"/>
                <a:gd name="T98" fmla="*/ 6 w 6"/>
                <a:gd name="T99" fmla="*/ 52 h 54"/>
                <a:gd name="T100" fmla="*/ 6 w 6"/>
                <a:gd name="T101" fmla="*/ 51 h 54"/>
                <a:gd name="T102" fmla="*/ 6 w 6"/>
                <a:gd name="T103" fmla="*/ 4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4">
                  <a:moveTo>
                    <a:pt x="0" y="2"/>
                  </a:move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7"/>
                  </a:lnTo>
                  <a:lnTo>
                    <a:pt x="1" y="12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1" y="25"/>
                  </a:lnTo>
                  <a:lnTo>
                    <a:pt x="1" y="29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2" y="29"/>
                  </a:lnTo>
                  <a:lnTo>
                    <a:pt x="2" y="25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2" y="29"/>
                  </a:lnTo>
                  <a:lnTo>
                    <a:pt x="2" y="33"/>
                  </a:lnTo>
                  <a:lnTo>
                    <a:pt x="3" y="35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3" y="41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3" y="46"/>
                  </a:lnTo>
                  <a:lnTo>
                    <a:pt x="4" y="44"/>
                  </a:lnTo>
                  <a:lnTo>
                    <a:pt x="4" y="40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4" y="45"/>
                  </a:lnTo>
                  <a:lnTo>
                    <a:pt x="4" y="47"/>
                  </a:lnTo>
                  <a:lnTo>
                    <a:pt x="5" y="47"/>
                  </a:lnTo>
                  <a:lnTo>
                    <a:pt x="5" y="46"/>
                  </a:lnTo>
                  <a:lnTo>
                    <a:pt x="5" y="46"/>
                  </a:lnTo>
                  <a:lnTo>
                    <a:pt x="5" y="47"/>
                  </a:lnTo>
                  <a:lnTo>
                    <a:pt x="5" y="48"/>
                  </a:lnTo>
                  <a:lnTo>
                    <a:pt x="5" y="49"/>
                  </a:lnTo>
                  <a:lnTo>
                    <a:pt x="5" y="52"/>
                  </a:lnTo>
                  <a:lnTo>
                    <a:pt x="5" y="54"/>
                  </a:lnTo>
                  <a:lnTo>
                    <a:pt x="5" y="54"/>
                  </a:lnTo>
                  <a:lnTo>
                    <a:pt x="5" y="52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6" y="51"/>
                  </a:lnTo>
                  <a:lnTo>
                    <a:pt x="6" y="4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11" name="Freeform 1117"/>
            <p:cNvSpPr/>
            <p:nvPr/>
          </p:nvSpPr>
          <p:spPr bwMode="auto">
            <a:xfrm>
              <a:off x="4743450" y="4670426"/>
              <a:ext cx="9525" cy="92075"/>
            </a:xfrm>
            <a:custGeom>
              <a:avLst/>
              <a:gdLst>
                <a:gd name="T0" fmla="*/ 0 w 6"/>
                <a:gd name="T1" fmla="*/ 58 h 58"/>
                <a:gd name="T2" fmla="*/ 0 w 6"/>
                <a:gd name="T3" fmla="*/ 52 h 58"/>
                <a:gd name="T4" fmla="*/ 0 w 6"/>
                <a:gd name="T5" fmla="*/ 47 h 58"/>
                <a:gd name="T6" fmla="*/ 0 w 6"/>
                <a:gd name="T7" fmla="*/ 44 h 58"/>
                <a:gd name="T8" fmla="*/ 1 w 6"/>
                <a:gd name="T9" fmla="*/ 42 h 58"/>
                <a:gd name="T10" fmla="*/ 1 w 6"/>
                <a:gd name="T11" fmla="*/ 40 h 58"/>
                <a:gd name="T12" fmla="*/ 1 w 6"/>
                <a:gd name="T13" fmla="*/ 39 h 58"/>
                <a:gd name="T14" fmla="*/ 1 w 6"/>
                <a:gd name="T15" fmla="*/ 39 h 58"/>
                <a:gd name="T16" fmla="*/ 1 w 6"/>
                <a:gd name="T17" fmla="*/ 39 h 58"/>
                <a:gd name="T18" fmla="*/ 1 w 6"/>
                <a:gd name="T19" fmla="*/ 37 h 58"/>
                <a:gd name="T20" fmla="*/ 1 w 6"/>
                <a:gd name="T21" fmla="*/ 34 h 58"/>
                <a:gd name="T22" fmla="*/ 1 w 6"/>
                <a:gd name="T23" fmla="*/ 31 h 58"/>
                <a:gd name="T24" fmla="*/ 1 w 6"/>
                <a:gd name="T25" fmla="*/ 27 h 58"/>
                <a:gd name="T26" fmla="*/ 2 w 6"/>
                <a:gd name="T27" fmla="*/ 21 h 58"/>
                <a:gd name="T28" fmla="*/ 2 w 6"/>
                <a:gd name="T29" fmla="*/ 16 h 58"/>
                <a:gd name="T30" fmla="*/ 2 w 6"/>
                <a:gd name="T31" fmla="*/ 10 h 58"/>
                <a:gd name="T32" fmla="*/ 2 w 6"/>
                <a:gd name="T33" fmla="*/ 6 h 58"/>
                <a:gd name="T34" fmla="*/ 2 w 6"/>
                <a:gd name="T35" fmla="*/ 5 h 58"/>
                <a:gd name="T36" fmla="*/ 2 w 6"/>
                <a:gd name="T37" fmla="*/ 6 h 58"/>
                <a:gd name="T38" fmla="*/ 2 w 6"/>
                <a:gd name="T39" fmla="*/ 7 h 58"/>
                <a:gd name="T40" fmla="*/ 2 w 6"/>
                <a:gd name="T41" fmla="*/ 9 h 58"/>
                <a:gd name="T42" fmla="*/ 2 w 6"/>
                <a:gd name="T43" fmla="*/ 11 h 58"/>
                <a:gd name="T44" fmla="*/ 3 w 6"/>
                <a:gd name="T45" fmla="*/ 11 h 58"/>
                <a:gd name="T46" fmla="*/ 3 w 6"/>
                <a:gd name="T47" fmla="*/ 10 h 58"/>
                <a:gd name="T48" fmla="*/ 3 w 6"/>
                <a:gd name="T49" fmla="*/ 10 h 58"/>
                <a:gd name="T50" fmla="*/ 3 w 6"/>
                <a:gd name="T51" fmla="*/ 9 h 58"/>
                <a:gd name="T52" fmla="*/ 3 w 6"/>
                <a:gd name="T53" fmla="*/ 8 h 58"/>
                <a:gd name="T54" fmla="*/ 3 w 6"/>
                <a:gd name="T55" fmla="*/ 7 h 58"/>
                <a:gd name="T56" fmla="*/ 4 w 6"/>
                <a:gd name="T57" fmla="*/ 8 h 58"/>
                <a:gd name="T58" fmla="*/ 4 w 6"/>
                <a:gd name="T59" fmla="*/ 11 h 58"/>
                <a:gd name="T60" fmla="*/ 4 w 6"/>
                <a:gd name="T61" fmla="*/ 14 h 58"/>
                <a:gd name="T62" fmla="*/ 4 w 6"/>
                <a:gd name="T63" fmla="*/ 15 h 58"/>
                <a:gd name="T64" fmla="*/ 4 w 6"/>
                <a:gd name="T65" fmla="*/ 15 h 58"/>
                <a:gd name="T66" fmla="*/ 4 w 6"/>
                <a:gd name="T67" fmla="*/ 12 h 58"/>
                <a:gd name="T68" fmla="*/ 4 w 6"/>
                <a:gd name="T69" fmla="*/ 9 h 58"/>
                <a:gd name="T70" fmla="*/ 4 w 6"/>
                <a:gd name="T71" fmla="*/ 8 h 58"/>
                <a:gd name="T72" fmla="*/ 4 w 6"/>
                <a:gd name="T73" fmla="*/ 7 h 58"/>
                <a:gd name="T74" fmla="*/ 5 w 6"/>
                <a:gd name="T75" fmla="*/ 2 h 58"/>
                <a:gd name="T76" fmla="*/ 5 w 6"/>
                <a:gd name="T77" fmla="*/ 0 h 58"/>
                <a:gd name="T78" fmla="*/ 5 w 6"/>
                <a:gd name="T79" fmla="*/ 2 h 58"/>
                <a:gd name="T80" fmla="*/ 5 w 6"/>
                <a:gd name="T81" fmla="*/ 6 h 58"/>
                <a:gd name="T82" fmla="*/ 5 w 6"/>
                <a:gd name="T83" fmla="*/ 10 h 58"/>
                <a:gd name="T84" fmla="*/ 5 w 6"/>
                <a:gd name="T85" fmla="*/ 14 h 58"/>
                <a:gd name="T86" fmla="*/ 6 w 6"/>
                <a:gd name="T87" fmla="*/ 16 h 58"/>
                <a:gd name="T88" fmla="*/ 6 w 6"/>
                <a:gd name="T89" fmla="*/ 19 h 58"/>
                <a:gd name="T90" fmla="*/ 6 w 6"/>
                <a:gd name="T91" fmla="*/ 22 h 58"/>
                <a:gd name="T92" fmla="*/ 6 w 6"/>
                <a:gd name="T93" fmla="*/ 25 h 58"/>
                <a:gd name="T94" fmla="*/ 6 w 6"/>
                <a:gd name="T95" fmla="*/ 25 h 58"/>
                <a:gd name="T96" fmla="*/ 6 w 6"/>
                <a:gd name="T97" fmla="*/ 26 h 58"/>
                <a:gd name="T98" fmla="*/ 6 w 6"/>
                <a:gd name="T99" fmla="*/ 30 h 58"/>
                <a:gd name="T100" fmla="*/ 6 w 6"/>
                <a:gd name="T101" fmla="*/ 32 h 58"/>
                <a:gd name="T102" fmla="*/ 6 w 6"/>
                <a:gd name="T103" fmla="*/ 3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8">
                  <a:moveTo>
                    <a:pt x="0" y="58"/>
                  </a:moveTo>
                  <a:lnTo>
                    <a:pt x="0" y="52"/>
                  </a:lnTo>
                  <a:lnTo>
                    <a:pt x="0" y="47"/>
                  </a:lnTo>
                  <a:lnTo>
                    <a:pt x="0" y="44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9"/>
                  </a:lnTo>
                  <a:lnTo>
                    <a:pt x="1" y="39"/>
                  </a:lnTo>
                  <a:lnTo>
                    <a:pt x="1" y="39"/>
                  </a:lnTo>
                  <a:lnTo>
                    <a:pt x="1" y="37"/>
                  </a:lnTo>
                  <a:lnTo>
                    <a:pt x="1" y="34"/>
                  </a:lnTo>
                  <a:lnTo>
                    <a:pt x="1" y="31"/>
                  </a:lnTo>
                  <a:lnTo>
                    <a:pt x="1" y="27"/>
                  </a:lnTo>
                  <a:lnTo>
                    <a:pt x="2" y="21"/>
                  </a:lnTo>
                  <a:lnTo>
                    <a:pt x="2" y="16"/>
                  </a:lnTo>
                  <a:lnTo>
                    <a:pt x="2" y="10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11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8"/>
                  </a:lnTo>
                  <a:lnTo>
                    <a:pt x="3" y="7"/>
                  </a:lnTo>
                  <a:lnTo>
                    <a:pt x="4" y="8"/>
                  </a:lnTo>
                  <a:lnTo>
                    <a:pt x="4" y="11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2"/>
                  </a:lnTo>
                  <a:lnTo>
                    <a:pt x="4" y="9"/>
                  </a:lnTo>
                  <a:lnTo>
                    <a:pt x="4" y="8"/>
                  </a:lnTo>
                  <a:lnTo>
                    <a:pt x="4" y="7"/>
                  </a:lnTo>
                  <a:lnTo>
                    <a:pt x="5" y="2"/>
                  </a:lnTo>
                  <a:lnTo>
                    <a:pt x="5" y="0"/>
                  </a:lnTo>
                  <a:lnTo>
                    <a:pt x="5" y="2"/>
                  </a:lnTo>
                  <a:lnTo>
                    <a:pt x="5" y="6"/>
                  </a:lnTo>
                  <a:lnTo>
                    <a:pt x="5" y="10"/>
                  </a:lnTo>
                  <a:lnTo>
                    <a:pt x="5" y="14"/>
                  </a:lnTo>
                  <a:lnTo>
                    <a:pt x="6" y="16"/>
                  </a:lnTo>
                  <a:lnTo>
                    <a:pt x="6" y="19"/>
                  </a:lnTo>
                  <a:lnTo>
                    <a:pt x="6" y="22"/>
                  </a:lnTo>
                  <a:lnTo>
                    <a:pt x="6" y="25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6" y="30"/>
                  </a:lnTo>
                  <a:lnTo>
                    <a:pt x="6" y="32"/>
                  </a:lnTo>
                  <a:lnTo>
                    <a:pt x="6" y="3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12" name="Freeform 1118"/>
            <p:cNvSpPr/>
            <p:nvPr/>
          </p:nvSpPr>
          <p:spPr bwMode="auto">
            <a:xfrm>
              <a:off x="4752975" y="4721226"/>
              <a:ext cx="11113" cy="57150"/>
            </a:xfrm>
            <a:custGeom>
              <a:avLst/>
              <a:gdLst>
                <a:gd name="T0" fmla="*/ 0 w 7"/>
                <a:gd name="T1" fmla="*/ 0 h 36"/>
                <a:gd name="T2" fmla="*/ 0 w 7"/>
                <a:gd name="T3" fmla="*/ 0 h 36"/>
                <a:gd name="T4" fmla="*/ 1 w 7"/>
                <a:gd name="T5" fmla="*/ 0 h 36"/>
                <a:gd name="T6" fmla="*/ 1 w 7"/>
                <a:gd name="T7" fmla="*/ 2 h 36"/>
                <a:gd name="T8" fmla="*/ 1 w 7"/>
                <a:gd name="T9" fmla="*/ 4 h 36"/>
                <a:gd name="T10" fmla="*/ 1 w 7"/>
                <a:gd name="T11" fmla="*/ 7 h 36"/>
                <a:gd name="T12" fmla="*/ 1 w 7"/>
                <a:gd name="T13" fmla="*/ 12 h 36"/>
                <a:gd name="T14" fmla="*/ 1 w 7"/>
                <a:gd name="T15" fmla="*/ 15 h 36"/>
                <a:gd name="T16" fmla="*/ 1 w 7"/>
                <a:gd name="T17" fmla="*/ 16 h 36"/>
                <a:gd name="T18" fmla="*/ 1 w 7"/>
                <a:gd name="T19" fmla="*/ 17 h 36"/>
                <a:gd name="T20" fmla="*/ 1 w 7"/>
                <a:gd name="T21" fmla="*/ 18 h 36"/>
                <a:gd name="T22" fmla="*/ 2 w 7"/>
                <a:gd name="T23" fmla="*/ 17 h 36"/>
                <a:gd name="T24" fmla="*/ 2 w 7"/>
                <a:gd name="T25" fmla="*/ 17 h 36"/>
                <a:gd name="T26" fmla="*/ 2 w 7"/>
                <a:gd name="T27" fmla="*/ 21 h 36"/>
                <a:gd name="T28" fmla="*/ 2 w 7"/>
                <a:gd name="T29" fmla="*/ 27 h 36"/>
                <a:gd name="T30" fmla="*/ 2 w 7"/>
                <a:gd name="T31" fmla="*/ 29 h 36"/>
                <a:gd name="T32" fmla="*/ 2 w 7"/>
                <a:gd name="T33" fmla="*/ 31 h 36"/>
                <a:gd name="T34" fmla="*/ 2 w 7"/>
                <a:gd name="T35" fmla="*/ 32 h 36"/>
                <a:gd name="T36" fmla="*/ 3 w 7"/>
                <a:gd name="T37" fmla="*/ 33 h 36"/>
                <a:gd name="T38" fmla="*/ 3 w 7"/>
                <a:gd name="T39" fmla="*/ 32 h 36"/>
                <a:gd name="T40" fmla="*/ 3 w 7"/>
                <a:gd name="T41" fmla="*/ 31 h 36"/>
                <a:gd name="T42" fmla="*/ 3 w 7"/>
                <a:gd name="T43" fmla="*/ 30 h 36"/>
                <a:gd name="T44" fmla="*/ 3 w 7"/>
                <a:gd name="T45" fmla="*/ 30 h 36"/>
                <a:gd name="T46" fmla="*/ 3 w 7"/>
                <a:gd name="T47" fmla="*/ 32 h 36"/>
                <a:gd name="T48" fmla="*/ 3 w 7"/>
                <a:gd name="T49" fmla="*/ 33 h 36"/>
                <a:gd name="T50" fmla="*/ 3 w 7"/>
                <a:gd name="T51" fmla="*/ 31 h 36"/>
                <a:gd name="T52" fmla="*/ 3 w 7"/>
                <a:gd name="T53" fmla="*/ 29 h 36"/>
                <a:gd name="T54" fmla="*/ 4 w 7"/>
                <a:gd name="T55" fmla="*/ 32 h 36"/>
                <a:gd name="T56" fmla="*/ 4 w 7"/>
                <a:gd name="T57" fmla="*/ 36 h 36"/>
                <a:gd name="T58" fmla="*/ 4 w 7"/>
                <a:gd name="T59" fmla="*/ 35 h 36"/>
                <a:gd name="T60" fmla="*/ 4 w 7"/>
                <a:gd name="T61" fmla="*/ 30 h 36"/>
                <a:gd name="T62" fmla="*/ 4 w 7"/>
                <a:gd name="T63" fmla="*/ 25 h 36"/>
                <a:gd name="T64" fmla="*/ 4 w 7"/>
                <a:gd name="T65" fmla="*/ 24 h 36"/>
                <a:gd name="T66" fmla="*/ 5 w 7"/>
                <a:gd name="T67" fmla="*/ 22 h 36"/>
                <a:gd name="T68" fmla="*/ 5 w 7"/>
                <a:gd name="T69" fmla="*/ 18 h 36"/>
                <a:gd name="T70" fmla="*/ 5 w 7"/>
                <a:gd name="T71" fmla="*/ 14 h 36"/>
                <a:gd name="T72" fmla="*/ 5 w 7"/>
                <a:gd name="T73" fmla="*/ 12 h 36"/>
                <a:gd name="T74" fmla="*/ 5 w 7"/>
                <a:gd name="T75" fmla="*/ 13 h 36"/>
                <a:gd name="T76" fmla="*/ 5 w 7"/>
                <a:gd name="T77" fmla="*/ 12 h 36"/>
                <a:gd name="T78" fmla="*/ 5 w 7"/>
                <a:gd name="T79" fmla="*/ 10 h 36"/>
                <a:gd name="T80" fmla="*/ 5 w 7"/>
                <a:gd name="T81" fmla="*/ 10 h 36"/>
                <a:gd name="T82" fmla="*/ 5 w 7"/>
                <a:gd name="T83" fmla="*/ 11 h 36"/>
                <a:gd name="T84" fmla="*/ 6 w 7"/>
                <a:gd name="T85" fmla="*/ 11 h 36"/>
                <a:gd name="T86" fmla="*/ 6 w 7"/>
                <a:gd name="T87" fmla="*/ 11 h 36"/>
                <a:gd name="T88" fmla="*/ 6 w 7"/>
                <a:gd name="T89" fmla="*/ 12 h 36"/>
                <a:gd name="T90" fmla="*/ 6 w 7"/>
                <a:gd name="T91" fmla="*/ 10 h 36"/>
                <a:gd name="T92" fmla="*/ 6 w 7"/>
                <a:gd name="T93" fmla="*/ 8 h 36"/>
                <a:gd name="T94" fmla="*/ 6 w 7"/>
                <a:gd name="T95" fmla="*/ 8 h 36"/>
                <a:gd name="T96" fmla="*/ 6 w 7"/>
                <a:gd name="T97" fmla="*/ 9 h 36"/>
                <a:gd name="T98" fmla="*/ 6 w 7"/>
                <a:gd name="T99" fmla="*/ 9 h 36"/>
                <a:gd name="T100" fmla="*/ 6 w 7"/>
                <a:gd name="T101" fmla="*/ 7 h 36"/>
                <a:gd name="T102" fmla="*/ 7 w 7"/>
                <a:gd name="T103" fmla="*/ 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36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7"/>
                  </a:lnTo>
                  <a:lnTo>
                    <a:pt x="1" y="12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21"/>
                  </a:lnTo>
                  <a:lnTo>
                    <a:pt x="2" y="27"/>
                  </a:lnTo>
                  <a:lnTo>
                    <a:pt x="2" y="29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3" y="33"/>
                  </a:lnTo>
                  <a:lnTo>
                    <a:pt x="3" y="32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3" y="32"/>
                  </a:lnTo>
                  <a:lnTo>
                    <a:pt x="3" y="33"/>
                  </a:lnTo>
                  <a:lnTo>
                    <a:pt x="3" y="31"/>
                  </a:lnTo>
                  <a:lnTo>
                    <a:pt x="3" y="29"/>
                  </a:lnTo>
                  <a:lnTo>
                    <a:pt x="4" y="32"/>
                  </a:lnTo>
                  <a:lnTo>
                    <a:pt x="4" y="36"/>
                  </a:lnTo>
                  <a:lnTo>
                    <a:pt x="4" y="35"/>
                  </a:lnTo>
                  <a:lnTo>
                    <a:pt x="4" y="30"/>
                  </a:lnTo>
                  <a:lnTo>
                    <a:pt x="4" y="25"/>
                  </a:lnTo>
                  <a:lnTo>
                    <a:pt x="4" y="24"/>
                  </a:lnTo>
                  <a:lnTo>
                    <a:pt x="5" y="22"/>
                  </a:lnTo>
                  <a:lnTo>
                    <a:pt x="5" y="18"/>
                  </a:lnTo>
                  <a:lnTo>
                    <a:pt x="5" y="14"/>
                  </a:lnTo>
                  <a:lnTo>
                    <a:pt x="5" y="12"/>
                  </a:lnTo>
                  <a:lnTo>
                    <a:pt x="5" y="13"/>
                  </a:lnTo>
                  <a:lnTo>
                    <a:pt x="5" y="12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6" y="8"/>
                  </a:lnTo>
                  <a:lnTo>
                    <a:pt x="6" y="8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7"/>
                  </a:lnTo>
                  <a:lnTo>
                    <a:pt x="7" y="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13" name="Freeform 1119"/>
            <p:cNvSpPr/>
            <p:nvPr/>
          </p:nvSpPr>
          <p:spPr bwMode="auto">
            <a:xfrm>
              <a:off x="4762500" y="4645026"/>
              <a:ext cx="11113" cy="87313"/>
            </a:xfrm>
            <a:custGeom>
              <a:avLst/>
              <a:gdLst>
                <a:gd name="T0" fmla="*/ 0 w 7"/>
                <a:gd name="T1" fmla="*/ 55 h 55"/>
                <a:gd name="T2" fmla="*/ 1 w 7"/>
                <a:gd name="T3" fmla="*/ 52 h 55"/>
                <a:gd name="T4" fmla="*/ 1 w 7"/>
                <a:gd name="T5" fmla="*/ 52 h 55"/>
                <a:gd name="T6" fmla="*/ 1 w 7"/>
                <a:gd name="T7" fmla="*/ 50 h 55"/>
                <a:gd name="T8" fmla="*/ 1 w 7"/>
                <a:gd name="T9" fmla="*/ 45 h 55"/>
                <a:gd name="T10" fmla="*/ 1 w 7"/>
                <a:gd name="T11" fmla="*/ 42 h 55"/>
                <a:gd name="T12" fmla="*/ 1 w 7"/>
                <a:gd name="T13" fmla="*/ 43 h 55"/>
                <a:gd name="T14" fmla="*/ 2 w 7"/>
                <a:gd name="T15" fmla="*/ 43 h 55"/>
                <a:gd name="T16" fmla="*/ 2 w 7"/>
                <a:gd name="T17" fmla="*/ 42 h 55"/>
                <a:gd name="T18" fmla="*/ 2 w 7"/>
                <a:gd name="T19" fmla="*/ 41 h 55"/>
                <a:gd name="T20" fmla="*/ 2 w 7"/>
                <a:gd name="T21" fmla="*/ 41 h 55"/>
                <a:gd name="T22" fmla="*/ 2 w 7"/>
                <a:gd name="T23" fmla="*/ 39 h 55"/>
                <a:gd name="T24" fmla="*/ 2 w 7"/>
                <a:gd name="T25" fmla="*/ 36 h 55"/>
                <a:gd name="T26" fmla="*/ 2 w 7"/>
                <a:gd name="T27" fmla="*/ 34 h 55"/>
                <a:gd name="T28" fmla="*/ 2 w 7"/>
                <a:gd name="T29" fmla="*/ 31 h 55"/>
                <a:gd name="T30" fmla="*/ 2 w 7"/>
                <a:gd name="T31" fmla="*/ 27 h 55"/>
                <a:gd name="T32" fmla="*/ 3 w 7"/>
                <a:gd name="T33" fmla="*/ 24 h 55"/>
                <a:gd name="T34" fmla="*/ 3 w 7"/>
                <a:gd name="T35" fmla="*/ 21 h 55"/>
                <a:gd name="T36" fmla="*/ 3 w 7"/>
                <a:gd name="T37" fmla="*/ 15 h 55"/>
                <a:gd name="T38" fmla="*/ 3 w 7"/>
                <a:gd name="T39" fmla="*/ 11 h 55"/>
                <a:gd name="T40" fmla="*/ 3 w 7"/>
                <a:gd name="T41" fmla="*/ 8 h 55"/>
                <a:gd name="T42" fmla="*/ 3 w 7"/>
                <a:gd name="T43" fmla="*/ 7 h 55"/>
                <a:gd name="T44" fmla="*/ 4 w 7"/>
                <a:gd name="T45" fmla="*/ 4 h 55"/>
                <a:gd name="T46" fmla="*/ 4 w 7"/>
                <a:gd name="T47" fmla="*/ 1 h 55"/>
                <a:gd name="T48" fmla="*/ 4 w 7"/>
                <a:gd name="T49" fmla="*/ 0 h 55"/>
                <a:gd name="T50" fmla="*/ 4 w 7"/>
                <a:gd name="T51" fmla="*/ 1 h 55"/>
                <a:gd name="T52" fmla="*/ 4 w 7"/>
                <a:gd name="T53" fmla="*/ 1 h 55"/>
                <a:gd name="T54" fmla="*/ 4 w 7"/>
                <a:gd name="T55" fmla="*/ 0 h 55"/>
                <a:gd name="T56" fmla="*/ 4 w 7"/>
                <a:gd name="T57" fmla="*/ 0 h 55"/>
                <a:gd name="T58" fmla="*/ 4 w 7"/>
                <a:gd name="T59" fmla="*/ 0 h 55"/>
                <a:gd name="T60" fmla="*/ 4 w 7"/>
                <a:gd name="T61" fmla="*/ 0 h 55"/>
                <a:gd name="T62" fmla="*/ 4 w 7"/>
                <a:gd name="T63" fmla="*/ 1 h 55"/>
                <a:gd name="T64" fmla="*/ 5 w 7"/>
                <a:gd name="T65" fmla="*/ 2 h 55"/>
                <a:gd name="T66" fmla="*/ 5 w 7"/>
                <a:gd name="T67" fmla="*/ 5 h 55"/>
                <a:gd name="T68" fmla="*/ 5 w 7"/>
                <a:gd name="T69" fmla="*/ 8 h 55"/>
                <a:gd name="T70" fmla="*/ 5 w 7"/>
                <a:gd name="T71" fmla="*/ 12 h 55"/>
                <a:gd name="T72" fmla="*/ 5 w 7"/>
                <a:gd name="T73" fmla="*/ 13 h 55"/>
                <a:gd name="T74" fmla="*/ 5 w 7"/>
                <a:gd name="T75" fmla="*/ 13 h 55"/>
                <a:gd name="T76" fmla="*/ 6 w 7"/>
                <a:gd name="T77" fmla="*/ 13 h 55"/>
                <a:gd name="T78" fmla="*/ 6 w 7"/>
                <a:gd name="T79" fmla="*/ 15 h 55"/>
                <a:gd name="T80" fmla="*/ 6 w 7"/>
                <a:gd name="T81" fmla="*/ 16 h 55"/>
                <a:gd name="T82" fmla="*/ 6 w 7"/>
                <a:gd name="T83" fmla="*/ 18 h 55"/>
                <a:gd name="T84" fmla="*/ 6 w 7"/>
                <a:gd name="T85" fmla="*/ 20 h 55"/>
                <a:gd name="T86" fmla="*/ 6 w 7"/>
                <a:gd name="T87" fmla="*/ 22 h 55"/>
                <a:gd name="T88" fmla="*/ 6 w 7"/>
                <a:gd name="T89" fmla="*/ 23 h 55"/>
                <a:gd name="T90" fmla="*/ 6 w 7"/>
                <a:gd name="T91" fmla="*/ 23 h 55"/>
                <a:gd name="T92" fmla="*/ 6 w 7"/>
                <a:gd name="T93" fmla="*/ 24 h 55"/>
                <a:gd name="T94" fmla="*/ 7 w 7"/>
                <a:gd name="T95" fmla="*/ 26 h 55"/>
                <a:gd name="T96" fmla="*/ 7 w 7"/>
                <a:gd name="T97" fmla="*/ 28 h 55"/>
                <a:gd name="T98" fmla="*/ 7 w 7"/>
                <a:gd name="T99" fmla="*/ 30 h 55"/>
                <a:gd name="T100" fmla="*/ 7 w 7"/>
                <a:gd name="T101" fmla="*/ 30 h 55"/>
                <a:gd name="T102" fmla="*/ 7 w 7"/>
                <a:gd name="T103" fmla="*/ 2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5">
                  <a:moveTo>
                    <a:pt x="0" y="55"/>
                  </a:moveTo>
                  <a:lnTo>
                    <a:pt x="1" y="52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5"/>
                  </a:lnTo>
                  <a:lnTo>
                    <a:pt x="1" y="42"/>
                  </a:lnTo>
                  <a:lnTo>
                    <a:pt x="1" y="43"/>
                  </a:lnTo>
                  <a:lnTo>
                    <a:pt x="2" y="43"/>
                  </a:lnTo>
                  <a:lnTo>
                    <a:pt x="2" y="42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39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1"/>
                  </a:lnTo>
                  <a:lnTo>
                    <a:pt x="2" y="27"/>
                  </a:lnTo>
                  <a:lnTo>
                    <a:pt x="3" y="24"/>
                  </a:lnTo>
                  <a:lnTo>
                    <a:pt x="3" y="21"/>
                  </a:lnTo>
                  <a:lnTo>
                    <a:pt x="3" y="15"/>
                  </a:lnTo>
                  <a:lnTo>
                    <a:pt x="3" y="11"/>
                  </a:lnTo>
                  <a:lnTo>
                    <a:pt x="3" y="8"/>
                  </a:lnTo>
                  <a:lnTo>
                    <a:pt x="3" y="7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5" y="2"/>
                  </a:lnTo>
                  <a:lnTo>
                    <a:pt x="5" y="5"/>
                  </a:lnTo>
                  <a:lnTo>
                    <a:pt x="5" y="8"/>
                  </a:lnTo>
                  <a:lnTo>
                    <a:pt x="5" y="12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6" y="15"/>
                  </a:lnTo>
                  <a:lnTo>
                    <a:pt x="6" y="16"/>
                  </a:lnTo>
                  <a:lnTo>
                    <a:pt x="6" y="18"/>
                  </a:lnTo>
                  <a:lnTo>
                    <a:pt x="6" y="20"/>
                  </a:lnTo>
                  <a:lnTo>
                    <a:pt x="6" y="22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6" y="24"/>
                  </a:lnTo>
                  <a:lnTo>
                    <a:pt x="7" y="26"/>
                  </a:lnTo>
                  <a:lnTo>
                    <a:pt x="7" y="28"/>
                  </a:lnTo>
                  <a:lnTo>
                    <a:pt x="7" y="30"/>
                  </a:lnTo>
                  <a:lnTo>
                    <a:pt x="7" y="30"/>
                  </a:lnTo>
                  <a:lnTo>
                    <a:pt x="7" y="2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14" name="Freeform 1120"/>
            <p:cNvSpPr/>
            <p:nvPr/>
          </p:nvSpPr>
          <p:spPr bwMode="auto">
            <a:xfrm>
              <a:off x="4773613" y="4689476"/>
              <a:ext cx="9525" cy="31750"/>
            </a:xfrm>
            <a:custGeom>
              <a:avLst/>
              <a:gdLst>
                <a:gd name="T0" fmla="*/ 0 w 6"/>
                <a:gd name="T1" fmla="*/ 2 h 20"/>
                <a:gd name="T2" fmla="*/ 0 w 6"/>
                <a:gd name="T3" fmla="*/ 0 h 20"/>
                <a:gd name="T4" fmla="*/ 0 w 6"/>
                <a:gd name="T5" fmla="*/ 1 h 20"/>
                <a:gd name="T6" fmla="*/ 0 w 6"/>
                <a:gd name="T7" fmla="*/ 4 h 20"/>
                <a:gd name="T8" fmla="*/ 0 w 6"/>
                <a:gd name="T9" fmla="*/ 7 h 20"/>
                <a:gd name="T10" fmla="*/ 0 w 6"/>
                <a:gd name="T11" fmla="*/ 7 h 20"/>
                <a:gd name="T12" fmla="*/ 1 w 6"/>
                <a:gd name="T13" fmla="*/ 7 h 20"/>
                <a:gd name="T14" fmla="*/ 1 w 6"/>
                <a:gd name="T15" fmla="*/ 7 h 20"/>
                <a:gd name="T16" fmla="*/ 1 w 6"/>
                <a:gd name="T17" fmla="*/ 9 h 20"/>
                <a:gd name="T18" fmla="*/ 1 w 6"/>
                <a:gd name="T19" fmla="*/ 11 h 20"/>
                <a:gd name="T20" fmla="*/ 1 w 6"/>
                <a:gd name="T21" fmla="*/ 13 h 20"/>
                <a:gd name="T22" fmla="*/ 1 w 6"/>
                <a:gd name="T23" fmla="*/ 12 h 20"/>
                <a:gd name="T24" fmla="*/ 2 w 6"/>
                <a:gd name="T25" fmla="*/ 10 h 20"/>
                <a:gd name="T26" fmla="*/ 2 w 6"/>
                <a:gd name="T27" fmla="*/ 10 h 20"/>
                <a:gd name="T28" fmla="*/ 2 w 6"/>
                <a:gd name="T29" fmla="*/ 12 h 20"/>
                <a:gd name="T30" fmla="*/ 2 w 6"/>
                <a:gd name="T31" fmla="*/ 13 h 20"/>
                <a:gd name="T32" fmla="*/ 2 w 6"/>
                <a:gd name="T33" fmla="*/ 12 h 20"/>
                <a:gd name="T34" fmla="*/ 2 w 6"/>
                <a:gd name="T35" fmla="*/ 12 h 20"/>
                <a:gd name="T36" fmla="*/ 2 w 6"/>
                <a:gd name="T37" fmla="*/ 15 h 20"/>
                <a:gd name="T38" fmla="*/ 2 w 6"/>
                <a:gd name="T39" fmla="*/ 18 h 20"/>
                <a:gd name="T40" fmla="*/ 2 w 6"/>
                <a:gd name="T41" fmla="*/ 17 h 20"/>
                <a:gd name="T42" fmla="*/ 3 w 6"/>
                <a:gd name="T43" fmla="*/ 16 h 20"/>
                <a:gd name="T44" fmla="*/ 3 w 6"/>
                <a:gd name="T45" fmla="*/ 14 h 20"/>
                <a:gd name="T46" fmla="*/ 3 w 6"/>
                <a:gd name="T47" fmla="*/ 14 h 20"/>
                <a:gd name="T48" fmla="*/ 3 w 6"/>
                <a:gd name="T49" fmla="*/ 15 h 20"/>
                <a:gd name="T50" fmla="*/ 3 w 6"/>
                <a:gd name="T51" fmla="*/ 12 h 20"/>
                <a:gd name="T52" fmla="*/ 3 w 6"/>
                <a:gd name="T53" fmla="*/ 9 h 20"/>
                <a:gd name="T54" fmla="*/ 4 w 6"/>
                <a:gd name="T55" fmla="*/ 7 h 20"/>
                <a:gd name="T56" fmla="*/ 4 w 6"/>
                <a:gd name="T57" fmla="*/ 5 h 20"/>
                <a:gd name="T58" fmla="*/ 4 w 6"/>
                <a:gd name="T59" fmla="*/ 3 h 20"/>
                <a:gd name="T60" fmla="*/ 4 w 6"/>
                <a:gd name="T61" fmla="*/ 4 h 20"/>
                <a:gd name="T62" fmla="*/ 4 w 6"/>
                <a:gd name="T63" fmla="*/ 7 h 20"/>
                <a:gd name="T64" fmla="*/ 4 w 6"/>
                <a:gd name="T65" fmla="*/ 9 h 20"/>
                <a:gd name="T66" fmla="*/ 4 w 6"/>
                <a:gd name="T67" fmla="*/ 11 h 20"/>
                <a:gd name="T68" fmla="*/ 4 w 6"/>
                <a:gd name="T69" fmla="*/ 15 h 20"/>
                <a:gd name="T70" fmla="*/ 4 w 6"/>
                <a:gd name="T71" fmla="*/ 17 h 20"/>
                <a:gd name="T72" fmla="*/ 5 w 6"/>
                <a:gd name="T73" fmla="*/ 18 h 20"/>
                <a:gd name="T74" fmla="*/ 5 w 6"/>
                <a:gd name="T75" fmla="*/ 19 h 20"/>
                <a:gd name="T76" fmla="*/ 5 w 6"/>
                <a:gd name="T77" fmla="*/ 19 h 20"/>
                <a:gd name="T78" fmla="*/ 5 w 6"/>
                <a:gd name="T79" fmla="*/ 19 h 20"/>
                <a:gd name="T80" fmla="*/ 5 w 6"/>
                <a:gd name="T81" fmla="*/ 18 h 20"/>
                <a:gd name="T82" fmla="*/ 5 w 6"/>
                <a:gd name="T83" fmla="*/ 17 h 20"/>
                <a:gd name="T84" fmla="*/ 5 w 6"/>
                <a:gd name="T85" fmla="*/ 16 h 20"/>
                <a:gd name="T86" fmla="*/ 5 w 6"/>
                <a:gd name="T87" fmla="*/ 15 h 20"/>
                <a:gd name="T88" fmla="*/ 5 w 6"/>
                <a:gd name="T89" fmla="*/ 15 h 20"/>
                <a:gd name="T90" fmla="*/ 6 w 6"/>
                <a:gd name="T91" fmla="*/ 18 h 20"/>
                <a:gd name="T92" fmla="*/ 6 w 6"/>
                <a:gd name="T93" fmla="*/ 19 h 20"/>
                <a:gd name="T94" fmla="*/ 6 w 6"/>
                <a:gd name="T95" fmla="*/ 18 h 20"/>
                <a:gd name="T96" fmla="*/ 6 w 6"/>
                <a:gd name="T97" fmla="*/ 18 h 20"/>
                <a:gd name="T98" fmla="*/ 6 w 6"/>
                <a:gd name="T99" fmla="*/ 20 h 20"/>
                <a:gd name="T100" fmla="*/ 6 w 6"/>
                <a:gd name="T101" fmla="*/ 20 h 20"/>
                <a:gd name="T102" fmla="*/ 6 w 6"/>
                <a:gd name="T103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20">
                  <a:moveTo>
                    <a:pt x="0" y="2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9"/>
                  </a:lnTo>
                  <a:lnTo>
                    <a:pt x="1" y="11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2"/>
                  </a:lnTo>
                  <a:lnTo>
                    <a:pt x="3" y="9"/>
                  </a:lnTo>
                  <a:lnTo>
                    <a:pt x="4" y="7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4"/>
                  </a:lnTo>
                  <a:lnTo>
                    <a:pt x="4" y="7"/>
                  </a:lnTo>
                  <a:lnTo>
                    <a:pt x="4" y="9"/>
                  </a:lnTo>
                  <a:lnTo>
                    <a:pt x="4" y="11"/>
                  </a:lnTo>
                  <a:lnTo>
                    <a:pt x="4" y="15"/>
                  </a:lnTo>
                  <a:lnTo>
                    <a:pt x="4" y="17"/>
                  </a:lnTo>
                  <a:lnTo>
                    <a:pt x="5" y="18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18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6" y="18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15" name="Freeform 1121"/>
            <p:cNvSpPr/>
            <p:nvPr/>
          </p:nvSpPr>
          <p:spPr bwMode="auto">
            <a:xfrm>
              <a:off x="4783138" y="4691063"/>
              <a:ext cx="11113" cy="60325"/>
            </a:xfrm>
            <a:custGeom>
              <a:avLst/>
              <a:gdLst>
                <a:gd name="T0" fmla="*/ 0 w 7"/>
                <a:gd name="T1" fmla="*/ 19 h 38"/>
                <a:gd name="T2" fmla="*/ 0 w 7"/>
                <a:gd name="T3" fmla="*/ 18 h 38"/>
                <a:gd name="T4" fmla="*/ 1 w 7"/>
                <a:gd name="T5" fmla="*/ 19 h 38"/>
                <a:gd name="T6" fmla="*/ 1 w 7"/>
                <a:gd name="T7" fmla="*/ 23 h 38"/>
                <a:gd name="T8" fmla="*/ 1 w 7"/>
                <a:gd name="T9" fmla="*/ 24 h 38"/>
                <a:gd name="T10" fmla="*/ 1 w 7"/>
                <a:gd name="T11" fmla="*/ 24 h 38"/>
                <a:gd name="T12" fmla="*/ 1 w 7"/>
                <a:gd name="T13" fmla="*/ 24 h 38"/>
                <a:gd name="T14" fmla="*/ 1 w 7"/>
                <a:gd name="T15" fmla="*/ 23 h 38"/>
                <a:gd name="T16" fmla="*/ 1 w 7"/>
                <a:gd name="T17" fmla="*/ 23 h 38"/>
                <a:gd name="T18" fmla="*/ 1 w 7"/>
                <a:gd name="T19" fmla="*/ 23 h 38"/>
                <a:gd name="T20" fmla="*/ 1 w 7"/>
                <a:gd name="T21" fmla="*/ 22 h 38"/>
                <a:gd name="T22" fmla="*/ 2 w 7"/>
                <a:gd name="T23" fmla="*/ 20 h 38"/>
                <a:gd name="T24" fmla="*/ 2 w 7"/>
                <a:gd name="T25" fmla="*/ 19 h 38"/>
                <a:gd name="T26" fmla="*/ 2 w 7"/>
                <a:gd name="T27" fmla="*/ 21 h 38"/>
                <a:gd name="T28" fmla="*/ 2 w 7"/>
                <a:gd name="T29" fmla="*/ 23 h 38"/>
                <a:gd name="T30" fmla="*/ 2 w 7"/>
                <a:gd name="T31" fmla="*/ 22 h 38"/>
                <a:gd name="T32" fmla="*/ 2 w 7"/>
                <a:gd name="T33" fmla="*/ 23 h 38"/>
                <a:gd name="T34" fmla="*/ 3 w 7"/>
                <a:gd name="T35" fmla="*/ 26 h 38"/>
                <a:gd name="T36" fmla="*/ 3 w 7"/>
                <a:gd name="T37" fmla="*/ 27 h 38"/>
                <a:gd name="T38" fmla="*/ 3 w 7"/>
                <a:gd name="T39" fmla="*/ 25 h 38"/>
                <a:gd name="T40" fmla="*/ 3 w 7"/>
                <a:gd name="T41" fmla="*/ 23 h 38"/>
                <a:gd name="T42" fmla="*/ 3 w 7"/>
                <a:gd name="T43" fmla="*/ 21 h 38"/>
                <a:gd name="T44" fmla="*/ 3 w 7"/>
                <a:gd name="T45" fmla="*/ 18 h 38"/>
                <a:gd name="T46" fmla="*/ 3 w 7"/>
                <a:gd name="T47" fmla="*/ 16 h 38"/>
                <a:gd name="T48" fmla="*/ 3 w 7"/>
                <a:gd name="T49" fmla="*/ 11 h 38"/>
                <a:gd name="T50" fmla="*/ 3 w 7"/>
                <a:gd name="T51" fmla="*/ 5 h 38"/>
                <a:gd name="T52" fmla="*/ 4 w 7"/>
                <a:gd name="T53" fmla="*/ 2 h 38"/>
                <a:gd name="T54" fmla="*/ 4 w 7"/>
                <a:gd name="T55" fmla="*/ 1 h 38"/>
                <a:gd name="T56" fmla="*/ 4 w 7"/>
                <a:gd name="T57" fmla="*/ 0 h 38"/>
                <a:gd name="T58" fmla="*/ 4 w 7"/>
                <a:gd name="T59" fmla="*/ 1 h 38"/>
                <a:gd name="T60" fmla="*/ 4 w 7"/>
                <a:gd name="T61" fmla="*/ 4 h 38"/>
                <a:gd name="T62" fmla="*/ 4 w 7"/>
                <a:gd name="T63" fmla="*/ 6 h 38"/>
                <a:gd name="T64" fmla="*/ 4 w 7"/>
                <a:gd name="T65" fmla="*/ 7 h 38"/>
                <a:gd name="T66" fmla="*/ 4 w 7"/>
                <a:gd name="T67" fmla="*/ 12 h 38"/>
                <a:gd name="T68" fmla="*/ 4 w 7"/>
                <a:gd name="T69" fmla="*/ 20 h 38"/>
                <a:gd name="T70" fmla="*/ 5 w 7"/>
                <a:gd name="T71" fmla="*/ 26 h 38"/>
                <a:gd name="T72" fmla="*/ 5 w 7"/>
                <a:gd name="T73" fmla="*/ 30 h 38"/>
                <a:gd name="T74" fmla="*/ 5 w 7"/>
                <a:gd name="T75" fmla="*/ 33 h 38"/>
                <a:gd name="T76" fmla="*/ 5 w 7"/>
                <a:gd name="T77" fmla="*/ 36 h 38"/>
                <a:gd name="T78" fmla="*/ 5 w 7"/>
                <a:gd name="T79" fmla="*/ 36 h 38"/>
                <a:gd name="T80" fmla="*/ 5 w 7"/>
                <a:gd name="T81" fmla="*/ 35 h 38"/>
                <a:gd name="T82" fmla="*/ 6 w 7"/>
                <a:gd name="T83" fmla="*/ 34 h 38"/>
                <a:gd name="T84" fmla="*/ 6 w 7"/>
                <a:gd name="T85" fmla="*/ 34 h 38"/>
                <a:gd name="T86" fmla="*/ 6 w 7"/>
                <a:gd name="T87" fmla="*/ 34 h 38"/>
                <a:gd name="T88" fmla="*/ 6 w 7"/>
                <a:gd name="T89" fmla="*/ 35 h 38"/>
                <a:gd name="T90" fmla="*/ 6 w 7"/>
                <a:gd name="T91" fmla="*/ 34 h 38"/>
                <a:gd name="T92" fmla="*/ 6 w 7"/>
                <a:gd name="T93" fmla="*/ 32 h 38"/>
                <a:gd name="T94" fmla="*/ 6 w 7"/>
                <a:gd name="T95" fmla="*/ 33 h 38"/>
                <a:gd name="T96" fmla="*/ 6 w 7"/>
                <a:gd name="T97" fmla="*/ 34 h 38"/>
                <a:gd name="T98" fmla="*/ 6 w 7"/>
                <a:gd name="T99" fmla="*/ 34 h 38"/>
                <a:gd name="T100" fmla="*/ 7 w 7"/>
                <a:gd name="T101" fmla="*/ 35 h 38"/>
                <a:gd name="T102" fmla="*/ 7 w 7"/>
                <a:gd name="T10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38">
                  <a:moveTo>
                    <a:pt x="0" y="19"/>
                  </a:moveTo>
                  <a:lnTo>
                    <a:pt x="0" y="18"/>
                  </a:lnTo>
                  <a:lnTo>
                    <a:pt x="1" y="19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3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2" y="20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3" y="21"/>
                  </a:lnTo>
                  <a:lnTo>
                    <a:pt x="3" y="18"/>
                  </a:lnTo>
                  <a:lnTo>
                    <a:pt x="3" y="16"/>
                  </a:lnTo>
                  <a:lnTo>
                    <a:pt x="3" y="11"/>
                  </a:lnTo>
                  <a:lnTo>
                    <a:pt x="3" y="5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4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12"/>
                  </a:lnTo>
                  <a:lnTo>
                    <a:pt x="4" y="20"/>
                  </a:lnTo>
                  <a:lnTo>
                    <a:pt x="5" y="26"/>
                  </a:lnTo>
                  <a:lnTo>
                    <a:pt x="5" y="30"/>
                  </a:lnTo>
                  <a:lnTo>
                    <a:pt x="5" y="33"/>
                  </a:lnTo>
                  <a:lnTo>
                    <a:pt x="5" y="36"/>
                  </a:lnTo>
                  <a:lnTo>
                    <a:pt x="5" y="36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6" y="34"/>
                  </a:lnTo>
                  <a:lnTo>
                    <a:pt x="6" y="34"/>
                  </a:lnTo>
                  <a:lnTo>
                    <a:pt x="6" y="35"/>
                  </a:lnTo>
                  <a:lnTo>
                    <a:pt x="6" y="34"/>
                  </a:lnTo>
                  <a:lnTo>
                    <a:pt x="6" y="32"/>
                  </a:lnTo>
                  <a:lnTo>
                    <a:pt x="6" y="33"/>
                  </a:lnTo>
                  <a:lnTo>
                    <a:pt x="6" y="34"/>
                  </a:lnTo>
                  <a:lnTo>
                    <a:pt x="6" y="34"/>
                  </a:lnTo>
                  <a:lnTo>
                    <a:pt x="7" y="35"/>
                  </a:lnTo>
                  <a:lnTo>
                    <a:pt x="7" y="3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16" name="Freeform 1122"/>
            <p:cNvSpPr/>
            <p:nvPr/>
          </p:nvSpPr>
          <p:spPr bwMode="auto">
            <a:xfrm>
              <a:off x="4794250" y="4697413"/>
              <a:ext cx="9525" cy="69850"/>
            </a:xfrm>
            <a:custGeom>
              <a:avLst/>
              <a:gdLst>
                <a:gd name="T0" fmla="*/ 0 w 6"/>
                <a:gd name="T1" fmla="*/ 31 h 44"/>
                <a:gd name="T2" fmla="*/ 0 w 6"/>
                <a:gd name="T3" fmla="*/ 34 h 44"/>
                <a:gd name="T4" fmla="*/ 0 w 6"/>
                <a:gd name="T5" fmla="*/ 35 h 44"/>
                <a:gd name="T6" fmla="*/ 0 w 6"/>
                <a:gd name="T7" fmla="*/ 34 h 44"/>
                <a:gd name="T8" fmla="*/ 0 w 6"/>
                <a:gd name="T9" fmla="*/ 33 h 44"/>
                <a:gd name="T10" fmla="*/ 0 w 6"/>
                <a:gd name="T11" fmla="*/ 33 h 44"/>
                <a:gd name="T12" fmla="*/ 1 w 6"/>
                <a:gd name="T13" fmla="*/ 32 h 44"/>
                <a:gd name="T14" fmla="*/ 1 w 6"/>
                <a:gd name="T15" fmla="*/ 36 h 44"/>
                <a:gd name="T16" fmla="*/ 1 w 6"/>
                <a:gd name="T17" fmla="*/ 40 h 44"/>
                <a:gd name="T18" fmla="*/ 1 w 6"/>
                <a:gd name="T19" fmla="*/ 41 h 44"/>
                <a:gd name="T20" fmla="*/ 1 w 6"/>
                <a:gd name="T21" fmla="*/ 40 h 44"/>
                <a:gd name="T22" fmla="*/ 1 w 6"/>
                <a:gd name="T23" fmla="*/ 41 h 44"/>
                <a:gd name="T24" fmla="*/ 1 w 6"/>
                <a:gd name="T25" fmla="*/ 43 h 44"/>
                <a:gd name="T26" fmla="*/ 1 w 6"/>
                <a:gd name="T27" fmla="*/ 44 h 44"/>
                <a:gd name="T28" fmla="*/ 1 w 6"/>
                <a:gd name="T29" fmla="*/ 42 h 44"/>
                <a:gd name="T30" fmla="*/ 1 w 6"/>
                <a:gd name="T31" fmla="*/ 42 h 44"/>
                <a:gd name="T32" fmla="*/ 2 w 6"/>
                <a:gd name="T33" fmla="*/ 41 h 44"/>
                <a:gd name="T34" fmla="*/ 2 w 6"/>
                <a:gd name="T35" fmla="*/ 41 h 44"/>
                <a:gd name="T36" fmla="*/ 2 w 6"/>
                <a:gd name="T37" fmla="*/ 40 h 44"/>
                <a:gd name="T38" fmla="*/ 2 w 6"/>
                <a:gd name="T39" fmla="*/ 41 h 44"/>
                <a:gd name="T40" fmla="*/ 2 w 6"/>
                <a:gd name="T41" fmla="*/ 41 h 44"/>
                <a:gd name="T42" fmla="*/ 2 w 6"/>
                <a:gd name="T43" fmla="*/ 38 h 44"/>
                <a:gd name="T44" fmla="*/ 2 w 6"/>
                <a:gd name="T45" fmla="*/ 35 h 44"/>
                <a:gd name="T46" fmla="*/ 2 w 6"/>
                <a:gd name="T47" fmla="*/ 32 h 44"/>
                <a:gd name="T48" fmla="*/ 2 w 6"/>
                <a:gd name="T49" fmla="*/ 28 h 44"/>
                <a:gd name="T50" fmla="*/ 3 w 6"/>
                <a:gd name="T51" fmla="*/ 25 h 44"/>
                <a:gd name="T52" fmla="*/ 3 w 6"/>
                <a:gd name="T53" fmla="*/ 22 h 44"/>
                <a:gd name="T54" fmla="*/ 3 w 6"/>
                <a:gd name="T55" fmla="*/ 20 h 44"/>
                <a:gd name="T56" fmla="*/ 3 w 6"/>
                <a:gd name="T57" fmla="*/ 17 h 44"/>
                <a:gd name="T58" fmla="*/ 3 w 6"/>
                <a:gd name="T59" fmla="*/ 14 h 44"/>
                <a:gd name="T60" fmla="*/ 3 w 6"/>
                <a:gd name="T61" fmla="*/ 12 h 44"/>
                <a:gd name="T62" fmla="*/ 4 w 6"/>
                <a:gd name="T63" fmla="*/ 12 h 44"/>
                <a:gd name="T64" fmla="*/ 4 w 6"/>
                <a:gd name="T65" fmla="*/ 14 h 44"/>
                <a:gd name="T66" fmla="*/ 4 w 6"/>
                <a:gd name="T67" fmla="*/ 15 h 44"/>
                <a:gd name="T68" fmla="*/ 4 w 6"/>
                <a:gd name="T69" fmla="*/ 15 h 44"/>
                <a:gd name="T70" fmla="*/ 4 w 6"/>
                <a:gd name="T71" fmla="*/ 12 h 44"/>
                <a:gd name="T72" fmla="*/ 4 w 6"/>
                <a:gd name="T73" fmla="*/ 10 h 44"/>
                <a:gd name="T74" fmla="*/ 4 w 6"/>
                <a:gd name="T75" fmla="*/ 11 h 44"/>
                <a:gd name="T76" fmla="*/ 4 w 6"/>
                <a:gd name="T77" fmla="*/ 14 h 44"/>
                <a:gd name="T78" fmla="*/ 4 w 6"/>
                <a:gd name="T79" fmla="*/ 15 h 44"/>
                <a:gd name="T80" fmla="*/ 5 w 6"/>
                <a:gd name="T81" fmla="*/ 15 h 44"/>
                <a:gd name="T82" fmla="*/ 5 w 6"/>
                <a:gd name="T83" fmla="*/ 16 h 44"/>
                <a:gd name="T84" fmla="*/ 5 w 6"/>
                <a:gd name="T85" fmla="*/ 17 h 44"/>
                <a:gd name="T86" fmla="*/ 5 w 6"/>
                <a:gd name="T87" fmla="*/ 15 h 44"/>
                <a:gd name="T88" fmla="*/ 5 w 6"/>
                <a:gd name="T89" fmla="*/ 11 h 44"/>
                <a:gd name="T90" fmla="*/ 5 w 6"/>
                <a:gd name="T91" fmla="*/ 9 h 44"/>
                <a:gd name="T92" fmla="*/ 6 w 6"/>
                <a:gd name="T93" fmla="*/ 8 h 44"/>
                <a:gd name="T94" fmla="*/ 6 w 6"/>
                <a:gd name="T95" fmla="*/ 8 h 44"/>
                <a:gd name="T96" fmla="*/ 6 w 6"/>
                <a:gd name="T97" fmla="*/ 6 h 44"/>
                <a:gd name="T98" fmla="*/ 6 w 6"/>
                <a:gd name="T99" fmla="*/ 4 h 44"/>
                <a:gd name="T100" fmla="*/ 6 w 6"/>
                <a:gd name="T101" fmla="*/ 2 h 44"/>
                <a:gd name="T102" fmla="*/ 6 w 6"/>
                <a:gd name="T10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4">
                  <a:moveTo>
                    <a:pt x="0" y="31"/>
                  </a:moveTo>
                  <a:lnTo>
                    <a:pt x="0" y="34"/>
                  </a:lnTo>
                  <a:lnTo>
                    <a:pt x="0" y="35"/>
                  </a:lnTo>
                  <a:lnTo>
                    <a:pt x="0" y="34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32"/>
                  </a:lnTo>
                  <a:lnTo>
                    <a:pt x="1" y="36"/>
                  </a:lnTo>
                  <a:lnTo>
                    <a:pt x="1" y="40"/>
                  </a:lnTo>
                  <a:lnTo>
                    <a:pt x="1" y="41"/>
                  </a:lnTo>
                  <a:lnTo>
                    <a:pt x="1" y="40"/>
                  </a:lnTo>
                  <a:lnTo>
                    <a:pt x="1" y="41"/>
                  </a:lnTo>
                  <a:lnTo>
                    <a:pt x="1" y="43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1" y="42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40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38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2" y="28"/>
                  </a:lnTo>
                  <a:lnTo>
                    <a:pt x="3" y="25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7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2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5" y="9"/>
                  </a:lnTo>
                  <a:lnTo>
                    <a:pt x="6" y="8"/>
                  </a:lnTo>
                  <a:lnTo>
                    <a:pt x="6" y="8"/>
                  </a:lnTo>
                  <a:lnTo>
                    <a:pt x="6" y="6"/>
                  </a:lnTo>
                  <a:lnTo>
                    <a:pt x="6" y="4"/>
                  </a:lnTo>
                  <a:lnTo>
                    <a:pt x="6" y="2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17" name="Freeform 1123"/>
            <p:cNvSpPr/>
            <p:nvPr/>
          </p:nvSpPr>
          <p:spPr bwMode="auto">
            <a:xfrm>
              <a:off x="4803775" y="4643438"/>
              <a:ext cx="9525" cy="74613"/>
            </a:xfrm>
            <a:custGeom>
              <a:avLst/>
              <a:gdLst>
                <a:gd name="T0" fmla="*/ 0 w 6"/>
                <a:gd name="T1" fmla="*/ 36 h 47"/>
                <a:gd name="T2" fmla="*/ 0 w 6"/>
                <a:gd name="T3" fmla="*/ 34 h 47"/>
                <a:gd name="T4" fmla="*/ 0 w 6"/>
                <a:gd name="T5" fmla="*/ 34 h 47"/>
                <a:gd name="T6" fmla="*/ 0 w 6"/>
                <a:gd name="T7" fmla="*/ 34 h 47"/>
                <a:gd name="T8" fmla="*/ 0 w 6"/>
                <a:gd name="T9" fmla="*/ 33 h 47"/>
                <a:gd name="T10" fmla="*/ 1 w 6"/>
                <a:gd name="T11" fmla="*/ 32 h 47"/>
                <a:gd name="T12" fmla="*/ 1 w 6"/>
                <a:gd name="T13" fmla="*/ 32 h 47"/>
                <a:gd name="T14" fmla="*/ 1 w 6"/>
                <a:gd name="T15" fmla="*/ 32 h 47"/>
                <a:gd name="T16" fmla="*/ 1 w 6"/>
                <a:gd name="T17" fmla="*/ 31 h 47"/>
                <a:gd name="T18" fmla="*/ 1 w 6"/>
                <a:gd name="T19" fmla="*/ 33 h 47"/>
                <a:gd name="T20" fmla="*/ 1 w 6"/>
                <a:gd name="T21" fmla="*/ 39 h 47"/>
                <a:gd name="T22" fmla="*/ 1 w 6"/>
                <a:gd name="T23" fmla="*/ 42 h 47"/>
                <a:gd name="T24" fmla="*/ 1 w 6"/>
                <a:gd name="T25" fmla="*/ 42 h 47"/>
                <a:gd name="T26" fmla="*/ 1 w 6"/>
                <a:gd name="T27" fmla="*/ 42 h 47"/>
                <a:gd name="T28" fmla="*/ 2 w 6"/>
                <a:gd name="T29" fmla="*/ 44 h 47"/>
                <a:gd name="T30" fmla="*/ 2 w 6"/>
                <a:gd name="T31" fmla="*/ 46 h 47"/>
                <a:gd name="T32" fmla="*/ 2 w 6"/>
                <a:gd name="T33" fmla="*/ 47 h 47"/>
                <a:gd name="T34" fmla="*/ 2 w 6"/>
                <a:gd name="T35" fmla="*/ 46 h 47"/>
                <a:gd name="T36" fmla="*/ 2 w 6"/>
                <a:gd name="T37" fmla="*/ 44 h 47"/>
                <a:gd name="T38" fmla="*/ 2 w 6"/>
                <a:gd name="T39" fmla="*/ 42 h 47"/>
                <a:gd name="T40" fmla="*/ 3 w 6"/>
                <a:gd name="T41" fmla="*/ 43 h 47"/>
                <a:gd name="T42" fmla="*/ 3 w 6"/>
                <a:gd name="T43" fmla="*/ 44 h 47"/>
                <a:gd name="T44" fmla="*/ 3 w 6"/>
                <a:gd name="T45" fmla="*/ 43 h 47"/>
                <a:gd name="T46" fmla="*/ 3 w 6"/>
                <a:gd name="T47" fmla="*/ 39 h 47"/>
                <a:gd name="T48" fmla="*/ 3 w 6"/>
                <a:gd name="T49" fmla="*/ 36 h 47"/>
                <a:gd name="T50" fmla="*/ 3 w 6"/>
                <a:gd name="T51" fmla="*/ 34 h 47"/>
                <a:gd name="T52" fmla="*/ 3 w 6"/>
                <a:gd name="T53" fmla="*/ 30 h 47"/>
                <a:gd name="T54" fmla="*/ 3 w 6"/>
                <a:gd name="T55" fmla="*/ 27 h 47"/>
                <a:gd name="T56" fmla="*/ 3 w 6"/>
                <a:gd name="T57" fmla="*/ 24 h 47"/>
                <a:gd name="T58" fmla="*/ 4 w 6"/>
                <a:gd name="T59" fmla="*/ 23 h 47"/>
                <a:gd name="T60" fmla="*/ 4 w 6"/>
                <a:gd name="T61" fmla="*/ 22 h 47"/>
                <a:gd name="T62" fmla="*/ 4 w 6"/>
                <a:gd name="T63" fmla="*/ 19 h 47"/>
                <a:gd name="T64" fmla="*/ 4 w 6"/>
                <a:gd name="T65" fmla="*/ 15 h 47"/>
                <a:gd name="T66" fmla="*/ 4 w 6"/>
                <a:gd name="T67" fmla="*/ 14 h 47"/>
                <a:gd name="T68" fmla="*/ 4 w 6"/>
                <a:gd name="T69" fmla="*/ 14 h 47"/>
                <a:gd name="T70" fmla="*/ 4 w 6"/>
                <a:gd name="T71" fmla="*/ 13 h 47"/>
                <a:gd name="T72" fmla="*/ 5 w 6"/>
                <a:gd name="T73" fmla="*/ 11 h 47"/>
                <a:gd name="T74" fmla="*/ 5 w 6"/>
                <a:gd name="T75" fmla="*/ 9 h 47"/>
                <a:gd name="T76" fmla="*/ 5 w 6"/>
                <a:gd name="T77" fmla="*/ 9 h 47"/>
                <a:gd name="T78" fmla="*/ 5 w 6"/>
                <a:gd name="T79" fmla="*/ 10 h 47"/>
                <a:gd name="T80" fmla="*/ 5 w 6"/>
                <a:gd name="T81" fmla="*/ 11 h 47"/>
                <a:gd name="T82" fmla="*/ 5 w 6"/>
                <a:gd name="T83" fmla="*/ 11 h 47"/>
                <a:gd name="T84" fmla="*/ 5 w 6"/>
                <a:gd name="T85" fmla="*/ 11 h 47"/>
                <a:gd name="T86" fmla="*/ 5 w 6"/>
                <a:gd name="T87" fmla="*/ 12 h 47"/>
                <a:gd name="T88" fmla="*/ 5 w 6"/>
                <a:gd name="T89" fmla="*/ 14 h 47"/>
                <a:gd name="T90" fmla="*/ 6 w 6"/>
                <a:gd name="T91" fmla="*/ 12 h 47"/>
                <a:gd name="T92" fmla="*/ 6 w 6"/>
                <a:gd name="T93" fmla="*/ 8 h 47"/>
                <a:gd name="T94" fmla="*/ 6 w 6"/>
                <a:gd name="T95" fmla="*/ 6 h 47"/>
                <a:gd name="T96" fmla="*/ 6 w 6"/>
                <a:gd name="T97" fmla="*/ 6 h 47"/>
                <a:gd name="T98" fmla="*/ 6 w 6"/>
                <a:gd name="T99" fmla="*/ 6 h 47"/>
                <a:gd name="T100" fmla="*/ 6 w 6"/>
                <a:gd name="T101" fmla="*/ 2 h 47"/>
                <a:gd name="T102" fmla="*/ 6 w 6"/>
                <a:gd name="T10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7">
                  <a:moveTo>
                    <a:pt x="0" y="36"/>
                  </a:moveTo>
                  <a:lnTo>
                    <a:pt x="0" y="34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3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9"/>
                  </a:lnTo>
                  <a:lnTo>
                    <a:pt x="1" y="42"/>
                  </a:lnTo>
                  <a:lnTo>
                    <a:pt x="1" y="42"/>
                  </a:lnTo>
                  <a:lnTo>
                    <a:pt x="1" y="42"/>
                  </a:lnTo>
                  <a:lnTo>
                    <a:pt x="2" y="44"/>
                  </a:lnTo>
                  <a:lnTo>
                    <a:pt x="2" y="46"/>
                  </a:lnTo>
                  <a:lnTo>
                    <a:pt x="2" y="47"/>
                  </a:lnTo>
                  <a:lnTo>
                    <a:pt x="2" y="46"/>
                  </a:lnTo>
                  <a:lnTo>
                    <a:pt x="2" y="44"/>
                  </a:lnTo>
                  <a:lnTo>
                    <a:pt x="2" y="42"/>
                  </a:lnTo>
                  <a:lnTo>
                    <a:pt x="3" y="43"/>
                  </a:lnTo>
                  <a:lnTo>
                    <a:pt x="3" y="44"/>
                  </a:lnTo>
                  <a:lnTo>
                    <a:pt x="3" y="43"/>
                  </a:lnTo>
                  <a:lnTo>
                    <a:pt x="3" y="39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3" y="30"/>
                  </a:lnTo>
                  <a:lnTo>
                    <a:pt x="3" y="27"/>
                  </a:lnTo>
                  <a:lnTo>
                    <a:pt x="3" y="24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4" y="19"/>
                  </a:lnTo>
                  <a:lnTo>
                    <a:pt x="4" y="15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5" y="11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5" y="14"/>
                  </a:lnTo>
                  <a:lnTo>
                    <a:pt x="6" y="12"/>
                  </a:lnTo>
                  <a:lnTo>
                    <a:pt x="6" y="8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18" name="Freeform 1124"/>
            <p:cNvSpPr/>
            <p:nvPr/>
          </p:nvSpPr>
          <p:spPr bwMode="auto">
            <a:xfrm>
              <a:off x="4813300" y="4613276"/>
              <a:ext cx="11113" cy="125413"/>
            </a:xfrm>
            <a:custGeom>
              <a:avLst/>
              <a:gdLst>
                <a:gd name="T0" fmla="*/ 0 w 7"/>
                <a:gd name="T1" fmla="*/ 21 h 79"/>
                <a:gd name="T2" fmla="*/ 0 w 7"/>
                <a:gd name="T3" fmla="*/ 19 h 79"/>
                <a:gd name="T4" fmla="*/ 0 w 7"/>
                <a:gd name="T5" fmla="*/ 18 h 79"/>
                <a:gd name="T6" fmla="*/ 0 w 7"/>
                <a:gd name="T7" fmla="*/ 16 h 79"/>
                <a:gd name="T8" fmla="*/ 1 w 7"/>
                <a:gd name="T9" fmla="*/ 12 h 79"/>
                <a:gd name="T10" fmla="*/ 1 w 7"/>
                <a:gd name="T11" fmla="*/ 9 h 79"/>
                <a:gd name="T12" fmla="*/ 1 w 7"/>
                <a:gd name="T13" fmla="*/ 7 h 79"/>
                <a:gd name="T14" fmla="*/ 1 w 7"/>
                <a:gd name="T15" fmla="*/ 8 h 79"/>
                <a:gd name="T16" fmla="*/ 1 w 7"/>
                <a:gd name="T17" fmla="*/ 8 h 79"/>
                <a:gd name="T18" fmla="*/ 1 w 7"/>
                <a:gd name="T19" fmla="*/ 4 h 79"/>
                <a:gd name="T20" fmla="*/ 2 w 7"/>
                <a:gd name="T21" fmla="*/ 0 h 79"/>
                <a:gd name="T22" fmla="*/ 2 w 7"/>
                <a:gd name="T23" fmla="*/ 2 h 79"/>
                <a:gd name="T24" fmla="*/ 2 w 7"/>
                <a:gd name="T25" fmla="*/ 6 h 79"/>
                <a:gd name="T26" fmla="*/ 2 w 7"/>
                <a:gd name="T27" fmla="*/ 8 h 79"/>
                <a:gd name="T28" fmla="*/ 2 w 7"/>
                <a:gd name="T29" fmla="*/ 10 h 79"/>
                <a:gd name="T30" fmla="*/ 2 w 7"/>
                <a:gd name="T31" fmla="*/ 14 h 79"/>
                <a:gd name="T32" fmla="*/ 2 w 7"/>
                <a:gd name="T33" fmla="*/ 18 h 79"/>
                <a:gd name="T34" fmla="*/ 2 w 7"/>
                <a:gd name="T35" fmla="*/ 21 h 79"/>
                <a:gd name="T36" fmla="*/ 2 w 7"/>
                <a:gd name="T37" fmla="*/ 22 h 79"/>
                <a:gd name="T38" fmla="*/ 3 w 7"/>
                <a:gd name="T39" fmla="*/ 21 h 79"/>
                <a:gd name="T40" fmla="*/ 3 w 7"/>
                <a:gd name="T41" fmla="*/ 23 h 79"/>
                <a:gd name="T42" fmla="*/ 3 w 7"/>
                <a:gd name="T43" fmla="*/ 26 h 79"/>
                <a:gd name="T44" fmla="*/ 3 w 7"/>
                <a:gd name="T45" fmla="*/ 26 h 79"/>
                <a:gd name="T46" fmla="*/ 3 w 7"/>
                <a:gd name="T47" fmla="*/ 25 h 79"/>
                <a:gd name="T48" fmla="*/ 3 w 7"/>
                <a:gd name="T49" fmla="*/ 24 h 79"/>
                <a:gd name="T50" fmla="*/ 4 w 7"/>
                <a:gd name="T51" fmla="*/ 25 h 79"/>
                <a:gd name="T52" fmla="*/ 4 w 7"/>
                <a:gd name="T53" fmla="*/ 29 h 79"/>
                <a:gd name="T54" fmla="*/ 4 w 7"/>
                <a:gd name="T55" fmla="*/ 34 h 79"/>
                <a:gd name="T56" fmla="*/ 4 w 7"/>
                <a:gd name="T57" fmla="*/ 35 h 79"/>
                <a:gd name="T58" fmla="*/ 4 w 7"/>
                <a:gd name="T59" fmla="*/ 35 h 79"/>
                <a:gd name="T60" fmla="*/ 4 w 7"/>
                <a:gd name="T61" fmla="*/ 37 h 79"/>
                <a:gd name="T62" fmla="*/ 4 w 7"/>
                <a:gd name="T63" fmla="*/ 40 h 79"/>
                <a:gd name="T64" fmla="*/ 4 w 7"/>
                <a:gd name="T65" fmla="*/ 42 h 79"/>
                <a:gd name="T66" fmla="*/ 4 w 7"/>
                <a:gd name="T67" fmla="*/ 45 h 79"/>
                <a:gd name="T68" fmla="*/ 5 w 7"/>
                <a:gd name="T69" fmla="*/ 46 h 79"/>
                <a:gd name="T70" fmla="*/ 5 w 7"/>
                <a:gd name="T71" fmla="*/ 48 h 79"/>
                <a:gd name="T72" fmla="*/ 5 w 7"/>
                <a:gd name="T73" fmla="*/ 49 h 79"/>
                <a:gd name="T74" fmla="*/ 5 w 7"/>
                <a:gd name="T75" fmla="*/ 51 h 79"/>
                <a:gd name="T76" fmla="*/ 5 w 7"/>
                <a:gd name="T77" fmla="*/ 52 h 79"/>
                <a:gd name="T78" fmla="*/ 5 w 7"/>
                <a:gd name="T79" fmla="*/ 53 h 79"/>
                <a:gd name="T80" fmla="*/ 5 w 7"/>
                <a:gd name="T81" fmla="*/ 54 h 79"/>
                <a:gd name="T82" fmla="*/ 5 w 7"/>
                <a:gd name="T83" fmla="*/ 55 h 79"/>
                <a:gd name="T84" fmla="*/ 5 w 7"/>
                <a:gd name="T85" fmla="*/ 56 h 79"/>
                <a:gd name="T86" fmla="*/ 6 w 7"/>
                <a:gd name="T87" fmla="*/ 57 h 79"/>
                <a:gd name="T88" fmla="*/ 6 w 7"/>
                <a:gd name="T89" fmla="*/ 60 h 79"/>
                <a:gd name="T90" fmla="*/ 6 w 7"/>
                <a:gd name="T91" fmla="*/ 65 h 79"/>
                <a:gd name="T92" fmla="*/ 6 w 7"/>
                <a:gd name="T93" fmla="*/ 69 h 79"/>
                <a:gd name="T94" fmla="*/ 6 w 7"/>
                <a:gd name="T95" fmla="*/ 71 h 79"/>
                <a:gd name="T96" fmla="*/ 6 w 7"/>
                <a:gd name="T97" fmla="*/ 73 h 79"/>
                <a:gd name="T98" fmla="*/ 6 w 7"/>
                <a:gd name="T99" fmla="*/ 76 h 79"/>
                <a:gd name="T100" fmla="*/ 7 w 7"/>
                <a:gd name="T101" fmla="*/ 78 h 79"/>
                <a:gd name="T102" fmla="*/ 7 w 7"/>
                <a:gd name="T103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9">
                  <a:moveTo>
                    <a:pt x="0" y="21"/>
                  </a:moveTo>
                  <a:lnTo>
                    <a:pt x="0" y="19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1" y="9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4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2" y="14"/>
                  </a:lnTo>
                  <a:lnTo>
                    <a:pt x="2" y="18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4" y="25"/>
                  </a:lnTo>
                  <a:lnTo>
                    <a:pt x="4" y="29"/>
                  </a:lnTo>
                  <a:lnTo>
                    <a:pt x="4" y="34"/>
                  </a:lnTo>
                  <a:lnTo>
                    <a:pt x="4" y="35"/>
                  </a:lnTo>
                  <a:lnTo>
                    <a:pt x="4" y="35"/>
                  </a:lnTo>
                  <a:lnTo>
                    <a:pt x="4" y="37"/>
                  </a:lnTo>
                  <a:lnTo>
                    <a:pt x="4" y="40"/>
                  </a:lnTo>
                  <a:lnTo>
                    <a:pt x="4" y="42"/>
                  </a:lnTo>
                  <a:lnTo>
                    <a:pt x="4" y="45"/>
                  </a:lnTo>
                  <a:lnTo>
                    <a:pt x="5" y="46"/>
                  </a:lnTo>
                  <a:lnTo>
                    <a:pt x="5" y="48"/>
                  </a:lnTo>
                  <a:lnTo>
                    <a:pt x="5" y="49"/>
                  </a:lnTo>
                  <a:lnTo>
                    <a:pt x="5" y="51"/>
                  </a:lnTo>
                  <a:lnTo>
                    <a:pt x="5" y="52"/>
                  </a:lnTo>
                  <a:lnTo>
                    <a:pt x="5" y="53"/>
                  </a:lnTo>
                  <a:lnTo>
                    <a:pt x="5" y="54"/>
                  </a:lnTo>
                  <a:lnTo>
                    <a:pt x="5" y="55"/>
                  </a:lnTo>
                  <a:lnTo>
                    <a:pt x="5" y="56"/>
                  </a:lnTo>
                  <a:lnTo>
                    <a:pt x="6" y="57"/>
                  </a:lnTo>
                  <a:lnTo>
                    <a:pt x="6" y="60"/>
                  </a:lnTo>
                  <a:lnTo>
                    <a:pt x="6" y="65"/>
                  </a:lnTo>
                  <a:lnTo>
                    <a:pt x="6" y="69"/>
                  </a:lnTo>
                  <a:lnTo>
                    <a:pt x="6" y="71"/>
                  </a:lnTo>
                  <a:lnTo>
                    <a:pt x="6" y="73"/>
                  </a:lnTo>
                  <a:lnTo>
                    <a:pt x="6" y="76"/>
                  </a:lnTo>
                  <a:lnTo>
                    <a:pt x="7" y="78"/>
                  </a:lnTo>
                  <a:lnTo>
                    <a:pt x="7" y="7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19" name="Freeform 1125"/>
            <p:cNvSpPr/>
            <p:nvPr/>
          </p:nvSpPr>
          <p:spPr bwMode="auto">
            <a:xfrm>
              <a:off x="4824413" y="4711701"/>
              <a:ext cx="9525" cy="106363"/>
            </a:xfrm>
            <a:custGeom>
              <a:avLst/>
              <a:gdLst>
                <a:gd name="T0" fmla="*/ 0 w 6"/>
                <a:gd name="T1" fmla="*/ 16 h 67"/>
                <a:gd name="T2" fmla="*/ 0 w 6"/>
                <a:gd name="T3" fmla="*/ 17 h 67"/>
                <a:gd name="T4" fmla="*/ 0 w 6"/>
                <a:gd name="T5" fmla="*/ 19 h 67"/>
                <a:gd name="T6" fmla="*/ 0 w 6"/>
                <a:gd name="T7" fmla="*/ 21 h 67"/>
                <a:gd name="T8" fmla="*/ 0 w 6"/>
                <a:gd name="T9" fmla="*/ 24 h 67"/>
                <a:gd name="T10" fmla="*/ 0 w 6"/>
                <a:gd name="T11" fmla="*/ 27 h 67"/>
                <a:gd name="T12" fmla="*/ 0 w 6"/>
                <a:gd name="T13" fmla="*/ 28 h 67"/>
                <a:gd name="T14" fmla="*/ 0 w 6"/>
                <a:gd name="T15" fmla="*/ 29 h 67"/>
                <a:gd name="T16" fmla="*/ 0 w 6"/>
                <a:gd name="T17" fmla="*/ 30 h 67"/>
                <a:gd name="T18" fmla="*/ 1 w 6"/>
                <a:gd name="T19" fmla="*/ 30 h 67"/>
                <a:gd name="T20" fmla="*/ 1 w 6"/>
                <a:gd name="T21" fmla="*/ 34 h 67"/>
                <a:gd name="T22" fmla="*/ 1 w 6"/>
                <a:gd name="T23" fmla="*/ 38 h 67"/>
                <a:gd name="T24" fmla="*/ 1 w 6"/>
                <a:gd name="T25" fmla="*/ 39 h 67"/>
                <a:gd name="T26" fmla="*/ 1 w 6"/>
                <a:gd name="T27" fmla="*/ 41 h 67"/>
                <a:gd name="T28" fmla="*/ 1 w 6"/>
                <a:gd name="T29" fmla="*/ 45 h 67"/>
                <a:gd name="T30" fmla="*/ 2 w 6"/>
                <a:gd name="T31" fmla="*/ 48 h 67"/>
                <a:gd name="T32" fmla="*/ 2 w 6"/>
                <a:gd name="T33" fmla="*/ 52 h 67"/>
                <a:gd name="T34" fmla="*/ 2 w 6"/>
                <a:gd name="T35" fmla="*/ 58 h 67"/>
                <a:gd name="T36" fmla="*/ 2 w 6"/>
                <a:gd name="T37" fmla="*/ 61 h 67"/>
                <a:gd name="T38" fmla="*/ 2 w 6"/>
                <a:gd name="T39" fmla="*/ 63 h 67"/>
                <a:gd name="T40" fmla="*/ 2 w 6"/>
                <a:gd name="T41" fmla="*/ 65 h 67"/>
                <a:gd name="T42" fmla="*/ 2 w 6"/>
                <a:gd name="T43" fmla="*/ 67 h 67"/>
                <a:gd name="T44" fmla="*/ 2 w 6"/>
                <a:gd name="T45" fmla="*/ 67 h 67"/>
                <a:gd name="T46" fmla="*/ 2 w 6"/>
                <a:gd name="T47" fmla="*/ 67 h 67"/>
                <a:gd name="T48" fmla="*/ 3 w 6"/>
                <a:gd name="T49" fmla="*/ 67 h 67"/>
                <a:gd name="T50" fmla="*/ 3 w 6"/>
                <a:gd name="T51" fmla="*/ 64 h 67"/>
                <a:gd name="T52" fmla="*/ 3 w 6"/>
                <a:gd name="T53" fmla="*/ 60 h 67"/>
                <a:gd name="T54" fmla="*/ 3 w 6"/>
                <a:gd name="T55" fmla="*/ 56 h 67"/>
                <a:gd name="T56" fmla="*/ 3 w 6"/>
                <a:gd name="T57" fmla="*/ 53 h 67"/>
                <a:gd name="T58" fmla="*/ 3 w 6"/>
                <a:gd name="T59" fmla="*/ 49 h 67"/>
                <a:gd name="T60" fmla="*/ 3 w 6"/>
                <a:gd name="T61" fmla="*/ 45 h 67"/>
                <a:gd name="T62" fmla="*/ 3 w 6"/>
                <a:gd name="T63" fmla="*/ 42 h 67"/>
                <a:gd name="T64" fmla="*/ 3 w 6"/>
                <a:gd name="T65" fmla="*/ 37 h 67"/>
                <a:gd name="T66" fmla="*/ 4 w 6"/>
                <a:gd name="T67" fmla="*/ 30 h 67"/>
                <a:gd name="T68" fmla="*/ 4 w 6"/>
                <a:gd name="T69" fmla="*/ 26 h 67"/>
                <a:gd name="T70" fmla="*/ 4 w 6"/>
                <a:gd name="T71" fmla="*/ 25 h 67"/>
                <a:gd name="T72" fmla="*/ 4 w 6"/>
                <a:gd name="T73" fmla="*/ 24 h 67"/>
                <a:gd name="T74" fmla="*/ 4 w 6"/>
                <a:gd name="T75" fmla="*/ 20 h 67"/>
                <a:gd name="T76" fmla="*/ 4 w 6"/>
                <a:gd name="T77" fmla="*/ 18 h 67"/>
                <a:gd name="T78" fmla="*/ 5 w 6"/>
                <a:gd name="T79" fmla="*/ 17 h 67"/>
                <a:gd name="T80" fmla="*/ 5 w 6"/>
                <a:gd name="T81" fmla="*/ 16 h 67"/>
                <a:gd name="T82" fmla="*/ 5 w 6"/>
                <a:gd name="T83" fmla="*/ 15 h 67"/>
                <a:gd name="T84" fmla="*/ 5 w 6"/>
                <a:gd name="T85" fmla="*/ 15 h 67"/>
                <a:gd name="T86" fmla="*/ 5 w 6"/>
                <a:gd name="T87" fmla="*/ 14 h 67"/>
                <a:gd name="T88" fmla="*/ 5 w 6"/>
                <a:gd name="T89" fmla="*/ 14 h 67"/>
                <a:gd name="T90" fmla="*/ 5 w 6"/>
                <a:gd name="T91" fmla="*/ 16 h 67"/>
                <a:gd name="T92" fmla="*/ 5 w 6"/>
                <a:gd name="T93" fmla="*/ 18 h 67"/>
                <a:gd name="T94" fmla="*/ 5 w 6"/>
                <a:gd name="T95" fmla="*/ 16 h 67"/>
                <a:gd name="T96" fmla="*/ 6 w 6"/>
                <a:gd name="T97" fmla="*/ 12 h 67"/>
                <a:gd name="T98" fmla="*/ 6 w 6"/>
                <a:gd name="T99" fmla="*/ 8 h 67"/>
                <a:gd name="T100" fmla="*/ 6 w 6"/>
                <a:gd name="T101" fmla="*/ 4 h 67"/>
                <a:gd name="T102" fmla="*/ 6 w 6"/>
                <a:gd name="T103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7">
                  <a:moveTo>
                    <a:pt x="0" y="16"/>
                  </a:moveTo>
                  <a:lnTo>
                    <a:pt x="0" y="17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1" y="30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5"/>
                  </a:lnTo>
                  <a:lnTo>
                    <a:pt x="2" y="48"/>
                  </a:lnTo>
                  <a:lnTo>
                    <a:pt x="2" y="52"/>
                  </a:lnTo>
                  <a:lnTo>
                    <a:pt x="2" y="58"/>
                  </a:lnTo>
                  <a:lnTo>
                    <a:pt x="2" y="61"/>
                  </a:lnTo>
                  <a:lnTo>
                    <a:pt x="2" y="63"/>
                  </a:lnTo>
                  <a:lnTo>
                    <a:pt x="2" y="65"/>
                  </a:lnTo>
                  <a:lnTo>
                    <a:pt x="2" y="67"/>
                  </a:lnTo>
                  <a:lnTo>
                    <a:pt x="2" y="67"/>
                  </a:lnTo>
                  <a:lnTo>
                    <a:pt x="2" y="67"/>
                  </a:lnTo>
                  <a:lnTo>
                    <a:pt x="3" y="67"/>
                  </a:lnTo>
                  <a:lnTo>
                    <a:pt x="3" y="64"/>
                  </a:lnTo>
                  <a:lnTo>
                    <a:pt x="3" y="60"/>
                  </a:lnTo>
                  <a:lnTo>
                    <a:pt x="3" y="56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3" y="45"/>
                  </a:lnTo>
                  <a:lnTo>
                    <a:pt x="3" y="42"/>
                  </a:lnTo>
                  <a:lnTo>
                    <a:pt x="3" y="37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4" y="25"/>
                  </a:lnTo>
                  <a:lnTo>
                    <a:pt x="4" y="24"/>
                  </a:lnTo>
                  <a:lnTo>
                    <a:pt x="4" y="20"/>
                  </a:lnTo>
                  <a:lnTo>
                    <a:pt x="4" y="18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5" y="18"/>
                  </a:lnTo>
                  <a:lnTo>
                    <a:pt x="5" y="16"/>
                  </a:lnTo>
                  <a:lnTo>
                    <a:pt x="6" y="12"/>
                  </a:lnTo>
                  <a:lnTo>
                    <a:pt x="6" y="8"/>
                  </a:lnTo>
                  <a:lnTo>
                    <a:pt x="6" y="4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20" name="Freeform 1126"/>
            <p:cNvSpPr/>
            <p:nvPr/>
          </p:nvSpPr>
          <p:spPr bwMode="auto">
            <a:xfrm>
              <a:off x="4833938" y="4681538"/>
              <a:ext cx="6350" cy="36513"/>
            </a:xfrm>
            <a:custGeom>
              <a:avLst/>
              <a:gdLst>
                <a:gd name="T0" fmla="*/ 0 w 4"/>
                <a:gd name="T1" fmla="*/ 23 h 23"/>
                <a:gd name="T2" fmla="*/ 0 w 4"/>
                <a:gd name="T3" fmla="*/ 19 h 23"/>
                <a:gd name="T4" fmla="*/ 0 w 4"/>
                <a:gd name="T5" fmla="*/ 15 h 23"/>
                <a:gd name="T6" fmla="*/ 0 w 4"/>
                <a:gd name="T7" fmla="*/ 10 h 23"/>
                <a:gd name="T8" fmla="*/ 1 w 4"/>
                <a:gd name="T9" fmla="*/ 7 h 23"/>
                <a:gd name="T10" fmla="*/ 1 w 4"/>
                <a:gd name="T11" fmla="*/ 5 h 23"/>
                <a:gd name="T12" fmla="*/ 1 w 4"/>
                <a:gd name="T13" fmla="*/ 4 h 23"/>
                <a:gd name="T14" fmla="*/ 1 w 4"/>
                <a:gd name="T15" fmla="*/ 3 h 23"/>
                <a:gd name="T16" fmla="*/ 1 w 4"/>
                <a:gd name="T17" fmla="*/ 3 h 23"/>
                <a:gd name="T18" fmla="*/ 1 w 4"/>
                <a:gd name="T19" fmla="*/ 4 h 23"/>
                <a:gd name="T20" fmla="*/ 1 w 4"/>
                <a:gd name="T21" fmla="*/ 5 h 23"/>
                <a:gd name="T22" fmla="*/ 1 w 4"/>
                <a:gd name="T23" fmla="*/ 5 h 23"/>
                <a:gd name="T24" fmla="*/ 1 w 4"/>
                <a:gd name="T25" fmla="*/ 5 h 23"/>
                <a:gd name="T26" fmla="*/ 1 w 4"/>
                <a:gd name="T27" fmla="*/ 5 h 23"/>
                <a:gd name="T28" fmla="*/ 2 w 4"/>
                <a:gd name="T29" fmla="*/ 5 h 23"/>
                <a:gd name="T30" fmla="*/ 2 w 4"/>
                <a:gd name="T31" fmla="*/ 5 h 23"/>
                <a:gd name="T32" fmla="*/ 2 w 4"/>
                <a:gd name="T33" fmla="*/ 2 h 23"/>
                <a:gd name="T34" fmla="*/ 2 w 4"/>
                <a:gd name="T35" fmla="*/ 0 h 23"/>
                <a:gd name="T36" fmla="*/ 2 w 4"/>
                <a:gd name="T37" fmla="*/ 1 h 23"/>
                <a:gd name="T38" fmla="*/ 2 w 4"/>
                <a:gd name="T39" fmla="*/ 3 h 23"/>
                <a:gd name="T40" fmla="*/ 2 w 4"/>
                <a:gd name="T41" fmla="*/ 5 h 23"/>
                <a:gd name="T42" fmla="*/ 2 w 4"/>
                <a:gd name="T43" fmla="*/ 7 h 23"/>
                <a:gd name="T44" fmla="*/ 2 w 4"/>
                <a:gd name="T45" fmla="*/ 6 h 23"/>
                <a:gd name="T46" fmla="*/ 3 w 4"/>
                <a:gd name="T47" fmla="*/ 3 h 23"/>
                <a:gd name="T48" fmla="*/ 3 w 4"/>
                <a:gd name="T49" fmla="*/ 1 h 23"/>
                <a:gd name="T50" fmla="*/ 3 w 4"/>
                <a:gd name="T51" fmla="*/ 2 h 23"/>
                <a:gd name="T52" fmla="*/ 3 w 4"/>
                <a:gd name="T53" fmla="*/ 3 h 23"/>
                <a:gd name="T54" fmla="*/ 3 w 4"/>
                <a:gd name="T55" fmla="*/ 4 h 23"/>
                <a:gd name="T56" fmla="*/ 3 w 4"/>
                <a:gd name="T57" fmla="*/ 4 h 23"/>
                <a:gd name="T58" fmla="*/ 4 w 4"/>
                <a:gd name="T59" fmla="*/ 2 h 23"/>
                <a:gd name="T60" fmla="*/ 4 w 4"/>
                <a:gd name="T61" fmla="*/ 2 h 23"/>
                <a:gd name="T62" fmla="*/ 4 w 4"/>
                <a:gd name="T63" fmla="*/ 4 h 23"/>
                <a:gd name="T64" fmla="*/ 4 w 4"/>
                <a:gd name="T65" fmla="*/ 5 h 23"/>
                <a:gd name="T66" fmla="*/ 4 w 4"/>
                <a:gd name="T67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" h="23">
                  <a:moveTo>
                    <a:pt x="0" y="23"/>
                  </a:moveTo>
                  <a:lnTo>
                    <a:pt x="0" y="19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6"/>
                  </a:lnTo>
                  <a:lnTo>
                    <a:pt x="3" y="3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5"/>
                  </a:lnTo>
                  <a:lnTo>
                    <a:pt x="4" y="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21" name="Freeform 1127"/>
            <p:cNvSpPr>
              <a:spLocks noEditPoints="1"/>
            </p:cNvSpPr>
            <p:nvPr/>
          </p:nvSpPr>
          <p:spPr bwMode="auto">
            <a:xfrm>
              <a:off x="1057275" y="4560888"/>
              <a:ext cx="520700" cy="300038"/>
            </a:xfrm>
            <a:custGeom>
              <a:avLst/>
              <a:gdLst>
                <a:gd name="T0" fmla="*/ 195 w 328"/>
                <a:gd name="T1" fmla="*/ 189 h 189"/>
                <a:gd name="T2" fmla="*/ 310 w 328"/>
                <a:gd name="T3" fmla="*/ 189 h 189"/>
                <a:gd name="T4" fmla="*/ 316 w 328"/>
                <a:gd name="T5" fmla="*/ 189 h 189"/>
                <a:gd name="T6" fmla="*/ 322 w 328"/>
                <a:gd name="T7" fmla="*/ 186 h 189"/>
                <a:gd name="T8" fmla="*/ 326 w 328"/>
                <a:gd name="T9" fmla="*/ 184 h 189"/>
                <a:gd name="T10" fmla="*/ 327 w 328"/>
                <a:gd name="T11" fmla="*/ 181 h 189"/>
                <a:gd name="T12" fmla="*/ 328 w 328"/>
                <a:gd name="T13" fmla="*/ 179 h 189"/>
                <a:gd name="T14" fmla="*/ 324 w 328"/>
                <a:gd name="T15" fmla="*/ 179 h 189"/>
                <a:gd name="T16" fmla="*/ 323 w 328"/>
                <a:gd name="T17" fmla="*/ 179 h 189"/>
                <a:gd name="T18" fmla="*/ 323 w 328"/>
                <a:gd name="T19" fmla="*/ 180 h 189"/>
                <a:gd name="T20" fmla="*/ 322 w 328"/>
                <a:gd name="T21" fmla="*/ 181 h 189"/>
                <a:gd name="T22" fmla="*/ 322 w 328"/>
                <a:gd name="T23" fmla="*/ 182 h 189"/>
                <a:gd name="T24" fmla="*/ 318 w 328"/>
                <a:gd name="T25" fmla="*/ 184 h 189"/>
                <a:gd name="T26" fmla="*/ 312 w 328"/>
                <a:gd name="T27" fmla="*/ 185 h 189"/>
                <a:gd name="T28" fmla="*/ 328 w 328"/>
                <a:gd name="T29" fmla="*/ 116 h 189"/>
                <a:gd name="T30" fmla="*/ 328 w 328"/>
                <a:gd name="T31" fmla="*/ 11 h 189"/>
                <a:gd name="T32" fmla="*/ 327 w 328"/>
                <a:gd name="T33" fmla="*/ 9 h 189"/>
                <a:gd name="T34" fmla="*/ 326 w 328"/>
                <a:gd name="T35" fmla="*/ 7 h 189"/>
                <a:gd name="T36" fmla="*/ 324 w 328"/>
                <a:gd name="T37" fmla="*/ 4 h 189"/>
                <a:gd name="T38" fmla="*/ 318 w 328"/>
                <a:gd name="T39" fmla="*/ 2 h 189"/>
                <a:gd name="T40" fmla="*/ 312 w 328"/>
                <a:gd name="T41" fmla="*/ 0 h 189"/>
                <a:gd name="T42" fmla="*/ 311 w 328"/>
                <a:gd name="T43" fmla="*/ 4 h 189"/>
                <a:gd name="T44" fmla="*/ 316 w 328"/>
                <a:gd name="T45" fmla="*/ 5 h 189"/>
                <a:gd name="T46" fmla="*/ 321 w 328"/>
                <a:gd name="T47" fmla="*/ 7 h 189"/>
                <a:gd name="T48" fmla="*/ 323 w 328"/>
                <a:gd name="T49" fmla="*/ 9 h 189"/>
                <a:gd name="T50" fmla="*/ 323 w 328"/>
                <a:gd name="T51" fmla="*/ 10 h 189"/>
                <a:gd name="T52" fmla="*/ 323 w 328"/>
                <a:gd name="T53" fmla="*/ 10 h 189"/>
                <a:gd name="T54" fmla="*/ 324 w 328"/>
                <a:gd name="T55" fmla="*/ 11 h 189"/>
                <a:gd name="T56" fmla="*/ 237 w 328"/>
                <a:gd name="T57" fmla="*/ 0 h 189"/>
                <a:gd name="T58" fmla="*/ 77 w 328"/>
                <a:gd name="T59" fmla="*/ 0 h 189"/>
                <a:gd name="T60" fmla="*/ 17 w 328"/>
                <a:gd name="T61" fmla="*/ 0 h 189"/>
                <a:gd name="T62" fmla="*/ 11 w 328"/>
                <a:gd name="T63" fmla="*/ 1 h 189"/>
                <a:gd name="T64" fmla="*/ 5 w 328"/>
                <a:gd name="T65" fmla="*/ 4 h 189"/>
                <a:gd name="T66" fmla="*/ 2 w 328"/>
                <a:gd name="T67" fmla="*/ 6 h 189"/>
                <a:gd name="T68" fmla="*/ 1 w 328"/>
                <a:gd name="T69" fmla="*/ 8 h 189"/>
                <a:gd name="T70" fmla="*/ 0 w 328"/>
                <a:gd name="T71" fmla="*/ 11 h 189"/>
                <a:gd name="T72" fmla="*/ 2 w 328"/>
                <a:gd name="T73" fmla="*/ 11 h 189"/>
                <a:gd name="T74" fmla="*/ 2 w 328"/>
                <a:gd name="T75" fmla="*/ 10 h 189"/>
                <a:gd name="T76" fmla="*/ 3 w 328"/>
                <a:gd name="T77" fmla="*/ 9 h 189"/>
                <a:gd name="T78" fmla="*/ 4 w 328"/>
                <a:gd name="T79" fmla="*/ 7 h 189"/>
                <a:gd name="T80" fmla="*/ 7 w 328"/>
                <a:gd name="T81" fmla="*/ 7 h 189"/>
                <a:gd name="T82" fmla="*/ 11 w 328"/>
                <a:gd name="T83" fmla="*/ 5 h 189"/>
                <a:gd name="T84" fmla="*/ 17 w 328"/>
                <a:gd name="T85" fmla="*/ 4 h 189"/>
                <a:gd name="T86" fmla="*/ 0 w 328"/>
                <a:gd name="T87" fmla="*/ 130 h 189"/>
                <a:gd name="T88" fmla="*/ 0 w 328"/>
                <a:gd name="T89" fmla="*/ 179 h 189"/>
                <a:gd name="T90" fmla="*/ 1 w 328"/>
                <a:gd name="T91" fmla="*/ 181 h 189"/>
                <a:gd name="T92" fmla="*/ 2 w 328"/>
                <a:gd name="T93" fmla="*/ 183 h 189"/>
                <a:gd name="T94" fmla="*/ 5 w 328"/>
                <a:gd name="T95" fmla="*/ 186 h 189"/>
                <a:gd name="T96" fmla="*/ 10 w 328"/>
                <a:gd name="T97" fmla="*/ 188 h 189"/>
                <a:gd name="T98" fmla="*/ 17 w 328"/>
                <a:gd name="T99" fmla="*/ 189 h 189"/>
                <a:gd name="T100" fmla="*/ 16 w 328"/>
                <a:gd name="T101" fmla="*/ 185 h 189"/>
                <a:gd name="T102" fmla="*/ 11 w 328"/>
                <a:gd name="T103" fmla="*/ 184 h 189"/>
                <a:gd name="T104" fmla="*/ 7 w 328"/>
                <a:gd name="T105" fmla="*/ 182 h 189"/>
                <a:gd name="T106" fmla="*/ 4 w 328"/>
                <a:gd name="T107" fmla="*/ 182 h 189"/>
                <a:gd name="T108" fmla="*/ 3 w 328"/>
                <a:gd name="T109" fmla="*/ 181 h 189"/>
                <a:gd name="T110" fmla="*/ 2 w 328"/>
                <a:gd name="T111" fmla="*/ 180 h 189"/>
                <a:gd name="T112" fmla="*/ 2 w 328"/>
                <a:gd name="T113" fmla="*/ 17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8" h="189">
                  <a:moveTo>
                    <a:pt x="97" y="189"/>
                  </a:moveTo>
                  <a:lnTo>
                    <a:pt x="158" y="189"/>
                  </a:lnTo>
                  <a:lnTo>
                    <a:pt x="158" y="185"/>
                  </a:lnTo>
                  <a:lnTo>
                    <a:pt x="97" y="185"/>
                  </a:lnTo>
                  <a:lnTo>
                    <a:pt x="97" y="189"/>
                  </a:lnTo>
                  <a:close/>
                  <a:moveTo>
                    <a:pt x="195" y="189"/>
                  </a:moveTo>
                  <a:lnTo>
                    <a:pt x="257" y="189"/>
                  </a:lnTo>
                  <a:lnTo>
                    <a:pt x="257" y="185"/>
                  </a:lnTo>
                  <a:lnTo>
                    <a:pt x="195" y="185"/>
                  </a:lnTo>
                  <a:lnTo>
                    <a:pt x="195" y="189"/>
                  </a:lnTo>
                  <a:close/>
                  <a:moveTo>
                    <a:pt x="294" y="189"/>
                  </a:moveTo>
                  <a:lnTo>
                    <a:pt x="310" y="189"/>
                  </a:lnTo>
                  <a:lnTo>
                    <a:pt x="311" y="189"/>
                  </a:lnTo>
                  <a:lnTo>
                    <a:pt x="312" y="189"/>
                  </a:lnTo>
                  <a:lnTo>
                    <a:pt x="313" y="189"/>
                  </a:lnTo>
                  <a:lnTo>
                    <a:pt x="314" y="189"/>
                  </a:lnTo>
                  <a:lnTo>
                    <a:pt x="315" y="189"/>
                  </a:lnTo>
                  <a:lnTo>
                    <a:pt x="316" y="189"/>
                  </a:lnTo>
                  <a:lnTo>
                    <a:pt x="317" y="188"/>
                  </a:lnTo>
                  <a:lnTo>
                    <a:pt x="318" y="188"/>
                  </a:lnTo>
                  <a:lnTo>
                    <a:pt x="319" y="187"/>
                  </a:lnTo>
                  <a:lnTo>
                    <a:pt x="320" y="187"/>
                  </a:lnTo>
                  <a:lnTo>
                    <a:pt x="321" y="187"/>
                  </a:lnTo>
                  <a:lnTo>
                    <a:pt x="322" y="186"/>
                  </a:lnTo>
                  <a:lnTo>
                    <a:pt x="323" y="186"/>
                  </a:lnTo>
                  <a:lnTo>
                    <a:pt x="323" y="185"/>
                  </a:lnTo>
                  <a:lnTo>
                    <a:pt x="324" y="185"/>
                  </a:lnTo>
                  <a:lnTo>
                    <a:pt x="325" y="184"/>
                  </a:lnTo>
                  <a:lnTo>
                    <a:pt x="325" y="184"/>
                  </a:lnTo>
                  <a:lnTo>
                    <a:pt x="326" y="184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7" y="182"/>
                  </a:lnTo>
                  <a:lnTo>
                    <a:pt x="327" y="182"/>
                  </a:lnTo>
                  <a:lnTo>
                    <a:pt x="327" y="181"/>
                  </a:lnTo>
                  <a:lnTo>
                    <a:pt x="327" y="181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8" y="180"/>
                  </a:lnTo>
                  <a:lnTo>
                    <a:pt x="328" y="180"/>
                  </a:lnTo>
                  <a:lnTo>
                    <a:pt x="328" y="179"/>
                  </a:lnTo>
                  <a:lnTo>
                    <a:pt x="328" y="179"/>
                  </a:lnTo>
                  <a:lnTo>
                    <a:pt x="328" y="178"/>
                  </a:lnTo>
                  <a:lnTo>
                    <a:pt x="328" y="153"/>
                  </a:lnTo>
                  <a:lnTo>
                    <a:pt x="324" y="153"/>
                  </a:lnTo>
                  <a:lnTo>
                    <a:pt x="324" y="178"/>
                  </a:lnTo>
                  <a:lnTo>
                    <a:pt x="324" y="179"/>
                  </a:lnTo>
                  <a:lnTo>
                    <a:pt x="326" y="179"/>
                  </a:lnTo>
                  <a:lnTo>
                    <a:pt x="324" y="178"/>
                  </a:lnTo>
                  <a:lnTo>
                    <a:pt x="323" y="179"/>
                  </a:lnTo>
                  <a:lnTo>
                    <a:pt x="326" y="179"/>
                  </a:lnTo>
                  <a:lnTo>
                    <a:pt x="323" y="179"/>
                  </a:lnTo>
                  <a:lnTo>
                    <a:pt x="323" y="179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5" y="181"/>
                  </a:lnTo>
                  <a:lnTo>
                    <a:pt x="323" y="180"/>
                  </a:lnTo>
                  <a:lnTo>
                    <a:pt x="323" y="180"/>
                  </a:lnTo>
                  <a:lnTo>
                    <a:pt x="325" y="182"/>
                  </a:lnTo>
                  <a:lnTo>
                    <a:pt x="323" y="180"/>
                  </a:lnTo>
                  <a:lnTo>
                    <a:pt x="322" y="181"/>
                  </a:lnTo>
                  <a:lnTo>
                    <a:pt x="324" y="182"/>
                  </a:lnTo>
                  <a:lnTo>
                    <a:pt x="323" y="180"/>
                  </a:lnTo>
                  <a:lnTo>
                    <a:pt x="322" y="181"/>
                  </a:lnTo>
                  <a:lnTo>
                    <a:pt x="323" y="182"/>
                  </a:lnTo>
                  <a:lnTo>
                    <a:pt x="322" y="181"/>
                  </a:lnTo>
                  <a:lnTo>
                    <a:pt x="322" y="182"/>
                  </a:lnTo>
                  <a:lnTo>
                    <a:pt x="321" y="182"/>
                  </a:lnTo>
                  <a:lnTo>
                    <a:pt x="320" y="182"/>
                  </a:lnTo>
                  <a:lnTo>
                    <a:pt x="320" y="183"/>
                  </a:lnTo>
                  <a:lnTo>
                    <a:pt x="319" y="183"/>
                  </a:lnTo>
                  <a:lnTo>
                    <a:pt x="318" y="184"/>
                  </a:lnTo>
                  <a:lnTo>
                    <a:pt x="318" y="184"/>
                  </a:lnTo>
                  <a:lnTo>
                    <a:pt x="317" y="184"/>
                  </a:lnTo>
                  <a:lnTo>
                    <a:pt x="316" y="184"/>
                  </a:lnTo>
                  <a:lnTo>
                    <a:pt x="315" y="184"/>
                  </a:lnTo>
                  <a:lnTo>
                    <a:pt x="314" y="185"/>
                  </a:lnTo>
                  <a:lnTo>
                    <a:pt x="313" y="185"/>
                  </a:lnTo>
                  <a:lnTo>
                    <a:pt x="312" y="185"/>
                  </a:lnTo>
                  <a:lnTo>
                    <a:pt x="312" y="185"/>
                  </a:lnTo>
                  <a:lnTo>
                    <a:pt x="310" y="185"/>
                  </a:lnTo>
                  <a:lnTo>
                    <a:pt x="310" y="185"/>
                  </a:lnTo>
                  <a:lnTo>
                    <a:pt x="294" y="185"/>
                  </a:lnTo>
                  <a:lnTo>
                    <a:pt x="294" y="189"/>
                  </a:lnTo>
                  <a:close/>
                  <a:moveTo>
                    <a:pt x="328" y="116"/>
                  </a:moveTo>
                  <a:lnTo>
                    <a:pt x="328" y="54"/>
                  </a:lnTo>
                  <a:lnTo>
                    <a:pt x="324" y="54"/>
                  </a:lnTo>
                  <a:lnTo>
                    <a:pt x="324" y="116"/>
                  </a:lnTo>
                  <a:lnTo>
                    <a:pt x="328" y="116"/>
                  </a:lnTo>
                  <a:close/>
                  <a:moveTo>
                    <a:pt x="328" y="17"/>
                  </a:moveTo>
                  <a:lnTo>
                    <a:pt x="328" y="11"/>
                  </a:lnTo>
                  <a:lnTo>
                    <a:pt x="328" y="11"/>
                  </a:lnTo>
                  <a:lnTo>
                    <a:pt x="328" y="10"/>
                  </a:lnTo>
                  <a:lnTo>
                    <a:pt x="328" y="10"/>
                  </a:lnTo>
                  <a:lnTo>
                    <a:pt x="328" y="10"/>
                  </a:lnTo>
                  <a:lnTo>
                    <a:pt x="327" y="9"/>
                  </a:lnTo>
                  <a:lnTo>
                    <a:pt x="327" y="9"/>
                  </a:lnTo>
                  <a:lnTo>
                    <a:pt x="327" y="8"/>
                  </a:lnTo>
                  <a:lnTo>
                    <a:pt x="327" y="8"/>
                  </a:lnTo>
                  <a:lnTo>
                    <a:pt x="327" y="7"/>
                  </a:lnTo>
                  <a:lnTo>
                    <a:pt x="327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6"/>
                  </a:lnTo>
                  <a:lnTo>
                    <a:pt x="326" y="6"/>
                  </a:lnTo>
                  <a:lnTo>
                    <a:pt x="325" y="5"/>
                  </a:lnTo>
                  <a:lnTo>
                    <a:pt x="325" y="5"/>
                  </a:lnTo>
                  <a:lnTo>
                    <a:pt x="324" y="5"/>
                  </a:lnTo>
                  <a:lnTo>
                    <a:pt x="324" y="4"/>
                  </a:lnTo>
                  <a:lnTo>
                    <a:pt x="323" y="4"/>
                  </a:lnTo>
                  <a:lnTo>
                    <a:pt x="322" y="3"/>
                  </a:lnTo>
                  <a:lnTo>
                    <a:pt x="321" y="3"/>
                  </a:lnTo>
                  <a:lnTo>
                    <a:pt x="320" y="2"/>
                  </a:lnTo>
                  <a:lnTo>
                    <a:pt x="319" y="2"/>
                  </a:lnTo>
                  <a:lnTo>
                    <a:pt x="318" y="2"/>
                  </a:lnTo>
                  <a:lnTo>
                    <a:pt x="317" y="1"/>
                  </a:lnTo>
                  <a:lnTo>
                    <a:pt x="316" y="1"/>
                  </a:lnTo>
                  <a:lnTo>
                    <a:pt x="315" y="1"/>
                  </a:lnTo>
                  <a:lnTo>
                    <a:pt x="314" y="0"/>
                  </a:lnTo>
                  <a:lnTo>
                    <a:pt x="313" y="0"/>
                  </a:lnTo>
                  <a:lnTo>
                    <a:pt x="312" y="0"/>
                  </a:lnTo>
                  <a:lnTo>
                    <a:pt x="311" y="0"/>
                  </a:lnTo>
                  <a:lnTo>
                    <a:pt x="310" y="0"/>
                  </a:lnTo>
                  <a:lnTo>
                    <a:pt x="274" y="0"/>
                  </a:lnTo>
                  <a:lnTo>
                    <a:pt x="274" y="4"/>
                  </a:lnTo>
                  <a:lnTo>
                    <a:pt x="310" y="4"/>
                  </a:lnTo>
                  <a:lnTo>
                    <a:pt x="311" y="4"/>
                  </a:lnTo>
                  <a:lnTo>
                    <a:pt x="312" y="4"/>
                  </a:lnTo>
                  <a:lnTo>
                    <a:pt x="313" y="4"/>
                  </a:lnTo>
                  <a:lnTo>
                    <a:pt x="313" y="5"/>
                  </a:lnTo>
                  <a:lnTo>
                    <a:pt x="315" y="5"/>
                  </a:lnTo>
                  <a:lnTo>
                    <a:pt x="315" y="5"/>
                  </a:lnTo>
                  <a:lnTo>
                    <a:pt x="316" y="5"/>
                  </a:lnTo>
                  <a:lnTo>
                    <a:pt x="317" y="5"/>
                  </a:lnTo>
                  <a:lnTo>
                    <a:pt x="318" y="6"/>
                  </a:lnTo>
                  <a:lnTo>
                    <a:pt x="319" y="6"/>
                  </a:lnTo>
                  <a:lnTo>
                    <a:pt x="319" y="6"/>
                  </a:lnTo>
                  <a:lnTo>
                    <a:pt x="320" y="7"/>
                  </a:lnTo>
                  <a:lnTo>
                    <a:pt x="321" y="7"/>
                  </a:lnTo>
                  <a:lnTo>
                    <a:pt x="321" y="7"/>
                  </a:lnTo>
                  <a:lnTo>
                    <a:pt x="322" y="8"/>
                  </a:lnTo>
                  <a:lnTo>
                    <a:pt x="322" y="8"/>
                  </a:lnTo>
                  <a:lnTo>
                    <a:pt x="323" y="7"/>
                  </a:lnTo>
                  <a:lnTo>
                    <a:pt x="322" y="8"/>
                  </a:lnTo>
                  <a:lnTo>
                    <a:pt x="323" y="9"/>
                  </a:lnTo>
                  <a:lnTo>
                    <a:pt x="324" y="7"/>
                  </a:lnTo>
                  <a:lnTo>
                    <a:pt x="322" y="9"/>
                  </a:lnTo>
                  <a:lnTo>
                    <a:pt x="323" y="9"/>
                  </a:lnTo>
                  <a:lnTo>
                    <a:pt x="325" y="8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10"/>
                  </a:lnTo>
                  <a:lnTo>
                    <a:pt x="323" y="10"/>
                  </a:lnTo>
                  <a:lnTo>
                    <a:pt x="325" y="10"/>
                  </a:lnTo>
                  <a:lnTo>
                    <a:pt x="323" y="10"/>
                  </a:lnTo>
                  <a:lnTo>
                    <a:pt x="323" y="11"/>
                  </a:lnTo>
                  <a:lnTo>
                    <a:pt x="326" y="10"/>
                  </a:lnTo>
                  <a:lnTo>
                    <a:pt x="323" y="10"/>
                  </a:lnTo>
                  <a:lnTo>
                    <a:pt x="324" y="11"/>
                  </a:lnTo>
                  <a:lnTo>
                    <a:pt x="326" y="11"/>
                  </a:lnTo>
                  <a:lnTo>
                    <a:pt x="324" y="11"/>
                  </a:lnTo>
                  <a:lnTo>
                    <a:pt x="324" y="12"/>
                  </a:lnTo>
                  <a:lnTo>
                    <a:pt x="324" y="17"/>
                  </a:lnTo>
                  <a:lnTo>
                    <a:pt x="328" y="17"/>
                  </a:lnTo>
                  <a:close/>
                  <a:moveTo>
                    <a:pt x="237" y="0"/>
                  </a:moveTo>
                  <a:lnTo>
                    <a:pt x="175" y="0"/>
                  </a:lnTo>
                  <a:lnTo>
                    <a:pt x="175" y="4"/>
                  </a:lnTo>
                  <a:lnTo>
                    <a:pt x="237" y="4"/>
                  </a:lnTo>
                  <a:lnTo>
                    <a:pt x="237" y="0"/>
                  </a:lnTo>
                  <a:close/>
                  <a:moveTo>
                    <a:pt x="138" y="0"/>
                  </a:moveTo>
                  <a:lnTo>
                    <a:pt x="77" y="0"/>
                  </a:lnTo>
                  <a:lnTo>
                    <a:pt x="77" y="4"/>
                  </a:lnTo>
                  <a:lnTo>
                    <a:pt x="138" y="4"/>
                  </a:lnTo>
                  <a:lnTo>
                    <a:pt x="138" y="0"/>
                  </a:lnTo>
                  <a:close/>
                  <a:moveTo>
                    <a:pt x="40" y="0"/>
                  </a:moveTo>
                  <a:lnTo>
                    <a:pt x="18" y="0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1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3"/>
                  </a:lnTo>
                  <a:lnTo>
                    <a:pt x="6" y="3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4" y="3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3" y="9"/>
                  </a:lnTo>
                  <a:lnTo>
                    <a:pt x="5" y="10"/>
                  </a:lnTo>
                  <a:lnTo>
                    <a:pt x="5" y="9"/>
                  </a:lnTo>
                  <a:lnTo>
                    <a:pt x="3" y="9"/>
                  </a:lnTo>
                  <a:lnTo>
                    <a:pt x="5" y="10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9"/>
                  </a:lnTo>
                  <a:lnTo>
                    <a:pt x="5" y="9"/>
                  </a:lnTo>
                  <a:lnTo>
                    <a:pt x="4" y="7"/>
                  </a:lnTo>
                  <a:lnTo>
                    <a:pt x="5" y="9"/>
                  </a:lnTo>
                  <a:lnTo>
                    <a:pt x="6" y="8"/>
                  </a:lnTo>
                  <a:lnTo>
                    <a:pt x="4" y="7"/>
                  </a:lnTo>
                  <a:lnTo>
                    <a:pt x="6" y="8"/>
                  </a:lnTo>
                  <a:lnTo>
                    <a:pt x="6" y="8"/>
                  </a:lnTo>
                  <a:lnTo>
                    <a:pt x="7" y="7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5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40" y="4"/>
                  </a:lnTo>
                  <a:lnTo>
                    <a:pt x="40" y="0"/>
                  </a:lnTo>
                  <a:close/>
                  <a:moveTo>
                    <a:pt x="0" y="68"/>
                  </a:moveTo>
                  <a:lnTo>
                    <a:pt x="0" y="130"/>
                  </a:lnTo>
                  <a:lnTo>
                    <a:pt x="4" y="130"/>
                  </a:lnTo>
                  <a:lnTo>
                    <a:pt x="4" y="68"/>
                  </a:lnTo>
                  <a:lnTo>
                    <a:pt x="0" y="68"/>
                  </a:lnTo>
                  <a:close/>
                  <a:moveTo>
                    <a:pt x="0" y="167"/>
                  </a:moveTo>
                  <a:lnTo>
                    <a:pt x="0" y="178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1" y="181"/>
                  </a:lnTo>
                  <a:lnTo>
                    <a:pt x="1" y="181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2" y="184"/>
                  </a:lnTo>
                  <a:lnTo>
                    <a:pt x="3" y="184"/>
                  </a:lnTo>
                  <a:lnTo>
                    <a:pt x="3" y="184"/>
                  </a:lnTo>
                  <a:lnTo>
                    <a:pt x="3" y="185"/>
                  </a:lnTo>
                  <a:lnTo>
                    <a:pt x="4" y="185"/>
                  </a:lnTo>
                  <a:lnTo>
                    <a:pt x="5" y="186"/>
                  </a:lnTo>
                  <a:lnTo>
                    <a:pt x="6" y="186"/>
                  </a:lnTo>
                  <a:lnTo>
                    <a:pt x="7" y="187"/>
                  </a:lnTo>
                  <a:lnTo>
                    <a:pt x="8" y="187"/>
                  </a:lnTo>
                  <a:lnTo>
                    <a:pt x="8" y="187"/>
                  </a:lnTo>
                  <a:lnTo>
                    <a:pt x="10" y="188"/>
                  </a:lnTo>
                  <a:lnTo>
                    <a:pt x="10" y="188"/>
                  </a:lnTo>
                  <a:lnTo>
                    <a:pt x="12" y="189"/>
                  </a:lnTo>
                  <a:lnTo>
                    <a:pt x="13" y="189"/>
                  </a:lnTo>
                  <a:lnTo>
                    <a:pt x="14" y="189"/>
                  </a:lnTo>
                  <a:lnTo>
                    <a:pt x="15" y="189"/>
                  </a:lnTo>
                  <a:lnTo>
                    <a:pt x="16" y="189"/>
                  </a:lnTo>
                  <a:lnTo>
                    <a:pt x="17" y="189"/>
                  </a:lnTo>
                  <a:lnTo>
                    <a:pt x="18" y="189"/>
                  </a:lnTo>
                  <a:lnTo>
                    <a:pt x="60" y="189"/>
                  </a:lnTo>
                  <a:lnTo>
                    <a:pt x="60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6" y="185"/>
                  </a:lnTo>
                  <a:lnTo>
                    <a:pt x="15" y="185"/>
                  </a:lnTo>
                  <a:lnTo>
                    <a:pt x="14" y="185"/>
                  </a:lnTo>
                  <a:lnTo>
                    <a:pt x="13" y="185"/>
                  </a:lnTo>
                  <a:lnTo>
                    <a:pt x="13" y="184"/>
                  </a:lnTo>
                  <a:lnTo>
                    <a:pt x="12" y="184"/>
                  </a:lnTo>
                  <a:lnTo>
                    <a:pt x="11" y="184"/>
                  </a:lnTo>
                  <a:lnTo>
                    <a:pt x="10" y="184"/>
                  </a:lnTo>
                  <a:lnTo>
                    <a:pt x="9" y="184"/>
                  </a:lnTo>
                  <a:lnTo>
                    <a:pt x="8" y="183"/>
                  </a:lnTo>
                  <a:lnTo>
                    <a:pt x="8" y="183"/>
                  </a:lnTo>
                  <a:lnTo>
                    <a:pt x="7" y="182"/>
                  </a:lnTo>
                  <a:lnTo>
                    <a:pt x="7" y="182"/>
                  </a:lnTo>
                  <a:lnTo>
                    <a:pt x="6" y="182"/>
                  </a:lnTo>
                  <a:lnTo>
                    <a:pt x="6" y="181"/>
                  </a:lnTo>
                  <a:lnTo>
                    <a:pt x="4" y="182"/>
                  </a:lnTo>
                  <a:lnTo>
                    <a:pt x="6" y="181"/>
                  </a:lnTo>
                  <a:lnTo>
                    <a:pt x="5" y="180"/>
                  </a:lnTo>
                  <a:lnTo>
                    <a:pt x="4" y="182"/>
                  </a:lnTo>
                  <a:lnTo>
                    <a:pt x="5" y="181"/>
                  </a:lnTo>
                  <a:lnTo>
                    <a:pt x="5" y="180"/>
                  </a:lnTo>
                  <a:lnTo>
                    <a:pt x="3" y="182"/>
                  </a:lnTo>
                  <a:lnTo>
                    <a:pt x="5" y="180"/>
                  </a:lnTo>
                  <a:lnTo>
                    <a:pt x="5" y="180"/>
                  </a:lnTo>
                  <a:lnTo>
                    <a:pt x="3" y="181"/>
                  </a:lnTo>
                  <a:lnTo>
                    <a:pt x="5" y="180"/>
                  </a:lnTo>
                  <a:lnTo>
                    <a:pt x="5" y="179"/>
                  </a:lnTo>
                  <a:lnTo>
                    <a:pt x="3" y="180"/>
                  </a:lnTo>
                  <a:lnTo>
                    <a:pt x="5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79"/>
                  </a:lnTo>
                  <a:lnTo>
                    <a:pt x="4" y="179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4" y="167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22" name="Freeform 1128"/>
            <p:cNvSpPr>
              <a:spLocks noEditPoints="1"/>
            </p:cNvSpPr>
            <p:nvPr/>
          </p:nvSpPr>
          <p:spPr bwMode="auto">
            <a:xfrm>
              <a:off x="1571625" y="4560888"/>
              <a:ext cx="520700" cy="300038"/>
            </a:xfrm>
            <a:custGeom>
              <a:avLst/>
              <a:gdLst>
                <a:gd name="T0" fmla="*/ 195 w 328"/>
                <a:gd name="T1" fmla="*/ 189 h 189"/>
                <a:gd name="T2" fmla="*/ 309 w 328"/>
                <a:gd name="T3" fmla="*/ 189 h 189"/>
                <a:gd name="T4" fmla="*/ 316 w 328"/>
                <a:gd name="T5" fmla="*/ 189 h 189"/>
                <a:gd name="T6" fmla="*/ 322 w 328"/>
                <a:gd name="T7" fmla="*/ 186 h 189"/>
                <a:gd name="T8" fmla="*/ 325 w 328"/>
                <a:gd name="T9" fmla="*/ 184 h 189"/>
                <a:gd name="T10" fmla="*/ 327 w 328"/>
                <a:gd name="T11" fmla="*/ 181 h 189"/>
                <a:gd name="T12" fmla="*/ 328 w 328"/>
                <a:gd name="T13" fmla="*/ 179 h 189"/>
                <a:gd name="T14" fmla="*/ 323 w 328"/>
                <a:gd name="T15" fmla="*/ 179 h 189"/>
                <a:gd name="T16" fmla="*/ 323 w 328"/>
                <a:gd name="T17" fmla="*/ 179 h 189"/>
                <a:gd name="T18" fmla="*/ 323 w 328"/>
                <a:gd name="T19" fmla="*/ 180 h 189"/>
                <a:gd name="T20" fmla="*/ 322 w 328"/>
                <a:gd name="T21" fmla="*/ 181 h 189"/>
                <a:gd name="T22" fmla="*/ 321 w 328"/>
                <a:gd name="T23" fmla="*/ 182 h 189"/>
                <a:gd name="T24" fmla="*/ 318 w 328"/>
                <a:gd name="T25" fmla="*/ 184 h 189"/>
                <a:gd name="T26" fmla="*/ 312 w 328"/>
                <a:gd name="T27" fmla="*/ 185 h 189"/>
                <a:gd name="T28" fmla="*/ 328 w 328"/>
                <a:gd name="T29" fmla="*/ 116 h 189"/>
                <a:gd name="T30" fmla="*/ 328 w 328"/>
                <a:gd name="T31" fmla="*/ 11 h 189"/>
                <a:gd name="T32" fmla="*/ 327 w 328"/>
                <a:gd name="T33" fmla="*/ 9 h 189"/>
                <a:gd name="T34" fmla="*/ 326 w 328"/>
                <a:gd name="T35" fmla="*/ 7 h 189"/>
                <a:gd name="T36" fmla="*/ 323 w 328"/>
                <a:gd name="T37" fmla="*/ 4 h 189"/>
                <a:gd name="T38" fmla="*/ 318 w 328"/>
                <a:gd name="T39" fmla="*/ 2 h 189"/>
                <a:gd name="T40" fmla="*/ 311 w 328"/>
                <a:gd name="T41" fmla="*/ 0 h 189"/>
                <a:gd name="T42" fmla="*/ 310 w 328"/>
                <a:gd name="T43" fmla="*/ 4 h 189"/>
                <a:gd name="T44" fmla="*/ 316 w 328"/>
                <a:gd name="T45" fmla="*/ 5 h 189"/>
                <a:gd name="T46" fmla="*/ 320 w 328"/>
                <a:gd name="T47" fmla="*/ 7 h 189"/>
                <a:gd name="T48" fmla="*/ 322 w 328"/>
                <a:gd name="T49" fmla="*/ 9 h 189"/>
                <a:gd name="T50" fmla="*/ 323 w 328"/>
                <a:gd name="T51" fmla="*/ 10 h 189"/>
                <a:gd name="T52" fmla="*/ 323 w 328"/>
                <a:gd name="T53" fmla="*/ 10 h 189"/>
                <a:gd name="T54" fmla="*/ 323 w 328"/>
                <a:gd name="T55" fmla="*/ 11 h 189"/>
                <a:gd name="T56" fmla="*/ 236 w 328"/>
                <a:gd name="T57" fmla="*/ 0 h 189"/>
                <a:gd name="T58" fmla="*/ 76 w 328"/>
                <a:gd name="T59" fmla="*/ 0 h 189"/>
                <a:gd name="T60" fmla="*/ 17 w 328"/>
                <a:gd name="T61" fmla="*/ 0 h 189"/>
                <a:gd name="T62" fmla="*/ 10 w 328"/>
                <a:gd name="T63" fmla="*/ 1 h 189"/>
                <a:gd name="T64" fmla="*/ 5 w 328"/>
                <a:gd name="T65" fmla="*/ 4 h 189"/>
                <a:gd name="T66" fmla="*/ 2 w 328"/>
                <a:gd name="T67" fmla="*/ 6 h 189"/>
                <a:gd name="T68" fmla="*/ 0 w 328"/>
                <a:gd name="T69" fmla="*/ 8 h 189"/>
                <a:gd name="T70" fmla="*/ 0 w 328"/>
                <a:gd name="T71" fmla="*/ 11 h 189"/>
                <a:gd name="T72" fmla="*/ 2 w 328"/>
                <a:gd name="T73" fmla="*/ 11 h 189"/>
                <a:gd name="T74" fmla="*/ 2 w 328"/>
                <a:gd name="T75" fmla="*/ 10 h 189"/>
                <a:gd name="T76" fmla="*/ 3 w 328"/>
                <a:gd name="T77" fmla="*/ 9 h 189"/>
                <a:gd name="T78" fmla="*/ 3 w 328"/>
                <a:gd name="T79" fmla="*/ 7 h 189"/>
                <a:gd name="T80" fmla="*/ 6 w 328"/>
                <a:gd name="T81" fmla="*/ 7 h 189"/>
                <a:gd name="T82" fmla="*/ 11 w 328"/>
                <a:gd name="T83" fmla="*/ 5 h 189"/>
                <a:gd name="T84" fmla="*/ 16 w 328"/>
                <a:gd name="T85" fmla="*/ 4 h 189"/>
                <a:gd name="T86" fmla="*/ 0 w 328"/>
                <a:gd name="T87" fmla="*/ 130 h 189"/>
                <a:gd name="T88" fmla="*/ 0 w 328"/>
                <a:gd name="T89" fmla="*/ 179 h 189"/>
                <a:gd name="T90" fmla="*/ 0 w 328"/>
                <a:gd name="T91" fmla="*/ 181 h 189"/>
                <a:gd name="T92" fmla="*/ 2 w 328"/>
                <a:gd name="T93" fmla="*/ 183 h 189"/>
                <a:gd name="T94" fmla="*/ 4 w 328"/>
                <a:gd name="T95" fmla="*/ 186 h 189"/>
                <a:gd name="T96" fmla="*/ 10 w 328"/>
                <a:gd name="T97" fmla="*/ 188 h 189"/>
                <a:gd name="T98" fmla="*/ 17 w 328"/>
                <a:gd name="T99" fmla="*/ 189 h 189"/>
                <a:gd name="T100" fmla="*/ 16 w 328"/>
                <a:gd name="T101" fmla="*/ 185 h 189"/>
                <a:gd name="T102" fmla="*/ 11 w 328"/>
                <a:gd name="T103" fmla="*/ 184 h 189"/>
                <a:gd name="T104" fmla="*/ 6 w 328"/>
                <a:gd name="T105" fmla="*/ 182 h 189"/>
                <a:gd name="T106" fmla="*/ 3 w 328"/>
                <a:gd name="T107" fmla="*/ 182 h 189"/>
                <a:gd name="T108" fmla="*/ 3 w 328"/>
                <a:gd name="T109" fmla="*/ 181 h 189"/>
                <a:gd name="T110" fmla="*/ 2 w 328"/>
                <a:gd name="T111" fmla="*/ 180 h 189"/>
                <a:gd name="T112" fmla="*/ 2 w 328"/>
                <a:gd name="T113" fmla="*/ 17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8" h="189">
                  <a:moveTo>
                    <a:pt x="96" y="189"/>
                  </a:moveTo>
                  <a:lnTo>
                    <a:pt x="158" y="189"/>
                  </a:lnTo>
                  <a:lnTo>
                    <a:pt x="158" y="185"/>
                  </a:lnTo>
                  <a:lnTo>
                    <a:pt x="96" y="185"/>
                  </a:lnTo>
                  <a:lnTo>
                    <a:pt x="96" y="189"/>
                  </a:lnTo>
                  <a:close/>
                  <a:moveTo>
                    <a:pt x="195" y="189"/>
                  </a:moveTo>
                  <a:lnTo>
                    <a:pt x="256" y="189"/>
                  </a:lnTo>
                  <a:lnTo>
                    <a:pt x="256" y="185"/>
                  </a:lnTo>
                  <a:lnTo>
                    <a:pt x="195" y="185"/>
                  </a:lnTo>
                  <a:lnTo>
                    <a:pt x="195" y="189"/>
                  </a:lnTo>
                  <a:close/>
                  <a:moveTo>
                    <a:pt x="293" y="189"/>
                  </a:moveTo>
                  <a:lnTo>
                    <a:pt x="309" y="189"/>
                  </a:lnTo>
                  <a:lnTo>
                    <a:pt x="310" y="189"/>
                  </a:lnTo>
                  <a:lnTo>
                    <a:pt x="311" y="189"/>
                  </a:lnTo>
                  <a:lnTo>
                    <a:pt x="313" y="189"/>
                  </a:lnTo>
                  <a:lnTo>
                    <a:pt x="314" y="189"/>
                  </a:lnTo>
                  <a:lnTo>
                    <a:pt x="315" y="189"/>
                  </a:lnTo>
                  <a:lnTo>
                    <a:pt x="316" y="189"/>
                  </a:lnTo>
                  <a:lnTo>
                    <a:pt x="317" y="188"/>
                  </a:lnTo>
                  <a:lnTo>
                    <a:pt x="318" y="188"/>
                  </a:lnTo>
                  <a:lnTo>
                    <a:pt x="319" y="187"/>
                  </a:lnTo>
                  <a:lnTo>
                    <a:pt x="320" y="187"/>
                  </a:lnTo>
                  <a:lnTo>
                    <a:pt x="321" y="187"/>
                  </a:lnTo>
                  <a:lnTo>
                    <a:pt x="322" y="186"/>
                  </a:lnTo>
                  <a:lnTo>
                    <a:pt x="323" y="186"/>
                  </a:lnTo>
                  <a:lnTo>
                    <a:pt x="323" y="185"/>
                  </a:lnTo>
                  <a:lnTo>
                    <a:pt x="324" y="185"/>
                  </a:lnTo>
                  <a:lnTo>
                    <a:pt x="325" y="184"/>
                  </a:lnTo>
                  <a:lnTo>
                    <a:pt x="325" y="184"/>
                  </a:lnTo>
                  <a:lnTo>
                    <a:pt x="325" y="184"/>
                  </a:lnTo>
                  <a:lnTo>
                    <a:pt x="325" y="183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27" y="181"/>
                  </a:lnTo>
                  <a:lnTo>
                    <a:pt x="327" y="181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8" y="179"/>
                  </a:lnTo>
                  <a:lnTo>
                    <a:pt x="328" y="179"/>
                  </a:lnTo>
                  <a:lnTo>
                    <a:pt x="328" y="178"/>
                  </a:lnTo>
                  <a:lnTo>
                    <a:pt x="328" y="153"/>
                  </a:lnTo>
                  <a:lnTo>
                    <a:pt x="323" y="153"/>
                  </a:lnTo>
                  <a:lnTo>
                    <a:pt x="323" y="178"/>
                  </a:lnTo>
                  <a:lnTo>
                    <a:pt x="323" y="179"/>
                  </a:lnTo>
                  <a:lnTo>
                    <a:pt x="325" y="179"/>
                  </a:lnTo>
                  <a:lnTo>
                    <a:pt x="323" y="178"/>
                  </a:lnTo>
                  <a:lnTo>
                    <a:pt x="323" y="179"/>
                  </a:lnTo>
                  <a:lnTo>
                    <a:pt x="325" y="179"/>
                  </a:lnTo>
                  <a:lnTo>
                    <a:pt x="323" y="179"/>
                  </a:lnTo>
                  <a:lnTo>
                    <a:pt x="323" y="179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5" y="181"/>
                  </a:lnTo>
                  <a:lnTo>
                    <a:pt x="323" y="180"/>
                  </a:lnTo>
                  <a:lnTo>
                    <a:pt x="323" y="180"/>
                  </a:lnTo>
                  <a:lnTo>
                    <a:pt x="324" y="182"/>
                  </a:lnTo>
                  <a:lnTo>
                    <a:pt x="323" y="180"/>
                  </a:lnTo>
                  <a:lnTo>
                    <a:pt x="322" y="181"/>
                  </a:lnTo>
                  <a:lnTo>
                    <a:pt x="324" y="182"/>
                  </a:lnTo>
                  <a:lnTo>
                    <a:pt x="322" y="180"/>
                  </a:lnTo>
                  <a:lnTo>
                    <a:pt x="322" y="181"/>
                  </a:lnTo>
                  <a:lnTo>
                    <a:pt x="323" y="182"/>
                  </a:lnTo>
                  <a:lnTo>
                    <a:pt x="322" y="181"/>
                  </a:lnTo>
                  <a:lnTo>
                    <a:pt x="321" y="182"/>
                  </a:lnTo>
                  <a:lnTo>
                    <a:pt x="321" y="182"/>
                  </a:lnTo>
                  <a:lnTo>
                    <a:pt x="320" y="182"/>
                  </a:lnTo>
                  <a:lnTo>
                    <a:pt x="319" y="183"/>
                  </a:lnTo>
                  <a:lnTo>
                    <a:pt x="319" y="183"/>
                  </a:lnTo>
                  <a:lnTo>
                    <a:pt x="318" y="184"/>
                  </a:lnTo>
                  <a:lnTo>
                    <a:pt x="318" y="184"/>
                  </a:lnTo>
                  <a:lnTo>
                    <a:pt x="317" y="184"/>
                  </a:lnTo>
                  <a:lnTo>
                    <a:pt x="316" y="184"/>
                  </a:lnTo>
                  <a:lnTo>
                    <a:pt x="315" y="184"/>
                  </a:lnTo>
                  <a:lnTo>
                    <a:pt x="314" y="185"/>
                  </a:lnTo>
                  <a:lnTo>
                    <a:pt x="313" y="185"/>
                  </a:lnTo>
                  <a:lnTo>
                    <a:pt x="312" y="185"/>
                  </a:lnTo>
                  <a:lnTo>
                    <a:pt x="311" y="185"/>
                  </a:lnTo>
                  <a:lnTo>
                    <a:pt x="310" y="185"/>
                  </a:lnTo>
                  <a:lnTo>
                    <a:pt x="309" y="185"/>
                  </a:lnTo>
                  <a:lnTo>
                    <a:pt x="293" y="185"/>
                  </a:lnTo>
                  <a:lnTo>
                    <a:pt x="293" y="189"/>
                  </a:lnTo>
                  <a:close/>
                  <a:moveTo>
                    <a:pt x="328" y="116"/>
                  </a:moveTo>
                  <a:lnTo>
                    <a:pt x="328" y="54"/>
                  </a:lnTo>
                  <a:lnTo>
                    <a:pt x="323" y="54"/>
                  </a:lnTo>
                  <a:lnTo>
                    <a:pt x="323" y="116"/>
                  </a:lnTo>
                  <a:lnTo>
                    <a:pt x="328" y="116"/>
                  </a:lnTo>
                  <a:close/>
                  <a:moveTo>
                    <a:pt x="328" y="17"/>
                  </a:moveTo>
                  <a:lnTo>
                    <a:pt x="328" y="11"/>
                  </a:lnTo>
                  <a:lnTo>
                    <a:pt x="328" y="11"/>
                  </a:lnTo>
                  <a:lnTo>
                    <a:pt x="328" y="10"/>
                  </a:lnTo>
                  <a:lnTo>
                    <a:pt x="327" y="10"/>
                  </a:lnTo>
                  <a:lnTo>
                    <a:pt x="327" y="10"/>
                  </a:lnTo>
                  <a:lnTo>
                    <a:pt x="327" y="9"/>
                  </a:lnTo>
                  <a:lnTo>
                    <a:pt x="327" y="9"/>
                  </a:lnTo>
                  <a:lnTo>
                    <a:pt x="327" y="8"/>
                  </a:lnTo>
                  <a:lnTo>
                    <a:pt x="327" y="8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5" y="6"/>
                  </a:lnTo>
                  <a:lnTo>
                    <a:pt x="325" y="6"/>
                  </a:lnTo>
                  <a:lnTo>
                    <a:pt x="325" y="5"/>
                  </a:lnTo>
                  <a:lnTo>
                    <a:pt x="325" y="5"/>
                  </a:lnTo>
                  <a:lnTo>
                    <a:pt x="324" y="5"/>
                  </a:lnTo>
                  <a:lnTo>
                    <a:pt x="323" y="4"/>
                  </a:lnTo>
                  <a:lnTo>
                    <a:pt x="323" y="4"/>
                  </a:lnTo>
                  <a:lnTo>
                    <a:pt x="322" y="3"/>
                  </a:lnTo>
                  <a:lnTo>
                    <a:pt x="321" y="3"/>
                  </a:lnTo>
                  <a:lnTo>
                    <a:pt x="320" y="2"/>
                  </a:lnTo>
                  <a:lnTo>
                    <a:pt x="319" y="2"/>
                  </a:lnTo>
                  <a:lnTo>
                    <a:pt x="318" y="2"/>
                  </a:lnTo>
                  <a:lnTo>
                    <a:pt x="317" y="1"/>
                  </a:lnTo>
                  <a:lnTo>
                    <a:pt x="316" y="1"/>
                  </a:lnTo>
                  <a:lnTo>
                    <a:pt x="315" y="1"/>
                  </a:lnTo>
                  <a:lnTo>
                    <a:pt x="314" y="0"/>
                  </a:lnTo>
                  <a:lnTo>
                    <a:pt x="313" y="0"/>
                  </a:lnTo>
                  <a:lnTo>
                    <a:pt x="311" y="0"/>
                  </a:lnTo>
                  <a:lnTo>
                    <a:pt x="310" y="0"/>
                  </a:lnTo>
                  <a:lnTo>
                    <a:pt x="309" y="0"/>
                  </a:lnTo>
                  <a:lnTo>
                    <a:pt x="273" y="0"/>
                  </a:lnTo>
                  <a:lnTo>
                    <a:pt x="273" y="4"/>
                  </a:lnTo>
                  <a:lnTo>
                    <a:pt x="309" y="4"/>
                  </a:lnTo>
                  <a:lnTo>
                    <a:pt x="310" y="4"/>
                  </a:lnTo>
                  <a:lnTo>
                    <a:pt x="311" y="4"/>
                  </a:lnTo>
                  <a:lnTo>
                    <a:pt x="312" y="4"/>
                  </a:lnTo>
                  <a:lnTo>
                    <a:pt x="313" y="5"/>
                  </a:lnTo>
                  <a:lnTo>
                    <a:pt x="314" y="5"/>
                  </a:lnTo>
                  <a:lnTo>
                    <a:pt x="315" y="5"/>
                  </a:lnTo>
                  <a:lnTo>
                    <a:pt x="316" y="5"/>
                  </a:lnTo>
                  <a:lnTo>
                    <a:pt x="317" y="5"/>
                  </a:lnTo>
                  <a:lnTo>
                    <a:pt x="318" y="6"/>
                  </a:lnTo>
                  <a:lnTo>
                    <a:pt x="318" y="6"/>
                  </a:lnTo>
                  <a:lnTo>
                    <a:pt x="319" y="6"/>
                  </a:lnTo>
                  <a:lnTo>
                    <a:pt x="320" y="7"/>
                  </a:lnTo>
                  <a:lnTo>
                    <a:pt x="320" y="7"/>
                  </a:lnTo>
                  <a:lnTo>
                    <a:pt x="321" y="7"/>
                  </a:lnTo>
                  <a:lnTo>
                    <a:pt x="321" y="8"/>
                  </a:lnTo>
                  <a:lnTo>
                    <a:pt x="322" y="8"/>
                  </a:lnTo>
                  <a:lnTo>
                    <a:pt x="323" y="7"/>
                  </a:lnTo>
                  <a:lnTo>
                    <a:pt x="322" y="8"/>
                  </a:lnTo>
                  <a:lnTo>
                    <a:pt x="322" y="9"/>
                  </a:lnTo>
                  <a:lnTo>
                    <a:pt x="324" y="7"/>
                  </a:lnTo>
                  <a:lnTo>
                    <a:pt x="322" y="9"/>
                  </a:lnTo>
                  <a:lnTo>
                    <a:pt x="323" y="9"/>
                  </a:lnTo>
                  <a:lnTo>
                    <a:pt x="324" y="8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10"/>
                  </a:lnTo>
                  <a:lnTo>
                    <a:pt x="323" y="10"/>
                  </a:lnTo>
                  <a:lnTo>
                    <a:pt x="325" y="10"/>
                  </a:lnTo>
                  <a:lnTo>
                    <a:pt x="323" y="10"/>
                  </a:lnTo>
                  <a:lnTo>
                    <a:pt x="323" y="11"/>
                  </a:lnTo>
                  <a:lnTo>
                    <a:pt x="325" y="10"/>
                  </a:lnTo>
                  <a:lnTo>
                    <a:pt x="323" y="10"/>
                  </a:lnTo>
                  <a:lnTo>
                    <a:pt x="323" y="11"/>
                  </a:lnTo>
                  <a:lnTo>
                    <a:pt x="325" y="11"/>
                  </a:lnTo>
                  <a:lnTo>
                    <a:pt x="323" y="11"/>
                  </a:lnTo>
                  <a:lnTo>
                    <a:pt x="323" y="12"/>
                  </a:lnTo>
                  <a:lnTo>
                    <a:pt x="323" y="17"/>
                  </a:lnTo>
                  <a:lnTo>
                    <a:pt x="328" y="17"/>
                  </a:lnTo>
                  <a:close/>
                  <a:moveTo>
                    <a:pt x="236" y="0"/>
                  </a:moveTo>
                  <a:lnTo>
                    <a:pt x="175" y="0"/>
                  </a:lnTo>
                  <a:lnTo>
                    <a:pt x="175" y="4"/>
                  </a:lnTo>
                  <a:lnTo>
                    <a:pt x="236" y="4"/>
                  </a:lnTo>
                  <a:lnTo>
                    <a:pt x="236" y="0"/>
                  </a:lnTo>
                  <a:close/>
                  <a:moveTo>
                    <a:pt x="138" y="0"/>
                  </a:moveTo>
                  <a:lnTo>
                    <a:pt x="76" y="0"/>
                  </a:lnTo>
                  <a:lnTo>
                    <a:pt x="76" y="4"/>
                  </a:lnTo>
                  <a:lnTo>
                    <a:pt x="138" y="4"/>
                  </a:lnTo>
                  <a:lnTo>
                    <a:pt x="138" y="0"/>
                  </a:lnTo>
                  <a:close/>
                  <a:moveTo>
                    <a:pt x="39" y="0"/>
                  </a:moveTo>
                  <a:lnTo>
                    <a:pt x="18" y="0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1" y="1"/>
                  </a:lnTo>
                  <a:lnTo>
                    <a:pt x="10" y="1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3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4" y="3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2" y="9"/>
                  </a:lnTo>
                  <a:lnTo>
                    <a:pt x="4" y="10"/>
                  </a:lnTo>
                  <a:lnTo>
                    <a:pt x="4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9"/>
                  </a:lnTo>
                  <a:lnTo>
                    <a:pt x="3" y="8"/>
                  </a:lnTo>
                  <a:lnTo>
                    <a:pt x="4" y="9"/>
                  </a:lnTo>
                  <a:lnTo>
                    <a:pt x="5" y="9"/>
                  </a:lnTo>
                  <a:lnTo>
                    <a:pt x="3" y="7"/>
                  </a:lnTo>
                  <a:lnTo>
                    <a:pt x="5" y="9"/>
                  </a:lnTo>
                  <a:lnTo>
                    <a:pt x="5" y="8"/>
                  </a:lnTo>
                  <a:lnTo>
                    <a:pt x="4" y="7"/>
                  </a:lnTo>
                  <a:lnTo>
                    <a:pt x="5" y="8"/>
                  </a:lnTo>
                  <a:lnTo>
                    <a:pt x="6" y="8"/>
                  </a:lnTo>
                  <a:lnTo>
                    <a:pt x="6" y="7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5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5" y="4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39" y="4"/>
                  </a:lnTo>
                  <a:lnTo>
                    <a:pt x="39" y="0"/>
                  </a:lnTo>
                  <a:close/>
                  <a:moveTo>
                    <a:pt x="0" y="68"/>
                  </a:moveTo>
                  <a:lnTo>
                    <a:pt x="0" y="130"/>
                  </a:lnTo>
                  <a:lnTo>
                    <a:pt x="4" y="130"/>
                  </a:lnTo>
                  <a:lnTo>
                    <a:pt x="4" y="68"/>
                  </a:lnTo>
                  <a:lnTo>
                    <a:pt x="0" y="68"/>
                  </a:lnTo>
                  <a:close/>
                  <a:moveTo>
                    <a:pt x="0" y="167"/>
                  </a:moveTo>
                  <a:lnTo>
                    <a:pt x="0" y="178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1"/>
                  </a:lnTo>
                  <a:lnTo>
                    <a:pt x="1" y="181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1" y="183"/>
                  </a:lnTo>
                  <a:lnTo>
                    <a:pt x="1" y="183"/>
                  </a:lnTo>
                  <a:lnTo>
                    <a:pt x="2" y="183"/>
                  </a:lnTo>
                  <a:lnTo>
                    <a:pt x="2" y="184"/>
                  </a:lnTo>
                  <a:lnTo>
                    <a:pt x="3" y="184"/>
                  </a:lnTo>
                  <a:lnTo>
                    <a:pt x="3" y="184"/>
                  </a:lnTo>
                  <a:lnTo>
                    <a:pt x="3" y="185"/>
                  </a:lnTo>
                  <a:lnTo>
                    <a:pt x="4" y="185"/>
                  </a:lnTo>
                  <a:lnTo>
                    <a:pt x="4" y="186"/>
                  </a:lnTo>
                  <a:lnTo>
                    <a:pt x="6" y="186"/>
                  </a:lnTo>
                  <a:lnTo>
                    <a:pt x="6" y="187"/>
                  </a:lnTo>
                  <a:lnTo>
                    <a:pt x="7" y="187"/>
                  </a:lnTo>
                  <a:lnTo>
                    <a:pt x="8" y="187"/>
                  </a:lnTo>
                  <a:lnTo>
                    <a:pt x="9" y="188"/>
                  </a:lnTo>
                  <a:lnTo>
                    <a:pt x="10" y="188"/>
                  </a:lnTo>
                  <a:lnTo>
                    <a:pt x="11" y="189"/>
                  </a:lnTo>
                  <a:lnTo>
                    <a:pt x="12" y="189"/>
                  </a:lnTo>
                  <a:lnTo>
                    <a:pt x="13" y="189"/>
                  </a:lnTo>
                  <a:lnTo>
                    <a:pt x="14" y="189"/>
                  </a:lnTo>
                  <a:lnTo>
                    <a:pt x="16" y="189"/>
                  </a:lnTo>
                  <a:lnTo>
                    <a:pt x="17" y="189"/>
                  </a:lnTo>
                  <a:lnTo>
                    <a:pt x="18" y="189"/>
                  </a:lnTo>
                  <a:lnTo>
                    <a:pt x="59" y="189"/>
                  </a:lnTo>
                  <a:lnTo>
                    <a:pt x="59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6" y="185"/>
                  </a:lnTo>
                  <a:lnTo>
                    <a:pt x="15" y="185"/>
                  </a:lnTo>
                  <a:lnTo>
                    <a:pt x="14" y="185"/>
                  </a:lnTo>
                  <a:lnTo>
                    <a:pt x="13" y="185"/>
                  </a:lnTo>
                  <a:lnTo>
                    <a:pt x="12" y="184"/>
                  </a:lnTo>
                  <a:lnTo>
                    <a:pt x="11" y="184"/>
                  </a:lnTo>
                  <a:lnTo>
                    <a:pt x="11" y="184"/>
                  </a:lnTo>
                  <a:lnTo>
                    <a:pt x="9" y="184"/>
                  </a:lnTo>
                  <a:lnTo>
                    <a:pt x="9" y="184"/>
                  </a:lnTo>
                  <a:lnTo>
                    <a:pt x="8" y="183"/>
                  </a:lnTo>
                  <a:lnTo>
                    <a:pt x="8" y="183"/>
                  </a:lnTo>
                  <a:lnTo>
                    <a:pt x="7" y="182"/>
                  </a:lnTo>
                  <a:lnTo>
                    <a:pt x="6" y="182"/>
                  </a:lnTo>
                  <a:lnTo>
                    <a:pt x="6" y="182"/>
                  </a:lnTo>
                  <a:lnTo>
                    <a:pt x="5" y="181"/>
                  </a:lnTo>
                  <a:lnTo>
                    <a:pt x="4" y="182"/>
                  </a:lnTo>
                  <a:lnTo>
                    <a:pt x="5" y="181"/>
                  </a:lnTo>
                  <a:lnTo>
                    <a:pt x="5" y="180"/>
                  </a:lnTo>
                  <a:lnTo>
                    <a:pt x="3" y="182"/>
                  </a:lnTo>
                  <a:lnTo>
                    <a:pt x="5" y="181"/>
                  </a:lnTo>
                  <a:lnTo>
                    <a:pt x="4" y="180"/>
                  </a:lnTo>
                  <a:lnTo>
                    <a:pt x="3" y="182"/>
                  </a:lnTo>
                  <a:lnTo>
                    <a:pt x="5" y="180"/>
                  </a:lnTo>
                  <a:lnTo>
                    <a:pt x="4" y="180"/>
                  </a:lnTo>
                  <a:lnTo>
                    <a:pt x="3" y="181"/>
                  </a:lnTo>
                  <a:lnTo>
                    <a:pt x="4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79"/>
                  </a:lnTo>
                  <a:lnTo>
                    <a:pt x="4" y="179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4" y="167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23" name="Freeform 1129"/>
            <p:cNvSpPr>
              <a:spLocks noEditPoints="1"/>
            </p:cNvSpPr>
            <p:nvPr/>
          </p:nvSpPr>
          <p:spPr bwMode="auto">
            <a:xfrm>
              <a:off x="2084388" y="4560888"/>
              <a:ext cx="520700" cy="300038"/>
            </a:xfrm>
            <a:custGeom>
              <a:avLst/>
              <a:gdLst>
                <a:gd name="T0" fmla="*/ 196 w 328"/>
                <a:gd name="T1" fmla="*/ 189 h 189"/>
                <a:gd name="T2" fmla="*/ 310 w 328"/>
                <a:gd name="T3" fmla="*/ 189 h 189"/>
                <a:gd name="T4" fmla="*/ 317 w 328"/>
                <a:gd name="T5" fmla="*/ 189 h 189"/>
                <a:gd name="T6" fmla="*/ 322 w 328"/>
                <a:gd name="T7" fmla="*/ 186 h 189"/>
                <a:gd name="T8" fmla="*/ 326 w 328"/>
                <a:gd name="T9" fmla="*/ 184 h 189"/>
                <a:gd name="T10" fmla="*/ 327 w 328"/>
                <a:gd name="T11" fmla="*/ 181 h 189"/>
                <a:gd name="T12" fmla="*/ 328 w 328"/>
                <a:gd name="T13" fmla="*/ 179 h 189"/>
                <a:gd name="T14" fmla="*/ 324 w 328"/>
                <a:gd name="T15" fmla="*/ 179 h 189"/>
                <a:gd name="T16" fmla="*/ 324 w 328"/>
                <a:gd name="T17" fmla="*/ 179 h 189"/>
                <a:gd name="T18" fmla="*/ 323 w 328"/>
                <a:gd name="T19" fmla="*/ 180 h 189"/>
                <a:gd name="T20" fmla="*/ 323 w 328"/>
                <a:gd name="T21" fmla="*/ 181 h 189"/>
                <a:gd name="T22" fmla="*/ 322 w 328"/>
                <a:gd name="T23" fmla="*/ 182 h 189"/>
                <a:gd name="T24" fmla="*/ 318 w 328"/>
                <a:gd name="T25" fmla="*/ 184 h 189"/>
                <a:gd name="T26" fmla="*/ 313 w 328"/>
                <a:gd name="T27" fmla="*/ 185 h 189"/>
                <a:gd name="T28" fmla="*/ 328 w 328"/>
                <a:gd name="T29" fmla="*/ 116 h 189"/>
                <a:gd name="T30" fmla="*/ 328 w 328"/>
                <a:gd name="T31" fmla="*/ 11 h 189"/>
                <a:gd name="T32" fmla="*/ 328 w 328"/>
                <a:gd name="T33" fmla="*/ 9 h 189"/>
                <a:gd name="T34" fmla="*/ 327 w 328"/>
                <a:gd name="T35" fmla="*/ 7 h 189"/>
                <a:gd name="T36" fmla="*/ 324 w 328"/>
                <a:gd name="T37" fmla="*/ 4 h 189"/>
                <a:gd name="T38" fmla="*/ 319 w 328"/>
                <a:gd name="T39" fmla="*/ 2 h 189"/>
                <a:gd name="T40" fmla="*/ 312 w 328"/>
                <a:gd name="T41" fmla="*/ 0 h 189"/>
                <a:gd name="T42" fmla="*/ 311 w 328"/>
                <a:gd name="T43" fmla="*/ 4 h 189"/>
                <a:gd name="T44" fmla="*/ 317 w 328"/>
                <a:gd name="T45" fmla="*/ 5 h 189"/>
                <a:gd name="T46" fmla="*/ 321 w 328"/>
                <a:gd name="T47" fmla="*/ 7 h 189"/>
                <a:gd name="T48" fmla="*/ 323 w 328"/>
                <a:gd name="T49" fmla="*/ 9 h 189"/>
                <a:gd name="T50" fmla="*/ 323 w 328"/>
                <a:gd name="T51" fmla="*/ 10 h 189"/>
                <a:gd name="T52" fmla="*/ 324 w 328"/>
                <a:gd name="T53" fmla="*/ 10 h 189"/>
                <a:gd name="T54" fmla="*/ 324 w 328"/>
                <a:gd name="T55" fmla="*/ 11 h 189"/>
                <a:gd name="T56" fmla="*/ 237 w 328"/>
                <a:gd name="T57" fmla="*/ 0 h 189"/>
                <a:gd name="T58" fmla="*/ 77 w 328"/>
                <a:gd name="T59" fmla="*/ 0 h 189"/>
                <a:gd name="T60" fmla="*/ 18 w 328"/>
                <a:gd name="T61" fmla="*/ 0 h 189"/>
                <a:gd name="T62" fmla="*/ 11 w 328"/>
                <a:gd name="T63" fmla="*/ 1 h 189"/>
                <a:gd name="T64" fmla="*/ 5 w 328"/>
                <a:gd name="T65" fmla="*/ 4 h 189"/>
                <a:gd name="T66" fmla="*/ 3 w 328"/>
                <a:gd name="T67" fmla="*/ 6 h 189"/>
                <a:gd name="T68" fmla="*/ 1 w 328"/>
                <a:gd name="T69" fmla="*/ 8 h 189"/>
                <a:gd name="T70" fmla="*/ 0 w 328"/>
                <a:gd name="T71" fmla="*/ 11 h 189"/>
                <a:gd name="T72" fmla="*/ 3 w 328"/>
                <a:gd name="T73" fmla="*/ 11 h 189"/>
                <a:gd name="T74" fmla="*/ 3 w 328"/>
                <a:gd name="T75" fmla="*/ 10 h 189"/>
                <a:gd name="T76" fmla="*/ 3 w 328"/>
                <a:gd name="T77" fmla="*/ 9 h 189"/>
                <a:gd name="T78" fmla="*/ 4 w 328"/>
                <a:gd name="T79" fmla="*/ 7 h 189"/>
                <a:gd name="T80" fmla="*/ 7 w 328"/>
                <a:gd name="T81" fmla="*/ 7 h 189"/>
                <a:gd name="T82" fmla="*/ 11 w 328"/>
                <a:gd name="T83" fmla="*/ 5 h 189"/>
                <a:gd name="T84" fmla="*/ 17 w 328"/>
                <a:gd name="T85" fmla="*/ 4 h 189"/>
                <a:gd name="T86" fmla="*/ 0 w 328"/>
                <a:gd name="T87" fmla="*/ 130 h 189"/>
                <a:gd name="T88" fmla="*/ 0 w 328"/>
                <a:gd name="T89" fmla="*/ 179 h 189"/>
                <a:gd name="T90" fmla="*/ 1 w 328"/>
                <a:gd name="T91" fmla="*/ 181 h 189"/>
                <a:gd name="T92" fmla="*/ 3 w 328"/>
                <a:gd name="T93" fmla="*/ 183 h 189"/>
                <a:gd name="T94" fmla="*/ 5 w 328"/>
                <a:gd name="T95" fmla="*/ 186 h 189"/>
                <a:gd name="T96" fmla="*/ 11 w 328"/>
                <a:gd name="T97" fmla="*/ 188 h 189"/>
                <a:gd name="T98" fmla="*/ 17 w 328"/>
                <a:gd name="T99" fmla="*/ 189 h 189"/>
                <a:gd name="T100" fmla="*/ 17 w 328"/>
                <a:gd name="T101" fmla="*/ 185 h 189"/>
                <a:gd name="T102" fmla="*/ 11 w 328"/>
                <a:gd name="T103" fmla="*/ 184 h 189"/>
                <a:gd name="T104" fmla="*/ 7 w 328"/>
                <a:gd name="T105" fmla="*/ 182 h 189"/>
                <a:gd name="T106" fmla="*/ 4 w 328"/>
                <a:gd name="T107" fmla="*/ 182 h 189"/>
                <a:gd name="T108" fmla="*/ 3 w 328"/>
                <a:gd name="T109" fmla="*/ 181 h 189"/>
                <a:gd name="T110" fmla="*/ 3 w 328"/>
                <a:gd name="T111" fmla="*/ 180 h 189"/>
                <a:gd name="T112" fmla="*/ 3 w 328"/>
                <a:gd name="T113" fmla="*/ 17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8" h="189">
                  <a:moveTo>
                    <a:pt x="97" y="189"/>
                  </a:moveTo>
                  <a:lnTo>
                    <a:pt x="159" y="189"/>
                  </a:lnTo>
                  <a:lnTo>
                    <a:pt x="159" y="185"/>
                  </a:lnTo>
                  <a:lnTo>
                    <a:pt x="97" y="185"/>
                  </a:lnTo>
                  <a:lnTo>
                    <a:pt x="97" y="189"/>
                  </a:lnTo>
                  <a:close/>
                  <a:moveTo>
                    <a:pt x="196" y="189"/>
                  </a:moveTo>
                  <a:lnTo>
                    <a:pt x="257" y="189"/>
                  </a:lnTo>
                  <a:lnTo>
                    <a:pt x="257" y="185"/>
                  </a:lnTo>
                  <a:lnTo>
                    <a:pt x="196" y="185"/>
                  </a:lnTo>
                  <a:lnTo>
                    <a:pt x="196" y="189"/>
                  </a:lnTo>
                  <a:close/>
                  <a:moveTo>
                    <a:pt x="294" y="189"/>
                  </a:moveTo>
                  <a:lnTo>
                    <a:pt x="310" y="189"/>
                  </a:lnTo>
                  <a:lnTo>
                    <a:pt x="311" y="189"/>
                  </a:lnTo>
                  <a:lnTo>
                    <a:pt x="312" y="189"/>
                  </a:lnTo>
                  <a:lnTo>
                    <a:pt x="313" y="189"/>
                  </a:lnTo>
                  <a:lnTo>
                    <a:pt x="315" y="189"/>
                  </a:lnTo>
                  <a:lnTo>
                    <a:pt x="315" y="189"/>
                  </a:lnTo>
                  <a:lnTo>
                    <a:pt x="317" y="189"/>
                  </a:lnTo>
                  <a:lnTo>
                    <a:pt x="318" y="188"/>
                  </a:lnTo>
                  <a:lnTo>
                    <a:pt x="319" y="188"/>
                  </a:lnTo>
                  <a:lnTo>
                    <a:pt x="320" y="187"/>
                  </a:lnTo>
                  <a:lnTo>
                    <a:pt x="321" y="187"/>
                  </a:lnTo>
                  <a:lnTo>
                    <a:pt x="322" y="187"/>
                  </a:lnTo>
                  <a:lnTo>
                    <a:pt x="322" y="186"/>
                  </a:lnTo>
                  <a:lnTo>
                    <a:pt x="323" y="186"/>
                  </a:lnTo>
                  <a:lnTo>
                    <a:pt x="324" y="185"/>
                  </a:lnTo>
                  <a:lnTo>
                    <a:pt x="325" y="185"/>
                  </a:lnTo>
                  <a:lnTo>
                    <a:pt x="325" y="184"/>
                  </a:lnTo>
                  <a:lnTo>
                    <a:pt x="325" y="184"/>
                  </a:lnTo>
                  <a:lnTo>
                    <a:pt x="326" y="184"/>
                  </a:lnTo>
                  <a:lnTo>
                    <a:pt x="326" y="183"/>
                  </a:lnTo>
                  <a:lnTo>
                    <a:pt x="327" y="183"/>
                  </a:lnTo>
                  <a:lnTo>
                    <a:pt x="327" y="183"/>
                  </a:lnTo>
                  <a:lnTo>
                    <a:pt x="327" y="182"/>
                  </a:lnTo>
                  <a:lnTo>
                    <a:pt x="327" y="182"/>
                  </a:lnTo>
                  <a:lnTo>
                    <a:pt x="327" y="181"/>
                  </a:lnTo>
                  <a:lnTo>
                    <a:pt x="327" y="181"/>
                  </a:lnTo>
                  <a:lnTo>
                    <a:pt x="328" y="180"/>
                  </a:lnTo>
                  <a:lnTo>
                    <a:pt x="328" y="180"/>
                  </a:lnTo>
                  <a:lnTo>
                    <a:pt x="328" y="180"/>
                  </a:lnTo>
                  <a:lnTo>
                    <a:pt x="328" y="180"/>
                  </a:lnTo>
                  <a:lnTo>
                    <a:pt x="328" y="179"/>
                  </a:lnTo>
                  <a:lnTo>
                    <a:pt x="328" y="179"/>
                  </a:lnTo>
                  <a:lnTo>
                    <a:pt x="328" y="178"/>
                  </a:lnTo>
                  <a:lnTo>
                    <a:pt x="328" y="153"/>
                  </a:lnTo>
                  <a:lnTo>
                    <a:pt x="324" y="153"/>
                  </a:lnTo>
                  <a:lnTo>
                    <a:pt x="324" y="178"/>
                  </a:lnTo>
                  <a:lnTo>
                    <a:pt x="324" y="179"/>
                  </a:lnTo>
                  <a:lnTo>
                    <a:pt x="326" y="179"/>
                  </a:lnTo>
                  <a:lnTo>
                    <a:pt x="324" y="178"/>
                  </a:lnTo>
                  <a:lnTo>
                    <a:pt x="324" y="179"/>
                  </a:lnTo>
                  <a:lnTo>
                    <a:pt x="326" y="179"/>
                  </a:lnTo>
                  <a:lnTo>
                    <a:pt x="324" y="179"/>
                  </a:lnTo>
                  <a:lnTo>
                    <a:pt x="324" y="179"/>
                  </a:lnTo>
                  <a:lnTo>
                    <a:pt x="326" y="180"/>
                  </a:lnTo>
                  <a:lnTo>
                    <a:pt x="324" y="179"/>
                  </a:lnTo>
                  <a:lnTo>
                    <a:pt x="324" y="180"/>
                  </a:lnTo>
                  <a:lnTo>
                    <a:pt x="326" y="180"/>
                  </a:lnTo>
                  <a:lnTo>
                    <a:pt x="324" y="179"/>
                  </a:lnTo>
                  <a:lnTo>
                    <a:pt x="323" y="180"/>
                  </a:lnTo>
                  <a:lnTo>
                    <a:pt x="325" y="181"/>
                  </a:lnTo>
                  <a:lnTo>
                    <a:pt x="323" y="180"/>
                  </a:lnTo>
                  <a:lnTo>
                    <a:pt x="323" y="180"/>
                  </a:lnTo>
                  <a:lnTo>
                    <a:pt x="325" y="182"/>
                  </a:lnTo>
                  <a:lnTo>
                    <a:pt x="323" y="180"/>
                  </a:lnTo>
                  <a:lnTo>
                    <a:pt x="323" y="181"/>
                  </a:lnTo>
                  <a:lnTo>
                    <a:pt x="325" y="182"/>
                  </a:lnTo>
                  <a:lnTo>
                    <a:pt x="323" y="180"/>
                  </a:lnTo>
                  <a:lnTo>
                    <a:pt x="322" y="181"/>
                  </a:lnTo>
                  <a:lnTo>
                    <a:pt x="324" y="182"/>
                  </a:lnTo>
                  <a:lnTo>
                    <a:pt x="323" y="181"/>
                  </a:lnTo>
                  <a:lnTo>
                    <a:pt x="322" y="182"/>
                  </a:lnTo>
                  <a:lnTo>
                    <a:pt x="322" y="182"/>
                  </a:lnTo>
                  <a:lnTo>
                    <a:pt x="321" y="182"/>
                  </a:lnTo>
                  <a:lnTo>
                    <a:pt x="320" y="183"/>
                  </a:lnTo>
                  <a:lnTo>
                    <a:pt x="320" y="183"/>
                  </a:lnTo>
                  <a:lnTo>
                    <a:pt x="319" y="184"/>
                  </a:lnTo>
                  <a:lnTo>
                    <a:pt x="318" y="184"/>
                  </a:lnTo>
                  <a:lnTo>
                    <a:pt x="317" y="184"/>
                  </a:lnTo>
                  <a:lnTo>
                    <a:pt x="317" y="184"/>
                  </a:lnTo>
                  <a:lnTo>
                    <a:pt x="316" y="184"/>
                  </a:lnTo>
                  <a:lnTo>
                    <a:pt x="315" y="185"/>
                  </a:lnTo>
                  <a:lnTo>
                    <a:pt x="314" y="185"/>
                  </a:lnTo>
                  <a:lnTo>
                    <a:pt x="313" y="185"/>
                  </a:lnTo>
                  <a:lnTo>
                    <a:pt x="312" y="185"/>
                  </a:lnTo>
                  <a:lnTo>
                    <a:pt x="311" y="185"/>
                  </a:lnTo>
                  <a:lnTo>
                    <a:pt x="310" y="185"/>
                  </a:lnTo>
                  <a:lnTo>
                    <a:pt x="294" y="185"/>
                  </a:lnTo>
                  <a:lnTo>
                    <a:pt x="294" y="189"/>
                  </a:lnTo>
                  <a:close/>
                  <a:moveTo>
                    <a:pt x="328" y="116"/>
                  </a:moveTo>
                  <a:lnTo>
                    <a:pt x="328" y="54"/>
                  </a:lnTo>
                  <a:lnTo>
                    <a:pt x="324" y="54"/>
                  </a:lnTo>
                  <a:lnTo>
                    <a:pt x="324" y="116"/>
                  </a:lnTo>
                  <a:lnTo>
                    <a:pt x="328" y="116"/>
                  </a:lnTo>
                  <a:close/>
                  <a:moveTo>
                    <a:pt x="328" y="17"/>
                  </a:moveTo>
                  <a:lnTo>
                    <a:pt x="328" y="11"/>
                  </a:lnTo>
                  <a:lnTo>
                    <a:pt x="328" y="11"/>
                  </a:lnTo>
                  <a:lnTo>
                    <a:pt x="328" y="10"/>
                  </a:lnTo>
                  <a:lnTo>
                    <a:pt x="328" y="10"/>
                  </a:lnTo>
                  <a:lnTo>
                    <a:pt x="328" y="10"/>
                  </a:lnTo>
                  <a:lnTo>
                    <a:pt x="328" y="9"/>
                  </a:lnTo>
                  <a:lnTo>
                    <a:pt x="328" y="9"/>
                  </a:lnTo>
                  <a:lnTo>
                    <a:pt x="327" y="8"/>
                  </a:lnTo>
                  <a:lnTo>
                    <a:pt x="327" y="8"/>
                  </a:lnTo>
                  <a:lnTo>
                    <a:pt x="327" y="7"/>
                  </a:lnTo>
                  <a:lnTo>
                    <a:pt x="327" y="7"/>
                  </a:lnTo>
                  <a:lnTo>
                    <a:pt x="327" y="7"/>
                  </a:lnTo>
                  <a:lnTo>
                    <a:pt x="327" y="7"/>
                  </a:lnTo>
                  <a:lnTo>
                    <a:pt x="326" y="6"/>
                  </a:lnTo>
                  <a:lnTo>
                    <a:pt x="326" y="6"/>
                  </a:lnTo>
                  <a:lnTo>
                    <a:pt x="325" y="5"/>
                  </a:lnTo>
                  <a:lnTo>
                    <a:pt x="325" y="5"/>
                  </a:lnTo>
                  <a:lnTo>
                    <a:pt x="325" y="5"/>
                  </a:lnTo>
                  <a:lnTo>
                    <a:pt x="324" y="4"/>
                  </a:lnTo>
                  <a:lnTo>
                    <a:pt x="323" y="4"/>
                  </a:lnTo>
                  <a:lnTo>
                    <a:pt x="322" y="3"/>
                  </a:lnTo>
                  <a:lnTo>
                    <a:pt x="322" y="3"/>
                  </a:lnTo>
                  <a:lnTo>
                    <a:pt x="321" y="2"/>
                  </a:lnTo>
                  <a:lnTo>
                    <a:pt x="320" y="2"/>
                  </a:lnTo>
                  <a:lnTo>
                    <a:pt x="319" y="2"/>
                  </a:lnTo>
                  <a:lnTo>
                    <a:pt x="318" y="1"/>
                  </a:lnTo>
                  <a:lnTo>
                    <a:pt x="317" y="1"/>
                  </a:lnTo>
                  <a:lnTo>
                    <a:pt x="316" y="1"/>
                  </a:lnTo>
                  <a:lnTo>
                    <a:pt x="315" y="0"/>
                  </a:lnTo>
                  <a:lnTo>
                    <a:pt x="313" y="0"/>
                  </a:lnTo>
                  <a:lnTo>
                    <a:pt x="312" y="0"/>
                  </a:lnTo>
                  <a:lnTo>
                    <a:pt x="311" y="0"/>
                  </a:lnTo>
                  <a:lnTo>
                    <a:pt x="310" y="0"/>
                  </a:lnTo>
                  <a:lnTo>
                    <a:pt x="274" y="0"/>
                  </a:lnTo>
                  <a:lnTo>
                    <a:pt x="274" y="4"/>
                  </a:lnTo>
                  <a:lnTo>
                    <a:pt x="310" y="4"/>
                  </a:lnTo>
                  <a:lnTo>
                    <a:pt x="311" y="4"/>
                  </a:lnTo>
                  <a:lnTo>
                    <a:pt x="312" y="4"/>
                  </a:lnTo>
                  <a:lnTo>
                    <a:pt x="313" y="4"/>
                  </a:lnTo>
                  <a:lnTo>
                    <a:pt x="314" y="5"/>
                  </a:lnTo>
                  <a:lnTo>
                    <a:pt x="315" y="5"/>
                  </a:lnTo>
                  <a:lnTo>
                    <a:pt x="316" y="5"/>
                  </a:lnTo>
                  <a:lnTo>
                    <a:pt x="317" y="5"/>
                  </a:lnTo>
                  <a:lnTo>
                    <a:pt x="317" y="5"/>
                  </a:lnTo>
                  <a:lnTo>
                    <a:pt x="318" y="6"/>
                  </a:lnTo>
                  <a:lnTo>
                    <a:pt x="319" y="6"/>
                  </a:lnTo>
                  <a:lnTo>
                    <a:pt x="320" y="6"/>
                  </a:lnTo>
                  <a:lnTo>
                    <a:pt x="320" y="7"/>
                  </a:lnTo>
                  <a:lnTo>
                    <a:pt x="321" y="7"/>
                  </a:lnTo>
                  <a:lnTo>
                    <a:pt x="322" y="7"/>
                  </a:lnTo>
                  <a:lnTo>
                    <a:pt x="322" y="8"/>
                  </a:lnTo>
                  <a:lnTo>
                    <a:pt x="323" y="8"/>
                  </a:lnTo>
                  <a:lnTo>
                    <a:pt x="324" y="7"/>
                  </a:lnTo>
                  <a:lnTo>
                    <a:pt x="322" y="8"/>
                  </a:lnTo>
                  <a:lnTo>
                    <a:pt x="323" y="9"/>
                  </a:lnTo>
                  <a:lnTo>
                    <a:pt x="325" y="7"/>
                  </a:lnTo>
                  <a:lnTo>
                    <a:pt x="323" y="9"/>
                  </a:lnTo>
                  <a:lnTo>
                    <a:pt x="323" y="9"/>
                  </a:lnTo>
                  <a:lnTo>
                    <a:pt x="325" y="8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9"/>
                  </a:lnTo>
                  <a:lnTo>
                    <a:pt x="324" y="10"/>
                  </a:lnTo>
                  <a:lnTo>
                    <a:pt x="326" y="9"/>
                  </a:lnTo>
                  <a:lnTo>
                    <a:pt x="324" y="10"/>
                  </a:lnTo>
                  <a:lnTo>
                    <a:pt x="324" y="10"/>
                  </a:lnTo>
                  <a:lnTo>
                    <a:pt x="326" y="10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10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11"/>
                  </a:lnTo>
                  <a:lnTo>
                    <a:pt x="324" y="11"/>
                  </a:lnTo>
                  <a:lnTo>
                    <a:pt x="324" y="12"/>
                  </a:lnTo>
                  <a:lnTo>
                    <a:pt x="324" y="17"/>
                  </a:lnTo>
                  <a:lnTo>
                    <a:pt x="328" y="17"/>
                  </a:lnTo>
                  <a:close/>
                  <a:moveTo>
                    <a:pt x="237" y="0"/>
                  </a:moveTo>
                  <a:lnTo>
                    <a:pt x="176" y="0"/>
                  </a:lnTo>
                  <a:lnTo>
                    <a:pt x="176" y="4"/>
                  </a:lnTo>
                  <a:lnTo>
                    <a:pt x="237" y="4"/>
                  </a:lnTo>
                  <a:lnTo>
                    <a:pt x="237" y="0"/>
                  </a:lnTo>
                  <a:close/>
                  <a:moveTo>
                    <a:pt x="139" y="0"/>
                  </a:moveTo>
                  <a:lnTo>
                    <a:pt x="77" y="0"/>
                  </a:lnTo>
                  <a:lnTo>
                    <a:pt x="77" y="4"/>
                  </a:lnTo>
                  <a:lnTo>
                    <a:pt x="139" y="4"/>
                  </a:lnTo>
                  <a:lnTo>
                    <a:pt x="139" y="0"/>
                  </a:lnTo>
                  <a:close/>
                  <a:moveTo>
                    <a:pt x="40" y="0"/>
                  </a:moveTo>
                  <a:lnTo>
                    <a:pt x="18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3"/>
                  </a:lnTo>
                  <a:lnTo>
                    <a:pt x="6" y="3"/>
                  </a:lnTo>
                  <a:lnTo>
                    <a:pt x="5" y="4"/>
                  </a:lnTo>
                  <a:lnTo>
                    <a:pt x="5" y="4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5" y="31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3" y="10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3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3" y="9"/>
                  </a:lnTo>
                  <a:lnTo>
                    <a:pt x="5" y="10"/>
                  </a:lnTo>
                  <a:lnTo>
                    <a:pt x="5" y="9"/>
                  </a:lnTo>
                  <a:lnTo>
                    <a:pt x="3" y="9"/>
                  </a:lnTo>
                  <a:lnTo>
                    <a:pt x="5" y="10"/>
                  </a:lnTo>
                  <a:lnTo>
                    <a:pt x="5" y="9"/>
                  </a:lnTo>
                  <a:lnTo>
                    <a:pt x="4" y="8"/>
                  </a:lnTo>
                  <a:lnTo>
                    <a:pt x="5" y="9"/>
                  </a:lnTo>
                  <a:lnTo>
                    <a:pt x="6" y="9"/>
                  </a:lnTo>
                  <a:lnTo>
                    <a:pt x="4" y="7"/>
                  </a:lnTo>
                  <a:lnTo>
                    <a:pt x="6" y="9"/>
                  </a:lnTo>
                  <a:lnTo>
                    <a:pt x="6" y="8"/>
                  </a:lnTo>
                  <a:lnTo>
                    <a:pt x="5" y="7"/>
                  </a:lnTo>
                  <a:lnTo>
                    <a:pt x="6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40" y="4"/>
                  </a:lnTo>
                  <a:lnTo>
                    <a:pt x="40" y="0"/>
                  </a:lnTo>
                  <a:close/>
                  <a:moveTo>
                    <a:pt x="0" y="68"/>
                  </a:moveTo>
                  <a:lnTo>
                    <a:pt x="0" y="130"/>
                  </a:lnTo>
                  <a:lnTo>
                    <a:pt x="5" y="130"/>
                  </a:lnTo>
                  <a:lnTo>
                    <a:pt x="5" y="68"/>
                  </a:lnTo>
                  <a:lnTo>
                    <a:pt x="0" y="68"/>
                  </a:lnTo>
                  <a:close/>
                  <a:moveTo>
                    <a:pt x="0" y="167"/>
                  </a:moveTo>
                  <a:lnTo>
                    <a:pt x="0" y="178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" y="181"/>
                  </a:lnTo>
                  <a:lnTo>
                    <a:pt x="1" y="181"/>
                  </a:lnTo>
                  <a:lnTo>
                    <a:pt x="2" y="182"/>
                  </a:lnTo>
                  <a:lnTo>
                    <a:pt x="2" y="182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3" y="183"/>
                  </a:lnTo>
                  <a:lnTo>
                    <a:pt x="3" y="184"/>
                  </a:lnTo>
                  <a:lnTo>
                    <a:pt x="3" y="184"/>
                  </a:lnTo>
                  <a:lnTo>
                    <a:pt x="3" y="184"/>
                  </a:lnTo>
                  <a:lnTo>
                    <a:pt x="4" y="185"/>
                  </a:lnTo>
                  <a:lnTo>
                    <a:pt x="5" y="185"/>
                  </a:lnTo>
                  <a:lnTo>
                    <a:pt x="5" y="186"/>
                  </a:lnTo>
                  <a:lnTo>
                    <a:pt x="6" y="186"/>
                  </a:lnTo>
                  <a:lnTo>
                    <a:pt x="7" y="187"/>
                  </a:lnTo>
                  <a:lnTo>
                    <a:pt x="8" y="187"/>
                  </a:lnTo>
                  <a:lnTo>
                    <a:pt x="9" y="187"/>
                  </a:lnTo>
                  <a:lnTo>
                    <a:pt x="10" y="188"/>
                  </a:lnTo>
                  <a:lnTo>
                    <a:pt x="11" y="188"/>
                  </a:lnTo>
                  <a:lnTo>
                    <a:pt x="12" y="189"/>
                  </a:lnTo>
                  <a:lnTo>
                    <a:pt x="13" y="189"/>
                  </a:lnTo>
                  <a:lnTo>
                    <a:pt x="14" y="189"/>
                  </a:lnTo>
                  <a:lnTo>
                    <a:pt x="15" y="189"/>
                  </a:lnTo>
                  <a:lnTo>
                    <a:pt x="17" y="189"/>
                  </a:lnTo>
                  <a:lnTo>
                    <a:pt x="17" y="189"/>
                  </a:lnTo>
                  <a:lnTo>
                    <a:pt x="18" y="189"/>
                  </a:lnTo>
                  <a:lnTo>
                    <a:pt x="60" y="189"/>
                  </a:lnTo>
                  <a:lnTo>
                    <a:pt x="60" y="185"/>
                  </a:lnTo>
                  <a:lnTo>
                    <a:pt x="18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6" y="185"/>
                  </a:lnTo>
                  <a:lnTo>
                    <a:pt x="15" y="185"/>
                  </a:lnTo>
                  <a:lnTo>
                    <a:pt x="14" y="185"/>
                  </a:lnTo>
                  <a:lnTo>
                    <a:pt x="13" y="184"/>
                  </a:lnTo>
                  <a:lnTo>
                    <a:pt x="12" y="184"/>
                  </a:lnTo>
                  <a:lnTo>
                    <a:pt x="11" y="184"/>
                  </a:lnTo>
                  <a:lnTo>
                    <a:pt x="10" y="184"/>
                  </a:lnTo>
                  <a:lnTo>
                    <a:pt x="10" y="184"/>
                  </a:lnTo>
                  <a:lnTo>
                    <a:pt x="9" y="183"/>
                  </a:lnTo>
                  <a:lnTo>
                    <a:pt x="8" y="183"/>
                  </a:lnTo>
                  <a:lnTo>
                    <a:pt x="8" y="182"/>
                  </a:lnTo>
                  <a:lnTo>
                    <a:pt x="7" y="182"/>
                  </a:lnTo>
                  <a:lnTo>
                    <a:pt x="7" y="182"/>
                  </a:lnTo>
                  <a:lnTo>
                    <a:pt x="6" y="181"/>
                  </a:lnTo>
                  <a:lnTo>
                    <a:pt x="5" y="182"/>
                  </a:lnTo>
                  <a:lnTo>
                    <a:pt x="6" y="181"/>
                  </a:lnTo>
                  <a:lnTo>
                    <a:pt x="6" y="180"/>
                  </a:lnTo>
                  <a:lnTo>
                    <a:pt x="4" y="182"/>
                  </a:lnTo>
                  <a:lnTo>
                    <a:pt x="6" y="181"/>
                  </a:lnTo>
                  <a:lnTo>
                    <a:pt x="5" y="180"/>
                  </a:lnTo>
                  <a:lnTo>
                    <a:pt x="4" y="182"/>
                  </a:lnTo>
                  <a:lnTo>
                    <a:pt x="5" y="180"/>
                  </a:lnTo>
                  <a:lnTo>
                    <a:pt x="5" y="180"/>
                  </a:lnTo>
                  <a:lnTo>
                    <a:pt x="3" y="181"/>
                  </a:lnTo>
                  <a:lnTo>
                    <a:pt x="5" y="180"/>
                  </a:lnTo>
                  <a:lnTo>
                    <a:pt x="5" y="179"/>
                  </a:lnTo>
                  <a:lnTo>
                    <a:pt x="3" y="180"/>
                  </a:lnTo>
                  <a:lnTo>
                    <a:pt x="5" y="180"/>
                  </a:lnTo>
                  <a:lnTo>
                    <a:pt x="5" y="179"/>
                  </a:lnTo>
                  <a:lnTo>
                    <a:pt x="3" y="180"/>
                  </a:lnTo>
                  <a:lnTo>
                    <a:pt x="5" y="179"/>
                  </a:lnTo>
                  <a:lnTo>
                    <a:pt x="5" y="179"/>
                  </a:lnTo>
                  <a:lnTo>
                    <a:pt x="3" y="179"/>
                  </a:lnTo>
                  <a:lnTo>
                    <a:pt x="5" y="179"/>
                  </a:lnTo>
                  <a:lnTo>
                    <a:pt x="5" y="178"/>
                  </a:lnTo>
                  <a:lnTo>
                    <a:pt x="3" y="179"/>
                  </a:lnTo>
                  <a:lnTo>
                    <a:pt x="5" y="179"/>
                  </a:lnTo>
                  <a:lnTo>
                    <a:pt x="5" y="178"/>
                  </a:lnTo>
                  <a:lnTo>
                    <a:pt x="5" y="167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24" name="Freeform 1130"/>
            <p:cNvSpPr>
              <a:spLocks noEditPoints="1"/>
            </p:cNvSpPr>
            <p:nvPr/>
          </p:nvSpPr>
          <p:spPr bwMode="auto">
            <a:xfrm>
              <a:off x="2598738" y="4560888"/>
              <a:ext cx="520700" cy="300038"/>
            </a:xfrm>
            <a:custGeom>
              <a:avLst/>
              <a:gdLst>
                <a:gd name="T0" fmla="*/ 195 w 328"/>
                <a:gd name="T1" fmla="*/ 189 h 189"/>
                <a:gd name="T2" fmla="*/ 309 w 328"/>
                <a:gd name="T3" fmla="*/ 189 h 189"/>
                <a:gd name="T4" fmla="*/ 316 w 328"/>
                <a:gd name="T5" fmla="*/ 189 h 189"/>
                <a:gd name="T6" fmla="*/ 322 w 328"/>
                <a:gd name="T7" fmla="*/ 186 h 189"/>
                <a:gd name="T8" fmla="*/ 326 w 328"/>
                <a:gd name="T9" fmla="*/ 184 h 189"/>
                <a:gd name="T10" fmla="*/ 327 w 328"/>
                <a:gd name="T11" fmla="*/ 181 h 189"/>
                <a:gd name="T12" fmla="*/ 328 w 328"/>
                <a:gd name="T13" fmla="*/ 179 h 189"/>
                <a:gd name="T14" fmla="*/ 324 w 328"/>
                <a:gd name="T15" fmla="*/ 179 h 189"/>
                <a:gd name="T16" fmla="*/ 324 w 328"/>
                <a:gd name="T17" fmla="*/ 179 h 189"/>
                <a:gd name="T18" fmla="*/ 323 w 328"/>
                <a:gd name="T19" fmla="*/ 180 h 189"/>
                <a:gd name="T20" fmla="*/ 323 w 328"/>
                <a:gd name="T21" fmla="*/ 181 h 189"/>
                <a:gd name="T22" fmla="*/ 322 w 328"/>
                <a:gd name="T23" fmla="*/ 182 h 189"/>
                <a:gd name="T24" fmla="*/ 318 w 328"/>
                <a:gd name="T25" fmla="*/ 184 h 189"/>
                <a:gd name="T26" fmla="*/ 313 w 328"/>
                <a:gd name="T27" fmla="*/ 185 h 189"/>
                <a:gd name="T28" fmla="*/ 328 w 328"/>
                <a:gd name="T29" fmla="*/ 116 h 189"/>
                <a:gd name="T30" fmla="*/ 328 w 328"/>
                <a:gd name="T31" fmla="*/ 11 h 189"/>
                <a:gd name="T32" fmla="*/ 328 w 328"/>
                <a:gd name="T33" fmla="*/ 9 h 189"/>
                <a:gd name="T34" fmla="*/ 326 w 328"/>
                <a:gd name="T35" fmla="*/ 7 h 189"/>
                <a:gd name="T36" fmla="*/ 324 w 328"/>
                <a:gd name="T37" fmla="*/ 4 h 189"/>
                <a:gd name="T38" fmla="*/ 318 w 328"/>
                <a:gd name="T39" fmla="*/ 2 h 189"/>
                <a:gd name="T40" fmla="*/ 312 w 328"/>
                <a:gd name="T41" fmla="*/ 0 h 189"/>
                <a:gd name="T42" fmla="*/ 311 w 328"/>
                <a:gd name="T43" fmla="*/ 4 h 189"/>
                <a:gd name="T44" fmla="*/ 316 w 328"/>
                <a:gd name="T45" fmla="*/ 5 h 189"/>
                <a:gd name="T46" fmla="*/ 321 w 328"/>
                <a:gd name="T47" fmla="*/ 7 h 189"/>
                <a:gd name="T48" fmla="*/ 323 w 328"/>
                <a:gd name="T49" fmla="*/ 9 h 189"/>
                <a:gd name="T50" fmla="*/ 323 w 328"/>
                <a:gd name="T51" fmla="*/ 10 h 189"/>
                <a:gd name="T52" fmla="*/ 324 w 328"/>
                <a:gd name="T53" fmla="*/ 10 h 189"/>
                <a:gd name="T54" fmla="*/ 324 w 328"/>
                <a:gd name="T55" fmla="*/ 11 h 189"/>
                <a:gd name="T56" fmla="*/ 237 w 328"/>
                <a:gd name="T57" fmla="*/ 0 h 189"/>
                <a:gd name="T58" fmla="*/ 76 w 328"/>
                <a:gd name="T59" fmla="*/ 0 h 189"/>
                <a:gd name="T60" fmla="*/ 17 w 328"/>
                <a:gd name="T61" fmla="*/ 0 h 189"/>
                <a:gd name="T62" fmla="*/ 11 w 328"/>
                <a:gd name="T63" fmla="*/ 1 h 189"/>
                <a:gd name="T64" fmla="*/ 5 w 328"/>
                <a:gd name="T65" fmla="*/ 4 h 189"/>
                <a:gd name="T66" fmla="*/ 2 w 328"/>
                <a:gd name="T67" fmla="*/ 6 h 189"/>
                <a:gd name="T68" fmla="*/ 1 w 328"/>
                <a:gd name="T69" fmla="*/ 8 h 189"/>
                <a:gd name="T70" fmla="*/ 0 w 328"/>
                <a:gd name="T71" fmla="*/ 11 h 189"/>
                <a:gd name="T72" fmla="*/ 2 w 328"/>
                <a:gd name="T73" fmla="*/ 11 h 189"/>
                <a:gd name="T74" fmla="*/ 3 w 328"/>
                <a:gd name="T75" fmla="*/ 10 h 189"/>
                <a:gd name="T76" fmla="*/ 3 w 328"/>
                <a:gd name="T77" fmla="*/ 9 h 189"/>
                <a:gd name="T78" fmla="*/ 4 w 328"/>
                <a:gd name="T79" fmla="*/ 7 h 189"/>
                <a:gd name="T80" fmla="*/ 7 w 328"/>
                <a:gd name="T81" fmla="*/ 7 h 189"/>
                <a:gd name="T82" fmla="*/ 11 w 328"/>
                <a:gd name="T83" fmla="*/ 5 h 189"/>
                <a:gd name="T84" fmla="*/ 16 w 328"/>
                <a:gd name="T85" fmla="*/ 4 h 189"/>
                <a:gd name="T86" fmla="*/ 0 w 328"/>
                <a:gd name="T87" fmla="*/ 130 h 189"/>
                <a:gd name="T88" fmla="*/ 0 w 328"/>
                <a:gd name="T89" fmla="*/ 179 h 189"/>
                <a:gd name="T90" fmla="*/ 1 w 328"/>
                <a:gd name="T91" fmla="*/ 181 h 189"/>
                <a:gd name="T92" fmla="*/ 2 w 328"/>
                <a:gd name="T93" fmla="*/ 183 h 189"/>
                <a:gd name="T94" fmla="*/ 5 w 328"/>
                <a:gd name="T95" fmla="*/ 186 h 189"/>
                <a:gd name="T96" fmla="*/ 11 w 328"/>
                <a:gd name="T97" fmla="*/ 188 h 189"/>
                <a:gd name="T98" fmla="*/ 17 w 328"/>
                <a:gd name="T99" fmla="*/ 189 h 189"/>
                <a:gd name="T100" fmla="*/ 16 w 328"/>
                <a:gd name="T101" fmla="*/ 185 h 189"/>
                <a:gd name="T102" fmla="*/ 11 w 328"/>
                <a:gd name="T103" fmla="*/ 184 h 189"/>
                <a:gd name="T104" fmla="*/ 7 w 328"/>
                <a:gd name="T105" fmla="*/ 182 h 189"/>
                <a:gd name="T106" fmla="*/ 4 w 328"/>
                <a:gd name="T107" fmla="*/ 182 h 189"/>
                <a:gd name="T108" fmla="*/ 3 w 328"/>
                <a:gd name="T109" fmla="*/ 181 h 189"/>
                <a:gd name="T110" fmla="*/ 3 w 328"/>
                <a:gd name="T111" fmla="*/ 180 h 189"/>
                <a:gd name="T112" fmla="*/ 2 w 328"/>
                <a:gd name="T113" fmla="*/ 17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8" h="189">
                  <a:moveTo>
                    <a:pt x="96" y="189"/>
                  </a:moveTo>
                  <a:lnTo>
                    <a:pt x="158" y="189"/>
                  </a:lnTo>
                  <a:lnTo>
                    <a:pt x="158" y="185"/>
                  </a:lnTo>
                  <a:lnTo>
                    <a:pt x="96" y="185"/>
                  </a:lnTo>
                  <a:lnTo>
                    <a:pt x="96" y="189"/>
                  </a:lnTo>
                  <a:close/>
                  <a:moveTo>
                    <a:pt x="195" y="189"/>
                  </a:moveTo>
                  <a:lnTo>
                    <a:pt x="257" y="189"/>
                  </a:lnTo>
                  <a:lnTo>
                    <a:pt x="257" y="185"/>
                  </a:lnTo>
                  <a:lnTo>
                    <a:pt x="195" y="185"/>
                  </a:lnTo>
                  <a:lnTo>
                    <a:pt x="195" y="189"/>
                  </a:lnTo>
                  <a:close/>
                  <a:moveTo>
                    <a:pt x="294" y="189"/>
                  </a:moveTo>
                  <a:lnTo>
                    <a:pt x="309" y="189"/>
                  </a:lnTo>
                  <a:lnTo>
                    <a:pt x="311" y="189"/>
                  </a:lnTo>
                  <a:lnTo>
                    <a:pt x="312" y="189"/>
                  </a:lnTo>
                  <a:lnTo>
                    <a:pt x="313" y="189"/>
                  </a:lnTo>
                  <a:lnTo>
                    <a:pt x="314" y="189"/>
                  </a:lnTo>
                  <a:lnTo>
                    <a:pt x="315" y="189"/>
                  </a:lnTo>
                  <a:lnTo>
                    <a:pt x="316" y="189"/>
                  </a:lnTo>
                  <a:lnTo>
                    <a:pt x="317" y="188"/>
                  </a:lnTo>
                  <a:lnTo>
                    <a:pt x="318" y="188"/>
                  </a:lnTo>
                  <a:lnTo>
                    <a:pt x="319" y="187"/>
                  </a:lnTo>
                  <a:lnTo>
                    <a:pt x="320" y="187"/>
                  </a:lnTo>
                  <a:lnTo>
                    <a:pt x="321" y="187"/>
                  </a:lnTo>
                  <a:lnTo>
                    <a:pt x="322" y="186"/>
                  </a:lnTo>
                  <a:lnTo>
                    <a:pt x="323" y="186"/>
                  </a:lnTo>
                  <a:lnTo>
                    <a:pt x="324" y="185"/>
                  </a:lnTo>
                  <a:lnTo>
                    <a:pt x="324" y="185"/>
                  </a:lnTo>
                  <a:lnTo>
                    <a:pt x="325" y="184"/>
                  </a:lnTo>
                  <a:lnTo>
                    <a:pt x="325" y="184"/>
                  </a:lnTo>
                  <a:lnTo>
                    <a:pt x="326" y="184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7" y="182"/>
                  </a:lnTo>
                  <a:lnTo>
                    <a:pt x="327" y="182"/>
                  </a:lnTo>
                  <a:lnTo>
                    <a:pt x="327" y="181"/>
                  </a:lnTo>
                  <a:lnTo>
                    <a:pt x="327" y="181"/>
                  </a:lnTo>
                  <a:lnTo>
                    <a:pt x="328" y="180"/>
                  </a:lnTo>
                  <a:lnTo>
                    <a:pt x="328" y="180"/>
                  </a:lnTo>
                  <a:lnTo>
                    <a:pt x="328" y="180"/>
                  </a:lnTo>
                  <a:lnTo>
                    <a:pt x="328" y="180"/>
                  </a:lnTo>
                  <a:lnTo>
                    <a:pt x="328" y="179"/>
                  </a:lnTo>
                  <a:lnTo>
                    <a:pt x="328" y="179"/>
                  </a:lnTo>
                  <a:lnTo>
                    <a:pt x="328" y="178"/>
                  </a:lnTo>
                  <a:lnTo>
                    <a:pt x="328" y="153"/>
                  </a:lnTo>
                  <a:lnTo>
                    <a:pt x="324" y="153"/>
                  </a:lnTo>
                  <a:lnTo>
                    <a:pt x="324" y="178"/>
                  </a:lnTo>
                  <a:lnTo>
                    <a:pt x="324" y="179"/>
                  </a:lnTo>
                  <a:lnTo>
                    <a:pt x="326" y="179"/>
                  </a:lnTo>
                  <a:lnTo>
                    <a:pt x="324" y="178"/>
                  </a:lnTo>
                  <a:lnTo>
                    <a:pt x="324" y="179"/>
                  </a:lnTo>
                  <a:lnTo>
                    <a:pt x="326" y="179"/>
                  </a:lnTo>
                  <a:lnTo>
                    <a:pt x="324" y="179"/>
                  </a:lnTo>
                  <a:lnTo>
                    <a:pt x="324" y="179"/>
                  </a:lnTo>
                  <a:lnTo>
                    <a:pt x="326" y="180"/>
                  </a:lnTo>
                  <a:lnTo>
                    <a:pt x="324" y="179"/>
                  </a:lnTo>
                  <a:lnTo>
                    <a:pt x="323" y="180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5" y="181"/>
                  </a:lnTo>
                  <a:lnTo>
                    <a:pt x="323" y="180"/>
                  </a:lnTo>
                  <a:lnTo>
                    <a:pt x="323" y="180"/>
                  </a:lnTo>
                  <a:lnTo>
                    <a:pt x="324" y="182"/>
                  </a:lnTo>
                  <a:lnTo>
                    <a:pt x="323" y="180"/>
                  </a:lnTo>
                  <a:lnTo>
                    <a:pt x="323" y="181"/>
                  </a:lnTo>
                  <a:lnTo>
                    <a:pt x="324" y="182"/>
                  </a:lnTo>
                  <a:lnTo>
                    <a:pt x="323" y="180"/>
                  </a:lnTo>
                  <a:lnTo>
                    <a:pt x="322" y="181"/>
                  </a:lnTo>
                  <a:lnTo>
                    <a:pt x="324" y="182"/>
                  </a:lnTo>
                  <a:lnTo>
                    <a:pt x="322" y="181"/>
                  </a:lnTo>
                  <a:lnTo>
                    <a:pt x="322" y="182"/>
                  </a:lnTo>
                  <a:lnTo>
                    <a:pt x="321" y="182"/>
                  </a:lnTo>
                  <a:lnTo>
                    <a:pt x="321" y="182"/>
                  </a:lnTo>
                  <a:lnTo>
                    <a:pt x="320" y="183"/>
                  </a:lnTo>
                  <a:lnTo>
                    <a:pt x="319" y="183"/>
                  </a:lnTo>
                  <a:lnTo>
                    <a:pt x="319" y="184"/>
                  </a:lnTo>
                  <a:lnTo>
                    <a:pt x="318" y="184"/>
                  </a:lnTo>
                  <a:lnTo>
                    <a:pt x="317" y="184"/>
                  </a:lnTo>
                  <a:lnTo>
                    <a:pt x="316" y="184"/>
                  </a:lnTo>
                  <a:lnTo>
                    <a:pt x="315" y="184"/>
                  </a:lnTo>
                  <a:lnTo>
                    <a:pt x="314" y="185"/>
                  </a:lnTo>
                  <a:lnTo>
                    <a:pt x="313" y="185"/>
                  </a:lnTo>
                  <a:lnTo>
                    <a:pt x="313" y="185"/>
                  </a:lnTo>
                  <a:lnTo>
                    <a:pt x="311" y="185"/>
                  </a:lnTo>
                  <a:lnTo>
                    <a:pt x="311" y="185"/>
                  </a:lnTo>
                  <a:lnTo>
                    <a:pt x="309" y="185"/>
                  </a:lnTo>
                  <a:lnTo>
                    <a:pt x="294" y="185"/>
                  </a:lnTo>
                  <a:lnTo>
                    <a:pt x="294" y="189"/>
                  </a:lnTo>
                  <a:close/>
                  <a:moveTo>
                    <a:pt x="328" y="116"/>
                  </a:moveTo>
                  <a:lnTo>
                    <a:pt x="328" y="54"/>
                  </a:lnTo>
                  <a:lnTo>
                    <a:pt x="324" y="54"/>
                  </a:lnTo>
                  <a:lnTo>
                    <a:pt x="324" y="116"/>
                  </a:lnTo>
                  <a:lnTo>
                    <a:pt x="328" y="116"/>
                  </a:lnTo>
                  <a:close/>
                  <a:moveTo>
                    <a:pt x="328" y="17"/>
                  </a:moveTo>
                  <a:lnTo>
                    <a:pt x="328" y="11"/>
                  </a:lnTo>
                  <a:lnTo>
                    <a:pt x="328" y="11"/>
                  </a:lnTo>
                  <a:lnTo>
                    <a:pt x="328" y="10"/>
                  </a:lnTo>
                  <a:lnTo>
                    <a:pt x="328" y="10"/>
                  </a:lnTo>
                  <a:lnTo>
                    <a:pt x="328" y="10"/>
                  </a:lnTo>
                  <a:lnTo>
                    <a:pt x="328" y="9"/>
                  </a:lnTo>
                  <a:lnTo>
                    <a:pt x="328" y="9"/>
                  </a:lnTo>
                  <a:lnTo>
                    <a:pt x="327" y="8"/>
                  </a:lnTo>
                  <a:lnTo>
                    <a:pt x="327" y="8"/>
                  </a:lnTo>
                  <a:lnTo>
                    <a:pt x="327" y="7"/>
                  </a:lnTo>
                  <a:lnTo>
                    <a:pt x="327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6"/>
                  </a:lnTo>
                  <a:lnTo>
                    <a:pt x="326" y="6"/>
                  </a:lnTo>
                  <a:lnTo>
                    <a:pt x="325" y="5"/>
                  </a:lnTo>
                  <a:lnTo>
                    <a:pt x="325" y="5"/>
                  </a:lnTo>
                  <a:lnTo>
                    <a:pt x="324" y="5"/>
                  </a:lnTo>
                  <a:lnTo>
                    <a:pt x="324" y="4"/>
                  </a:lnTo>
                  <a:lnTo>
                    <a:pt x="323" y="4"/>
                  </a:lnTo>
                  <a:lnTo>
                    <a:pt x="322" y="3"/>
                  </a:lnTo>
                  <a:lnTo>
                    <a:pt x="321" y="3"/>
                  </a:lnTo>
                  <a:lnTo>
                    <a:pt x="320" y="2"/>
                  </a:lnTo>
                  <a:lnTo>
                    <a:pt x="319" y="2"/>
                  </a:lnTo>
                  <a:lnTo>
                    <a:pt x="318" y="2"/>
                  </a:lnTo>
                  <a:lnTo>
                    <a:pt x="318" y="1"/>
                  </a:lnTo>
                  <a:lnTo>
                    <a:pt x="316" y="1"/>
                  </a:lnTo>
                  <a:lnTo>
                    <a:pt x="315" y="1"/>
                  </a:lnTo>
                  <a:lnTo>
                    <a:pt x="314" y="0"/>
                  </a:lnTo>
                  <a:lnTo>
                    <a:pt x="313" y="0"/>
                  </a:lnTo>
                  <a:lnTo>
                    <a:pt x="312" y="0"/>
                  </a:lnTo>
                  <a:lnTo>
                    <a:pt x="311" y="0"/>
                  </a:lnTo>
                  <a:lnTo>
                    <a:pt x="310" y="0"/>
                  </a:lnTo>
                  <a:lnTo>
                    <a:pt x="274" y="0"/>
                  </a:lnTo>
                  <a:lnTo>
                    <a:pt x="274" y="4"/>
                  </a:lnTo>
                  <a:lnTo>
                    <a:pt x="309" y="4"/>
                  </a:lnTo>
                  <a:lnTo>
                    <a:pt x="311" y="4"/>
                  </a:lnTo>
                  <a:lnTo>
                    <a:pt x="312" y="4"/>
                  </a:lnTo>
                  <a:lnTo>
                    <a:pt x="313" y="4"/>
                  </a:lnTo>
                  <a:lnTo>
                    <a:pt x="314" y="5"/>
                  </a:lnTo>
                  <a:lnTo>
                    <a:pt x="314" y="5"/>
                  </a:lnTo>
                  <a:lnTo>
                    <a:pt x="315" y="5"/>
                  </a:lnTo>
                  <a:lnTo>
                    <a:pt x="316" y="5"/>
                  </a:lnTo>
                  <a:lnTo>
                    <a:pt x="317" y="5"/>
                  </a:lnTo>
                  <a:lnTo>
                    <a:pt x="318" y="6"/>
                  </a:lnTo>
                  <a:lnTo>
                    <a:pt x="319" y="6"/>
                  </a:lnTo>
                  <a:lnTo>
                    <a:pt x="319" y="6"/>
                  </a:lnTo>
                  <a:lnTo>
                    <a:pt x="320" y="7"/>
                  </a:lnTo>
                  <a:lnTo>
                    <a:pt x="321" y="7"/>
                  </a:lnTo>
                  <a:lnTo>
                    <a:pt x="321" y="7"/>
                  </a:lnTo>
                  <a:lnTo>
                    <a:pt x="322" y="8"/>
                  </a:lnTo>
                  <a:lnTo>
                    <a:pt x="322" y="8"/>
                  </a:lnTo>
                  <a:lnTo>
                    <a:pt x="324" y="7"/>
                  </a:lnTo>
                  <a:lnTo>
                    <a:pt x="322" y="8"/>
                  </a:lnTo>
                  <a:lnTo>
                    <a:pt x="323" y="9"/>
                  </a:lnTo>
                  <a:lnTo>
                    <a:pt x="324" y="7"/>
                  </a:lnTo>
                  <a:lnTo>
                    <a:pt x="323" y="9"/>
                  </a:lnTo>
                  <a:lnTo>
                    <a:pt x="323" y="9"/>
                  </a:lnTo>
                  <a:lnTo>
                    <a:pt x="324" y="8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10"/>
                  </a:lnTo>
                  <a:lnTo>
                    <a:pt x="324" y="10"/>
                  </a:lnTo>
                  <a:lnTo>
                    <a:pt x="326" y="10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10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11"/>
                  </a:lnTo>
                  <a:lnTo>
                    <a:pt x="324" y="11"/>
                  </a:lnTo>
                  <a:lnTo>
                    <a:pt x="324" y="12"/>
                  </a:lnTo>
                  <a:lnTo>
                    <a:pt x="324" y="17"/>
                  </a:lnTo>
                  <a:lnTo>
                    <a:pt x="328" y="17"/>
                  </a:lnTo>
                  <a:close/>
                  <a:moveTo>
                    <a:pt x="237" y="0"/>
                  </a:moveTo>
                  <a:lnTo>
                    <a:pt x="175" y="0"/>
                  </a:lnTo>
                  <a:lnTo>
                    <a:pt x="175" y="4"/>
                  </a:lnTo>
                  <a:lnTo>
                    <a:pt x="237" y="4"/>
                  </a:lnTo>
                  <a:lnTo>
                    <a:pt x="237" y="0"/>
                  </a:lnTo>
                  <a:close/>
                  <a:moveTo>
                    <a:pt x="138" y="0"/>
                  </a:moveTo>
                  <a:lnTo>
                    <a:pt x="76" y="0"/>
                  </a:lnTo>
                  <a:lnTo>
                    <a:pt x="76" y="4"/>
                  </a:lnTo>
                  <a:lnTo>
                    <a:pt x="138" y="4"/>
                  </a:lnTo>
                  <a:lnTo>
                    <a:pt x="138" y="0"/>
                  </a:lnTo>
                  <a:close/>
                  <a:moveTo>
                    <a:pt x="40" y="0"/>
                  </a:moveTo>
                  <a:lnTo>
                    <a:pt x="18" y="0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3"/>
                  </a:lnTo>
                  <a:lnTo>
                    <a:pt x="6" y="3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4" y="3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9"/>
                  </a:lnTo>
                  <a:lnTo>
                    <a:pt x="3" y="9"/>
                  </a:lnTo>
                  <a:lnTo>
                    <a:pt x="5" y="10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9"/>
                  </a:lnTo>
                  <a:lnTo>
                    <a:pt x="5" y="9"/>
                  </a:lnTo>
                  <a:lnTo>
                    <a:pt x="4" y="7"/>
                  </a:lnTo>
                  <a:lnTo>
                    <a:pt x="5" y="9"/>
                  </a:lnTo>
                  <a:lnTo>
                    <a:pt x="6" y="8"/>
                  </a:lnTo>
                  <a:lnTo>
                    <a:pt x="4" y="7"/>
                  </a:lnTo>
                  <a:lnTo>
                    <a:pt x="6" y="8"/>
                  </a:lnTo>
                  <a:lnTo>
                    <a:pt x="6" y="8"/>
                  </a:lnTo>
                  <a:lnTo>
                    <a:pt x="7" y="7"/>
                  </a:lnTo>
                  <a:lnTo>
                    <a:pt x="7" y="7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6"/>
                  </a:lnTo>
                  <a:lnTo>
                    <a:pt x="10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5" y="4"/>
                  </a:lnTo>
                  <a:lnTo>
                    <a:pt x="16" y="4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40" y="4"/>
                  </a:lnTo>
                  <a:lnTo>
                    <a:pt x="40" y="0"/>
                  </a:lnTo>
                  <a:close/>
                  <a:moveTo>
                    <a:pt x="0" y="68"/>
                  </a:moveTo>
                  <a:lnTo>
                    <a:pt x="0" y="130"/>
                  </a:lnTo>
                  <a:lnTo>
                    <a:pt x="4" y="130"/>
                  </a:lnTo>
                  <a:lnTo>
                    <a:pt x="4" y="68"/>
                  </a:lnTo>
                  <a:lnTo>
                    <a:pt x="0" y="68"/>
                  </a:lnTo>
                  <a:close/>
                  <a:moveTo>
                    <a:pt x="0" y="167"/>
                  </a:moveTo>
                  <a:lnTo>
                    <a:pt x="0" y="178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" y="181"/>
                  </a:lnTo>
                  <a:lnTo>
                    <a:pt x="1" y="181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2" y="184"/>
                  </a:lnTo>
                  <a:lnTo>
                    <a:pt x="3" y="184"/>
                  </a:lnTo>
                  <a:lnTo>
                    <a:pt x="3" y="184"/>
                  </a:lnTo>
                  <a:lnTo>
                    <a:pt x="3" y="185"/>
                  </a:lnTo>
                  <a:lnTo>
                    <a:pt x="4" y="185"/>
                  </a:lnTo>
                  <a:lnTo>
                    <a:pt x="5" y="186"/>
                  </a:lnTo>
                  <a:lnTo>
                    <a:pt x="6" y="186"/>
                  </a:lnTo>
                  <a:lnTo>
                    <a:pt x="7" y="187"/>
                  </a:lnTo>
                  <a:lnTo>
                    <a:pt x="8" y="187"/>
                  </a:lnTo>
                  <a:lnTo>
                    <a:pt x="9" y="187"/>
                  </a:lnTo>
                  <a:lnTo>
                    <a:pt x="9" y="188"/>
                  </a:lnTo>
                  <a:lnTo>
                    <a:pt x="11" y="188"/>
                  </a:lnTo>
                  <a:lnTo>
                    <a:pt x="12" y="189"/>
                  </a:lnTo>
                  <a:lnTo>
                    <a:pt x="13" y="189"/>
                  </a:lnTo>
                  <a:lnTo>
                    <a:pt x="14" y="189"/>
                  </a:lnTo>
                  <a:lnTo>
                    <a:pt x="15" y="189"/>
                  </a:lnTo>
                  <a:lnTo>
                    <a:pt x="16" y="189"/>
                  </a:lnTo>
                  <a:lnTo>
                    <a:pt x="17" y="189"/>
                  </a:lnTo>
                  <a:lnTo>
                    <a:pt x="18" y="189"/>
                  </a:lnTo>
                  <a:lnTo>
                    <a:pt x="60" y="189"/>
                  </a:lnTo>
                  <a:lnTo>
                    <a:pt x="60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6" y="185"/>
                  </a:lnTo>
                  <a:lnTo>
                    <a:pt x="15" y="185"/>
                  </a:lnTo>
                  <a:lnTo>
                    <a:pt x="14" y="185"/>
                  </a:lnTo>
                  <a:lnTo>
                    <a:pt x="13" y="185"/>
                  </a:lnTo>
                  <a:lnTo>
                    <a:pt x="13" y="184"/>
                  </a:lnTo>
                  <a:lnTo>
                    <a:pt x="12" y="184"/>
                  </a:lnTo>
                  <a:lnTo>
                    <a:pt x="11" y="184"/>
                  </a:lnTo>
                  <a:lnTo>
                    <a:pt x="10" y="184"/>
                  </a:lnTo>
                  <a:lnTo>
                    <a:pt x="9" y="184"/>
                  </a:lnTo>
                  <a:lnTo>
                    <a:pt x="9" y="183"/>
                  </a:lnTo>
                  <a:lnTo>
                    <a:pt x="8" y="183"/>
                  </a:lnTo>
                  <a:lnTo>
                    <a:pt x="7" y="182"/>
                  </a:lnTo>
                  <a:lnTo>
                    <a:pt x="7" y="182"/>
                  </a:lnTo>
                  <a:lnTo>
                    <a:pt x="6" y="182"/>
                  </a:lnTo>
                  <a:lnTo>
                    <a:pt x="6" y="181"/>
                  </a:lnTo>
                  <a:lnTo>
                    <a:pt x="4" y="182"/>
                  </a:lnTo>
                  <a:lnTo>
                    <a:pt x="6" y="181"/>
                  </a:lnTo>
                  <a:lnTo>
                    <a:pt x="5" y="180"/>
                  </a:lnTo>
                  <a:lnTo>
                    <a:pt x="4" y="182"/>
                  </a:lnTo>
                  <a:lnTo>
                    <a:pt x="5" y="181"/>
                  </a:lnTo>
                  <a:lnTo>
                    <a:pt x="5" y="180"/>
                  </a:lnTo>
                  <a:lnTo>
                    <a:pt x="3" y="182"/>
                  </a:lnTo>
                  <a:lnTo>
                    <a:pt x="5" y="180"/>
                  </a:lnTo>
                  <a:lnTo>
                    <a:pt x="5" y="180"/>
                  </a:lnTo>
                  <a:lnTo>
                    <a:pt x="3" y="181"/>
                  </a:lnTo>
                  <a:lnTo>
                    <a:pt x="5" y="180"/>
                  </a:lnTo>
                  <a:lnTo>
                    <a:pt x="4" y="179"/>
                  </a:lnTo>
                  <a:lnTo>
                    <a:pt x="3" y="180"/>
                  </a:lnTo>
                  <a:lnTo>
                    <a:pt x="4" y="180"/>
                  </a:lnTo>
                  <a:lnTo>
                    <a:pt x="4" y="179"/>
                  </a:lnTo>
                  <a:lnTo>
                    <a:pt x="3" y="180"/>
                  </a:lnTo>
                  <a:lnTo>
                    <a:pt x="4" y="179"/>
                  </a:lnTo>
                  <a:lnTo>
                    <a:pt x="4" y="179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4" y="167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25" name="Freeform 1131"/>
            <p:cNvSpPr>
              <a:spLocks noEditPoints="1"/>
            </p:cNvSpPr>
            <p:nvPr/>
          </p:nvSpPr>
          <p:spPr bwMode="auto">
            <a:xfrm>
              <a:off x="3113088" y="4560888"/>
              <a:ext cx="519113" cy="300038"/>
            </a:xfrm>
            <a:custGeom>
              <a:avLst/>
              <a:gdLst>
                <a:gd name="T0" fmla="*/ 195 w 327"/>
                <a:gd name="T1" fmla="*/ 189 h 189"/>
                <a:gd name="T2" fmla="*/ 309 w 327"/>
                <a:gd name="T3" fmla="*/ 189 h 189"/>
                <a:gd name="T4" fmla="*/ 316 w 327"/>
                <a:gd name="T5" fmla="*/ 189 h 189"/>
                <a:gd name="T6" fmla="*/ 322 w 327"/>
                <a:gd name="T7" fmla="*/ 186 h 189"/>
                <a:gd name="T8" fmla="*/ 326 w 327"/>
                <a:gd name="T9" fmla="*/ 184 h 189"/>
                <a:gd name="T10" fmla="*/ 327 w 327"/>
                <a:gd name="T11" fmla="*/ 181 h 189"/>
                <a:gd name="T12" fmla="*/ 327 w 327"/>
                <a:gd name="T13" fmla="*/ 179 h 189"/>
                <a:gd name="T14" fmla="*/ 324 w 327"/>
                <a:gd name="T15" fmla="*/ 179 h 189"/>
                <a:gd name="T16" fmla="*/ 323 w 327"/>
                <a:gd name="T17" fmla="*/ 179 h 189"/>
                <a:gd name="T18" fmla="*/ 323 w 327"/>
                <a:gd name="T19" fmla="*/ 180 h 189"/>
                <a:gd name="T20" fmla="*/ 322 w 327"/>
                <a:gd name="T21" fmla="*/ 181 h 189"/>
                <a:gd name="T22" fmla="*/ 321 w 327"/>
                <a:gd name="T23" fmla="*/ 182 h 189"/>
                <a:gd name="T24" fmla="*/ 317 w 327"/>
                <a:gd name="T25" fmla="*/ 184 h 189"/>
                <a:gd name="T26" fmla="*/ 312 w 327"/>
                <a:gd name="T27" fmla="*/ 185 h 189"/>
                <a:gd name="T28" fmla="*/ 327 w 327"/>
                <a:gd name="T29" fmla="*/ 116 h 189"/>
                <a:gd name="T30" fmla="*/ 327 w 327"/>
                <a:gd name="T31" fmla="*/ 11 h 189"/>
                <a:gd name="T32" fmla="*/ 327 w 327"/>
                <a:gd name="T33" fmla="*/ 9 h 189"/>
                <a:gd name="T34" fmla="*/ 326 w 327"/>
                <a:gd name="T35" fmla="*/ 7 h 189"/>
                <a:gd name="T36" fmla="*/ 324 w 327"/>
                <a:gd name="T37" fmla="*/ 4 h 189"/>
                <a:gd name="T38" fmla="*/ 318 w 327"/>
                <a:gd name="T39" fmla="*/ 2 h 189"/>
                <a:gd name="T40" fmla="*/ 312 w 327"/>
                <a:gd name="T41" fmla="*/ 0 h 189"/>
                <a:gd name="T42" fmla="*/ 310 w 327"/>
                <a:gd name="T43" fmla="*/ 4 h 189"/>
                <a:gd name="T44" fmla="*/ 316 w 327"/>
                <a:gd name="T45" fmla="*/ 5 h 189"/>
                <a:gd name="T46" fmla="*/ 321 w 327"/>
                <a:gd name="T47" fmla="*/ 7 h 189"/>
                <a:gd name="T48" fmla="*/ 322 w 327"/>
                <a:gd name="T49" fmla="*/ 9 h 189"/>
                <a:gd name="T50" fmla="*/ 323 w 327"/>
                <a:gd name="T51" fmla="*/ 10 h 189"/>
                <a:gd name="T52" fmla="*/ 323 w 327"/>
                <a:gd name="T53" fmla="*/ 10 h 189"/>
                <a:gd name="T54" fmla="*/ 324 w 327"/>
                <a:gd name="T55" fmla="*/ 11 h 189"/>
                <a:gd name="T56" fmla="*/ 237 w 327"/>
                <a:gd name="T57" fmla="*/ 0 h 189"/>
                <a:gd name="T58" fmla="*/ 76 w 327"/>
                <a:gd name="T59" fmla="*/ 0 h 189"/>
                <a:gd name="T60" fmla="*/ 17 w 327"/>
                <a:gd name="T61" fmla="*/ 0 h 189"/>
                <a:gd name="T62" fmla="*/ 10 w 327"/>
                <a:gd name="T63" fmla="*/ 1 h 189"/>
                <a:gd name="T64" fmla="*/ 5 w 327"/>
                <a:gd name="T65" fmla="*/ 4 h 189"/>
                <a:gd name="T66" fmla="*/ 2 w 327"/>
                <a:gd name="T67" fmla="*/ 6 h 189"/>
                <a:gd name="T68" fmla="*/ 0 w 327"/>
                <a:gd name="T69" fmla="*/ 8 h 189"/>
                <a:gd name="T70" fmla="*/ 0 w 327"/>
                <a:gd name="T71" fmla="*/ 11 h 189"/>
                <a:gd name="T72" fmla="*/ 2 w 327"/>
                <a:gd name="T73" fmla="*/ 11 h 189"/>
                <a:gd name="T74" fmla="*/ 2 w 327"/>
                <a:gd name="T75" fmla="*/ 10 h 189"/>
                <a:gd name="T76" fmla="*/ 3 w 327"/>
                <a:gd name="T77" fmla="*/ 9 h 189"/>
                <a:gd name="T78" fmla="*/ 4 w 327"/>
                <a:gd name="T79" fmla="*/ 7 h 189"/>
                <a:gd name="T80" fmla="*/ 6 w 327"/>
                <a:gd name="T81" fmla="*/ 7 h 189"/>
                <a:gd name="T82" fmla="*/ 10 w 327"/>
                <a:gd name="T83" fmla="*/ 5 h 189"/>
                <a:gd name="T84" fmla="*/ 16 w 327"/>
                <a:gd name="T85" fmla="*/ 4 h 189"/>
                <a:gd name="T86" fmla="*/ 0 w 327"/>
                <a:gd name="T87" fmla="*/ 130 h 189"/>
                <a:gd name="T88" fmla="*/ 0 w 327"/>
                <a:gd name="T89" fmla="*/ 179 h 189"/>
                <a:gd name="T90" fmla="*/ 0 w 327"/>
                <a:gd name="T91" fmla="*/ 181 h 189"/>
                <a:gd name="T92" fmla="*/ 2 w 327"/>
                <a:gd name="T93" fmla="*/ 183 h 189"/>
                <a:gd name="T94" fmla="*/ 5 w 327"/>
                <a:gd name="T95" fmla="*/ 186 h 189"/>
                <a:gd name="T96" fmla="*/ 10 w 327"/>
                <a:gd name="T97" fmla="*/ 188 h 189"/>
                <a:gd name="T98" fmla="*/ 17 w 327"/>
                <a:gd name="T99" fmla="*/ 189 h 189"/>
                <a:gd name="T100" fmla="*/ 16 w 327"/>
                <a:gd name="T101" fmla="*/ 185 h 189"/>
                <a:gd name="T102" fmla="*/ 10 w 327"/>
                <a:gd name="T103" fmla="*/ 184 h 189"/>
                <a:gd name="T104" fmla="*/ 6 w 327"/>
                <a:gd name="T105" fmla="*/ 182 h 189"/>
                <a:gd name="T106" fmla="*/ 4 w 327"/>
                <a:gd name="T107" fmla="*/ 182 h 189"/>
                <a:gd name="T108" fmla="*/ 3 w 327"/>
                <a:gd name="T109" fmla="*/ 181 h 189"/>
                <a:gd name="T110" fmla="*/ 2 w 327"/>
                <a:gd name="T111" fmla="*/ 180 h 189"/>
                <a:gd name="T112" fmla="*/ 2 w 327"/>
                <a:gd name="T113" fmla="*/ 17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7" h="189">
                  <a:moveTo>
                    <a:pt x="96" y="189"/>
                  </a:moveTo>
                  <a:lnTo>
                    <a:pt x="158" y="189"/>
                  </a:lnTo>
                  <a:lnTo>
                    <a:pt x="158" y="185"/>
                  </a:lnTo>
                  <a:lnTo>
                    <a:pt x="96" y="185"/>
                  </a:lnTo>
                  <a:lnTo>
                    <a:pt x="96" y="189"/>
                  </a:lnTo>
                  <a:close/>
                  <a:moveTo>
                    <a:pt x="195" y="189"/>
                  </a:moveTo>
                  <a:lnTo>
                    <a:pt x="257" y="189"/>
                  </a:lnTo>
                  <a:lnTo>
                    <a:pt x="257" y="185"/>
                  </a:lnTo>
                  <a:lnTo>
                    <a:pt x="195" y="185"/>
                  </a:lnTo>
                  <a:lnTo>
                    <a:pt x="195" y="189"/>
                  </a:lnTo>
                  <a:close/>
                  <a:moveTo>
                    <a:pt x="294" y="189"/>
                  </a:moveTo>
                  <a:lnTo>
                    <a:pt x="309" y="189"/>
                  </a:lnTo>
                  <a:lnTo>
                    <a:pt x="310" y="189"/>
                  </a:lnTo>
                  <a:lnTo>
                    <a:pt x="312" y="189"/>
                  </a:lnTo>
                  <a:lnTo>
                    <a:pt x="313" y="189"/>
                  </a:lnTo>
                  <a:lnTo>
                    <a:pt x="314" y="189"/>
                  </a:lnTo>
                  <a:lnTo>
                    <a:pt x="315" y="189"/>
                  </a:lnTo>
                  <a:lnTo>
                    <a:pt x="316" y="189"/>
                  </a:lnTo>
                  <a:lnTo>
                    <a:pt x="317" y="188"/>
                  </a:lnTo>
                  <a:lnTo>
                    <a:pt x="318" y="188"/>
                  </a:lnTo>
                  <a:lnTo>
                    <a:pt x="319" y="187"/>
                  </a:lnTo>
                  <a:lnTo>
                    <a:pt x="320" y="187"/>
                  </a:lnTo>
                  <a:lnTo>
                    <a:pt x="321" y="187"/>
                  </a:lnTo>
                  <a:lnTo>
                    <a:pt x="322" y="186"/>
                  </a:lnTo>
                  <a:lnTo>
                    <a:pt x="322" y="186"/>
                  </a:lnTo>
                  <a:lnTo>
                    <a:pt x="323" y="185"/>
                  </a:lnTo>
                  <a:lnTo>
                    <a:pt x="324" y="185"/>
                  </a:lnTo>
                  <a:lnTo>
                    <a:pt x="325" y="184"/>
                  </a:lnTo>
                  <a:lnTo>
                    <a:pt x="325" y="184"/>
                  </a:lnTo>
                  <a:lnTo>
                    <a:pt x="326" y="184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27" y="181"/>
                  </a:lnTo>
                  <a:lnTo>
                    <a:pt x="327" y="181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7" y="179"/>
                  </a:lnTo>
                  <a:lnTo>
                    <a:pt x="327" y="179"/>
                  </a:lnTo>
                  <a:lnTo>
                    <a:pt x="327" y="178"/>
                  </a:lnTo>
                  <a:lnTo>
                    <a:pt x="327" y="153"/>
                  </a:lnTo>
                  <a:lnTo>
                    <a:pt x="324" y="153"/>
                  </a:lnTo>
                  <a:lnTo>
                    <a:pt x="324" y="178"/>
                  </a:lnTo>
                  <a:lnTo>
                    <a:pt x="324" y="179"/>
                  </a:lnTo>
                  <a:lnTo>
                    <a:pt x="326" y="179"/>
                  </a:lnTo>
                  <a:lnTo>
                    <a:pt x="324" y="178"/>
                  </a:lnTo>
                  <a:lnTo>
                    <a:pt x="323" y="179"/>
                  </a:lnTo>
                  <a:lnTo>
                    <a:pt x="326" y="179"/>
                  </a:lnTo>
                  <a:lnTo>
                    <a:pt x="323" y="179"/>
                  </a:lnTo>
                  <a:lnTo>
                    <a:pt x="323" y="179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5" y="181"/>
                  </a:lnTo>
                  <a:lnTo>
                    <a:pt x="323" y="180"/>
                  </a:lnTo>
                  <a:lnTo>
                    <a:pt x="322" y="180"/>
                  </a:lnTo>
                  <a:lnTo>
                    <a:pt x="324" y="182"/>
                  </a:lnTo>
                  <a:lnTo>
                    <a:pt x="323" y="180"/>
                  </a:lnTo>
                  <a:lnTo>
                    <a:pt x="322" y="181"/>
                  </a:lnTo>
                  <a:lnTo>
                    <a:pt x="324" y="182"/>
                  </a:lnTo>
                  <a:lnTo>
                    <a:pt x="322" y="180"/>
                  </a:lnTo>
                  <a:lnTo>
                    <a:pt x="322" y="181"/>
                  </a:lnTo>
                  <a:lnTo>
                    <a:pt x="323" y="182"/>
                  </a:lnTo>
                  <a:lnTo>
                    <a:pt x="322" y="181"/>
                  </a:lnTo>
                  <a:lnTo>
                    <a:pt x="321" y="182"/>
                  </a:lnTo>
                  <a:lnTo>
                    <a:pt x="321" y="182"/>
                  </a:lnTo>
                  <a:lnTo>
                    <a:pt x="320" y="182"/>
                  </a:lnTo>
                  <a:lnTo>
                    <a:pt x="320" y="183"/>
                  </a:lnTo>
                  <a:lnTo>
                    <a:pt x="319" y="183"/>
                  </a:lnTo>
                  <a:lnTo>
                    <a:pt x="318" y="184"/>
                  </a:lnTo>
                  <a:lnTo>
                    <a:pt x="317" y="184"/>
                  </a:lnTo>
                  <a:lnTo>
                    <a:pt x="317" y="184"/>
                  </a:lnTo>
                  <a:lnTo>
                    <a:pt x="316" y="184"/>
                  </a:lnTo>
                  <a:lnTo>
                    <a:pt x="315" y="184"/>
                  </a:lnTo>
                  <a:lnTo>
                    <a:pt x="314" y="185"/>
                  </a:lnTo>
                  <a:lnTo>
                    <a:pt x="313" y="185"/>
                  </a:lnTo>
                  <a:lnTo>
                    <a:pt x="312" y="185"/>
                  </a:lnTo>
                  <a:lnTo>
                    <a:pt x="311" y="185"/>
                  </a:lnTo>
                  <a:lnTo>
                    <a:pt x="310" y="185"/>
                  </a:lnTo>
                  <a:lnTo>
                    <a:pt x="309" y="185"/>
                  </a:lnTo>
                  <a:lnTo>
                    <a:pt x="294" y="185"/>
                  </a:lnTo>
                  <a:lnTo>
                    <a:pt x="294" y="189"/>
                  </a:lnTo>
                  <a:close/>
                  <a:moveTo>
                    <a:pt x="327" y="116"/>
                  </a:moveTo>
                  <a:lnTo>
                    <a:pt x="327" y="54"/>
                  </a:lnTo>
                  <a:lnTo>
                    <a:pt x="324" y="54"/>
                  </a:lnTo>
                  <a:lnTo>
                    <a:pt x="324" y="116"/>
                  </a:lnTo>
                  <a:lnTo>
                    <a:pt x="327" y="116"/>
                  </a:lnTo>
                  <a:close/>
                  <a:moveTo>
                    <a:pt x="327" y="17"/>
                  </a:moveTo>
                  <a:lnTo>
                    <a:pt x="327" y="11"/>
                  </a:lnTo>
                  <a:lnTo>
                    <a:pt x="327" y="11"/>
                  </a:lnTo>
                  <a:lnTo>
                    <a:pt x="327" y="10"/>
                  </a:lnTo>
                  <a:lnTo>
                    <a:pt x="327" y="10"/>
                  </a:lnTo>
                  <a:lnTo>
                    <a:pt x="327" y="10"/>
                  </a:lnTo>
                  <a:lnTo>
                    <a:pt x="327" y="9"/>
                  </a:lnTo>
                  <a:lnTo>
                    <a:pt x="327" y="9"/>
                  </a:lnTo>
                  <a:lnTo>
                    <a:pt x="327" y="8"/>
                  </a:lnTo>
                  <a:lnTo>
                    <a:pt x="327" y="8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6"/>
                  </a:lnTo>
                  <a:lnTo>
                    <a:pt x="326" y="6"/>
                  </a:lnTo>
                  <a:lnTo>
                    <a:pt x="325" y="5"/>
                  </a:lnTo>
                  <a:lnTo>
                    <a:pt x="325" y="5"/>
                  </a:lnTo>
                  <a:lnTo>
                    <a:pt x="324" y="5"/>
                  </a:lnTo>
                  <a:lnTo>
                    <a:pt x="324" y="4"/>
                  </a:lnTo>
                  <a:lnTo>
                    <a:pt x="323" y="4"/>
                  </a:lnTo>
                  <a:lnTo>
                    <a:pt x="322" y="3"/>
                  </a:lnTo>
                  <a:lnTo>
                    <a:pt x="321" y="3"/>
                  </a:lnTo>
                  <a:lnTo>
                    <a:pt x="320" y="2"/>
                  </a:lnTo>
                  <a:lnTo>
                    <a:pt x="319" y="2"/>
                  </a:lnTo>
                  <a:lnTo>
                    <a:pt x="318" y="2"/>
                  </a:lnTo>
                  <a:lnTo>
                    <a:pt x="317" y="1"/>
                  </a:lnTo>
                  <a:lnTo>
                    <a:pt x="316" y="1"/>
                  </a:lnTo>
                  <a:lnTo>
                    <a:pt x="315" y="1"/>
                  </a:lnTo>
                  <a:lnTo>
                    <a:pt x="314" y="0"/>
                  </a:lnTo>
                  <a:lnTo>
                    <a:pt x="313" y="0"/>
                  </a:lnTo>
                  <a:lnTo>
                    <a:pt x="312" y="0"/>
                  </a:lnTo>
                  <a:lnTo>
                    <a:pt x="310" y="0"/>
                  </a:lnTo>
                  <a:lnTo>
                    <a:pt x="309" y="0"/>
                  </a:lnTo>
                  <a:lnTo>
                    <a:pt x="274" y="0"/>
                  </a:lnTo>
                  <a:lnTo>
                    <a:pt x="274" y="4"/>
                  </a:lnTo>
                  <a:lnTo>
                    <a:pt x="309" y="4"/>
                  </a:lnTo>
                  <a:lnTo>
                    <a:pt x="310" y="4"/>
                  </a:lnTo>
                  <a:lnTo>
                    <a:pt x="311" y="4"/>
                  </a:lnTo>
                  <a:lnTo>
                    <a:pt x="312" y="4"/>
                  </a:lnTo>
                  <a:lnTo>
                    <a:pt x="313" y="5"/>
                  </a:lnTo>
                  <a:lnTo>
                    <a:pt x="314" y="5"/>
                  </a:lnTo>
                  <a:lnTo>
                    <a:pt x="315" y="5"/>
                  </a:lnTo>
                  <a:lnTo>
                    <a:pt x="316" y="5"/>
                  </a:lnTo>
                  <a:lnTo>
                    <a:pt x="317" y="5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19" y="6"/>
                  </a:lnTo>
                  <a:lnTo>
                    <a:pt x="320" y="7"/>
                  </a:lnTo>
                  <a:lnTo>
                    <a:pt x="321" y="7"/>
                  </a:lnTo>
                  <a:lnTo>
                    <a:pt x="321" y="7"/>
                  </a:lnTo>
                  <a:lnTo>
                    <a:pt x="322" y="8"/>
                  </a:lnTo>
                  <a:lnTo>
                    <a:pt x="322" y="8"/>
                  </a:lnTo>
                  <a:lnTo>
                    <a:pt x="323" y="7"/>
                  </a:lnTo>
                  <a:lnTo>
                    <a:pt x="322" y="8"/>
                  </a:lnTo>
                  <a:lnTo>
                    <a:pt x="322" y="9"/>
                  </a:lnTo>
                  <a:lnTo>
                    <a:pt x="324" y="7"/>
                  </a:lnTo>
                  <a:lnTo>
                    <a:pt x="322" y="9"/>
                  </a:lnTo>
                  <a:lnTo>
                    <a:pt x="323" y="9"/>
                  </a:lnTo>
                  <a:lnTo>
                    <a:pt x="324" y="8"/>
                  </a:lnTo>
                  <a:lnTo>
                    <a:pt x="322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10"/>
                  </a:lnTo>
                  <a:lnTo>
                    <a:pt x="323" y="10"/>
                  </a:lnTo>
                  <a:lnTo>
                    <a:pt x="325" y="10"/>
                  </a:lnTo>
                  <a:lnTo>
                    <a:pt x="323" y="10"/>
                  </a:lnTo>
                  <a:lnTo>
                    <a:pt x="323" y="11"/>
                  </a:lnTo>
                  <a:lnTo>
                    <a:pt x="326" y="10"/>
                  </a:lnTo>
                  <a:lnTo>
                    <a:pt x="323" y="10"/>
                  </a:lnTo>
                  <a:lnTo>
                    <a:pt x="324" y="11"/>
                  </a:lnTo>
                  <a:lnTo>
                    <a:pt x="326" y="11"/>
                  </a:lnTo>
                  <a:lnTo>
                    <a:pt x="324" y="11"/>
                  </a:lnTo>
                  <a:lnTo>
                    <a:pt x="324" y="12"/>
                  </a:lnTo>
                  <a:lnTo>
                    <a:pt x="324" y="17"/>
                  </a:lnTo>
                  <a:lnTo>
                    <a:pt x="327" y="17"/>
                  </a:lnTo>
                  <a:close/>
                  <a:moveTo>
                    <a:pt x="237" y="0"/>
                  </a:moveTo>
                  <a:lnTo>
                    <a:pt x="175" y="0"/>
                  </a:lnTo>
                  <a:lnTo>
                    <a:pt x="175" y="4"/>
                  </a:lnTo>
                  <a:lnTo>
                    <a:pt x="237" y="4"/>
                  </a:lnTo>
                  <a:lnTo>
                    <a:pt x="237" y="0"/>
                  </a:lnTo>
                  <a:close/>
                  <a:moveTo>
                    <a:pt x="138" y="0"/>
                  </a:moveTo>
                  <a:lnTo>
                    <a:pt x="76" y="0"/>
                  </a:lnTo>
                  <a:lnTo>
                    <a:pt x="76" y="4"/>
                  </a:lnTo>
                  <a:lnTo>
                    <a:pt x="138" y="4"/>
                  </a:lnTo>
                  <a:lnTo>
                    <a:pt x="138" y="0"/>
                  </a:lnTo>
                  <a:close/>
                  <a:moveTo>
                    <a:pt x="39" y="0"/>
                  </a:moveTo>
                  <a:lnTo>
                    <a:pt x="18" y="0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1"/>
                  </a:lnTo>
                  <a:lnTo>
                    <a:pt x="10" y="1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2"/>
                  </a:lnTo>
                  <a:lnTo>
                    <a:pt x="7" y="3"/>
                  </a:lnTo>
                  <a:lnTo>
                    <a:pt x="5" y="3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4" y="3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2" y="9"/>
                  </a:lnTo>
                  <a:lnTo>
                    <a:pt x="4" y="10"/>
                  </a:lnTo>
                  <a:lnTo>
                    <a:pt x="4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9"/>
                  </a:lnTo>
                  <a:lnTo>
                    <a:pt x="5" y="9"/>
                  </a:lnTo>
                  <a:lnTo>
                    <a:pt x="4" y="7"/>
                  </a:lnTo>
                  <a:lnTo>
                    <a:pt x="5" y="9"/>
                  </a:lnTo>
                  <a:lnTo>
                    <a:pt x="5" y="8"/>
                  </a:lnTo>
                  <a:lnTo>
                    <a:pt x="4" y="7"/>
                  </a:lnTo>
                  <a:lnTo>
                    <a:pt x="5" y="8"/>
                  </a:lnTo>
                  <a:lnTo>
                    <a:pt x="6" y="8"/>
                  </a:lnTo>
                  <a:lnTo>
                    <a:pt x="6" y="7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5" y="4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39" y="4"/>
                  </a:lnTo>
                  <a:lnTo>
                    <a:pt x="39" y="0"/>
                  </a:lnTo>
                  <a:close/>
                  <a:moveTo>
                    <a:pt x="0" y="68"/>
                  </a:moveTo>
                  <a:lnTo>
                    <a:pt x="0" y="130"/>
                  </a:lnTo>
                  <a:lnTo>
                    <a:pt x="4" y="130"/>
                  </a:lnTo>
                  <a:lnTo>
                    <a:pt x="4" y="68"/>
                  </a:lnTo>
                  <a:lnTo>
                    <a:pt x="0" y="68"/>
                  </a:lnTo>
                  <a:close/>
                  <a:moveTo>
                    <a:pt x="0" y="167"/>
                  </a:moveTo>
                  <a:lnTo>
                    <a:pt x="0" y="178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1" y="183"/>
                  </a:lnTo>
                  <a:lnTo>
                    <a:pt x="1" y="183"/>
                  </a:lnTo>
                  <a:lnTo>
                    <a:pt x="2" y="183"/>
                  </a:lnTo>
                  <a:lnTo>
                    <a:pt x="2" y="184"/>
                  </a:lnTo>
                  <a:lnTo>
                    <a:pt x="2" y="184"/>
                  </a:lnTo>
                  <a:lnTo>
                    <a:pt x="2" y="184"/>
                  </a:lnTo>
                  <a:lnTo>
                    <a:pt x="3" y="185"/>
                  </a:lnTo>
                  <a:lnTo>
                    <a:pt x="4" y="185"/>
                  </a:lnTo>
                  <a:lnTo>
                    <a:pt x="5" y="186"/>
                  </a:lnTo>
                  <a:lnTo>
                    <a:pt x="5" y="186"/>
                  </a:lnTo>
                  <a:lnTo>
                    <a:pt x="6" y="187"/>
                  </a:lnTo>
                  <a:lnTo>
                    <a:pt x="7" y="187"/>
                  </a:lnTo>
                  <a:lnTo>
                    <a:pt x="8" y="187"/>
                  </a:lnTo>
                  <a:lnTo>
                    <a:pt x="9" y="188"/>
                  </a:lnTo>
                  <a:lnTo>
                    <a:pt x="10" y="188"/>
                  </a:lnTo>
                  <a:lnTo>
                    <a:pt x="11" y="189"/>
                  </a:lnTo>
                  <a:lnTo>
                    <a:pt x="12" y="189"/>
                  </a:lnTo>
                  <a:lnTo>
                    <a:pt x="14" y="189"/>
                  </a:lnTo>
                  <a:lnTo>
                    <a:pt x="15" y="189"/>
                  </a:lnTo>
                  <a:lnTo>
                    <a:pt x="15" y="189"/>
                  </a:lnTo>
                  <a:lnTo>
                    <a:pt x="17" y="189"/>
                  </a:lnTo>
                  <a:lnTo>
                    <a:pt x="18" y="189"/>
                  </a:lnTo>
                  <a:lnTo>
                    <a:pt x="59" y="189"/>
                  </a:lnTo>
                  <a:lnTo>
                    <a:pt x="59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6" y="185"/>
                  </a:lnTo>
                  <a:lnTo>
                    <a:pt x="15" y="185"/>
                  </a:lnTo>
                  <a:lnTo>
                    <a:pt x="14" y="185"/>
                  </a:lnTo>
                  <a:lnTo>
                    <a:pt x="13" y="185"/>
                  </a:lnTo>
                  <a:lnTo>
                    <a:pt x="12" y="184"/>
                  </a:lnTo>
                  <a:lnTo>
                    <a:pt x="11" y="184"/>
                  </a:lnTo>
                  <a:lnTo>
                    <a:pt x="10" y="184"/>
                  </a:lnTo>
                  <a:lnTo>
                    <a:pt x="10" y="184"/>
                  </a:lnTo>
                  <a:lnTo>
                    <a:pt x="9" y="184"/>
                  </a:lnTo>
                  <a:lnTo>
                    <a:pt x="8" y="183"/>
                  </a:lnTo>
                  <a:lnTo>
                    <a:pt x="7" y="183"/>
                  </a:lnTo>
                  <a:lnTo>
                    <a:pt x="7" y="182"/>
                  </a:lnTo>
                  <a:lnTo>
                    <a:pt x="6" y="182"/>
                  </a:lnTo>
                  <a:lnTo>
                    <a:pt x="6" y="182"/>
                  </a:lnTo>
                  <a:lnTo>
                    <a:pt x="5" y="181"/>
                  </a:lnTo>
                  <a:lnTo>
                    <a:pt x="4" y="182"/>
                  </a:lnTo>
                  <a:lnTo>
                    <a:pt x="5" y="181"/>
                  </a:lnTo>
                  <a:lnTo>
                    <a:pt x="5" y="180"/>
                  </a:lnTo>
                  <a:lnTo>
                    <a:pt x="4" y="182"/>
                  </a:lnTo>
                  <a:lnTo>
                    <a:pt x="5" y="181"/>
                  </a:lnTo>
                  <a:lnTo>
                    <a:pt x="5" y="180"/>
                  </a:lnTo>
                  <a:lnTo>
                    <a:pt x="3" y="182"/>
                  </a:lnTo>
                  <a:lnTo>
                    <a:pt x="5" y="180"/>
                  </a:lnTo>
                  <a:lnTo>
                    <a:pt x="4" y="180"/>
                  </a:lnTo>
                  <a:lnTo>
                    <a:pt x="3" y="181"/>
                  </a:lnTo>
                  <a:lnTo>
                    <a:pt x="4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79"/>
                  </a:lnTo>
                  <a:lnTo>
                    <a:pt x="4" y="179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4" y="167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26" name="Freeform 1132"/>
            <p:cNvSpPr>
              <a:spLocks noEditPoints="1"/>
            </p:cNvSpPr>
            <p:nvPr/>
          </p:nvSpPr>
          <p:spPr bwMode="auto">
            <a:xfrm>
              <a:off x="3627438" y="4560888"/>
              <a:ext cx="519113" cy="300038"/>
            </a:xfrm>
            <a:custGeom>
              <a:avLst/>
              <a:gdLst>
                <a:gd name="T0" fmla="*/ 194 w 327"/>
                <a:gd name="T1" fmla="*/ 189 h 189"/>
                <a:gd name="T2" fmla="*/ 309 w 327"/>
                <a:gd name="T3" fmla="*/ 189 h 189"/>
                <a:gd name="T4" fmla="*/ 316 w 327"/>
                <a:gd name="T5" fmla="*/ 189 h 189"/>
                <a:gd name="T6" fmla="*/ 322 w 327"/>
                <a:gd name="T7" fmla="*/ 186 h 189"/>
                <a:gd name="T8" fmla="*/ 325 w 327"/>
                <a:gd name="T9" fmla="*/ 184 h 189"/>
                <a:gd name="T10" fmla="*/ 327 w 327"/>
                <a:gd name="T11" fmla="*/ 181 h 189"/>
                <a:gd name="T12" fmla="*/ 327 w 327"/>
                <a:gd name="T13" fmla="*/ 179 h 189"/>
                <a:gd name="T14" fmla="*/ 323 w 327"/>
                <a:gd name="T15" fmla="*/ 179 h 189"/>
                <a:gd name="T16" fmla="*/ 323 w 327"/>
                <a:gd name="T17" fmla="*/ 179 h 189"/>
                <a:gd name="T18" fmla="*/ 323 w 327"/>
                <a:gd name="T19" fmla="*/ 180 h 189"/>
                <a:gd name="T20" fmla="*/ 322 w 327"/>
                <a:gd name="T21" fmla="*/ 181 h 189"/>
                <a:gd name="T22" fmla="*/ 321 w 327"/>
                <a:gd name="T23" fmla="*/ 182 h 189"/>
                <a:gd name="T24" fmla="*/ 317 w 327"/>
                <a:gd name="T25" fmla="*/ 184 h 189"/>
                <a:gd name="T26" fmla="*/ 312 w 327"/>
                <a:gd name="T27" fmla="*/ 185 h 189"/>
                <a:gd name="T28" fmla="*/ 327 w 327"/>
                <a:gd name="T29" fmla="*/ 116 h 189"/>
                <a:gd name="T30" fmla="*/ 327 w 327"/>
                <a:gd name="T31" fmla="*/ 11 h 189"/>
                <a:gd name="T32" fmla="*/ 327 w 327"/>
                <a:gd name="T33" fmla="*/ 9 h 189"/>
                <a:gd name="T34" fmla="*/ 325 w 327"/>
                <a:gd name="T35" fmla="*/ 7 h 189"/>
                <a:gd name="T36" fmla="*/ 323 w 327"/>
                <a:gd name="T37" fmla="*/ 4 h 189"/>
                <a:gd name="T38" fmla="*/ 318 w 327"/>
                <a:gd name="T39" fmla="*/ 2 h 189"/>
                <a:gd name="T40" fmla="*/ 311 w 327"/>
                <a:gd name="T41" fmla="*/ 0 h 189"/>
                <a:gd name="T42" fmla="*/ 310 w 327"/>
                <a:gd name="T43" fmla="*/ 4 h 189"/>
                <a:gd name="T44" fmla="*/ 316 w 327"/>
                <a:gd name="T45" fmla="*/ 5 h 189"/>
                <a:gd name="T46" fmla="*/ 320 w 327"/>
                <a:gd name="T47" fmla="*/ 7 h 189"/>
                <a:gd name="T48" fmla="*/ 322 w 327"/>
                <a:gd name="T49" fmla="*/ 9 h 189"/>
                <a:gd name="T50" fmla="*/ 323 w 327"/>
                <a:gd name="T51" fmla="*/ 10 h 189"/>
                <a:gd name="T52" fmla="*/ 323 w 327"/>
                <a:gd name="T53" fmla="*/ 10 h 189"/>
                <a:gd name="T54" fmla="*/ 323 w 327"/>
                <a:gd name="T55" fmla="*/ 11 h 189"/>
                <a:gd name="T56" fmla="*/ 236 w 327"/>
                <a:gd name="T57" fmla="*/ 0 h 189"/>
                <a:gd name="T58" fmla="*/ 76 w 327"/>
                <a:gd name="T59" fmla="*/ 0 h 189"/>
                <a:gd name="T60" fmla="*/ 17 w 327"/>
                <a:gd name="T61" fmla="*/ 0 h 189"/>
                <a:gd name="T62" fmla="*/ 10 w 327"/>
                <a:gd name="T63" fmla="*/ 1 h 189"/>
                <a:gd name="T64" fmla="*/ 5 w 327"/>
                <a:gd name="T65" fmla="*/ 4 h 189"/>
                <a:gd name="T66" fmla="*/ 2 w 327"/>
                <a:gd name="T67" fmla="*/ 6 h 189"/>
                <a:gd name="T68" fmla="*/ 0 w 327"/>
                <a:gd name="T69" fmla="*/ 8 h 189"/>
                <a:gd name="T70" fmla="*/ 0 w 327"/>
                <a:gd name="T71" fmla="*/ 11 h 189"/>
                <a:gd name="T72" fmla="*/ 2 w 327"/>
                <a:gd name="T73" fmla="*/ 11 h 189"/>
                <a:gd name="T74" fmla="*/ 2 w 327"/>
                <a:gd name="T75" fmla="*/ 10 h 189"/>
                <a:gd name="T76" fmla="*/ 2 w 327"/>
                <a:gd name="T77" fmla="*/ 9 h 189"/>
                <a:gd name="T78" fmla="*/ 3 w 327"/>
                <a:gd name="T79" fmla="*/ 7 h 189"/>
                <a:gd name="T80" fmla="*/ 6 w 327"/>
                <a:gd name="T81" fmla="*/ 7 h 189"/>
                <a:gd name="T82" fmla="*/ 10 w 327"/>
                <a:gd name="T83" fmla="*/ 5 h 189"/>
                <a:gd name="T84" fmla="*/ 16 w 327"/>
                <a:gd name="T85" fmla="*/ 4 h 189"/>
                <a:gd name="T86" fmla="*/ 0 w 327"/>
                <a:gd name="T87" fmla="*/ 130 h 189"/>
                <a:gd name="T88" fmla="*/ 0 w 327"/>
                <a:gd name="T89" fmla="*/ 179 h 189"/>
                <a:gd name="T90" fmla="*/ 0 w 327"/>
                <a:gd name="T91" fmla="*/ 181 h 189"/>
                <a:gd name="T92" fmla="*/ 2 w 327"/>
                <a:gd name="T93" fmla="*/ 183 h 189"/>
                <a:gd name="T94" fmla="*/ 4 w 327"/>
                <a:gd name="T95" fmla="*/ 186 h 189"/>
                <a:gd name="T96" fmla="*/ 10 w 327"/>
                <a:gd name="T97" fmla="*/ 188 h 189"/>
                <a:gd name="T98" fmla="*/ 17 w 327"/>
                <a:gd name="T99" fmla="*/ 189 h 189"/>
                <a:gd name="T100" fmla="*/ 16 w 327"/>
                <a:gd name="T101" fmla="*/ 185 h 189"/>
                <a:gd name="T102" fmla="*/ 10 w 327"/>
                <a:gd name="T103" fmla="*/ 184 h 189"/>
                <a:gd name="T104" fmla="*/ 6 w 327"/>
                <a:gd name="T105" fmla="*/ 182 h 189"/>
                <a:gd name="T106" fmla="*/ 3 w 327"/>
                <a:gd name="T107" fmla="*/ 182 h 189"/>
                <a:gd name="T108" fmla="*/ 2 w 327"/>
                <a:gd name="T109" fmla="*/ 181 h 189"/>
                <a:gd name="T110" fmla="*/ 2 w 327"/>
                <a:gd name="T111" fmla="*/ 180 h 189"/>
                <a:gd name="T112" fmla="*/ 2 w 327"/>
                <a:gd name="T113" fmla="*/ 17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7" h="189">
                  <a:moveTo>
                    <a:pt x="96" y="189"/>
                  </a:moveTo>
                  <a:lnTo>
                    <a:pt x="157" y="189"/>
                  </a:lnTo>
                  <a:lnTo>
                    <a:pt x="157" y="185"/>
                  </a:lnTo>
                  <a:lnTo>
                    <a:pt x="96" y="185"/>
                  </a:lnTo>
                  <a:lnTo>
                    <a:pt x="96" y="189"/>
                  </a:lnTo>
                  <a:close/>
                  <a:moveTo>
                    <a:pt x="194" y="189"/>
                  </a:moveTo>
                  <a:lnTo>
                    <a:pt x="256" y="189"/>
                  </a:lnTo>
                  <a:lnTo>
                    <a:pt x="256" y="185"/>
                  </a:lnTo>
                  <a:lnTo>
                    <a:pt x="194" y="185"/>
                  </a:lnTo>
                  <a:lnTo>
                    <a:pt x="194" y="189"/>
                  </a:lnTo>
                  <a:close/>
                  <a:moveTo>
                    <a:pt x="293" y="189"/>
                  </a:moveTo>
                  <a:lnTo>
                    <a:pt x="309" y="189"/>
                  </a:lnTo>
                  <a:lnTo>
                    <a:pt x="310" y="189"/>
                  </a:lnTo>
                  <a:lnTo>
                    <a:pt x="311" y="189"/>
                  </a:lnTo>
                  <a:lnTo>
                    <a:pt x="312" y="189"/>
                  </a:lnTo>
                  <a:lnTo>
                    <a:pt x="313" y="189"/>
                  </a:lnTo>
                  <a:lnTo>
                    <a:pt x="315" y="189"/>
                  </a:lnTo>
                  <a:lnTo>
                    <a:pt x="316" y="189"/>
                  </a:lnTo>
                  <a:lnTo>
                    <a:pt x="317" y="188"/>
                  </a:lnTo>
                  <a:lnTo>
                    <a:pt x="318" y="188"/>
                  </a:lnTo>
                  <a:lnTo>
                    <a:pt x="319" y="187"/>
                  </a:lnTo>
                  <a:lnTo>
                    <a:pt x="320" y="187"/>
                  </a:lnTo>
                  <a:lnTo>
                    <a:pt x="320" y="187"/>
                  </a:lnTo>
                  <a:lnTo>
                    <a:pt x="322" y="186"/>
                  </a:lnTo>
                  <a:lnTo>
                    <a:pt x="322" y="186"/>
                  </a:lnTo>
                  <a:lnTo>
                    <a:pt x="323" y="185"/>
                  </a:lnTo>
                  <a:lnTo>
                    <a:pt x="324" y="185"/>
                  </a:lnTo>
                  <a:lnTo>
                    <a:pt x="324" y="184"/>
                  </a:lnTo>
                  <a:lnTo>
                    <a:pt x="325" y="184"/>
                  </a:lnTo>
                  <a:lnTo>
                    <a:pt x="325" y="184"/>
                  </a:lnTo>
                  <a:lnTo>
                    <a:pt x="325" y="183"/>
                  </a:lnTo>
                  <a:lnTo>
                    <a:pt x="325" y="183"/>
                  </a:lnTo>
                  <a:lnTo>
                    <a:pt x="326" y="183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27" y="181"/>
                  </a:lnTo>
                  <a:lnTo>
                    <a:pt x="327" y="181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7" y="179"/>
                  </a:lnTo>
                  <a:lnTo>
                    <a:pt x="327" y="179"/>
                  </a:lnTo>
                  <a:lnTo>
                    <a:pt x="327" y="178"/>
                  </a:lnTo>
                  <a:lnTo>
                    <a:pt x="327" y="153"/>
                  </a:lnTo>
                  <a:lnTo>
                    <a:pt x="323" y="153"/>
                  </a:lnTo>
                  <a:lnTo>
                    <a:pt x="323" y="178"/>
                  </a:lnTo>
                  <a:lnTo>
                    <a:pt x="323" y="179"/>
                  </a:lnTo>
                  <a:lnTo>
                    <a:pt x="325" y="179"/>
                  </a:lnTo>
                  <a:lnTo>
                    <a:pt x="323" y="178"/>
                  </a:lnTo>
                  <a:lnTo>
                    <a:pt x="323" y="179"/>
                  </a:lnTo>
                  <a:lnTo>
                    <a:pt x="325" y="179"/>
                  </a:lnTo>
                  <a:lnTo>
                    <a:pt x="323" y="179"/>
                  </a:lnTo>
                  <a:lnTo>
                    <a:pt x="323" y="179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4" y="181"/>
                  </a:lnTo>
                  <a:lnTo>
                    <a:pt x="323" y="180"/>
                  </a:lnTo>
                  <a:lnTo>
                    <a:pt x="322" y="180"/>
                  </a:lnTo>
                  <a:lnTo>
                    <a:pt x="324" y="182"/>
                  </a:lnTo>
                  <a:lnTo>
                    <a:pt x="322" y="180"/>
                  </a:lnTo>
                  <a:lnTo>
                    <a:pt x="322" y="181"/>
                  </a:lnTo>
                  <a:lnTo>
                    <a:pt x="323" y="182"/>
                  </a:lnTo>
                  <a:lnTo>
                    <a:pt x="322" y="180"/>
                  </a:lnTo>
                  <a:lnTo>
                    <a:pt x="322" y="181"/>
                  </a:lnTo>
                  <a:lnTo>
                    <a:pt x="323" y="182"/>
                  </a:lnTo>
                  <a:lnTo>
                    <a:pt x="322" y="181"/>
                  </a:lnTo>
                  <a:lnTo>
                    <a:pt x="321" y="182"/>
                  </a:lnTo>
                  <a:lnTo>
                    <a:pt x="320" y="182"/>
                  </a:lnTo>
                  <a:lnTo>
                    <a:pt x="320" y="182"/>
                  </a:lnTo>
                  <a:lnTo>
                    <a:pt x="319" y="183"/>
                  </a:lnTo>
                  <a:lnTo>
                    <a:pt x="319" y="183"/>
                  </a:lnTo>
                  <a:lnTo>
                    <a:pt x="318" y="184"/>
                  </a:lnTo>
                  <a:lnTo>
                    <a:pt x="317" y="184"/>
                  </a:lnTo>
                  <a:lnTo>
                    <a:pt x="317" y="184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4" y="185"/>
                  </a:lnTo>
                  <a:lnTo>
                    <a:pt x="313" y="185"/>
                  </a:lnTo>
                  <a:lnTo>
                    <a:pt x="312" y="185"/>
                  </a:lnTo>
                  <a:lnTo>
                    <a:pt x="311" y="185"/>
                  </a:lnTo>
                  <a:lnTo>
                    <a:pt x="310" y="185"/>
                  </a:lnTo>
                  <a:lnTo>
                    <a:pt x="309" y="185"/>
                  </a:lnTo>
                  <a:lnTo>
                    <a:pt x="293" y="185"/>
                  </a:lnTo>
                  <a:lnTo>
                    <a:pt x="293" y="189"/>
                  </a:lnTo>
                  <a:close/>
                  <a:moveTo>
                    <a:pt x="327" y="116"/>
                  </a:moveTo>
                  <a:lnTo>
                    <a:pt x="327" y="54"/>
                  </a:lnTo>
                  <a:lnTo>
                    <a:pt x="323" y="54"/>
                  </a:lnTo>
                  <a:lnTo>
                    <a:pt x="323" y="116"/>
                  </a:lnTo>
                  <a:lnTo>
                    <a:pt x="327" y="116"/>
                  </a:lnTo>
                  <a:close/>
                  <a:moveTo>
                    <a:pt x="327" y="17"/>
                  </a:moveTo>
                  <a:lnTo>
                    <a:pt x="327" y="11"/>
                  </a:lnTo>
                  <a:lnTo>
                    <a:pt x="327" y="11"/>
                  </a:lnTo>
                  <a:lnTo>
                    <a:pt x="327" y="10"/>
                  </a:lnTo>
                  <a:lnTo>
                    <a:pt x="327" y="10"/>
                  </a:lnTo>
                  <a:lnTo>
                    <a:pt x="327" y="10"/>
                  </a:lnTo>
                  <a:lnTo>
                    <a:pt x="327" y="9"/>
                  </a:lnTo>
                  <a:lnTo>
                    <a:pt x="327" y="9"/>
                  </a:lnTo>
                  <a:lnTo>
                    <a:pt x="327" y="8"/>
                  </a:lnTo>
                  <a:lnTo>
                    <a:pt x="327" y="8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5" y="7"/>
                  </a:lnTo>
                  <a:lnTo>
                    <a:pt x="325" y="6"/>
                  </a:lnTo>
                  <a:lnTo>
                    <a:pt x="325" y="6"/>
                  </a:lnTo>
                  <a:lnTo>
                    <a:pt x="325" y="5"/>
                  </a:lnTo>
                  <a:lnTo>
                    <a:pt x="324" y="5"/>
                  </a:lnTo>
                  <a:lnTo>
                    <a:pt x="324" y="5"/>
                  </a:lnTo>
                  <a:lnTo>
                    <a:pt x="323" y="4"/>
                  </a:lnTo>
                  <a:lnTo>
                    <a:pt x="322" y="4"/>
                  </a:lnTo>
                  <a:lnTo>
                    <a:pt x="322" y="3"/>
                  </a:lnTo>
                  <a:lnTo>
                    <a:pt x="321" y="3"/>
                  </a:lnTo>
                  <a:lnTo>
                    <a:pt x="320" y="2"/>
                  </a:lnTo>
                  <a:lnTo>
                    <a:pt x="319" y="2"/>
                  </a:lnTo>
                  <a:lnTo>
                    <a:pt x="318" y="2"/>
                  </a:lnTo>
                  <a:lnTo>
                    <a:pt x="317" y="1"/>
                  </a:lnTo>
                  <a:lnTo>
                    <a:pt x="316" y="1"/>
                  </a:lnTo>
                  <a:lnTo>
                    <a:pt x="315" y="1"/>
                  </a:lnTo>
                  <a:lnTo>
                    <a:pt x="313" y="0"/>
                  </a:lnTo>
                  <a:lnTo>
                    <a:pt x="312" y="0"/>
                  </a:lnTo>
                  <a:lnTo>
                    <a:pt x="311" y="0"/>
                  </a:lnTo>
                  <a:lnTo>
                    <a:pt x="310" y="0"/>
                  </a:lnTo>
                  <a:lnTo>
                    <a:pt x="309" y="0"/>
                  </a:lnTo>
                  <a:lnTo>
                    <a:pt x="273" y="0"/>
                  </a:lnTo>
                  <a:lnTo>
                    <a:pt x="273" y="4"/>
                  </a:lnTo>
                  <a:lnTo>
                    <a:pt x="309" y="4"/>
                  </a:lnTo>
                  <a:lnTo>
                    <a:pt x="310" y="4"/>
                  </a:lnTo>
                  <a:lnTo>
                    <a:pt x="311" y="4"/>
                  </a:lnTo>
                  <a:lnTo>
                    <a:pt x="312" y="4"/>
                  </a:lnTo>
                  <a:lnTo>
                    <a:pt x="313" y="5"/>
                  </a:lnTo>
                  <a:lnTo>
                    <a:pt x="314" y="5"/>
                  </a:lnTo>
                  <a:lnTo>
                    <a:pt x="315" y="5"/>
                  </a:lnTo>
                  <a:lnTo>
                    <a:pt x="316" y="5"/>
                  </a:lnTo>
                  <a:lnTo>
                    <a:pt x="317" y="5"/>
                  </a:lnTo>
                  <a:lnTo>
                    <a:pt x="317" y="6"/>
                  </a:lnTo>
                  <a:lnTo>
                    <a:pt x="318" y="6"/>
                  </a:lnTo>
                  <a:lnTo>
                    <a:pt x="319" y="6"/>
                  </a:lnTo>
                  <a:lnTo>
                    <a:pt x="320" y="7"/>
                  </a:lnTo>
                  <a:lnTo>
                    <a:pt x="320" y="7"/>
                  </a:lnTo>
                  <a:lnTo>
                    <a:pt x="321" y="7"/>
                  </a:lnTo>
                  <a:lnTo>
                    <a:pt x="321" y="8"/>
                  </a:lnTo>
                  <a:lnTo>
                    <a:pt x="322" y="8"/>
                  </a:lnTo>
                  <a:lnTo>
                    <a:pt x="323" y="7"/>
                  </a:lnTo>
                  <a:lnTo>
                    <a:pt x="322" y="8"/>
                  </a:lnTo>
                  <a:lnTo>
                    <a:pt x="322" y="9"/>
                  </a:lnTo>
                  <a:lnTo>
                    <a:pt x="323" y="7"/>
                  </a:lnTo>
                  <a:lnTo>
                    <a:pt x="322" y="9"/>
                  </a:lnTo>
                  <a:lnTo>
                    <a:pt x="322" y="9"/>
                  </a:lnTo>
                  <a:lnTo>
                    <a:pt x="324" y="8"/>
                  </a:lnTo>
                  <a:lnTo>
                    <a:pt x="322" y="9"/>
                  </a:lnTo>
                  <a:lnTo>
                    <a:pt x="323" y="10"/>
                  </a:lnTo>
                  <a:lnTo>
                    <a:pt x="324" y="9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10"/>
                  </a:lnTo>
                  <a:lnTo>
                    <a:pt x="323" y="10"/>
                  </a:lnTo>
                  <a:lnTo>
                    <a:pt x="325" y="10"/>
                  </a:lnTo>
                  <a:lnTo>
                    <a:pt x="323" y="10"/>
                  </a:lnTo>
                  <a:lnTo>
                    <a:pt x="323" y="11"/>
                  </a:lnTo>
                  <a:lnTo>
                    <a:pt x="325" y="10"/>
                  </a:lnTo>
                  <a:lnTo>
                    <a:pt x="323" y="10"/>
                  </a:lnTo>
                  <a:lnTo>
                    <a:pt x="323" y="11"/>
                  </a:lnTo>
                  <a:lnTo>
                    <a:pt x="325" y="11"/>
                  </a:lnTo>
                  <a:lnTo>
                    <a:pt x="323" y="11"/>
                  </a:lnTo>
                  <a:lnTo>
                    <a:pt x="323" y="12"/>
                  </a:lnTo>
                  <a:lnTo>
                    <a:pt x="323" y="17"/>
                  </a:lnTo>
                  <a:lnTo>
                    <a:pt x="327" y="17"/>
                  </a:lnTo>
                  <a:close/>
                  <a:moveTo>
                    <a:pt x="236" y="0"/>
                  </a:moveTo>
                  <a:lnTo>
                    <a:pt x="174" y="0"/>
                  </a:lnTo>
                  <a:lnTo>
                    <a:pt x="174" y="4"/>
                  </a:lnTo>
                  <a:lnTo>
                    <a:pt x="236" y="4"/>
                  </a:lnTo>
                  <a:lnTo>
                    <a:pt x="236" y="0"/>
                  </a:lnTo>
                  <a:close/>
                  <a:moveTo>
                    <a:pt x="137" y="0"/>
                  </a:moveTo>
                  <a:lnTo>
                    <a:pt x="76" y="0"/>
                  </a:lnTo>
                  <a:lnTo>
                    <a:pt x="76" y="4"/>
                  </a:lnTo>
                  <a:lnTo>
                    <a:pt x="137" y="4"/>
                  </a:lnTo>
                  <a:lnTo>
                    <a:pt x="137" y="0"/>
                  </a:lnTo>
                  <a:close/>
                  <a:moveTo>
                    <a:pt x="39" y="0"/>
                  </a:move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1" y="1"/>
                  </a:lnTo>
                  <a:lnTo>
                    <a:pt x="10" y="1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2"/>
                  </a:lnTo>
                  <a:lnTo>
                    <a:pt x="6" y="3"/>
                  </a:lnTo>
                  <a:lnTo>
                    <a:pt x="5" y="3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3" y="3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2" y="11"/>
                  </a:lnTo>
                  <a:lnTo>
                    <a:pt x="3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3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2" y="9"/>
                  </a:lnTo>
                  <a:lnTo>
                    <a:pt x="4" y="10"/>
                  </a:lnTo>
                  <a:lnTo>
                    <a:pt x="4" y="9"/>
                  </a:lnTo>
                  <a:lnTo>
                    <a:pt x="2" y="9"/>
                  </a:lnTo>
                  <a:lnTo>
                    <a:pt x="4" y="10"/>
                  </a:lnTo>
                  <a:lnTo>
                    <a:pt x="5" y="9"/>
                  </a:lnTo>
                  <a:lnTo>
                    <a:pt x="3" y="8"/>
                  </a:lnTo>
                  <a:lnTo>
                    <a:pt x="4" y="9"/>
                  </a:lnTo>
                  <a:lnTo>
                    <a:pt x="5" y="9"/>
                  </a:lnTo>
                  <a:lnTo>
                    <a:pt x="3" y="7"/>
                  </a:lnTo>
                  <a:lnTo>
                    <a:pt x="5" y="9"/>
                  </a:lnTo>
                  <a:lnTo>
                    <a:pt x="5" y="8"/>
                  </a:lnTo>
                  <a:lnTo>
                    <a:pt x="4" y="7"/>
                  </a:lnTo>
                  <a:lnTo>
                    <a:pt x="5" y="8"/>
                  </a:lnTo>
                  <a:lnTo>
                    <a:pt x="6" y="8"/>
                  </a:lnTo>
                  <a:lnTo>
                    <a:pt x="6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5" y="4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39" y="4"/>
                  </a:lnTo>
                  <a:lnTo>
                    <a:pt x="39" y="0"/>
                  </a:lnTo>
                  <a:close/>
                  <a:moveTo>
                    <a:pt x="0" y="68"/>
                  </a:moveTo>
                  <a:lnTo>
                    <a:pt x="0" y="130"/>
                  </a:lnTo>
                  <a:lnTo>
                    <a:pt x="3" y="130"/>
                  </a:lnTo>
                  <a:lnTo>
                    <a:pt x="3" y="68"/>
                  </a:lnTo>
                  <a:lnTo>
                    <a:pt x="0" y="68"/>
                  </a:lnTo>
                  <a:close/>
                  <a:moveTo>
                    <a:pt x="0" y="167"/>
                  </a:moveTo>
                  <a:lnTo>
                    <a:pt x="0" y="178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0" y="182"/>
                  </a:lnTo>
                  <a:lnTo>
                    <a:pt x="1" y="182"/>
                  </a:lnTo>
                  <a:lnTo>
                    <a:pt x="1" y="183"/>
                  </a:lnTo>
                  <a:lnTo>
                    <a:pt x="1" y="183"/>
                  </a:lnTo>
                  <a:lnTo>
                    <a:pt x="2" y="183"/>
                  </a:lnTo>
                  <a:lnTo>
                    <a:pt x="2" y="184"/>
                  </a:lnTo>
                  <a:lnTo>
                    <a:pt x="2" y="184"/>
                  </a:lnTo>
                  <a:lnTo>
                    <a:pt x="2" y="184"/>
                  </a:lnTo>
                  <a:lnTo>
                    <a:pt x="3" y="185"/>
                  </a:lnTo>
                  <a:lnTo>
                    <a:pt x="3" y="185"/>
                  </a:lnTo>
                  <a:lnTo>
                    <a:pt x="4" y="186"/>
                  </a:lnTo>
                  <a:lnTo>
                    <a:pt x="5" y="186"/>
                  </a:lnTo>
                  <a:lnTo>
                    <a:pt x="6" y="187"/>
                  </a:lnTo>
                  <a:lnTo>
                    <a:pt x="7" y="187"/>
                  </a:lnTo>
                  <a:lnTo>
                    <a:pt x="8" y="187"/>
                  </a:lnTo>
                  <a:lnTo>
                    <a:pt x="9" y="188"/>
                  </a:lnTo>
                  <a:lnTo>
                    <a:pt x="10" y="188"/>
                  </a:lnTo>
                  <a:lnTo>
                    <a:pt x="11" y="189"/>
                  </a:lnTo>
                  <a:lnTo>
                    <a:pt x="12" y="189"/>
                  </a:lnTo>
                  <a:lnTo>
                    <a:pt x="13" y="189"/>
                  </a:lnTo>
                  <a:lnTo>
                    <a:pt x="14" y="189"/>
                  </a:lnTo>
                  <a:lnTo>
                    <a:pt x="15" y="189"/>
                  </a:lnTo>
                  <a:lnTo>
                    <a:pt x="17" y="189"/>
                  </a:lnTo>
                  <a:lnTo>
                    <a:pt x="18" y="189"/>
                  </a:lnTo>
                  <a:lnTo>
                    <a:pt x="59" y="189"/>
                  </a:lnTo>
                  <a:lnTo>
                    <a:pt x="59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6" y="185"/>
                  </a:lnTo>
                  <a:lnTo>
                    <a:pt x="15" y="185"/>
                  </a:lnTo>
                  <a:lnTo>
                    <a:pt x="14" y="185"/>
                  </a:lnTo>
                  <a:lnTo>
                    <a:pt x="13" y="185"/>
                  </a:lnTo>
                  <a:lnTo>
                    <a:pt x="12" y="184"/>
                  </a:lnTo>
                  <a:lnTo>
                    <a:pt x="11" y="184"/>
                  </a:lnTo>
                  <a:lnTo>
                    <a:pt x="10" y="184"/>
                  </a:lnTo>
                  <a:lnTo>
                    <a:pt x="9" y="184"/>
                  </a:lnTo>
                  <a:lnTo>
                    <a:pt x="8" y="184"/>
                  </a:lnTo>
                  <a:lnTo>
                    <a:pt x="8" y="183"/>
                  </a:lnTo>
                  <a:lnTo>
                    <a:pt x="7" y="183"/>
                  </a:lnTo>
                  <a:lnTo>
                    <a:pt x="7" y="182"/>
                  </a:lnTo>
                  <a:lnTo>
                    <a:pt x="6" y="182"/>
                  </a:lnTo>
                  <a:lnTo>
                    <a:pt x="5" y="182"/>
                  </a:lnTo>
                  <a:lnTo>
                    <a:pt x="5" y="181"/>
                  </a:lnTo>
                  <a:lnTo>
                    <a:pt x="4" y="182"/>
                  </a:lnTo>
                  <a:lnTo>
                    <a:pt x="5" y="181"/>
                  </a:lnTo>
                  <a:lnTo>
                    <a:pt x="5" y="180"/>
                  </a:lnTo>
                  <a:lnTo>
                    <a:pt x="3" y="182"/>
                  </a:lnTo>
                  <a:lnTo>
                    <a:pt x="5" y="181"/>
                  </a:lnTo>
                  <a:lnTo>
                    <a:pt x="4" y="180"/>
                  </a:lnTo>
                  <a:lnTo>
                    <a:pt x="3" y="182"/>
                  </a:lnTo>
                  <a:lnTo>
                    <a:pt x="5" y="180"/>
                  </a:lnTo>
                  <a:lnTo>
                    <a:pt x="4" y="180"/>
                  </a:lnTo>
                  <a:lnTo>
                    <a:pt x="2" y="181"/>
                  </a:lnTo>
                  <a:lnTo>
                    <a:pt x="4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79"/>
                  </a:lnTo>
                  <a:lnTo>
                    <a:pt x="3" y="179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3" y="178"/>
                  </a:lnTo>
                  <a:lnTo>
                    <a:pt x="2" y="179"/>
                  </a:lnTo>
                  <a:lnTo>
                    <a:pt x="3" y="179"/>
                  </a:lnTo>
                  <a:lnTo>
                    <a:pt x="3" y="178"/>
                  </a:lnTo>
                  <a:lnTo>
                    <a:pt x="3" y="167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27" name="Freeform 1133"/>
            <p:cNvSpPr>
              <a:spLocks noEditPoints="1"/>
            </p:cNvSpPr>
            <p:nvPr/>
          </p:nvSpPr>
          <p:spPr bwMode="auto">
            <a:xfrm>
              <a:off x="4140200" y="4560888"/>
              <a:ext cx="520700" cy="300038"/>
            </a:xfrm>
            <a:custGeom>
              <a:avLst/>
              <a:gdLst>
                <a:gd name="T0" fmla="*/ 195 w 328"/>
                <a:gd name="T1" fmla="*/ 189 h 189"/>
                <a:gd name="T2" fmla="*/ 310 w 328"/>
                <a:gd name="T3" fmla="*/ 189 h 189"/>
                <a:gd name="T4" fmla="*/ 316 w 328"/>
                <a:gd name="T5" fmla="*/ 189 h 189"/>
                <a:gd name="T6" fmla="*/ 322 w 328"/>
                <a:gd name="T7" fmla="*/ 186 h 189"/>
                <a:gd name="T8" fmla="*/ 326 w 328"/>
                <a:gd name="T9" fmla="*/ 184 h 189"/>
                <a:gd name="T10" fmla="*/ 327 w 328"/>
                <a:gd name="T11" fmla="*/ 181 h 189"/>
                <a:gd name="T12" fmla="*/ 328 w 328"/>
                <a:gd name="T13" fmla="*/ 179 h 189"/>
                <a:gd name="T14" fmla="*/ 324 w 328"/>
                <a:gd name="T15" fmla="*/ 179 h 189"/>
                <a:gd name="T16" fmla="*/ 324 w 328"/>
                <a:gd name="T17" fmla="*/ 179 h 189"/>
                <a:gd name="T18" fmla="*/ 323 w 328"/>
                <a:gd name="T19" fmla="*/ 180 h 189"/>
                <a:gd name="T20" fmla="*/ 322 w 328"/>
                <a:gd name="T21" fmla="*/ 181 h 189"/>
                <a:gd name="T22" fmla="*/ 322 w 328"/>
                <a:gd name="T23" fmla="*/ 182 h 189"/>
                <a:gd name="T24" fmla="*/ 318 w 328"/>
                <a:gd name="T25" fmla="*/ 184 h 189"/>
                <a:gd name="T26" fmla="*/ 312 w 328"/>
                <a:gd name="T27" fmla="*/ 185 h 189"/>
                <a:gd name="T28" fmla="*/ 328 w 328"/>
                <a:gd name="T29" fmla="*/ 116 h 189"/>
                <a:gd name="T30" fmla="*/ 328 w 328"/>
                <a:gd name="T31" fmla="*/ 11 h 189"/>
                <a:gd name="T32" fmla="*/ 327 w 328"/>
                <a:gd name="T33" fmla="*/ 9 h 189"/>
                <a:gd name="T34" fmla="*/ 326 w 328"/>
                <a:gd name="T35" fmla="*/ 7 h 189"/>
                <a:gd name="T36" fmla="*/ 324 w 328"/>
                <a:gd name="T37" fmla="*/ 4 h 189"/>
                <a:gd name="T38" fmla="*/ 319 w 328"/>
                <a:gd name="T39" fmla="*/ 2 h 189"/>
                <a:gd name="T40" fmla="*/ 312 w 328"/>
                <a:gd name="T41" fmla="*/ 0 h 189"/>
                <a:gd name="T42" fmla="*/ 311 w 328"/>
                <a:gd name="T43" fmla="*/ 4 h 189"/>
                <a:gd name="T44" fmla="*/ 316 w 328"/>
                <a:gd name="T45" fmla="*/ 5 h 189"/>
                <a:gd name="T46" fmla="*/ 321 w 328"/>
                <a:gd name="T47" fmla="*/ 7 h 189"/>
                <a:gd name="T48" fmla="*/ 323 w 328"/>
                <a:gd name="T49" fmla="*/ 9 h 189"/>
                <a:gd name="T50" fmla="*/ 323 w 328"/>
                <a:gd name="T51" fmla="*/ 10 h 189"/>
                <a:gd name="T52" fmla="*/ 324 w 328"/>
                <a:gd name="T53" fmla="*/ 10 h 189"/>
                <a:gd name="T54" fmla="*/ 324 w 328"/>
                <a:gd name="T55" fmla="*/ 11 h 189"/>
                <a:gd name="T56" fmla="*/ 237 w 328"/>
                <a:gd name="T57" fmla="*/ 0 h 189"/>
                <a:gd name="T58" fmla="*/ 77 w 328"/>
                <a:gd name="T59" fmla="*/ 0 h 189"/>
                <a:gd name="T60" fmla="*/ 17 w 328"/>
                <a:gd name="T61" fmla="*/ 0 h 189"/>
                <a:gd name="T62" fmla="*/ 11 w 328"/>
                <a:gd name="T63" fmla="*/ 1 h 189"/>
                <a:gd name="T64" fmla="*/ 5 w 328"/>
                <a:gd name="T65" fmla="*/ 4 h 189"/>
                <a:gd name="T66" fmla="*/ 2 w 328"/>
                <a:gd name="T67" fmla="*/ 6 h 189"/>
                <a:gd name="T68" fmla="*/ 1 w 328"/>
                <a:gd name="T69" fmla="*/ 8 h 189"/>
                <a:gd name="T70" fmla="*/ 0 w 328"/>
                <a:gd name="T71" fmla="*/ 11 h 189"/>
                <a:gd name="T72" fmla="*/ 2 w 328"/>
                <a:gd name="T73" fmla="*/ 11 h 189"/>
                <a:gd name="T74" fmla="*/ 2 w 328"/>
                <a:gd name="T75" fmla="*/ 10 h 189"/>
                <a:gd name="T76" fmla="*/ 3 w 328"/>
                <a:gd name="T77" fmla="*/ 9 h 189"/>
                <a:gd name="T78" fmla="*/ 4 w 328"/>
                <a:gd name="T79" fmla="*/ 7 h 189"/>
                <a:gd name="T80" fmla="*/ 7 w 328"/>
                <a:gd name="T81" fmla="*/ 7 h 189"/>
                <a:gd name="T82" fmla="*/ 11 w 328"/>
                <a:gd name="T83" fmla="*/ 5 h 189"/>
                <a:gd name="T84" fmla="*/ 17 w 328"/>
                <a:gd name="T85" fmla="*/ 4 h 189"/>
                <a:gd name="T86" fmla="*/ 0 w 328"/>
                <a:gd name="T87" fmla="*/ 130 h 189"/>
                <a:gd name="T88" fmla="*/ 0 w 328"/>
                <a:gd name="T89" fmla="*/ 179 h 189"/>
                <a:gd name="T90" fmla="*/ 1 w 328"/>
                <a:gd name="T91" fmla="*/ 181 h 189"/>
                <a:gd name="T92" fmla="*/ 2 w 328"/>
                <a:gd name="T93" fmla="*/ 183 h 189"/>
                <a:gd name="T94" fmla="*/ 5 w 328"/>
                <a:gd name="T95" fmla="*/ 186 h 189"/>
                <a:gd name="T96" fmla="*/ 10 w 328"/>
                <a:gd name="T97" fmla="*/ 188 h 189"/>
                <a:gd name="T98" fmla="*/ 17 w 328"/>
                <a:gd name="T99" fmla="*/ 189 h 189"/>
                <a:gd name="T100" fmla="*/ 16 w 328"/>
                <a:gd name="T101" fmla="*/ 185 h 189"/>
                <a:gd name="T102" fmla="*/ 11 w 328"/>
                <a:gd name="T103" fmla="*/ 184 h 189"/>
                <a:gd name="T104" fmla="*/ 7 w 328"/>
                <a:gd name="T105" fmla="*/ 182 h 189"/>
                <a:gd name="T106" fmla="*/ 4 w 328"/>
                <a:gd name="T107" fmla="*/ 182 h 189"/>
                <a:gd name="T108" fmla="*/ 3 w 328"/>
                <a:gd name="T109" fmla="*/ 181 h 189"/>
                <a:gd name="T110" fmla="*/ 2 w 328"/>
                <a:gd name="T111" fmla="*/ 180 h 189"/>
                <a:gd name="T112" fmla="*/ 2 w 328"/>
                <a:gd name="T113" fmla="*/ 17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8" h="189">
                  <a:moveTo>
                    <a:pt x="97" y="189"/>
                  </a:moveTo>
                  <a:lnTo>
                    <a:pt x="158" y="189"/>
                  </a:lnTo>
                  <a:lnTo>
                    <a:pt x="158" y="185"/>
                  </a:lnTo>
                  <a:lnTo>
                    <a:pt x="97" y="185"/>
                  </a:lnTo>
                  <a:lnTo>
                    <a:pt x="97" y="189"/>
                  </a:lnTo>
                  <a:close/>
                  <a:moveTo>
                    <a:pt x="195" y="189"/>
                  </a:moveTo>
                  <a:lnTo>
                    <a:pt x="257" y="189"/>
                  </a:lnTo>
                  <a:lnTo>
                    <a:pt x="257" y="185"/>
                  </a:lnTo>
                  <a:lnTo>
                    <a:pt x="195" y="185"/>
                  </a:lnTo>
                  <a:lnTo>
                    <a:pt x="195" y="189"/>
                  </a:lnTo>
                  <a:close/>
                  <a:moveTo>
                    <a:pt x="294" y="189"/>
                  </a:moveTo>
                  <a:lnTo>
                    <a:pt x="310" y="189"/>
                  </a:lnTo>
                  <a:lnTo>
                    <a:pt x="311" y="189"/>
                  </a:lnTo>
                  <a:lnTo>
                    <a:pt x="312" y="189"/>
                  </a:lnTo>
                  <a:lnTo>
                    <a:pt x="313" y="189"/>
                  </a:lnTo>
                  <a:lnTo>
                    <a:pt x="314" y="189"/>
                  </a:lnTo>
                  <a:lnTo>
                    <a:pt x="315" y="189"/>
                  </a:lnTo>
                  <a:lnTo>
                    <a:pt x="316" y="189"/>
                  </a:lnTo>
                  <a:lnTo>
                    <a:pt x="317" y="188"/>
                  </a:lnTo>
                  <a:lnTo>
                    <a:pt x="319" y="188"/>
                  </a:lnTo>
                  <a:lnTo>
                    <a:pt x="319" y="187"/>
                  </a:lnTo>
                  <a:lnTo>
                    <a:pt x="320" y="187"/>
                  </a:lnTo>
                  <a:lnTo>
                    <a:pt x="321" y="187"/>
                  </a:lnTo>
                  <a:lnTo>
                    <a:pt x="322" y="186"/>
                  </a:lnTo>
                  <a:lnTo>
                    <a:pt x="323" y="186"/>
                  </a:lnTo>
                  <a:lnTo>
                    <a:pt x="324" y="185"/>
                  </a:lnTo>
                  <a:lnTo>
                    <a:pt x="324" y="185"/>
                  </a:lnTo>
                  <a:lnTo>
                    <a:pt x="325" y="184"/>
                  </a:lnTo>
                  <a:lnTo>
                    <a:pt x="325" y="184"/>
                  </a:lnTo>
                  <a:lnTo>
                    <a:pt x="326" y="184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7" y="182"/>
                  </a:lnTo>
                  <a:lnTo>
                    <a:pt x="327" y="182"/>
                  </a:lnTo>
                  <a:lnTo>
                    <a:pt x="327" y="181"/>
                  </a:lnTo>
                  <a:lnTo>
                    <a:pt x="327" y="181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8" y="180"/>
                  </a:lnTo>
                  <a:lnTo>
                    <a:pt x="328" y="180"/>
                  </a:lnTo>
                  <a:lnTo>
                    <a:pt x="328" y="179"/>
                  </a:lnTo>
                  <a:lnTo>
                    <a:pt x="328" y="179"/>
                  </a:lnTo>
                  <a:lnTo>
                    <a:pt x="328" y="178"/>
                  </a:lnTo>
                  <a:lnTo>
                    <a:pt x="328" y="153"/>
                  </a:lnTo>
                  <a:lnTo>
                    <a:pt x="324" y="153"/>
                  </a:lnTo>
                  <a:lnTo>
                    <a:pt x="324" y="178"/>
                  </a:lnTo>
                  <a:lnTo>
                    <a:pt x="324" y="179"/>
                  </a:lnTo>
                  <a:lnTo>
                    <a:pt x="326" y="179"/>
                  </a:lnTo>
                  <a:lnTo>
                    <a:pt x="324" y="178"/>
                  </a:lnTo>
                  <a:lnTo>
                    <a:pt x="324" y="179"/>
                  </a:lnTo>
                  <a:lnTo>
                    <a:pt x="326" y="179"/>
                  </a:lnTo>
                  <a:lnTo>
                    <a:pt x="324" y="179"/>
                  </a:lnTo>
                  <a:lnTo>
                    <a:pt x="324" y="179"/>
                  </a:lnTo>
                  <a:lnTo>
                    <a:pt x="325" y="180"/>
                  </a:lnTo>
                  <a:lnTo>
                    <a:pt x="324" y="179"/>
                  </a:lnTo>
                  <a:lnTo>
                    <a:pt x="324" y="180"/>
                  </a:lnTo>
                  <a:lnTo>
                    <a:pt x="325" y="180"/>
                  </a:lnTo>
                  <a:lnTo>
                    <a:pt x="324" y="179"/>
                  </a:lnTo>
                  <a:lnTo>
                    <a:pt x="323" y="180"/>
                  </a:lnTo>
                  <a:lnTo>
                    <a:pt x="325" y="181"/>
                  </a:lnTo>
                  <a:lnTo>
                    <a:pt x="323" y="180"/>
                  </a:lnTo>
                  <a:lnTo>
                    <a:pt x="323" y="180"/>
                  </a:lnTo>
                  <a:lnTo>
                    <a:pt x="325" y="182"/>
                  </a:lnTo>
                  <a:lnTo>
                    <a:pt x="323" y="180"/>
                  </a:lnTo>
                  <a:lnTo>
                    <a:pt x="322" y="181"/>
                  </a:lnTo>
                  <a:lnTo>
                    <a:pt x="324" y="182"/>
                  </a:lnTo>
                  <a:lnTo>
                    <a:pt x="323" y="180"/>
                  </a:lnTo>
                  <a:lnTo>
                    <a:pt x="322" y="181"/>
                  </a:lnTo>
                  <a:lnTo>
                    <a:pt x="324" y="182"/>
                  </a:lnTo>
                  <a:lnTo>
                    <a:pt x="322" y="181"/>
                  </a:lnTo>
                  <a:lnTo>
                    <a:pt x="322" y="182"/>
                  </a:lnTo>
                  <a:lnTo>
                    <a:pt x="321" y="182"/>
                  </a:lnTo>
                  <a:lnTo>
                    <a:pt x="320" y="182"/>
                  </a:lnTo>
                  <a:lnTo>
                    <a:pt x="320" y="183"/>
                  </a:lnTo>
                  <a:lnTo>
                    <a:pt x="319" y="183"/>
                  </a:lnTo>
                  <a:lnTo>
                    <a:pt x="319" y="184"/>
                  </a:lnTo>
                  <a:lnTo>
                    <a:pt x="318" y="184"/>
                  </a:lnTo>
                  <a:lnTo>
                    <a:pt x="317" y="184"/>
                  </a:lnTo>
                  <a:lnTo>
                    <a:pt x="316" y="184"/>
                  </a:lnTo>
                  <a:lnTo>
                    <a:pt x="315" y="184"/>
                  </a:lnTo>
                  <a:lnTo>
                    <a:pt x="314" y="185"/>
                  </a:lnTo>
                  <a:lnTo>
                    <a:pt x="314" y="185"/>
                  </a:lnTo>
                  <a:lnTo>
                    <a:pt x="312" y="185"/>
                  </a:lnTo>
                  <a:lnTo>
                    <a:pt x="312" y="185"/>
                  </a:lnTo>
                  <a:lnTo>
                    <a:pt x="310" y="185"/>
                  </a:lnTo>
                  <a:lnTo>
                    <a:pt x="310" y="185"/>
                  </a:lnTo>
                  <a:lnTo>
                    <a:pt x="294" y="185"/>
                  </a:lnTo>
                  <a:lnTo>
                    <a:pt x="294" y="189"/>
                  </a:lnTo>
                  <a:close/>
                  <a:moveTo>
                    <a:pt x="328" y="116"/>
                  </a:moveTo>
                  <a:lnTo>
                    <a:pt x="328" y="54"/>
                  </a:lnTo>
                  <a:lnTo>
                    <a:pt x="324" y="54"/>
                  </a:lnTo>
                  <a:lnTo>
                    <a:pt x="324" y="116"/>
                  </a:lnTo>
                  <a:lnTo>
                    <a:pt x="328" y="116"/>
                  </a:lnTo>
                  <a:close/>
                  <a:moveTo>
                    <a:pt x="328" y="17"/>
                  </a:moveTo>
                  <a:lnTo>
                    <a:pt x="328" y="11"/>
                  </a:lnTo>
                  <a:lnTo>
                    <a:pt x="328" y="11"/>
                  </a:lnTo>
                  <a:lnTo>
                    <a:pt x="328" y="10"/>
                  </a:lnTo>
                  <a:lnTo>
                    <a:pt x="328" y="10"/>
                  </a:lnTo>
                  <a:lnTo>
                    <a:pt x="328" y="10"/>
                  </a:lnTo>
                  <a:lnTo>
                    <a:pt x="327" y="9"/>
                  </a:lnTo>
                  <a:lnTo>
                    <a:pt x="327" y="9"/>
                  </a:lnTo>
                  <a:lnTo>
                    <a:pt x="327" y="8"/>
                  </a:lnTo>
                  <a:lnTo>
                    <a:pt x="327" y="8"/>
                  </a:lnTo>
                  <a:lnTo>
                    <a:pt x="327" y="7"/>
                  </a:lnTo>
                  <a:lnTo>
                    <a:pt x="327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6"/>
                  </a:lnTo>
                  <a:lnTo>
                    <a:pt x="326" y="6"/>
                  </a:lnTo>
                  <a:lnTo>
                    <a:pt x="325" y="5"/>
                  </a:lnTo>
                  <a:lnTo>
                    <a:pt x="325" y="5"/>
                  </a:lnTo>
                  <a:lnTo>
                    <a:pt x="324" y="5"/>
                  </a:lnTo>
                  <a:lnTo>
                    <a:pt x="324" y="4"/>
                  </a:lnTo>
                  <a:lnTo>
                    <a:pt x="323" y="4"/>
                  </a:lnTo>
                  <a:lnTo>
                    <a:pt x="322" y="3"/>
                  </a:lnTo>
                  <a:lnTo>
                    <a:pt x="321" y="3"/>
                  </a:lnTo>
                  <a:lnTo>
                    <a:pt x="320" y="2"/>
                  </a:lnTo>
                  <a:lnTo>
                    <a:pt x="319" y="2"/>
                  </a:lnTo>
                  <a:lnTo>
                    <a:pt x="319" y="2"/>
                  </a:lnTo>
                  <a:lnTo>
                    <a:pt x="317" y="1"/>
                  </a:lnTo>
                  <a:lnTo>
                    <a:pt x="316" y="1"/>
                  </a:lnTo>
                  <a:lnTo>
                    <a:pt x="315" y="1"/>
                  </a:lnTo>
                  <a:lnTo>
                    <a:pt x="314" y="0"/>
                  </a:lnTo>
                  <a:lnTo>
                    <a:pt x="313" y="0"/>
                  </a:lnTo>
                  <a:lnTo>
                    <a:pt x="312" y="0"/>
                  </a:lnTo>
                  <a:lnTo>
                    <a:pt x="311" y="0"/>
                  </a:lnTo>
                  <a:lnTo>
                    <a:pt x="310" y="0"/>
                  </a:lnTo>
                  <a:lnTo>
                    <a:pt x="274" y="0"/>
                  </a:lnTo>
                  <a:lnTo>
                    <a:pt x="274" y="4"/>
                  </a:lnTo>
                  <a:lnTo>
                    <a:pt x="310" y="4"/>
                  </a:lnTo>
                  <a:lnTo>
                    <a:pt x="311" y="4"/>
                  </a:lnTo>
                  <a:lnTo>
                    <a:pt x="312" y="4"/>
                  </a:lnTo>
                  <a:lnTo>
                    <a:pt x="313" y="4"/>
                  </a:lnTo>
                  <a:lnTo>
                    <a:pt x="314" y="5"/>
                  </a:lnTo>
                  <a:lnTo>
                    <a:pt x="315" y="5"/>
                  </a:lnTo>
                  <a:lnTo>
                    <a:pt x="315" y="5"/>
                  </a:lnTo>
                  <a:lnTo>
                    <a:pt x="316" y="5"/>
                  </a:lnTo>
                  <a:lnTo>
                    <a:pt x="317" y="5"/>
                  </a:lnTo>
                  <a:lnTo>
                    <a:pt x="318" y="6"/>
                  </a:lnTo>
                  <a:lnTo>
                    <a:pt x="319" y="6"/>
                  </a:lnTo>
                  <a:lnTo>
                    <a:pt x="319" y="6"/>
                  </a:lnTo>
                  <a:lnTo>
                    <a:pt x="320" y="7"/>
                  </a:lnTo>
                  <a:lnTo>
                    <a:pt x="321" y="7"/>
                  </a:lnTo>
                  <a:lnTo>
                    <a:pt x="321" y="7"/>
                  </a:lnTo>
                  <a:lnTo>
                    <a:pt x="322" y="8"/>
                  </a:lnTo>
                  <a:lnTo>
                    <a:pt x="322" y="8"/>
                  </a:lnTo>
                  <a:lnTo>
                    <a:pt x="324" y="7"/>
                  </a:lnTo>
                  <a:lnTo>
                    <a:pt x="322" y="8"/>
                  </a:lnTo>
                  <a:lnTo>
                    <a:pt x="323" y="9"/>
                  </a:lnTo>
                  <a:lnTo>
                    <a:pt x="324" y="7"/>
                  </a:lnTo>
                  <a:lnTo>
                    <a:pt x="322" y="9"/>
                  </a:lnTo>
                  <a:lnTo>
                    <a:pt x="323" y="9"/>
                  </a:lnTo>
                  <a:lnTo>
                    <a:pt x="325" y="8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9"/>
                  </a:lnTo>
                  <a:lnTo>
                    <a:pt x="324" y="10"/>
                  </a:lnTo>
                  <a:lnTo>
                    <a:pt x="325" y="9"/>
                  </a:lnTo>
                  <a:lnTo>
                    <a:pt x="324" y="10"/>
                  </a:lnTo>
                  <a:lnTo>
                    <a:pt x="324" y="10"/>
                  </a:lnTo>
                  <a:lnTo>
                    <a:pt x="325" y="10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10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11"/>
                  </a:lnTo>
                  <a:lnTo>
                    <a:pt x="324" y="11"/>
                  </a:lnTo>
                  <a:lnTo>
                    <a:pt x="324" y="12"/>
                  </a:lnTo>
                  <a:lnTo>
                    <a:pt x="324" y="17"/>
                  </a:lnTo>
                  <a:lnTo>
                    <a:pt x="328" y="17"/>
                  </a:lnTo>
                  <a:close/>
                  <a:moveTo>
                    <a:pt x="237" y="0"/>
                  </a:moveTo>
                  <a:lnTo>
                    <a:pt x="175" y="0"/>
                  </a:lnTo>
                  <a:lnTo>
                    <a:pt x="175" y="4"/>
                  </a:lnTo>
                  <a:lnTo>
                    <a:pt x="237" y="4"/>
                  </a:lnTo>
                  <a:lnTo>
                    <a:pt x="237" y="0"/>
                  </a:lnTo>
                  <a:close/>
                  <a:moveTo>
                    <a:pt x="138" y="0"/>
                  </a:moveTo>
                  <a:lnTo>
                    <a:pt x="77" y="0"/>
                  </a:lnTo>
                  <a:lnTo>
                    <a:pt x="77" y="4"/>
                  </a:lnTo>
                  <a:lnTo>
                    <a:pt x="138" y="4"/>
                  </a:lnTo>
                  <a:lnTo>
                    <a:pt x="138" y="0"/>
                  </a:lnTo>
                  <a:close/>
                  <a:moveTo>
                    <a:pt x="40" y="0"/>
                  </a:moveTo>
                  <a:lnTo>
                    <a:pt x="18" y="0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3"/>
                  </a:lnTo>
                  <a:lnTo>
                    <a:pt x="6" y="3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4" y="3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3" y="9"/>
                  </a:lnTo>
                  <a:lnTo>
                    <a:pt x="5" y="10"/>
                  </a:lnTo>
                  <a:lnTo>
                    <a:pt x="5" y="9"/>
                  </a:lnTo>
                  <a:lnTo>
                    <a:pt x="3" y="9"/>
                  </a:lnTo>
                  <a:lnTo>
                    <a:pt x="5" y="10"/>
                  </a:lnTo>
                  <a:lnTo>
                    <a:pt x="5" y="9"/>
                  </a:lnTo>
                  <a:lnTo>
                    <a:pt x="4" y="8"/>
                  </a:lnTo>
                  <a:lnTo>
                    <a:pt x="5" y="9"/>
                  </a:lnTo>
                  <a:lnTo>
                    <a:pt x="5" y="9"/>
                  </a:lnTo>
                  <a:lnTo>
                    <a:pt x="4" y="7"/>
                  </a:lnTo>
                  <a:lnTo>
                    <a:pt x="5" y="9"/>
                  </a:lnTo>
                  <a:lnTo>
                    <a:pt x="6" y="8"/>
                  </a:lnTo>
                  <a:lnTo>
                    <a:pt x="4" y="7"/>
                  </a:lnTo>
                  <a:lnTo>
                    <a:pt x="6" y="8"/>
                  </a:lnTo>
                  <a:lnTo>
                    <a:pt x="6" y="8"/>
                  </a:lnTo>
                  <a:lnTo>
                    <a:pt x="7" y="7"/>
                  </a:lnTo>
                  <a:lnTo>
                    <a:pt x="7" y="7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6"/>
                  </a:lnTo>
                  <a:lnTo>
                    <a:pt x="10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5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40" y="4"/>
                  </a:lnTo>
                  <a:lnTo>
                    <a:pt x="40" y="0"/>
                  </a:lnTo>
                  <a:close/>
                  <a:moveTo>
                    <a:pt x="0" y="68"/>
                  </a:moveTo>
                  <a:lnTo>
                    <a:pt x="0" y="130"/>
                  </a:lnTo>
                  <a:lnTo>
                    <a:pt x="4" y="130"/>
                  </a:lnTo>
                  <a:lnTo>
                    <a:pt x="4" y="68"/>
                  </a:lnTo>
                  <a:lnTo>
                    <a:pt x="0" y="68"/>
                  </a:lnTo>
                  <a:close/>
                  <a:moveTo>
                    <a:pt x="0" y="167"/>
                  </a:moveTo>
                  <a:lnTo>
                    <a:pt x="0" y="178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1" y="181"/>
                  </a:lnTo>
                  <a:lnTo>
                    <a:pt x="1" y="181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2" y="184"/>
                  </a:lnTo>
                  <a:lnTo>
                    <a:pt x="3" y="184"/>
                  </a:lnTo>
                  <a:lnTo>
                    <a:pt x="3" y="184"/>
                  </a:lnTo>
                  <a:lnTo>
                    <a:pt x="4" y="185"/>
                  </a:lnTo>
                  <a:lnTo>
                    <a:pt x="4" y="185"/>
                  </a:lnTo>
                  <a:lnTo>
                    <a:pt x="5" y="186"/>
                  </a:lnTo>
                  <a:lnTo>
                    <a:pt x="6" y="186"/>
                  </a:lnTo>
                  <a:lnTo>
                    <a:pt x="7" y="187"/>
                  </a:lnTo>
                  <a:lnTo>
                    <a:pt x="8" y="187"/>
                  </a:lnTo>
                  <a:lnTo>
                    <a:pt x="9" y="187"/>
                  </a:lnTo>
                  <a:lnTo>
                    <a:pt x="10" y="188"/>
                  </a:lnTo>
                  <a:lnTo>
                    <a:pt x="10" y="188"/>
                  </a:lnTo>
                  <a:lnTo>
                    <a:pt x="12" y="189"/>
                  </a:lnTo>
                  <a:lnTo>
                    <a:pt x="13" y="189"/>
                  </a:lnTo>
                  <a:lnTo>
                    <a:pt x="14" y="189"/>
                  </a:lnTo>
                  <a:lnTo>
                    <a:pt x="15" y="189"/>
                  </a:lnTo>
                  <a:lnTo>
                    <a:pt x="16" y="189"/>
                  </a:lnTo>
                  <a:lnTo>
                    <a:pt x="17" y="189"/>
                  </a:lnTo>
                  <a:lnTo>
                    <a:pt x="18" y="189"/>
                  </a:lnTo>
                  <a:lnTo>
                    <a:pt x="60" y="189"/>
                  </a:lnTo>
                  <a:lnTo>
                    <a:pt x="60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6" y="185"/>
                  </a:lnTo>
                  <a:lnTo>
                    <a:pt x="15" y="185"/>
                  </a:lnTo>
                  <a:lnTo>
                    <a:pt x="14" y="185"/>
                  </a:lnTo>
                  <a:lnTo>
                    <a:pt x="14" y="185"/>
                  </a:lnTo>
                  <a:lnTo>
                    <a:pt x="13" y="184"/>
                  </a:lnTo>
                  <a:lnTo>
                    <a:pt x="12" y="184"/>
                  </a:lnTo>
                  <a:lnTo>
                    <a:pt x="11" y="184"/>
                  </a:lnTo>
                  <a:lnTo>
                    <a:pt x="10" y="184"/>
                  </a:lnTo>
                  <a:lnTo>
                    <a:pt x="9" y="184"/>
                  </a:lnTo>
                  <a:lnTo>
                    <a:pt x="9" y="183"/>
                  </a:lnTo>
                  <a:lnTo>
                    <a:pt x="8" y="183"/>
                  </a:lnTo>
                  <a:lnTo>
                    <a:pt x="7" y="182"/>
                  </a:lnTo>
                  <a:lnTo>
                    <a:pt x="7" y="182"/>
                  </a:lnTo>
                  <a:lnTo>
                    <a:pt x="6" y="182"/>
                  </a:lnTo>
                  <a:lnTo>
                    <a:pt x="6" y="181"/>
                  </a:lnTo>
                  <a:lnTo>
                    <a:pt x="4" y="182"/>
                  </a:lnTo>
                  <a:lnTo>
                    <a:pt x="6" y="181"/>
                  </a:lnTo>
                  <a:lnTo>
                    <a:pt x="5" y="180"/>
                  </a:lnTo>
                  <a:lnTo>
                    <a:pt x="4" y="182"/>
                  </a:lnTo>
                  <a:lnTo>
                    <a:pt x="5" y="181"/>
                  </a:lnTo>
                  <a:lnTo>
                    <a:pt x="5" y="180"/>
                  </a:lnTo>
                  <a:lnTo>
                    <a:pt x="4" y="182"/>
                  </a:lnTo>
                  <a:lnTo>
                    <a:pt x="5" y="180"/>
                  </a:lnTo>
                  <a:lnTo>
                    <a:pt x="5" y="180"/>
                  </a:lnTo>
                  <a:lnTo>
                    <a:pt x="3" y="181"/>
                  </a:lnTo>
                  <a:lnTo>
                    <a:pt x="5" y="180"/>
                  </a:lnTo>
                  <a:lnTo>
                    <a:pt x="5" y="179"/>
                  </a:lnTo>
                  <a:lnTo>
                    <a:pt x="3" y="180"/>
                  </a:lnTo>
                  <a:lnTo>
                    <a:pt x="5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79"/>
                  </a:lnTo>
                  <a:lnTo>
                    <a:pt x="4" y="179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4" y="167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cxnSp>
        <p:nvCxnSpPr>
          <p:cNvPr id="2034" name="直接箭头连接符 2033"/>
          <p:cNvCxnSpPr/>
          <p:nvPr/>
        </p:nvCxnSpPr>
        <p:spPr>
          <a:xfrm flipH="1">
            <a:off x="3435350" y="3115945"/>
            <a:ext cx="62865" cy="515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6" name="直接箭头连接符 2035"/>
          <p:cNvCxnSpPr/>
          <p:nvPr/>
        </p:nvCxnSpPr>
        <p:spPr>
          <a:xfrm flipH="1" flipV="1">
            <a:off x="3721735" y="5072380"/>
            <a:ext cx="158750" cy="269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9" name="文本框 2038"/>
          <p:cNvSpPr txBox="1"/>
          <p:nvPr/>
        </p:nvSpPr>
        <p:spPr>
          <a:xfrm>
            <a:off x="2290445" y="3380105"/>
            <a:ext cx="503555" cy="6464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 dirty="0" smtClean="0">
                <a:solidFill>
                  <a:schemeClr val="accent1"/>
                </a:solidFill>
              </a:rPr>
              <a:t>…</a:t>
            </a:r>
            <a:endParaRPr lang="zh-CN" altLang="en-US" sz="3600" dirty="0">
              <a:solidFill>
                <a:schemeClr val="accent1"/>
              </a:solidFill>
            </a:endParaRPr>
          </a:p>
        </p:txBody>
      </p:sp>
      <p:sp>
        <p:nvSpPr>
          <p:cNvPr id="2040" name="文本框 2039"/>
          <p:cNvSpPr txBox="1"/>
          <p:nvPr/>
        </p:nvSpPr>
        <p:spPr>
          <a:xfrm>
            <a:off x="2296795" y="4326890"/>
            <a:ext cx="503555" cy="6464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 dirty="0" smtClean="0">
                <a:solidFill>
                  <a:schemeClr val="accent1"/>
                </a:solidFill>
              </a:rPr>
              <a:t>…</a:t>
            </a:r>
            <a:endParaRPr lang="zh-CN" altLang="en-US" sz="3600" dirty="0">
              <a:solidFill>
                <a:schemeClr val="accent1"/>
              </a:solidFill>
            </a:endParaRPr>
          </a:p>
        </p:txBody>
      </p:sp>
      <p:cxnSp>
        <p:nvCxnSpPr>
          <p:cNvPr id="2041" name="直接箭头连接符 2040"/>
          <p:cNvCxnSpPr/>
          <p:nvPr/>
        </p:nvCxnSpPr>
        <p:spPr>
          <a:xfrm flipH="1">
            <a:off x="2571115" y="3115945"/>
            <a:ext cx="62865" cy="515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4" name="直接箭头连接符 2043"/>
          <p:cNvCxnSpPr>
            <a:endCxn id="2040" idx="2"/>
          </p:cNvCxnSpPr>
          <p:nvPr/>
        </p:nvCxnSpPr>
        <p:spPr>
          <a:xfrm flipH="1" flipV="1">
            <a:off x="2548890" y="4973320"/>
            <a:ext cx="267970" cy="342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50" name="组合 2049"/>
          <p:cNvGrpSpPr/>
          <p:nvPr/>
        </p:nvGrpSpPr>
        <p:grpSpPr>
          <a:xfrm rot="0">
            <a:off x="5473065" y="3435350"/>
            <a:ext cx="1778635" cy="550545"/>
            <a:chOff x="4038580" y="2605575"/>
            <a:chExt cx="1778323" cy="550376"/>
          </a:xfrm>
        </p:grpSpPr>
        <p:cxnSp>
          <p:nvCxnSpPr>
            <p:cNvPr id="21" name="直接箭头连接符 20"/>
            <p:cNvCxnSpPr/>
            <p:nvPr/>
          </p:nvCxnSpPr>
          <p:spPr>
            <a:xfrm flipV="1">
              <a:off x="4038580" y="2894807"/>
              <a:ext cx="512206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9" name="圆角矩形 2048"/>
            <p:cNvSpPr/>
            <p:nvPr/>
          </p:nvSpPr>
          <p:spPr>
            <a:xfrm>
              <a:off x="4557712" y="2605575"/>
              <a:ext cx="1259191" cy="55037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 dirty="0"/>
                <a:t>声纹特征</a:t>
              </a:r>
              <a:endParaRPr lang="zh-CN" altLang="en-US" sz="1600" dirty="0"/>
            </a:p>
            <a:p>
              <a:pPr algn="ctr"/>
              <a:r>
                <a:rPr lang="zh-CN" altLang="en-US" sz="1600" dirty="0"/>
                <a:t>分析</a:t>
              </a:r>
              <a:endParaRPr lang="zh-CN" altLang="en-US" sz="1600" dirty="0"/>
            </a:p>
          </p:txBody>
        </p:sp>
      </p:grpSp>
      <p:grpSp>
        <p:nvGrpSpPr>
          <p:cNvPr id="2051" name="组合 2050"/>
          <p:cNvGrpSpPr/>
          <p:nvPr/>
        </p:nvGrpSpPr>
        <p:grpSpPr>
          <a:xfrm rot="0">
            <a:off x="5478780" y="4422775"/>
            <a:ext cx="1778635" cy="550545"/>
            <a:chOff x="4038580" y="2605575"/>
            <a:chExt cx="1778323" cy="550376"/>
          </a:xfrm>
        </p:grpSpPr>
        <p:cxnSp>
          <p:nvCxnSpPr>
            <p:cNvPr id="2052" name="直接箭头连接符 2051"/>
            <p:cNvCxnSpPr/>
            <p:nvPr/>
          </p:nvCxnSpPr>
          <p:spPr>
            <a:xfrm flipV="1">
              <a:off x="4038580" y="2894807"/>
              <a:ext cx="512206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3" name="圆角矩形 2052"/>
            <p:cNvSpPr/>
            <p:nvPr/>
          </p:nvSpPr>
          <p:spPr>
            <a:xfrm>
              <a:off x="4557712" y="2605575"/>
              <a:ext cx="1259191" cy="55037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 dirty="0" smtClean="0"/>
                <a:t>声纹特征</a:t>
              </a:r>
              <a:endParaRPr lang="zh-CN" altLang="en-US" sz="1600" dirty="0" smtClean="0"/>
            </a:p>
            <a:p>
              <a:pPr algn="ctr"/>
              <a:r>
                <a:rPr lang="zh-CN" altLang="en-US" sz="1600" dirty="0" smtClean="0"/>
                <a:t>分析</a:t>
              </a:r>
              <a:endParaRPr lang="zh-CN" altLang="en-US" sz="1600" dirty="0" smtClean="0"/>
            </a:p>
          </p:txBody>
        </p:sp>
      </p:grpSp>
      <p:cxnSp>
        <p:nvCxnSpPr>
          <p:cNvPr id="2055" name="肘形连接符 2054"/>
          <p:cNvCxnSpPr/>
          <p:nvPr/>
        </p:nvCxnSpPr>
        <p:spPr>
          <a:xfrm>
            <a:off x="7234555" y="3710305"/>
            <a:ext cx="593090" cy="37338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肘形连接符 2063"/>
          <p:cNvCxnSpPr/>
          <p:nvPr/>
        </p:nvCxnSpPr>
        <p:spPr>
          <a:xfrm flipV="1">
            <a:off x="7257415" y="4422775"/>
            <a:ext cx="570865" cy="274955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6" name="直接箭头连接符 2065"/>
          <p:cNvCxnSpPr>
            <a:stCxn id="17" idx="3"/>
          </p:cNvCxnSpPr>
          <p:nvPr/>
        </p:nvCxnSpPr>
        <p:spPr>
          <a:xfrm flipV="1">
            <a:off x="8980170" y="4236720"/>
            <a:ext cx="352425" cy="38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标注 10"/>
          <p:cNvSpPr/>
          <p:nvPr/>
        </p:nvSpPr>
        <p:spPr>
          <a:xfrm>
            <a:off x="1191895" y="2066925"/>
            <a:ext cx="1098550" cy="440055"/>
          </a:xfrm>
          <a:prstGeom prst="wedgeRoundRectCallout">
            <a:avLst>
              <a:gd name="adj1" fmla="val 48439"/>
              <a:gd name="adj2" fmla="val 107431"/>
              <a:gd name="adj3" fmla="val 16667"/>
            </a:avLst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dirty="0" smtClean="0"/>
              <a:t>音频信号</a:t>
            </a:r>
            <a:r>
              <a:rPr lang="en-US" altLang="zh-CN" sz="1400" dirty="0" smtClean="0"/>
              <a:t>1</a:t>
            </a:r>
            <a:endParaRPr lang="en-US" altLang="zh-CN" sz="1400" dirty="0" smtClean="0"/>
          </a:p>
        </p:txBody>
      </p:sp>
      <p:sp>
        <p:nvSpPr>
          <p:cNvPr id="13" name="圆角矩形标注 12"/>
          <p:cNvSpPr/>
          <p:nvPr/>
        </p:nvSpPr>
        <p:spPr>
          <a:xfrm>
            <a:off x="1191895" y="4697730"/>
            <a:ext cx="1098550" cy="440055"/>
          </a:xfrm>
          <a:prstGeom prst="wedgeRoundRectCallout">
            <a:avLst>
              <a:gd name="adj1" fmla="val 48439"/>
              <a:gd name="adj2" fmla="val 107431"/>
              <a:gd name="adj3" fmla="val 16667"/>
            </a:avLst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dirty="0" smtClean="0"/>
              <a:t>音频信号</a:t>
            </a:r>
            <a:r>
              <a:rPr lang="en-US" altLang="zh-CN" sz="1400" dirty="0" smtClean="0"/>
              <a:t>2</a:t>
            </a:r>
            <a:endParaRPr lang="en-US" altLang="zh-CN" sz="1400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4571365" y="2649220"/>
            <a:ext cx="6997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时域</a:t>
            </a:r>
            <a:endParaRPr lang="zh-CN" altLang="en-US" sz="2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78935" y="3631565"/>
            <a:ext cx="6997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频域</a:t>
            </a:r>
            <a:endParaRPr lang="zh-CN" altLang="en-US" sz="2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78935" y="4574540"/>
            <a:ext cx="69977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000">
                <a:solidFill>
                  <a:schemeClr val="accent4"/>
                </a:solidFill>
                <a:effectLst/>
              </a:rPr>
              <a:t>频域</a:t>
            </a:r>
            <a:endParaRPr lang="zh-CN" altLang="en-US" sz="2000">
              <a:solidFill>
                <a:schemeClr val="accent4"/>
              </a:solidFill>
              <a:effectLst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45175" y="5354320"/>
            <a:ext cx="69977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000">
                <a:solidFill>
                  <a:schemeClr val="accent4"/>
                </a:solidFill>
                <a:effectLst/>
              </a:rPr>
              <a:t>时域</a:t>
            </a:r>
            <a:endParaRPr lang="zh-CN" altLang="en-US" sz="2000">
              <a:solidFill>
                <a:schemeClr val="accent4"/>
              </a:solid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算法说明：计算相似度</a:t>
            </a:r>
            <a:r>
              <a:rPr lang="en-US" altLang="zh-CN">
                <a:sym typeface="+mn-ea"/>
              </a:rPr>
              <a:t>——</a:t>
            </a:r>
            <a:r>
              <a:rPr lang="zh-CN" altLang="en-US"/>
              <a:t>实现目的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720215" y="2209165"/>
            <a:ext cx="836168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ym typeface="+mn-ea"/>
              </a:rPr>
              <a:t>采用在实时音频的频域进行声纹特征比对的方式，进行两组音频信号相似度的</a:t>
            </a:r>
            <a:r>
              <a:rPr lang="zh-CN" altLang="en-US" sz="2000">
                <a:sym typeface="+mn-ea"/>
              </a:rPr>
              <a:t>评估，</a:t>
            </a:r>
            <a:r>
              <a:rPr lang="zh-CN" altLang="en-US" sz="2000"/>
              <a:t>有</a:t>
            </a:r>
            <a:r>
              <a:rPr lang="zh-CN" altLang="en-US" sz="2000"/>
              <a:t>如下目的：</a:t>
            </a:r>
            <a:endParaRPr lang="zh-CN" altLang="en-US" sz="2000"/>
          </a:p>
          <a:p>
            <a:endParaRPr lang="zh-CN" altLang="en-US" sz="2000"/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/>
              <a:t>补充传统技术手段下，对音频内容一致性监测的</a:t>
            </a:r>
            <a:r>
              <a:rPr lang="zh-CN" altLang="en-US" sz="2000"/>
              <a:t>短板，及时发现两组音频的内容偏差。</a:t>
            </a:r>
            <a:endParaRPr lang="zh-CN" altLang="en-US" sz="2000"/>
          </a:p>
          <a:p>
            <a:pPr marL="342900" indent="-342900">
              <a:buFont typeface="Wingdings" panose="05000000000000000000" charset="0"/>
              <a:buChar char="l"/>
            </a:pPr>
            <a:endParaRPr lang="zh-CN" altLang="en-US" sz="2000"/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>
                <a:sym typeface="+mn-ea"/>
              </a:rPr>
              <a:t>相似度异常时，</a:t>
            </a:r>
            <a:r>
              <a:rPr lang="zh-CN" altLang="en-US" sz="2000"/>
              <a:t>提示其中一条链路的信号内容不一致，提醒技术人员检查链路播放音频内容是否</a:t>
            </a:r>
            <a:r>
              <a:rPr lang="zh-CN" altLang="en-US" sz="2000"/>
              <a:t>错误。</a:t>
            </a:r>
            <a:endParaRPr lang="zh-CN" altLang="en-US" sz="2000"/>
          </a:p>
          <a:p>
            <a:pPr indent="0">
              <a:buFont typeface="Wingdings" panose="05000000000000000000" charset="0"/>
              <a:buNone/>
            </a:pPr>
            <a:endParaRPr lang="zh-CN" altLang="en-US" sz="2000"/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/>
              <a:t>相似度异常时，也有可能为其中一条链路的音频出现严重噪声，提醒技术人员监听这两条链路音频，以确定是否有噪声</a:t>
            </a:r>
            <a:r>
              <a:rPr lang="zh-CN" altLang="en-US" sz="2000"/>
              <a:t>引入。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算法说明：计算</a:t>
            </a:r>
            <a:r>
              <a:rPr lang="zh-CN" altLang="en-US">
                <a:sym typeface="+mn-ea"/>
              </a:rPr>
              <a:t>噪声值</a:t>
            </a:r>
            <a:r>
              <a:rPr lang="en-US" altLang="zh-CN">
                <a:sym typeface="+mn-ea"/>
              </a:rPr>
              <a:t>——</a:t>
            </a:r>
            <a:r>
              <a:rPr lang="zh-CN" altLang="en-US"/>
              <a:t>实现方法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069455" y="2192655"/>
            <a:ext cx="402018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在锁定主备链路</a:t>
            </a:r>
            <a:r>
              <a:rPr lang="en-US" altLang="zh-CN" sz="2000"/>
              <a:t>2</a:t>
            </a:r>
            <a:r>
              <a:rPr lang="zh-CN" altLang="en-US" sz="2000"/>
              <a:t>组音频的延时量基础</a:t>
            </a:r>
            <a:r>
              <a:rPr lang="zh-CN" altLang="en-US" sz="2000"/>
              <a:t>上，在滑动窗口的谱分析时采用自适应滤波器，分析和估算信号的加性噪声</a:t>
            </a:r>
            <a:r>
              <a:rPr lang="zh-CN" altLang="en-US" sz="2000"/>
              <a:t>值。</a:t>
            </a:r>
            <a:endParaRPr lang="zh-CN" altLang="en-US" sz="2000"/>
          </a:p>
        </p:txBody>
      </p:sp>
      <p:sp>
        <p:nvSpPr>
          <p:cNvPr id="17" name="圆角矩形 16"/>
          <p:cNvSpPr/>
          <p:nvPr/>
        </p:nvSpPr>
        <p:spPr>
          <a:xfrm>
            <a:off x="7460615" y="4330065"/>
            <a:ext cx="1119505" cy="715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dirty="0"/>
              <a:t>加性噪声</a:t>
            </a:r>
            <a:r>
              <a:rPr lang="zh-CN" altLang="en-US" sz="1600" dirty="0"/>
              <a:t>分析</a:t>
            </a:r>
            <a:endParaRPr lang="zh-CN" altLang="en-US" sz="1600" dirty="0"/>
          </a:p>
        </p:txBody>
      </p:sp>
      <p:sp>
        <p:nvSpPr>
          <p:cNvPr id="18" name="圆角矩形 17"/>
          <p:cNvSpPr/>
          <p:nvPr/>
        </p:nvSpPr>
        <p:spPr>
          <a:xfrm>
            <a:off x="8959215" y="4322445"/>
            <a:ext cx="1096645" cy="7226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dirty="0" smtClean="0"/>
              <a:t>噪声值</a:t>
            </a:r>
            <a:endParaRPr lang="en-US" altLang="zh-CN" sz="1600" dirty="0" smtClean="0"/>
          </a:p>
          <a:p>
            <a:pPr algn="ctr"/>
            <a:r>
              <a:rPr lang="zh-CN" altLang="en-US" sz="1600" dirty="0" smtClean="0"/>
              <a:t>估算</a:t>
            </a:r>
            <a:endParaRPr lang="zh-CN" altLang="en-US" sz="1600" dirty="0" smtClean="0"/>
          </a:p>
        </p:txBody>
      </p:sp>
      <p:grpSp>
        <p:nvGrpSpPr>
          <p:cNvPr id="2050" name="组合 2049"/>
          <p:cNvGrpSpPr/>
          <p:nvPr/>
        </p:nvGrpSpPr>
        <p:grpSpPr>
          <a:xfrm rot="0">
            <a:off x="5073015" y="3883025"/>
            <a:ext cx="1778635" cy="550545"/>
            <a:chOff x="4038580" y="2605575"/>
            <a:chExt cx="1778323" cy="550376"/>
          </a:xfrm>
        </p:grpSpPr>
        <p:cxnSp>
          <p:nvCxnSpPr>
            <p:cNvPr id="21" name="直接箭头连接符 20"/>
            <p:cNvCxnSpPr/>
            <p:nvPr/>
          </p:nvCxnSpPr>
          <p:spPr>
            <a:xfrm flipV="1">
              <a:off x="4038580" y="2894807"/>
              <a:ext cx="512206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9" name="圆角矩形 2048"/>
            <p:cNvSpPr/>
            <p:nvPr/>
          </p:nvSpPr>
          <p:spPr>
            <a:xfrm>
              <a:off x="4557712" y="2605575"/>
              <a:ext cx="1259191" cy="55037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 dirty="0"/>
                <a:t>自适应</a:t>
              </a:r>
              <a:endParaRPr lang="zh-CN" altLang="en-US" sz="1600" dirty="0"/>
            </a:p>
            <a:p>
              <a:pPr algn="ctr"/>
              <a:r>
                <a:rPr lang="zh-CN" altLang="en-US" sz="1600" dirty="0"/>
                <a:t>滤波器</a:t>
              </a:r>
              <a:endParaRPr lang="zh-CN" altLang="en-US" sz="1600" dirty="0"/>
            </a:p>
          </p:txBody>
        </p:sp>
      </p:grpSp>
      <p:grpSp>
        <p:nvGrpSpPr>
          <p:cNvPr id="2051" name="组合 2050"/>
          <p:cNvGrpSpPr/>
          <p:nvPr/>
        </p:nvGrpSpPr>
        <p:grpSpPr>
          <a:xfrm rot="0">
            <a:off x="5078730" y="4870450"/>
            <a:ext cx="1778635" cy="550545"/>
            <a:chOff x="4038580" y="2605575"/>
            <a:chExt cx="1778323" cy="550376"/>
          </a:xfrm>
        </p:grpSpPr>
        <p:cxnSp>
          <p:nvCxnSpPr>
            <p:cNvPr id="2052" name="直接箭头连接符 2051"/>
            <p:cNvCxnSpPr/>
            <p:nvPr/>
          </p:nvCxnSpPr>
          <p:spPr>
            <a:xfrm flipV="1">
              <a:off x="4038580" y="2894807"/>
              <a:ext cx="512206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3" name="圆角矩形 2052"/>
            <p:cNvSpPr/>
            <p:nvPr/>
          </p:nvSpPr>
          <p:spPr>
            <a:xfrm>
              <a:off x="4557712" y="2605575"/>
              <a:ext cx="1259191" cy="55037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 dirty="0">
                  <a:sym typeface="+mn-ea"/>
                </a:rPr>
                <a:t>自适应</a:t>
              </a:r>
              <a:endParaRPr lang="zh-CN" altLang="en-US" sz="1600" dirty="0">
                <a:sym typeface="+mn-ea"/>
              </a:endParaRPr>
            </a:p>
            <a:p>
              <a:pPr algn="ctr"/>
              <a:r>
                <a:rPr lang="zh-CN" altLang="en-US" sz="1600" dirty="0">
                  <a:sym typeface="+mn-ea"/>
                </a:rPr>
                <a:t>滤波器</a:t>
              </a:r>
              <a:endParaRPr lang="zh-CN" altLang="en-US" sz="1600" dirty="0" smtClean="0"/>
            </a:p>
          </p:txBody>
        </p:sp>
      </p:grpSp>
      <p:cxnSp>
        <p:nvCxnSpPr>
          <p:cNvPr id="2055" name="肘形连接符 2054"/>
          <p:cNvCxnSpPr/>
          <p:nvPr/>
        </p:nvCxnSpPr>
        <p:spPr>
          <a:xfrm>
            <a:off x="6834505" y="4157980"/>
            <a:ext cx="593090" cy="37338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肘形连接符 2063"/>
          <p:cNvCxnSpPr/>
          <p:nvPr/>
        </p:nvCxnSpPr>
        <p:spPr>
          <a:xfrm flipV="1">
            <a:off x="6857365" y="4870450"/>
            <a:ext cx="570865" cy="274955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6" name="直接箭头连接符 2065"/>
          <p:cNvCxnSpPr>
            <a:stCxn id="17" idx="3"/>
          </p:cNvCxnSpPr>
          <p:nvPr/>
        </p:nvCxnSpPr>
        <p:spPr>
          <a:xfrm flipV="1">
            <a:off x="8580120" y="4684395"/>
            <a:ext cx="352425" cy="38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 rot="0">
            <a:off x="2242185" y="3109595"/>
            <a:ext cx="2206625" cy="438150"/>
            <a:chOff x="1320800" y="1831976"/>
            <a:chExt cx="2206626" cy="438150"/>
          </a:xfrm>
        </p:grpSpPr>
        <p:sp>
          <p:nvSpPr>
            <p:cNvPr id="4" name="Freeform 573"/>
            <p:cNvSpPr/>
            <p:nvPr/>
          </p:nvSpPr>
          <p:spPr bwMode="auto">
            <a:xfrm>
              <a:off x="1320800" y="1952626"/>
              <a:ext cx="14288" cy="47625"/>
            </a:xfrm>
            <a:custGeom>
              <a:avLst/>
              <a:gdLst>
                <a:gd name="T0" fmla="*/ 0 w 9"/>
                <a:gd name="T1" fmla="*/ 0 h 30"/>
                <a:gd name="T2" fmla="*/ 1 w 9"/>
                <a:gd name="T3" fmla="*/ 0 h 30"/>
                <a:gd name="T4" fmla="*/ 1 w 9"/>
                <a:gd name="T5" fmla="*/ 1 h 30"/>
                <a:gd name="T6" fmla="*/ 1 w 9"/>
                <a:gd name="T7" fmla="*/ 1 h 30"/>
                <a:gd name="T8" fmla="*/ 1 w 9"/>
                <a:gd name="T9" fmla="*/ 2 h 30"/>
                <a:gd name="T10" fmla="*/ 1 w 9"/>
                <a:gd name="T11" fmla="*/ 3 h 30"/>
                <a:gd name="T12" fmla="*/ 2 w 9"/>
                <a:gd name="T13" fmla="*/ 3 h 30"/>
                <a:gd name="T14" fmla="*/ 2 w 9"/>
                <a:gd name="T15" fmla="*/ 3 h 30"/>
                <a:gd name="T16" fmla="*/ 2 w 9"/>
                <a:gd name="T17" fmla="*/ 3 h 30"/>
                <a:gd name="T18" fmla="*/ 2 w 9"/>
                <a:gd name="T19" fmla="*/ 4 h 30"/>
                <a:gd name="T20" fmla="*/ 2 w 9"/>
                <a:gd name="T21" fmla="*/ 4 h 30"/>
                <a:gd name="T22" fmla="*/ 2 w 9"/>
                <a:gd name="T23" fmla="*/ 5 h 30"/>
                <a:gd name="T24" fmla="*/ 2 w 9"/>
                <a:gd name="T25" fmla="*/ 5 h 30"/>
                <a:gd name="T26" fmla="*/ 3 w 9"/>
                <a:gd name="T27" fmla="*/ 5 h 30"/>
                <a:gd name="T28" fmla="*/ 3 w 9"/>
                <a:gd name="T29" fmla="*/ 6 h 30"/>
                <a:gd name="T30" fmla="*/ 3 w 9"/>
                <a:gd name="T31" fmla="*/ 6 h 30"/>
                <a:gd name="T32" fmla="*/ 3 w 9"/>
                <a:gd name="T33" fmla="*/ 8 h 30"/>
                <a:gd name="T34" fmla="*/ 3 w 9"/>
                <a:gd name="T35" fmla="*/ 9 h 30"/>
                <a:gd name="T36" fmla="*/ 3 w 9"/>
                <a:gd name="T37" fmla="*/ 9 h 30"/>
                <a:gd name="T38" fmla="*/ 3 w 9"/>
                <a:gd name="T39" fmla="*/ 9 h 30"/>
                <a:gd name="T40" fmla="*/ 4 w 9"/>
                <a:gd name="T41" fmla="*/ 9 h 30"/>
                <a:gd name="T42" fmla="*/ 4 w 9"/>
                <a:gd name="T43" fmla="*/ 9 h 30"/>
                <a:gd name="T44" fmla="*/ 4 w 9"/>
                <a:gd name="T45" fmla="*/ 9 h 30"/>
                <a:gd name="T46" fmla="*/ 4 w 9"/>
                <a:gd name="T47" fmla="*/ 8 h 30"/>
                <a:gd name="T48" fmla="*/ 5 w 9"/>
                <a:gd name="T49" fmla="*/ 7 h 30"/>
                <a:gd name="T50" fmla="*/ 5 w 9"/>
                <a:gd name="T51" fmla="*/ 6 h 30"/>
                <a:gd name="T52" fmla="*/ 5 w 9"/>
                <a:gd name="T53" fmla="*/ 6 h 30"/>
                <a:gd name="T54" fmla="*/ 5 w 9"/>
                <a:gd name="T55" fmla="*/ 7 h 30"/>
                <a:gd name="T56" fmla="*/ 5 w 9"/>
                <a:gd name="T57" fmla="*/ 8 h 30"/>
                <a:gd name="T58" fmla="*/ 5 w 9"/>
                <a:gd name="T59" fmla="*/ 10 h 30"/>
                <a:gd name="T60" fmla="*/ 5 w 9"/>
                <a:gd name="T61" fmla="*/ 11 h 30"/>
                <a:gd name="T62" fmla="*/ 6 w 9"/>
                <a:gd name="T63" fmla="*/ 14 h 30"/>
                <a:gd name="T64" fmla="*/ 6 w 9"/>
                <a:gd name="T65" fmla="*/ 16 h 30"/>
                <a:gd name="T66" fmla="*/ 6 w 9"/>
                <a:gd name="T67" fmla="*/ 18 h 30"/>
                <a:gd name="T68" fmla="*/ 6 w 9"/>
                <a:gd name="T69" fmla="*/ 20 h 30"/>
                <a:gd name="T70" fmla="*/ 6 w 9"/>
                <a:gd name="T71" fmla="*/ 23 h 30"/>
                <a:gd name="T72" fmla="*/ 7 w 9"/>
                <a:gd name="T73" fmla="*/ 25 h 30"/>
                <a:gd name="T74" fmla="*/ 7 w 9"/>
                <a:gd name="T75" fmla="*/ 26 h 30"/>
                <a:gd name="T76" fmla="*/ 7 w 9"/>
                <a:gd name="T77" fmla="*/ 27 h 30"/>
                <a:gd name="T78" fmla="*/ 7 w 9"/>
                <a:gd name="T79" fmla="*/ 27 h 30"/>
                <a:gd name="T80" fmla="*/ 7 w 9"/>
                <a:gd name="T81" fmla="*/ 26 h 30"/>
                <a:gd name="T82" fmla="*/ 7 w 9"/>
                <a:gd name="T83" fmla="*/ 26 h 30"/>
                <a:gd name="T84" fmla="*/ 7 w 9"/>
                <a:gd name="T85" fmla="*/ 27 h 30"/>
                <a:gd name="T86" fmla="*/ 8 w 9"/>
                <a:gd name="T87" fmla="*/ 27 h 30"/>
                <a:gd name="T88" fmla="*/ 8 w 9"/>
                <a:gd name="T89" fmla="*/ 27 h 30"/>
                <a:gd name="T90" fmla="*/ 8 w 9"/>
                <a:gd name="T91" fmla="*/ 27 h 30"/>
                <a:gd name="T92" fmla="*/ 8 w 9"/>
                <a:gd name="T93" fmla="*/ 27 h 30"/>
                <a:gd name="T94" fmla="*/ 8 w 9"/>
                <a:gd name="T95" fmla="*/ 28 h 30"/>
                <a:gd name="T96" fmla="*/ 8 w 9"/>
                <a:gd name="T97" fmla="*/ 29 h 30"/>
                <a:gd name="T98" fmla="*/ 9 w 9"/>
                <a:gd name="T9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" h="30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8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7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6" y="14"/>
                  </a:lnTo>
                  <a:lnTo>
                    <a:pt x="6" y="16"/>
                  </a:lnTo>
                  <a:lnTo>
                    <a:pt x="6" y="18"/>
                  </a:lnTo>
                  <a:lnTo>
                    <a:pt x="6" y="20"/>
                  </a:lnTo>
                  <a:lnTo>
                    <a:pt x="6" y="23"/>
                  </a:lnTo>
                  <a:lnTo>
                    <a:pt x="7" y="25"/>
                  </a:lnTo>
                  <a:lnTo>
                    <a:pt x="7" y="26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7" y="26"/>
                  </a:lnTo>
                  <a:lnTo>
                    <a:pt x="7" y="27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8" y="28"/>
                  </a:lnTo>
                  <a:lnTo>
                    <a:pt x="8" y="29"/>
                  </a:lnTo>
                  <a:lnTo>
                    <a:pt x="9" y="3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" name="Freeform 574"/>
            <p:cNvSpPr/>
            <p:nvPr/>
          </p:nvSpPr>
          <p:spPr bwMode="auto">
            <a:xfrm>
              <a:off x="1333500" y="1998664"/>
              <a:ext cx="14288" cy="73025"/>
            </a:xfrm>
            <a:custGeom>
              <a:avLst/>
              <a:gdLst>
                <a:gd name="T0" fmla="*/ 0 w 9"/>
                <a:gd name="T1" fmla="*/ 0 h 46"/>
                <a:gd name="T2" fmla="*/ 1 w 9"/>
                <a:gd name="T3" fmla="*/ 1 h 46"/>
                <a:gd name="T4" fmla="*/ 1 w 9"/>
                <a:gd name="T5" fmla="*/ 3 h 46"/>
                <a:gd name="T6" fmla="*/ 1 w 9"/>
                <a:gd name="T7" fmla="*/ 5 h 46"/>
                <a:gd name="T8" fmla="*/ 1 w 9"/>
                <a:gd name="T9" fmla="*/ 6 h 46"/>
                <a:gd name="T10" fmla="*/ 1 w 9"/>
                <a:gd name="T11" fmla="*/ 7 h 46"/>
                <a:gd name="T12" fmla="*/ 2 w 9"/>
                <a:gd name="T13" fmla="*/ 7 h 46"/>
                <a:gd name="T14" fmla="*/ 2 w 9"/>
                <a:gd name="T15" fmla="*/ 8 h 46"/>
                <a:gd name="T16" fmla="*/ 2 w 9"/>
                <a:gd name="T17" fmla="*/ 9 h 46"/>
                <a:gd name="T18" fmla="*/ 2 w 9"/>
                <a:gd name="T19" fmla="*/ 10 h 46"/>
                <a:gd name="T20" fmla="*/ 2 w 9"/>
                <a:gd name="T21" fmla="*/ 11 h 46"/>
                <a:gd name="T22" fmla="*/ 2 w 9"/>
                <a:gd name="T23" fmla="*/ 11 h 46"/>
                <a:gd name="T24" fmla="*/ 2 w 9"/>
                <a:gd name="T25" fmla="*/ 11 h 46"/>
                <a:gd name="T26" fmla="*/ 3 w 9"/>
                <a:gd name="T27" fmla="*/ 12 h 46"/>
                <a:gd name="T28" fmla="*/ 3 w 9"/>
                <a:gd name="T29" fmla="*/ 13 h 46"/>
                <a:gd name="T30" fmla="*/ 3 w 9"/>
                <a:gd name="T31" fmla="*/ 14 h 46"/>
                <a:gd name="T32" fmla="*/ 3 w 9"/>
                <a:gd name="T33" fmla="*/ 15 h 46"/>
                <a:gd name="T34" fmla="*/ 4 w 9"/>
                <a:gd name="T35" fmla="*/ 15 h 46"/>
                <a:gd name="T36" fmla="*/ 4 w 9"/>
                <a:gd name="T37" fmla="*/ 15 h 46"/>
                <a:gd name="T38" fmla="*/ 4 w 9"/>
                <a:gd name="T39" fmla="*/ 16 h 46"/>
                <a:gd name="T40" fmla="*/ 4 w 9"/>
                <a:gd name="T41" fmla="*/ 17 h 46"/>
                <a:gd name="T42" fmla="*/ 4 w 9"/>
                <a:gd name="T43" fmla="*/ 18 h 46"/>
                <a:gd name="T44" fmla="*/ 4 w 9"/>
                <a:gd name="T45" fmla="*/ 20 h 46"/>
                <a:gd name="T46" fmla="*/ 4 w 9"/>
                <a:gd name="T47" fmla="*/ 22 h 46"/>
                <a:gd name="T48" fmla="*/ 5 w 9"/>
                <a:gd name="T49" fmla="*/ 23 h 46"/>
                <a:gd name="T50" fmla="*/ 5 w 9"/>
                <a:gd name="T51" fmla="*/ 25 h 46"/>
                <a:gd name="T52" fmla="*/ 5 w 9"/>
                <a:gd name="T53" fmla="*/ 27 h 46"/>
                <a:gd name="T54" fmla="*/ 5 w 9"/>
                <a:gd name="T55" fmla="*/ 29 h 46"/>
                <a:gd name="T56" fmla="*/ 5 w 9"/>
                <a:gd name="T57" fmla="*/ 31 h 46"/>
                <a:gd name="T58" fmla="*/ 5 w 9"/>
                <a:gd name="T59" fmla="*/ 33 h 46"/>
                <a:gd name="T60" fmla="*/ 5 w 9"/>
                <a:gd name="T61" fmla="*/ 35 h 46"/>
                <a:gd name="T62" fmla="*/ 6 w 9"/>
                <a:gd name="T63" fmla="*/ 36 h 46"/>
                <a:gd name="T64" fmla="*/ 6 w 9"/>
                <a:gd name="T65" fmla="*/ 39 h 46"/>
                <a:gd name="T66" fmla="*/ 6 w 9"/>
                <a:gd name="T67" fmla="*/ 41 h 46"/>
                <a:gd name="T68" fmla="*/ 6 w 9"/>
                <a:gd name="T69" fmla="*/ 42 h 46"/>
                <a:gd name="T70" fmla="*/ 6 w 9"/>
                <a:gd name="T71" fmla="*/ 44 h 46"/>
                <a:gd name="T72" fmla="*/ 7 w 9"/>
                <a:gd name="T73" fmla="*/ 45 h 46"/>
                <a:gd name="T74" fmla="*/ 7 w 9"/>
                <a:gd name="T75" fmla="*/ 46 h 46"/>
                <a:gd name="T76" fmla="*/ 7 w 9"/>
                <a:gd name="T77" fmla="*/ 46 h 46"/>
                <a:gd name="T78" fmla="*/ 7 w 9"/>
                <a:gd name="T79" fmla="*/ 45 h 46"/>
                <a:gd name="T80" fmla="*/ 7 w 9"/>
                <a:gd name="T81" fmla="*/ 44 h 46"/>
                <a:gd name="T82" fmla="*/ 7 w 9"/>
                <a:gd name="T83" fmla="*/ 43 h 46"/>
                <a:gd name="T84" fmla="*/ 7 w 9"/>
                <a:gd name="T85" fmla="*/ 41 h 46"/>
                <a:gd name="T86" fmla="*/ 8 w 9"/>
                <a:gd name="T87" fmla="*/ 38 h 46"/>
                <a:gd name="T88" fmla="*/ 8 w 9"/>
                <a:gd name="T89" fmla="*/ 35 h 46"/>
                <a:gd name="T90" fmla="*/ 8 w 9"/>
                <a:gd name="T91" fmla="*/ 32 h 46"/>
                <a:gd name="T92" fmla="*/ 8 w 9"/>
                <a:gd name="T93" fmla="*/ 30 h 46"/>
                <a:gd name="T94" fmla="*/ 9 w 9"/>
                <a:gd name="T95" fmla="*/ 28 h 46"/>
                <a:gd name="T96" fmla="*/ 9 w 9"/>
                <a:gd name="T97" fmla="*/ 26 h 46"/>
                <a:gd name="T98" fmla="*/ 9 w 9"/>
                <a:gd name="T99" fmla="*/ 24 h 46"/>
                <a:gd name="T100" fmla="*/ 9 w 9"/>
                <a:gd name="T101" fmla="*/ 24 h 46"/>
                <a:gd name="T102" fmla="*/ 9 w 9"/>
                <a:gd name="T103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6">
                  <a:moveTo>
                    <a:pt x="0" y="0"/>
                  </a:moveTo>
                  <a:lnTo>
                    <a:pt x="1" y="1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4" y="20"/>
                  </a:lnTo>
                  <a:lnTo>
                    <a:pt x="4" y="22"/>
                  </a:lnTo>
                  <a:lnTo>
                    <a:pt x="5" y="23"/>
                  </a:lnTo>
                  <a:lnTo>
                    <a:pt x="5" y="25"/>
                  </a:lnTo>
                  <a:lnTo>
                    <a:pt x="5" y="27"/>
                  </a:lnTo>
                  <a:lnTo>
                    <a:pt x="5" y="29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5" y="35"/>
                  </a:lnTo>
                  <a:lnTo>
                    <a:pt x="6" y="36"/>
                  </a:lnTo>
                  <a:lnTo>
                    <a:pt x="6" y="39"/>
                  </a:lnTo>
                  <a:lnTo>
                    <a:pt x="6" y="41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7" y="45"/>
                  </a:lnTo>
                  <a:lnTo>
                    <a:pt x="7" y="46"/>
                  </a:lnTo>
                  <a:lnTo>
                    <a:pt x="7" y="46"/>
                  </a:lnTo>
                  <a:lnTo>
                    <a:pt x="7" y="45"/>
                  </a:lnTo>
                  <a:lnTo>
                    <a:pt x="7" y="44"/>
                  </a:lnTo>
                  <a:lnTo>
                    <a:pt x="7" y="43"/>
                  </a:lnTo>
                  <a:lnTo>
                    <a:pt x="7" y="41"/>
                  </a:lnTo>
                  <a:lnTo>
                    <a:pt x="8" y="38"/>
                  </a:lnTo>
                  <a:lnTo>
                    <a:pt x="8" y="35"/>
                  </a:lnTo>
                  <a:lnTo>
                    <a:pt x="8" y="32"/>
                  </a:lnTo>
                  <a:lnTo>
                    <a:pt x="8" y="30"/>
                  </a:lnTo>
                  <a:lnTo>
                    <a:pt x="9" y="28"/>
                  </a:lnTo>
                  <a:lnTo>
                    <a:pt x="9" y="26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2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" name="Freeform 575"/>
            <p:cNvSpPr/>
            <p:nvPr/>
          </p:nvSpPr>
          <p:spPr bwMode="auto">
            <a:xfrm>
              <a:off x="1347788" y="2020889"/>
              <a:ext cx="12700" cy="17463"/>
            </a:xfrm>
            <a:custGeom>
              <a:avLst/>
              <a:gdLst>
                <a:gd name="T0" fmla="*/ 0 w 8"/>
                <a:gd name="T1" fmla="*/ 10 h 11"/>
                <a:gd name="T2" fmla="*/ 0 w 8"/>
                <a:gd name="T3" fmla="*/ 9 h 11"/>
                <a:gd name="T4" fmla="*/ 0 w 8"/>
                <a:gd name="T5" fmla="*/ 8 h 11"/>
                <a:gd name="T6" fmla="*/ 0 w 8"/>
                <a:gd name="T7" fmla="*/ 8 h 11"/>
                <a:gd name="T8" fmla="*/ 1 w 8"/>
                <a:gd name="T9" fmla="*/ 7 h 11"/>
                <a:gd name="T10" fmla="*/ 1 w 8"/>
                <a:gd name="T11" fmla="*/ 7 h 11"/>
                <a:gd name="T12" fmla="*/ 1 w 8"/>
                <a:gd name="T13" fmla="*/ 8 h 11"/>
                <a:gd name="T14" fmla="*/ 1 w 8"/>
                <a:gd name="T15" fmla="*/ 7 h 11"/>
                <a:gd name="T16" fmla="*/ 1 w 8"/>
                <a:gd name="T17" fmla="*/ 6 h 11"/>
                <a:gd name="T18" fmla="*/ 1 w 8"/>
                <a:gd name="T19" fmla="*/ 5 h 11"/>
                <a:gd name="T20" fmla="*/ 1 w 8"/>
                <a:gd name="T21" fmla="*/ 4 h 11"/>
                <a:gd name="T22" fmla="*/ 2 w 8"/>
                <a:gd name="T23" fmla="*/ 3 h 11"/>
                <a:gd name="T24" fmla="*/ 2 w 8"/>
                <a:gd name="T25" fmla="*/ 3 h 11"/>
                <a:gd name="T26" fmla="*/ 2 w 8"/>
                <a:gd name="T27" fmla="*/ 2 h 11"/>
                <a:gd name="T28" fmla="*/ 2 w 8"/>
                <a:gd name="T29" fmla="*/ 1 h 11"/>
                <a:gd name="T30" fmla="*/ 2 w 8"/>
                <a:gd name="T31" fmla="*/ 0 h 11"/>
                <a:gd name="T32" fmla="*/ 3 w 8"/>
                <a:gd name="T33" fmla="*/ 0 h 11"/>
                <a:gd name="T34" fmla="*/ 3 w 8"/>
                <a:gd name="T35" fmla="*/ 1 h 11"/>
                <a:gd name="T36" fmla="*/ 3 w 8"/>
                <a:gd name="T37" fmla="*/ 1 h 11"/>
                <a:gd name="T38" fmla="*/ 3 w 8"/>
                <a:gd name="T39" fmla="*/ 1 h 11"/>
                <a:gd name="T40" fmla="*/ 3 w 8"/>
                <a:gd name="T41" fmla="*/ 2 h 11"/>
                <a:gd name="T42" fmla="*/ 3 w 8"/>
                <a:gd name="T43" fmla="*/ 2 h 11"/>
                <a:gd name="T44" fmla="*/ 3 w 8"/>
                <a:gd name="T45" fmla="*/ 3 h 11"/>
                <a:gd name="T46" fmla="*/ 4 w 8"/>
                <a:gd name="T47" fmla="*/ 5 h 11"/>
                <a:gd name="T48" fmla="*/ 4 w 8"/>
                <a:gd name="T49" fmla="*/ 5 h 11"/>
                <a:gd name="T50" fmla="*/ 4 w 8"/>
                <a:gd name="T51" fmla="*/ 5 h 11"/>
                <a:gd name="T52" fmla="*/ 4 w 8"/>
                <a:gd name="T53" fmla="*/ 5 h 11"/>
                <a:gd name="T54" fmla="*/ 5 w 8"/>
                <a:gd name="T55" fmla="*/ 7 h 11"/>
                <a:gd name="T56" fmla="*/ 5 w 8"/>
                <a:gd name="T57" fmla="*/ 6 h 11"/>
                <a:gd name="T58" fmla="*/ 5 w 8"/>
                <a:gd name="T59" fmla="*/ 5 h 11"/>
                <a:gd name="T60" fmla="*/ 5 w 8"/>
                <a:gd name="T61" fmla="*/ 6 h 11"/>
                <a:gd name="T62" fmla="*/ 5 w 8"/>
                <a:gd name="T63" fmla="*/ 8 h 11"/>
                <a:gd name="T64" fmla="*/ 5 w 8"/>
                <a:gd name="T65" fmla="*/ 8 h 11"/>
                <a:gd name="T66" fmla="*/ 5 w 8"/>
                <a:gd name="T67" fmla="*/ 8 h 11"/>
                <a:gd name="T68" fmla="*/ 6 w 8"/>
                <a:gd name="T69" fmla="*/ 8 h 11"/>
                <a:gd name="T70" fmla="*/ 6 w 8"/>
                <a:gd name="T71" fmla="*/ 9 h 11"/>
                <a:gd name="T72" fmla="*/ 6 w 8"/>
                <a:gd name="T73" fmla="*/ 10 h 11"/>
                <a:gd name="T74" fmla="*/ 6 w 8"/>
                <a:gd name="T75" fmla="*/ 11 h 11"/>
                <a:gd name="T76" fmla="*/ 6 w 8"/>
                <a:gd name="T77" fmla="*/ 11 h 11"/>
                <a:gd name="T78" fmla="*/ 6 w 8"/>
                <a:gd name="T79" fmla="*/ 10 h 11"/>
                <a:gd name="T80" fmla="*/ 6 w 8"/>
                <a:gd name="T81" fmla="*/ 9 h 11"/>
                <a:gd name="T82" fmla="*/ 7 w 8"/>
                <a:gd name="T83" fmla="*/ 9 h 11"/>
                <a:gd name="T84" fmla="*/ 7 w 8"/>
                <a:gd name="T85" fmla="*/ 9 h 11"/>
                <a:gd name="T86" fmla="*/ 7 w 8"/>
                <a:gd name="T87" fmla="*/ 8 h 11"/>
                <a:gd name="T88" fmla="*/ 7 w 8"/>
                <a:gd name="T89" fmla="*/ 6 h 11"/>
                <a:gd name="T90" fmla="*/ 8 w 8"/>
                <a:gd name="T91" fmla="*/ 5 h 11"/>
                <a:gd name="T92" fmla="*/ 8 w 8"/>
                <a:gd name="T93" fmla="*/ 5 h 11"/>
                <a:gd name="T94" fmla="*/ 8 w 8"/>
                <a:gd name="T95" fmla="*/ 6 h 11"/>
                <a:gd name="T96" fmla="*/ 8 w 8"/>
                <a:gd name="T97" fmla="*/ 5 h 11"/>
                <a:gd name="T98" fmla="*/ 8 w 8"/>
                <a:gd name="T99" fmla="*/ 6 h 11"/>
                <a:gd name="T100" fmla="*/ 8 w 8"/>
                <a:gd name="T101" fmla="*/ 7 h 11"/>
                <a:gd name="T102" fmla="*/ 8 w 8"/>
                <a:gd name="T103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1">
                  <a:moveTo>
                    <a:pt x="0" y="10"/>
                  </a:moveTo>
                  <a:lnTo>
                    <a:pt x="0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5"/>
                  </a:lnTo>
                  <a:lnTo>
                    <a:pt x="1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5"/>
                  </a:lnTo>
                  <a:lnTo>
                    <a:pt x="5" y="6"/>
                  </a:lnTo>
                  <a:lnTo>
                    <a:pt x="5" y="8"/>
                  </a:lnTo>
                  <a:lnTo>
                    <a:pt x="5" y="8"/>
                  </a:lnTo>
                  <a:lnTo>
                    <a:pt x="5" y="8"/>
                  </a:lnTo>
                  <a:lnTo>
                    <a:pt x="6" y="8"/>
                  </a:lnTo>
                  <a:lnTo>
                    <a:pt x="6" y="9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7" y="6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8" y="5"/>
                  </a:lnTo>
                  <a:lnTo>
                    <a:pt x="8" y="6"/>
                  </a:lnTo>
                  <a:lnTo>
                    <a:pt x="8" y="7"/>
                  </a:lnTo>
                  <a:lnTo>
                    <a:pt x="8" y="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" name="Freeform 576"/>
            <p:cNvSpPr/>
            <p:nvPr/>
          </p:nvSpPr>
          <p:spPr bwMode="auto">
            <a:xfrm>
              <a:off x="1360488" y="1998664"/>
              <a:ext cx="14288" cy="52388"/>
            </a:xfrm>
            <a:custGeom>
              <a:avLst/>
              <a:gdLst>
                <a:gd name="T0" fmla="*/ 0 w 9"/>
                <a:gd name="T1" fmla="*/ 21 h 33"/>
                <a:gd name="T2" fmla="*/ 0 w 9"/>
                <a:gd name="T3" fmla="*/ 23 h 33"/>
                <a:gd name="T4" fmla="*/ 1 w 9"/>
                <a:gd name="T5" fmla="*/ 25 h 33"/>
                <a:gd name="T6" fmla="*/ 1 w 9"/>
                <a:gd name="T7" fmla="*/ 26 h 33"/>
                <a:gd name="T8" fmla="*/ 1 w 9"/>
                <a:gd name="T9" fmla="*/ 26 h 33"/>
                <a:gd name="T10" fmla="*/ 1 w 9"/>
                <a:gd name="T11" fmla="*/ 27 h 33"/>
                <a:gd name="T12" fmla="*/ 1 w 9"/>
                <a:gd name="T13" fmla="*/ 31 h 33"/>
                <a:gd name="T14" fmla="*/ 2 w 9"/>
                <a:gd name="T15" fmla="*/ 33 h 33"/>
                <a:gd name="T16" fmla="*/ 2 w 9"/>
                <a:gd name="T17" fmla="*/ 32 h 33"/>
                <a:gd name="T18" fmla="*/ 2 w 9"/>
                <a:gd name="T19" fmla="*/ 29 h 33"/>
                <a:gd name="T20" fmla="*/ 2 w 9"/>
                <a:gd name="T21" fmla="*/ 28 h 33"/>
                <a:gd name="T22" fmla="*/ 2 w 9"/>
                <a:gd name="T23" fmla="*/ 28 h 33"/>
                <a:gd name="T24" fmla="*/ 2 w 9"/>
                <a:gd name="T25" fmla="*/ 28 h 33"/>
                <a:gd name="T26" fmla="*/ 2 w 9"/>
                <a:gd name="T27" fmla="*/ 26 h 33"/>
                <a:gd name="T28" fmla="*/ 3 w 9"/>
                <a:gd name="T29" fmla="*/ 25 h 33"/>
                <a:gd name="T30" fmla="*/ 3 w 9"/>
                <a:gd name="T31" fmla="*/ 23 h 33"/>
                <a:gd name="T32" fmla="*/ 3 w 9"/>
                <a:gd name="T33" fmla="*/ 22 h 33"/>
                <a:gd name="T34" fmla="*/ 3 w 9"/>
                <a:gd name="T35" fmla="*/ 22 h 33"/>
                <a:gd name="T36" fmla="*/ 3 w 9"/>
                <a:gd name="T37" fmla="*/ 21 h 33"/>
                <a:gd name="T38" fmla="*/ 3 w 9"/>
                <a:gd name="T39" fmla="*/ 19 h 33"/>
                <a:gd name="T40" fmla="*/ 3 w 9"/>
                <a:gd name="T41" fmla="*/ 19 h 33"/>
                <a:gd name="T42" fmla="*/ 4 w 9"/>
                <a:gd name="T43" fmla="*/ 21 h 33"/>
                <a:gd name="T44" fmla="*/ 4 w 9"/>
                <a:gd name="T45" fmla="*/ 21 h 33"/>
                <a:gd name="T46" fmla="*/ 4 w 9"/>
                <a:gd name="T47" fmla="*/ 19 h 33"/>
                <a:gd name="T48" fmla="*/ 4 w 9"/>
                <a:gd name="T49" fmla="*/ 16 h 33"/>
                <a:gd name="T50" fmla="*/ 5 w 9"/>
                <a:gd name="T51" fmla="*/ 15 h 33"/>
                <a:gd name="T52" fmla="*/ 5 w 9"/>
                <a:gd name="T53" fmla="*/ 16 h 33"/>
                <a:gd name="T54" fmla="*/ 5 w 9"/>
                <a:gd name="T55" fmla="*/ 16 h 33"/>
                <a:gd name="T56" fmla="*/ 5 w 9"/>
                <a:gd name="T57" fmla="*/ 15 h 33"/>
                <a:gd name="T58" fmla="*/ 5 w 9"/>
                <a:gd name="T59" fmla="*/ 13 h 33"/>
                <a:gd name="T60" fmla="*/ 5 w 9"/>
                <a:gd name="T61" fmla="*/ 11 h 33"/>
                <a:gd name="T62" fmla="*/ 5 w 9"/>
                <a:gd name="T63" fmla="*/ 11 h 33"/>
                <a:gd name="T64" fmla="*/ 6 w 9"/>
                <a:gd name="T65" fmla="*/ 11 h 33"/>
                <a:gd name="T66" fmla="*/ 6 w 9"/>
                <a:gd name="T67" fmla="*/ 10 h 33"/>
                <a:gd name="T68" fmla="*/ 6 w 9"/>
                <a:gd name="T69" fmla="*/ 7 h 33"/>
                <a:gd name="T70" fmla="*/ 6 w 9"/>
                <a:gd name="T71" fmla="*/ 6 h 33"/>
                <a:gd name="T72" fmla="*/ 6 w 9"/>
                <a:gd name="T73" fmla="*/ 6 h 33"/>
                <a:gd name="T74" fmla="*/ 7 w 9"/>
                <a:gd name="T75" fmla="*/ 6 h 33"/>
                <a:gd name="T76" fmla="*/ 7 w 9"/>
                <a:gd name="T77" fmla="*/ 4 h 33"/>
                <a:gd name="T78" fmla="*/ 7 w 9"/>
                <a:gd name="T79" fmla="*/ 1 h 33"/>
                <a:gd name="T80" fmla="*/ 7 w 9"/>
                <a:gd name="T81" fmla="*/ 1 h 33"/>
                <a:gd name="T82" fmla="*/ 7 w 9"/>
                <a:gd name="T83" fmla="*/ 3 h 33"/>
                <a:gd name="T84" fmla="*/ 7 w 9"/>
                <a:gd name="T85" fmla="*/ 3 h 33"/>
                <a:gd name="T86" fmla="*/ 7 w 9"/>
                <a:gd name="T87" fmla="*/ 2 h 33"/>
                <a:gd name="T88" fmla="*/ 8 w 9"/>
                <a:gd name="T89" fmla="*/ 1 h 33"/>
                <a:gd name="T90" fmla="*/ 8 w 9"/>
                <a:gd name="T91" fmla="*/ 0 h 33"/>
                <a:gd name="T92" fmla="*/ 8 w 9"/>
                <a:gd name="T93" fmla="*/ 2 h 33"/>
                <a:gd name="T94" fmla="*/ 8 w 9"/>
                <a:gd name="T95" fmla="*/ 4 h 33"/>
                <a:gd name="T96" fmla="*/ 8 w 9"/>
                <a:gd name="T97" fmla="*/ 4 h 33"/>
                <a:gd name="T98" fmla="*/ 8 w 9"/>
                <a:gd name="T99" fmla="*/ 3 h 33"/>
                <a:gd name="T100" fmla="*/ 8 w 9"/>
                <a:gd name="T101" fmla="*/ 2 h 33"/>
                <a:gd name="T102" fmla="*/ 9 w 9"/>
                <a:gd name="T103" fmla="*/ 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33">
                  <a:moveTo>
                    <a:pt x="0" y="21"/>
                  </a:moveTo>
                  <a:lnTo>
                    <a:pt x="0" y="23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1" y="31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2" y="29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26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3" y="21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4" y="16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6" y="11"/>
                  </a:lnTo>
                  <a:lnTo>
                    <a:pt x="6" y="10"/>
                  </a:lnTo>
                  <a:lnTo>
                    <a:pt x="6" y="7"/>
                  </a:lnTo>
                  <a:lnTo>
                    <a:pt x="6" y="6"/>
                  </a:lnTo>
                  <a:lnTo>
                    <a:pt x="6" y="6"/>
                  </a:lnTo>
                  <a:lnTo>
                    <a:pt x="7" y="6"/>
                  </a:lnTo>
                  <a:lnTo>
                    <a:pt x="7" y="4"/>
                  </a:lnTo>
                  <a:lnTo>
                    <a:pt x="7" y="1"/>
                  </a:lnTo>
                  <a:lnTo>
                    <a:pt x="7" y="1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2"/>
                  </a:lnTo>
                  <a:lnTo>
                    <a:pt x="8" y="1"/>
                  </a:lnTo>
                  <a:lnTo>
                    <a:pt x="8" y="0"/>
                  </a:lnTo>
                  <a:lnTo>
                    <a:pt x="8" y="2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3"/>
                  </a:lnTo>
                  <a:lnTo>
                    <a:pt x="8" y="2"/>
                  </a:lnTo>
                  <a:lnTo>
                    <a:pt x="9" y="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" name="Freeform 577"/>
            <p:cNvSpPr/>
            <p:nvPr/>
          </p:nvSpPr>
          <p:spPr bwMode="auto">
            <a:xfrm>
              <a:off x="1373188" y="1919289"/>
              <a:ext cx="14288" cy="85725"/>
            </a:xfrm>
            <a:custGeom>
              <a:avLst/>
              <a:gdLst>
                <a:gd name="T0" fmla="*/ 0 w 9"/>
                <a:gd name="T1" fmla="*/ 52 h 54"/>
                <a:gd name="T2" fmla="*/ 1 w 9"/>
                <a:gd name="T3" fmla="*/ 54 h 54"/>
                <a:gd name="T4" fmla="*/ 1 w 9"/>
                <a:gd name="T5" fmla="*/ 54 h 54"/>
                <a:gd name="T6" fmla="*/ 1 w 9"/>
                <a:gd name="T7" fmla="*/ 54 h 54"/>
                <a:gd name="T8" fmla="*/ 1 w 9"/>
                <a:gd name="T9" fmla="*/ 53 h 54"/>
                <a:gd name="T10" fmla="*/ 2 w 9"/>
                <a:gd name="T11" fmla="*/ 53 h 54"/>
                <a:gd name="T12" fmla="*/ 2 w 9"/>
                <a:gd name="T13" fmla="*/ 53 h 54"/>
                <a:gd name="T14" fmla="*/ 2 w 9"/>
                <a:gd name="T15" fmla="*/ 52 h 54"/>
                <a:gd name="T16" fmla="*/ 2 w 9"/>
                <a:gd name="T17" fmla="*/ 50 h 54"/>
                <a:gd name="T18" fmla="*/ 2 w 9"/>
                <a:gd name="T19" fmla="*/ 47 h 54"/>
                <a:gd name="T20" fmla="*/ 2 w 9"/>
                <a:gd name="T21" fmla="*/ 44 h 54"/>
                <a:gd name="T22" fmla="*/ 2 w 9"/>
                <a:gd name="T23" fmla="*/ 42 h 54"/>
                <a:gd name="T24" fmla="*/ 3 w 9"/>
                <a:gd name="T25" fmla="*/ 39 h 54"/>
                <a:gd name="T26" fmla="*/ 3 w 9"/>
                <a:gd name="T27" fmla="*/ 34 h 54"/>
                <a:gd name="T28" fmla="*/ 3 w 9"/>
                <a:gd name="T29" fmla="*/ 29 h 54"/>
                <a:gd name="T30" fmla="*/ 3 w 9"/>
                <a:gd name="T31" fmla="*/ 26 h 54"/>
                <a:gd name="T32" fmla="*/ 3 w 9"/>
                <a:gd name="T33" fmla="*/ 24 h 54"/>
                <a:gd name="T34" fmla="*/ 4 w 9"/>
                <a:gd name="T35" fmla="*/ 23 h 54"/>
                <a:gd name="T36" fmla="*/ 4 w 9"/>
                <a:gd name="T37" fmla="*/ 20 h 54"/>
                <a:gd name="T38" fmla="*/ 4 w 9"/>
                <a:gd name="T39" fmla="*/ 17 h 54"/>
                <a:gd name="T40" fmla="*/ 4 w 9"/>
                <a:gd name="T41" fmla="*/ 16 h 54"/>
                <a:gd name="T42" fmla="*/ 4 w 9"/>
                <a:gd name="T43" fmla="*/ 15 h 54"/>
                <a:gd name="T44" fmla="*/ 4 w 9"/>
                <a:gd name="T45" fmla="*/ 15 h 54"/>
                <a:gd name="T46" fmla="*/ 5 w 9"/>
                <a:gd name="T47" fmla="*/ 14 h 54"/>
                <a:gd name="T48" fmla="*/ 5 w 9"/>
                <a:gd name="T49" fmla="*/ 12 h 54"/>
                <a:gd name="T50" fmla="*/ 5 w 9"/>
                <a:gd name="T51" fmla="*/ 10 h 54"/>
                <a:gd name="T52" fmla="*/ 5 w 9"/>
                <a:gd name="T53" fmla="*/ 9 h 54"/>
                <a:gd name="T54" fmla="*/ 5 w 9"/>
                <a:gd name="T55" fmla="*/ 9 h 54"/>
                <a:gd name="T56" fmla="*/ 5 w 9"/>
                <a:gd name="T57" fmla="*/ 6 h 54"/>
                <a:gd name="T58" fmla="*/ 5 w 9"/>
                <a:gd name="T59" fmla="*/ 3 h 54"/>
                <a:gd name="T60" fmla="*/ 6 w 9"/>
                <a:gd name="T61" fmla="*/ 1 h 54"/>
                <a:gd name="T62" fmla="*/ 6 w 9"/>
                <a:gd name="T63" fmla="*/ 1 h 54"/>
                <a:gd name="T64" fmla="*/ 6 w 9"/>
                <a:gd name="T65" fmla="*/ 1 h 54"/>
                <a:gd name="T66" fmla="*/ 6 w 9"/>
                <a:gd name="T67" fmla="*/ 0 h 54"/>
                <a:gd name="T68" fmla="*/ 6 w 9"/>
                <a:gd name="T69" fmla="*/ 0 h 54"/>
                <a:gd name="T70" fmla="*/ 7 w 9"/>
                <a:gd name="T71" fmla="*/ 0 h 54"/>
                <a:gd name="T72" fmla="*/ 7 w 9"/>
                <a:gd name="T73" fmla="*/ 1 h 54"/>
                <a:gd name="T74" fmla="*/ 7 w 9"/>
                <a:gd name="T75" fmla="*/ 3 h 54"/>
                <a:gd name="T76" fmla="*/ 7 w 9"/>
                <a:gd name="T77" fmla="*/ 4 h 54"/>
                <a:gd name="T78" fmla="*/ 7 w 9"/>
                <a:gd name="T79" fmla="*/ 4 h 54"/>
                <a:gd name="T80" fmla="*/ 7 w 9"/>
                <a:gd name="T81" fmla="*/ 4 h 54"/>
                <a:gd name="T82" fmla="*/ 7 w 9"/>
                <a:gd name="T83" fmla="*/ 5 h 54"/>
                <a:gd name="T84" fmla="*/ 8 w 9"/>
                <a:gd name="T85" fmla="*/ 6 h 54"/>
                <a:gd name="T86" fmla="*/ 8 w 9"/>
                <a:gd name="T87" fmla="*/ 6 h 54"/>
                <a:gd name="T88" fmla="*/ 8 w 9"/>
                <a:gd name="T89" fmla="*/ 6 h 54"/>
                <a:gd name="T90" fmla="*/ 8 w 9"/>
                <a:gd name="T91" fmla="*/ 7 h 54"/>
                <a:gd name="T92" fmla="*/ 9 w 9"/>
                <a:gd name="T93" fmla="*/ 10 h 54"/>
                <a:gd name="T94" fmla="*/ 9 w 9"/>
                <a:gd name="T95" fmla="*/ 12 h 54"/>
                <a:gd name="T96" fmla="*/ 9 w 9"/>
                <a:gd name="T97" fmla="*/ 13 h 54"/>
                <a:gd name="T98" fmla="*/ 9 w 9"/>
                <a:gd name="T99" fmla="*/ 14 h 54"/>
                <a:gd name="T100" fmla="*/ 9 w 9"/>
                <a:gd name="T101" fmla="*/ 15 h 54"/>
                <a:gd name="T102" fmla="*/ 9 w 9"/>
                <a:gd name="T103" fmla="*/ 1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4">
                  <a:moveTo>
                    <a:pt x="0" y="52"/>
                  </a:moveTo>
                  <a:lnTo>
                    <a:pt x="1" y="54"/>
                  </a:lnTo>
                  <a:lnTo>
                    <a:pt x="1" y="54"/>
                  </a:lnTo>
                  <a:lnTo>
                    <a:pt x="1" y="54"/>
                  </a:lnTo>
                  <a:lnTo>
                    <a:pt x="1" y="5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2" y="52"/>
                  </a:lnTo>
                  <a:lnTo>
                    <a:pt x="2" y="50"/>
                  </a:lnTo>
                  <a:lnTo>
                    <a:pt x="2" y="47"/>
                  </a:lnTo>
                  <a:lnTo>
                    <a:pt x="2" y="44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3" y="34"/>
                  </a:lnTo>
                  <a:lnTo>
                    <a:pt x="3" y="29"/>
                  </a:lnTo>
                  <a:lnTo>
                    <a:pt x="3" y="26"/>
                  </a:lnTo>
                  <a:lnTo>
                    <a:pt x="3" y="24"/>
                  </a:lnTo>
                  <a:lnTo>
                    <a:pt x="4" y="23"/>
                  </a:lnTo>
                  <a:lnTo>
                    <a:pt x="4" y="20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5" y="14"/>
                  </a:lnTo>
                  <a:lnTo>
                    <a:pt x="5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6"/>
                  </a:lnTo>
                  <a:lnTo>
                    <a:pt x="5" y="3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3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7"/>
                  </a:lnTo>
                  <a:lnTo>
                    <a:pt x="9" y="10"/>
                  </a:lnTo>
                  <a:lnTo>
                    <a:pt x="9" y="12"/>
                  </a:lnTo>
                  <a:lnTo>
                    <a:pt x="9" y="13"/>
                  </a:lnTo>
                  <a:lnTo>
                    <a:pt x="9" y="14"/>
                  </a:lnTo>
                  <a:lnTo>
                    <a:pt x="9" y="15"/>
                  </a:lnTo>
                  <a:lnTo>
                    <a:pt x="9" y="1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" name="Freeform 578"/>
            <p:cNvSpPr/>
            <p:nvPr/>
          </p:nvSpPr>
          <p:spPr bwMode="auto">
            <a:xfrm>
              <a:off x="1387475" y="1943101"/>
              <a:ext cx="14288" cy="80963"/>
            </a:xfrm>
            <a:custGeom>
              <a:avLst/>
              <a:gdLst>
                <a:gd name="T0" fmla="*/ 0 w 9"/>
                <a:gd name="T1" fmla="*/ 0 h 51"/>
                <a:gd name="T2" fmla="*/ 0 w 9"/>
                <a:gd name="T3" fmla="*/ 2 h 51"/>
                <a:gd name="T4" fmla="*/ 0 w 9"/>
                <a:gd name="T5" fmla="*/ 4 h 51"/>
                <a:gd name="T6" fmla="*/ 1 w 9"/>
                <a:gd name="T7" fmla="*/ 4 h 51"/>
                <a:gd name="T8" fmla="*/ 1 w 9"/>
                <a:gd name="T9" fmla="*/ 4 h 51"/>
                <a:gd name="T10" fmla="*/ 1 w 9"/>
                <a:gd name="T11" fmla="*/ 5 h 51"/>
                <a:gd name="T12" fmla="*/ 1 w 9"/>
                <a:gd name="T13" fmla="*/ 6 h 51"/>
                <a:gd name="T14" fmla="*/ 1 w 9"/>
                <a:gd name="T15" fmla="*/ 8 h 51"/>
                <a:gd name="T16" fmla="*/ 1 w 9"/>
                <a:gd name="T17" fmla="*/ 8 h 51"/>
                <a:gd name="T18" fmla="*/ 1 w 9"/>
                <a:gd name="T19" fmla="*/ 7 h 51"/>
                <a:gd name="T20" fmla="*/ 2 w 9"/>
                <a:gd name="T21" fmla="*/ 6 h 51"/>
                <a:gd name="T22" fmla="*/ 2 w 9"/>
                <a:gd name="T23" fmla="*/ 6 h 51"/>
                <a:gd name="T24" fmla="*/ 2 w 9"/>
                <a:gd name="T25" fmla="*/ 6 h 51"/>
                <a:gd name="T26" fmla="*/ 2 w 9"/>
                <a:gd name="T27" fmla="*/ 6 h 51"/>
                <a:gd name="T28" fmla="*/ 2 w 9"/>
                <a:gd name="T29" fmla="*/ 6 h 51"/>
                <a:gd name="T30" fmla="*/ 3 w 9"/>
                <a:gd name="T31" fmla="*/ 6 h 51"/>
                <a:gd name="T32" fmla="*/ 3 w 9"/>
                <a:gd name="T33" fmla="*/ 7 h 51"/>
                <a:gd name="T34" fmla="*/ 3 w 9"/>
                <a:gd name="T35" fmla="*/ 9 h 51"/>
                <a:gd name="T36" fmla="*/ 3 w 9"/>
                <a:gd name="T37" fmla="*/ 11 h 51"/>
                <a:gd name="T38" fmla="*/ 3 w 9"/>
                <a:gd name="T39" fmla="*/ 14 h 51"/>
                <a:gd name="T40" fmla="*/ 3 w 9"/>
                <a:gd name="T41" fmla="*/ 17 h 51"/>
                <a:gd name="T42" fmla="*/ 3 w 9"/>
                <a:gd name="T43" fmla="*/ 20 h 51"/>
                <a:gd name="T44" fmla="*/ 4 w 9"/>
                <a:gd name="T45" fmla="*/ 23 h 51"/>
                <a:gd name="T46" fmla="*/ 4 w 9"/>
                <a:gd name="T47" fmla="*/ 25 h 51"/>
                <a:gd name="T48" fmla="*/ 4 w 9"/>
                <a:gd name="T49" fmla="*/ 27 h 51"/>
                <a:gd name="T50" fmla="*/ 4 w 9"/>
                <a:gd name="T51" fmla="*/ 29 h 51"/>
                <a:gd name="T52" fmla="*/ 5 w 9"/>
                <a:gd name="T53" fmla="*/ 30 h 51"/>
                <a:gd name="T54" fmla="*/ 5 w 9"/>
                <a:gd name="T55" fmla="*/ 31 h 51"/>
                <a:gd name="T56" fmla="*/ 5 w 9"/>
                <a:gd name="T57" fmla="*/ 32 h 51"/>
                <a:gd name="T58" fmla="*/ 5 w 9"/>
                <a:gd name="T59" fmla="*/ 33 h 51"/>
                <a:gd name="T60" fmla="*/ 5 w 9"/>
                <a:gd name="T61" fmla="*/ 33 h 51"/>
                <a:gd name="T62" fmla="*/ 5 w 9"/>
                <a:gd name="T63" fmla="*/ 33 h 51"/>
                <a:gd name="T64" fmla="*/ 5 w 9"/>
                <a:gd name="T65" fmla="*/ 34 h 51"/>
                <a:gd name="T66" fmla="*/ 6 w 9"/>
                <a:gd name="T67" fmla="*/ 35 h 51"/>
                <a:gd name="T68" fmla="*/ 6 w 9"/>
                <a:gd name="T69" fmla="*/ 36 h 51"/>
                <a:gd name="T70" fmla="*/ 6 w 9"/>
                <a:gd name="T71" fmla="*/ 38 h 51"/>
                <a:gd name="T72" fmla="*/ 6 w 9"/>
                <a:gd name="T73" fmla="*/ 39 h 51"/>
                <a:gd name="T74" fmla="*/ 6 w 9"/>
                <a:gd name="T75" fmla="*/ 40 h 51"/>
                <a:gd name="T76" fmla="*/ 6 w 9"/>
                <a:gd name="T77" fmla="*/ 41 h 51"/>
                <a:gd name="T78" fmla="*/ 6 w 9"/>
                <a:gd name="T79" fmla="*/ 43 h 51"/>
                <a:gd name="T80" fmla="*/ 7 w 9"/>
                <a:gd name="T81" fmla="*/ 44 h 51"/>
                <a:gd name="T82" fmla="*/ 7 w 9"/>
                <a:gd name="T83" fmla="*/ 45 h 51"/>
                <a:gd name="T84" fmla="*/ 7 w 9"/>
                <a:gd name="T85" fmla="*/ 45 h 51"/>
                <a:gd name="T86" fmla="*/ 7 w 9"/>
                <a:gd name="T87" fmla="*/ 46 h 51"/>
                <a:gd name="T88" fmla="*/ 7 w 9"/>
                <a:gd name="T89" fmla="*/ 46 h 51"/>
                <a:gd name="T90" fmla="*/ 8 w 9"/>
                <a:gd name="T91" fmla="*/ 47 h 51"/>
                <a:gd name="T92" fmla="*/ 8 w 9"/>
                <a:gd name="T93" fmla="*/ 48 h 51"/>
                <a:gd name="T94" fmla="*/ 8 w 9"/>
                <a:gd name="T95" fmla="*/ 48 h 51"/>
                <a:gd name="T96" fmla="*/ 8 w 9"/>
                <a:gd name="T97" fmla="*/ 49 h 51"/>
                <a:gd name="T98" fmla="*/ 8 w 9"/>
                <a:gd name="T99" fmla="*/ 49 h 51"/>
                <a:gd name="T100" fmla="*/ 8 w 9"/>
                <a:gd name="T101" fmla="*/ 50 h 51"/>
                <a:gd name="T102" fmla="*/ 9 w 9"/>
                <a:gd name="T10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1">
                  <a:moveTo>
                    <a:pt x="0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7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1"/>
                  </a:lnTo>
                  <a:lnTo>
                    <a:pt x="3" y="14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4" y="23"/>
                  </a:lnTo>
                  <a:lnTo>
                    <a:pt x="4" y="25"/>
                  </a:lnTo>
                  <a:lnTo>
                    <a:pt x="4" y="27"/>
                  </a:lnTo>
                  <a:lnTo>
                    <a:pt x="4" y="29"/>
                  </a:lnTo>
                  <a:lnTo>
                    <a:pt x="5" y="30"/>
                  </a:lnTo>
                  <a:lnTo>
                    <a:pt x="5" y="31"/>
                  </a:lnTo>
                  <a:lnTo>
                    <a:pt x="5" y="32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6" y="35"/>
                  </a:lnTo>
                  <a:lnTo>
                    <a:pt x="6" y="36"/>
                  </a:lnTo>
                  <a:lnTo>
                    <a:pt x="6" y="38"/>
                  </a:lnTo>
                  <a:lnTo>
                    <a:pt x="6" y="39"/>
                  </a:lnTo>
                  <a:lnTo>
                    <a:pt x="6" y="40"/>
                  </a:lnTo>
                  <a:lnTo>
                    <a:pt x="6" y="41"/>
                  </a:lnTo>
                  <a:lnTo>
                    <a:pt x="6" y="43"/>
                  </a:lnTo>
                  <a:lnTo>
                    <a:pt x="7" y="44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7" y="46"/>
                  </a:lnTo>
                  <a:lnTo>
                    <a:pt x="7" y="46"/>
                  </a:lnTo>
                  <a:lnTo>
                    <a:pt x="8" y="47"/>
                  </a:lnTo>
                  <a:lnTo>
                    <a:pt x="8" y="48"/>
                  </a:lnTo>
                  <a:lnTo>
                    <a:pt x="8" y="48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8" y="50"/>
                  </a:lnTo>
                  <a:lnTo>
                    <a:pt x="9" y="5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2" name="Freeform 579"/>
            <p:cNvSpPr/>
            <p:nvPr/>
          </p:nvSpPr>
          <p:spPr bwMode="auto">
            <a:xfrm>
              <a:off x="1400175" y="2022476"/>
              <a:ext cx="14288" cy="69850"/>
            </a:xfrm>
            <a:custGeom>
              <a:avLst/>
              <a:gdLst>
                <a:gd name="T0" fmla="*/ 0 w 9"/>
                <a:gd name="T1" fmla="*/ 0 h 44"/>
                <a:gd name="T2" fmla="*/ 1 w 9"/>
                <a:gd name="T3" fmla="*/ 1 h 44"/>
                <a:gd name="T4" fmla="*/ 1 w 9"/>
                <a:gd name="T5" fmla="*/ 0 h 44"/>
                <a:gd name="T6" fmla="*/ 1 w 9"/>
                <a:gd name="T7" fmla="*/ 1 h 44"/>
                <a:gd name="T8" fmla="*/ 1 w 9"/>
                <a:gd name="T9" fmla="*/ 3 h 44"/>
                <a:gd name="T10" fmla="*/ 1 w 9"/>
                <a:gd name="T11" fmla="*/ 5 h 44"/>
                <a:gd name="T12" fmla="*/ 2 w 9"/>
                <a:gd name="T13" fmla="*/ 4 h 44"/>
                <a:gd name="T14" fmla="*/ 2 w 9"/>
                <a:gd name="T15" fmla="*/ 4 h 44"/>
                <a:gd name="T16" fmla="*/ 2 w 9"/>
                <a:gd name="T17" fmla="*/ 6 h 44"/>
                <a:gd name="T18" fmla="*/ 2 w 9"/>
                <a:gd name="T19" fmla="*/ 8 h 44"/>
                <a:gd name="T20" fmla="*/ 2 w 9"/>
                <a:gd name="T21" fmla="*/ 9 h 44"/>
                <a:gd name="T22" fmla="*/ 2 w 9"/>
                <a:gd name="T23" fmla="*/ 9 h 44"/>
                <a:gd name="T24" fmla="*/ 2 w 9"/>
                <a:gd name="T25" fmla="*/ 11 h 44"/>
                <a:gd name="T26" fmla="*/ 3 w 9"/>
                <a:gd name="T27" fmla="*/ 14 h 44"/>
                <a:gd name="T28" fmla="*/ 3 w 9"/>
                <a:gd name="T29" fmla="*/ 18 h 44"/>
                <a:gd name="T30" fmla="*/ 3 w 9"/>
                <a:gd name="T31" fmla="*/ 20 h 44"/>
                <a:gd name="T32" fmla="*/ 3 w 9"/>
                <a:gd name="T33" fmla="*/ 22 h 44"/>
                <a:gd name="T34" fmla="*/ 3 w 9"/>
                <a:gd name="T35" fmla="*/ 24 h 44"/>
                <a:gd name="T36" fmla="*/ 3 w 9"/>
                <a:gd name="T37" fmla="*/ 28 h 44"/>
                <a:gd name="T38" fmla="*/ 3 w 9"/>
                <a:gd name="T39" fmla="*/ 33 h 44"/>
                <a:gd name="T40" fmla="*/ 4 w 9"/>
                <a:gd name="T41" fmla="*/ 36 h 44"/>
                <a:gd name="T42" fmla="*/ 4 w 9"/>
                <a:gd name="T43" fmla="*/ 38 h 44"/>
                <a:gd name="T44" fmla="*/ 4 w 9"/>
                <a:gd name="T45" fmla="*/ 39 h 44"/>
                <a:gd name="T46" fmla="*/ 4 w 9"/>
                <a:gd name="T47" fmla="*/ 42 h 44"/>
                <a:gd name="T48" fmla="*/ 5 w 9"/>
                <a:gd name="T49" fmla="*/ 44 h 44"/>
                <a:gd name="T50" fmla="*/ 5 w 9"/>
                <a:gd name="T51" fmla="*/ 44 h 44"/>
                <a:gd name="T52" fmla="*/ 5 w 9"/>
                <a:gd name="T53" fmla="*/ 42 h 44"/>
                <a:gd name="T54" fmla="*/ 5 w 9"/>
                <a:gd name="T55" fmla="*/ 41 h 44"/>
                <a:gd name="T56" fmla="*/ 5 w 9"/>
                <a:gd name="T57" fmla="*/ 41 h 44"/>
                <a:gd name="T58" fmla="*/ 5 w 9"/>
                <a:gd name="T59" fmla="*/ 40 h 44"/>
                <a:gd name="T60" fmla="*/ 5 w 9"/>
                <a:gd name="T61" fmla="*/ 37 h 44"/>
                <a:gd name="T62" fmla="*/ 6 w 9"/>
                <a:gd name="T63" fmla="*/ 34 h 44"/>
                <a:gd name="T64" fmla="*/ 6 w 9"/>
                <a:gd name="T65" fmla="*/ 33 h 44"/>
                <a:gd name="T66" fmla="*/ 6 w 9"/>
                <a:gd name="T67" fmla="*/ 33 h 44"/>
                <a:gd name="T68" fmla="*/ 6 w 9"/>
                <a:gd name="T69" fmla="*/ 32 h 44"/>
                <a:gd name="T70" fmla="*/ 6 w 9"/>
                <a:gd name="T71" fmla="*/ 30 h 44"/>
                <a:gd name="T72" fmla="*/ 7 w 9"/>
                <a:gd name="T73" fmla="*/ 27 h 44"/>
                <a:gd name="T74" fmla="*/ 7 w 9"/>
                <a:gd name="T75" fmla="*/ 26 h 44"/>
                <a:gd name="T76" fmla="*/ 7 w 9"/>
                <a:gd name="T77" fmla="*/ 27 h 44"/>
                <a:gd name="T78" fmla="*/ 7 w 9"/>
                <a:gd name="T79" fmla="*/ 27 h 44"/>
                <a:gd name="T80" fmla="*/ 7 w 9"/>
                <a:gd name="T81" fmla="*/ 25 h 44"/>
                <a:gd name="T82" fmla="*/ 7 w 9"/>
                <a:gd name="T83" fmla="*/ 23 h 44"/>
                <a:gd name="T84" fmla="*/ 7 w 9"/>
                <a:gd name="T85" fmla="*/ 23 h 44"/>
                <a:gd name="T86" fmla="*/ 8 w 9"/>
                <a:gd name="T87" fmla="*/ 24 h 44"/>
                <a:gd name="T88" fmla="*/ 8 w 9"/>
                <a:gd name="T89" fmla="*/ 24 h 44"/>
                <a:gd name="T90" fmla="*/ 8 w 9"/>
                <a:gd name="T91" fmla="*/ 23 h 44"/>
                <a:gd name="T92" fmla="*/ 8 w 9"/>
                <a:gd name="T93" fmla="*/ 21 h 44"/>
                <a:gd name="T94" fmla="*/ 8 w 9"/>
                <a:gd name="T95" fmla="*/ 21 h 44"/>
                <a:gd name="T96" fmla="*/ 8 w 9"/>
                <a:gd name="T97" fmla="*/ 21 h 44"/>
                <a:gd name="T98" fmla="*/ 8 w 9"/>
                <a:gd name="T99" fmla="*/ 22 h 44"/>
                <a:gd name="T100" fmla="*/ 9 w 9"/>
                <a:gd name="T101" fmla="*/ 21 h 44"/>
                <a:gd name="T102" fmla="*/ 9 w 9"/>
                <a:gd name="T103" fmla="*/ 2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4">
                  <a:moveTo>
                    <a:pt x="0" y="0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3"/>
                  </a:lnTo>
                  <a:lnTo>
                    <a:pt x="1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1"/>
                  </a:lnTo>
                  <a:lnTo>
                    <a:pt x="3" y="14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3" y="22"/>
                  </a:lnTo>
                  <a:lnTo>
                    <a:pt x="3" y="24"/>
                  </a:lnTo>
                  <a:lnTo>
                    <a:pt x="3" y="28"/>
                  </a:lnTo>
                  <a:lnTo>
                    <a:pt x="3" y="33"/>
                  </a:lnTo>
                  <a:lnTo>
                    <a:pt x="4" y="36"/>
                  </a:lnTo>
                  <a:lnTo>
                    <a:pt x="4" y="38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5" y="44"/>
                  </a:lnTo>
                  <a:lnTo>
                    <a:pt x="5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41"/>
                  </a:lnTo>
                  <a:lnTo>
                    <a:pt x="5" y="40"/>
                  </a:lnTo>
                  <a:lnTo>
                    <a:pt x="5" y="37"/>
                  </a:lnTo>
                  <a:lnTo>
                    <a:pt x="6" y="34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6" y="32"/>
                  </a:lnTo>
                  <a:lnTo>
                    <a:pt x="6" y="30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8" y="24"/>
                  </a:lnTo>
                  <a:lnTo>
                    <a:pt x="8" y="24"/>
                  </a:lnTo>
                  <a:lnTo>
                    <a:pt x="8" y="23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22"/>
                  </a:lnTo>
                  <a:lnTo>
                    <a:pt x="9" y="21"/>
                  </a:lnTo>
                  <a:lnTo>
                    <a:pt x="9" y="2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" name="Freeform 580"/>
            <p:cNvSpPr/>
            <p:nvPr/>
          </p:nvSpPr>
          <p:spPr bwMode="auto">
            <a:xfrm>
              <a:off x="1414463" y="2005014"/>
              <a:ext cx="12700" cy="73025"/>
            </a:xfrm>
            <a:custGeom>
              <a:avLst/>
              <a:gdLst>
                <a:gd name="T0" fmla="*/ 0 w 8"/>
                <a:gd name="T1" fmla="*/ 32 h 46"/>
                <a:gd name="T2" fmla="*/ 0 w 8"/>
                <a:gd name="T3" fmla="*/ 31 h 46"/>
                <a:gd name="T4" fmla="*/ 0 w 8"/>
                <a:gd name="T5" fmla="*/ 31 h 46"/>
                <a:gd name="T6" fmla="*/ 0 w 8"/>
                <a:gd name="T7" fmla="*/ 33 h 46"/>
                <a:gd name="T8" fmla="*/ 1 w 8"/>
                <a:gd name="T9" fmla="*/ 34 h 46"/>
                <a:gd name="T10" fmla="*/ 1 w 8"/>
                <a:gd name="T11" fmla="*/ 33 h 46"/>
                <a:gd name="T12" fmla="*/ 1 w 8"/>
                <a:gd name="T13" fmla="*/ 33 h 46"/>
                <a:gd name="T14" fmla="*/ 1 w 8"/>
                <a:gd name="T15" fmla="*/ 34 h 46"/>
                <a:gd name="T16" fmla="*/ 1 w 8"/>
                <a:gd name="T17" fmla="*/ 34 h 46"/>
                <a:gd name="T18" fmla="*/ 1 w 8"/>
                <a:gd name="T19" fmla="*/ 34 h 46"/>
                <a:gd name="T20" fmla="*/ 1 w 8"/>
                <a:gd name="T21" fmla="*/ 34 h 46"/>
                <a:gd name="T22" fmla="*/ 2 w 8"/>
                <a:gd name="T23" fmla="*/ 34 h 46"/>
                <a:gd name="T24" fmla="*/ 2 w 8"/>
                <a:gd name="T25" fmla="*/ 35 h 46"/>
                <a:gd name="T26" fmla="*/ 2 w 8"/>
                <a:gd name="T27" fmla="*/ 36 h 46"/>
                <a:gd name="T28" fmla="*/ 2 w 8"/>
                <a:gd name="T29" fmla="*/ 37 h 46"/>
                <a:gd name="T30" fmla="*/ 2 w 8"/>
                <a:gd name="T31" fmla="*/ 37 h 46"/>
                <a:gd name="T32" fmla="*/ 3 w 8"/>
                <a:gd name="T33" fmla="*/ 39 h 46"/>
                <a:gd name="T34" fmla="*/ 3 w 8"/>
                <a:gd name="T35" fmla="*/ 42 h 46"/>
                <a:gd name="T36" fmla="*/ 3 w 8"/>
                <a:gd name="T37" fmla="*/ 46 h 46"/>
                <a:gd name="T38" fmla="*/ 3 w 8"/>
                <a:gd name="T39" fmla="*/ 46 h 46"/>
                <a:gd name="T40" fmla="*/ 3 w 8"/>
                <a:gd name="T41" fmla="*/ 44 h 46"/>
                <a:gd name="T42" fmla="*/ 3 w 8"/>
                <a:gd name="T43" fmla="*/ 44 h 46"/>
                <a:gd name="T44" fmla="*/ 3 w 8"/>
                <a:gd name="T45" fmla="*/ 46 h 46"/>
                <a:gd name="T46" fmla="*/ 4 w 8"/>
                <a:gd name="T47" fmla="*/ 44 h 46"/>
                <a:gd name="T48" fmla="*/ 4 w 8"/>
                <a:gd name="T49" fmla="*/ 41 h 46"/>
                <a:gd name="T50" fmla="*/ 4 w 8"/>
                <a:gd name="T51" fmla="*/ 38 h 46"/>
                <a:gd name="T52" fmla="*/ 4 w 8"/>
                <a:gd name="T53" fmla="*/ 37 h 46"/>
                <a:gd name="T54" fmla="*/ 5 w 8"/>
                <a:gd name="T55" fmla="*/ 36 h 46"/>
                <a:gd name="T56" fmla="*/ 5 w 8"/>
                <a:gd name="T57" fmla="*/ 33 h 46"/>
                <a:gd name="T58" fmla="*/ 5 w 8"/>
                <a:gd name="T59" fmla="*/ 29 h 46"/>
                <a:gd name="T60" fmla="*/ 5 w 8"/>
                <a:gd name="T61" fmla="*/ 27 h 46"/>
                <a:gd name="T62" fmla="*/ 5 w 8"/>
                <a:gd name="T63" fmla="*/ 27 h 46"/>
                <a:gd name="T64" fmla="*/ 5 w 8"/>
                <a:gd name="T65" fmla="*/ 28 h 46"/>
                <a:gd name="T66" fmla="*/ 5 w 8"/>
                <a:gd name="T67" fmla="*/ 26 h 46"/>
                <a:gd name="T68" fmla="*/ 6 w 8"/>
                <a:gd name="T69" fmla="*/ 23 h 46"/>
                <a:gd name="T70" fmla="*/ 6 w 8"/>
                <a:gd name="T71" fmla="*/ 20 h 46"/>
                <a:gd name="T72" fmla="*/ 6 w 8"/>
                <a:gd name="T73" fmla="*/ 20 h 46"/>
                <a:gd name="T74" fmla="*/ 6 w 8"/>
                <a:gd name="T75" fmla="*/ 21 h 46"/>
                <a:gd name="T76" fmla="*/ 6 w 8"/>
                <a:gd name="T77" fmla="*/ 19 h 46"/>
                <a:gd name="T78" fmla="*/ 6 w 8"/>
                <a:gd name="T79" fmla="*/ 17 h 46"/>
                <a:gd name="T80" fmla="*/ 6 w 8"/>
                <a:gd name="T81" fmla="*/ 16 h 46"/>
                <a:gd name="T82" fmla="*/ 7 w 8"/>
                <a:gd name="T83" fmla="*/ 17 h 46"/>
                <a:gd name="T84" fmla="*/ 7 w 8"/>
                <a:gd name="T85" fmla="*/ 17 h 46"/>
                <a:gd name="T86" fmla="*/ 7 w 8"/>
                <a:gd name="T87" fmla="*/ 14 h 46"/>
                <a:gd name="T88" fmla="*/ 7 w 8"/>
                <a:gd name="T89" fmla="*/ 11 h 46"/>
                <a:gd name="T90" fmla="*/ 7 w 8"/>
                <a:gd name="T91" fmla="*/ 10 h 46"/>
                <a:gd name="T92" fmla="*/ 8 w 8"/>
                <a:gd name="T93" fmla="*/ 10 h 46"/>
                <a:gd name="T94" fmla="*/ 8 w 8"/>
                <a:gd name="T95" fmla="*/ 9 h 46"/>
                <a:gd name="T96" fmla="*/ 8 w 8"/>
                <a:gd name="T97" fmla="*/ 6 h 46"/>
                <a:gd name="T98" fmla="*/ 8 w 8"/>
                <a:gd name="T99" fmla="*/ 1 h 46"/>
                <a:gd name="T100" fmla="*/ 8 w 8"/>
                <a:gd name="T101" fmla="*/ 0 h 46"/>
                <a:gd name="T102" fmla="*/ 8 w 8"/>
                <a:gd name="T103" fmla="*/ 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6">
                  <a:moveTo>
                    <a:pt x="0" y="32"/>
                  </a:moveTo>
                  <a:lnTo>
                    <a:pt x="0" y="31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1" y="34"/>
                  </a:lnTo>
                  <a:lnTo>
                    <a:pt x="1" y="33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4"/>
                  </a:lnTo>
                  <a:lnTo>
                    <a:pt x="1" y="34"/>
                  </a:lnTo>
                  <a:lnTo>
                    <a:pt x="1" y="34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2" y="37"/>
                  </a:lnTo>
                  <a:lnTo>
                    <a:pt x="3" y="39"/>
                  </a:lnTo>
                  <a:lnTo>
                    <a:pt x="3" y="42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4" y="44"/>
                  </a:lnTo>
                  <a:lnTo>
                    <a:pt x="4" y="41"/>
                  </a:lnTo>
                  <a:lnTo>
                    <a:pt x="4" y="38"/>
                  </a:lnTo>
                  <a:lnTo>
                    <a:pt x="4" y="37"/>
                  </a:lnTo>
                  <a:lnTo>
                    <a:pt x="5" y="36"/>
                  </a:lnTo>
                  <a:lnTo>
                    <a:pt x="5" y="33"/>
                  </a:lnTo>
                  <a:lnTo>
                    <a:pt x="5" y="2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5" y="28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6" y="19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14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8" y="9"/>
                  </a:lnTo>
                  <a:lnTo>
                    <a:pt x="8" y="6"/>
                  </a:lnTo>
                  <a:lnTo>
                    <a:pt x="8" y="1"/>
                  </a:lnTo>
                  <a:lnTo>
                    <a:pt x="8" y="0"/>
                  </a:lnTo>
                  <a:lnTo>
                    <a:pt x="8" y="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" name="Freeform 581"/>
            <p:cNvSpPr/>
            <p:nvPr/>
          </p:nvSpPr>
          <p:spPr bwMode="auto">
            <a:xfrm>
              <a:off x="1427163" y="1974851"/>
              <a:ext cx="14288" cy="34925"/>
            </a:xfrm>
            <a:custGeom>
              <a:avLst/>
              <a:gdLst>
                <a:gd name="T0" fmla="*/ 0 w 9"/>
                <a:gd name="T1" fmla="*/ 19 h 22"/>
                <a:gd name="T2" fmla="*/ 0 w 9"/>
                <a:gd name="T3" fmla="*/ 21 h 22"/>
                <a:gd name="T4" fmla="*/ 1 w 9"/>
                <a:gd name="T5" fmla="*/ 22 h 22"/>
                <a:gd name="T6" fmla="*/ 1 w 9"/>
                <a:gd name="T7" fmla="*/ 21 h 22"/>
                <a:gd name="T8" fmla="*/ 1 w 9"/>
                <a:gd name="T9" fmla="*/ 18 h 22"/>
                <a:gd name="T10" fmla="*/ 1 w 9"/>
                <a:gd name="T11" fmla="*/ 16 h 22"/>
                <a:gd name="T12" fmla="*/ 1 w 9"/>
                <a:gd name="T13" fmla="*/ 18 h 22"/>
                <a:gd name="T14" fmla="*/ 2 w 9"/>
                <a:gd name="T15" fmla="*/ 20 h 22"/>
                <a:gd name="T16" fmla="*/ 2 w 9"/>
                <a:gd name="T17" fmla="*/ 20 h 22"/>
                <a:gd name="T18" fmla="*/ 2 w 9"/>
                <a:gd name="T19" fmla="*/ 18 h 22"/>
                <a:gd name="T20" fmla="*/ 2 w 9"/>
                <a:gd name="T21" fmla="*/ 17 h 22"/>
                <a:gd name="T22" fmla="*/ 2 w 9"/>
                <a:gd name="T23" fmla="*/ 18 h 22"/>
                <a:gd name="T24" fmla="*/ 2 w 9"/>
                <a:gd name="T25" fmla="*/ 18 h 22"/>
                <a:gd name="T26" fmla="*/ 2 w 9"/>
                <a:gd name="T27" fmla="*/ 16 h 22"/>
                <a:gd name="T28" fmla="*/ 3 w 9"/>
                <a:gd name="T29" fmla="*/ 15 h 22"/>
                <a:gd name="T30" fmla="*/ 3 w 9"/>
                <a:gd name="T31" fmla="*/ 14 h 22"/>
                <a:gd name="T32" fmla="*/ 3 w 9"/>
                <a:gd name="T33" fmla="*/ 15 h 22"/>
                <a:gd name="T34" fmla="*/ 3 w 9"/>
                <a:gd name="T35" fmla="*/ 14 h 22"/>
                <a:gd name="T36" fmla="*/ 3 w 9"/>
                <a:gd name="T37" fmla="*/ 12 h 22"/>
                <a:gd name="T38" fmla="*/ 3 w 9"/>
                <a:gd name="T39" fmla="*/ 9 h 22"/>
                <a:gd name="T40" fmla="*/ 3 w 9"/>
                <a:gd name="T41" fmla="*/ 8 h 22"/>
                <a:gd name="T42" fmla="*/ 4 w 9"/>
                <a:gd name="T43" fmla="*/ 10 h 22"/>
                <a:gd name="T44" fmla="*/ 4 w 9"/>
                <a:gd name="T45" fmla="*/ 11 h 22"/>
                <a:gd name="T46" fmla="*/ 4 w 9"/>
                <a:gd name="T47" fmla="*/ 9 h 22"/>
                <a:gd name="T48" fmla="*/ 4 w 9"/>
                <a:gd name="T49" fmla="*/ 6 h 22"/>
                <a:gd name="T50" fmla="*/ 5 w 9"/>
                <a:gd name="T51" fmla="*/ 5 h 22"/>
                <a:gd name="T52" fmla="*/ 5 w 9"/>
                <a:gd name="T53" fmla="*/ 5 h 22"/>
                <a:gd name="T54" fmla="*/ 5 w 9"/>
                <a:gd name="T55" fmla="*/ 6 h 22"/>
                <a:gd name="T56" fmla="*/ 5 w 9"/>
                <a:gd name="T57" fmla="*/ 4 h 22"/>
                <a:gd name="T58" fmla="*/ 5 w 9"/>
                <a:gd name="T59" fmla="*/ 1 h 22"/>
                <a:gd name="T60" fmla="*/ 5 w 9"/>
                <a:gd name="T61" fmla="*/ 0 h 22"/>
                <a:gd name="T62" fmla="*/ 5 w 9"/>
                <a:gd name="T63" fmla="*/ 1 h 22"/>
                <a:gd name="T64" fmla="*/ 6 w 9"/>
                <a:gd name="T65" fmla="*/ 2 h 22"/>
                <a:gd name="T66" fmla="*/ 6 w 9"/>
                <a:gd name="T67" fmla="*/ 2 h 22"/>
                <a:gd name="T68" fmla="*/ 6 w 9"/>
                <a:gd name="T69" fmla="*/ 1 h 22"/>
                <a:gd name="T70" fmla="*/ 6 w 9"/>
                <a:gd name="T71" fmla="*/ 2 h 22"/>
                <a:gd name="T72" fmla="*/ 6 w 9"/>
                <a:gd name="T73" fmla="*/ 4 h 22"/>
                <a:gd name="T74" fmla="*/ 7 w 9"/>
                <a:gd name="T75" fmla="*/ 7 h 22"/>
                <a:gd name="T76" fmla="*/ 7 w 9"/>
                <a:gd name="T77" fmla="*/ 7 h 22"/>
                <a:gd name="T78" fmla="*/ 7 w 9"/>
                <a:gd name="T79" fmla="*/ 7 h 22"/>
                <a:gd name="T80" fmla="*/ 7 w 9"/>
                <a:gd name="T81" fmla="*/ 7 h 22"/>
                <a:gd name="T82" fmla="*/ 7 w 9"/>
                <a:gd name="T83" fmla="*/ 10 h 22"/>
                <a:gd name="T84" fmla="*/ 7 w 9"/>
                <a:gd name="T85" fmla="*/ 11 h 22"/>
                <a:gd name="T86" fmla="*/ 7 w 9"/>
                <a:gd name="T87" fmla="*/ 10 h 22"/>
                <a:gd name="T88" fmla="*/ 8 w 9"/>
                <a:gd name="T89" fmla="*/ 9 h 22"/>
                <a:gd name="T90" fmla="*/ 8 w 9"/>
                <a:gd name="T91" fmla="*/ 7 h 22"/>
                <a:gd name="T92" fmla="*/ 8 w 9"/>
                <a:gd name="T93" fmla="*/ 6 h 22"/>
                <a:gd name="T94" fmla="*/ 8 w 9"/>
                <a:gd name="T95" fmla="*/ 6 h 22"/>
                <a:gd name="T96" fmla="*/ 8 w 9"/>
                <a:gd name="T97" fmla="*/ 5 h 22"/>
                <a:gd name="T98" fmla="*/ 8 w 9"/>
                <a:gd name="T99" fmla="*/ 3 h 22"/>
                <a:gd name="T100" fmla="*/ 8 w 9"/>
                <a:gd name="T101" fmla="*/ 1 h 22"/>
                <a:gd name="T102" fmla="*/ 9 w 9"/>
                <a:gd name="T10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22">
                  <a:moveTo>
                    <a:pt x="0" y="19"/>
                  </a:moveTo>
                  <a:lnTo>
                    <a:pt x="0" y="21"/>
                  </a:lnTo>
                  <a:lnTo>
                    <a:pt x="1" y="22"/>
                  </a:lnTo>
                  <a:lnTo>
                    <a:pt x="1" y="21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6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3" y="9"/>
                  </a:lnTo>
                  <a:lnTo>
                    <a:pt x="3" y="8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4" y="9"/>
                  </a:lnTo>
                  <a:lnTo>
                    <a:pt x="4" y="6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1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1"/>
                  </a:lnTo>
                  <a:lnTo>
                    <a:pt x="6" y="2"/>
                  </a:lnTo>
                  <a:lnTo>
                    <a:pt x="6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8" y="9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5"/>
                  </a:lnTo>
                  <a:lnTo>
                    <a:pt x="8" y="3"/>
                  </a:lnTo>
                  <a:lnTo>
                    <a:pt x="8" y="1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" name="Freeform 582"/>
            <p:cNvSpPr/>
            <p:nvPr/>
          </p:nvSpPr>
          <p:spPr bwMode="auto">
            <a:xfrm>
              <a:off x="1439863" y="1943101"/>
              <a:ext cx="14288" cy="33338"/>
            </a:xfrm>
            <a:custGeom>
              <a:avLst/>
              <a:gdLst>
                <a:gd name="T0" fmla="*/ 0 w 9"/>
                <a:gd name="T1" fmla="*/ 21 h 21"/>
                <a:gd name="T2" fmla="*/ 1 w 9"/>
                <a:gd name="T3" fmla="*/ 20 h 21"/>
                <a:gd name="T4" fmla="*/ 1 w 9"/>
                <a:gd name="T5" fmla="*/ 19 h 21"/>
                <a:gd name="T6" fmla="*/ 1 w 9"/>
                <a:gd name="T7" fmla="*/ 17 h 21"/>
                <a:gd name="T8" fmla="*/ 1 w 9"/>
                <a:gd name="T9" fmla="*/ 16 h 21"/>
                <a:gd name="T10" fmla="*/ 2 w 9"/>
                <a:gd name="T11" fmla="*/ 16 h 21"/>
                <a:gd name="T12" fmla="*/ 2 w 9"/>
                <a:gd name="T13" fmla="*/ 16 h 21"/>
                <a:gd name="T14" fmla="*/ 2 w 9"/>
                <a:gd name="T15" fmla="*/ 16 h 21"/>
                <a:gd name="T16" fmla="*/ 2 w 9"/>
                <a:gd name="T17" fmla="*/ 16 h 21"/>
                <a:gd name="T18" fmla="*/ 2 w 9"/>
                <a:gd name="T19" fmla="*/ 14 h 21"/>
                <a:gd name="T20" fmla="*/ 2 w 9"/>
                <a:gd name="T21" fmla="*/ 13 h 21"/>
                <a:gd name="T22" fmla="*/ 2 w 9"/>
                <a:gd name="T23" fmla="*/ 13 h 21"/>
                <a:gd name="T24" fmla="*/ 3 w 9"/>
                <a:gd name="T25" fmla="*/ 14 h 21"/>
                <a:gd name="T26" fmla="*/ 3 w 9"/>
                <a:gd name="T27" fmla="*/ 13 h 21"/>
                <a:gd name="T28" fmla="*/ 3 w 9"/>
                <a:gd name="T29" fmla="*/ 11 h 21"/>
                <a:gd name="T30" fmla="*/ 3 w 9"/>
                <a:gd name="T31" fmla="*/ 9 h 21"/>
                <a:gd name="T32" fmla="*/ 3 w 9"/>
                <a:gd name="T33" fmla="*/ 8 h 21"/>
                <a:gd name="T34" fmla="*/ 4 w 9"/>
                <a:gd name="T35" fmla="*/ 8 h 21"/>
                <a:gd name="T36" fmla="*/ 4 w 9"/>
                <a:gd name="T37" fmla="*/ 7 h 21"/>
                <a:gd name="T38" fmla="*/ 4 w 9"/>
                <a:gd name="T39" fmla="*/ 7 h 21"/>
                <a:gd name="T40" fmla="*/ 4 w 9"/>
                <a:gd name="T41" fmla="*/ 7 h 21"/>
                <a:gd name="T42" fmla="*/ 4 w 9"/>
                <a:gd name="T43" fmla="*/ 6 h 21"/>
                <a:gd name="T44" fmla="*/ 4 w 9"/>
                <a:gd name="T45" fmla="*/ 6 h 21"/>
                <a:gd name="T46" fmla="*/ 4 w 9"/>
                <a:gd name="T47" fmla="*/ 6 h 21"/>
                <a:gd name="T48" fmla="*/ 5 w 9"/>
                <a:gd name="T49" fmla="*/ 7 h 21"/>
                <a:gd name="T50" fmla="*/ 5 w 9"/>
                <a:gd name="T51" fmla="*/ 7 h 21"/>
                <a:gd name="T52" fmla="*/ 5 w 9"/>
                <a:gd name="T53" fmla="*/ 6 h 21"/>
                <a:gd name="T54" fmla="*/ 5 w 9"/>
                <a:gd name="T55" fmla="*/ 6 h 21"/>
                <a:gd name="T56" fmla="*/ 5 w 9"/>
                <a:gd name="T57" fmla="*/ 6 h 21"/>
                <a:gd name="T58" fmla="*/ 5 w 9"/>
                <a:gd name="T59" fmla="*/ 5 h 21"/>
                <a:gd name="T60" fmla="*/ 6 w 9"/>
                <a:gd name="T61" fmla="*/ 5 h 21"/>
                <a:gd name="T62" fmla="*/ 6 w 9"/>
                <a:gd name="T63" fmla="*/ 7 h 21"/>
                <a:gd name="T64" fmla="*/ 6 w 9"/>
                <a:gd name="T65" fmla="*/ 8 h 21"/>
                <a:gd name="T66" fmla="*/ 6 w 9"/>
                <a:gd name="T67" fmla="*/ 9 h 21"/>
                <a:gd name="T68" fmla="*/ 6 w 9"/>
                <a:gd name="T69" fmla="*/ 9 h 21"/>
                <a:gd name="T70" fmla="*/ 7 w 9"/>
                <a:gd name="T71" fmla="*/ 10 h 21"/>
                <a:gd name="T72" fmla="*/ 7 w 9"/>
                <a:gd name="T73" fmla="*/ 11 h 21"/>
                <a:gd name="T74" fmla="*/ 7 w 9"/>
                <a:gd name="T75" fmla="*/ 11 h 21"/>
                <a:gd name="T76" fmla="*/ 7 w 9"/>
                <a:gd name="T77" fmla="*/ 13 h 21"/>
                <a:gd name="T78" fmla="*/ 7 w 9"/>
                <a:gd name="T79" fmla="*/ 14 h 21"/>
                <a:gd name="T80" fmla="*/ 7 w 9"/>
                <a:gd name="T81" fmla="*/ 13 h 21"/>
                <a:gd name="T82" fmla="*/ 7 w 9"/>
                <a:gd name="T83" fmla="*/ 13 h 21"/>
                <a:gd name="T84" fmla="*/ 8 w 9"/>
                <a:gd name="T85" fmla="*/ 13 h 21"/>
                <a:gd name="T86" fmla="*/ 8 w 9"/>
                <a:gd name="T87" fmla="*/ 13 h 21"/>
                <a:gd name="T88" fmla="*/ 8 w 9"/>
                <a:gd name="T89" fmla="*/ 11 h 21"/>
                <a:gd name="T90" fmla="*/ 8 w 9"/>
                <a:gd name="T91" fmla="*/ 10 h 21"/>
                <a:gd name="T92" fmla="*/ 9 w 9"/>
                <a:gd name="T93" fmla="*/ 8 h 21"/>
                <a:gd name="T94" fmla="*/ 9 w 9"/>
                <a:gd name="T95" fmla="*/ 5 h 21"/>
                <a:gd name="T96" fmla="*/ 9 w 9"/>
                <a:gd name="T97" fmla="*/ 2 h 21"/>
                <a:gd name="T98" fmla="*/ 9 w 9"/>
                <a:gd name="T99" fmla="*/ 1 h 21"/>
                <a:gd name="T100" fmla="*/ 9 w 9"/>
                <a:gd name="T101" fmla="*/ 0 h 21"/>
                <a:gd name="T102" fmla="*/ 9 w 9"/>
                <a:gd name="T10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21">
                  <a:moveTo>
                    <a:pt x="0" y="21"/>
                  </a:moveTo>
                  <a:lnTo>
                    <a:pt x="1" y="20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4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3" y="9"/>
                  </a:lnTo>
                  <a:lnTo>
                    <a:pt x="3" y="8"/>
                  </a:lnTo>
                  <a:lnTo>
                    <a:pt x="4" y="8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5"/>
                  </a:lnTo>
                  <a:lnTo>
                    <a:pt x="6" y="5"/>
                  </a:lnTo>
                  <a:lnTo>
                    <a:pt x="6" y="7"/>
                  </a:lnTo>
                  <a:lnTo>
                    <a:pt x="6" y="8"/>
                  </a:lnTo>
                  <a:lnTo>
                    <a:pt x="6" y="9"/>
                  </a:lnTo>
                  <a:lnTo>
                    <a:pt x="6" y="9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8" y="11"/>
                  </a:lnTo>
                  <a:lnTo>
                    <a:pt x="8" y="10"/>
                  </a:lnTo>
                  <a:lnTo>
                    <a:pt x="9" y="8"/>
                  </a:lnTo>
                  <a:lnTo>
                    <a:pt x="9" y="5"/>
                  </a:lnTo>
                  <a:lnTo>
                    <a:pt x="9" y="2"/>
                  </a:lnTo>
                  <a:lnTo>
                    <a:pt x="9" y="1"/>
                  </a:lnTo>
                  <a:lnTo>
                    <a:pt x="9" y="0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" name="Freeform 583"/>
            <p:cNvSpPr/>
            <p:nvPr/>
          </p:nvSpPr>
          <p:spPr bwMode="auto">
            <a:xfrm>
              <a:off x="1454150" y="1943101"/>
              <a:ext cx="12700" cy="103188"/>
            </a:xfrm>
            <a:custGeom>
              <a:avLst/>
              <a:gdLst>
                <a:gd name="T0" fmla="*/ 0 w 8"/>
                <a:gd name="T1" fmla="*/ 0 h 65"/>
                <a:gd name="T2" fmla="*/ 0 w 8"/>
                <a:gd name="T3" fmla="*/ 0 h 65"/>
                <a:gd name="T4" fmla="*/ 0 w 8"/>
                <a:gd name="T5" fmla="*/ 1 h 65"/>
                <a:gd name="T6" fmla="*/ 1 w 8"/>
                <a:gd name="T7" fmla="*/ 2 h 65"/>
                <a:gd name="T8" fmla="*/ 1 w 8"/>
                <a:gd name="T9" fmla="*/ 4 h 65"/>
                <a:gd name="T10" fmla="*/ 1 w 8"/>
                <a:gd name="T11" fmla="*/ 5 h 65"/>
                <a:gd name="T12" fmla="*/ 1 w 8"/>
                <a:gd name="T13" fmla="*/ 7 h 65"/>
                <a:gd name="T14" fmla="*/ 1 w 8"/>
                <a:gd name="T15" fmla="*/ 9 h 65"/>
                <a:gd name="T16" fmla="*/ 1 w 8"/>
                <a:gd name="T17" fmla="*/ 10 h 65"/>
                <a:gd name="T18" fmla="*/ 1 w 8"/>
                <a:gd name="T19" fmla="*/ 11 h 65"/>
                <a:gd name="T20" fmla="*/ 2 w 8"/>
                <a:gd name="T21" fmla="*/ 12 h 65"/>
                <a:gd name="T22" fmla="*/ 2 w 8"/>
                <a:gd name="T23" fmla="*/ 12 h 65"/>
                <a:gd name="T24" fmla="*/ 2 w 8"/>
                <a:gd name="T25" fmla="*/ 12 h 65"/>
                <a:gd name="T26" fmla="*/ 2 w 8"/>
                <a:gd name="T27" fmla="*/ 12 h 65"/>
                <a:gd name="T28" fmla="*/ 2 w 8"/>
                <a:gd name="T29" fmla="*/ 14 h 65"/>
                <a:gd name="T30" fmla="*/ 3 w 8"/>
                <a:gd name="T31" fmla="*/ 17 h 65"/>
                <a:gd name="T32" fmla="*/ 3 w 8"/>
                <a:gd name="T33" fmla="*/ 18 h 65"/>
                <a:gd name="T34" fmla="*/ 3 w 8"/>
                <a:gd name="T35" fmla="*/ 19 h 65"/>
                <a:gd name="T36" fmla="*/ 3 w 8"/>
                <a:gd name="T37" fmla="*/ 22 h 65"/>
                <a:gd name="T38" fmla="*/ 3 w 8"/>
                <a:gd name="T39" fmla="*/ 24 h 65"/>
                <a:gd name="T40" fmla="*/ 3 w 8"/>
                <a:gd name="T41" fmla="*/ 26 h 65"/>
                <a:gd name="T42" fmla="*/ 3 w 8"/>
                <a:gd name="T43" fmla="*/ 27 h 65"/>
                <a:gd name="T44" fmla="*/ 4 w 8"/>
                <a:gd name="T45" fmla="*/ 30 h 65"/>
                <a:gd name="T46" fmla="*/ 4 w 8"/>
                <a:gd name="T47" fmla="*/ 32 h 65"/>
                <a:gd name="T48" fmla="*/ 4 w 8"/>
                <a:gd name="T49" fmla="*/ 34 h 65"/>
                <a:gd name="T50" fmla="*/ 4 w 8"/>
                <a:gd name="T51" fmla="*/ 35 h 65"/>
                <a:gd name="T52" fmla="*/ 5 w 8"/>
                <a:gd name="T53" fmla="*/ 36 h 65"/>
                <a:gd name="T54" fmla="*/ 5 w 8"/>
                <a:gd name="T55" fmla="*/ 37 h 65"/>
                <a:gd name="T56" fmla="*/ 5 w 8"/>
                <a:gd name="T57" fmla="*/ 38 h 65"/>
                <a:gd name="T58" fmla="*/ 5 w 8"/>
                <a:gd name="T59" fmla="*/ 41 h 65"/>
                <a:gd name="T60" fmla="*/ 5 w 8"/>
                <a:gd name="T61" fmla="*/ 41 h 65"/>
                <a:gd name="T62" fmla="*/ 5 w 8"/>
                <a:gd name="T63" fmla="*/ 41 h 65"/>
                <a:gd name="T64" fmla="*/ 5 w 8"/>
                <a:gd name="T65" fmla="*/ 43 h 65"/>
                <a:gd name="T66" fmla="*/ 6 w 8"/>
                <a:gd name="T67" fmla="*/ 46 h 65"/>
                <a:gd name="T68" fmla="*/ 6 w 8"/>
                <a:gd name="T69" fmla="*/ 48 h 65"/>
                <a:gd name="T70" fmla="*/ 6 w 8"/>
                <a:gd name="T71" fmla="*/ 48 h 65"/>
                <a:gd name="T72" fmla="*/ 6 w 8"/>
                <a:gd name="T73" fmla="*/ 48 h 65"/>
                <a:gd name="T74" fmla="*/ 6 w 8"/>
                <a:gd name="T75" fmla="*/ 49 h 65"/>
                <a:gd name="T76" fmla="*/ 6 w 8"/>
                <a:gd name="T77" fmla="*/ 51 h 65"/>
                <a:gd name="T78" fmla="*/ 6 w 8"/>
                <a:gd name="T79" fmla="*/ 51 h 65"/>
                <a:gd name="T80" fmla="*/ 7 w 8"/>
                <a:gd name="T81" fmla="*/ 51 h 65"/>
                <a:gd name="T82" fmla="*/ 7 w 8"/>
                <a:gd name="T83" fmla="*/ 49 h 65"/>
                <a:gd name="T84" fmla="*/ 7 w 8"/>
                <a:gd name="T85" fmla="*/ 49 h 65"/>
                <a:gd name="T86" fmla="*/ 7 w 8"/>
                <a:gd name="T87" fmla="*/ 50 h 65"/>
                <a:gd name="T88" fmla="*/ 7 w 8"/>
                <a:gd name="T89" fmla="*/ 52 h 65"/>
                <a:gd name="T90" fmla="*/ 8 w 8"/>
                <a:gd name="T91" fmla="*/ 52 h 65"/>
                <a:gd name="T92" fmla="*/ 8 w 8"/>
                <a:gd name="T93" fmla="*/ 53 h 65"/>
                <a:gd name="T94" fmla="*/ 8 w 8"/>
                <a:gd name="T95" fmla="*/ 54 h 65"/>
                <a:gd name="T96" fmla="*/ 8 w 8"/>
                <a:gd name="T97" fmla="*/ 57 h 65"/>
                <a:gd name="T98" fmla="*/ 8 w 8"/>
                <a:gd name="T99" fmla="*/ 61 h 65"/>
                <a:gd name="T100" fmla="*/ 8 w 8"/>
                <a:gd name="T101" fmla="*/ 63 h 65"/>
                <a:gd name="T102" fmla="*/ 8 w 8"/>
                <a:gd name="T10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5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7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3" y="17"/>
                  </a:lnTo>
                  <a:lnTo>
                    <a:pt x="3" y="18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3" y="24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4" y="30"/>
                  </a:lnTo>
                  <a:lnTo>
                    <a:pt x="4" y="32"/>
                  </a:lnTo>
                  <a:lnTo>
                    <a:pt x="4" y="34"/>
                  </a:lnTo>
                  <a:lnTo>
                    <a:pt x="4" y="35"/>
                  </a:lnTo>
                  <a:lnTo>
                    <a:pt x="5" y="36"/>
                  </a:lnTo>
                  <a:lnTo>
                    <a:pt x="5" y="37"/>
                  </a:lnTo>
                  <a:lnTo>
                    <a:pt x="5" y="38"/>
                  </a:lnTo>
                  <a:lnTo>
                    <a:pt x="5" y="41"/>
                  </a:lnTo>
                  <a:lnTo>
                    <a:pt x="5" y="41"/>
                  </a:lnTo>
                  <a:lnTo>
                    <a:pt x="5" y="41"/>
                  </a:lnTo>
                  <a:lnTo>
                    <a:pt x="5" y="43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49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7" y="51"/>
                  </a:lnTo>
                  <a:lnTo>
                    <a:pt x="7" y="49"/>
                  </a:lnTo>
                  <a:lnTo>
                    <a:pt x="7" y="49"/>
                  </a:lnTo>
                  <a:lnTo>
                    <a:pt x="7" y="50"/>
                  </a:lnTo>
                  <a:lnTo>
                    <a:pt x="7" y="52"/>
                  </a:lnTo>
                  <a:lnTo>
                    <a:pt x="8" y="52"/>
                  </a:lnTo>
                  <a:lnTo>
                    <a:pt x="8" y="53"/>
                  </a:lnTo>
                  <a:lnTo>
                    <a:pt x="8" y="54"/>
                  </a:lnTo>
                  <a:lnTo>
                    <a:pt x="8" y="57"/>
                  </a:lnTo>
                  <a:lnTo>
                    <a:pt x="8" y="61"/>
                  </a:lnTo>
                  <a:lnTo>
                    <a:pt x="8" y="63"/>
                  </a:lnTo>
                  <a:lnTo>
                    <a:pt x="8" y="6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" name="Freeform 584"/>
            <p:cNvSpPr/>
            <p:nvPr/>
          </p:nvSpPr>
          <p:spPr bwMode="auto">
            <a:xfrm>
              <a:off x="1466850" y="2043114"/>
              <a:ext cx="14288" cy="46038"/>
            </a:xfrm>
            <a:custGeom>
              <a:avLst/>
              <a:gdLst>
                <a:gd name="T0" fmla="*/ 0 w 9"/>
                <a:gd name="T1" fmla="*/ 0 h 29"/>
                <a:gd name="T2" fmla="*/ 0 w 9"/>
                <a:gd name="T3" fmla="*/ 2 h 29"/>
                <a:gd name="T4" fmla="*/ 1 w 9"/>
                <a:gd name="T5" fmla="*/ 5 h 29"/>
                <a:gd name="T6" fmla="*/ 1 w 9"/>
                <a:gd name="T7" fmla="*/ 8 h 29"/>
                <a:gd name="T8" fmla="*/ 1 w 9"/>
                <a:gd name="T9" fmla="*/ 10 h 29"/>
                <a:gd name="T10" fmla="*/ 1 w 9"/>
                <a:gd name="T11" fmla="*/ 12 h 29"/>
                <a:gd name="T12" fmla="*/ 2 w 9"/>
                <a:gd name="T13" fmla="*/ 12 h 29"/>
                <a:gd name="T14" fmla="*/ 2 w 9"/>
                <a:gd name="T15" fmla="*/ 12 h 29"/>
                <a:gd name="T16" fmla="*/ 2 w 9"/>
                <a:gd name="T17" fmla="*/ 12 h 29"/>
                <a:gd name="T18" fmla="*/ 2 w 9"/>
                <a:gd name="T19" fmla="*/ 13 h 29"/>
                <a:gd name="T20" fmla="*/ 2 w 9"/>
                <a:gd name="T21" fmla="*/ 12 h 29"/>
                <a:gd name="T22" fmla="*/ 2 w 9"/>
                <a:gd name="T23" fmla="*/ 11 h 29"/>
                <a:gd name="T24" fmla="*/ 2 w 9"/>
                <a:gd name="T25" fmla="*/ 12 h 29"/>
                <a:gd name="T26" fmla="*/ 3 w 9"/>
                <a:gd name="T27" fmla="*/ 14 h 29"/>
                <a:gd name="T28" fmla="*/ 3 w 9"/>
                <a:gd name="T29" fmla="*/ 15 h 29"/>
                <a:gd name="T30" fmla="*/ 3 w 9"/>
                <a:gd name="T31" fmla="*/ 16 h 29"/>
                <a:gd name="T32" fmla="*/ 3 w 9"/>
                <a:gd name="T33" fmla="*/ 18 h 29"/>
                <a:gd name="T34" fmla="*/ 3 w 9"/>
                <a:gd name="T35" fmla="*/ 20 h 29"/>
                <a:gd name="T36" fmla="*/ 3 w 9"/>
                <a:gd name="T37" fmla="*/ 20 h 29"/>
                <a:gd name="T38" fmla="*/ 3 w 9"/>
                <a:gd name="T39" fmla="*/ 19 h 29"/>
                <a:gd name="T40" fmla="*/ 4 w 9"/>
                <a:gd name="T41" fmla="*/ 20 h 29"/>
                <a:gd name="T42" fmla="*/ 4 w 9"/>
                <a:gd name="T43" fmla="*/ 21 h 29"/>
                <a:gd name="T44" fmla="*/ 4 w 9"/>
                <a:gd name="T45" fmla="*/ 21 h 29"/>
                <a:gd name="T46" fmla="*/ 4 w 9"/>
                <a:gd name="T47" fmla="*/ 22 h 29"/>
                <a:gd name="T48" fmla="*/ 5 w 9"/>
                <a:gd name="T49" fmla="*/ 22 h 29"/>
                <a:gd name="T50" fmla="*/ 5 w 9"/>
                <a:gd name="T51" fmla="*/ 20 h 29"/>
                <a:gd name="T52" fmla="*/ 5 w 9"/>
                <a:gd name="T53" fmla="*/ 20 h 29"/>
                <a:gd name="T54" fmla="*/ 5 w 9"/>
                <a:gd name="T55" fmla="*/ 20 h 29"/>
                <a:gd name="T56" fmla="*/ 5 w 9"/>
                <a:gd name="T57" fmla="*/ 19 h 29"/>
                <a:gd name="T58" fmla="*/ 5 w 9"/>
                <a:gd name="T59" fmla="*/ 14 h 29"/>
                <a:gd name="T60" fmla="*/ 5 w 9"/>
                <a:gd name="T61" fmla="*/ 11 h 29"/>
                <a:gd name="T62" fmla="*/ 6 w 9"/>
                <a:gd name="T63" fmla="*/ 11 h 29"/>
                <a:gd name="T64" fmla="*/ 6 w 9"/>
                <a:gd name="T65" fmla="*/ 12 h 29"/>
                <a:gd name="T66" fmla="*/ 6 w 9"/>
                <a:gd name="T67" fmla="*/ 11 h 29"/>
                <a:gd name="T68" fmla="*/ 6 w 9"/>
                <a:gd name="T69" fmla="*/ 11 h 29"/>
                <a:gd name="T70" fmla="*/ 6 w 9"/>
                <a:gd name="T71" fmla="*/ 12 h 29"/>
                <a:gd name="T72" fmla="*/ 7 w 9"/>
                <a:gd name="T73" fmla="*/ 11 h 29"/>
                <a:gd name="T74" fmla="*/ 7 w 9"/>
                <a:gd name="T75" fmla="*/ 12 h 29"/>
                <a:gd name="T76" fmla="*/ 7 w 9"/>
                <a:gd name="T77" fmla="*/ 14 h 29"/>
                <a:gd name="T78" fmla="*/ 7 w 9"/>
                <a:gd name="T79" fmla="*/ 18 h 29"/>
                <a:gd name="T80" fmla="*/ 7 w 9"/>
                <a:gd name="T81" fmla="*/ 20 h 29"/>
                <a:gd name="T82" fmla="*/ 7 w 9"/>
                <a:gd name="T83" fmla="*/ 21 h 29"/>
                <a:gd name="T84" fmla="*/ 7 w 9"/>
                <a:gd name="T85" fmla="*/ 21 h 29"/>
                <a:gd name="T86" fmla="*/ 8 w 9"/>
                <a:gd name="T87" fmla="*/ 20 h 29"/>
                <a:gd name="T88" fmla="*/ 8 w 9"/>
                <a:gd name="T89" fmla="*/ 20 h 29"/>
                <a:gd name="T90" fmla="*/ 8 w 9"/>
                <a:gd name="T91" fmla="*/ 25 h 29"/>
                <a:gd name="T92" fmla="*/ 8 w 9"/>
                <a:gd name="T93" fmla="*/ 29 h 29"/>
                <a:gd name="T94" fmla="*/ 8 w 9"/>
                <a:gd name="T95" fmla="*/ 27 h 29"/>
                <a:gd name="T96" fmla="*/ 8 w 9"/>
                <a:gd name="T97" fmla="*/ 22 h 29"/>
                <a:gd name="T98" fmla="*/ 8 w 9"/>
                <a:gd name="T99" fmla="*/ 21 h 29"/>
                <a:gd name="T100" fmla="*/ 9 w 9"/>
                <a:gd name="T101" fmla="*/ 26 h 29"/>
                <a:gd name="T102" fmla="*/ 9 w 9"/>
                <a:gd name="T103" fmla="*/ 2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29">
                  <a:moveTo>
                    <a:pt x="0" y="0"/>
                  </a:moveTo>
                  <a:lnTo>
                    <a:pt x="0" y="2"/>
                  </a:lnTo>
                  <a:lnTo>
                    <a:pt x="1" y="5"/>
                  </a:lnTo>
                  <a:lnTo>
                    <a:pt x="1" y="8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2" y="11"/>
                  </a:lnTo>
                  <a:lnTo>
                    <a:pt x="2" y="12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20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5" y="14"/>
                  </a:lnTo>
                  <a:lnTo>
                    <a:pt x="5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1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8" y="25"/>
                  </a:lnTo>
                  <a:lnTo>
                    <a:pt x="8" y="29"/>
                  </a:lnTo>
                  <a:lnTo>
                    <a:pt x="8" y="27"/>
                  </a:lnTo>
                  <a:lnTo>
                    <a:pt x="8" y="22"/>
                  </a:lnTo>
                  <a:lnTo>
                    <a:pt x="8" y="21"/>
                  </a:lnTo>
                  <a:lnTo>
                    <a:pt x="9" y="26"/>
                  </a:lnTo>
                  <a:lnTo>
                    <a:pt x="9" y="2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2" name="Freeform 585"/>
            <p:cNvSpPr/>
            <p:nvPr/>
          </p:nvSpPr>
          <p:spPr bwMode="auto">
            <a:xfrm>
              <a:off x="1481138" y="1944689"/>
              <a:ext cx="12700" cy="141288"/>
            </a:xfrm>
            <a:custGeom>
              <a:avLst/>
              <a:gdLst>
                <a:gd name="T0" fmla="*/ 0 w 8"/>
                <a:gd name="T1" fmla="*/ 88 h 89"/>
                <a:gd name="T2" fmla="*/ 0 w 8"/>
                <a:gd name="T3" fmla="*/ 89 h 89"/>
                <a:gd name="T4" fmla="*/ 0 w 8"/>
                <a:gd name="T5" fmla="*/ 86 h 89"/>
                <a:gd name="T6" fmla="*/ 0 w 8"/>
                <a:gd name="T7" fmla="*/ 84 h 89"/>
                <a:gd name="T8" fmla="*/ 1 w 8"/>
                <a:gd name="T9" fmla="*/ 83 h 89"/>
                <a:gd name="T10" fmla="*/ 1 w 8"/>
                <a:gd name="T11" fmla="*/ 82 h 89"/>
                <a:gd name="T12" fmla="*/ 1 w 8"/>
                <a:gd name="T13" fmla="*/ 82 h 89"/>
                <a:gd name="T14" fmla="*/ 1 w 8"/>
                <a:gd name="T15" fmla="*/ 80 h 89"/>
                <a:gd name="T16" fmla="*/ 1 w 8"/>
                <a:gd name="T17" fmla="*/ 76 h 89"/>
                <a:gd name="T18" fmla="*/ 1 w 8"/>
                <a:gd name="T19" fmla="*/ 74 h 89"/>
                <a:gd name="T20" fmla="*/ 1 w 8"/>
                <a:gd name="T21" fmla="*/ 75 h 89"/>
                <a:gd name="T22" fmla="*/ 2 w 8"/>
                <a:gd name="T23" fmla="*/ 74 h 89"/>
                <a:gd name="T24" fmla="*/ 2 w 8"/>
                <a:gd name="T25" fmla="*/ 67 h 89"/>
                <a:gd name="T26" fmla="*/ 2 w 8"/>
                <a:gd name="T27" fmla="*/ 58 h 89"/>
                <a:gd name="T28" fmla="*/ 2 w 8"/>
                <a:gd name="T29" fmla="*/ 53 h 89"/>
                <a:gd name="T30" fmla="*/ 2 w 8"/>
                <a:gd name="T31" fmla="*/ 52 h 89"/>
                <a:gd name="T32" fmla="*/ 3 w 8"/>
                <a:gd name="T33" fmla="*/ 48 h 89"/>
                <a:gd name="T34" fmla="*/ 3 w 8"/>
                <a:gd name="T35" fmla="*/ 38 h 89"/>
                <a:gd name="T36" fmla="*/ 3 w 8"/>
                <a:gd name="T37" fmla="*/ 30 h 89"/>
                <a:gd name="T38" fmla="*/ 3 w 8"/>
                <a:gd name="T39" fmla="*/ 27 h 89"/>
                <a:gd name="T40" fmla="*/ 3 w 8"/>
                <a:gd name="T41" fmla="*/ 25 h 89"/>
                <a:gd name="T42" fmla="*/ 3 w 8"/>
                <a:gd name="T43" fmla="*/ 25 h 89"/>
                <a:gd name="T44" fmla="*/ 3 w 8"/>
                <a:gd name="T45" fmla="*/ 26 h 89"/>
                <a:gd name="T46" fmla="*/ 4 w 8"/>
                <a:gd name="T47" fmla="*/ 28 h 89"/>
                <a:gd name="T48" fmla="*/ 4 w 8"/>
                <a:gd name="T49" fmla="*/ 30 h 89"/>
                <a:gd name="T50" fmla="*/ 4 w 8"/>
                <a:gd name="T51" fmla="*/ 31 h 89"/>
                <a:gd name="T52" fmla="*/ 4 w 8"/>
                <a:gd name="T53" fmla="*/ 31 h 89"/>
                <a:gd name="T54" fmla="*/ 4 w 8"/>
                <a:gd name="T55" fmla="*/ 28 h 89"/>
                <a:gd name="T56" fmla="*/ 4 w 8"/>
                <a:gd name="T57" fmla="*/ 24 h 89"/>
                <a:gd name="T58" fmla="*/ 4 w 8"/>
                <a:gd name="T59" fmla="*/ 25 h 89"/>
                <a:gd name="T60" fmla="*/ 5 w 8"/>
                <a:gd name="T61" fmla="*/ 25 h 89"/>
                <a:gd name="T62" fmla="*/ 5 w 8"/>
                <a:gd name="T63" fmla="*/ 21 h 89"/>
                <a:gd name="T64" fmla="*/ 5 w 8"/>
                <a:gd name="T65" fmla="*/ 15 h 89"/>
                <a:gd name="T66" fmla="*/ 5 w 8"/>
                <a:gd name="T67" fmla="*/ 11 h 89"/>
                <a:gd name="T68" fmla="*/ 6 w 8"/>
                <a:gd name="T69" fmla="*/ 11 h 89"/>
                <a:gd name="T70" fmla="*/ 6 w 8"/>
                <a:gd name="T71" fmla="*/ 12 h 89"/>
                <a:gd name="T72" fmla="*/ 6 w 8"/>
                <a:gd name="T73" fmla="*/ 13 h 89"/>
                <a:gd name="T74" fmla="*/ 6 w 8"/>
                <a:gd name="T75" fmla="*/ 12 h 89"/>
                <a:gd name="T76" fmla="*/ 6 w 8"/>
                <a:gd name="T77" fmla="*/ 10 h 89"/>
                <a:gd name="T78" fmla="*/ 6 w 8"/>
                <a:gd name="T79" fmla="*/ 8 h 89"/>
                <a:gd name="T80" fmla="*/ 6 w 8"/>
                <a:gd name="T81" fmla="*/ 7 h 89"/>
                <a:gd name="T82" fmla="*/ 7 w 8"/>
                <a:gd name="T83" fmla="*/ 8 h 89"/>
                <a:gd name="T84" fmla="*/ 7 w 8"/>
                <a:gd name="T85" fmla="*/ 6 h 89"/>
                <a:gd name="T86" fmla="*/ 7 w 8"/>
                <a:gd name="T87" fmla="*/ 3 h 89"/>
                <a:gd name="T88" fmla="*/ 7 w 8"/>
                <a:gd name="T89" fmla="*/ 1 h 89"/>
                <a:gd name="T90" fmla="*/ 7 w 8"/>
                <a:gd name="T91" fmla="*/ 3 h 89"/>
                <a:gd name="T92" fmla="*/ 8 w 8"/>
                <a:gd name="T93" fmla="*/ 2 h 89"/>
                <a:gd name="T94" fmla="*/ 8 w 8"/>
                <a:gd name="T95" fmla="*/ 0 h 89"/>
                <a:gd name="T96" fmla="*/ 8 w 8"/>
                <a:gd name="T97" fmla="*/ 0 h 89"/>
                <a:gd name="T98" fmla="*/ 8 w 8"/>
                <a:gd name="T99" fmla="*/ 3 h 89"/>
                <a:gd name="T100" fmla="*/ 8 w 8"/>
                <a:gd name="T101" fmla="*/ 5 h 89"/>
                <a:gd name="T102" fmla="*/ 8 w 8"/>
                <a:gd name="T103" fmla="*/ 5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9">
                  <a:moveTo>
                    <a:pt x="0" y="88"/>
                  </a:moveTo>
                  <a:lnTo>
                    <a:pt x="0" y="89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1" y="83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1" y="80"/>
                  </a:lnTo>
                  <a:lnTo>
                    <a:pt x="1" y="76"/>
                  </a:lnTo>
                  <a:lnTo>
                    <a:pt x="1" y="74"/>
                  </a:lnTo>
                  <a:lnTo>
                    <a:pt x="1" y="75"/>
                  </a:lnTo>
                  <a:lnTo>
                    <a:pt x="2" y="74"/>
                  </a:lnTo>
                  <a:lnTo>
                    <a:pt x="2" y="67"/>
                  </a:lnTo>
                  <a:lnTo>
                    <a:pt x="2" y="58"/>
                  </a:lnTo>
                  <a:lnTo>
                    <a:pt x="2" y="53"/>
                  </a:lnTo>
                  <a:lnTo>
                    <a:pt x="2" y="52"/>
                  </a:lnTo>
                  <a:lnTo>
                    <a:pt x="3" y="48"/>
                  </a:lnTo>
                  <a:lnTo>
                    <a:pt x="3" y="38"/>
                  </a:lnTo>
                  <a:lnTo>
                    <a:pt x="3" y="30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5"/>
                  </a:lnTo>
                  <a:lnTo>
                    <a:pt x="3" y="26"/>
                  </a:lnTo>
                  <a:lnTo>
                    <a:pt x="4" y="28"/>
                  </a:lnTo>
                  <a:lnTo>
                    <a:pt x="4" y="30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28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5" y="25"/>
                  </a:lnTo>
                  <a:lnTo>
                    <a:pt x="5" y="21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6" y="8"/>
                  </a:lnTo>
                  <a:lnTo>
                    <a:pt x="6" y="7"/>
                  </a:lnTo>
                  <a:lnTo>
                    <a:pt x="7" y="8"/>
                  </a:lnTo>
                  <a:lnTo>
                    <a:pt x="7" y="6"/>
                  </a:lnTo>
                  <a:lnTo>
                    <a:pt x="7" y="3"/>
                  </a:lnTo>
                  <a:lnTo>
                    <a:pt x="7" y="1"/>
                  </a:lnTo>
                  <a:lnTo>
                    <a:pt x="7" y="3"/>
                  </a:lnTo>
                  <a:lnTo>
                    <a:pt x="8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3"/>
                  </a:lnTo>
                  <a:lnTo>
                    <a:pt x="8" y="5"/>
                  </a:lnTo>
                  <a:lnTo>
                    <a:pt x="8" y="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3" name="Freeform 586"/>
            <p:cNvSpPr/>
            <p:nvPr/>
          </p:nvSpPr>
          <p:spPr bwMode="auto">
            <a:xfrm>
              <a:off x="1493838" y="1903414"/>
              <a:ext cx="14288" cy="68263"/>
            </a:xfrm>
            <a:custGeom>
              <a:avLst/>
              <a:gdLst>
                <a:gd name="T0" fmla="*/ 0 w 9"/>
                <a:gd name="T1" fmla="*/ 31 h 43"/>
                <a:gd name="T2" fmla="*/ 0 w 9"/>
                <a:gd name="T3" fmla="*/ 31 h 43"/>
                <a:gd name="T4" fmla="*/ 1 w 9"/>
                <a:gd name="T5" fmla="*/ 32 h 43"/>
                <a:gd name="T6" fmla="*/ 1 w 9"/>
                <a:gd name="T7" fmla="*/ 32 h 43"/>
                <a:gd name="T8" fmla="*/ 1 w 9"/>
                <a:gd name="T9" fmla="*/ 32 h 43"/>
                <a:gd name="T10" fmla="*/ 1 w 9"/>
                <a:gd name="T11" fmla="*/ 32 h 43"/>
                <a:gd name="T12" fmla="*/ 1 w 9"/>
                <a:gd name="T13" fmla="*/ 33 h 43"/>
                <a:gd name="T14" fmla="*/ 1 w 9"/>
                <a:gd name="T15" fmla="*/ 31 h 43"/>
                <a:gd name="T16" fmla="*/ 1 w 9"/>
                <a:gd name="T17" fmla="*/ 25 h 43"/>
                <a:gd name="T18" fmla="*/ 2 w 9"/>
                <a:gd name="T19" fmla="*/ 20 h 43"/>
                <a:gd name="T20" fmla="*/ 2 w 9"/>
                <a:gd name="T21" fmla="*/ 17 h 43"/>
                <a:gd name="T22" fmla="*/ 2 w 9"/>
                <a:gd name="T23" fmla="*/ 14 h 43"/>
                <a:gd name="T24" fmla="*/ 2 w 9"/>
                <a:gd name="T25" fmla="*/ 9 h 43"/>
                <a:gd name="T26" fmla="*/ 2 w 9"/>
                <a:gd name="T27" fmla="*/ 6 h 43"/>
                <a:gd name="T28" fmla="*/ 3 w 9"/>
                <a:gd name="T29" fmla="*/ 5 h 43"/>
                <a:gd name="T30" fmla="*/ 3 w 9"/>
                <a:gd name="T31" fmla="*/ 3 h 43"/>
                <a:gd name="T32" fmla="*/ 3 w 9"/>
                <a:gd name="T33" fmla="*/ 0 h 43"/>
                <a:gd name="T34" fmla="*/ 3 w 9"/>
                <a:gd name="T35" fmla="*/ 1 h 43"/>
                <a:gd name="T36" fmla="*/ 3 w 9"/>
                <a:gd name="T37" fmla="*/ 5 h 43"/>
                <a:gd name="T38" fmla="*/ 3 w 9"/>
                <a:gd name="T39" fmla="*/ 8 h 43"/>
                <a:gd name="T40" fmla="*/ 3 w 9"/>
                <a:gd name="T41" fmla="*/ 11 h 43"/>
                <a:gd name="T42" fmla="*/ 4 w 9"/>
                <a:gd name="T43" fmla="*/ 16 h 43"/>
                <a:gd name="T44" fmla="*/ 4 w 9"/>
                <a:gd name="T45" fmla="*/ 20 h 43"/>
                <a:gd name="T46" fmla="*/ 4 w 9"/>
                <a:gd name="T47" fmla="*/ 22 h 43"/>
                <a:gd name="T48" fmla="*/ 4 w 9"/>
                <a:gd name="T49" fmla="*/ 26 h 43"/>
                <a:gd name="T50" fmla="*/ 5 w 9"/>
                <a:gd name="T51" fmla="*/ 32 h 43"/>
                <a:gd name="T52" fmla="*/ 5 w 9"/>
                <a:gd name="T53" fmla="*/ 37 h 43"/>
                <a:gd name="T54" fmla="*/ 5 w 9"/>
                <a:gd name="T55" fmla="*/ 39 h 43"/>
                <a:gd name="T56" fmla="*/ 5 w 9"/>
                <a:gd name="T57" fmla="*/ 39 h 43"/>
                <a:gd name="T58" fmla="*/ 5 w 9"/>
                <a:gd name="T59" fmla="*/ 41 h 43"/>
                <a:gd name="T60" fmla="*/ 5 w 9"/>
                <a:gd name="T61" fmla="*/ 43 h 43"/>
                <a:gd name="T62" fmla="*/ 5 w 9"/>
                <a:gd name="T63" fmla="*/ 43 h 43"/>
                <a:gd name="T64" fmla="*/ 6 w 9"/>
                <a:gd name="T65" fmla="*/ 43 h 43"/>
                <a:gd name="T66" fmla="*/ 6 w 9"/>
                <a:gd name="T67" fmla="*/ 42 h 43"/>
                <a:gd name="T68" fmla="*/ 6 w 9"/>
                <a:gd name="T69" fmla="*/ 39 h 43"/>
                <a:gd name="T70" fmla="*/ 6 w 9"/>
                <a:gd name="T71" fmla="*/ 38 h 43"/>
                <a:gd name="T72" fmla="*/ 6 w 9"/>
                <a:gd name="T73" fmla="*/ 39 h 43"/>
                <a:gd name="T74" fmla="*/ 6 w 9"/>
                <a:gd name="T75" fmla="*/ 38 h 43"/>
                <a:gd name="T76" fmla="*/ 6 w 9"/>
                <a:gd name="T77" fmla="*/ 36 h 43"/>
                <a:gd name="T78" fmla="*/ 7 w 9"/>
                <a:gd name="T79" fmla="*/ 33 h 43"/>
                <a:gd name="T80" fmla="*/ 7 w 9"/>
                <a:gd name="T81" fmla="*/ 33 h 43"/>
                <a:gd name="T82" fmla="*/ 7 w 9"/>
                <a:gd name="T83" fmla="*/ 32 h 43"/>
                <a:gd name="T84" fmla="*/ 7 w 9"/>
                <a:gd name="T85" fmla="*/ 32 h 43"/>
                <a:gd name="T86" fmla="*/ 7 w 9"/>
                <a:gd name="T87" fmla="*/ 33 h 43"/>
                <a:gd name="T88" fmla="*/ 8 w 9"/>
                <a:gd name="T89" fmla="*/ 35 h 43"/>
                <a:gd name="T90" fmla="*/ 8 w 9"/>
                <a:gd name="T91" fmla="*/ 35 h 43"/>
                <a:gd name="T92" fmla="*/ 8 w 9"/>
                <a:gd name="T93" fmla="*/ 35 h 43"/>
                <a:gd name="T94" fmla="*/ 8 w 9"/>
                <a:gd name="T95" fmla="*/ 36 h 43"/>
                <a:gd name="T96" fmla="*/ 8 w 9"/>
                <a:gd name="T97" fmla="*/ 36 h 43"/>
                <a:gd name="T98" fmla="*/ 8 w 9"/>
                <a:gd name="T99" fmla="*/ 37 h 43"/>
                <a:gd name="T100" fmla="*/ 8 w 9"/>
                <a:gd name="T101" fmla="*/ 38 h 43"/>
                <a:gd name="T102" fmla="*/ 9 w 9"/>
                <a:gd name="T103" fmla="*/ 3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3">
                  <a:moveTo>
                    <a:pt x="0" y="31"/>
                  </a:moveTo>
                  <a:lnTo>
                    <a:pt x="0" y="31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1" y="33"/>
                  </a:lnTo>
                  <a:lnTo>
                    <a:pt x="1" y="31"/>
                  </a:lnTo>
                  <a:lnTo>
                    <a:pt x="1" y="25"/>
                  </a:lnTo>
                  <a:lnTo>
                    <a:pt x="2" y="20"/>
                  </a:lnTo>
                  <a:lnTo>
                    <a:pt x="2" y="17"/>
                  </a:lnTo>
                  <a:lnTo>
                    <a:pt x="2" y="14"/>
                  </a:lnTo>
                  <a:lnTo>
                    <a:pt x="2" y="9"/>
                  </a:lnTo>
                  <a:lnTo>
                    <a:pt x="2" y="6"/>
                  </a:lnTo>
                  <a:lnTo>
                    <a:pt x="3" y="5"/>
                  </a:lnTo>
                  <a:lnTo>
                    <a:pt x="3" y="3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5"/>
                  </a:lnTo>
                  <a:lnTo>
                    <a:pt x="3" y="8"/>
                  </a:lnTo>
                  <a:lnTo>
                    <a:pt x="3" y="11"/>
                  </a:lnTo>
                  <a:lnTo>
                    <a:pt x="4" y="16"/>
                  </a:lnTo>
                  <a:lnTo>
                    <a:pt x="4" y="20"/>
                  </a:lnTo>
                  <a:lnTo>
                    <a:pt x="4" y="22"/>
                  </a:lnTo>
                  <a:lnTo>
                    <a:pt x="4" y="26"/>
                  </a:lnTo>
                  <a:lnTo>
                    <a:pt x="5" y="32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5" y="41"/>
                  </a:lnTo>
                  <a:lnTo>
                    <a:pt x="5" y="43"/>
                  </a:lnTo>
                  <a:lnTo>
                    <a:pt x="5" y="43"/>
                  </a:lnTo>
                  <a:lnTo>
                    <a:pt x="6" y="43"/>
                  </a:lnTo>
                  <a:lnTo>
                    <a:pt x="6" y="42"/>
                  </a:lnTo>
                  <a:lnTo>
                    <a:pt x="6" y="39"/>
                  </a:lnTo>
                  <a:lnTo>
                    <a:pt x="6" y="38"/>
                  </a:lnTo>
                  <a:lnTo>
                    <a:pt x="6" y="39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7" y="32"/>
                  </a:lnTo>
                  <a:lnTo>
                    <a:pt x="7" y="32"/>
                  </a:lnTo>
                  <a:lnTo>
                    <a:pt x="7" y="33"/>
                  </a:lnTo>
                  <a:lnTo>
                    <a:pt x="8" y="35"/>
                  </a:lnTo>
                  <a:lnTo>
                    <a:pt x="8" y="35"/>
                  </a:lnTo>
                  <a:lnTo>
                    <a:pt x="8" y="35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8" y="37"/>
                  </a:lnTo>
                  <a:lnTo>
                    <a:pt x="8" y="38"/>
                  </a:lnTo>
                  <a:lnTo>
                    <a:pt x="9" y="3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4" name="Freeform 587"/>
            <p:cNvSpPr/>
            <p:nvPr/>
          </p:nvSpPr>
          <p:spPr bwMode="auto">
            <a:xfrm>
              <a:off x="1506538" y="1946276"/>
              <a:ext cx="14288" cy="87313"/>
            </a:xfrm>
            <a:custGeom>
              <a:avLst/>
              <a:gdLst>
                <a:gd name="T0" fmla="*/ 0 w 9"/>
                <a:gd name="T1" fmla="*/ 11 h 55"/>
                <a:gd name="T2" fmla="*/ 1 w 9"/>
                <a:gd name="T3" fmla="*/ 12 h 55"/>
                <a:gd name="T4" fmla="*/ 1 w 9"/>
                <a:gd name="T5" fmla="*/ 11 h 55"/>
                <a:gd name="T6" fmla="*/ 1 w 9"/>
                <a:gd name="T7" fmla="*/ 10 h 55"/>
                <a:gd name="T8" fmla="*/ 1 w 9"/>
                <a:gd name="T9" fmla="*/ 8 h 55"/>
                <a:gd name="T10" fmla="*/ 2 w 9"/>
                <a:gd name="T11" fmla="*/ 5 h 55"/>
                <a:gd name="T12" fmla="*/ 2 w 9"/>
                <a:gd name="T13" fmla="*/ 2 h 55"/>
                <a:gd name="T14" fmla="*/ 2 w 9"/>
                <a:gd name="T15" fmla="*/ 0 h 55"/>
                <a:gd name="T16" fmla="*/ 2 w 9"/>
                <a:gd name="T17" fmla="*/ 1 h 55"/>
                <a:gd name="T18" fmla="*/ 2 w 9"/>
                <a:gd name="T19" fmla="*/ 1 h 55"/>
                <a:gd name="T20" fmla="*/ 2 w 9"/>
                <a:gd name="T21" fmla="*/ 2 h 55"/>
                <a:gd name="T22" fmla="*/ 2 w 9"/>
                <a:gd name="T23" fmla="*/ 4 h 55"/>
                <a:gd name="T24" fmla="*/ 3 w 9"/>
                <a:gd name="T25" fmla="*/ 8 h 55"/>
                <a:gd name="T26" fmla="*/ 3 w 9"/>
                <a:gd name="T27" fmla="*/ 14 h 55"/>
                <a:gd name="T28" fmla="*/ 3 w 9"/>
                <a:gd name="T29" fmla="*/ 17 h 55"/>
                <a:gd name="T30" fmla="*/ 3 w 9"/>
                <a:gd name="T31" fmla="*/ 19 h 55"/>
                <a:gd name="T32" fmla="*/ 3 w 9"/>
                <a:gd name="T33" fmla="*/ 22 h 55"/>
                <a:gd name="T34" fmla="*/ 4 w 9"/>
                <a:gd name="T35" fmla="*/ 24 h 55"/>
                <a:gd name="T36" fmla="*/ 4 w 9"/>
                <a:gd name="T37" fmla="*/ 24 h 55"/>
                <a:gd name="T38" fmla="*/ 4 w 9"/>
                <a:gd name="T39" fmla="*/ 23 h 55"/>
                <a:gd name="T40" fmla="*/ 4 w 9"/>
                <a:gd name="T41" fmla="*/ 20 h 55"/>
                <a:gd name="T42" fmla="*/ 4 w 9"/>
                <a:gd name="T43" fmla="*/ 18 h 55"/>
                <a:gd name="T44" fmla="*/ 4 w 9"/>
                <a:gd name="T45" fmla="*/ 17 h 55"/>
                <a:gd name="T46" fmla="*/ 4 w 9"/>
                <a:gd name="T47" fmla="*/ 19 h 55"/>
                <a:gd name="T48" fmla="*/ 5 w 9"/>
                <a:gd name="T49" fmla="*/ 20 h 55"/>
                <a:gd name="T50" fmla="*/ 5 w 9"/>
                <a:gd name="T51" fmla="*/ 20 h 55"/>
                <a:gd name="T52" fmla="*/ 5 w 9"/>
                <a:gd name="T53" fmla="*/ 20 h 55"/>
                <a:gd name="T54" fmla="*/ 5 w 9"/>
                <a:gd name="T55" fmla="*/ 24 h 55"/>
                <a:gd name="T56" fmla="*/ 5 w 9"/>
                <a:gd name="T57" fmla="*/ 27 h 55"/>
                <a:gd name="T58" fmla="*/ 5 w 9"/>
                <a:gd name="T59" fmla="*/ 29 h 55"/>
                <a:gd name="T60" fmla="*/ 6 w 9"/>
                <a:gd name="T61" fmla="*/ 31 h 55"/>
                <a:gd name="T62" fmla="*/ 6 w 9"/>
                <a:gd name="T63" fmla="*/ 32 h 55"/>
                <a:gd name="T64" fmla="*/ 6 w 9"/>
                <a:gd name="T65" fmla="*/ 32 h 55"/>
                <a:gd name="T66" fmla="*/ 6 w 9"/>
                <a:gd name="T67" fmla="*/ 32 h 55"/>
                <a:gd name="T68" fmla="*/ 6 w 9"/>
                <a:gd name="T69" fmla="*/ 32 h 55"/>
                <a:gd name="T70" fmla="*/ 7 w 9"/>
                <a:gd name="T71" fmla="*/ 32 h 55"/>
                <a:gd name="T72" fmla="*/ 7 w 9"/>
                <a:gd name="T73" fmla="*/ 34 h 55"/>
                <a:gd name="T74" fmla="*/ 7 w 9"/>
                <a:gd name="T75" fmla="*/ 35 h 55"/>
                <a:gd name="T76" fmla="*/ 7 w 9"/>
                <a:gd name="T77" fmla="*/ 37 h 55"/>
                <a:gd name="T78" fmla="*/ 7 w 9"/>
                <a:gd name="T79" fmla="*/ 38 h 55"/>
                <a:gd name="T80" fmla="*/ 7 w 9"/>
                <a:gd name="T81" fmla="*/ 39 h 55"/>
                <a:gd name="T82" fmla="*/ 7 w 9"/>
                <a:gd name="T83" fmla="*/ 42 h 55"/>
                <a:gd name="T84" fmla="*/ 8 w 9"/>
                <a:gd name="T85" fmla="*/ 45 h 55"/>
                <a:gd name="T86" fmla="*/ 8 w 9"/>
                <a:gd name="T87" fmla="*/ 47 h 55"/>
                <a:gd name="T88" fmla="*/ 8 w 9"/>
                <a:gd name="T89" fmla="*/ 49 h 55"/>
                <a:gd name="T90" fmla="*/ 8 w 9"/>
                <a:gd name="T91" fmla="*/ 51 h 55"/>
                <a:gd name="T92" fmla="*/ 8 w 9"/>
                <a:gd name="T93" fmla="*/ 52 h 55"/>
                <a:gd name="T94" fmla="*/ 9 w 9"/>
                <a:gd name="T95" fmla="*/ 52 h 55"/>
                <a:gd name="T96" fmla="*/ 9 w 9"/>
                <a:gd name="T97" fmla="*/ 54 h 55"/>
                <a:gd name="T98" fmla="*/ 9 w 9"/>
                <a:gd name="T99" fmla="*/ 54 h 55"/>
                <a:gd name="T100" fmla="*/ 9 w 9"/>
                <a:gd name="T101" fmla="*/ 55 h 55"/>
                <a:gd name="T102" fmla="*/ 9 w 9"/>
                <a:gd name="T103" fmla="*/ 5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5">
                  <a:moveTo>
                    <a:pt x="0" y="11"/>
                  </a:moveTo>
                  <a:lnTo>
                    <a:pt x="1" y="12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4"/>
                  </a:lnTo>
                  <a:lnTo>
                    <a:pt x="3" y="8"/>
                  </a:lnTo>
                  <a:lnTo>
                    <a:pt x="3" y="14"/>
                  </a:lnTo>
                  <a:lnTo>
                    <a:pt x="3" y="17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4" y="24"/>
                  </a:lnTo>
                  <a:lnTo>
                    <a:pt x="4" y="24"/>
                  </a:lnTo>
                  <a:lnTo>
                    <a:pt x="4" y="23"/>
                  </a:lnTo>
                  <a:lnTo>
                    <a:pt x="4" y="20"/>
                  </a:lnTo>
                  <a:lnTo>
                    <a:pt x="4" y="18"/>
                  </a:lnTo>
                  <a:lnTo>
                    <a:pt x="4" y="17"/>
                  </a:lnTo>
                  <a:lnTo>
                    <a:pt x="4" y="19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24"/>
                  </a:lnTo>
                  <a:lnTo>
                    <a:pt x="5" y="27"/>
                  </a:lnTo>
                  <a:lnTo>
                    <a:pt x="5" y="29"/>
                  </a:lnTo>
                  <a:lnTo>
                    <a:pt x="6" y="31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7" y="32"/>
                  </a:lnTo>
                  <a:lnTo>
                    <a:pt x="7" y="34"/>
                  </a:lnTo>
                  <a:lnTo>
                    <a:pt x="7" y="35"/>
                  </a:lnTo>
                  <a:lnTo>
                    <a:pt x="7" y="37"/>
                  </a:lnTo>
                  <a:lnTo>
                    <a:pt x="7" y="38"/>
                  </a:lnTo>
                  <a:lnTo>
                    <a:pt x="7" y="39"/>
                  </a:lnTo>
                  <a:lnTo>
                    <a:pt x="7" y="42"/>
                  </a:lnTo>
                  <a:lnTo>
                    <a:pt x="8" y="45"/>
                  </a:lnTo>
                  <a:lnTo>
                    <a:pt x="8" y="47"/>
                  </a:lnTo>
                  <a:lnTo>
                    <a:pt x="8" y="49"/>
                  </a:lnTo>
                  <a:lnTo>
                    <a:pt x="8" y="51"/>
                  </a:lnTo>
                  <a:lnTo>
                    <a:pt x="8" y="52"/>
                  </a:lnTo>
                  <a:lnTo>
                    <a:pt x="9" y="52"/>
                  </a:lnTo>
                  <a:lnTo>
                    <a:pt x="9" y="54"/>
                  </a:lnTo>
                  <a:lnTo>
                    <a:pt x="9" y="54"/>
                  </a:lnTo>
                  <a:lnTo>
                    <a:pt x="9" y="55"/>
                  </a:lnTo>
                  <a:lnTo>
                    <a:pt x="9" y="5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5" name="Freeform 588"/>
            <p:cNvSpPr/>
            <p:nvPr/>
          </p:nvSpPr>
          <p:spPr bwMode="auto">
            <a:xfrm>
              <a:off x="1520825" y="2017714"/>
              <a:ext cx="12700" cy="95250"/>
            </a:xfrm>
            <a:custGeom>
              <a:avLst/>
              <a:gdLst>
                <a:gd name="T0" fmla="*/ 0 w 8"/>
                <a:gd name="T1" fmla="*/ 10 h 60"/>
                <a:gd name="T2" fmla="*/ 0 w 8"/>
                <a:gd name="T3" fmla="*/ 9 h 60"/>
                <a:gd name="T4" fmla="*/ 0 w 8"/>
                <a:gd name="T5" fmla="*/ 9 h 60"/>
                <a:gd name="T6" fmla="*/ 1 w 8"/>
                <a:gd name="T7" fmla="*/ 9 h 60"/>
                <a:gd name="T8" fmla="*/ 1 w 8"/>
                <a:gd name="T9" fmla="*/ 12 h 60"/>
                <a:gd name="T10" fmla="*/ 1 w 8"/>
                <a:gd name="T11" fmla="*/ 14 h 60"/>
                <a:gd name="T12" fmla="*/ 1 w 8"/>
                <a:gd name="T13" fmla="*/ 15 h 60"/>
                <a:gd name="T14" fmla="*/ 1 w 8"/>
                <a:gd name="T15" fmla="*/ 19 h 60"/>
                <a:gd name="T16" fmla="*/ 1 w 8"/>
                <a:gd name="T17" fmla="*/ 22 h 60"/>
                <a:gd name="T18" fmla="*/ 1 w 8"/>
                <a:gd name="T19" fmla="*/ 22 h 60"/>
                <a:gd name="T20" fmla="*/ 2 w 8"/>
                <a:gd name="T21" fmla="*/ 21 h 60"/>
                <a:gd name="T22" fmla="*/ 2 w 8"/>
                <a:gd name="T23" fmla="*/ 21 h 60"/>
                <a:gd name="T24" fmla="*/ 2 w 8"/>
                <a:gd name="T25" fmla="*/ 18 h 60"/>
                <a:gd name="T26" fmla="*/ 2 w 8"/>
                <a:gd name="T27" fmla="*/ 14 h 60"/>
                <a:gd name="T28" fmla="*/ 2 w 8"/>
                <a:gd name="T29" fmla="*/ 12 h 60"/>
                <a:gd name="T30" fmla="*/ 3 w 8"/>
                <a:gd name="T31" fmla="*/ 9 h 60"/>
                <a:gd name="T32" fmla="*/ 3 w 8"/>
                <a:gd name="T33" fmla="*/ 4 h 60"/>
                <a:gd name="T34" fmla="*/ 3 w 8"/>
                <a:gd name="T35" fmla="*/ 0 h 60"/>
                <a:gd name="T36" fmla="*/ 3 w 8"/>
                <a:gd name="T37" fmla="*/ 0 h 60"/>
                <a:gd name="T38" fmla="*/ 3 w 8"/>
                <a:gd name="T39" fmla="*/ 2 h 60"/>
                <a:gd name="T40" fmla="*/ 3 w 8"/>
                <a:gd name="T41" fmla="*/ 2 h 60"/>
                <a:gd name="T42" fmla="*/ 3 w 8"/>
                <a:gd name="T43" fmla="*/ 2 h 60"/>
                <a:gd name="T44" fmla="*/ 4 w 8"/>
                <a:gd name="T45" fmla="*/ 2 h 60"/>
                <a:gd name="T46" fmla="*/ 4 w 8"/>
                <a:gd name="T47" fmla="*/ 4 h 60"/>
                <a:gd name="T48" fmla="*/ 4 w 8"/>
                <a:gd name="T49" fmla="*/ 3 h 60"/>
                <a:gd name="T50" fmla="*/ 4 w 8"/>
                <a:gd name="T51" fmla="*/ 4 h 60"/>
                <a:gd name="T52" fmla="*/ 5 w 8"/>
                <a:gd name="T53" fmla="*/ 6 h 60"/>
                <a:gd name="T54" fmla="*/ 5 w 8"/>
                <a:gd name="T55" fmla="*/ 8 h 60"/>
                <a:gd name="T56" fmla="*/ 5 w 8"/>
                <a:gd name="T57" fmla="*/ 9 h 60"/>
                <a:gd name="T58" fmla="*/ 5 w 8"/>
                <a:gd name="T59" fmla="*/ 13 h 60"/>
                <a:gd name="T60" fmla="*/ 5 w 8"/>
                <a:gd name="T61" fmla="*/ 17 h 60"/>
                <a:gd name="T62" fmla="*/ 5 w 8"/>
                <a:gd name="T63" fmla="*/ 21 h 60"/>
                <a:gd name="T64" fmla="*/ 5 w 8"/>
                <a:gd name="T65" fmla="*/ 22 h 60"/>
                <a:gd name="T66" fmla="*/ 6 w 8"/>
                <a:gd name="T67" fmla="*/ 26 h 60"/>
                <a:gd name="T68" fmla="*/ 6 w 8"/>
                <a:gd name="T69" fmla="*/ 33 h 60"/>
                <a:gd name="T70" fmla="*/ 6 w 8"/>
                <a:gd name="T71" fmla="*/ 36 h 60"/>
                <a:gd name="T72" fmla="*/ 6 w 8"/>
                <a:gd name="T73" fmla="*/ 39 h 60"/>
                <a:gd name="T74" fmla="*/ 6 w 8"/>
                <a:gd name="T75" fmla="*/ 43 h 60"/>
                <a:gd name="T76" fmla="*/ 6 w 8"/>
                <a:gd name="T77" fmla="*/ 47 h 60"/>
                <a:gd name="T78" fmla="*/ 6 w 8"/>
                <a:gd name="T79" fmla="*/ 49 h 60"/>
                <a:gd name="T80" fmla="*/ 7 w 8"/>
                <a:gd name="T81" fmla="*/ 49 h 60"/>
                <a:gd name="T82" fmla="*/ 7 w 8"/>
                <a:gd name="T83" fmla="*/ 50 h 60"/>
                <a:gd name="T84" fmla="*/ 7 w 8"/>
                <a:gd name="T85" fmla="*/ 52 h 60"/>
                <a:gd name="T86" fmla="*/ 7 w 8"/>
                <a:gd name="T87" fmla="*/ 53 h 60"/>
                <a:gd name="T88" fmla="*/ 7 w 8"/>
                <a:gd name="T89" fmla="*/ 53 h 60"/>
                <a:gd name="T90" fmla="*/ 8 w 8"/>
                <a:gd name="T91" fmla="*/ 54 h 60"/>
                <a:gd name="T92" fmla="*/ 8 w 8"/>
                <a:gd name="T93" fmla="*/ 54 h 60"/>
                <a:gd name="T94" fmla="*/ 8 w 8"/>
                <a:gd name="T95" fmla="*/ 53 h 60"/>
                <a:gd name="T96" fmla="*/ 8 w 8"/>
                <a:gd name="T97" fmla="*/ 54 h 60"/>
                <a:gd name="T98" fmla="*/ 8 w 8"/>
                <a:gd name="T99" fmla="*/ 56 h 60"/>
                <a:gd name="T100" fmla="*/ 8 w 8"/>
                <a:gd name="T101" fmla="*/ 59 h 60"/>
                <a:gd name="T102" fmla="*/ 8 w 8"/>
                <a:gd name="T10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0">
                  <a:moveTo>
                    <a:pt x="0" y="1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1" y="9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1" y="15"/>
                  </a:lnTo>
                  <a:lnTo>
                    <a:pt x="1" y="19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2" y="18"/>
                  </a:lnTo>
                  <a:lnTo>
                    <a:pt x="2" y="14"/>
                  </a:lnTo>
                  <a:lnTo>
                    <a:pt x="2" y="12"/>
                  </a:lnTo>
                  <a:lnTo>
                    <a:pt x="3" y="9"/>
                  </a:lnTo>
                  <a:lnTo>
                    <a:pt x="3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4"/>
                  </a:lnTo>
                  <a:lnTo>
                    <a:pt x="5" y="6"/>
                  </a:lnTo>
                  <a:lnTo>
                    <a:pt x="5" y="8"/>
                  </a:lnTo>
                  <a:lnTo>
                    <a:pt x="5" y="9"/>
                  </a:lnTo>
                  <a:lnTo>
                    <a:pt x="5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5" y="22"/>
                  </a:lnTo>
                  <a:lnTo>
                    <a:pt x="6" y="26"/>
                  </a:lnTo>
                  <a:lnTo>
                    <a:pt x="6" y="33"/>
                  </a:lnTo>
                  <a:lnTo>
                    <a:pt x="6" y="36"/>
                  </a:lnTo>
                  <a:lnTo>
                    <a:pt x="6" y="39"/>
                  </a:lnTo>
                  <a:lnTo>
                    <a:pt x="6" y="43"/>
                  </a:lnTo>
                  <a:lnTo>
                    <a:pt x="6" y="47"/>
                  </a:lnTo>
                  <a:lnTo>
                    <a:pt x="6" y="49"/>
                  </a:lnTo>
                  <a:lnTo>
                    <a:pt x="7" y="49"/>
                  </a:lnTo>
                  <a:lnTo>
                    <a:pt x="7" y="50"/>
                  </a:lnTo>
                  <a:lnTo>
                    <a:pt x="7" y="52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8" y="54"/>
                  </a:lnTo>
                  <a:lnTo>
                    <a:pt x="8" y="54"/>
                  </a:lnTo>
                  <a:lnTo>
                    <a:pt x="8" y="53"/>
                  </a:lnTo>
                  <a:lnTo>
                    <a:pt x="8" y="54"/>
                  </a:lnTo>
                  <a:lnTo>
                    <a:pt x="8" y="56"/>
                  </a:lnTo>
                  <a:lnTo>
                    <a:pt x="8" y="59"/>
                  </a:lnTo>
                  <a:lnTo>
                    <a:pt x="8" y="6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6" name="Freeform 589"/>
            <p:cNvSpPr/>
            <p:nvPr/>
          </p:nvSpPr>
          <p:spPr bwMode="auto">
            <a:xfrm>
              <a:off x="1533525" y="1990726"/>
              <a:ext cx="14288" cy="147638"/>
            </a:xfrm>
            <a:custGeom>
              <a:avLst/>
              <a:gdLst>
                <a:gd name="T0" fmla="*/ 0 w 9"/>
                <a:gd name="T1" fmla="*/ 76 h 93"/>
                <a:gd name="T2" fmla="*/ 0 w 9"/>
                <a:gd name="T3" fmla="*/ 77 h 93"/>
                <a:gd name="T4" fmla="*/ 1 w 9"/>
                <a:gd name="T5" fmla="*/ 78 h 93"/>
                <a:gd name="T6" fmla="*/ 1 w 9"/>
                <a:gd name="T7" fmla="*/ 79 h 93"/>
                <a:gd name="T8" fmla="*/ 1 w 9"/>
                <a:gd name="T9" fmla="*/ 80 h 93"/>
                <a:gd name="T10" fmla="*/ 1 w 9"/>
                <a:gd name="T11" fmla="*/ 80 h 93"/>
                <a:gd name="T12" fmla="*/ 2 w 9"/>
                <a:gd name="T13" fmla="*/ 80 h 93"/>
                <a:gd name="T14" fmla="*/ 2 w 9"/>
                <a:gd name="T15" fmla="*/ 79 h 93"/>
                <a:gd name="T16" fmla="*/ 2 w 9"/>
                <a:gd name="T17" fmla="*/ 75 h 93"/>
                <a:gd name="T18" fmla="*/ 2 w 9"/>
                <a:gd name="T19" fmla="*/ 71 h 93"/>
                <a:gd name="T20" fmla="*/ 2 w 9"/>
                <a:gd name="T21" fmla="*/ 73 h 93"/>
                <a:gd name="T22" fmla="*/ 2 w 9"/>
                <a:gd name="T23" fmla="*/ 77 h 93"/>
                <a:gd name="T24" fmla="*/ 2 w 9"/>
                <a:gd name="T25" fmla="*/ 78 h 93"/>
                <a:gd name="T26" fmla="*/ 3 w 9"/>
                <a:gd name="T27" fmla="*/ 76 h 93"/>
                <a:gd name="T28" fmla="*/ 3 w 9"/>
                <a:gd name="T29" fmla="*/ 76 h 93"/>
                <a:gd name="T30" fmla="*/ 3 w 9"/>
                <a:gd name="T31" fmla="*/ 80 h 93"/>
                <a:gd name="T32" fmla="*/ 3 w 9"/>
                <a:gd name="T33" fmla="*/ 85 h 93"/>
                <a:gd name="T34" fmla="*/ 3 w 9"/>
                <a:gd name="T35" fmla="*/ 89 h 93"/>
                <a:gd name="T36" fmla="*/ 3 w 9"/>
                <a:gd name="T37" fmla="*/ 93 h 93"/>
                <a:gd name="T38" fmla="*/ 3 w 9"/>
                <a:gd name="T39" fmla="*/ 92 h 93"/>
                <a:gd name="T40" fmla="*/ 4 w 9"/>
                <a:gd name="T41" fmla="*/ 90 h 93"/>
                <a:gd name="T42" fmla="*/ 4 w 9"/>
                <a:gd name="T43" fmla="*/ 89 h 93"/>
                <a:gd name="T44" fmla="*/ 4 w 9"/>
                <a:gd name="T45" fmla="*/ 88 h 93"/>
                <a:gd name="T46" fmla="*/ 4 w 9"/>
                <a:gd name="T47" fmla="*/ 85 h 93"/>
                <a:gd name="T48" fmla="*/ 4 w 9"/>
                <a:gd name="T49" fmla="*/ 78 h 93"/>
                <a:gd name="T50" fmla="*/ 5 w 9"/>
                <a:gd name="T51" fmla="*/ 74 h 93"/>
                <a:gd name="T52" fmla="*/ 5 w 9"/>
                <a:gd name="T53" fmla="*/ 70 h 93"/>
                <a:gd name="T54" fmla="*/ 5 w 9"/>
                <a:gd name="T55" fmla="*/ 61 h 93"/>
                <a:gd name="T56" fmla="*/ 5 w 9"/>
                <a:gd name="T57" fmla="*/ 52 h 93"/>
                <a:gd name="T58" fmla="*/ 5 w 9"/>
                <a:gd name="T59" fmla="*/ 48 h 93"/>
                <a:gd name="T60" fmla="*/ 5 w 9"/>
                <a:gd name="T61" fmla="*/ 48 h 93"/>
                <a:gd name="T62" fmla="*/ 6 w 9"/>
                <a:gd name="T63" fmla="*/ 47 h 93"/>
                <a:gd name="T64" fmla="*/ 6 w 9"/>
                <a:gd name="T65" fmla="*/ 45 h 93"/>
                <a:gd name="T66" fmla="*/ 6 w 9"/>
                <a:gd name="T67" fmla="*/ 41 h 93"/>
                <a:gd name="T68" fmla="*/ 6 w 9"/>
                <a:gd name="T69" fmla="*/ 38 h 93"/>
                <a:gd name="T70" fmla="*/ 6 w 9"/>
                <a:gd name="T71" fmla="*/ 36 h 93"/>
                <a:gd name="T72" fmla="*/ 7 w 9"/>
                <a:gd name="T73" fmla="*/ 36 h 93"/>
                <a:gd name="T74" fmla="*/ 7 w 9"/>
                <a:gd name="T75" fmla="*/ 38 h 93"/>
                <a:gd name="T76" fmla="*/ 7 w 9"/>
                <a:gd name="T77" fmla="*/ 36 h 93"/>
                <a:gd name="T78" fmla="*/ 7 w 9"/>
                <a:gd name="T79" fmla="*/ 29 h 93"/>
                <a:gd name="T80" fmla="*/ 7 w 9"/>
                <a:gd name="T81" fmla="*/ 24 h 93"/>
                <a:gd name="T82" fmla="*/ 7 w 9"/>
                <a:gd name="T83" fmla="*/ 26 h 93"/>
                <a:gd name="T84" fmla="*/ 7 w 9"/>
                <a:gd name="T85" fmla="*/ 25 h 93"/>
                <a:gd name="T86" fmla="*/ 8 w 9"/>
                <a:gd name="T87" fmla="*/ 22 h 93"/>
                <a:gd name="T88" fmla="*/ 8 w 9"/>
                <a:gd name="T89" fmla="*/ 20 h 93"/>
                <a:gd name="T90" fmla="*/ 8 w 9"/>
                <a:gd name="T91" fmla="*/ 19 h 93"/>
                <a:gd name="T92" fmla="*/ 8 w 9"/>
                <a:gd name="T93" fmla="*/ 15 h 93"/>
                <a:gd name="T94" fmla="*/ 8 w 9"/>
                <a:gd name="T95" fmla="*/ 9 h 93"/>
                <a:gd name="T96" fmla="*/ 8 w 9"/>
                <a:gd name="T97" fmla="*/ 4 h 93"/>
                <a:gd name="T98" fmla="*/ 8 w 9"/>
                <a:gd name="T99" fmla="*/ 3 h 93"/>
                <a:gd name="T100" fmla="*/ 9 w 9"/>
                <a:gd name="T101" fmla="*/ 2 h 93"/>
                <a:gd name="T102" fmla="*/ 9 w 9"/>
                <a:gd name="T10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93">
                  <a:moveTo>
                    <a:pt x="0" y="76"/>
                  </a:moveTo>
                  <a:lnTo>
                    <a:pt x="0" y="77"/>
                  </a:lnTo>
                  <a:lnTo>
                    <a:pt x="1" y="78"/>
                  </a:lnTo>
                  <a:lnTo>
                    <a:pt x="1" y="79"/>
                  </a:lnTo>
                  <a:lnTo>
                    <a:pt x="1" y="80"/>
                  </a:lnTo>
                  <a:lnTo>
                    <a:pt x="1" y="80"/>
                  </a:lnTo>
                  <a:lnTo>
                    <a:pt x="2" y="80"/>
                  </a:lnTo>
                  <a:lnTo>
                    <a:pt x="2" y="79"/>
                  </a:lnTo>
                  <a:lnTo>
                    <a:pt x="2" y="75"/>
                  </a:lnTo>
                  <a:lnTo>
                    <a:pt x="2" y="71"/>
                  </a:lnTo>
                  <a:lnTo>
                    <a:pt x="2" y="73"/>
                  </a:lnTo>
                  <a:lnTo>
                    <a:pt x="2" y="77"/>
                  </a:lnTo>
                  <a:lnTo>
                    <a:pt x="2" y="78"/>
                  </a:lnTo>
                  <a:lnTo>
                    <a:pt x="3" y="76"/>
                  </a:lnTo>
                  <a:lnTo>
                    <a:pt x="3" y="76"/>
                  </a:lnTo>
                  <a:lnTo>
                    <a:pt x="3" y="80"/>
                  </a:lnTo>
                  <a:lnTo>
                    <a:pt x="3" y="85"/>
                  </a:lnTo>
                  <a:lnTo>
                    <a:pt x="3" y="89"/>
                  </a:lnTo>
                  <a:lnTo>
                    <a:pt x="3" y="93"/>
                  </a:lnTo>
                  <a:lnTo>
                    <a:pt x="3" y="92"/>
                  </a:lnTo>
                  <a:lnTo>
                    <a:pt x="4" y="90"/>
                  </a:lnTo>
                  <a:lnTo>
                    <a:pt x="4" y="89"/>
                  </a:lnTo>
                  <a:lnTo>
                    <a:pt x="4" y="88"/>
                  </a:lnTo>
                  <a:lnTo>
                    <a:pt x="4" y="85"/>
                  </a:lnTo>
                  <a:lnTo>
                    <a:pt x="4" y="78"/>
                  </a:lnTo>
                  <a:lnTo>
                    <a:pt x="5" y="74"/>
                  </a:lnTo>
                  <a:lnTo>
                    <a:pt x="5" y="70"/>
                  </a:lnTo>
                  <a:lnTo>
                    <a:pt x="5" y="61"/>
                  </a:lnTo>
                  <a:lnTo>
                    <a:pt x="5" y="52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6" y="45"/>
                  </a:lnTo>
                  <a:lnTo>
                    <a:pt x="6" y="41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7" y="36"/>
                  </a:lnTo>
                  <a:lnTo>
                    <a:pt x="7" y="38"/>
                  </a:lnTo>
                  <a:lnTo>
                    <a:pt x="7" y="36"/>
                  </a:lnTo>
                  <a:lnTo>
                    <a:pt x="7" y="29"/>
                  </a:lnTo>
                  <a:lnTo>
                    <a:pt x="7" y="24"/>
                  </a:lnTo>
                  <a:lnTo>
                    <a:pt x="7" y="26"/>
                  </a:lnTo>
                  <a:lnTo>
                    <a:pt x="7" y="25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8" y="19"/>
                  </a:lnTo>
                  <a:lnTo>
                    <a:pt x="8" y="15"/>
                  </a:lnTo>
                  <a:lnTo>
                    <a:pt x="8" y="9"/>
                  </a:lnTo>
                  <a:lnTo>
                    <a:pt x="8" y="4"/>
                  </a:lnTo>
                  <a:lnTo>
                    <a:pt x="8" y="3"/>
                  </a:lnTo>
                  <a:lnTo>
                    <a:pt x="9" y="2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7" name="Freeform 590"/>
            <p:cNvSpPr/>
            <p:nvPr/>
          </p:nvSpPr>
          <p:spPr bwMode="auto">
            <a:xfrm>
              <a:off x="1547813" y="1887539"/>
              <a:ext cx="12700" cy="109538"/>
            </a:xfrm>
            <a:custGeom>
              <a:avLst/>
              <a:gdLst>
                <a:gd name="T0" fmla="*/ 0 w 8"/>
                <a:gd name="T1" fmla="*/ 67 h 69"/>
                <a:gd name="T2" fmla="*/ 0 w 8"/>
                <a:gd name="T3" fmla="*/ 65 h 69"/>
                <a:gd name="T4" fmla="*/ 0 w 8"/>
                <a:gd name="T5" fmla="*/ 64 h 69"/>
                <a:gd name="T6" fmla="*/ 0 w 8"/>
                <a:gd name="T7" fmla="*/ 61 h 69"/>
                <a:gd name="T8" fmla="*/ 1 w 8"/>
                <a:gd name="T9" fmla="*/ 56 h 69"/>
                <a:gd name="T10" fmla="*/ 1 w 8"/>
                <a:gd name="T11" fmla="*/ 55 h 69"/>
                <a:gd name="T12" fmla="*/ 1 w 8"/>
                <a:gd name="T13" fmla="*/ 61 h 69"/>
                <a:gd name="T14" fmla="*/ 1 w 8"/>
                <a:gd name="T15" fmla="*/ 65 h 69"/>
                <a:gd name="T16" fmla="*/ 1 w 8"/>
                <a:gd name="T17" fmla="*/ 62 h 69"/>
                <a:gd name="T18" fmla="*/ 1 w 8"/>
                <a:gd name="T19" fmla="*/ 59 h 69"/>
                <a:gd name="T20" fmla="*/ 1 w 8"/>
                <a:gd name="T21" fmla="*/ 61 h 69"/>
                <a:gd name="T22" fmla="*/ 2 w 8"/>
                <a:gd name="T23" fmla="*/ 63 h 69"/>
                <a:gd name="T24" fmla="*/ 2 w 8"/>
                <a:gd name="T25" fmla="*/ 64 h 69"/>
                <a:gd name="T26" fmla="*/ 2 w 8"/>
                <a:gd name="T27" fmla="*/ 67 h 69"/>
                <a:gd name="T28" fmla="*/ 2 w 8"/>
                <a:gd name="T29" fmla="*/ 69 h 69"/>
                <a:gd name="T30" fmla="*/ 2 w 8"/>
                <a:gd name="T31" fmla="*/ 66 h 69"/>
                <a:gd name="T32" fmla="*/ 3 w 8"/>
                <a:gd name="T33" fmla="*/ 60 h 69"/>
                <a:gd name="T34" fmla="*/ 3 w 8"/>
                <a:gd name="T35" fmla="*/ 57 h 69"/>
                <a:gd name="T36" fmla="*/ 3 w 8"/>
                <a:gd name="T37" fmla="*/ 53 h 69"/>
                <a:gd name="T38" fmla="*/ 3 w 8"/>
                <a:gd name="T39" fmla="*/ 47 h 69"/>
                <a:gd name="T40" fmla="*/ 3 w 8"/>
                <a:gd name="T41" fmla="*/ 43 h 69"/>
                <a:gd name="T42" fmla="*/ 3 w 8"/>
                <a:gd name="T43" fmla="*/ 41 h 69"/>
                <a:gd name="T44" fmla="*/ 3 w 8"/>
                <a:gd name="T45" fmla="*/ 36 h 69"/>
                <a:gd name="T46" fmla="*/ 4 w 8"/>
                <a:gd name="T47" fmla="*/ 28 h 69"/>
                <a:gd name="T48" fmla="*/ 4 w 8"/>
                <a:gd name="T49" fmla="*/ 21 h 69"/>
                <a:gd name="T50" fmla="*/ 4 w 8"/>
                <a:gd name="T51" fmla="*/ 16 h 69"/>
                <a:gd name="T52" fmla="*/ 4 w 8"/>
                <a:gd name="T53" fmla="*/ 13 h 69"/>
                <a:gd name="T54" fmla="*/ 4 w 8"/>
                <a:gd name="T55" fmla="*/ 9 h 69"/>
                <a:gd name="T56" fmla="*/ 4 w 8"/>
                <a:gd name="T57" fmla="*/ 5 h 69"/>
                <a:gd name="T58" fmla="*/ 4 w 8"/>
                <a:gd name="T59" fmla="*/ 3 h 69"/>
                <a:gd name="T60" fmla="*/ 5 w 8"/>
                <a:gd name="T61" fmla="*/ 0 h 69"/>
                <a:gd name="T62" fmla="*/ 5 w 8"/>
                <a:gd name="T63" fmla="*/ 0 h 69"/>
                <a:gd name="T64" fmla="*/ 5 w 8"/>
                <a:gd name="T65" fmla="*/ 3 h 69"/>
                <a:gd name="T66" fmla="*/ 5 w 8"/>
                <a:gd name="T67" fmla="*/ 7 h 69"/>
                <a:gd name="T68" fmla="*/ 6 w 8"/>
                <a:gd name="T69" fmla="*/ 7 h 69"/>
                <a:gd name="T70" fmla="*/ 6 w 8"/>
                <a:gd name="T71" fmla="*/ 8 h 69"/>
                <a:gd name="T72" fmla="*/ 6 w 8"/>
                <a:gd name="T73" fmla="*/ 11 h 69"/>
                <a:gd name="T74" fmla="*/ 6 w 8"/>
                <a:gd name="T75" fmla="*/ 16 h 69"/>
                <a:gd name="T76" fmla="*/ 6 w 8"/>
                <a:gd name="T77" fmla="*/ 19 h 69"/>
                <a:gd name="T78" fmla="*/ 6 w 8"/>
                <a:gd name="T79" fmla="*/ 20 h 69"/>
                <a:gd name="T80" fmla="*/ 6 w 8"/>
                <a:gd name="T81" fmla="*/ 23 h 69"/>
                <a:gd name="T82" fmla="*/ 7 w 8"/>
                <a:gd name="T83" fmla="*/ 26 h 69"/>
                <a:gd name="T84" fmla="*/ 7 w 8"/>
                <a:gd name="T85" fmla="*/ 28 h 69"/>
                <a:gd name="T86" fmla="*/ 7 w 8"/>
                <a:gd name="T87" fmla="*/ 29 h 69"/>
                <a:gd name="T88" fmla="*/ 7 w 8"/>
                <a:gd name="T89" fmla="*/ 29 h 69"/>
                <a:gd name="T90" fmla="*/ 7 w 8"/>
                <a:gd name="T91" fmla="*/ 27 h 69"/>
                <a:gd name="T92" fmla="*/ 8 w 8"/>
                <a:gd name="T93" fmla="*/ 26 h 69"/>
                <a:gd name="T94" fmla="*/ 8 w 8"/>
                <a:gd name="T95" fmla="*/ 25 h 69"/>
                <a:gd name="T96" fmla="*/ 8 w 8"/>
                <a:gd name="T97" fmla="*/ 22 h 69"/>
                <a:gd name="T98" fmla="*/ 8 w 8"/>
                <a:gd name="T99" fmla="*/ 17 h 69"/>
                <a:gd name="T100" fmla="*/ 8 w 8"/>
                <a:gd name="T101" fmla="*/ 12 h 69"/>
                <a:gd name="T102" fmla="*/ 8 w 8"/>
                <a:gd name="T103" fmla="*/ 11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9">
                  <a:moveTo>
                    <a:pt x="0" y="67"/>
                  </a:moveTo>
                  <a:lnTo>
                    <a:pt x="0" y="65"/>
                  </a:lnTo>
                  <a:lnTo>
                    <a:pt x="0" y="64"/>
                  </a:lnTo>
                  <a:lnTo>
                    <a:pt x="0" y="61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61"/>
                  </a:lnTo>
                  <a:lnTo>
                    <a:pt x="1" y="65"/>
                  </a:lnTo>
                  <a:lnTo>
                    <a:pt x="1" y="62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2" y="63"/>
                  </a:lnTo>
                  <a:lnTo>
                    <a:pt x="2" y="64"/>
                  </a:lnTo>
                  <a:lnTo>
                    <a:pt x="2" y="67"/>
                  </a:lnTo>
                  <a:lnTo>
                    <a:pt x="2" y="69"/>
                  </a:lnTo>
                  <a:lnTo>
                    <a:pt x="2" y="66"/>
                  </a:lnTo>
                  <a:lnTo>
                    <a:pt x="3" y="60"/>
                  </a:lnTo>
                  <a:lnTo>
                    <a:pt x="3" y="57"/>
                  </a:lnTo>
                  <a:lnTo>
                    <a:pt x="3" y="53"/>
                  </a:lnTo>
                  <a:lnTo>
                    <a:pt x="3" y="47"/>
                  </a:lnTo>
                  <a:lnTo>
                    <a:pt x="3" y="43"/>
                  </a:lnTo>
                  <a:lnTo>
                    <a:pt x="3" y="41"/>
                  </a:lnTo>
                  <a:lnTo>
                    <a:pt x="3" y="36"/>
                  </a:lnTo>
                  <a:lnTo>
                    <a:pt x="4" y="28"/>
                  </a:lnTo>
                  <a:lnTo>
                    <a:pt x="4" y="21"/>
                  </a:lnTo>
                  <a:lnTo>
                    <a:pt x="4" y="16"/>
                  </a:lnTo>
                  <a:lnTo>
                    <a:pt x="4" y="13"/>
                  </a:lnTo>
                  <a:lnTo>
                    <a:pt x="4" y="9"/>
                  </a:lnTo>
                  <a:lnTo>
                    <a:pt x="4" y="5"/>
                  </a:lnTo>
                  <a:lnTo>
                    <a:pt x="4" y="3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7"/>
                  </a:lnTo>
                  <a:lnTo>
                    <a:pt x="6" y="7"/>
                  </a:lnTo>
                  <a:lnTo>
                    <a:pt x="6" y="8"/>
                  </a:lnTo>
                  <a:lnTo>
                    <a:pt x="6" y="11"/>
                  </a:lnTo>
                  <a:lnTo>
                    <a:pt x="6" y="16"/>
                  </a:lnTo>
                  <a:lnTo>
                    <a:pt x="6" y="19"/>
                  </a:lnTo>
                  <a:lnTo>
                    <a:pt x="6" y="20"/>
                  </a:lnTo>
                  <a:lnTo>
                    <a:pt x="6" y="23"/>
                  </a:lnTo>
                  <a:lnTo>
                    <a:pt x="7" y="26"/>
                  </a:lnTo>
                  <a:lnTo>
                    <a:pt x="7" y="28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7" y="27"/>
                  </a:lnTo>
                  <a:lnTo>
                    <a:pt x="8" y="26"/>
                  </a:lnTo>
                  <a:lnTo>
                    <a:pt x="8" y="25"/>
                  </a:lnTo>
                  <a:lnTo>
                    <a:pt x="8" y="22"/>
                  </a:lnTo>
                  <a:lnTo>
                    <a:pt x="8" y="17"/>
                  </a:lnTo>
                  <a:lnTo>
                    <a:pt x="8" y="12"/>
                  </a:lnTo>
                  <a:lnTo>
                    <a:pt x="8" y="1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8" name="Freeform 591"/>
            <p:cNvSpPr/>
            <p:nvPr/>
          </p:nvSpPr>
          <p:spPr bwMode="auto">
            <a:xfrm>
              <a:off x="1560513" y="1905001"/>
              <a:ext cx="14288" cy="88900"/>
            </a:xfrm>
            <a:custGeom>
              <a:avLst/>
              <a:gdLst>
                <a:gd name="T0" fmla="*/ 0 w 9"/>
                <a:gd name="T1" fmla="*/ 1 h 56"/>
                <a:gd name="T2" fmla="*/ 0 w 9"/>
                <a:gd name="T3" fmla="*/ 0 h 56"/>
                <a:gd name="T4" fmla="*/ 0 w 9"/>
                <a:gd name="T5" fmla="*/ 4 h 56"/>
                <a:gd name="T6" fmla="*/ 1 w 9"/>
                <a:gd name="T7" fmla="*/ 7 h 56"/>
                <a:gd name="T8" fmla="*/ 1 w 9"/>
                <a:gd name="T9" fmla="*/ 9 h 56"/>
                <a:gd name="T10" fmla="*/ 1 w 9"/>
                <a:gd name="T11" fmla="*/ 14 h 56"/>
                <a:gd name="T12" fmla="*/ 1 w 9"/>
                <a:gd name="T13" fmla="*/ 19 h 56"/>
                <a:gd name="T14" fmla="*/ 1 w 9"/>
                <a:gd name="T15" fmla="*/ 23 h 56"/>
                <a:gd name="T16" fmla="*/ 1 w 9"/>
                <a:gd name="T17" fmla="*/ 27 h 56"/>
                <a:gd name="T18" fmla="*/ 2 w 9"/>
                <a:gd name="T19" fmla="*/ 32 h 56"/>
                <a:gd name="T20" fmla="*/ 2 w 9"/>
                <a:gd name="T21" fmla="*/ 35 h 56"/>
                <a:gd name="T22" fmla="*/ 2 w 9"/>
                <a:gd name="T23" fmla="*/ 36 h 56"/>
                <a:gd name="T24" fmla="*/ 2 w 9"/>
                <a:gd name="T25" fmla="*/ 36 h 56"/>
                <a:gd name="T26" fmla="*/ 2 w 9"/>
                <a:gd name="T27" fmla="*/ 35 h 56"/>
                <a:gd name="T28" fmla="*/ 3 w 9"/>
                <a:gd name="T29" fmla="*/ 34 h 56"/>
                <a:gd name="T30" fmla="*/ 3 w 9"/>
                <a:gd name="T31" fmla="*/ 33 h 56"/>
                <a:gd name="T32" fmla="*/ 3 w 9"/>
                <a:gd name="T33" fmla="*/ 32 h 56"/>
                <a:gd name="T34" fmla="*/ 3 w 9"/>
                <a:gd name="T35" fmla="*/ 33 h 56"/>
                <a:gd name="T36" fmla="*/ 3 w 9"/>
                <a:gd name="T37" fmla="*/ 35 h 56"/>
                <a:gd name="T38" fmla="*/ 3 w 9"/>
                <a:gd name="T39" fmla="*/ 36 h 56"/>
                <a:gd name="T40" fmla="*/ 3 w 9"/>
                <a:gd name="T41" fmla="*/ 38 h 56"/>
                <a:gd name="T42" fmla="*/ 4 w 9"/>
                <a:gd name="T43" fmla="*/ 43 h 56"/>
                <a:gd name="T44" fmla="*/ 4 w 9"/>
                <a:gd name="T45" fmla="*/ 48 h 56"/>
                <a:gd name="T46" fmla="*/ 4 w 9"/>
                <a:gd name="T47" fmla="*/ 51 h 56"/>
                <a:gd name="T48" fmla="*/ 4 w 9"/>
                <a:gd name="T49" fmla="*/ 53 h 56"/>
                <a:gd name="T50" fmla="*/ 5 w 9"/>
                <a:gd name="T51" fmla="*/ 56 h 56"/>
                <a:gd name="T52" fmla="*/ 5 w 9"/>
                <a:gd name="T53" fmla="*/ 56 h 56"/>
                <a:gd name="T54" fmla="*/ 5 w 9"/>
                <a:gd name="T55" fmla="*/ 54 h 56"/>
                <a:gd name="T56" fmla="*/ 5 w 9"/>
                <a:gd name="T57" fmla="*/ 53 h 56"/>
                <a:gd name="T58" fmla="*/ 5 w 9"/>
                <a:gd name="T59" fmla="*/ 50 h 56"/>
                <a:gd name="T60" fmla="*/ 5 w 9"/>
                <a:gd name="T61" fmla="*/ 47 h 56"/>
                <a:gd name="T62" fmla="*/ 5 w 9"/>
                <a:gd name="T63" fmla="*/ 45 h 56"/>
                <a:gd name="T64" fmla="*/ 6 w 9"/>
                <a:gd name="T65" fmla="*/ 44 h 56"/>
                <a:gd name="T66" fmla="*/ 6 w 9"/>
                <a:gd name="T67" fmla="*/ 43 h 56"/>
                <a:gd name="T68" fmla="*/ 6 w 9"/>
                <a:gd name="T69" fmla="*/ 42 h 56"/>
                <a:gd name="T70" fmla="*/ 6 w 9"/>
                <a:gd name="T71" fmla="*/ 42 h 56"/>
                <a:gd name="T72" fmla="*/ 6 w 9"/>
                <a:gd name="T73" fmla="*/ 44 h 56"/>
                <a:gd name="T74" fmla="*/ 6 w 9"/>
                <a:gd name="T75" fmla="*/ 46 h 56"/>
                <a:gd name="T76" fmla="*/ 6 w 9"/>
                <a:gd name="T77" fmla="*/ 48 h 56"/>
                <a:gd name="T78" fmla="*/ 7 w 9"/>
                <a:gd name="T79" fmla="*/ 46 h 56"/>
                <a:gd name="T80" fmla="*/ 7 w 9"/>
                <a:gd name="T81" fmla="*/ 45 h 56"/>
                <a:gd name="T82" fmla="*/ 7 w 9"/>
                <a:gd name="T83" fmla="*/ 45 h 56"/>
                <a:gd name="T84" fmla="*/ 7 w 9"/>
                <a:gd name="T85" fmla="*/ 44 h 56"/>
                <a:gd name="T86" fmla="*/ 7 w 9"/>
                <a:gd name="T87" fmla="*/ 43 h 56"/>
                <a:gd name="T88" fmla="*/ 8 w 9"/>
                <a:gd name="T89" fmla="*/ 41 h 56"/>
                <a:gd name="T90" fmla="*/ 8 w 9"/>
                <a:gd name="T91" fmla="*/ 39 h 56"/>
                <a:gd name="T92" fmla="*/ 8 w 9"/>
                <a:gd name="T93" fmla="*/ 36 h 56"/>
                <a:gd name="T94" fmla="*/ 8 w 9"/>
                <a:gd name="T95" fmla="*/ 36 h 56"/>
                <a:gd name="T96" fmla="*/ 8 w 9"/>
                <a:gd name="T97" fmla="*/ 36 h 56"/>
                <a:gd name="T98" fmla="*/ 8 w 9"/>
                <a:gd name="T99" fmla="*/ 36 h 56"/>
                <a:gd name="T100" fmla="*/ 8 w 9"/>
                <a:gd name="T101" fmla="*/ 37 h 56"/>
                <a:gd name="T102" fmla="*/ 9 w 9"/>
                <a:gd name="T103" fmla="*/ 3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6">
                  <a:moveTo>
                    <a:pt x="0" y="1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" y="7"/>
                  </a:lnTo>
                  <a:lnTo>
                    <a:pt x="1" y="9"/>
                  </a:lnTo>
                  <a:lnTo>
                    <a:pt x="1" y="14"/>
                  </a:lnTo>
                  <a:lnTo>
                    <a:pt x="1" y="19"/>
                  </a:lnTo>
                  <a:lnTo>
                    <a:pt x="1" y="23"/>
                  </a:lnTo>
                  <a:lnTo>
                    <a:pt x="1" y="27"/>
                  </a:lnTo>
                  <a:lnTo>
                    <a:pt x="2" y="32"/>
                  </a:lnTo>
                  <a:lnTo>
                    <a:pt x="2" y="35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35"/>
                  </a:lnTo>
                  <a:lnTo>
                    <a:pt x="3" y="34"/>
                  </a:lnTo>
                  <a:lnTo>
                    <a:pt x="3" y="33"/>
                  </a:lnTo>
                  <a:lnTo>
                    <a:pt x="3" y="32"/>
                  </a:lnTo>
                  <a:lnTo>
                    <a:pt x="3" y="33"/>
                  </a:lnTo>
                  <a:lnTo>
                    <a:pt x="3" y="35"/>
                  </a:lnTo>
                  <a:lnTo>
                    <a:pt x="3" y="36"/>
                  </a:lnTo>
                  <a:lnTo>
                    <a:pt x="3" y="38"/>
                  </a:lnTo>
                  <a:lnTo>
                    <a:pt x="4" y="43"/>
                  </a:lnTo>
                  <a:lnTo>
                    <a:pt x="4" y="48"/>
                  </a:lnTo>
                  <a:lnTo>
                    <a:pt x="4" y="51"/>
                  </a:lnTo>
                  <a:lnTo>
                    <a:pt x="4" y="53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4"/>
                  </a:lnTo>
                  <a:lnTo>
                    <a:pt x="5" y="53"/>
                  </a:lnTo>
                  <a:lnTo>
                    <a:pt x="5" y="50"/>
                  </a:lnTo>
                  <a:lnTo>
                    <a:pt x="5" y="47"/>
                  </a:lnTo>
                  <a:lnTo>
                    <a:pt x="5" y="45"/>
                  </a:lnTo>
                  <a:lnTo>
                    <a:pt x="6" y="44"/>
                  </a:lnTo>
                  <a:lnTo>
                    <a:pt x="6" y="43"/>
                  </a:lnTo>
                  <a:lnTo>
                    <a:pt x="6" y="42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6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7" y="44"/>
                  </a:lnTo>
                  <a:lnTo>
                    <a:pt x="7" y="43"/>
                  </a:lnTo>
                  <a:lnTo>
                    <a:pt x="8" y="41"/>
                  </a:lnTo>
                  <a:lnTo>
                    <a:pt x="8" y="39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8" y="37"/>
                  </a:lnTo>
                  <a:lnTo>
                    <a:pt x="9" y="3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9" name="Freeform 592"/>
            <p:cNvSpPr/>
            <p:nvPr/>
          </p:nvSpPr>
          <p:spPr bwMode="auto">
            <a:xfrm>
              <a:off x="1573213" y="1957389"/>
              <a:ext cx="14288" cy="96838"/>
            </a:xfrm>
            <a:custGeom>
              <a:avLst/>
              <a:gdLst>
                <a:gd name="T0" fmla="*/ 0 w 9"/>
                <a:gd name="T1" fmla="*/ 4 h 61"/>
                <a:gd name="T2" fmla="*/ 1 w 9"/>
                <a:gd name="T3" fmla="*/ 5 h 61"/>
                <a:gd name="T4" fmla="*/ 1 w 9"/>
                <a:gd name="T5" fmla="*/ 5 h 61"/>
                <a:gd name="T6" fmla="*/ 1 w 9"/>
                <a:gd name="T7" fmla="*/ 5 h 61"/>
                <a:gd name="T8" fmla="*/ 1 w 9"/>
                <a:gd name="T9" fmla="*/ 5 h 61"/>
                <a:gd name="T10" fmla="*/ 2 w 9"/>
                <a:gd name="T11" fmla="*/ 5 h 61"/>
                <a:gd name="T12" fmla="*/ 2 w 9"/>
                <a:gd name="T13" fmla="*/ 5 h 61"/>
                <a:gd name="T14" fmla="*/ 2 w 9"/>
                <a:gd name="T15" fmla="*/ 4 h 61"/>
                <a:gd name="T16" fmla="*/ 2 w 9"/>
                <a:gd name="T17" fmla="*/ 4 h 61"/>
                <a:gd name="T18" fmla="*/ 2 w 9"/>
                <a:gd name="T19" fmla="*/ 2 h 61"/>
                <a:gd name="T20" fmla="*/ 2 w 9"/>
                <a:gd name="T21" fmla="*/ 0 h 61"/>
                <a:gd name="T22" fmla="*/ 2 w 9"/>
                <a:gd name="T23" fmla="*/ 0 h 61"/>
                <a:gd name="T24" fmla="*/ 3 w 9"/>
                <a:gd name="T25" fmla="*/ 2 h 61"/>
                <a:gd name="T26" fmla="*/ 3 w 9"/>
                <a:gd name="T27" fmla="*/ 3 h 61"/>
                <a:gd name="T28" fmla="*/ 3 w 9"/>
                <a:gd name="T29" fmla="*/ 4 h 61"/>
                <a:gd name="T30" fmla="*/ 3 w 9"/>
                <a:gd name="T31" fmla="*/ 4 h 61"/>
                <a:gd name="T32" fmla="*/ 3 w 9"/>
                <a:gd name="T33" fmla="*/ 5 h 61"/>
                <a:gd name="T34" fmla="*/ 3 w 9"/>
                <a:gd name="T35" fmla="*/ 7 h 61"/>
                <a:gd name="T36" fmla="*/ 3 w 9"/>
                <a:gd name="T37" fmla="*/ 7 h 61"/>
                <a:gd name="T38" fmla="*/ 4 w 9"/>
                <a:gd name="T39" fmla="*/ 8 h 61"/>
                <a:gd name="T40" fmla="*/ 4 w 9"/>
                <a:gd name="T41" fmla="*/ 9 h 61"/>
                <a:gd name="T42" fmla="*/ 4 w 9"/>
                <a:gd name="T43" fmla="*/ 9 h 61"/>
                <a:gd name="T44" fmla="*/ 4 w 9"/>
                <a:gd name="T45" fmla="*/ 10 h 61"/>
                <a:gd name="T46" fmla="*/ 4 w 9"/>
                <a:gd name="T47" fmla="*/ 9 h 61"/>
                <a:gd name="T48" fmla="*/ 5 w 9"/>
                <a:gd name="T49" fmla="*/ 8 h 61"/>
                <a:gd name="T50" fmla="*/ 5 w 9"/>
                <a:gd name="T51" fmla="*/ 7 h 61"/>
                <a:gd name="T52" fmla="*/ 5 w 9"/>
                <a:gd name="T53" fmla="*/ 7 h 61"/>
                <a:gd name="T54" fmla="*/ 5 w 9"/>
                <a:gd name="T55" fmla="*/ 8 h 61"/>
                <a:gd name="T56" fmla="*/ 5 w 9"/>
                <a:gd name="T57" fmla="*/ 9 h 61"/>
                <a:gd name="T58" fmla="*/ 5 w 9"/>
                <a:gd name="T59" fmla="*/ 7 h 61"/>
                <a:gd name="T60" fmla="*/ 5 w 9"/>
                <a:gd name="T61" fmla="*/ 5 h 61"/>
                <a:gd name="T62" fmla="*/ 6 w 9"/>
                <a:gd name="T63" fmla="*/ 6 h 61"/>
                <a:gd name="T64" fmla="*/ 6 w 9"/>
                <a:gd name="T65" fmla="*/ 10 h 61"/>
                <a:gd name="T66" fmla="*/ 6 w 9"/>
                <a:gd name="T67" fmla="*/ 11 h 61"/>
                <a:gd name="T68" fmla="*/ 6 w 9"/>
                <a:gd name="T69" fmla="*/ 12 h 61"/>
                <a:gd name="T70" fmla="*/ 7 w 9"/>
                <a:gd name="T71" fmla="*/ 15 h 61"/>
                <a:gd name="T72" fmla="*/ 7 w 9"/>
                <a:gd name="T73" fmla="*/ 20 h 61"/>
                <a:gd name="T74" fmla="*/ 7 w 9"/>
                <a:gd name="T75" fmla="*/ 23 h 61"/>
                <a:gd name="T76" fmla="*/ 7 w 9"/>
                <a:gd name="T77" fmla="*/ 26 h 61"/>
                <a:gd name="T78" fmla="*/ 7 w 9"/>
                <a:gd name="T79" fmla="*/ 30 h 61"/>
                <a:gd name="T80" fmla="*/ 7 w 9"/>
                <a:gd name="T81" fmla="*/ 34 h 61"/>
                <a:gd name="T82" fmla="*/ 7 w 9"/>
                <a:gd name="T83" fmla="*/ 37 h 61"/>
                <a:gd name="T84" fmla="*/ 8 w 9"/>
                <a:gd name="T85" fmla="*/ 41 h 61"/>
                <a:gd name="T86" fmla="*/ 8 w 9"/>
                <a:gd name="T87" fmla="*/ 46 h 61"/>
                <a:gd name="T88" fmla="*/ 8 w 9"/>
                <a:gd name="T89" fmla="*/ 48 h 61"/>
                <a:gd name="T90" fmla="*/ 8 w 9"/>
                <a:gd name="T91" fmla="*/ 49 h 61"/>
                <a:gd name="T92" fmla="*/ 8 w 9"/>
                <a:gd name="T93" fmla="*/ 53 h 61"/>
                <a:gd name="T94" fmla="*/ 8 w 9"/>
                <a:gd name="T95" fmla="*/ 58 h 61"/>
                <a:gd name="T96" fmla="*/ 8 w 9"/>
                <a:gd name="T97" fmla="*/ 61 h 61"/>
                <a:gd name="T98" fmla="*/ 9 w 9"/>
                <a:gd name="T99" fmla="*/ 59 h 61"/>
                <a:gd name="T100" fmla="*/ 9 w 9"/>
                <a:gd name="T101" fmla="*/ 59 h 61"/>
                <a:gd name="T102" fmla="*/ 9 w 9"/>
                <a:gd name="T103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1">
                  <a:moveTo>
                    <a:pt x="0" y="4"/>
                  </a:move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4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10"/>
                  </a:lnTo>
                  <a:lnTo>
                    <a:pt x="4" y="9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8"/>
                  </a:lnTo>
                  <a:lnTo>
                    <a:pt x="5" y="9"/>
                  </a:lnTo>
                  <a:lnTo>
                    <a:pt x="5" y="7"/>
                  </a:lnTo>
                  <a:lnTo>
                    <a:pt x="5" y="5"/>
                  </a:lnTo>
                  <a:lnTo>
                    <a:pt x="6" y="6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7" y="15"/>
                  </a:lnTo>
                  <a:lnTo>
                    <a:pt x="7" y="20"/>
                  </a:lnTo>
                  <a:lnTo>
                    <a:pt x="7" y="23"/>
                  </a:lnTo>
                  <a:lnTo>
                    <a:pt x="7" y="26"/>
                  </a:lnTo>
                  <a:lnTo>
                    <a:pt x="7" y="30"/>
                  </a:lnTo>
                  <a:lnTo>
                    <a:pt x="7" y="34"/>
                  </a:lnTo>
                  <a:lnTo>
                    <a:pt x="7" y="37"/>
                  </a:lnTo>
                  <a:lnTo>
                    <a:pt x="8" y="41"/>
                  </a:lnTo>
                  <a:lnTo>
                    <a:pt x="8" y="46"/>
                  </a:lnTo>
                  <a:lnTo>
                    <a:pt x="8" y="48"/>
                  </a:lnTo>
                  <a:lnTo>
                    <a:pt x="8" y="49"/>
                  </a:lnTo>
                  <a:lnTo>
                    <a:pt x="8" y="53"/>
                  </a:lnTo>
                  <a:lnTo>
                    <a:pt x="8" y="58"/>
                  </a:lnTo>
                  <a:lnTo>
                    <a:pt x="8" y="61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9" y="6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" name="Freeform 593"/>
            <p:cNvSpPr/>
            <p:nvPr/>
          </p:nvSpPr>
          <p:spPr bwMode="auto">
            <a:xfrm>
              <a:off x="1587500" y="2051051"/>
              <a:ext cx="12700" cy="122238"/>
            </a:xfrm>
            <a:custGeom>
              <a:avLst/>
              <a:gdLst>
                <a:gd name="T0" fmla="*/ 0 w 8"/>
                <a:gd name="T1" fmla="*/ 0 h 77"/>
                <a:gd name="T2" fmla="*/ 0 w 8"/>
                <a:gd name="T3" fmla="*/ 2 h 77"/>
                <a:gd name="T4" fmla="*/ 0 w 8"/>
                <a:gd name="T5" fmla="*/ 2 h 77"/>
                <a:gd name="T6" fmla="*/ 1 w 8"/>
                <a:gd name="T7" fmla="*/ 1 h 77"/>
                <a:gd name="T8" fmla="*/ 1 w 8"/>
                <a:gd name="T9" fmla="*/ 3 h 77"/>
                <a:gd name="T10" fmla="*/ 1 w 8"/>
                <a:gd name="T11" fmla="*/ 4 h 77"/>
                <a:gd name="T12" fmla="*/ 1 w 8"/>
                <a:gd name="T13" fmla="*/ 3 h 77"/>
                <a:gd name="T14" fmla="*/ 1 w 8"/>
                <a:gd name="T15" fmla="*/ 3 h 77"/>
                <a:gd name="T16" fmla="*/ 1 w 8"/>
                <a:gd name="T17" fmla="*/ 9 h 77"/>
                <a:gd name="T18" fmla="*/ 1 w 8"/>
                <a:gd name="T19" fmla="*/ 13 h 77"/>
                <a:gd name="T20" fmla="*/ 2 w 8"/>
                <a:gd name="T21" fmla="*/ 13 h 77"/>
                <a:gd name="T22" fmla="*/ 2 w 8"/>
                <a:gd name="T23" fmla="*/ 17 h 77"/>
                <a:gd name="T24" fmla="*/ 2 w 8"/>
                <a:gd name="T25" fmla="*/ 22 h 77"/>
                <a:gd name="T26" fmla="*/ 2 w 8"/>
                <a:gd name="T27" fmla="*/ 22 h 77"/>
                <a:gd name="T28" fmla="*/ 2 w 8"/>
                <a:gd name="T29" fmla="*/ 18 h 77"/>
                <a:gd name="T30" fmla="*/ 3 w 8"/>
                <a:gd name="T31" fmla="*/ 20 h 77"/>
                <a:gd name="T32" fmla="*/ 3 w 8"/>
                <a:gd name="T33" fmla="*/ 23 h 77"/>
                <a:gd name="T34" fmla="*/ 3 w 8"/>
                <a:gd name="T35" fmla="*/ 22 h 77"/>
                <a:gd name="T36" fmla="*/ 3 w 8"/>
                <a:gd name="T37" fmla="*/ 17 h 77"/>
                <a:gd name="T38" fmla="*/ 3 w 8"/>
                <a:gd name="T39" fmla="*/ 17 h 77"/>
                <a:gd name="T40" fmla="*/ 3 w 8"/>
                <a:gd name="T41" fmla="*/ 20 h 77"/>
                <a:gd name="T42" fmla="*/ 3 w 8"/>
                <a:gd name="T43" fmla="*/ 21 h 77"/>
                <a:gd name="T44" fmla="*/ 4 w 8"/>
                <a:gd name="T45" fmla="*/ 23 h 77"/>
                <a:gd name="T46" fmla="*/ 4 w 8"/>
                <a:gd name="T47" fmla="*/ 31 h 77"/>
                <a:gd name="T48" fmla="*/ 4 w 8"/>
                <a:gd name="T49" fmla="*/ 38 h 77"/>
                <a:gd name="T50" fmla="*/ 4 w 8"/>
                <a:gd name="T51" fmla="*/ 41 h 77"/>
                <a:gd name="T52" fmla="*/ 4 w 8"/>
                <a:gd name="T53" fmla="*/ 47 h 77"/>
                <a:gd name="T54" fmla="*/ 4 w 8"/>
                <a:gd name="T55" fmla="*/ 58 h 77"/>
                <a:gd name="T56" fmla="*/ 4 w 8"/>
                <a:gd name="T57" fmla="*/ 62 h 77"/>
                <a:gd name="T58" fmla="*/ 5 w 8"/>
                <a:gd name="T59" fmla="*/ 62 h 77"/>
                <a:gd name="T60" fmla="*/ 5 w 8"/>
                <a:gd name="T61" fmla="*/ 69 h 77"/>
                <a:gd name="T62" fmla="*/ 5 w 8"/>
                <a:gd name="T63" fmla="*/ 77 h 77"/>
                <a:gd name="T64" fmla="*/ 5 w 8"/>
                <a:gd name="T65" fmla="*/ 76 h 77"/>
                <a:gd name="T66" fmla="*/ 6 w 8"/>
                <a:gd name="T67" fmla="*/ 67 h 77"/>
                <a:gd name="T68" fmla="*/ 6 w 8"/>
                <a:gd name="T69" fmla="*/ 64 h 77"/>
                <a:gd name="T70" fmla="*/ 6 w 8"/>
                <a:gd name="T71" fmla="*/ 65 h 77"/>
                <a:gd name="T72" fmla="*/ 6 w 8"/>
                <a:gd name="T73" fmla="*/ 63 h 77"/>
                <a:gd name="T74" fmla="*/ 6 w 8"/>
                <a:gd name="T75" fmla="*/ 59 h 77"/>
                <a:gd name="T76" fmla="*/ 6 w 8"/>
                <a:gd name="T77" fmla="*/ 55 h 77"/>
                <a:gd name="T78" fmla="*/ 6 w 8"/>
                <a:gd name="T79" fmla="*/ 52 h 77"/>
                <a:gd name="T80" fmla="*/ 7 w 8"/>
                <a:gd name="T81" fmla="*/ 47 h 77"/>
                <a:gd name="T82" fmla="*/ 7 w 8"/>
                <a:gd name="T83" fmla="*/ 46 h 77"/>
                <a:gd name="T84" fmla="*/ 7 w 8"/>
                <a:gd name="T85" fmla="*/ 50 h 77"/>
                <a:gd name="T86" fmla="*/ 7 w 8"/>
                <a:gd name="T87" fmla="*/ 52 h 77"/>
                <a:gd name="T88" fmla="*/ 7 w 8"/>
                <a:gd name="T89" fmla="*/ 46 h 77"/>
                <a:gd name="T90" fmla="*/ 8 w 8"/>
                <a:gd name="T91" fmla="*/ 40 h 77"/>
                <a:gd name="T92" fmla="*/ 8 w 8"/>
                <a:gd name="T93" fmla="*/ 39 h 77"/>
                <a:gd name="T94" fmla="*/ 8 w 8"/>
                <a:gd name="T95" fmla="*/ 35 h 77"/>
                <a:gd name="T96" fmla="*/ 8 w 8"/>
                <a:gd name="T97" fmla="*/ 25 h 77"/>
                <a:gd name="T98" fmla="*/ 8 w 8"/>
                <a:gd name="T99" fmla="*/ 20 h 77"/>
                <a:gd name="T100" fmla="*/ 8 w 8"/>
                <a:gd name="T101" fmla="*/ 20 h 77"/>
                <a:gd name="T102" fmla="*/ 8 w 8"/>
                <a:gd name="T103" fmla="*/ 1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77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9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2" y="18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3" y="22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4" y="23"/>
                  </a:lnTo>
                  <a:lnTo>
                    <a:pt x="4" y="31"/>
                  </a:lnTo>
                  <a:lnTo>
                    <a:pt x="4" y="38"/>
                  </a:lnTo>
                  <a:lnTo>
                    <a:pt x="4" y="41"/>
                  </a:lnTo>
                  <a:lnTo>
                    <a:pt x="4" y="47"/>
                  </a:lnTo>
                  <a:lnTo>
                    <a:pt x="4" y="58"/>
                  </a:lnTo>
                  <a:lnTo>
                    <a:pt x="4" y="62"/>
                  </a:lnTo>
                  <a:lnTo>
                    <a:pt x="5" y="62"/>
                  </a:lnTo>
                  <a:lnTo>
                    <a:pt x="5" y="69"/>
                  </a:lnTo>
                  <a:lnTo>
                    <a:pt x="5" y="77"/>
                  </a:lnTo>
                  <a:lnTo>
                    <a:pt x="5" y="76"/>
                  </a:lnTo>
                  <a:lnTo>
                    <a:pt x="6" y="67"/>
                  </a:lnTo>
                  <a:lnTo>
                    <a:pt x="6" y="64"/>
                  </a:lnTo>
                  <a:lnTo>
                    <a:pt x="6" y="65"/>
                  </a:lnTo>
                  <a:lnTo>
                    <a:pt x="6" y="63"/>
                  </a:lnTo>
                  <a:lnTo>
                    <a:pt x="6" y="59"/>
                  </a:lnTo>
                  <a:lnTo>
                    <a:pt x="6" y="55"/>
                  </a:lnTo>
                  <a:lnTo>
                    <a:pt x="6" y="52"/>
                  </a:lnTo>
                  <a:lnTo>
                    <a:pt x="7" y="47"/>
                  </a:lnTo>
                  <a:lnTo>
                    <a:pt x="7" y="46"/>
                  </a:lnTo>
                  <a:lnTo>
                    <a:pt x="7" y="50"/>
                  </a:lnTo>
                  <a:lnTo>
                    <a:pt x="7" y="52"/>
                  </a:lnTo>
                  <a:lnTo>
                    <a:pt x="7" y="46"/>
                  </a:lnTo>
                  <a:lnTo>
                    <a:pt x="8" y="40"/>
                  </a:lnTo>
                  <a:lnTo>
                    <a:pt x="8" y="39"/>
                  </a:lnTo>
                  <a:lnTo>
                    <a:pt x="8" y="35"/>
                  </a:lnTo>
                  <a:lnTo>
                    <a:pt x="8" y="25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8" y="1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" name="Freeform 594"/>
            <p:cNvSpPr/>
            <p:nvPr/>
          </p:nvSpPr>
          <p:spPr bwMode="auto">
            <a:xfrm>
              <a:off x="1600200" y="1882776"/>
              <a:ext cx="14288" cy="200025"/>
            </a:xfrm>
            <a:custGeom>
              <a:avLst/>
              <a:gdLst>
                <a:gd name="T0" fmla="*/ 0 w 9"/>
                <a:gd name="T1" fmla="*/ 126 h 126"/>
                <a:gd name="T2" fmla="*/ 0 w 9"/>
                <a:gd name="T3" fmla="*/ 122 h 126"/>
                <a:gd name="T4" fmla="*/ 1 w 9"/>
                <a:gd name="T5" fmla="*/ 116 h 126"/>
                <a:gd name="T6" fmla="*/ 1 w 9"/>
                <a:gd name="T7" fmla="*/ 114 h 126"/>
                <a:gd name="T8" fmla="*/ 1 w 9"/>
                <a:gd name="T9" fmla="*/ 114 h 126"/>
                <a:gd name="T10" fmla="*/ 1 w 9"/>
                <a:gd name="T11" fmla="*/ 113 h 126"/>
                <a:gd name="T12" fmla="*/ 1 w 9"/>
                <a:gd name="T13" fmla="*/ 111 h 126"/>
                <a:gd name="T14" fmla="*/ 1 w 9"/>
                <a:gd name="T15" fmla="*/ 110 h 126"/>
                <a:gd name="T16" fmla="*/ 1 w 9"/>
                <a:gd name="T17" fmla="*/ 105 h 126"/>
                <a:gd name="T18" fmla="*/ 2 w 9"/>
                <a:gd name="T19" fmla="*/ 95 h 126"/>
                <a:gd name="T20" fmla="*/ 2 w 9"/>
                <a:gd name="T21" fmla="*/ 87 h 126"/>
                <a:gd name="T22" fmla="*/ 2 w 9"/>
                <a:gd name="T23" fmla="*/ 83 h 126"/>
                <a:gd name="T24" fmla="*/ 2 w 9"/>
                <a:gd name="T25" fmla="*/ 80 h 126"/>
                <a:gd name="T26" fmla="*/ 3 w 9"/>
                <a:gd name="T27" fmla="*/ 73 h 126"/>
                <a:gd name="T28" fmla="*/ 3 w 9"/>
                <a:gd name="T29" fmla="*/ 66 h 126"/>
                <a:gd name="T30" fmla="*/ 3 w 9"/>
                <a:gd name="T31" fmla="*/ 63 h 126"/>
                <a:gd name="T32" fmla="*/ 3 w 9"/>
                <a:gd name="T33" fmla="*/ 60 h 126"/>
                <a:gd name="T34" fmla="*/ 3 w 9"/>
                <a:gd name="T35" fmla="*/ 55 h 126"/>
                <a:gd name="T36" fmla="*/ 3 w 9"/>
                <a:gd name="T37" fmla="*/ 52 h 126"/>
                <a:gd name="T38" fmla="*/ 3 w 9"/>
                <a:gd name="T39" fmla="*/ 54 h 126"/>
                <a:gd name="T40" fmla="*/ 4 w 9"/>
                <a:gd name="T41" fmla="*/ 55 h 126"/>
                <a:gd name="T42" fmla="*/ 4 w 9"/>
                <a:gd name="T43" fmla="*/ 55 h 126"/>
                <a:gd name="T44" fmla="*/ 4 w 9"/>
                <a:gd name="T45" fmla="*/ 56 h 126"/>
                <a:gd name="T46" fmla="*/ 4 w 9"/>
                <a:gd name="T47" fmla="*/ 55 h 126"/>
                <a:gd name="T48" fmla="*/ 4 w 9"/>
                <a:gd name="T49" fmla="*/ 53 h 126"/>
                <a:gd name="T50" fmla="*/ 5 w 9"/>
                <a:gd name="T51" fmla="*/ 52 h 126"/>
                <a:gd name="T52" fmla="*/ 5 w 9"/>
                <a:gd name="T53" fmla="*/ 54 h 126"/>
                <a:gd name="T54" fmla="*/ 5 w 9"/>
                <a:gd name="T55" fmla="*/ 50 h 126"/>
                <a:gd name="T56" fmla="*/ 5 w 9"/>
                <a:gd name="T57" fmla="*/ 43 h 126"/>
                <a:gd name="T58" fmla="*/ 5 w 9"/>
                <a:gd name="T59" fmla="*/ 37 h 126"/>
                <a:gd name="T60" fmla="*/ 5 w 9"/>
                <a:gd name="T61" fmla="*/ 34 h 126"/>
                <a:gd name="T62" fmla="*/ 6 w 9"/>
                <a:gd name="T63" fmla="*/ 31 h 126"/>
                <a:gd name="T64" fmla="*/ 6 w 9"/>
                <a:gd name="T65" fmla="*/ 26 h 126"/>
                <a:gd name="T66" fmla="*/ 6 w 9"/>
                <a:gd name="T67" fmla="*/ 21 h 126"/>
                <a:gd name="T68" fmla="*/ 6 w 9"/>
                <a:gd name="T69" fmla="*/ 15 h 126"/>
                <a:gd name="T70" fmla="*/ 6 w 9"/>
                <a:gd name="T71" fmla="*/ 11 h 126"/>
                <a:gd name="T72" fmla="*/ 7 w 9"/>
                <a:gd name="T73" fmla="*/ 8 h 126"/>
                <a:gd name="T74" fmla="*/ 7 w 9"/>
                <a:gd name="T75" fmla="*/ 7 h 126"/>
                <a:gd name="T76" fmla="*/ 7 w 9"/>
                <a:gd name="T77" fmla="*/ 5 h 126"/>
                <a:gd name="T78" fmla="*/ 7 w 9"/>
                <a:gd name="T79" fmla="*/ 1 h 126"/>
                <a:gd name="T80" fmla="*/ 7 w 9"/>
                <a:gd name="T81" fmla="*/ 0 h 126"/>
                <a:gd name="T82" fmla="*/ 7 w 9"/>
                <a:gd name="T83" fmla="*/ 4 h 126"/>
                <a:gd name="T84" fmla="*/ 7 w 9"/>
                <a:gd name="T85" fmla="*/ 8 h 126"/>
                <a:gd name="T86" fmla="*/ 8 w 9"/>
                <a:gd name="T87" fmla="*/ 8 h 126"/>
                <a:gd name="T88" fmla="*/ 8 w 9"/>
                <a:gd name="T89" fmla="*/ 10 h 126"/>
                <a:gd name="T90" fmla="*/ 8 w 9"/>
                <a:gd name="T91" fmla="*/ 14 h 126"/>
                <a:gd name="T92" fmla="*/ 8 w 9"/>
                <a:gd name="T93" fmla="*/ 18 h 126"/>
                <a:gd name="T94" fmla="*/ 8 w 9"/>
                <a:gd name="T95" fmla="*/ 23 h 126"/>
                <a:gd name="T96" fmla="*/ 8 w 9"/>
                <a:gd name="T97" fmla="*/ 28 h 126"/>
                <a:gd name="T98" fmla="*/ 8 w 9"/>
                <a:gd name="T99" fmla="*/ 31 h 126"/>
                <a:gd name="T100" fmla="*/ 9 w 9"/>
                <a:gd name="T101" fmla="*/ 31 h 126"/>
                <a:gd name="T102" fmla="*/ 9 w 9"/>
                <a:gd name="T103" fmla="*/ 3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26">
                  <a:moveTo>
                    <a:pt x="0" y="126"/>
                  </a:moveTo>
                  <a:lnTo>
                    <a:pt x="0" y="122"/>
                  </a:lnTo>
                  <a:lnTo>
                    <a:pt x="1" y="116"/>
                  </a:lnTo>
                  <a:lnTo>
                    <a:pt x="1" y="114"/>
                  </a:lnTo>
                  <a:lnTo>
                    <a:pt x="1" y="114"/>
                  </a:lnTo>
                  <a:lnTo>
                    <a:pt x="1" y="113"/>
                  </a:lnTo>
                  <a:lnTo>
                    <a:pt x="1" y="111"/>
                  </a:lnTo>
                  <a:lnTo>
                    <a:pt x="1" y="110"/>
                  </a:lnTo>
                  <a:lnTo>
                    <a:pt x="1" y="105"/>
                  </a:lnTo>
                  <a:lnTo>
                    <a:pt x="2" y="95"/>
                  </a:lnTo>
                  <a:lnTo>
                    <a:pt x="2" y="87"/>
                  </a:lnTo>
                  <a:lnTo>
                    <a:pt x="2" y="83"/>
                  </a:lnTo>
                  <a:lnTo>
                    <a:pt x="2" y="80"/>
                  </a:lnTo>
                  <a:lnTo>
                    <a:pt x="3" y="73"/>
                  </a:lnTo>
                  <a:lnTo>
                    <a:pt x="3" y="66"/>
                  </a:lnTo>
                  <a:lnTo>
                    <a:pt x="3" y="63"/>
                  </a:lnTo>
                  <a:lnTo>
                    <a:pt x="3" y="60"/>
                  </a:lnTo>
                  <a:lnTo>
                    <a:pt x="3" y="55"/>
                  </a:lnTo>
                  <a:lnTo>
                    <a:pt x="3" y="52"/>
                  </a:lnTo>
                  <a:lnTo>
                    <a:pt x="3" y="54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4" y="53"/>
                  </a:lnTo>
                  <a:lnTo>
                    <a:pt x="5" y="52"/>
                  </a:lnTo>
                  <a:lnTo>
                    <a:pt x="5" y="54"/>
                  </a:lnTo>
                  <a:lnTo>
                    <a:pt x="5" y="50"/>
                  </a:lnTo>
                  <a:lnTo>
                    <a:pt x="5" y="43"/>
                  </a:lnTo>
                  <a:lnTo>
                    <a:pt x="5" y="37"/>
                  </a:lnTo>
                  <a:lnTo>
                    <a:pt x="5" y="34"/>
                  </a:lnTo>
                  <a:lnTo>
                    <a:pt x="6" y="31"/>
                  </a:lnTo>
                  <a:lnTo>
                    <a:pt x="6" y="26"/>
                  </a:lnTo>
                  <a:lnTo>
                    <a:pt x="6" y="21"/>
                  </a:lnTo>
                  <a:lnTo>
                    <a:pt x="6" y="15"/>
                  </a:lnTo>
                  <a:lnTo>
                    <a:pt x="6" y="11"/>
                  </a:lnTo>
                  <a:lnTo>
                    <a:pt x="7" y="8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4"/>
                  </a:lnTo>
                  <a:lnTo>
                    <a:pt x="7" y="8"/>
                  </a:lnTo>
                  <a:lnTo>
                    <a:pt x="8" y="8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8" y="23"/>
                  </a:lnTo>
                  <a:lnTo>
                    <a:pt x="8" y="28"/>
                  </a:lnTo>
                  <a:lnTo>
                    <a:pt x="8" y="31"/>
                  </a:lnTo>
                  <a:lnTo>
                    <a:pt x="9" y="31"/>
                  </a:lnTo>
                  <a:lnTo>
                    <a:pt x="9" y="3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" name="Freeform 595"/>
            <p:cNvSpPr/>
            <p:nvPr/>
          </p:nvSpPr>
          <p:spPr bwMode="auto">
            <a:xfrm>
              <a:off x="1614488" y="1909764"/>
              <a:ext cx="12700" cy="114300"/>
            </a:xfrm>
            <a:custGeom>
              <a:avLst/>
              <a:gdLst>
                <a:gd name="T0" fmla="*/ 0 w 8"/>
                <a:gd name="T1" fmla="*/ 14 h 72"/>
                <a:gd name="T2" fmla="*/ 0 w 8"/>
                <a:gd name="T3" fmla="*/ 16 h 72"/>
                <a:gd name="T4" fmla="*/ 0 w 8"/>
                <a:gd name="T5" fmla="*/ 20 h 72"/>
                <a:gd name="T6" fmla="*/ 0 w 8"/>
                <a:gd name="T7" fmla="*/ 20 h 72"/>
                <a:gd name="T8" fmla="*/ 1 w 8"/>
                <a:gd name="T9" fmla="*/ 18 h 72"/>
                <a:gd name="T10" fmla="*/ 1 w 8"/>
                <a:gd name="T11" fmla="*/ 15 h 72"/>
                <a:gd name="T12" fmla="*/ 1 w 8"/>
                <a:gd name="T13" fmla="*/ 12 h 72"/>
                <a:gd name="T14" fmla="*/ 1 w 8"/>
                <a:gd name="T15" fmla="*/ 9 h 72"/>
                <a:gd name="T16" fmla="*/ 1 w 8"/>
                <a:gd name="T17" fmla="*/ 5 h 72"/>
                <a:gd name="T18" fmla="*/ 1 w 8"/>
                <a:gd name="T19" fmla="*/ 1 h 72"/>
                <a:gd name="T20" fmla="*/ 1 w 8"/>
                <a:gd name="T21" fmla="*/ 0 h 72"/>
                <a:gd name="T22" fmla="*/ 2 w 8"/>
                <a:gd name="T23" fmla="*/ 2 h 72"/>
                <a:gd name="T24" fmla="*/ 2 w 8"/>
                <a:gd name="T25" fmla="*/ 2 h 72"/>
                <a:gd name="T26" fmla="*/ 2 w 8"/>
                <a:gd name="T27" fmla="*/ 3 h 72"/>
                <a:gd name="T28" fmla="*/ 2 w 8"/>
                <a:gd name="T29" fmla="*/ 5 h 72"/>
                <a:gd name="T30" fmla="*/ 2 w 8"/>
                <a:gd name="T31" fmla="*/ 7 h 72"/>
                <a:gd name="T32" fmla="*/ 3 w 8"/>
                <a:gd name="T33" fmla="*/ 10 h 72"/>
                <a:gd name="T34" fmla="*/ 3 w 8"/>
                <a:gd name="T35" fmla="*/ 13 h 72"/>
                <a:gd name="T36" fmla="*/ 3 w 8"/>
                <a:gd name="T37" fmla="*/ 14 h 72"/>
                <a:gd name="T38" fmla="*/ 3 w 8"/>
                <a:gd name="T39" fmla="*/ 13 h 72"/>
                <a:gd name="T40" fmla="*/ 3 w 8"/>
                <a:gd name="T41" fmla="*/ 14 h 72"/>
                <a:gd name="T42" fmla="*/ 3 w 8"/>
                <a:gd name="T43" fmla="*/ 16 h 72"/>
                <a:gd name="T44" fmla="*/ 3 w 8"/>
                <a:gd name="T45" fmla="*/ 18 h 72"/>
                <a:gd name="T46" fmla="*/ 4 w 8"/>
                <a:gd name="T47" fmla="*/ 19 h 72"/>
                <a:gd name="T48" fmla="*/ 4 w 8"/>
                <a:gd name="T49" fmla="*/ 20 h 72"/>
                <a:gd name="T50" fmla="*/ 4 w 8"/>
                <a:gd name="T51" fmla="*/ 22 h 72"/>
                <a:gd name="T52" fmla="*/ 4 w 8"/>
                <a:gd name="T53" fmla="*/ 25 h 72"/>
                <a:gd name="T54" fmla="*/ 4 w 8"/>
                <a:gd name="T55" fmla="*/ 30 h 72"/>
                <a:gd name="T56" fmla="*/ 4 w 8"/>
                <a:gd name="T57" fmla="*/ 35 h 72"/>
                <a:gd name="T58" fmla="*/ 4 w 8"/>
                <a:gd name="T59" fmla="*/ 39 h 72"/>
                <a:gd name="T60" fmla="*/ 5 w 8"/>
                <a:gd name="T61" fmla="*/ 45 h 72"/>
                <a:gd name="T62" fmla="*/ 5 w 8"/>
                <a:gd name="T63" fmla="*/ 50 h 72"/>
                <a:gd name="T64" fmla="*/ 5 w 8"/>
                <a:gd name="T65" fmla="*/ 53 h 72"/>
                <a:gd name="T66" fmla="*/ 5 w 8"/>
                <a:gd name="T67" fmla="*/ 55 h 72"/>
                <a:gd name="T68" fmla="*/ 6 w 8"/>
                <a:gd name="T69" fmla="*/ 57 h 72"/>
                <a:gd name="T70" fmla="*/ 6 w 8"/>
                <a:gd name="T71" fmla="*/ 59 h 72"/>
                <a:gd name="T72" fmla="*/ 6 w 8"/>
                <a:gd name="T73" fmla="*/ 61 h 72"/>
                <a:gd name="T74" fmla="*/ 6 w 8"/>
                <a:gd name="T75" fmla="*/ 61 h 72"/>
                <a:gd name="T76" fmla="*/ 6 w 8"/>
                <a:gd name="T77" fmla="*/ 60 h 72"/>
                <a:gd name="T78" fmla="*/ 6 w 8"/>
                <a:gd name="T79" fmla="*/ 59 h 72"/>
                <a:gd name="T80" fmla="*/ 6 w 8"/>
                <a:gd name="T81" fmla="*/ 59 h 72"/>
                <a:gd name="T82" fmla="*/ 7 w 8"/>
                <a:gd name="T83" fmla="*/ 60 h 72"/>
                <a:gd name="T84" fmla="*/ 7 w 8"/>
                <a:gd name="T85" fmla="*/ 63 h 72"/>
                <a:gd name="T86" fmla="*/ 7 w 8"/>
                <a:gd name="T87" fmla="*/ 66 h 72"/>
                <a:gd name="T88" fmla="*/ 7 w 8"/>
                <a:gd name="T89" fmla="*/ 66 h 72"/>
                <a:gd name="T90" fmla="*/ 7 w 8"/>
                <a:gd name="T91" fmla="*/ 67 h 72"/>
                <a:gd name="T92" fmla="*/ 8 w 8"/>
                <a:gd name="T93" fmla="*/ 69 h 72"/>
                <a:gd name="T94" fmla="*/ 8 w 8"/>
                <a:gd name="T95" fmla="*/ 72 h 72"/>
                <a:gd name="T96" fmla="*/ 8 w 8"/>
                <a:gd name="T97" fmla="*/ 72 h 72"/>
                <a:gd name="T98" fmla="*/ 8 w 8"/>
                <a:gd name="T99" fmla="*/ 72 h 72"/>
                <a:gd name="T100" fmla="*/ 8 w 8"/>
                <a:gd name="T101" fmla="*/ 72 h 72"/>
                <a:gd name="T102" fmla="*/ 8 w 8"/>
                <a:gd name="T103" fmla="*/ 7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72">
                  <a:moveTo>
                    <a:pt x="0" y="14"/>
                  </a:moveTo>
                  <a:lnTo>
                    <a:pt x="0" y="16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" y="18"/>
                  </a:lnTo>
                  <a:lnTo>
                    <a:pt x="1" y="15"/>
                  </a:lnTo>
                  <a:lnTo>
                    <a:pt x="1" y="12"/>
                  </a:lnTo>
                  <a:lnTo>
                    <a:pt x="1" y="9"/>
                  </a:lnTo>
                  <a:lnTo>
                    <a:pt x="1" y="5"/>
                  </a:lnTo>
                  <a:lnTo>
                    <a:pt x="1" y="1"/>
                  </a:lnTo>
                  <a:lnTo>
                    <a:pt x="1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7"/>
                  </a:lnTo>
                  <a:lnTo>
                    <a:pt x="3" y="10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4" y="19"/>
                  </a:lnTo>
                  <a:lnTo>
                    <a:pt x="4" y="20"/>
                  </a:lnTo>
                  <a:lnTo>
                    <a:pt x="4" y="22"/>
                  </a:lnTo>
                  <a:lnTo>
                    <a:pt x="4" y="25"/>
                  </a:lnTo>
                  <a:lnTo>
                    <a:pt x="4" y="30"/>
                  </a:lnTo>
                  <a:lnTo>
                    <a:pt x="4" y="35"/>
                  </a:lnTo>
                  <a:lnTo>
                    <a:pt x="4" y="39"/>
                  </a:lnTo>
                  <a:lnTo>
                    <a:pt x="5" y="45"/>
                  </a:lnTo>
                  <a:lnTo>
                    <a:pt x="5" y="50"/>
                  </a:lnTo>
                  <a:lnTo>
                    <a:pt x="5" y="53"/>
                  </a:lnTo>
                  <a:lnTo>
                    <a:pt x="5" y="55"/>
                  </a:lnTo>
                  <a:lnTo>
                    <a:pt x="6" y="57"/>
                  </a:lnTo>
                  <a:lnTo>
                    <a:pt x="6" y="59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6" y="60"/>
                  </a:lnTo>
                  <a:lnTo>
                    <a:pt x="6" y="59"/>
                  </a:lnTo>
                  <a:lnTo>
                    <a:pt x="6" y="59"/>
                  </a:lnTo>
                  <a:lnTo>
                    <a:pt x="7" y="60"/>
                  </a:lnTo>
                  <a:lnTo>
                    <a:pt x="7" y="63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7" y="67"/>
                  </a:lnTo>
                  <a:lnTo>
                    <a:pt x="8" y="69"/>
                  </a:lnTo>
                  <a:lnTo>
                    <a:pt x="8" y="72"/>
                  </a:lnTo>
                  <a:lnTo>
                    <a:pt x="8" y="72"/>
                  </a:lnTo>
                  <a:lnTo>
                    <a:pt x="8" y="72"/>
                  </a:lnTo>
                  <a:lnTo>
                    <a:pt x="8" y="72"/>
                  </a:lnTo>
                  <a:lnTo>
                    <a:pt x="8" y="7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" name="Freeform 596"/>
            <p:cNvSpPr/>
            <p:nvPr/>
          </p:nvSpPr>
          <p:spPr bwMode="auto">
            <a:xfrm>
              <a:off x="1627188" y="1955801"/>
              <a:ext cx="14288" cy="73025"/>
            </a:xfrm>
            <a:custGeom>
              <a:avLst/>
              <a:gdLst>
                <a:gd name="T0" fmla="*/ 0 w 9"/>
                <a:gd name="T1" fmla="*/ 43 h 46"/>
                <a:gd name="T2" fmla="*/ 0 w 9"/>
                <a:gd name="T3" fmla="*/ 41 h 46"/>
                <a:gd name="T4" fmla="*/ 0 w 9"/>
                <a:gd name="T5" fmla="*/ 39 h 46"/>
                <a:gd name="T6" fmla="*/ 1 w 9"/>
                <a:gd name="T7" fmla="*/ 39 h 46"/>
                <a:gd name="T8" fmla="*/ 1 w 9"/>
                <a:gd name="T9" fmla="*/ 41 h 46"/>
                <a:gd name="T10" fmla="*/ 1 w 9"/>
                <a:gd name="T11" fmla="*/ 42 h 46"/>
                <a:gd name="T12" fmla="*/ 1 w 9"/>
                <a:gd name="T13" fmla="*/ 43 h 46"/>
                <a:gd name="T14" fmla="*/ 1 w 9"/>
                <a:gd name="T15" fmla="*/ 45 h 46"/>
                <a:gd name="T16" fmla="*/ 1 w 9"/>
                <a:gd name="T17" fmla="*/ 46 h 46"/>
                <a:gd name="T18" fmla="*/ 2 w 9"/>
                <a:gd name="T19" fmla="*/ 46 h 46"/>
                <a:gd name="T20" fmla="*/ 2 w 9"/>
                <a:gd name="T21" fmla="*/ 46 h 46"/>
                <a:gd name="T22" fmla="*/ 2 w 9"/>
                <a:gd name="T23" fmla="*/ 45 h 46"/>
                <a:gd name="T24" fmla="*/ 2 w 9"/>
                <a:gd name="T25" fmla="*/ 45 h 46"/>
                <a:gd name="T26" fmla="*/ 2 w 9"/>
                <a:gd name="T27" fmla="*/ 43 h 46"/>
                <a:gd name="T28" fmla="*/ 3 w 9"/>
                <a:gd name="T29" fmla="*/ 41 h 46"/>
                <a:gd name="T30" fmla="*/ 3 w 9"/>
                <a:gd name="T31" fmla="*/ 37 h 46"/>
                <a:gd name="T32" fmla="*/ 3 w 9"/>
                <a:gd name="T33" fmla="*/ 35 h 46"/>
                <a:gd name="T34" fmla="*/ 3 w 9"/>
                <a:gd name="T35" fmla="*/ 33 h 46"/>
                <a:gd name="T36" fmla="*/ 3 w 9"/>
                <a:gd name="T37" fmla="*/ 31 h 46"/>
                <a:gd name="T38" fmla="*/ 3 w 9"/>
                <a:gd name="T39" fmla="*/ 30 h 46"/>
                <a:gd name="T40" fmla="*/ 3 w 9"/>
                <a:gd name="T41" fmla="*/ 28 h 46"/>
                <a:gd name="T42" fmla="*/ 4 w 9"/>
                <a:gd name="T43" fmla="*/ 26 h 46"/>
                <a:gd name="T44" fmla="*/ 4 w 9"/>
                <a:gd name="T45" fmla="*/ 26 h 46"/>
                <a:gd name="T46" fmla="*/ 4 w 9"/>
                <a:gd name="T47" fmla="*/ 28 h 46"/>
                <a:gd name="T48" fmla="*/ 4 w 9"/>
                <a:gd name="T49" fmla="*/ 29 h 46"/>
                <a:gd name="T50" fmla="*/ 4 w 9"/>
                <a:gd name="T51" fmla="*/ 29 h 46"/>
                <a:gd name="T52" fmla="*/ 5 w 9"/>
                <a:gd name="T53" fmla="*/ 30 h 46"/>
                <a:gd name="T54" fmla="*/ 5 w 9"/>
                <a:gd name="T55" fmla="*/ 31 h 46"/>
                <a:gd name="T56" fmla="*/ 5 w 9"/>
                <a:gd name="T57" fmla="*/ 31 h 46"/>
                <a:gd name="T58" fmla="*/ 5 w 9"/>
                <a:gd name="T59" fmla="*/ 31 h 46"/>
                <a:gd name="T60" fmla="*/ 5 w 9"/>
                <a:gd name="T61" fmla="*/ 30 h 46"/>
                <a:gd name="T62" fmla="*/ 5 w 9"/>
                <a:gd name="T63" fmla="*/ 28 h 46"/>
                <a:gd name="T64" fmla="*/ 6 w 9"/>
                <a:gd name="T65" fmla="*/ 25 h 46"/>
                <a:gd name="T66" fmla="*/ 6 w 9"/>
                <a:gd name="T67" fmla="*/ 22 h 46"/>
                <a:gd name="T68" fmla="*/ 6 w 9"/>
                <a:gd name="T69" fmla="*/ 18 h 46"/>
                <a:gd name="T70" fmla="*/ 6 w 9"/>
                <a:gd name="T71" fmla="*/ 14 h 46"/>
                <a:gd name="T72" fmla="*/ 6 w 9"/>
                <a:gd name="T73" fmla="*/ 11 h 46"/>
                <a:gd name="T74" fmla="*/ 6 w 9"/>
                <a:gd name="T75" fmla="*/ 8 h 46"/>
                <a:gd name="T76" fmla="*/ 6 w 9"/>
                <a:gd name="T77" fmla="*/ 4 h 46"/>
                <a:gd name="T78" fmla="*/ 7 w 9"/>
                <a:gd name="T79" fmla="*/ 3 h 46"/>
                <a:gd name="T80" fmla="*/ 7 w 9"/>
                <a:gd name="T81" fmla="*/ 1 h 46"/>
                <a:gd name="T82" fmla="*/ 7 w 9"/>
                <a:gd name="T83" fmla="*/ 0 h 46"/>
                <a:gd name="T84" fmla="*/ 7 w 9"/>
                <a:gd name="T85" fmla="*/ 0 h 46"/>
                <a:gd name="T86" fmla="*/ 7 w 9"/>
                <a:gd name="T87" fmla="*/ 0 h 46"/>
                <a:gd name="T88" fmla="*/ 8 w 9"/>
                <a:gd name="T89" fmla="*/ 1 h 46"/>
                <a:gd name="T90" fmla="*/ 8 w 9"/>
                <a:gd name="T91" fmla="*/ 2 h 46"/>
                <a:gd name="T92" fmla="*/ 8 w 9"/>
                <a:gd name="T93" fmla="*/ 6 h 46"/>
                <a:gd name="T94" fmla="*/ 8 w 9"/>
                <a:gd name="T95" fmla="*/ 9 h 46"/>
                <a:gd name="T96" fmla="*/ 8 w 9"/>
                <a:gd name="T97" fmla="*/ 10 h 46"/>
                <a:gd name="T98" fmla="*/ 8 w 9"/>
                <a:gd name="T99" fmla="*/ 11 h 46"/>
                <a:gd name="T100" fmla="*/ 8 w 9"/>
                <a:gd name="T101" fmla="*/ 15 h 46"/>
                <a:gd name="T102" fmla="*/ 9 w 9"/>
                <a:gd name="T103" fmla="*/ 2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6">
                  <a:moveTo>
                    <a:pt x="0" y="43"/>
                  </a:moveTo>
                  <a:lnTo>
                    <a:pt x="0" y="41"/>
                  </a:lnTo>
                  <a:lnTo>
                    <a:pt x="0" y="39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1" y="43"/>
                  </a:lnTo>
                  <a:lnTo>
                    <a:pt x="1" y="45"/>
                  </a:lnTo>
                  <a:lnTo>
                    <a:pt x="1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2" y="45"/>
                  </a:lnTo>
                  <a:lnTo>
                    <a:pt x="2" y="45"/>
                  </a:lnTo>
                  <a:lnTo>
                    <a:pt x="2" y="43"/>
                  </a:lnTo>
                  <a:lnTo>
                    <a:pt x="3" y="41"/>
                  </a:lnTo>
                  <a:lnTo>
                    <a:pt x="3" y="37"/>
                  </a:lnTo>
                  <a:lnTo>
                    <a:pt x="3" y="35"/>
                  </a:lnTo>
                  <a:lnTo>
                    <a:pt x="3" y="33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3" y="28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4" y="28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5" y="30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5" y="30"/>
                  </a:lnTo>
                  <a:lnTo>
                    <a:pt x="5" y="28"/>
                  </a:lnTo>
                  <a:lnTo>
                    <a:pt x="6" y="25"/>
                  </a:lnTo>
                  <a:lnTo>
                    <a:pt x="6" y="22"/>
                  </a:lnTo>
                  <a:lnTo>
                    <a:pt x="6" y="18"/>
                  </a:lnTo>
                  <a:lnTo>
                    <a:pt x="6" y="14"/>
                  </a:lnTo>
                  <a:lnTo>
                    <a:pt x="6" y="11"/>
                  </a:lnTo>
                  <a:lnTo>
                    <a:pt x="6" y="8"/>
                  </a:lnTo>
                  <a:lnTo>
                    <a:pt x="6" y="4"/>
                  </a:lnTo>
                  <a:lnTo>
                    <a:pt x="7" y="3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1"/>
                  </a:lnTo>
                  <a:lnTo>
                    <a:pt x="8" y="2"/>
                  </a:lnTo>
                  <a:lnTo>
                    <a:pt x="8" y="6"/>
                  </a:lnTo>
                  <a:lnTo>
                    <a:pt x="8" y="9"/>
                  </a:lnTo>
                  <a:lnTo>
                    <a:pt x="8" y="10"/>
                  </a:lnTo>
                  <a:lnTo>
                    <a:pt x="8" y="11"/>
                  </a:lnTo>
                  <a:lnTo>
                    <a:pt x="8" y="15"/>
                  </a:lnTo>
                  <a:lnTo>
                    <a:pt x="9" y="2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4" name="Freeform 597"/>
            <p:cNvSpPr/>
            <p:nvPr/>
          </p:nvSpPr>
          <p:spPr bwMode="auto">
            <a:xfrm>
              <a:off x="1639888" y="1979614"/>
              <a:ext cx="14288" cy="174625"/>
            </a:xfrm>
            <a:custGeom>
              <a:avLst/>
              <a:gdLst>
                <a:gd name="T0" fmla="*/ 0 w 9"/>
                <a:gd name="T1" fmla="*/ 0 h 110"/>
                <a:gd name="T2" fmla="*/ 1 w 9"/>
                <a:gd name="T3" fmla="*/ 5 h 110"/>
                <a:gd name="T4" fmla="*/ 1 w 9"/>
                <a:gd name="T5" fmla="*/ 9 h 110"/>
                <a:gd name="T6" fmla="*/ 1 w 9"/>
                <a:gd name="T7" fmla="*/ 12 h 110"/>
                <a:gd name="T8" fmla="*/ 1 w 9"/>
                <a:gd name="T9" fmla="*/ 16 h 110"/>
                <a:gd name="T10" fmla="*/ 2 w 9"/>
                <a:gd name="T11" fmla="*/ 20 h 110"/>
                <a:gd name="T12" fmla="*/ 2 w 9"/>
                <a:gd name="T13" fmla="*/ 22 h 110"/>
                <a:gd name="T14" fmla="*/ 2 w 9"/>
                <a:gd name="T15" fmla="*/ 24 h 110"/>
                <a:gd name="T16" fmla="*/ 2 w 9"/>
                <a:gd name="T17" fmla="*/ 26 h 110"/>
                <a:gd name="T18" fmla="*/ 2 w 9"/>
                <a:gd name="T19" fmla="*/ 28 h 110"/>
                <a:gd name="T20" fmla="*/ 2 w 9"/>
                <a:gd name="T21" fmla="*/ 26 h 110"/>
                <a:gd name="T22" fmla="*/ 2 w 9"/>
                <a:gd name="T23" fmla="*/ 26 h 110"/>
                <a:gd name="T24" fmla="*/ 3 w 9"/>
                <a:gd name="T25" fmla="*/ 27 h 110"/>
                <a:gd name="T26" fmla="*/ 3 w 9"/>
                <a:gd name="T27" fmla="*/ 26 h 110"/>
                <a:gd name="T28" fmla="*/ 3 w 9"/>
                <a:gd name="T29" fmla="*/ 24 h 110"/>
                <a:gd name="T30" fmla="*/ 3 w 9"/>
                <a:gd name="T31" fmla="*/ 25 h 110"/>
                <a:gd name="T32" fmla="*/ 3 w 9"/>
                <a:gd name="T33" fmla="*/ 28 h 110"/>
                <a:gd name="T34" fmla="*/ 3 w 9"/>
                <a:gd name="T35" fmla="*/ 30 h 110"/>
                <a:gd name="T36" fmla="*/ 3 w 9"/>
                <a:gd name="T37" fmla="*/ 31 h 110"/>
                <a:gd name="T38" fmla="*/ 4 w 9"/>
                <a:gd name="T39" fmla="*/ 34 h 110"/>
                <a:gd name="T40" fmla="*/ 4 w 9"/>
                <a:gd name="T41" fmla="*/ 38 h 110"/>
                <a:gd name="T42" fmla="*/ 4 w 9"/>
                <a:gd name="T43" fmla="*/ 40 h 110"/>
                <a:gd name="T44" fmla="*/ 4 w 9"/>
                <a:gd name="T45" fmla="*/ 39 h 110"/>
                <a:gd name="T46" fmla="*/ 4 w 9"/>
                <a:gd name="T47" fmla="*/ 40 h 110"/>
                <a:gd name="T48" fmla="*/ 5 w 9"/>
                <a:gd name="T49" fmla="*/ 40 h 110"/>
                <a:gd name="T50" fmla="*/ 5 w 9"/>
                <a:gd name="T51" fmla="*/ 37 h 110"/>
                <a:gd name="T52" fmla="*/ 5 w 9"/>
                <a:gd name="T53" fmla="*/ 34 h 110"/>
                <a:gd name="T54" fmla="*/ 5 w 9"/>
                <a:gd name="T55" fmla="*/ 35 h 110"/>
                <a:gd name="T56" fmla="*/ 5 w 9"/>
                <a:gd name="T57" fmla="*/ 35 h 110"/>
                <a:gd name="T58" fmla="*/ 5 w 9"/>
                <a:gd name="T59" fmla="*/ 32 h 110"/>
                <a:gd name="T60" fmla="*/ 5 w 9"/>
                <a:gd name="T61" fmla="*/ 32 h 110"/>
                <a:gd name="T62" fmla="*/ 6 w 9"/>
                <a:gd name="T63" fmla="*/ 36 h 110"/>
                <a:gd name="T64" fmla="*/ 6 w 9"/>
                <a:gd name="T65" fmla="*/ 40 h 110"/>
                <a:gd name="T66" fmla="*/ 6 w 9"/>
                <a:gd name="T67" fmla="*/ 43 h 110"/>
                <a:gd name="T68" fmla="*/ 6 w 9"/>
                <a:gd name="T69" fmla="*/ 49 h 110"/>
                <a:gd name="T70" fmla="*/ 7 w 9"/>
                <a:gd name="T71" fmla="*/ 57 h 110"/>
                <a:gd name="T72" fmla="*/ 7 w 9"/>
                <a:gd name="T73" fmla="*/ 63 h 110"/>
                <a:gd name="T74" fmla="*/ 7 w 9"/>
                <a:gd name="T75" fmla="*/ 68 h 110"/>
                <a:gd name="T76" fmla="*/ 7 w 9"/>
                <a:gd name="T77" fmla="*/ 73 h 110"/>
                <a:gd name="T78" fmla="*/ 7 w 9"/>
                <a:gd name="T79" fmla="*/ 78 h 110"/>
                <a:gd name="T80" fmla="*/ 7 w 9"/>
                <a:gd name="T81" fmla="*/ 80 h 110"/>
                <a:gd name="T82" fmla="*/ 7 w 9"/>
                <a:gd name="T83" fmla="*/ 83 h 110"/>
                <a:gd name="T84" fmla="*/ 8 w 9"/>
                <a:gd name="T85" fmla="*/ 86 h 110"/>
                <a:gd name="T86" fmla="*/ 8 w 9"/>
                <a:gd name="T87" fmla="*/ 89 h 110"/>
                <a:gd name="T88" fmla="*/ 8 w 9"/>
                <a:gd name="T89" fmla="*/ 90 h 110"/>
                <a:gd name="T90" fmla="*/ 8 w 9"/>
                <a:gd name="T91" fmla="*/ 92 h 110"/>
                <a:gd name="T92" fmla="*/ 8 w 9"/>
                <a:gd name="T93" fmla="*/ 94 h 110"/>
                <a:gd name="T94" fmla="*/ 8 w 9"/>
                <a:gd name="T95" fmla="*/ 95 h 110"/>
                <a:gd name="T96" fmla="*/ 8 w 9"/>
                <a:gd name="T97" fmla="*/ 98 h 110"/>
                <a:gd name="T98" fmla="*/ 9 w 9"/>
                <a:gd name="T99" fmla="*/ 105 h 110"/>
                <a:gd name="T100" fmla="*/ 9 w 9"/>
                <a:gd name="T101" fmla="*/ 110 h 110"/>
                <a:gd name="T102" fmla="*/ 9 w 9"/>
                <a:gd name="T103" fmla="*/ 10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10">
                  <a:moveTo>
                    <a:pt x="0" y="0"/>
                  </a:moveTo>
                  <a:lnTo>
                    <a:pt x="1" y="5"/>
                  </a:lnTo>
                  <a:lnTo>
                    <a:pt x="1" y="9"/>
                  </a:lnTo>
                  <a:lnTo>
                    <a:pt x="1" y="12"/>
                  </a:lnTo>
                  <a:lnTo>
                    <a:pt x="1" y="16"/>
                  </a:lnTo>
                  <a:lnTo>
                    <a:pt x="2" y="20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3" y="24"/>
                  </a:lnTo>
                  <a:lnTo>
                    <a:pt x="3" y="25"/>
                  </a:lnTo>
                  <a:lnTo>
                    <a:pt x="3" y="28"/>
                  </a:lnTo>
                  <a:lnTo>
                    <a:pt x="3" y="30"/>
                  </a:lnTo>
                  <a:lnTo>
                    <a:pt x="3" y="31"/>
                  </a:lnTo>
                  <a:lnTo>
                    <a:pt x="4" y="34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39"/>
                  </a:lnTo>
                  <a:lnTo>
                    <a:pt x="4" y="40"/>
                  </a:lnTo>
                  <a:lnTo>
                    <a:pt x="5" y="40"/>
                  </a:lnTo>
                  <a:lnTo>
                    <a:pt x="5" y="37"/>
                  </a:lnTo>
                  <a:lnTo>
                    <a:pt x="5" y="34"/>
                  </a:lnTo>
                  <a:lnTo>
                    <a:pt x="5" y="35"/>
                  </a:lnTo>
                  <a:lnTo>
                    <a:pt x="5" y="35"/>
                  </a:lnTo>
                  <a:lnTo>
                    <a:pt x="5" y="32"/>
                  </a:lnTo>
                  <a:lnTo>
                    <a:pt x="5" y="32"/>
                  </a:lnTo>
                  <a:lnTo>
                    <a:pt x="6" y="36"/>
                  </a:lnTo>
                  <a:lnTo>
                    <a:pt x="6" y="40"/>
                  </a:lnTo>
                  <a:lnTo>
                    <a:pt x="6" y="43"/>
                  </a:lnTo>
                  <a:lnTo>
                    <a:pt x="6" y="49"/>
                  </a:lnTo>
                  <a:lnTo>
                    <a:pt x="7" y="57"/>
                  </a:lnTo>
                  <a:lnTo>
                    <a:pt x="7" y="63"/>
                  </a:lnTo>
                  <a:lnTo>
                    <a:pt x="7" y="68"/>
                  </a:lnTo>
                  <a:lnTo>
                    <a:pt x="7" y="73"/>
                  </a:lnTo>
                  <a:lnTo>
                    <a:pt x="7" y="78"/>
                  </a:lnTo>
                  <a:lnTo>
                    <a:pt x="7" y="80"/>
                  </a:lnTo>
                  <a:lnTo>
                    <a:pt x="7" y="83"/>
                  </a:lnTo>
                  <a:lnTo>
                    <a:pt x="8" y="86"/>
                  </a:lnTo>
                  <a:lnTo>
                    <a:pt x="8" y="89"/>
                  </a:lnTo>
                  <a:lnTo>
                    <a:pt x="8" y="90"/>
                  </a:lnTo>
                  <a:lnTo>
                    <a:pt x="8" y="92"/>
                  </a:lnTo>
                  <a:lnTo>
                    <a:pt x="8" y="94"/>
                  </a:lnTo>
                  <a:lnTo>
                    <a:pt x="8" y="95"/>
                  </a:lnTo>
                  <a:lnTo>
                    <a:pt x="8" y="98"/>
                  </a:lnTo>
                  <a:lnTo>
                    <a:pt x="9" y="105"/>
                  </a:lnTo>
                  <a:lnTo>
                    <a:pt x="9" y="110"/>
                  </a:lnTo>
                  <a:lnTo>
                    <a:pt x="9" y="10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5" name="Freeform 598"/>
            <p:cNvSpPr/>
            <p:nvPr/>
          </p:nvSpPr>
          <p:spPr bwMode="auto">
            <a:xfrm>
              <a:off x="1654175" y="1939926"/>
              <a:ext cx="12700" cy="236538"/>
            </a:xfrm>
            <a:custGeom>
              <a:avLst/>
              <a:gdLst>
                <a:gd name="T0" fmla="*/ 0 w 8"/>
                <a:gd name="T1" fmla="*/ 135 h 149"/>
                <a:gd name="T2" fmla="*/ 0 w 8"/>
                <a:gd name="T3" fmla="*/ 134 h 149"/>
                <a:gd name="T4" fmla="*/ 0 w 8"/>
                <a:gd name="T5" fmla="*/ 132 h 149"/>
                <a:gd name="T6" fmla="*/ 0 w 8"/>
                <a:gd name="T7" fmla="*/ 132 h 149"/>
                <a:gd name="T8" fmla="*/ 1 w 8"/>
                <a:gd name="T9" fmla="*/ 132 h 149"/>
                <a:gd name="T10" fmla="*/ 1 w 8"/>
                <a:gd name="T11" fmla="*/ 132 h 149"/>
                <a:gd name="T12" fmla="*/ 1 w 8"/>
                <a:gd name="T13" fmla="*/ 134 h 149"/>
                <a:gd name="T14" fmla="*/ 1 w 8"/>
                <a:gd name="T15" fmla="*/ 136 h 149"/>
                <a:gd name="T16" fmla="*/ 1 w 8"/>
                <a:gd name="T17" fmla="*/ 134 h 149"/>
                <a:gd name="T18" fmla="*/ 1 w 8"/>
                <a:gd name="T19" fmla="*/ 133 h 149"/>
                <a:gd name="T20" fmla="*/ 2 w 8"/>
                <a:gd name="T21" fmla="*/ 139 h 149"/>
                <a:gd name="T22" fmla="*/ 2 w 8"/>
                <a:gd name="T23" fmla="*/ 146 h 149"/>
                <a:gd name="T24" fmla="*/ 2 w 8"/>
                <a:gd name="T25" fmla="*/ 149 h 149"/>
                <a:gd name="T26" fmla="*/ 2 w 8"/>
                <a:gd name="T27" fmla="*/ 148 h 149"/>
                <a:gd name="T28" fmla="*/ 2 w 8"/>
                <a:gd name="T29" fmla="*/ 148 h 149"/>
                <a:gd name="T30" fmla="*/ 3 w 8"/>
                <a:gd name="T31" fmla="*/ 148 h 149"/>
                <a:gd name="T32" fmla="*/ 3 w 8"/>
                <a:gd name="T33" fmla="*/ 146 h 149"/>
                <a:gd name="T34" fmla="*/ 3 w 8"/>
                <a:gd name="T35" fmla="*/ 144 h 149"/>
                <a:gd name="T36" fmla="*/ 3 w 8"/>
                <a:gd name="T37" fmla="*/ 145 h 149"/>
                <a:gd name="T38" fmla="*/ 3 w 8"/>
                <a:gd name="T39" fmla="*/ 142 h 149"/>
                <a:gd name="T40" fmla="*/ 3 w 8"/>
                <a:gd name="T41" fmla="*/ 133 h 149"/>
                <a:gd name="T42" fmla="*/ 3 w 8"/>
                <a:gd name="T43" fmla="*/ 125 h 149"/>
                <a:gd name="T44" fmla="*/ 4 w 8"/>
                <a:gd name="T45" fmla="*/ 123 h 149"/>
                <a:gd name="T46" fmla="*/ 4 w 8"/>
                <a:gd name="T47" fmla="*/ 119 h 149"/>
                <a:gd name="T48" fmla="*/ 4 w 8"/>
                <a:gd name="T49" fmla="*/ 112 h 149"/>
                <a:gd name="T50" fmla="*/ 4 w 8"/>
                <a:gd name="T51" fmla="*/ 110 h 149"/>
                <a:gd name="T52" fmla="*/ 4 w 8"/>
                <a:gd name="T53" fmla="*/ 108 h 149"/>
                <a:gd name="T54" fmla="*/ 4 w 8"/>
                <a:gd name="T55" fmla="*/ 100 h 149"/>
                <a:gd name="T56" fmla="*/ 4 w 8"/>
                <a:gd name="T57" fmla="*/ 92 h 149"/>
                <a:gd name="T58" fmla="*/ 5 w 8"/>
                <a:gd name="T59" fmla="*/ 91 h 149"/>
                <a:gd name="T60" fmla="*/ 5 w 8"/>
                <a:gd name="T61" fmla="*/ 92 h 149"/>
                <a:gd name="T62" fmla="*/ 5 w 8"/>
                <a:gd name="T63" fmla="*/ 91 h 149"/>
                <a:gd name="T64" fmla="*/ 5 w 8"/>
                <a:gd name="T65" fmla="*/ 87 h 149"/>
                <a:gd name="T66" fmla="*/ 6 w 8"/>
                <a:gd name="T67" fmla="*/ 83 h 149"/>
                <a:gd name="T68" fmla="*/ 6 w 8"/>
                <a:gd name="T69" fmla="*/ 79 h 149"/>
                <a:gd name="T70" fmla="*/ 6 w 8"/>
                <a:gd name="T71" fmla="*/ 75 h 149"/>
                <a:gd name="T72" fmla="*/ 6 w 8"/>
                <a:gd name="T73" fmla="*/ 70 h 149"/>
                <a:gd name="T74" fmla="*/ 6 w 8"/>
                <a:gd name="T75" fmla="*/ 66 h 149"/>
                <a:gd name="T76" fmla="*/ 6 w 8"/>
                <a:gd name="T77" fmla="*/ 62 h 149"/>
                <a:gd name="T78" fmla="*/ 6 w 8"/>
                <a:gd name="T79" fmla="*/ 55 h 149"/>
                <a:gd name="T80" fmla="*/ 7 w 8"/>
                <a:gd name="T81" fmla="*/ 46 h 149"/>
                <a:gd name="T82" fmla="*/ 7 w 8"/>
                <a:gd name="T83" fmla="*/ 41 h 149"/>
                <a:gd name="T84" fmla="*/ 7 w 8"/>
                <a:gd name="T85" fmla="*/ 38 h 149"/>
                <a:gd name="T86" fmla="*/ 7 w 8"/>
                <a:gd name="T87" fmla="*/ 33 h 149"/>
                <a:gd name="T88" fmla="*/ 7 w 8"/>
                <a:gd name="T89" fmla="*/ 28 h 149"/>
                <a:gd name="T90" fmla="*/ 8 w 8"/>
                <a:gd name="T91" fmla="*/ 24 h 149"/>
                <a:gd name="T92" fmla="*/ 8 w 8"/>
                <a:gd name="T93" fmla="*/ 17 h 149"/>
                <a:gd name="T94" fmla="*/ 8 w 8"/>
                <a:gd name="T95" fmla="*/ 10 h 149"/>
                <a:gd name="T96" fmla="*/ 8 w 8"/>
                <a:gd name="T97" fmla="*/ 7 h 149"/>
                <a:gd name="T98" fmla="*/ 8 w 8"/>
                <a:gd name="T99" fmla="*/ 5 h 149"/>
                <a:gd name="T100" fmla="*/ 8 w 8"/>
                <a:gd name="T101" fmla="*/ 3 h 149"/>
                <a:gd name="T102" fmla="*/ 8 w 8"/>
                <a:gd name="T103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49">
                  <a:moveTo>
                    <a:pt x="0" y="135"/>
                  </a:moveTo>
                  <a:lnTo>
                    <a:pt x="0" y="134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1" y="134"/>
                  </a:lnTo>
                  <a:lnTo>
                    <a:pt x="1" y="136"/>
                  </a:lnTo>
                  <a:lnTo>
                    <a:pt x="1" y="134"/>
                  </a:lnTo>
                  <a:lnTo>
                    <a:pt x="1" y="133"/>
                  </a:lnTo>
                  <a:lnTo>
                    <a:pt x="2" y="139"/>
                  </a:lnTo>
                  <a:lnTo>
                    <a:pt x="2" y="146"/>
                  </a:lnTo>
                  <a:lnTo>
                    <a:pt x="2" y="149"/>
                  </a:lnTo>
                  <a:lnTo>
                    <a:pt x="2" y="148"/>
                  </a:lnTo>
                  <a:lnTo>
                    <a:pt x="2" y="148"/>
                  </a:lnTo>
                  <a:lnTo>
                    <a:pt x="3" y="148"/>
                  </a:lnTo>
                  <a:lnTo>
                    <a:pt x="3" y="146"/>
                  </a:lnTo>
                  <a:lnTo>
                    <a:pt x="3" y="144"/>
                  </a:lnTo>
                  <a:lnTo>
                    <a:pt x="3" y="145"/>
                  </a:lnTo>
                  <a:lnTo>
                    <a:pt x="3" y="142"/>
                  </a:lnTo>
                  <a:lnTo>
                    <a:pt x="3" y="133"/>
                  </a:lnTo>
                  <a:lnTo>
                    <a:pt x="3" y="125"/>
                  </a:lnTo>
                  <a:lnTo>
                    <a:pt x="4" y="123"/>
                  </a:lnTo>
                  <a:lnTo>
                    <a:pt x="4" y="119"/>
                  </a:lnTo>
                  <a:lnTo>
                    <a:pt x="4" y="112"/>
                  </a:lnTo>
                  <a:lnTo>
                    <a:pt x="4" y="110"/>
                  </a:lnTo>
                  <a:lnTo>
                    <a:pt x="4" y="108"/>
                  </a:lnTo>
                  <a:lnTo>
                    <a:pt x="4" y="100"/>
                  </a:lnTo>
                  <a:lnTo>
                    <a:pt x="4" y="92"/>
                  </a:lnTo>
                  <a:lnTo>
                    <a:pt x="5" y="91"/>
                  </a:lnTo>
                  <a:lnTo>
                    <a:pt x="5" y="92"/>
                  </a:lnTo>
                  <a:lnTo>
                    <a:pt x="5" y="91"/>
                  </a:lnTo>
                  <a:lnTo>
                    <a:pt x="5" y="87"/>
                  </a:lnTo>
                  <a:lnTo>
                    <a:pt x="6" y="83"/>
                  </a:lnTo>
                  <a:lnTo>
                    <a:pt x="6" y="79"/>
                  </a:lnTo>
                  <a:lnTo>
                    <a:pt x="6" y="75"/>
                  </a:lnTo>
                  <a:lnTo>
                    <a:pt x="6" y="70"/>
                  </a:lnTo>
                  <a:lnTo>
                    <a:pt x="6" y="66"/>
                  </a:lnTo>
                  <a:lnTo>
                    <a:pt x="6" y="62"/>
                  </a:lnTo>
                  <a:lnTo>
                    <a:pt x="6" y="55"/>
                  </a:lnTo>
                  <a:lnTo>
                    <a:pt x="7" y="46"/>
                  </a:lnTo>
                  <a:lnTo>
                    <a:pt x="7" y="41"/>
                  </a:lnTo>
                  <a:lnTo>
                    <a:pt x="7" y="38"/>
                  </a:lnTo>
                  <a:lnTo>
                    <a:pt x="7" y="33"/>
                  </a:lnTo>
                  <a:lnTo>
                    <a:pt x="7" y="28"/>
                  </a:lnTo>
                  <a:lnTo>
                    <a:pt x="8" y="24"/>
                  </a:lnTo>
                  <a:lnTo>
                    <a:pt x="8" y="17"/>
                  </a:lnTo>
                  <a:lnTo>
                    <a:pt x="8" y="10"/>
                  </a:lnTo>
                  <a:lnTo>
                    <a:pt x="8" y="7"/>
                  </a:lnTo>
                  <a:lnTo>
                    <a:pt x="8" y="5"/>
                  </a:lnTo>
                  <a:lnTo>
                    <a:pt x="8" y="3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6" name="Freeform 599"/>
            <p:cNvSpPr/>
            <p:nvPr/>
          </p:nvSpPr>
          <p:spPr bwMode="auto">
            <a:xfrm>
              <a:off x="1666875" y="1855789"/>
              <a:ext cx="14288" cy="104775"/>
            </a:xfrm>
            <a:custGeom>
              <a:avLst/>
              <a:gdLst>
                <a:gd name="T0" fmla="*/ 0 w 9"/>
                <a:gd name="T1" fmla="*/ 56 h 66"/>
                <a:gd name="T2" fmla="*/ 0 w 9"/>
                <a:gd name="T3" fmla="*/ 53 h 66"/>
                <a:gd name="T4" fmla="*/ 1 w 9"/>
                <a:gd name="T5" fmla="*/ 50 h 66"/>
                <a:gd name="T6" fmla="*/ 1 w 9"/>
                <a:gd name="T7" fmla="*/ 49 h 66"/>
                <a:gd name="T8" fmla="*/ 1 w 9"/>
                <a:gd name="T9" fmla="*/ 49 h 66"/>
                <a:gd name="T10" fmla="*/ 1 w 9"/>
                <a:gd name="T11" fmla="*/ 52 h 66"/>
                <a:gd name="T12" fmla="*/ 1 w 9"/>
                <a:gd name="T13" fmla="*/ 55 h 66"/>
                <a:gd name="T14" fmla="*/ 1 w 9"/>
                <a:gd name="T15" fmla="*/ 59 h 66"/>
                <a:gd name="T16" fmla="*/ 1 w 9"/>
                <a:gd name="T17" fmla="*/ 62 h 66"/>
                <a:gd name="T18" fmla="*/ 2 w 9"/>
                <a:gd name="T19" fmla="*/ 63 h 66"/>
                <a:gd name="T20" fmla="*/ 2 w 9"/>
                <a:gd name="T21" fmla="*/ 64 h 66"/>
                <a:gd name="T22" fmla="*/ 2 w 9"/>
                <a:gd name="T23" fmla="*/ 66 h 66"/>
                <a:gd name="T24" fmla="*/ 2 w 9"/>
                <a:gd name="T25" fmla="*/ 66 h 66"/>
                <a:gd name="T26" fmla="*/ 3 w 9"/>
                <a:gd name="T27" fmla="*/ 63 h 66"/>
                <a:gd name="T28" fmla="*/ 3 w 9"/>
                <a:gd name="T29" fmla="*/ 60 h 66"/>
                <a:gd name="T30" fmla="*/ 3 w 9"/>
                <a:gd name="T31" fmla="*/ 55 h 66"/>
                <a:gd name="T32" fmla="*/ 3 w 9"/>
                <a:gd name="T33" fmla="*/ 50 h 66"/>
                <a:gd name="T34" fmla="*/ 3 w 9"/>
                <a:gd name="T35" fmla="*/ 44 h 66"/>
                <a:gd name="T36" fmla="*/ 3 w 9"/>
                <a:gd name="T37" fmla="*/ 37 h 66"/>
                <a:gd name="T38" fmla="*/ 3 w 9"/>
                <a:gd name="T39" fmla="*/ 31 h 66"/>
                <a:gd name="T40" fmla="*/ 4 w 9"/>
                <a:gd name="T41" fmla="*/ 27 h 66"/>
                <a:gd name="T42" fmla="*/ 4 w 9"/>
                <a:gd name="T43" fmla="*/ 26 h 66"/>
                <a:gd name="T44" fmla="*/ 4 w 9"/>
                <a:gd name="T45" fmla="*/ 25 h 66"/>
                <a:gd name="T46" fmla="*/ 4 w 9"/>
                <a:gd name="T47" fmla="*/ 24 h 66"/>
                <a:gd name="T48" fmla="*/ 4 w 9"/>
                <a:gd name="T49" fmla="*/ 22 h 66"/>
                <a:gd name="T50" fmla="*/ 5 w 9"/>
                <a:gd name="T51" fmla="*/ 19 h 66"/>
                <a:gd name="T52" fmla="*/ 5 w 9"/>
                <a:gd name="T53" fmla="*/ 17 h 66"/>
                <a:gd name="T54" fmla="*/ 5 w 9"/>
                <a:gd name="T55" fmla="*/ 15 h 66"/>
                <a:gd name="T56" fmla="*/ 5 w 9"/>
                <a:gd name="T57" fmla="*/ 14 h 66"/>
                <a:gd name="T58" fmla="*/ 5 w 9"/>
                <a:gd name="T59" fmla="*/ 10 h 66"/>
                <a:gd name="T60" fmla="*/ 5 w 9"/>
                <a:gd name="T61" fmla="*/ 6 h 66"/>
                <a:gd name="T62" fmla="*/ 5 w 9"/>
                <a:gd name="T63" fmla="*/ 3 h 66"/>
                <a:gd name="T64" fmla="*/ 6 w 9"/>
                <a:gd name="T65" fmla="*/ 1 h 66"/>
                <a:gd name="T66" fmla="*/ 6 w 9"/>
                <a:gd name="T67" fmla="*/ 0 h 66"/>
                <a:gd name="T68" fmla="*/ 6 w 9"/>
                <a:gd name="T69" fmla="*/ 0 h 66"/>
                <a:gd name="T70" fmla="*/ 6 w 9"/>
                <a:gd name="T71" fmla="*/ 3 h 66"/>
                <a:gd name="T72" fmla="*/ 6 w 9"/>
                <a:gd name="T73" fmla="*/ 6 h 66"/>
                <a:gd name="T74" fmla="*/ 6 w 9"/>
                <a:gd name="T75" fmla="*/ 8 h 66"/>
                <a:gd name="T76" fmla="*/ 7 w 9"/>
                <a:gd name="T77" fmla="*/ 11 h 66"/>
                <a:gd name="T78" fmla="*/ 7 w 9"/>
                <a:gd name="T79" fmla="*/ 17 h 66"/>
                <a:gd name="T80" fmla="*/ 7 w 9"/>
                <a:gd name="T81" fmla="*/ 25 h 66"/>
                <a:gd name="T82" fmla="*/ 7 w 9"/>
                <a:gd name="T83" fmla="*/ 32 h 66"/>
                <a:gd name="T84" fmla="*/ 7 w 9"/>
                <a:gd name="T85" fmla="*/ 35 h 66"/>
                <a:gd name="T86" fmla="*/ 8 w 9"/>
                <a:gd name="T87" fmla="*/ 39 h 66"/>
                <a:gd name="T88" fmla="*/ 8 w 9"/>
                <a:gd name="T89" fmla="*/ 41 h 66"/>
                <a:gd name="T90" fmla="*/ 8 w 9"/>
                <a:gd name="T91" fmla="*/ 42 h 66"/>
                <a:gd name="T92" fmla="*/ 8 w 9"/>
                <a:gd name="T93" fmla="*/ 43 h 66"/>
                <a:gd name="T94" fmla="*/ 8 w 9"/>
                <a:gd name="T95" fmla="*/ 47 h 66"/>
                <a:gd name="T96" fmla="*/ 8 w 9"/>
                <a:gd name="T97" fmla="*/ 50 h 66"/>
                <a:gd name="T98" fmla="*/ 8 w 9"/>
                <a:gd name="T99" fmla="*/ 49 h 66"/>
                <a:gd name="T100" fmla="*/ 9 w 9"/>
                <a:gd name="T101" fmla="*/ 49 h 66"/>
                <a:gd name="T102" fmla="*/ 9 w 9"/>
                <a:gd name="T103" fmla="*/ 5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6">
                  <a:moveTo>
                    <a:pt x="0" y="56"/>
                  </a:moveTo>
                  <a:lnTo>
                    <a:pt x="0" y="53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9"/>
                  </a:lnTo>
                  <a:lnTo>
                    <a:pt x="1" y="52"/>
                  </a:lnTo>
                  <a:lnTo>
                    <a:pt x="1" y="55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2" y="63"/>
                  </a:lnTo>
                  <a:lnTo>
                    <a:pt x="2" y="64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3" y="63"/>
                  </a:lnTo>
                  <a:lnTo>
                    <a:pt x="3" y="60"/>
                  </a:lnTo>
                  <a:lnTo>
                    <a:pt x="3" y="55"/>
                  </a:lnTo>
                  <a:lnTo>
                    <a:pt x="3" y="50"/>
                  </a:lnTo>
                  <a:lnTo>
                    <a:pt x="3" y="44"/>
                  </a:lnTo>
                  <a:lnTo>
                    <a:pt x="3" y="37"/>
                  </a:lnTo>
                  <a:lnTo>
                    <a:pt x="3" y="31"/>
                  </a:lnTo>
                  <a:lnTo>
                    <a:pt x="4" y="27"/>
                  </a:lnTo>
                  <a:lnTo>
                    <a:pt x="4" y="26"/>
                  </a:lnTo>
                  <a:lnTo>
                    <a:pt x="4" y="25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5" y="19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5" y="10"/>
                  </a:lnTo>
                  <a:lnTo>
                    <a:pt x="5" y="6"/>
                  </a:lnTo>
                  <a:lnTo>
                    <a:pt x="5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6" y="6"/>
                  </a:lnTo>
                  <a:lnTo>
                    <a:pt x="6" y="8"/>
                  </a:lnTo>
                  <a:lnTo>
                    <a:pt x="7" y="11"/>
                  </a:lnTo>
                  <a:lnTo>
                    <a:pt x="7" y="17"/>
                  </a:lnTo>
                  <a:lnTo>
                    <a:pt x="7" y="25"/>
                  </a:lnTo>
                  <a:lnTo>
                    <a:pt x="7" y="32"/>
                  </a:lnTo>
                  <a:lnTo>
                    <a:pt x="7" y="35"/>
                  </a:lnTo>
                  <a:lnTo>
                    <a:pt x="8" y="39"/>
                  </a:lnTo>
                  <a:lnTo>
                    <a:pt x="8" y="41"/>
                  </a:lnTo>
                  <a:lnTo>
                    <a:pt x="8" y="42"/>
                  </a:lnTo>
                  <a:lnTo>
                    <a:pt x="8" y="43"/>
                  </a:lnTo>
                  <a:lnTo>
                    <a:pt x="8" y="47"/>
                  </a:lnTo>
                  <a:lnTo>
                    <a:pt x="8" y="50"/>
                  </a:lnTo>
                  <a:lnTo>
                    <a:pt x="8" y="49"/>
                  </a:lnTo>
                  <a:lnTo>
                    <a:pt x="9" y="49"/>
                  </a:lnTo>
                  <a:lnTo>
                    <a:pt x="9" y="5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7" name="Freeform 600"/>
            <p:cNvSpPr/>
            <p:nvPr/>
          </p:nvSpPr>
          <p:spPr bwMode="auto">
            <a:xfrm>
              <a:off x="1681163" y="1933576"/>
              <a:ext cx="12700" cy="74613"/>
            </a:xfrm>
            <a:custGeom>
              <a:avLst/>
              <a:gdLst>
                <a:gd name="T0" fmla="*/ 0 w 8"/>
                <a:gd name="T1" fmla="*/ 0 h 47"/>
                <a:gd name="T2" fmla="*/ 0 w 8"/>
                <a:gd name="T3" fmla="*/ 4 h 47"/>
                <a:gd name="T4" fmla="*/ 0 w 8"/>
                <a:gd name="T5" fmla="*/ 9 h 47"/>
                <a:gd name="T6" fmla="*/ 0 w 8"/>
                <a:gd name="T7" fmla="*/ 13 h 47"/>
                <a:gd name="T8" fmla="*/ 0 w 8"/>
                <a:gd name="T9" fmla="*/ 15 h 47"/>
                <a:gd name="T10" fmla="*/ 1 w 8"/>
                <a:gd name="T11" fmla="*/ 18 h 47"/>
                <a:gd name="T12" fmla="*/ 1 w 8"/>
                <a:gd name="T13" fmla="*/ 19 h 47"/>
                <a:gd name="T14" fmla="*/ 1 w 8"/>
                <a:gd name="T15" fmla="*/ 18 h 47"/>
                <a:gd name="T16" fmla="*/ 1 w 8"/>
                <a:gd name="T17" fmla="*/ 18 h 47"/>
                <a:gd name="T18" fmla="*/ 1 w 8"/>
                <a:gd name="T19" fmla="*/ 20 h 47"/>
                <a:gd name="T20" fmla="*/ 1 w 8"/>
                <a:gd name="T21" fmla="*/ 21 h 47"/>
                <a:gd name="T22" fmla="*/ 2 w 8"/>
                <a:gd name="T23" fmla="*/ 21 h 47"/>
                <a:gd name="T24" fmla="*/ 2 w 8"/>
                <a:gd name="T25" fmla="*/ 22 h 47"/>
                <a:gd name="T26" fmla="*/ 2 w 8"/>
                <a:gd name="T27" fmla="*/ 23 h 47"/>
                <a:gd name="T28" fmla="*/ 2 w 8"/>
                <a:gd name="T29" fmla="*/ 23 h 47"/>
                <a:gd name="T30" fmla="*/ 2 w 8"/>
                <a:gd name="T31" fmla="*/ 22 h 47"/>
                <a:gd name="T32" fmla="*/ 2 w 8"/>
                <a:gd name="T33" fmla="*/ 23 h 47"/>
                <a:gd name="T34" fmla="*/ 2 w 8"/>
                <a:gd name="T35" fmla="*/ 25 h 47"/>
                <a:gd name="T36" fmla="*/ 3 w 8"/>
                <a:gd name="T37" fmla="*/ 25 h 47"/>
                <a:gd name="T38" fmla="*/ 3 w 8"/>
                <a:gd name="T39" fmla="*/ 24 h 47"/>
                <a:gd name="T40" fmla="*/ 3 w 8"/>
                <a:gd name="T41" fmla="*/ 23 h 47"/>
                <a:gd name="T42" fmla="*/ 3 w 8"/>
                <a:gd name="T43" fmla="*/ 23 h 47"/>
                <a:gd name="T44" fmla="*/ 3 w 8"/>
                <a:gd name="T45" fmla="*/ 23 h 47"/>
                <a:gd name="T46" fmla="*/ 4 w 8"/>
                <a:gd name="T47" fmla="*/ 23 h 47"/>
                <a:gd name="T48" fmla="*/ 4 w 8"/>
                <a:gd name="T49" fmla="*/ 22 h 47"/>
                <a:gd name="T50" fmla="*/ 4 w 8"/>
                <a:gd name="T51" fmla="*/ 22 h 47"/>
                <a:gd name="T52" fmla="*/ 4 w 8"/>
                <a:gd name="T53" fmla="*/ 23 h 47"/>
                <a:gd name="T54" fmla="*/ 4 w 8"/>
                <a:gd name="T55" fmla="*/ 22 h 47"/>
                <a:gd name="T56" fmla="*/ 4 w 8"/>
                <a:gd name="T57" fmla="*/ 22 h 47"/>
                <a:gd name="T58" fmla="*/ 4 w 8"/>
                <a:gd name="T59" fmla="*/ 22 h 47"/>
                <a:gd name="T60" fmla="*/ 5 w 8"/>
                <a:gd name="T61" fmla="*/ 23 h 47"/>
                <a:gd name="T62" fmla="*/ 5 w 8"/>
                <a:gd name="T63" fmla="*/ 25 h 47"/>
                <a:gd name="T64" fmla="*/ 5 w 8"/>
                <a:gd name="T65" fmla="*/ 28 h 47"/>
                <a:gd name="T66" fmla="*/ 5 w 8"/>
                <a:gd name="T67" fmla="*/ 30 h 47"/>
                <a:gd name="T68" fmla="*/ 6 w 8"/>
                <a:gd name="T69" fmla="*/ 32 h 47"/>
                <a:gd name="T70" fmla="*/ 6 w 8"/>
                <a:gd name="T71" fmla="*/ 37 h 47"/>
                <a:gd name="T72" fmla="*/ 6 w 8"/>
                <a:gd name="T73" fmla="*/ 40 h 47"/>
                <a:gd name="T74" fmla="*/ 6 w 8"/>
                <a:gd name="T75" fmla="*/ 41 h 47"/>
                <a:gd name="T76" fmla="*/ 6 w 8"/>
                <a:gd name="T77" fmla="*/ 44 h 47"/>
                <a:gd name="T78" fmla="*/ 6 w 8"/>
                <a:gd name="T79" fmla="*/ 46 h 47"/>
                <a:gd name="T80" fmla="*/ 6 w 8"/>
                <a:gd name="T81" fmla="*/ 46 h 47"/>
                <a:gd name="T82" fmla="*/ 7 w 8"/>
                <a:gd name="T83" fmla="*/ 46 h 47"/>
                <a:gd name="T84" fmla="*/ 7 w 8"/>
                <a:gd name="T85" fmla="*/ 47 h 47"/>
                <a:gd name="T86" fmla="*/ 7 w 8"/>
                <a:gd name="T87" fmla="*/ 45 h 47"/>
                <a:gd name="T88" fmla="*/ 7 w 8"/>
                <a:gd name="T89" fmla="*/ 43 h 47"/>
                <a:gd name="T90" fmla="*/ 7 w 8"/>
                <a:gd name="T91" fmla="*/ 42 h 47"/>
                <a:gd name="T92" fmla="*/ 7 w 8"/>
                <a:gd name="T93" fmla="*/ 41 h 47"/>
                <a:gd name="T94" fmla="*/ 7 w 8"/>
                <a:gd name="T95" fmla="*/ 39 h 47"/>
                <a:gd name="T96" fmla="*/ 8 w 8"/>
                <a:gd name="T97" fmla="*/ 37 h 47"/>
                <a:gd name="T98" fmla="*/ 8 w 8"/>
                <a:gd name="T99" fmla="*/ 34 h 47"/>
                <a:gd name="T100" fmla="*/ 8 w 8"/>
                <a:gd name="T101" fmla="*/ 31 h 47"/>
                <a:gd name="T102" fmla="*/ 8 w 8"/>
                <a:gd name="T103" fmla="*/ 2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7">
                  <a:moveTo>
                    <a:pt x="0" y="0"/>
                  </a:moveTo>
                  <a:lnTo>
                    <a:pt x="0" y="4"/>
                  </a:lnTo>
                  <a:lnTo>
                    <a:pt x="0" y="9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3"/>
                  </a:lnTo>
                  <a:lnTo>
                    <a:pt x="3" y="23"/>
                  </a:lnTo>
                  <a:lnTo>
                    <a:pt x="3" y="23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5" y="23"/>
                  </a:lnTo>
                  <a:lnTo>
                    <a:pt x="5" y="25"/>
                  </a:lnTo>
                  <a:lnTo>
                    <a:pt x="5" y="28"/>
                  </a:lnTo>
                  <a:lnTo>
                    <a:pt x="5" y="30"/>
                  </a:lnTo>
                  <a:lnTo>
                    <a:pt x="6" y="32"/>
                  </a:lnTo>
                  <a:lnTo>
                    <a:pt x="6" y="37"/>
                  </a:lnTo>
                  <a:lnTo>
                    <a:pt x="6" y="40"/>
                  </a:lnTo>
                  <a:lnTo>
                    <a:pt x="6" y="41"/>
                  </a:lnTo>
                  <a:lnTo>
                    <a:pt x="6" y="44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7" y="46"/>
                  </a:lnTo>
                  <a:lnTo>
                    <a:pt x="7" y="47"/>
                  </a:lnTo>
                  <a:lnTo>
                    <a:pt x="7" y="45"/>
                  </a:lnTo>
                  <a:lnTo>
                    <a:pt x="7" y="43"/>
                  </a:lnTo>
                  <a:lnTo>
                    <a:pt x="7" y="42"/>
                  </a:lnTo>
                  <a:lnTo>
                    <a:pt x="7" y="41"/>
                  </a:lnTo>
                  <a:lnTo>
                    <a:pt x="7" y="39"/>
                  </a:lnTo>
                  <a:lnTo>
                    <a:pt x="8" y="37"/>
                  </a:lnTo>
                  <a:lnTo>
                    <a:pt x="8" y="34"/>
                  </a:lnTo>
                  <a:lnTo>
                    <a:pt x="8" y="31"/>
                  </a:lnTo>
                  <a:lnTo>
                    <a:pt x="8" y="2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8" name="Freeform 601"/>
            <p:cNvSpPr/>
            <p:nvPr/>
          </p:nvSpPr>
          <p:spPr bwMode="auto">
            <a:xfrm>
              <a:off x="1693863" y="1965326"/>
              <a:ext cx="14288" cy="104775"/>
            </a:xfrm>
            <a:custGeom>
              <a:avLst/>
              <a:gdLst>
                <a:gd name="T0" fmla="*/ 0 w 9"/>
                <a:gd name="T1" fmla="*/ 11 h 66"/>
                <a:gd name="T2" fmla="*/ 0 w 9"/>
                <a:gd name="T3" fmla="*/ 9 h 66"/>
                <a:gd name="T4" fmla="*/ 0 w 9"/>
                <a:gd name="T5" fmla="*/ 7 h 66"/>
                <a:gd name="T6" fmla="*/ 1 w 9"/>
                <a:gd name="T7" fmla="*/ 5 h 66"/>
                <a:gd name="T8" fmla="*/ 1 w 9"/>
                <a:gd name="T9" fmla="*/ 3 h 66"/>
                <a:gd name="T10" fmla="*/ 1 w 9"/>
                <a:gd name="T11" fmla="*/ 2 h 66"/>
                <a:gd name="T12" fmla="*/ 1 w 9"/>
                <a:gd name="T13" fmla="*/ 1 h 66"/>
                <a:gd name="T14" fmla="*/ 1 w 9"/>
                <a:gd name="T15" fmla="*/ 0 h 66"/>
                <a:gd name="T16" fmla="*/ 1 w 9"/>
                <a:gd name="T17" fmla="*/ 2 h 66"/>
                <a:gd name="T18" fmla="*/ 1 w 9"/>
                <a:gd name="T19" fmla="*/ 6 h 66"/>
                <a:gd name="T20" fmla="*/ 2 w 9"/>
                <a:gd name="T21" fmla="*/ 8 h 66"/>
                <a:gd name="T22" fmla="*/ 2 w 9"/>
                <a:gd name="T23" fmla="*/ 10 h 66"/>
                <a:gd name="T24" fmla="*/ 2 w 9"/>
                <a:gd name="T25" fmla="*/ 15 h 66"/>
                <a:gd name="T26" fmla="*/ 2 w 9"/>
                <a:gd name="T27" fmla="*/ 19 h 66"/>
                <a:gd name="T28" fmla="*/ 3 w 9"/>
                <a:gd name="T29" fmla="*/ 23 h 66"/>
                <a:gd name="T30" fmla="*/ 3 w 9"/>
                <a:gd name="T31" fmla="*/ 27 h 66"/>
                <a:gd name="T32" fmla="*/ 3 w 9"/>
                <a:gd name="T33" fmla="*/ 28 h 66"/>
                <a:gd name="T34" fmla="*/ 3 w 9"/>
                <a:gd name="T35" fmla="*/ 28 h 66"/>
                <a:gd name="T36" fmla="*/ 3 w 9"/>
                <a:gd name="T37" fmla="*/ 27 h 66"/>
                <a:gd name="T38" fmla="*/ 3 w 9"/>
                <a:gd name="T39" fmla="*/ 27 h 66"/>
                <a:gd name="T40" fmla="*/ 3 w 9"/>
                <a:gd name="T41" fmla="*/ 26 h 66"/>
                <a:gd name="T42" fmla="*/ 4 w 9"/>
                <a:gd name="T43" fmla="*/ 25 h 66"/>
                <a:gd name="T44" fmla="*/ 4 w 9"/>
                <a:gd name="T45" fmla="*/ 23 h 66"/>
                <a:gd name="T46" fmla="*/ 4 w 9"/>
                <a:gd name="T47" fmla="*/ 22 h 66"/>
                <a:gd name="T48" fmla="*/ 4 w 9"/>
                <a:gd name="T49" fmla="*/ 25 h 66"/>
                <a:gd name="T50" fmla="*/ 4 w 9"/>
                <a:gd name="T51" fmla="*/ 29 h 66"/>
                <a:gd name="T52" fmla="*/ 4 w 9"/>
                <a:gd name="T53" fmla="*/ 30 h 66"/>
                <a:gd name="T54" fmla="*/ 4 w 9"/>
                <a:gd name="T55" fmla="*/ 32 h 66"/>
                <a:gd name="T56" fmla="*/ 5 w 9"/>
                <a:gd name="T57" fmla="*/ 37 h 66"/>
                <a:gd name="T58" fmla="*/ 5 w 9"/>
                <a:gd name="T59" fmla="*/ 40 h 66"/>
                <a:gd name="T60" fmla="*/ 5 w 9"/>
                <a:gd name="T61" fmla="*/ 39 h 66"/>
                <a:gd name="T62" fmla="*/ 5 w 9"/>
                <a:gd name="T63" fmla="*/ 40 h 66"/>
                <a:gd name="T64" fmla="*/ 5 w 9"/>
                <a:gd name="T65" fmla="*/ 41 h 66"/>
                <a:gd name="T66" fmla="*/ 6 w 9"/>
                <a:gd name="T67" fmla="*/ 40 h 66"/>
                <a:gd name="T68" fmla="*/ 6 w 9"/>
                <a:gd name="T69" fmla="*/ 38 h 66"/>
                <a:gd name="T70" fmla="*/ 6 w 9"/>
                <a:gd name="T71" fmla="*/ 37 h 66"/>
                <a:gd name="T72" fmla="*/ 6 w 9"/>
                <a:gd name="T73" fmla="*/ 36 h 66"/>
                <a:gd name="T74" fmla="*/ 6 w 9"/>
                <a:gd name="T75" fmla="*/ 34 h 66"/>
                <a:gd name="T76" fmla="*/ 6 w 9"/>
                <a:gd name="T77" fmla="*/ 33 h 66"/>
                <a:gd name="T78" fmla="*/ 7 w 9"/>
                <a:gd name="T79" fmla="*/ 35 h 66"/>
                <a:gd name="T80" fmla="*/ 7 w 9"/>
                <a:gd name="T81" fmla="*/ 38 h 66"/>
                <a:gd name="T82" fmla="*/ 7 w 9"/>
                <a:gd name="T83" fmla="*/ 39 h 66"/>
                <a:gd name="T84" fmla="*/ 7 w 9"/>
                <a:gd name="T85" fmla="*/ 41 h 66"/>
                <a:gd name="T86" fmla="*/ 7 w 9"/>
                <a:gd name="T87" fmla="*/ 46 h 66"/>
                <a:gd name="T88" fmla="*/ 8 w 9"/>
                <a:gd name="T89" fmla="*/ 53 h 66"/>
                <a:gd name="T90" fmla="*/ 8 w 9"/>
                <a:gd name="T91" fmla="*/ 56 h 66"/>
                <a:gd name="T92" fmla="*/ 8 w 9"/>
                <a:gd name="T93" fmla="*/ 58 h 66"/>
                <a:gd name="T94" fmla="*/ 8 w 9"/>
                <a:gd name="T95" fmla="*/ 61 h 66"/>
                <a:gd name="T96" fmla="*/ 8 w 9"/>
                <a:gd name="T97" fmla="*/ 64 h 66"/>
                <a:gd name="T98" fmla="*/ 8 w 9"/>
                <a:gd name="T99" fmla="*/ 66 h 66"/>
                <a:gd name="T100" fmla="*/ 8 w 9"/>
                <a:gd name="T101" fmla="*/ 65 h 66"/>
                <a:gd name="T102" fmla="*/ 9 w 9"/>
                <a:gd name="T10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6">
                  <a:moveTo>
                    <a:pt x="0" y="11"/>
                  </a:moveTo>
                  <a:lnTo>
                    <a:pt x="0" y="9"/>
                  </a:lnTo>
                  <a:lnTo>
                    <a:pt x="0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2" y="15"/>
                  </a:lnTo>
                  <a:lnTo>
                    <a:pt x="2" y="19"/>
                  </a:lnTo>
                  <a:lnTo>
                    <a:pt x="3" y="23"/>
                  </a:lnTo>
                  <a:lnTo>
                    <a:pt x="3" y="27"/>
                  </a:lnTo>
                  <a:lnTo>
                    <a:pt x="3" y="28"/>
                  </a:lnTo>
                  <a:lnTo>
                    <a:pt x="3" y="28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4" y="25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4" y="25"/>
                  </a:lnTo>
                  <a:lnTo>
                    <a:pt x="4" y="29"/>
                  </a:lnTo>
                  <a:lnTo>
                    <a:pt x="4" y="30"/>
                  </a:lnTo>
                  <a:lnTo>
                    <a:pt x="4" y="32"/>
                  </a:lnTo>
                  <a:lnTo>
                    <a:pt x="5" y="37"/>
                  </a:lnTo>
                  <a:lnTo>
                    <a:pt x="5" y="40"/>
                  </a:lnTo>
                  <a:lnTo>
                    <a:pt x="5" y="39"/>
                  </a:lnTo>
                  <a:lnTo>
                    <a:pt x="5" y="40"/>
                  </a:lnTo>
                  <a:lnTo>
                    <a:pt x="5" y="41"/>
                  </a:lnTo>
                  <a:lnTo>
                    <a:pt x="6" y="40"/>
                  </a:lnTo>
                  <a:lnTo>
                    <a:pt x="6" y="38"/>
                  </a:lnTo>
                  <a:lnTo>
                    <a:pt x="6" y="37"/>
                  </a:lnTo>
                  <a:lnTo>
                    <a:pt x="6" y="36"/>
                  </a:lnTo>
                  <a:lnTo>
                    <a:pt x="6" y="34"/>
                  </a:lnTo>
                  <a:lnTo>
                    <a:pt x="6" y="33"/>
                  </a:lnTo>
                  <a:lnTo>
                    <a:pt x="7" y="35"/>
                  </a:lnTo>
                  <a:lnTo>
                    <a:pt x="7" y="38"/>
                  </a:lnTo>
                  <a:lnTo>
                    <a:pt x="7" y="39"/>
                  </a:lnTo>
                  <a:lnTo>
                    <a:pt x="7" y="41"/>
                  </a:lnTo>
                  <a:lnTo>
                    <a:pt x="7" y="46"/>
                  </a:lnTo>
                  <a:lnTo>
                    <a:pt x="8" y="53"/>
                  </a:lnTo>
                  <a:lnTo>
                    <a:pt x="8" y="56"/>
                  </a:lnTo>
                  <a:lnTo>
                    <a:pt x="8" y="58"/>
                  </a:lnTo>
                  <a:lnTo>
                    <a:pt x="8" y="61"/>
                  </a:lnTo>
                  <a:lnTo>
                    <a:pt x="8" y="64"/>
                  </a:lnTo>
                  <a:lnTo>
                    <a:pt x="8" y="66"/>
                  </a:lnTo>
                  <a:lnTo>
                    <a:pt x="8" y="65"/>
                  </a:lnTo>
                  <a:lnTo>
                    <a:pt x="9" y="6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9" name="Freeform 602"/>
            <p:cNvSpPr/>
            <p:nvPr/>
          </p:nvSpPr>
          <p:spPr bwMode="auto">
            <a:xfrm>
              <a:off x="1706563" y="2028826"/>
              <a:ext cx="14288" cy="117475"/>
            </a:xfrm>
            <a:custGeom>
              <a:avLst/>
              <a:gdLst>
                <a:gd name="T0" fmla="*/ 0 w 9"/>
                <a:gd name="T1" fmla="*/ 25 h 74"/>
                <a:gd name="T2" fmla="*/ 1 w 9"/>
                <a:gd name="T3" fmla="*/ 26 h 74"/>
                <a:gd name="T4" fmla="*/ 1 w 9"/>
                <a:gd name="T5" fmla="*/ 28 h 74"/>
                <a:gd name="T6" fmla="*/ 1 w 9"/>
                <a:gd name="T7" fmla="*/ 30 h 74"/>
                <a:gd name="T8" fmla="*/ 1 w 9"/>
                <a:gd name="T9" fmla="*/ 31 h 74"/>
                <a:gd name="T10" fmla="*/ 2 w 9"/>
                <a:gd name="T11" fmla="*/ 35 h 74"/>
                <a:gd name="T12" fmla="*/ 2 w 9"/>
                <a:gd name="T13" fmla="*/ 40 h 74"/>
                <a:gd name="T14" fmla="*/ 2 w 9"/>
                <a:gd name="T15" fmla="*/ 44 h 74"/>
                <a:gd name="T16" fmla="*/ 2 w 9"/>
                <a:gd name="T17" fmla="*/ 45 h 74"/>
                <a:gd name="T18" fmla="*/ 2 w 9"/>
                <a:gd name="T19" fmla="*/ 47 h 74"/>
                <a:gd name="T20" fmla="*/ 2 w 9"/>
                <a:gd name="T21" fmla="*/ 48 h 74"/>
                <a:gd name="T22" fmla="*/ 2 w 9"/>
                <a:gd name="T23" fmla="*/ 50 h 74"/>
                <a:gd name="T24" fmla="*/ 3 w 9"/>
                <a:gd name="T25" fmla="*/ 51 h 74"/>
                <a:gd name="T26" fmla="*/ 3 w 9"/>
                <a:gd name="T27" fmla="*/ 51 h 74"/>
                <a:gd name="T28" fmla="*/ 3 w 9"/>
                <a:gd name="T29" fmla="*/ 49 h 74"/>
                <a:gd name="T30" fmla="*/ 3 w 9"/>
                <a:gd name="T31" fmla="*/ 47 h 74"/>
                <a:gd name="T32" fmla="*/ 3 w 9"/>
                <a:gd name="T33" fmla="*/ 46 h 74"/>
                <a:gd name="T34" fmla="*/ 3 w 9"/>
                <a:gd name="T35" fmla="*/ 47 h 74"/>
                <a:gd name="T36" fmla="*/ 3 w 9"/>
                <a:gd name="T37" fmla="*/ 55 h 74"/>
                <a:gd name="T38" fmla="*/ 4 w 9"/>
                <a:gd name="T39" fmla="*/ 59 h 74"/>
                <a:gd name="T40" fmla="*/ 4 w 9"/>
                <a:gd name="T41" fmla="*/ 58 h 74"/>
                <a:gd name="T42" fmla="*/ 4 w 9"/>
                <a:gd name="T43" fmla="*/ 60 h 74"/>
                <a:gd name="T44" fmla="*/ 4 w 9"/>
                <a:gd name="T45" fmla="*/ 65 h 74"/>
                <a:gd name="T46" fmla="*/ 4 w 9"/>
                <a:gd name="T47" fmla="*/ 68 h 74"/>
                <a:gd name="T48" fmla="*/ 5 w 9"/>
                <a:gd name="T49" fmla="*/ 68 h 74"/>
                <a:gd name="T50" fmla="*/ 5 w 9"/>
                <a:gd name="T51" fmla="*/ 71 h 74"/>
                <a:gd name="T52" fmla="*/ 5 w 9"/>
                <a:gd name="T53" fmla="*/ 74 h 74"/>
                <a:gd name="T54" fmla="*/ 5 w 9"/>
                <a:gd name="T55" fmla="*/ 69 h 74"/>
                <a:gd name="T56" fmla="*/ 5 w 9"/>
                <a:gd name="T57" fmla="*/ 65 h 74"/>
                <a:gd name="T58" fmla="*/ 5 w 9"/>
                <a:gd name="T59" fmla="*/ 65 h 74"/>
                <a:gd name="T60" fmla="*/ 5 w 9"/>
                <a:gd name="T61" fmla="*/ 66 h 74"/>
                <a:gd name="T62" fmla="*/ 6 w 9"/>
                <a:gd name="T63" fmla="*/ 63 h 74"/>
                <a:gd name="T64" fmla="*/ 6 w 9"/>
                <a:gd name="T65" fmla="*/ 59 h 74"/>
                <a:gd name="T66" fmla="*/ 6 w 9"/>
                <a:gd name="T67" fmla="*/ 55 h 74"/>
                <a:gd name="T68" fmla="*/ 6 w 9"/>
                <a:gd name="T69" fmla="*/ 49 h 74"/>
                <a:gd name="T70" fmla="*/ 7 w 9"/>
                <a:gd name="T71" fmla="*/ 41 h 74"/>
                <a:gd name="T72" fmla="*/ 7 w 9"/>
                <a:gd name="T73" fmla="*/ 35 h 74"/>
                <a:gd name="T74" fmla="*/ 7 w 9"/>
                <a:gd name="T75" fmla="*/ 34 h 74"/>
                <a:gd name="T76" fmla="*/ 7 w 9"/>
                <a:gd name="T77" fmla="*/ 32 h 74"/>
                <a:gd name="T78" fmla="*/ 7 w 9"/>
                <a:gd name="T79" fmla="*/ 27 h 74"/>
                <a:gd name="T80" fmla="*/ 7 w 9"/>
                <a:gd name="T81" fmla="*/ 24 h 74"/>
                <a:gd name="T82" fmla="*/ 7 w 9"/>
                <a:gd name="T83" fmla="*/ 25 h 74"/>
                <a:gd name="T84" fmla="*/ 8 w 9"/>
                <a:gd name="T85" fmla="*/ 23 h 74"/>
                <a:gd name="T86" fmla="*/ 8 w 9"/>
                <a:gd name="T87" fmla="*/ 20 h 74"/>
                <a:gd name="T88" fmla="*/ 8 w 9"/>
                <a:gd name="T89" fmla="*/ 22 h 74"/>
                <a:gd name="T90" fmla="*/ 8 w 9"/>
                <a:gd name="T91" fmla="*/ 24 h 74"/>
                <a:gd name="T92" fmla="*/ 8 w 9"/>
                <a:gd name="T93" fmla="*/ 17 h 74"/>
                <a:gd name="T94" fmla="*/ 8 w 9"/>
                <a:gd name="T95" fmla="*/ 8 h 74"/>
                <a:gd name="T96" fmla="*/ 8 w 9"/>
                <a:gd name="T97" fmla="*/ 7 h 74"/>
                <a:gd name="T98" fmla="*/ 9 w 9"/>
                <a:gd name="T99" fmla="*/ 6 h 74"/>
                <a:gd name="T100" fmla="*/ 9 w 9"/>
                <a:gd name="T101" fmla="*/ 2 h 74"/>
                <a:gd name="T102" fmla="*/ 9 w 9"/>
                <a:gd name="T103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74">
                  <a:moveTo>
                    <a:pt x="0" y="25"/>
                  </a:moveTo>
                  <a:lnTo>
                    <a:pt x="1" y="26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1" y="31"/>
                  </a:lnTo>
                  <a:lnTo>
                    <a:pt x="2" y="35"/>
                  </a:lnTo>
                  <a:lnTo>
                    <a:pt x="2" y="40"/>
                  </a:lnTo>
                  <a:lnTo>
                    <a:pt x="2" y="44"/>
                  </a:lnTo>
                  <a:lnTo>
                    <a:pt x="2" y="45"/>
                  </a:lnTo>
                  <a:lnTo>
                    <a:pt x="2" y="47"/>
                  </a:lnTo>
                  <a:lnTo>
                    <a:pt x="2" y="48"/>
                  </a:lnTo>
                  <a:lnTo>
                    <a:pt x="2" y="50"/>
                  </a:lnTo>
                  <a:lnTo>
                    <a:pt x="3" y="51"/>
                  </a:lnTo>
                  <a:lnTo>
                    <a:pt x="3" y="51"/>
                  </a:lnTo>
                  <a:lnTo>
                    <a:pt x="3" y="49"/>
                  </a:lnTo>
                  <a:lnTo>
                    <a:pt x="3" y="47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55"/>
                  </a:lnTo>
                  <a:lnTo>
                    <a:pt x="4" y="59"/>
                  </a:lnTo>
                  <a:lnTo>
                    <a:pt x="4" y="58"/>
                  </a:lnTo>
                  <a:lnTo>
                    <a:pt x="4" y="60"/>
                  </a:lnTo>
                  <a:lnTo>
                    <a:pt x="4" y="65"/>
                  </a:lnTo>
                  <a:lnTo>
                    <a:pt x="4" y="68"/>
                  </a:lnTo>
                  <a:lnTo>
                    <a:pt x="5" y="68"/>
                  </a:lnTo>
                  <a:lnTo>
                    <a:pt x="5" y="71"/>
                  </a:lnTo>
                  <a:lnTo>
                    <a:pt x="5" y="74"/>
                  </a:lnTo>
                  <a:lnTo>
                    <a:pt x="5" y="69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5" y="66"/>
                  </a:lnTo>
                  <a:lnTo>
                    <a:pt x="6" y="63"/>
                  </a:lnTo>
                  <a:lnTo>
                    <a:pt x="6" y="59"/>
                  </a:lnTo>
                  <a:lnTo>
                    <a:pt x="6" y="55"/>
                  </a:lnTo>
                  <a:lnTo>
                    <a:pt x="6" y="49"/>
                  </a:lnTo>
                  <a:lnTo>
                    <a:pt x="7" y="41"/>
                  </a:lnTo>
                  <a:lnTo>
                    <a:pt x="7" y="35"/>
                  </a:lnTo>
                  <a:lnTo>
                    <a:pt x="7" y="34"/>
                  </a:lnTo>
                  <a:lnTo>
                    <a:pt x="7" y="32"/>
                  </a:lnTo>
                  <a:lnTo>
                    <a:pt x="7" y="27"/>
                  </a:lnTo>
                  <a:lnTo>
                    <a:pt x="7" y="24"/>
                  </a:lnTo>
                  <a:lnTo>
                    <a:pt x="7" y="25"/>
                  </a:lnTo>
                  <a:lnTo>
                    <a:pt x="8" y="23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8" y="24"/>
                  </a:lnTo>
                  <a:lnTo>
                    <a:pt x="8" y="17"/>
                  </a:lnTo>
                  <a:lnTo>
                    <a:pt x="8" y="8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2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0" name="Freeform 603"/>
            <p:cNvSpPr/>
            <p:nvPr/>
          </p:nvSpPr>
          <p:spPr bwMode="auto">
            <a:xfrm>
              <a:off x="1720850" y="1947864"/>
              <a:ext cx="12700" cy="84138"/>
            </a:xfrm>
            <a:custGeom>
              <a:avLst/>
              <a:gdLst>
                <a:gd name="T0" fmla="*/ 0 w 8"/>
                <a:gd name="T1" fmla="*/ 53 h 53"/>
                <a:gd name="T2" fmla="*/ 0 w 8"/>
                <a:gd name="T3" fmla="*/ 51 h 53"/>
                <a:gd name="T4" fmla="*/ 0 w 8"/>
                <a:gd name="T5" fmla="*/ 50 h 53"/>
                <a:gd name="T6" fmla="*/ 0 w 8"/>
                <a:gd name="T7" fmla="*/ 46 h 53"/>
                <a:gd name="T8" fmla="*/ 1 w 8"/>
                <a:gd name="T9" fmla="*/ 40 h 53"/>
                <a:gd name="T10" fmla="*/ 1 w 8"/>
                <a:gd name="T11" fmla="*/ 37 h 53"/>
                <a:gd name="T12" fmla="*/ 1 w 8"/>
                <a:gd name="T13" fmla="*/ 38 h 53"/>
                <a:gd name="T14" fmla="*/ 1 w 8"/>
                <a:gd name="T15" fmla="*/ 36 h 53"/>
                <a:gd name="T16" fmla="*/ 1 w 8"/>
                <a:gd name="T17" fmla="*/ 31 h 53"/>
                <a:gd name="T18" fmla="*/ 1 w 8"/>
                <a:gd name="T19" fmla="*/ 28 h 53"/>
                <a:gd name="T20" fmla="*/ 1 w 8"/>
                <a:gd name="T21" fmla="*/ 28 h 53"/>
                <a:gd name="T22" fmla="*/ 2 w 8"/>
                <a:gd name="T23" fmla="*/ 26 h 53"/>
                <a:gd name="T24" fmla="*/ 2 w 8"/>
                <a:gd name="T25" fmla="*/ 25 h 53"/>
                <a:gd name="T26" fmla="*/ 2 w 8"/>
                <a:gd name="T27" fmla="*/ 28 h 53"/>
                <a:gd name="T28" fmla="*/ 2 w 8"/>
                <a:gd name="T29" fmla="*/ 33 h 53"/>
                <a:gd name="T30" fmla="*/ 3 w 8"/>
                <a:gd name="T31" fmla="*/ 34 h 53"/>
                <a:gd name="T32" fmla="*/ 3 w 8"/>
                <a:gd name="T33" fmla="*/ 35 h 53"/>
                <a:gd name="T34" fmla="*/ 3 w 8"/>
                <a:gd name="T35" fmla="*/ 40 h 53"/>
                <a:gd name="T36" fmla="*/ 3 w 8"/>
                <a:gd name="T37" fmla="*/ 43 h 53"/>
                <a:gd name="T38" fmla="*/ 3 w 8"/>
                <a:gd name="T39" fmla="*/ 41 h 53"/>
                <a:gd name="T40" fmla="*/ 3 w 8"/>
                <a:gd name="T41" fmla="*/ 43 h 53"/>
                <a:gd name="T42" fmla="*/ 3 w 8"/>
                <a:gd name="T43" fmla="*/ 46 h 53"/>
                <a:gd name="T44" fmla="*/ 4 w 8"/>
                <a:gd name="T45" fmla="*/ 46 h 53"/>
                <a:gd name="T46" fmla="*/ 4 w 8"/>
                <a:gd name="T47" fmla="*/ 43 h 53"/>
                <a:gd name="T48" fmla="*/ 4 w 8"/>
                <a:gd name="T49" fmla="*/ 42 h 53"/>
                <a:gd name="T50" fmla="*/ 4 w 8"/>
                <a:gd name="T51" fmla="*/ 41 h 53"/>
                <a:gd name="T52" fmla="*/ 4 w 8"/>
                <a:gd name="T53" fmla="*/ 37 h 53"/>
                <a:gd name="T54" fmla="*/ 4 w 8"/>
                <a:gd name="T55" fmla="*/ 35 h 53"/>
                <a:gd name="T56" fmla="*/ 4 w 8"/>
                <a:gd name="T57" fmla="*/ 36 h 53"/>
                <a:gd name="T58" fmla="*/ 5 w 8"/>
                <a:gd name="T59" fmla="*/ 36 h 53"/>
                <a:gd name="T60" fmla="*/ 5 w 8"/>
                <a:gd name="T61" fmla="*/ 33 h 53"/>
                <a:gd name="T62" fmla="*/ 5 w 8"/>
                <a:gd name="T63" fmla="*/ 31 h 53"/>
                <a:gd name="T64" fmla="*/ 5 w 8"/>
                <a:gd name="T65" fmla="*/ 33 h 53"/>
                <a:gd name="T66" fmla="*/ 6 w 8"/>
                <a:gd name="T67" fmla="*/ 33 h 53"/>
                <a:gd name="T68" fmla="*/ 6 w 8"/>
                <a:gd name="T69" fmla="*/ 31 h 53"/>
                <a:gd name="T70" fmla="*/ 6 w 8"/>
                <a:gd name="T71" fmla="*/ 30 h 53"/>
                <a:gd name="T72" fmla="*/ 6 w 8"/>
                <a:gd name="T73" fmla="*/ 29 h 53"/>
                <a:gd name="T74" fmla="*/ 6 w 8"/>
                <a:gd name="T75" fmla="*/ 23 h 53"/>
                <a:gd name="T76" fmla="*/ 6 w 8"/>
                <a:gd name="T77" fmla="*/ 16 h 53"/>
                <a:gd name="T78" fmla="*/ 6 w 8"/>
                <a:gd name="T79" fmla="*/ 14 h 53"/>
                <a:gd name="T80" fmla="*/ 7 w 8"/>
                <a:gd name="T81" fmla="*/ 13 h 53"/>
                <a:gd name="T82" fmla="*/ 7 w 8"/>
                <a:gd name="T83" fmla="*/ 7 h 53"/>
                <a:gd name="T84" fmla="*/ 7 w 8"/>
                <a:gd name="T85" fmla="*/ 1 h 53"/>
                <a:gd name="T86" fmla="*/ 7 w 8"/>
                <a:gd name="T87" fmla="*/ 0 h 53"/>
                <a:gd name="T88" fmla="*/ 7 w 8"/>
                <a:gd name="T89" fmla="*/ 1 h 53"/>
                <a:gd name="T90" fmla="*/ 8 w 8"/>
                <a:gd name="T91" fmla="*/ 0 h 53"/>
                <a:gd name="T92" fmla="*/ 8 w 8"/>
                <a:gd name="T93" fmla="*/ 2 h 53"/>
                <a:gd name="T94" fmla="*/ 8 w 8"/>
                <a:gd name="T95" fmla="*/ 8 h 53"/>
                <a:gd name="T96" fmla="*/ 8 w 8"/>
                <a:gd name="T97" fmla="*/ 13 h 53"/>
                <a:gd name="T98" fmla="*/ 8 w 8"/>
                <a:gd name="T99" fmla="*/ 13 h 53"/>
                <a:gd name="T100" fmla="*/ 8 w 8"/>
                <a:gd name="T101" fmla="*/ 13 h 53"/>
                <a:gd name="T102" fmla="*/ 8 w 8"/>
                <a:gd name="T103" fmla="*/ 1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53">
                  <a:moveTo>
                    <a:pt x="0" y="53"/>
                  </a:moveTo>
                  <a:lnTo>
                    <a:pt x="0" y="51"/>
                  </a:lnTo>
                  <a:lnTo>
                    <a:pt x="0" y="50"/>
                  </a:lnTo>
                  <a:lnTo>
                    <a:pt x="0" y="46"/>
                  </a:lnTo>
                  <a:lnTo>
                    <a:pt x="1" y="40"/>
                  </a:lnTo>
                  <a:lnTo>
                    <a:pt x="1" y="37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1"/>
                  </a:lnTo>
                  <a:lnTo>
                    <a:pt x="1" y="28"/>
                  </a:lnTo>
                  <a:lnTo>
                    <a:pt x="1" y="28"/>
                  </a:lnTo>
                  <a:lnTo>
                    <a:pt x="2" y="26"/>
                  </a:lnTo>
                  <a:lnTo>
                    <a:pt x="2" y="25"/>
                  </a:lnTo>
                  <a:lnTo>
                    <a:pt x="2" y="28"/>
                  </a:lnTo>
                  <a:lnTo>
                    <a:pt x="2" y="33"/>
                  </a:lnTo>
                  <a:lnTo>
                    <a:pt x="3" y="34"/>
                  </a:lnTo>
                  <a:lnTo>
                    <a:pt x="3" y="35"/>
                  </a:lnTo>
                  <a:lnTo>
                    <a:pt x="3" y="40"/>
                  </a:lnTo>
                  <a:lnTo>
                    <a:pt x="3" y="43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3" y="46"/>
                  </a:lnTo>
                  <a:lnTo>
                    <a:pt x="4" y="46"/>
                  </a:lnTo>
                  <a:lnTo>
                    <a:pt x="4" y="43"/>
                  </a:lnTo>
                  <a:lnTo>
                    <a:pt x="4" y="42"/>
                  </a:lnTo>
                  <a:lnTo>
                    <a:pt x="4" y="41"/>
                  </a:lnTo>
                  <a:lnTo>
                    <a:pt x="4" y="37"/>
                  </a:lnTo>
                  <a:lnTo>
                    <a:pt x="4" y="35"/>
                  </a:lnTo>
                  <a:lnTo>
                    <a:pt x="4" y="36"/>
                  </a:lnTo>
                  <a:lnTo>
                    <a:pt x="5" y="36"/>
                  </a:lnTo>
                  <a:lnTo>
                    <a:pt x="5" y="33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30"/>
                  </a:lnTo>
                  <a:lnTo>
                    <a:pt x="6" y="29"/>
                  </a:lnTo>
                  <a:lnTo>
                    <a:pt x="6" y="23"/>
                  </a:lnTo>
                  <a:lnTo>
                    <a:pt x="6" y="16"/>
                  </a:lnTo>
                  <a:lnTo>
                    <a:pt x="6" y="14"/>
                  </a:lnTo>
                  <a:lnTo>
                    <a:pt x="7" y="13"/>
                  </a:lnTo>
                  <a:lnTo>
                    <a:pt x="7" y="7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1"/>
                  </a:lnTo>
                  <a:lnTo>
                    <a:pt x="8" y="0"/>
                  </a:lnTo>
                  <a:lnTo>
                    <a:pt x="8" y="2"/>
                  </a:lnTo>
                  <a:lnTo>
                    <a:pt x="8" y="8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8" y="1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1" name="Freeform 604"/>
            <p:cNvSpPr/>
            <p:nvPr/>
          </p:nvSpPr>
          <p:spPr bwMode="auto">
            <a:xfrm>
              <a:off x="1733550" y="1955801"/>
              <a:ext cx="14288" cy="47625"/>
            </a:xfrm>
            <a:custGeom>
              <a:avLst/>
              <a:gdLst>
                <a:gd name="T0" fmla="*/ 0 w 9"/>
                <a:gd name="T1" fmla="*/ 8 h 30"/>
                <a:gd name="T2" fmla="*/ 0 w 9"/>
                <a:gd name="T3" fmla="*/ 10 h 30"/>
                <a:gd name="T4" fmla="*/ 1 w 9"/>
                <a:gd name="T5" fmla="*/ 9 h 30"/>
                <a:gd name="T6" fmla="*/ 1 w 9"/>
                <a:gd name="T7" fmla="*/ 8 h 30"/>
                <a:gd name="T8" fmla="*/ 1 w 9"/>
                <a:gd name="T9" fmla="*/ 9 h 30"/>
                <a:gd name="T10" fmla="*/ 1 w 9"/>
                <a:gd name="T11" fmla="*/ 11 h 30"/>
                <a:gd name="T12" fmla="*/ 1 w 9"/>
                <a:gd name="T13" fmla="*/ 11 h 30"/>
                <a:gd name="T14" fmla="*/ 1 w 9"/>
                <a:gd name="T15" fmla="*/ 6 h 30"/>
                <a:gd name="T16" fmla="*/ 1 w 9"/>
                <a:gd name="T17" fmla="*/ 6 h 30"/>
                <a:gd name="T18" fmla="*/ 2 w 9"/>
                <a:gd name="T19" fmla="*/ 10 h 30"/>
                <a:gd name="T20" fmla="*/ 2 w 9"/>
                <a:gd name="T21" fmla="*/ 13 h 30"/>
                <a:gd name="T22" fmla="*/ 2 w 9"/>
                <a:gd name="T23" fmla="*/ 13 h 30"/>
                <a:gd name="T24" fmla="*/ 2 w 9"/>
                <a:gd name="T25" fmla="*/ 15 h 30"/>
                <a:gd name="T26" fmla="*/ 3 w 9"/>
                <a:gd name="T27" fmla="*/ 17 h 30"/>
                <a:gd name="T28" fmla="*/ 3 w 9"/>
                <a:gd name="T29" fmla="*/ 14 h 30"/>
                <a:gd name="T30" fmla="*/ 3 w 9"/>
                <a:gd name="T31" fmla="*/ 12 h 30"/>
                <a:gd name="T32" fmla="*/ 3 w 9"/>
                <a:gd name="T33" fmla="*/ 14 h 30"/>
                <a:gd name="T34" fmla="*/ 3 w 9"/>
                <a:gd name="T35" fmla="*/ 15 h 30"/>
                <a:gd name="T36" fmla="*/ 3 w 9"/>
                <a:gd name="T37" fmla="*/ 13 h 30"/>
                <a:gd name="T38" fmla="*/ 3 w 9"/>
                <a:gd name="T39" fmla="*/ 11 h 30"/>
                <a:gd name="T40" fmla="*/ 4 w 9"/>
                <a:gd name="T41" fmla="*/ 13 h 30"/>
                <a:gd name="T42" fmla="*/ 4 w 9"/>
                <a:gd name="T43" fmla="*/ 15 h 30"/>
                <a:gd name="T44" fmla="*/ 4 w 9"/>
                <a:gd name="T45" fmla="*/ 15 h 30"/>
                <a:gd name="T46" fmla="*/ 4 w 9"/>
                <a:gd name="T47" fmla="*/ 18 h 30"/>
                <a:gd name="T48" fmla="*/ 4 w 9"/>
                <a:gd name="T49" fmla="*/ 22 h 30"/>
                <a:gd name="T50" fmla="*/ 5 w 9"/>
                <a:gd name="T51" fmla="*/ 25 h 30"/>
                <a:gd name="T52" fmla="*/ 5 w 9"/>
                <a:gd name="T53" fmla="*/ 25 h 30"/>
                <a:gd name="T54" fmla="*/ 5 w 9"/>
                <a:gd name="T55" fmla="*/ 26 h 30"/>
                <a:gd name="T56" fmla="*/ 5 w 9"/>
                <a:gd name="T57" fmla="*/ 28 h 30"/>
                <a:gd name="T58" fmla="*/ 5 w 9"/>
                <a:gd name="T59" fmla="*/ 30 h 30"/>
                <a:gd name="T60" fmla="*/ 5 w 9"/>
                <a:gd name="T61" fmla="*/ 29 h 30"/>
                <a:gd name="T62" fmla="*/ 5 w 9"/>
                <a:gd name="T63" fmla="*/ 29 h 30"/>
                <a:gd name="T64" fmla="*/ 6 w 9"/>
                <a:gd name="T65" fmla="*/ 29 h 30"/>
                <a:gd name="T66" fmla="*/ 6 w 9"/>
                <a:gd name="T67" fmla="*/ 25 h 30"/>
                <a:gd name="T68" fmla="*/ 6 w 9"/>
                <a:gd name="T69" fmla="*/ 18 h 30"/>
                <a:gd name="T70" fmla="*/ 6 w 9"/>
                <a:gd name="T71" fmla="*/ 16 h 30"/>
                <a:gd name="T72" fmla="*/ 6 w 9"/>
                <a:gd name="T73" fmla="*/ 16 h 30"/>
                <a:gd name="T74" fmla="*/ 6 w 9"/>
                <a:gd name="T75" fmla="*/ 11 h 30"/>
                <a:gd name="T76" fmla="*/ 6 w 9"/>
                <a:gd name="T77" fmla="*/ 4 h 30"/>
                <a:gd name="T78" fmla="*/ 7 w 9"/>
                <a:gd name="T79" fmla="*/ 4 h 30"/>
                <a:gd name="T80" fmla="*/ 7 w 9"/>
                <a:gd name="T81" fmla="*/ 4 h 30"/>
                <a:gd name="T82" fmla="*/ 7 w 9"/>
                <a:gd name="T83" fmla="*/ 0 h 30"/>
                <a:gd name="T84" fmla="*/ 7 w 9"/>
                <a:gd name="T85" fmla="*/ 0 h 30"/>
                <a:gd name="T86" fmla="*/ 8 w 9"/>
                <a:gd name="T87" fmla="*/ 5 h 30"/>
                <a:gd name="T88" fmla="*/ 8 w 9"/>
                <a:gd name="T89" fmla="*/ 7 h 30"/>
                <a:gd name="T90" fmla="*/ 8 w 9"/>
                <a:gd name="T91" fmla="*/ 6 h 30"/>
                <a:gd name="T92" fmla="*/ 8 w 9"/>
                <a:gd name="T93" fmla="*/ 7 h 30"/>
                <a:gd name="T94" fmla="*/ 8 w 9"/>
                <a:gd name="T95" fmla="*/ 8 h 30"/>
                <a:gd name="T96" fmla="*/ 8 w 9"/>
                <a:gd name="T97" fmla="*/ 6 h 30"/>
                <a:gd name="T98" fmla="*/ 8 w 9"/>
                <a:gd name="T99" fmla="*/ 4 h 30"/>
                <a:gd name="T100" fmla="*/ 9 w 9"/>
                <a:gd name="T101" fmla="*/ 3 h 30"/>
                <a:gd name="T102" fmla="*/ 9 w 9"/>
                <a:gd name="T103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30">
                  <a:moveTo>
                    <a:pt x="0" y="8"/>
                  </a:moveTo>
                  <a:lnTo>
                    <a:pt x="0" y="10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1" y="6"/>
                  </a:lnTo>
                  <a:lnTo>
                    <a:pt x="1" y="6"/>
                  </a:lnTo>
                  <a:lnTo>
                    <a:pt x="2" y="10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3" y="17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8"/>
                  </a:lnTo>
                  <a:lnTo>
                    <a:pt x="4" y="22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5" y="26"/>
                  </a:lnTo>
                  <a:lnTo>
                    <a:pt x="5" y="28"/>
                  </a:lnTo>
                  <a:lnTo>
                    <a:pt x="5" y="30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6" y="29"/>
                  </a:lnTo>
                  <a:lnTo>
                    <a:pt x="6" y="25"/>
                  </a:lnTo>
                  <a:lnTo>
                    <a:pt x="6" y="18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6" y="11"/>
                  </a:lnTo>
                  <a:lnTo>
                    <a:pt x="6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5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7"/>
                  </a:lnTo>
                  <a:lnTo>
                    <a:pt x="8" y="8"/>
                  </a:lnTo>
                  <a:lnTo>
                    <a:pt x="8" y="6"/>
                  </a:lnTo>
                  <a:lnTo>
                    <a:pt x="8" y="4"/>
                  </a:lnTo>
                  <a:lnTo>
                    <a:pt x="9" y="3"/>
                  </a:lnTo>
                  <a:lnTo>
                    <a:pt x="9" y="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" name="Freeform 605"/>
            <p:cNvSpPr/>
            <p:nvPr/>
          </p:nvSpPr>
          <p:spPr bwMode="auto">
            <a:xfrm>
              <a:off x="1747838" y="1914526"/>
              <a:ext cx="12700" cy="120650"/>
            </a:xfrm>
            <a:custGeom>
              <a:avLst/>
              <a:gdLst>
                <a:gd name="T0" fmla="*/ 0 w 8"/>
                <a:gd name="T1" fmla="*/ 29 h 76"/>
                <a:gd name="T2" fmla="*/ 0 w 8"/>
                <a:gd name="T3" fmla="*/ 29 h 76"/>
                <a:gd name="T4" fmla="*/ 0 w 8"/>
                <a:gd name="T5" fmla="*/ 25 h 76"/>
                <a:gd name="T6" fmla="*/ 0 w 8"/>
                <a:gd name="T7" fmla="*/ 20 h 76"/>
                <a:gd name="T8" fmla="*/ 0 w 8"/>
                <a:gd name="T9" fmla="*/ 19 h 76"/>
                <a:gd name="T10" fmla="*/ 1 w 8"/>
                <a:gd name="T11" fmla="*/ 19 h 76"/>
                <a:gd name="T12" fmla="*/ 1 w 8"/>
                <a:gd name="T13" fmla="*/ 16 h 76"/>
                <a:gd name="T14" fmla="*/ 1 w 8"/>
                <a:gd name="T15" fmla="*/ 13 h 76"/>
                <a:gd name="T16" fmla="*/ 1 w 8"/>
                <a:gd name="T17" fmla="*/ 13 h 76"/>
                <a:gd name="T18" fmla="*/ 1 w 8"/>
                <a:gd name="T19" fmla="*/ 11 h 76"/>
                <a:gd name="T20" fmla="*/ 1 w 8"/>
                <a:gd name="T21" fmla="*/ 6 h 76"/>
                <a:gd name="T22" fmla="*/ 2 w 8"/>
                <a:gd name="T23" fmla="*/ 3 h 76"/>
                <a:gd name="T24" fmla="*/ 2 w 8"/>
                <a:gd name="T25" fmla="*/ 3 h 76"/>
                <a:gd name="T26" fmla="*/ 2 w 8"/>
                <a:gd name="T27" fmla="*/ 3 h 76"/>
                <a:gd name="T28" fmla="*/ 2 w 8"/>
                <a:gd name="T29" fmla="*/ 0 h 76"/>
                <a:gd name="T30" fmla="*/ 2 w 8"/>
                <a:gd name="T31" fmla="*/ 2 h 76"/>
                <a:gd name="T32" fmla="*/ 2 w 8"/>
                <a:gd name="T33" fmla="*/ 6 h 76"/>
                <a:gd name="T34" fmla="*/ 2 w 8"/>
                <a:gd name="T35" fmla="*/ 7 h 76"/>
                <a:gd name="T36" fmla="*/ 3 w 8"/>
                <a:gd name="T37" fmla="*/ 11 h 76"/>
                <a:gd name="T38" fmla="*/ 3 w 8"/>
                <a:gd name="T39" fmla="*/ 19 h 76"/>
                <a:gd name="T40" fmla="*/ 3 w 8"/>
                <a:gd name="T41" fmla="*/ 28 h 76"/>
                <a:gd name="T42" fmla="*/ 3 w 8"/>
                <a:gd name="T43" fmla="*/ 35 h 76"/>
                <a:gd name="T44" fmla="*/ 3 w 8"/>
                <a:gd name="T45" fmla="*/ 42 h 76"/>
                <a:gd name="T46" fmla="*/ 4 w 8"/>
                <a:gd name="T47" fmla="*/ 50 h 76"/>
                <a:gd name="T48" fmla="*/ 4 w 8"/>
                <a:gd name="T49" fmla="*/ 55 h 76"/>
                <a:gd name="T50" fmla="*/ 4 w 8"/>
                <a:gd name="T51" fmla="*/ 59 h 76"/>
                <a:gd name="T52" fmla="*/ 4 w 8"/>
                <a:gd name="T53" fmla="*/ 63 h 76"/>
                <a:gd name="T54" fmla="*/ 4 w 8"/>
                <a:gd name="T55" fmla="*/ 67 h 76"/>
                <a:gd name="T56" fmla="*/ 4 w 8"/>
                <a:gd name="T57" fmla="*/ 67 h 76"/>
                <a:gd name="T58" fmla="*/ 4 w 8"/>
                <a:gd name="T59" fmla="*/ 65 h 76"/>
                <a:gd name="T60" fmla="*/ 5 w 8"/>
                <a:gd name="T61" fmla="*/ 65 h 76"/>
                <a:gd name="T62" fmla="*/ 5 w 8"/>
                <a:gd name="T63" fmla="*/ 66 h 76"/>
                <a:gd name="T64" fmla="*/ 5 w 8"/>
                <a:gd name="T65" fmla="*/ 65 h 76"/>
                <a:gd name="T66" fmla="*/ 5 w 8"/>
                <a:gd name="T67" fmla="*/ 65 h 76"/>
                <a:gd name="T68" fmla="*/ 6 w 8"/>
                <a:gd name="T69" fmla="*/ 67 h 76"/>
                <a:gd name="T70" fmla="*/ 6 w 8"/>
                <a:gd name="T71" fmla="*/ 69 h 76"/>
                <a:gd name="T72" fmla="*/ 6 w 8"/>
                <a:gd name="T73" fmla="*/ 69 h 76"/>
                <a:gd name="T74" fmla="*/ 6 w 8"/>
                <a:gd name="T75" fmla="*/ 69 h 76"/>
                <a:gd name="T76" fmla="*/ 6 w 8"/>
                <a:gd name="T77" fmla="*/ 71 h 76"/>
                <a:gd name="T78" fmla="*/ 6 w 8"/>
                <a:gd name="T79" fmla="*/ 73 h 76"/>
                <a:gd name="T80" fmla="*/ 6 w 8"/>
                <a:gd name="T81" fmla="*/ 76 h 76"/>
                <a:gd name="T82" fmla="*/ 7 w 8"/>
                <a:gd name="T83" fmla="*/ 76 h 76"/>
                <a:gd name="T84" fmla="*/ 7 w 8"/>
                <a:gd name="T85" fmla="*/ 72 h 76"/>
                <a:gd name="T86" fmla="*/ 7 w 8"/>
                <a:gd name="T87" fmla="*/ 69 h 76"/>
                <a:gd name="T88" fmla="*/ 7 w 8"/>
                <a:gd name="T89" fmla="*/ 69 h 76"/>
                <a:gd name="T90" fmla="*/ 7 w 8"/>
                <a:gd name="T91" fmla="*/ 67 h 76"/>
                <a:gd name="T92" fmla="*/ 7 w 8"/>
                <a:gd name="T93" fmla="*/ 66 h 76"/>
                <a:gd name="T94" fmla="*/ 7 w 8"/>
                <a:gd name="T95" fmla="*/ 68 h 76"/>
                <a:gd name="T96" fmla="*/ 8 w 8"/>
                <a:gd name="T97" fmla="*/ 69 h 76"/>
                <a:gd name="T98" fmla="*/ 8 w 8"/>
                <a:gd name="T99" fmla="*/ 69 h 76"/>
                <a:gd name="T100" fmla="*/ 8 w 8"/>
                <a:gd name="T101" fmla="*/ 69 h 76"/>
                <a:gd name="T102" fmla="*/ 8 w 8"/>
                <a:gd name="T103" fmla="*/ 71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76">
                  <a:moveTo>
                    <a:pt x="0" y="29"/>
                  </a:moveTo>
                  <a:lnTo>
                    <a:pt x="0" y="29"/>
                  </a:lnTo>
                  <a:lnTo>
                    <a:pt x="0" y="25"/>
                  </a:lnTo>
                  <a:lnTo>
                    <a:pt x="0" y="20"/>
                  </a:lnTo>
                  <a:lnTo>
                    <a:pt x="0" y="19"/>
                  </a:lnTo>
                  <a:lnTo>
                    <a:pt x="1" y="19"/>
                  </a:lnTo>
                  <a:lnTo>
                    <a:pt x="1" y="16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6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6"/>
                  </a:lnTo>
                  <a:lnTo>
                    <a:pt x="2" y="7"/>
                  </a:lnTo>
                  <a:lnTo>
                    <a:pt x="3" y="11"/>
                  </a:lnTo>
                  <a:lnTo>
                    <a:pt x="3" y="19"/>
                  </a:lnTo>
                  <a:lnTo>
                    <a:pt x="3" y="28"/>
                  </a:lnTo>
                  <a:lnTo>
                    <a:pt x="3" y="35"/>
                  </a:lnTo>
                  <a:lnTo>
                    <a:pt x="3" y="42"/>
                  </a:lnTo>
                  <a:lnTo>
                    <a:pt x="4" y="50"/>
                  </a:lnTo>
                  <a:lnTo>
                    <a:pt x="4" y="55"/>
                  </a:lnTo>
                  <a:lnTo>
                    <a:pt x="4" y="59"/>
                  </a:lnTo>
                  <a:lnTo>
                    <a:pt x="4" y="63"/>
                  </a:lnTo>
                  <a:lnTo>
                    <a:pt x="4" y="67"/>
                  </a:lnTo>
                  <a:lnTo>
                    <a:pt x="4" y="67"/>
                  </a:lnTo>
                  <a:lnTo>
                    <a:pt x="4" y="65"/>
                  </a:lnTo>
                  <a:lnTo>
                    <a:pt x="5" y="65"/>
                  </a:lnTo>
                  <a:lnTo>
                    <a:pt x="5" y="66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6" y="67"/>
                  </a:lnTo>
                  <a:lnTo>
                    <a:pt x="6" y="69"/>
                  </a:lnTo>
                  <a:lnTo>
                    <a:pt x="6" y="69"/>
                  </a:lnTo>
                  <a:lnTo>
                    <a:pt x="6" y="69"/>
                  </a:lnTo>
                  <a:lnTo>
                    <a:pt x="6" y="71"/>
                  </a:lnTo>
                  <a:lnTo>
                    <a:pt x="6" y="73"/>
                  </a:lnTo>
                  <a:lnTo>
                    <a:pt x="6" y="76"/>
                  </a:lnTo>
                  <a:lnTo>
                    <a:pt x="7" y="76"/>
                  </a:lnTo>
                  <a:lnTo>
                    <a:pt x="7" y="72"/>
                  </a:lnTo>
                  <a:lnTo>
                    <a:pt x="7" y="69"/>
                  </a:lnTo>
                  <a:lnTo>
                    <a:pt x="7" y="69"/>
                  </a:lnTo>
                  <a:lnTo>
                    <a:pt x="7" y="67"/>
                  </a:lnTo>
                  <a:lnTo>
                    <a:pt x="7" y="66"/>
                  </a:lnTo>
                  <a:lnTo>
                    <a:pt x="7" y="68"/>
                  </a:lnTo>
                  <a:lnTo>
                    <a:pt x="8" y="69"/>
                  </a:lnTo>
                  <a:lnTo>
                    <a:pt x="8" y="69"/>
                  </a:lnTo>
                  <a:lnTo>
                    <a:pt x="8" y="69"/>
                  </a:lnTo>
                  <a:lnTo>
                    <a:pt x="8" y="7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" name="Freeform 606"/>
            <p:cNvSpPr/>
            <p:nvPr/>
          </p:nvSpPr>
          <p:spPr bwMode="auto">
            <a:xfrm>
              <a:off x="1760538" y="2024064"/>
              <a:ext cx="14288" cy="125413"/>
            </a:xfrm>
            <a:custGeom>
              <a:avLst/>
              <a:gdLst>
                <a:gd name="T0" fmla="*/ 0 w 9"/>
                <a:gd name="T1" fmla="*/ 0 h 79"/>
                <a:gd name="T2" fmla="*/ 0 w 9"/>
                <a:gd name="T3" fmla="*/ 2 h 79"/>
                <a:gd name="T4" fmla="*/ 0 w 9"/>
                <a:gd name="T5" fmla="*/ 6 h 79"/>
                <a:gd name="T6" fmla="*/ 1 w 9"/>
                <a:gd name="T7" fmla="*/ 10 h 79"/>
                <a:gd name="T8" fmla="*/ 1 w 9"/>
                <a:gd name="T9" fmla="*/ 14 h 79"/>
                <a:gd name="T10" fmla="*/ 1 w 9"/>
                <a:gd name="T11" fmla="*/ 16 h 79"/>
                <a:gd name="T12" fmla="*/ 1 w 9"/>
                <a:gd name="T13" fmla="*/ 19 h 79"/>
                <a:gd name="T14" fmla="*/ 1 w 9"/>
                <a:gd name="T15" fmla="*/ 22 h 79"/>
                <a:gd name="T16" fmla="*/ 1 w 9"/>
                <a:gd name="T17" fmla="*/ 26 h 79"/>
                <a:gd name="T18" fmla="*/ 1 w 9"/>
                <a:gd name="T19" fmla="*/ 30 h 79"/>
                <a:gd name="T20" fmla="*/ 2 w 9"/>
                <a:gd name="T21" fmla="*/ 35 h 79"/>
                <a:gd name="T22" fmla="*/ 2 w 9"/>
                <a:gd name="T23" fmla="*/ 37 h 79"/>
                <a:gd name="T24" fmla="*/ 2 w 9"/>
                <a:gd name="T25" fmla="*/ 41 h 79"/>
                <a:gd name="T26" fmla="*/ 2 w 9"/>
                <a:gd name="T27" fmla="*/ 46 h 79"/>
                <a:gd name="T28" fmla="*/ 3 w 9"/>
                <a:gd name="T29" fmla="*/ 48 h 79"/>
                <a:gd name="T30" fmla="*/ 3 w 9"/>
                <a:gd name="T31" fmla="*/ 48 h 79"/>
                <a:gd name="T32" fmla="*/ 3 w 9"/>
                <a:gd name="T33" fmla="*/ 52 h 79"/>
                <a:gd name="T34" fmla="*/ 3 w 9"/>
                <a:gd name="T35" fmla="*/ 57 h 79"/>
                <a:gd name="T36" fmla="*/ 3 w 9"/>
                <a:gd name="T37" fmla="*/ 57 h 79"/>
                <a:gd name="T38" fmla="*/ 3 w 9"/>
                <a:gd name="T39" fmla="*/ 54 h 79"/>
                <a:gd name="T40" fmla="*/ 3 w 9"/>
                <a:gd name="T41" fmla="*/ 52 h 79"/>
                <a:gd name="T42" fmla="*/ 4 w 9"/>
                <a:gd name="T43" fmla="*/ 52 h 79"/>
                <a:gd name="T44" fmla="*/ 4 w 9"/>
                <a:gd name="T45" fmla="*/ 51 h 79"/>
                <a:gd name="T46" fmla="*/ 4 w 9"/>
                <a:gd name="T47" fmla="*/ 52 h 79"/>
                <a:gd name="T48" fmla="*/ 4 w 9"/>
                <a:gd name="T49" fmla="*/ 52 h 79"/>
                <a:gd name="T50" fmla="*/ 4 w 9"/>
                <a:gd name="T51" fmla="*/ 50 h 79"/>
                <a:gd name="T52" fmla="*/ 4 w 9"/>
                <a:gd name="T53" fmla="*/ 49 h 79"/>
                <a:gd name="T54" fmla="*/ 4 w 9"/>
                <a:gd name="T55" fmla="*/ 50 h 79"/>
                <a:gd name="T56" fmla="*/ 5 w 9"/>
                <a:gd name="T57" fmla="*/ 53 h 79"/>
                <a:gd name="T58" fmla="*/ 5 w 9"/>
                <a:gd name="T59" fmla="*/ 54 h 79"/>
                <a:gd name="T60" fmla="*/ 5 w 9"/>
                <a:gd name="T61" fmla="*/ 57 h 79"/>
                <a:gd name="T62" fmla="*/ 5 w 9"/>
                <a:gd name="T63" fmla="*/ 62 h 79"/>
                <a:gd name="T64" fmla="*/ 5 w 9"/>
                <a:gd name="T65" fmla="*/ 65 h 79"/>
                <a:gd name="T66" fmla="*/ 6 w 9"/>
                <a:gd name="T67" fmla="*/ 63 h 79"/>
                <a:gd name="T68" fmla="*/ 6 w 9"/>
                <a:gd name="T69" fmla="*/ 64 h 79"/>
                <a:gd name="T70" fmla="*/ 6 w 9"/>
                <a:gd name="T71" fmla="*/ 70 h 79"/>
                <a:gd name="T72" fmla="*/ 6 w 9"/>
                <a:gd name="T73" fmla="*/ 77 h 79"/>
                <a:gd name="T74" fmla="*/ 6 w 9"/>
                <a:gd name="T75" fmla="*/ 79 h 79"/>
                <a:gd name="T76" fmla="*/ 6 w 9"/>
                <a:gd name="T77" fmla="*/ 74 h 79"/>
                <a:gd name="T78" fmla="*/ 7 w 9"/>
                <a:gd name="T79" fmla="*/ 71 h 79"/>
                <a:gd name="T80" fmla="*/ 7 w 9"/>
                <a:gd name="T81" fmla="*/ 69 h 79"/>
                <a:gd name="T82" fmla="*/ 7 w 9"/>
                <a:gd name="T83" fmla="*/ 68 h 79"/>
                <a:gd name="T84" fmla="*/ 7 w 9"/>
                <a:gd name="T85" fmla="*/ 67 h 79"/>
                <a:gd name="T86" fmla="*/ 7 w 9"/>
                <a:gd name="T87" fmla="*/ 66 h 79"/>
                <a:gd name="T88" fmla="*/ 8 w 9"/>
                <a:gd name="T89" fmla="*/ 62 h 79"/>
                <a:gd name="T90" fmla="*/ 8 w 9"/>
                <a:gd name="T91" fmla="*/ 57 h 79"/>
                <a:gd name="T92" fmla="*/ 8 w 9"/>
                <a:gd name="T93" fmla="*/ 54 h 79"/>
                <a:gd name="T94" fmla="*/ 8 w 9"/>
                <a:gd name="T95" fmla="*/ 56 h 79"/>
                <a:gd name="T96" fmla="*/ 8 w 9"/>
                <a:gd name="T97" fmla="*/ 56 h 79"/>
                <a:gd name="T98" fmla="*/ 8 w 9"/>
                <a:gd name="T99" fmla="*/ 56 h 79"/>
                <a:gd name="T100" fmla="*/ 8 w 9"/>
                <a:gd name="T101" fmla="*/ 56 h 79"/>
                <a:gd name="T102" fmla="*/ 9 w 9"/>
                <a:gd name="T103" fmla="*/ 5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79">
                  <a:moveTo>
                    <a:pt x="0" y="0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1" y="10"/>
                  </a:lnTo>
                  <a:lnTo>
                    <a:pt x="1" y="14"/>
                  </a:lnTo>
                  <a:lnTo>
                    <a:pt x="1" y="16"/>
                  </a:lnTo>
                  <a:lnTo>
                    <a:pt x="1" y="19"/>
                  </a:lnTo>
                  <a:lnTo>
                    <a:pt x="1" y="22"/>
                  </a:lnTo>
                  <a:lnTo>
                    <a:pt x="1" y="26"/>
                  </a:lnTo>
                  <a:lnTo>
                    <a:pt x="1" y="30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41"/>
                  </a:lnTo>
                  <a:lnTo>
                    <a:pt x="2" y="46"/>
                  </a:lnTo>
                  <a:lnTo>
                    <a:pt x="3" y="48"/>
                  </a:lnTo>
                  <a:lnTo>
                    <a:pt x="3" y="48"/>
                  </a:lnTo>
                  <a:lnTo>
                    <a:pt x="3" y="52"/>
                  </a:lnTo>
                  <a:lnTo>
                    <a:pt x="3" y="57"/>
                  </a:lnTo>
                  <a:lnTo>
                    <a:pt x="3" y="57"/>
                  </a:lnTo>
                  <a:lnTo>
                    <a:pt x="3" y="54"/>
                  </a:lnTo>
                  <a:lnTo>
                    <a:pt x="3" y="52"/>
                  </a:lnTo>
                  <a:lnTo>
                    <a:pt x="4" y="52"/>
                  </a:lnTo>
                  <a:lnTo>
                    <a:pt x="4" y="51"/>
                  </a:lnTo>
                  <a:lnTo>
                    <a:pt x="4" y="52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9"/>
                  </a:lnTo>
                  <a:lnTo>
                    <a:pt x="4" y="50"/>
                  </a:lnTo>
                  <a:lnTo>
                    <a:pt x="5" y="53"/>
                  </a:lnTo>
                  <a:lnTo>
                    <a:pt x="5" y="54"/>
                  </a:lnTo>
                  <a:lnTo>
                    <a:pt x="5" y="57"/>
                  </a:lnTo>
                  <a:lnTo>
                    <a:pt x="5" y="62"/>
                  </a:lnTo>
                  <a:lnTo>
                    <a:pt x="5" y="65"/>
                  </a:lnTo>
                  <a:lnTo>
                    <a:pt x="6" y="63"/>
                  </a:lnTo>
                  <a:lnTo>
                    <a:pt x="6" y="64"/>
                  </a:lnTo>
                  <a:lnTo>
                    <a:pt x="6" y="70"/>
                  </a:lnTo>
                  <a:lnTo>
                    <a:pt x="6" y="77"/>
                  </a:lnTo>
                  <a:lnTo>
                    <a:pt x="6" y="79"/>
                  </a:lnTo>
                  <a:lnTo>
                    <a:pt x="6" y="74"/>
                  </a:lnTo>
                  <a:lnTo>
                    <a:pt x="7" y="71"/>
                  </a:lnTo>
                  <a:lnTo>
                    <a:pt x="7" y="69"/>
                  </a:lnTo>
                  <a:lnTo>
                    <a:pt x="7" y="68"/>
                  </a:lnTo>
                  <a:lnTo>
                    <a:pt x="7" y="67"/>
                  </a:lnTo>
                  <a:lnTo>
                    <a:pt x="7" y="66"/>
                  </a:lnTo>
                  <a:lnTo>
                    <a:pt x="8" y="62"/>
                  </a:lnTo>
                  <a:lnTo>
                    <a:pt x="8" y="57"/>
                  </a:lnTo>
                  <a:lnTo>
                    <a:pt x="8" y="54"/>
                  </a:lnTo>
                  <a:lnTo>
                    <a:pt x="8" y="56"/>
                  </a:lnTo>
                  <a:lnTo>
                    <a:pt x="8" y="56"/>
                  </a:lnTo>
                  <a:lnTo>
                    <a:pt x="8" y="56"/>
                  </a:lnTo>
                  <a:lnTo>
                    <a:pt x="8" y="56"/>
                  </a:lnTo>
                  <a:lnTo>
                    <a:pt x="9" y="5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" name="Freeform 607"/>
            <p:cNvSpPr/>
            <p:nvPr/>
          </p:nvSpPr>
          <p:spPr bwMode="auto">
            <a:xfrm>
              <a:off x="1773238" y="1928814"/>
              <a:ext cx="14288" cy="184150"/>
            </a:xfrm>
            <a:custGeom>
              <a:avLst/>
              <a:gdLst>
                <a:gd name="T0" fmla="*/ 0 w 9"/>
                <a:gd name="T1" fmla="*/ 116 h 116"/>
                <a:gd name="T2" fmla="*/ 1 w 9"/>
                <a:gd name="T3" fmla="*/ 114 h 116"/>
                <a:gd name="T4" fmla="*/ 1 w 9"/>
                <a:gd name="T5" fmla="*/ 109 h 116"/>
                <a:gd name="T6" fmla="*/ 1 w 9"/>
                <a:gd name="T7" fmla="*/ 104 h 116"/>
                <a:gd name="T8" fmla="*/ 1 w 9"/>
                <a:gd name="T9" fmla="*/ 102 h 116"/>
                <a:gd name="T10" fmla="*/ 1 w 9"/>
                <a:gd name="T11" fmla="*/ 99 h 116"/>
                <a:gd name="T12" fmla="*/ 1 w 9"/>
                <a:gd name="T13" fmla="*/ 94 h 116"/>
                <a:gd name="T14" fmla="*/ 1 w 9"/>
                <a:gd name="T15" fmla="*/ 90 h 116"/>
                <a:gd name="T16" fmla="*/ 2 w 9"/>
                <a:gd name="T17" fmla="*/ 86 h 116"/>
                <a:gd name="T18" fmla="*/ 2 w 9"/>
                <a:gd name="T19" fmla="*/ 82 h 116"/>
                <a:gd name="T20" fmla="*/ 2 w 9"/>
                <a:gd name="T21" fmla="*/ 80 h 116"/>
                <a:gd name="T22" fmla="*/ 2 w 9"/>
                <a:gd name="T23" fmla="*/ 76 h 116"/>
                <a:gd name="T24" fmla="*/ 3 w 9"/>
                <a:gd name="T25" fmla="*/ 70 h 116"/>
                <a:gd name="T26" fmla="*/ 3 w 9"/>
                <a:gd name="T27" fmla="*/ 65 h 116"/>
                <a:gd name="T28" fmla="*/ 3 w 9"/>
                <a:gd name="T29" fmla="*/ 59 h 116"/>
                <a:gd name="T30" fmla="*/ 3 w 9"/>
                <a:gd name="T31" fmla="*/ 49 h 116"/>
                <a:gd name="T32" fmla="*/ 3 w 9"/>
                <a:gd name="T33" fmla="*/ 39 h 116"/>
                <a:gd name="T34" fmla="*/ 3 w 9"/>
                <a:gd name="T35" fmla="*/ 32 h 116"/>
                <a:gd name="T36" fmla="*/ 3 w 9"/>
                <a:gd name="T37" fmla="*/ 25 h 116"/>
                <a:gd name="T38" fmla="*/ 4 w 9"/>
                <a:gd name="T39" fmla="*/ 19 h 116"/>
                <a:gd name="T40" fmla="*/ 4 w 9"/>
                <a:gd name="T41" fmla="*/ 13 h 116"/>
                <a:gd name="T42" fmla="*/ 4 w 9"/>
                <a:gd name="T43" fmla="*/ 6 h 116"/>
                <a:gd name="T44" fmla="*/ 4 w 9"/>
                <a:gd name="T45" fmla="*/ 2 h 116"/>
                <a:gd name="T46" fmla="*/ 4 w 9"/>
                <a:gd name="T47" fmla="*/ 4 h 116"/>
                <a:gd name="T48" fmla="*/ 5 w 9"/>
                <a:gd name="T49" fmla="*/ 8 h 116"/>
                <a:gd name="T50" fmla="*/ 5 w 9"/>
                <a:gd name="T51" fmla="*/ 8 h 116"/>
                <a:gd name="T52" fmla="*/ 5 w 9"/>
                <a:gd name="T53" fmla="*/ 11 h 116"/>
                <a:gd name="T54" fmla="*/ 5 w 9"/>
                <a:gd name="T55" fmla="*/ 15 h 116"/>
                <a:gd name="T56" fmla="*/ 5 w 9"/>
                <a:gd name="T57" fmla="*/ 17 h 116"/>
                <a:gd name="T58" fmla="*/ 5 w 9"/>
                <a:gd name="T59" fmla="*/ 17 h 116"/>
                <a:gd name="T60" fmla="*/ 5 w 9"/>
                <a:gd name="T61" fmla="*/ 20 h 116"/>
                <a:gd name="T62" fmla="*/ 6 w 9"/>
                <a:gd name="T63" fmla="*/ 23 h 116"/>
                <a:gd name="T64" fmla="*/ 6 w 9"/>
                <a:gd name="T65" fmla="*/ 23 h 116"/>
                <a:gd name="T66" fmla="*/ 6 w 9"/>
                <a:gd name="T67" fmla="*/ 23 h 116"/>
                <a:gd name="T68" fmla="*/ 6 w 9"/>
                <a:gd name="T69" fmla="*/ 23 h 116"/>
                <a:gd name="T70" fmla="*/ 6 w 9"/>
                <a:gd name="T71" fmla="*/ 21 h 116"/>
                <a:gd name="T72" fmla="*/ 6 w 9"/>
                <a:gd name="T73" fmla="*/ 20 h 116"/>
                <a:gd name="T74" fmla="*/ 6 w 9"/>
                <a:gd name="T75" fmla="*/ 20 h 116"/>
                <a:gd name="T76" fmla="*/ 7 w 9"/>
                <a:gd name="T77" fmla="*/ 21 h 116"/>
                <a:gd name="T78" fmla="*/ 7 w 9"/>
                <a:gd name="T79" fmla="*/ 24 h 116"/>
                <a:gd name="T80" fmla="*/ 7 w 9"/>
                <a:gd name="T81" fmla="*/ 28 h 116"/>
                <a:gd name="T82" fmla="*/ 7 w 9"/>
                <a:gd name="T83" fmla="*/ 31 h 116"/>
                <a:gd name="T84" fmla="*/ 8 w 9"/>
                <a:gd name="T85" fmla="*/ 33 h 116"/>
                <a:gd name="T86" fmla="*/ 8 w 9"/>
                <a:gd name="T87" fmla="*/ 32 h 116"/>
                <a:gd name="T88" fmla="*/ 8 w 9"/>
                <a:gd name="T89" fmla="*/ 30 h 116"/>
                <a:gd name="T90" fmla="*/ 8 w 9"/>
                <a:gd name="T91" fmla="*/ 26 h 116"/>
                <a:gd name="T92" fmla="*/ 8 w 9"/>
                <a:gd name="T93" fmla="*/ 25 h 116"/>
                <a:gd name="T94" fmla="*/ 8 w 9"/>
                <a:gd name="T95" fmla="*/ 22 h 116"/>
                <a:gd name="T96" fmla="*/ 8 w 9"/>
                <a:gd name="T97" fmla="*/ 14 h 116"/>
                <a:gd name="T98" fmla="*/ 9 w 9"/>
                <a:gd name="T99" fmla="*/ 7 h 116"/>
                <a:gd name="T100" fmla="*/ 9 w 9"/>
                <a:gd name="T101" fmla="*/ 4 h 116"/>
                <a:gd name="T102" fmla="*/ 9 w 9"/>
                <a:gd name="T103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16">
                  <a:moveTo>
                    <a:pt x="0" y="116"/>
                  </a:moveTo>
                  <a:lnTo>
                    <a:pt x="1" y="114"/>
                  </a:lnTo>
                  <a:lnTo>
                    <a:pt x="1" y="109"/>
                  </a:lnTo>
                  <a:lnTo>
                    <a:pt x="1" y="104"/>
                  </a:lnTo>
                  <a:lnTo>
                    <a:pt x="1" y="102"/>
                  </a:lnTo>
                  <a:lnTo>
                    <a:pt x="1" y="99"/>
                  </a:lnTo>
                  <a:lnTo>
                    <a:pt x="1" y="94"/>
                  </a:lnTo>
                  <a:lnTo>
                    <a:pt x="1" y="90"/>
                  </a:lnTo>
                  <a:lnTo>
                    <a:pt x="2" y="86"/>
                  </a:lnTo>
                  <a:lnTo>
                    <a:pt x="2" y="82"/>
                  </a:lnTo>
                  <a:lnTo>
                    <a:pt x="2" y="80"/>
                  </a:lnTo>
                  <a:lnTo>
                    <a:pt x="2" y="76"/>
                  </a:lnTo>
                  <a:lnTo>
                    <a:pt x="3" y="70"/>
                  </a:lnTo>
                  <a:lnTo>
                    <a:pt x="3" y="65"/>
                  </a:lnTo>
                  <a:lnTo>
                    <a:pt x="3" y="59"/>
                  </a:lnTo>
                  <a:lnTo>
                    <a:pt x="3" y="49"/>
                  </a:lnTo>
                  <a:lnTo>
                    <a:pt x="3" y="39"/>
                  </a:lnTo>
                  <a:lnTo>
                    <a:pt x="3" y="32"/>
                  </a:lnTo>
                  <a:lnTo>
                    <a:pt x="3" y="25"/>
                  </a:lnTo>
                  <a:lnTo>
                    <a:pt x="4" y="19"/>
                  </a:lnTo>
                  <a:lnTo>
                    <a:pt x="4" y="13"/>
                  </a:lnTo>
                  <a:lnTo>
                    <a:pt x="4" y="6"/>
                  </a:lnTo>
                  <a:lnTo>
                    <a:pt x="4" y="2"/>
                  </a:lnTo>
                  <a:lnTo>
                    <a:pt x="4" y="4"/>
                  </a:lnTo>
                  <a:lnTo>
                    <a:pt x="5" y="8"/>
                  </a:lnTo>
                  <a:lnTo>
                    <a:pt x="5" y="8"/>
                  </a:lnTo>
                  <a:lnTo>
                    <a:pt x="5" y="11"/>
                  </a:lnTo>
                  <a:lnTo>
                    <a:pt x="5" y="15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20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6" y="21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7" y="21"/>
                  </a:lnTo>
                  <a:lnTo>
                    <a:pt x="7" y="24"/>
                  </a:lnTo>
                  <a:lnTo>
                    <a:pt x="7" y="28"/>
                  </a:lnTo>
                  <a:lnTo>
                    <a:pt x="7" y="31"/>
                  </a:lnTo>
                  <a:lnTo>
                    <a:pt x="8" y="33"/>
                  </a:lnTo>
                  <a:lnTo>
                    <a:pt x="8" y="32"/>
                  </a:lnTo>
                  <a:lnTo>
                    <a:pt x="8" y="30"/>
                  </a:lnTo>
                  <a:lnTo>
                    <a:pt x="8" y="26"/>
                  </a:lnTo>
                  <a:lnTo>
                    <a:pt x="8" y="25"/>
                  </a:lnTo>
                  <a:lnTo>
                    <a:pt x="8" y="22"/>
                  </a:lnTo>
                  <a:lnTo>
                    <a:pt x="8" y="14"/>
                  </a:lnTo>
                  <a:lnTo>
                    <a:pt x="9" y="7"/>
                  </a:lnTo>
                  <a:lnTo>
                    <a:pt x="9" y="4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" name="Freeform 608"/>
            <p:cNvSpPr/>
            <p:nvPr/>
          </p:nvSpPr>
          <p:spPr bwMode="auto">
            <a:xfrm>
              <a:off x="1787525" y="1903414"/>
              <a:ext cx="12700" cy="88900"/>
            </a:xfrm>
            <a:custGeom>
              <a:avLst/>
              <a:gdLst>
                <a:gd name="T0" fmla="*/ 0 w 8"/>
                <a:gd name="T1" fmla="*/ 20 h 56"/>
                <a:gd name="T2" fmla="*/ 0 w 8"/>
                <a:gd name="T3" fmla="*/ 16 h 56"/>
                <a:gd name="T4" fmla="*/ 0 w 8"/>
                <a:gd name="T5" fmla="*/ 12 h 56"/>
                <a:gd name="T6" fmla="*/ 0 w 8"/>
                <a:gd name="T7" fmla="*/ 9 h 56"/>
                <a:gd name="T8" fmla="*/ 1 w 8"/>
                <a:gd name="T9" fmla="*/ 8 h 56"/>
                <a:gd name="T10" fmla="*/ 1 w 8"/>
                <a:gd name="T11" fmla="*/ 6 h 56"/>
                <a:gd name="T12" fmla="*/ 1 w 8"/>
                <a:gd name="T13" fmla="*/ 5 h 56"/>
                <a:gd name="T14" fmla="*/ 1 w 8"/>
                <a:gd name="T15" fmla="*/ 6 h 56"/>
                <a:gd name="T16" fmla="*/ 1 w 8"/>
                <a:gd name="T17" fmla="*/ 7 h 56"/>
                <a:gd name="T18" fmla="*/ 1 w 8"/>
                <a:gd name="T19" fmla="*/ 6 h 56"/>
                <a:gd name="T20" fmla="*/ 1 w 8"/>
                <a:gd name="T21" fmla="*/ 5 h 56"/>
                <a:gd name="T22" fmla="*/ 2 w 8"/>
                <a:gd name="T23" fmla="*/ 5 h 56"/>
                <a:gd name="T24" fmla="*/ 2 w 8"/>
                <a:gd name="T25" fmla="*/ 2 h 56"/>
                <a:gd name="T26" fmla="*/ 2 w 8"/>
                <a:gd name="T27" fmla="*/ 0 h 56"/>
                <a:gd name="T28" fmla="*/ 2 w 8"/>
                <a:gd name="T29" fmla="*/ 2 h 56"/>
                <a:gd name="T30" fmla="*/ 2 w 8"/>
                <a:gd name="T31" fmla="*/ 5 h 56"/>
                <a:gd name="T32" fmla="*/ 2 w 8"/>
                <a:gd name="T33" fmla="*/ 6 h 56"/>
                <a:gd name="T34" fmla="*/ 3 w 8"/>
                <a:gd name="T35" fmla="*/ 4 h 56"/>
                <a:gd name="T36" fmla="*/ 3 w 8"/>
                <a:gd name="T37" fmla="*/ 5 h 56"/>
                <a:gd name="T38" fmla="*/ 3 w 8"/>
                <a:gd name="T39" fmla="*/ 7 h 56"/>
                <a:gd name="T40" fmla="*/ 3 w 8"/>
                <a:gd name="T41" fmla="*/ 9 h 56"/>
                <a:gd name="T42" fmla="*/ 3 w 8"/>
                <a:gd name="T43" fmla="*/ 10 h 56"/>
                <a:gd name="T44" fmla="*/ 4 w 8"/>
                <a:gd name="T45" fmla="*/ 13 h 56"/>
                <a:gd name="T46" fmla="*/ 4 w 8"/>
                <a:gd name="T47" fmla="*/ 16 h 56"/>
                <a:gd name="T48" fmla="*/ 4 w 8"/>
                <a:gd name="T49" fmla="*/ 16 h 56"/>
                <a:gd name="T50" fmla="*/ 4 w 8"/>
                <a:gd name="T51" fmla="*/ 15 h 56"/>
                <a:gd name="T52" fmla="*/ 4 w 8"/>
                <a:gd name="T53" fmla="*/ 18 h 56"/>
                <a:gd name="T54" fmla="*/ 4 w 8"/>
                <a:gd name="T55" fmla="*/ 22 h 56"/>
                <a:gd name="T56" fmla="*/ 4 w 8"/>
                <a:gd name="T57" fmla="*/ 24 h 56"/>
                <a:gd name="T58" fmla="*/ 5 w 8"/>
                <a:gd name="T59" fmla="*/ 26 h 56"/>
                <a:gd name="T60" fmla="*/ 5 w 8"/>
                <a:gd name="T61" fmla="*/ 29 h 56"/>
                <a:gd name="T62" fmla="*/ 5 w 8"/>
                <a:gd name="T63" fmla="*/ 31 h 56"/>
                <a:gd name="T64" fmla="*/ 5 w 8"/>
                <a:gd name="T65" fmla="*/ 32 h 56"/>
                <a:gd name="T66" fmla="*/ 5 w 8"/>
                <a:gd name="T67" fmla="*/ 36 h 56"/>
                <a:gd name="T68" fmla="*/ 6 w 8"/>
                <a:gd name="T69" fmla="*/ 41 h 56"/>
                <a:gd name="T70" fmla="*/ 6 w 8"/>
                <a:gd name="T71" fmla="*/ 44 h 56"/>
                <a:gd name="T72" fmla="*/ 6 w 8"/>
                <a:gd name="T73" fmla="*/ 45 h 56"/>
                <a:gd name="T74" fmla="*/ 6 w 8"/>
                <a:gd name="T75" fmla="*/ 49 h 56"/>
                <a:gd name="T76" fmla="*/ 6 w 8"/>
                <a:gd name="T77" fmla="*/ 52 h 56"/>
                <a:gd name="T78" fmla="*/ 6 w 8"/>
                <a:gd name="T79" fmla="*/ 53 h 56"/>
                <a:gd name="T80" fmla="*/ 7 w 8"/>
                <a:gd name="T81" fmla="*/ 54 h 56"/>
                <a:gd name="T82" fmla="*/ 7 w 8"/>
                <a:gd name="T83" fmla="*/ 56 h 56"/>
                <a:gd name="T84" fmla="*/ 7 w 8"/>
                <a:gd name="T85" fmla="*/ 56 h 56"/>
                <a:gd name="T86" fmla="*/ 7 w 8"/>
                <a:gd name="T87" fmla="*/ 54 h 56"/>
                <a:gd name="T88" fmla="*/ 7 w 8"/>
                <a:gd name="T89" fmla="*/ 54 h 56"/>
                <a:gd name="T90" fmla="*/ 8 w 8"/>
                <a:gd name="T91" fmla="*/ 53 h 56"/>
                <a:gd name="T92" fmla="*/ 8 w 8"/>
                <a:gd name="T93" fmla="*/ 50 h 56"/>
                <a:gd name="T94" fmla="*/ 8 w 8"/>
                <a:gd name="T95" fmla="*/ 49 h 56"/>
                <a:gd name="T96" fmla="*/ 8 w 8"/>
                <a:gd name="T97" fmla="*/ 49 h 56"/>
                <a:gd name="T98" fmla="*/ 8 w 8"/>
                <a:gd name="T99" fmla="*/ 49 h 56"/>
                <a:gd name="T100" fmla="*/ 8 w 8"/>
                <a:gd name="T101" fmla="*/ 49 h 56"/>
                <a:gd name="T102" fmla="*/ 8 w 8"/>
                <a:gd name="T103" fmla="*/ 4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56">
                  <a:moveTo>
                    <a:pt x="0" y="20"/>
                  </a:moveTo>
                  <a:lnTo>
                    <a:pt x="0" y="16"/>
                  </a:lnTo>
                  <a:lnTo>
                    <a:pt x="0" y="12"/>
                  </a:lnTo>
                  <a:lnTo>
                    <a:pt x="0" y="9"/>
                  </a:lnTo>
                  <a:lnTo>
                    <a:pt x="1" y="8"/>
                  </a:lnTo>
                  <a:lnTo>
                    <a:pt x="1" y="6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5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5"/>
                  </a:lnTo>
                  <a:lnTo>
                    <a:pt x="2" y="6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0"/>
                  </a:lnTo>
                  <a:lnTo>
                    <a:pt x="4" y="13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5"/>
                  </a:lnTo>
                  <a:lnTo>
                    <a:pt x="4" y="18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5" y="26"/>
                  </a:lnTo>
                  <a:lnTo>
                    <a:pt x="5" y="29"/>
                  </a:lnTo>
                  <a:lnTo>
                    <a:pt x="5" y="31"/>
                  </a:lnTo>
                  <a:lnTo>
                    <a:pt x="5" y="32"/>
                  </a:lnTo>
                  <a:lnTo>
                    <a:pt x="5" y="36"/>
                  </a:lnTo>
                  <a:lnTo>
                    <a:pt x="6" y="41"/>
                  </a:lnTo>
                  <a:lnTo>
                    <a:pt x="6" y="44"/>
                  </a:lnTo>
                  <a:lnTo>
                    <a:pt x="6" y="45"/>
                  </a:lnTo>
                  <a:lnTo>
                    <a:pt x="6" y="49"/>
                  </a:lnTo>
                  <a:lnTo>
                    <a:pt x="6" y="52"/>
                  </a:lnTo>
                  <a:lnTo>
                    <a:pt x="6" y="53"/>
                  </a:lnTo>
                  <a:lnTo>
                    <a:pt x="7" y="54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8" y="53"/>
                  </a:lnTo>
                  <a:lnTo>
                    <a:pt x="8" y="50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8" y="4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" name="Freeform 609"/>
            <p:cNvSpPr/>
            <p:nvPr/>
          </p:nvSpPr>
          <p:spPr bwMode="auto">
            <a:xfrm>
              <a:off x="1800225" y="1944689"/>
              <a:ext cx="14288" cy="76200"/>
            </a:xfrm>
            <a:custGeom>
              <a:avLst/>
              <a:gdLst>
                <a:gd name="T0" fmla="*/ 0 w 9"/>
                <a:gd name="T1" fmla="*/ 23 h 48"/>
                <a:gd name="T2" fmla="*/ 0 w 9"/>
                <a:gd name="T3" fmla="*/ 23 h 48"/>
                <a:gd name="T4" fmla="*/ 1 w 9"/>
                <a:gd name="T5" fmla="*/ 24 h 48"/>
                <a:gd name="T6" fmla="*/ 1 w 9"/>
                <a:gd name="T7" fmla="*/ 24 h 48"/>
                <a:gd name="T8" fmla="*/ 1 w 9"/>
                <a:gd name="T9" fmla="*/ 26 h 48"/>
                <a:gd name="T10" fmla="*/ 1 w 9"/>
                <a:gd name="T11" fmla="*/ 29 h 48"/>
                <a:gd name="T12" fmla="*/ 1 w 9"/>
                <a:gd name="T13" fmla="*/ 31 h 48"/>
                <a:gd name="T14" fmla="*/ 1 w 9"/>
                <a:gd name="T15" fmla="*/ 32 h 48"/>
                <a:gd name="T16" fmla="*/ 1 w 9"/>
                <a:gd name="T17" fmla="*/ 32 h 48"/>
                <a:gd name="T18" fmla="*/ 2 w 9"/>
                <a:gd name="T19" fmla="*/ 34 h 48"/>
                <a:gd name="T20" fmla="*/ 2 w 9"/>
                <a:gd name="T21" fmla="*/ 36 h 48"/>
                <a:gd name="T22" fmla="*/ 2 w 9"/>
                <a:gd name="T23" fmla="*/ 38 h 48"/>
                <a:gd name="T24" fmla="*/ 2 w 9"/>
                <a:gd name="T25" fmla="*/ 38 h 48"/>
                <a:gd name="T26" fmla="*/ 3 w 9"/>
                <a:gd name="T27" fmla="*/ 39 h 48"/>
                <a:gd name="T28" fmla="*/ 3 w 9"/>
                <a:gd name="T29" fmla="*/ 40 h 48"/>
                <a:gd name="T30" fmla="*/ 3 w 9"/>
                <a:gd name="T31" fmla="*/ 38 h 48"/>
                <a:gd name="T32" fmla="*/ 3 w 9"/>
                <a:gd name="T33" fmla="*/ 36 h 48"/>
                <a:gd name="T34" fmla="*/ 3 w 9"/>
                <a:gd name="T35" fmla="*/ 34 h 48"/>
                <a:gd name="T36" fmla="*/ 3 w 9"/>
                <a:gd name="T37" fmla="*/ 30 h 48"/>
                <a:gd name="T38" fmla="*/ 3 w 9"/>
                <a:gd name="T39" fmla="*/ 25 h 48"/>
                <a:gd name="T40" fmla="*/ 4 w 9"/>
                <a:gd name="T41" fmla="*/ 18 h 48"/>
                <a:gd name="T42" fmla="*/ 4 w 9"/>
                <a:gd name="T43" fmla="*/ 13 h 48"/>
                <a:gd name="T44" fmla="*/ 4 w 9"/>
                <a:gd name="T45" fmla="*/ 7 h 48"/>
                <a:gd name="T46" fmla="*/ 4 w 9"/>
                <a:gd name="T47" fmla="*/ 1 h 48"/>
                <a:gd name="T48" fmla="*/ 4 w 9"/>
                <a:gd name="T49" fmla="*/ 0 h 48"/>
                <a:gd name="T50" fmla="*/ 5 w 9"/>
                <a:gd name="T51" fmla="*/ 0 h 48"/>
                <a:gd name="T52" fmla="*/ 5 w 9"/>
                <a:gd name="T53" fmla="*/ 1 h 48"/>
                <a:gd name="T54" fmla="*/ 5 w 9"/>
                <a:gd name="T55" fmla="*/ 3 h 48"/>
                <a:gd name="T56" fmla="*/ 5 w 9"/>
                <a:gd name="T57" fmla="*/ 6 h 48"/>
                <a:gd name="T58" fmla="*/ 5 w 9"/>
                <a:gd name="T59" fmla="*/ 10 h 48"/>
                <a:gd name="T60" fmla="*/ 5 w 9"/>
                <a:gd name="T61" fmla="*/ 14 h 48"/>
                <a:gd name="T62" fmla="*/ 5 w 9"/>
                <a:gd name="T63" fmla="*/ 20 h 48"/>
                <a:gd name="T64" fmla="*/ 6 w 9"/>
                <a:gd name="T65" fmla="*/ 25 h 48"/>
                <a:gd name="T66" fmla="*/ 6 w 9"/>
                <a:gd name="T67" fmla="*/ 27 h 48"/>
                <a:gd name="T68" fmla="*/ 6 w 9"/>
                <a:gd name="T69" fmla="*/ 29 h 48"/>
                <a:gd name="T70" fmla="*/ 6 w 9"/>
                <a:gd name="T71" fmla="*/ 30 h 48"/>
                <a:gd name="T72" fmla="*/ 6 w 9"/>
                <a:gd name="T73" fmla="*/ 29 h 48"/>
                <a:gd name="T74" fmla="*/ 6 w 9"/>
                <a:gd name="T75" fmla="*/ 28 h 48"/>
                <a:gd name="T76" fmla="*/ 6 w 9"/>
                <a:gd name="T77" fmla="*/ 28 h 48"/>
                <a:gd name="T78" fmla="*/ 7 w 9"/>
                <a:gd name="T79" fmla="*/ 27 h 48"/>
                <a:gd name="T80" fmla="*/ 7 w 9"/>
                <a:gd name="T81" fmla="*/ 25 h 48"/>
                <a:gd name="T82" fmla="*/ 7 w 9"/>
                <a:gd name="T83" fmla="*/ 26 h 48"/>
                <a:gd name="T84" fmla="*/ 7 w 9"/>
                <a:gd name="T85" fmla="*/ 30 h 48"/>
                <a:gd name="T86" fmla="*/ 8 w 9"/>
                <a:gd name="T87" fmla="*/ 33 h 48"/>
                <a:gd name="T88" fmla="*/ 8 w 9"/>
                <a:gd name="T89" fmla="*/ 36 h 48"/>
                <a:gd name="T90" fmla="*/ 8 w 9"/>
                <a:gd name="T91" fmla="*/ 39 h 48"/>
                <a:gd name="T92" fmla="*/ 8 w 9"/>
                <a:gd name="T93" fmla="*/ 43 h 48"/>
                <a:gd name="T94" fmla="*/ 8 w 9"/>
                <a:gd name="T95" fmla="*/ 45 h 48"/>
                <a:gd name="T96" fmla="*/ 8 w 9"/>
                <a:gd name="T97" fmla="*/ 46 h 48"/>
                <a:gd name="T98" fmla="*/ 8 w 9"/>
                <a:gd name="T99" fmla="*/ 48 h 48"/>
                <a:gd name="T100" fmla="*/ 9 w 9"/>
                <a:gd name="T101" fmla="*/ 48 h 48"/>
                <a:gd name="T102" fmla="*/ 9 w 9"/>
                <a:gd name="T103" fmla="*/ 4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8">
                  <a:moveTo>
                    <a:pt x="0" y="23"/>
                  </a:moveTo>
                  <a:lnTo>
                    <a:pt x="0" y="23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3" y="39"/>
                  </a:lnTo>
                  <a:lnTo>
                    <a:pt x="3" y="40"/>
                  </a:lnTo>
                  <a:lnTo>
                    <a:pt x="3" y="38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3" y="30"/>
                  </a:lnTo>
                  <a:lnTo>
                    <a:pt x="3" y="25"/>
                  </a:lnTo>
                  <a:lnTo>
                    <a:pt x="4" y="18"/>
                  </a:lnTo>
                  <a:lnTo>
                    <a:pt x="4" y="13"/>
                  </a:lnTo>
                  <a:lnTo>
                    <a:pt x="4" y="7"/>
                  </a:lnTo>
                  <a:lnTo>
                    <a:pt x="4" y="1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5" y="6"/>
                  </a:lnTo>
                  <a:lnTo>
                    <a:pt x="5" y="10"/>
                  </a:lnTo>
                  <a:lnTo>
                    <a:pt x="5" y="14"/>
                  </a:lnTo>
                  <a:lnTo>
                    <a:pt x="5" y="20"/>
                  </a:lnTo>
                  <a:lnTo>
                    <a:pt x="6" y="25"/>
                  </a:lnTo>
                  <a:lnTo>
                    <a:pt x="6" y="27"/>
                  </a:lnTo>
                  <a:lnTo>
                    <a:pt x="6" y="29"/>
                  </a:lnTo>
                  <a:lnTo>
                    <a:pt x="6" y="30"/>
                  </a:lnTo>
                  <a:lnTo>
                    <a:pt x="6" y="29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6"/>
                  </a:lnTo>
                  <a:lnTo>
                    <a:pt x="7" y="30"/>
                  </a:lnTo>
                  <a:lnTo>
                    <a:pt x="8" y="33"/>
                  </a:lnTo>
                  <a:lnTo>
                    <a:pt x="8" y="36"/>
                  </a:lnTo>
                  <a:lnTo>
                    <a:pt x="8" y="39"/>
                  </a:lnTo>
                  <a:lnTo>
                    <a:pt x="8" y="43"/>
                  </a:lnTo>
                  <a:lnTo>
                    <a:pt x="8" y="45"/>
                  </a:lnTo>
                  <a:lnTo>
                    <a:pt x="8" y="46"/>
                  </a:lnTo>
                  <a:lnTo>
                    <a:pt x="8" y="48"/>
                  </a:lnTo>
                  <a:lnTo>
                    <a:pt x="9" y="48"/>
                  </a:lnTo>
                  <a:lnTo>
                    <a:pt x="9" y="4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" name="Freeform 610"/>
            <p:cNvSpPr/>
            <p:nvPr/>
          </p:nvSpPr>
          <p:spPr bwMode="auto">
            <a:xfrm>
              <a:off x="1814513" y="2006601"/>
              <a:ext cx="12700" cy="128588"/>
            </a:xfrm>
            <a:custGeom>
              <a:avLst/>
              <a:gdLst>
                <a:gd name="T0" fmla="*/ 0 w 8"/>
                <a:gd name="T1" fmla="*/ 9 h 81"/>
                <a:gd name="T2" fmla="*/ 0 w 8"/>
                <a:gd name="T3" fmla="*/ 7 h 81"/>
                <a:gd name="T4" fmla="*/ 0 w 8"/>
                <a:gd name="T5" fmla="*/ 5 h 81"/>
                <a:gd name="T6" fmla="*/ 0 w 8"/>
                <a:gd name="T7" fmla="*/ 4 h 81"/>
                <a:gd name="T8" fmla="*/ 0 w 8"/>
                <a:gd name="T9" fmla="*/ 3 h 81"/>
                <a:gd name="T10" fmla="*/ 1 w 8"/>
                <a:gd name="T11" fmla="*/ 0 h 81"/>
                <a:gd name="T12" fmla="*/ 1 w 8"/>
                <a:gd name="T13" fmla="*/ 1 h 81"/>
                <a:gd name="T14" fmla="*/ 1 w 8"/>
                <a:gd name="T15" fmla="*/ 4 h 81"/>
                <a:gd name="T16" fmla="*/ 1 w 8"/>
                <a:gd name="T17" fmla="*/ 6 h 81"/>
                <a:gd name="T18" fmla="*/ 1 w 8"/>
                <a:gd name="T19" fmla="*/ 6 h 81"/>
                <a:gd name="T20" fmla="*/ 1 w 8"/>
                <a:gd name="T21" fmla="*/ 8 h 81"/>
                <a:gd name="T22" fmla="*/ 1 w 8"/>
                <a:gd name="T23" fmla="*/ 11 h 81"/>
                <a:gd name="T24" fmla="*/ 2 w 8"/>
                <a:gd name="T25" fmla="*/ 13 h 81"/>
                <a:gd name="T26" fmla="*/ 2 w 8"/>
                <a:gd name="T27" fmla="*/ 14 h 81"/>
                <a:gd name="T28" fmla="*/ 2 w 8"/>
                <a:gd name="T29" fmla="*/ 17 h 81"/>
                <a:gd name="T30" fmla="*/ 2 w 8"/>
                <a:gd name="T31" fmla="*/ 21 h 81"/>
                <a:gd name="T32" fmla="*/ 2 w 8"/>
                <a:gd name="T33" fmla="*/ 23 h 81"/>
                <a:gd name="T34" fmla="*/ 2 w 8"/>
                <a:gd name="T35" fmla="*/ 21 h 81"/>
                <a:gd name="T36" fmla="*/ 3 w 8"/>
                <a:gd name="T37" fmla="*/ 24 h 81"/>
                <a:gd name="T38" fmla="*/ 3 w 8"/>
                <a:gd name="T39" fmla="*/ 28 h 81"/>
                <a:gd name="T40" fmla="*/ 3 w 8"/>
                <a:gd name="T41" fmla="*/ 31 h 81"/>
                <a:gd name="T42" fmla="*/ 3 w 8"/>
                <a:gd name="T43" fmla="*/ 35 h 81"/>
                <a:gd name="T44" fmla="*/ 3 w 8"/>
                <a:gd name="T45" fmla="*/ 39 h 81"/>
                <a:gd name="T46" fmla="*/ 4 w 8"/>
                <a:gd name="T47" fmla="*/ 42 h 81"/>
                <a:gd name="T48" fmla="*/ 4 w 8"/>
                <a:gd name="T49" fmla="*/ 44 h 81"/>
                <a:gd name="T50" fmla="*/ 4 w 8"/>
                <a:gd name="T51" fmla="*/ 48 h 81"/>
                <a:gd name="T52" fmla="*/ 4 w 8"/>
                <a:gd name="T53" fmla="*/ 53 h 81"/>
                <a:gd name="T54" fmla="*/ 4 w 8"/>
                <a:gd name="T55" fmla="*/ 54 h 81"/>
                <a:gd name="T56" fmla="*/ 4 w 8"/>
                <a:gd name="T57" fmla="*/ 54 h 81"/>
                <a:gd name="T58" fmla="*/ 4 w 8"/>
                <a:gd name="T59" fmla="*/ 56 h 81"/>
                <a:gd name="T60" fmla="*/ 5 w 8"/>
                <a:gd name="T61" fmla="*/ 57 h 81"/>
                <a:gd name="T62" fmla="*/ 5 w 8"/>
                <a:gd name="T63" fmla="*/ 55 h 81"/>
                <a:gd name="T64" fmla="*/ 5 w 8"/>
                <a:gd name="T65" fmla="*/ 54 h 81"/>
                <a:gd name="T66" fmla="*/ 5 w 8"/>
                <a:gd name="T67" fmla="*/ 55 h 81"/>
                <a:gd name="T68" fmla="*/ 6 w 8"/>
                <a:gd name="T69" fmla="*/ 55 h 81"/>
                <a:gd name="T70" fmla="*/ 6 w 8"/>
                <a:gd name="T71" fmla="*/ 53 h 81"/>
                <a:gd name="T72" fmla="*/ 6 w 8"/>
                <a:gd name="T73" fmla="*/ 53 h 81"/>
                <a:gd name="T74" fmla="*/ 6 w 8"/>
                <a:gd name="T75" fmla="*/ 55 h 81"/>
                <a:gd name="T76" fmla="*/ 6 w 8"/>
                <a:gd name="T77" fmla="*/ 56 h 81"/>
                <a:gd name="T78" fmla="*/ 6 w 8"/>
                <a:gd name="T79" fmla="*/ 58 h 81"/>
                <a:gd name="T80" fmla="*/ 6 w 8"/>
                <a:gd name="T81" fmla="*/ 64 h 81"/>
                <a:gd name="T82" fmla="*/ 7 w 8"/>
                <a:gd name="T83" fmla="*/ 68 h 81"/>
                <a:gd name="T84" fmla="*/ 7 w 8"/>
                <a:gd name="T85" fmla="*/ 70 h 81"/>
                <a:gd name="T86" fmla="*/ 7 w 8"/>
                <a:gd name="T87" fmla="*/ 73 h 81"/>
                <a:gd name="T88" fmla="*/ 7 w 8"/>
                <a:gd name="T89" fmla="*/ 77 h 81"/>
                <a:gd name="T90" fmla="*/ 7 w 8"/>
                <a:gd name="T91" fmla="*/ 79 h 81"/>
                <a:gd name="T92" fmla="*/ 7 w 8"/>
                <a:gd name="T93" fmla="*/ 80 h 81"/>
                <a:gd name="T94" fmla="*/ 7 w 8"/>
                <a:gd name="T95" fmla="*/ 81 h 81"/>
                <a:gd name="T96" fmla="*/ 8 w 8"/>
                <a:gd name="T97" fmla="*/ 81 h 81"/>
                <a:gd name="T98" fmla="*/ 8 w 8"/>
                <a:gd name="T99" fmla="*/ 78 h 81"/>
                <a:gd name="T100" fmla="*/ 8 w 8"/>
                <a:gd name="T101" fmla="*/ 74 h 81"/>
                <a:gd name="T102" fmla="*/ 8 w 8"/>
                <a:gd name="T103" fmla="*/ 7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1">
                  <a:moveTo>
                    <a:pt x="0" y="9"/>
                  </a:moveTo>
                  <a:lnTo>
                    <a:pt x="0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4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8"/>
                  </a:lnTo>
                  <a:lnTo>
                    <a:pt x="1" y="11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1"/>
                  </a:lnTo>
                  <a:lnTo>
                    <a:pt x="3" y="24"/>
                  </a:lnTo>
                  <a:lnTo>
                    <a:pt x="3" y="28"/>
                  </a:lnTo>
                  <a:lnTo>
                    <a:pt x="3" y="31"/>
                  </a:lnTo>
                  <a:lnTo>
                    <a:pt x="3" y="35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4" y="44"/>
                  </a:lnTo>
                  <a:lnTo>
                    <a:pt x="4" y="48"/>
                  </a:lnTo>
                  <a:lnTo>
                    <a:pt x="4" y="53"/>
                  </a:lnTo>
                  <a:lnTo>
                    <a:pt x="4" y="54"/>
                  </a:lnTo>
                  <a:lnTo>
                    <a:pt x="4" y="54"/>
                  </a:lnTo>
                  <a:lnTo>
                    <a:pt x="4" y="56"/>
                  </a:lnTo>
                  <a:lnTo>
                    <a:pt x="5" y="57"/>
                  </a:lnTo>
                  <a:lnTo>
                    <a:pt x="5" y="55"/>
                  </a:lnTo>
                  <a:lnTo>
                    <a:pt x="5" y="54"/>
                  </a:lnTo>
                  <a:lnTo>
                    <a:pt x="5" y="55"/>
                  </a:lnTo>
                  <a:lnTo>
                    <a:pt x="6" y="55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6" y="55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6" y="64"/>
                  </a:lnTo>
                  <a:lnTo>
                    <a:pt x="7" y="68"/>
                  </a:lnTo>
                  <a:lnTo>
                    <a:pt x="7" y="70"/>
                  </a:lnTo>
                  <a:lnTo>
                    <a:pt x="7" y="73"/>
                  </a:lnTo>
                  <a:lnTo>
                    <a:pt x="7" y="77"/>
                  </a:lnTo>
                  <a:lnTo>
                    <a:pt x="7" y="79"/>
                  </a:lnTo>
                  <a:lnTo>
                    <a:pt x="7" y="80"/>
                  </a:lnTo>
                  <a:lnTo>
                    <a:pt x="7" y="81"/>
                  </a:lnTo>
                  <a:lnTo>
                    <a:pt x="8" y="81"/>
                  </a:lnTo>
                  <a:lnTo>
                    <a:pt x="8" y="78"/>
                  </a:lnTo>
                  <a:lnTo>
                    <a:pt x="8" y="74"/>
                  </a:lnTo>
                  <a:lnTo>
                    <a:pt x="8" y="7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" name="Freeform 611"/>
            <p:cNvSpPr/>
            <p:nvPr/>
          </p:nvSpPr>
          <p:spPr bwMode="auto">
            <a:xfrm>
              <a:off x="1827213" y="1989139"/>
              <a:ext cx="14288" cy="146050"/>
            </a:xfrm>
            <a:custGeom>
              <a:avLst/>
              <a:gdLst>
                <a:gd name="T0" fmla="*/ 0 w 9"/>
                <a:gd name="T1" fmla="*/ 85 h 92"/>
                <a:gd name="T2" fmla="*/ 0 w 9"/>
                <a:gd name="T3" fmla="*/ 82 h 92"/>
                <a:gd name="T4" fmla="*/ 0 w 9"/>
                <a:gd name="T5" fmla="*/ 83 h 92"/>
                <a:gd name="T6" fmla="*/ 1 w 9"/>
                <a:gd name="T7" fmla="*/ 87 h 92"/>
                <a:gd name="T8" fmla="*/ 1 w 9"/>
                <a:gd name="T9" fmla="*/ 89 h 92"/>
                <a:gd name="T10" fmla="*/ 1 w 9"/>
                <a:gd name="T11" fmla="*/ 84 h 92"/>
                <a:gd name="T12" fmla="*/ 1 w 9"/>
                <a:gd name="T13" fmla="*/ 79 h 92"/>
                <a:gd name="T14" fmla="*/ 1 w 9"/>
                <a:gd name="T15" fmla="*/ 82 h 92"/>
                <a:gd name="T16" fmla="*/ 1 w 9"/>
                <a:gd name="T17" fmla="*/ 85 h 92"/>
                <a:gd name="T18" fmla="*/ 1 w 9"/>
                <a:gd name="T19" fmla="*/ 85 h 92"/>
                <a:gd name="T20" fmla="*/ 2 w 9"/>
                <a:gd name="T21" fmla="*/ 84 h 92"/>
                <a:gd name="T22" fmla="*/ 2 w 9"/>
                <a:gd name="T23" fmla="*/ 86 h 92"/>
                <a:gd name="T24" fmla="*/ 2 w 9"/>
                <a:gd name="T25" fmla="*/ 86 h 92"/>
                <a:gd name="T26" fmla="*/ 2 w 9"/>
                <a:gd name="T27" fmla="*/ 83 h 92"/>
                <a:gd name="T28" fmla="*/ 3 w 9"/>
                <a:gd name="T29" fmla="*/ 83 h 92"/>
                <a:gd name="T30" fmla="*/ 3 w 9"/>
                <a:gd name="T31" fmla="*/ 88 h 92"/>
                <a:gd name="T32" fmla="*/ 3 w 9"/>
                <a:gd name="T33" fmla="*/ 92 h 92"/>
                <a:gd name="T34" fmla="*/ 3 w 9"/>
                <a:gd name="T35" fmla="*/ 89 h 92"/>
                <a:gd name="T36" fmla="*/ 3 w 9"/>
                <a:gd name="T37" fmla="*/ 85 h 92"/>
                <a:gd name="T38" fmla="*/ 3 w 9"/>
                <a:gd name="T39" fmla="*/ 87 h 92"/>
                <a:gd name="T40" fmla="*/ 3 w 9"/>
                <a:gd name="T41" fmla="*/ 84 h 92"/>
                <a:gd name="T42" fmla="*/ 4 w 9"/>
                <a:gd name="T43" fmla="*/ 75 h 92"/>
                <a:gd name="T44" fmla="*/ 4 w 9"/>
                <a:gd name="T45" fmla="*/ 71 h 92"/>
                <a:gd name="T46" fmla="*/ 4 w 9"/>
                <a:gd name="T47" fmla="*/ 71 h 92"/>
                <a:gd name="T48" fmla="*/ 4 w 9"/>
                <a:gd name="T49" fmla="*/ 64 h 92"/>
                <a:gd name="T50" fmla="*/ 4 w 9"/>
                <a:gd name="T51" fmla="*/ 51 h 92"/>
                <a:gd name="T52" fmla="*/ 4 w 9"/>
                <a:gd name="T53" fmla="*/ 47 h 92"/>
                <a:gd name="T54" fmla="*/ 4 w 9"/>
                <a:gd name="T55" fmla="*/ 47 h 92"/>
                <a:gd name="T56" fmla="*/ 5 w 9"/>
                <a:gd name="T57" fmla="*/ 38 h 92"/>
                <a:gd name="T58" fmla="*/ 5 w 9"/>
                <a:gd name="T59" fmla="*/ 28 h 92"/>
                <a:gd name="T60" fmla="*/ 5 w 9"/>
                <a:gd name="T61" fmla="*/ 27 h 92"/>
                <a:gd name="T62" fmla="*/ 5 w 9"/>
                <a:gd name="T63" fmla="*/ 26 h 92"/>
                <a:gd name="T64" fmla="*/ 5 w 9"/>
                <a:gd name="T65" fmla="*/ 19 h 92"/>
                <a:gd name="T66" fmla="*/ 6 w 9"/>
                <a:gd name="T67" fmla="*/ 17 h 92"/>
                <a:gd name="T68" fmla="*/ 6 w 9"/>
                <a:gd name="T69" fmla="*/ 20 h 92"/>
                <a:gd name="T70" fmla="*/ 6 w 9"/>
                <a:gd name="T71" fmla="*/ 21 h 92"/>
                <a:gd name="T72" fmla="*/ 6 w 9"/>
                <a:gd name="T73" fmla="*/ 18 h 92"/>
                <a:gd name="T74" fmla="*/ 6 w 9"/>
                <a:gd name="T75" fmla="*/ 17 h 92"/>
                <a:gd name="T76" fmla="*/ 6 w 9"/>
                <a:gd name="T77" fmla="*/ 18 h 92"/>
                <a:gd name="T78" fmla="*/ 6 w 9"/>
                <a:gd name="T79" fmla="*/ 13 h 92"/>
                <a:gd name="T80" fmla="*/ 7 w 9"/>
                <a:gd name="T81" fmla="*/ 7 h 92"/>
                <a:gd name="T82" fmla="*/ 7 w 9"/>
                <a:gd name="T83" fmla="*/ 7 h 92"/>
                <a:gd name="T84" fmla="*/ 7 w 9"/>
                <a:gd name="T85" fmla="*/ 7 h 92"/>
                <a:gd name="T86" fmla="*/ 7 w 9"/>
                <a:gd name="T87" fmla="*/ 2 h 92"/>
                <a:gd name="T88" fmla="*/ 8 w 9"/>
                <a:gd name="T89" fmla="*/ 0 h 92"/>
                <a:gd name="T90" fmla="*/ 8 w 9"/>
                <a:gd name="T91" fmla="*/ 5 h 92"/>
                <a:gd name="T92" fmla="*/ 8 w 9"/>
                <a:gd name="T93" fmla="*/ 7 h 92"/>
                <a:gd name="T94" fmla="*/ 8 w 9"/>
                <a:gd name="T95" fmla="*/ 4 h 92"/>
                <a:gd name="T96" fmla="*/ 8 w 9"/>
                <a:gd name="T97" fmla="*/ 7 h 92"/>
                <a:gd name="T98" fmla="*/ 8 w 9"/>
                <a:gd name="T99" fmla="*/ 14 h 92"/>
                <a:gd name="T100" fmla="*/ 8 w 9"/>
                <a:gd name="T101" fmla="*/ 14 h 92"/>
                <a:gd name="T102" fmla="*/ 9 w 9"/>
                <a:gd name="T103" fmla="*/ 1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92">
                  <a:moveTo>
                    <a:pt x="0" y="85"/>
                  </a:moveTo>
                  <a:lnTo>
                    <a:pt x="0" y="82"/>
                  </a:lnTo>
                  <a:lnTo>
                    <a:pt x="0" y="83"/>
                  </a:lnTo>
                  <a:lnTo>
                    <a:pt x="1" y="87"/>
                  </a:lnTo>
                  <a:lnTo>
                    <a:pt x="1" y="89"/>
                  </a:lnTo>
                  <a:lnTo>
                    <a:pt x="1" y="84"/>
                  </a:lnTo>
                  <a:lnTo>
                    <a:pt x="1" y="79"/>
                  </a:lnTo>
                  <a:lnTo>
                    <a:pt x="1" y="82"/>
                  </a:lnTo>
                  <a:lnTo>
                    <a:pt x="1" y="85"/>
                  </a:lnTo>
                  <a:lnTo>
                    <a:pt x="1" y="85"/>
                  </a:lnTo>
                  <a:lnTo>
                    <a:pt x="2" y="84"/>
                  </a:lnTo>
                  <a:lnTo>
                    <a:pt x="2" y="86"/>
                  </a:lnTo>
                  <a:lnTo>
                    <a:pt x="2" y="86"/>
                  </a:lnTo>
                  <a:lnTo>
                    <a:pt x="2" y="83"/>
                  </a:lnTo>
                  <a:lnTo>
                    <a:pt x="3" y="83"/>
                  </a:lnTo>
                  <a:lnTo>
                    <a:pt x="3" y="88"/>
                  </a:lnTo>
                  <a:lnTo>
                    <a:pt x="3" y="92"/>
                  </a:lnTo>
                  <a:lnTo>
                    <a:pt x="3" y="89"/>
                  </a:lnTo>
                  <a:lnTo>
                    <a:pt x="3" y="85"/>
                  </a:lnTo>
                  <a:lnTo>
                    <a:pt x="3" y="87"/>
                  </a:lnTo>
                  <a:lnTo>
                    <a:pt x="3" y="84"/>
                  </a:lnTo>
                  <a:lnTo>
                    <a:pt x="4" y="75"/>
                  </a:lnTo>
                  <a:lnTo>
                    <a:pt x="4" y="71"/>
                  </a:lnTo>
                  <a:lnTo>
                    <a:pt x="4" y="71"/>
                  </a:lnTo>
                  <a:lnTo>
                    <a:pt x="4" y="64"/>
                  </a:lnTo>
                  <a:lnTo>
                    <a:pt x="4" y="51"/>
                  </a:lnTo>
                  <a:lnTo>
                    <a:pt x="4" y="47"/>
                  </a:lnTo>
                  <a:lnTo>
                    <a:pt x="4" y="47"/>
                  </a:lnTo>
                  <a:lnTo>
                    <a:pt x="5" y="38"/>
                  </a:lnTo>
                  <a:lnTo>
                    <a:pt x="5" y="28"/>
                  </a:lnTo>
                  <a:lnTo>
                    <a:pt x="5" y="27"/>
                  </a:lnTo>
                  <a:lnTo>
                    <a:pt x="5" y="26"/>
                  </a:lnTo>
                  <a:lnTo>
                    <a:pt x="5" y="19"/>
                  </a:lnTo>
                  <a:lnTo>
                    <a:pt x="6" y="17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6" y="18"/>
                  </a:lnTo>
                  <a:lnTo>
                    <a:pt x="6" y="17"/>
                  </a:lnTo>
                  <a:lnTo>
                    <a:pt x="6" y="18"/>
                  </a:lnTo>
                  <a:lnTo>
                    <a:pt x="6" y="13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2"/>
                  </a:lnTo>
                  <a:lnTo>
                    <a:pt x="8" y="0"/>
                  </a:lnTo>
                  <a:lnTo>
                    <a:pt x="8" y="5"/>
                  </a:lnTo>
                  <a:lnTo>
                    <a:pt x="8" y="7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9" y="1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" name="Freeform 612"/>
            <p:cNvSpPr/>
            <p:nvPr/>
          </p:nvSpPr>
          <p:spPr bwMode="auto">
            <a:xfrm>
              <a:off x="1839913" y="1938339"/>
              <a:ext cx="14288" cy="73025"/>
            </a:xfrm>
            <a:custGeom>
              <a:avLst/>
              <a:gdLst>
                <a:gd name="T0" fmla="*/ 0 w 9"/>
                <a:gd name="T1" fmla="*/ 46 h 46"/>
                <a:gd name="T2" fmla="*/ 1 w 9"/>
                <a:gd name="T3" fmla="*/ 42 h 46"/>
                <a:gd name="T4" fmla="*/ 1 w 9"/>
                <a:gd name="T5" fmla="*/ 42 h 46"/>
                <a:gd name="T6" fmla="*/ 1 w 9"/>
                <a:gd name="T7" fmla="*/ 42 h 46"/>
                <a:gd name="T8" fmla="*/ 1 w 9"/>
                <a:gd name="T9" fmla="*/ 35 h 46"/>
                <a:gd name="T10" fmla="*/ 1 w 9"/>
                <a:gd name="T11" fmla="*/ 29 h 46"/>
                <a:gd name="T12" fmla="*/ 1 w 9"/>
                <a:gd name="T13" fmla="*/ 30 h 46"/>
                <a:gd name="T14" fmla="*/ 1 w 9"/>
                <a:gd name="T15" fmla="*/ 29 h 46"/>
                <a:gd name="T16" fmla="*/ 2 w 9"/>
                <a:gd name="T17" fmla="*/ 22 h 46"/>
                <a:gd name="T18" fmla="*/ 2 w 9"/>
                <a:gd name="T19" fmla="*/ 18 h 46"/>
                <a:gd name="T20" fmla="*/ 2 w 9"/>
                <a:gd name="T21" fmla="*/ 19 h 46"/>
                <a:gd name="T22" fmla="*/ 2 w 9"/>
                <a:gd name="T23" fmla="*/ 15 h 46"/>
                <a:gd name="T24" fmla="*/ 3 w 9"/>
                <a:gd name="T25" fmla="*/ 10 h 46"/>
                <a:gd name="T26" fmla="*/ 3 w 9"/>
                <a:gd name="T27" fmla="*/ 10 h 46"/>
                <a:gd name="T28" fmla="*/ 3 w 9"/>
                <a:gd name="T29" fmla="*/ 14 h 46"/>
                <a:gd name="T30" fmla="*/ 3 w 9"/>
                <a:gd name="T31" fmla="*/ 10 h 46"/>
                <a:gd name="T32" fmla="*/ 3 w 9"/>
                <a:gd name="T33" fmla="*/ 4 h 46"/>
                <a:gd name="T34" fmla="*/ 3 w 9"/>
                <a:gd name="T35" fmla="*/ 4 h 46"/>
                <a:gd name="T36" fmla="*/ 3 w 9"/>
                <a:gd name="T37" fmla="*/ 8 h 46"/>
                <a:gd name="T38" fmla="*/ 4 w 9"/>
                <a:gd name="T39" fmla="*/ 6 h 46"/>
                <a:gd name="T40" fmla="*/ 4 w 9"/>
                <a:gd name="T41" fmla="*/ 3 h 46"/>
                <a:gd name="T42" fmla="*/ 4 w 9"/>
                <a:gd name="T43" fmla="*/ 4 h 46"/>
                <a:gd name="T44" fmla="*/ 4 w 9"/>
                <a:gd name="T45" fmla="*/ 4 h 46"/>
                <a:gd name="T46" fmla="*/ 4 w 9"/>
                <a:gd name="T47" fmla="*/ 0 h 46"/>
                <a:gd name="T48" fmla="*/ 5 w 9"/>
                <a:gd name="T49" fmla="*/ 1 h 46"/>
                <a:gd name="T50" fmla="*/ 5 w 9"/>
                <a:gd name="T51" fmla="*/ 7 h 46"/>
                <a:gd name="T52" fmla="*/ 5 w 9"/>
                <a:gd name="T53" fmla="*/ 8 h 46"/>
                <a:gd name="T54" fmla="*/ 5 w 9"/>
                <a:gd name="T55" fmla="*/ 4 h 46"/>
                <a:gd name="T56" fmla="*/ 5 w 9"/>
                <a:gd name="T57" fmla="*/ 5 h 46"/>
                <a:gd name="T58" fmla="*/ 5 w 9"/>
                <a:gd name="T59" fmla="*/ 8 h 46"/>
                <a:gd name="T60" fmla="*/ 5 w 9"/>
                <a:gd name="T61" fmla="*/ 7 h 46"/>
                <a:gd name="T62" fmla="*/ 6 w 9"/>
                <a:gd name="T63" fmla="*/ 6 h 46"/>
                <a:gd name="T64" fmla="*/ 6 w 9"/>
                <a:gd name="T65" fmla="*/ 9 h 46"/>
                <a:gd name="T66" fmla="*/ 6 w 9"/>
                <a:gd name="T67" fmla="*/ 10 h 46"/>
                <a:gd name="T68" fmla="*/ 6 w 9"/>
                <a:gd name="T69" fmla="*/ 5 h 46"/>
                <a:gd name="T70" fmla="*/ 6 w 9"/>
                <a:gd name="T71" fmla="*/ 1 h 46"/>
                <a:gd name="T72" fmla="*/ 6 w 9"/>
                <a:gd name="T73" fmla="*/ 3 h 46"/>
                <a:gd name="T74" fmla="*/ 6 w 9"/>
                <a:gd name="T75" fmla="*/ 4 h 46"/>
                <a:gd name="T76" fmla="*/ 7 w 9"/>
                <a:gd name="T77" fmla="*/ 1 h 46"/>
                <a:gd name="T78" fmla="*/ 7 w 9"/>
                <a:gd name="T79" fmla="*/ 0 h 46"/>
                <a:gd name="T80" fmla="*/ 7 w 9"/>
                <a:gd name="T81" fmla="*/ 2 h 46"/>
                <a:gd name="T82" fmla="*/ 7 w 9"/>
                <a:gd name="T83" fmla="*/ 4 h 46"/>
                <a:gd name="T84" fmla="*/ 8 w 9"/>
                <a:gd name="T85" fmla="*/ 4 h 46"/>
                <a:gd name="T86" fmla="*/ 8 w 9"/>
                <a:gd name="T87" fmla="*/ 5 h 46"/>
                <a:gd name="T88" fmla="*/ 8 w 9"/>
                <a:gd name="T89" fmla="*/ 10 h 46"/>
                <a:gd name="T90" fmla="*/ 8 w 9"/>
                <a:gd name="T91" fmla="*/ 13 h 46"/>
                <a:gd name="T92" fmla="*/ 8 w 9"/>
                <a:gd name="T93" fmla="*/ 15 h 46"/>
                <a:gd name="T94" fmla="*/ 8 w 9"/>
                <a:gd name="T95" fmla="*/ 17 h 46"/>
                <a:gd name="T96" fmla="*/ 8 w 9"/>
                <a:gd name="T97" fmla="*/ 21 h 46"/>
                <a:gd name="T98" fmla="*/ 9 w 9"/>
                <a:gd name="T99" fmla="*/ 21 h 46"/>
                <a:gd name="T100" fmla="*/ 9 w 9"/>
                <a:gd name="T101" fmla="*/ 19 h 46"/>
                <a:gd name="T102" fmla="*/ 9 w 9"/>
                <a:gd name="T103" fmla="*/ 1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6">
                  <a:moveTo>
                    <a:pt x="0" y="46"/>
                  </a:moveTo>
                  <a:lnTo>
                    <a:pt x="1" y="42"/>
                  </a:lnTo>
                  <a:lnTo>
                    <a:pt x="1" y="42"/>
                  </a:lnTo>
                  <a:lnTo>
                    <a:pt x="1" y="42"/>
                  </a:lnTo>
                  <a:lnTo>
                    <a:pt x="1" y="35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2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2" y="15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4"/>
                  </a:lnTo>
                  <a:lnTo>
                    <a:pt x="3" y="10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8"/>
                  </a:lnTo>
                  <a:lnTo>
                    <a:pt x="4" y="6"/>
                  </a:lnTo>
                  <a:lnTo>
                    <a:pt x="4" y="3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5" y="1"/>
                  </a:lnTo>
                  <a:lnTo>
                    <a:pt x="5" y="7"/>
                  </a:lnTo>
                  <a:lnTo>
                    <a:pt x="5" y="8"/>
                  </a:lnTo>
                  <a:lnTo>
                    <a:pt x="5" y="4"/>
                  </a:lnTo>
                  <a:lnTo>
                    <a:pt x="5" y="5"/>
                  </a:lnTo>
                  <a:lnTo>
                    <a:pt x="5" y="8"/>
                  </a:lnTo>
                  <a:lnTo>
                    <a:pt x="5" y="7"/>
                  </a:lnTo>
                  <a:lnTo>
                    <a:pt x="6" y="6"/>
                  </a:lnTo>
                  <a:lnTo>
                    <a:pt x="6" y="9"/>
                  </a:lnTo>
                  <a:lnTo>
                    <a:pt x="6" y="10"/>
                  </a:lnTo>
                  <a:lnTo>
                    <a:pt x="6" y="5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2"/>
                  </a:lnTo>
                  <a:lnTo>
                    <a:pt x="7" y="4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3"/>
                  </a:lnTo>
                  <a:lnTo>
                    <a:pt x="8" y="15"/>
                  </a:lnTo>
                  <a:lnTo>
                    <a:pt x="8" y="17"/>
                  </a:lnTo>
                  <a:lnTo>
                    <a:pt x="8" y="21"/>
                  </a:lnTo>
                  <a:lnTo>
                    <a:pt x="9" y="21"/>
                  </a:lnTo>
                  <a:lnTo>
                    <a:pt x="9" y="19"/>
                  </a:lnTo>
                  <a:lnTo>
                    <a:pt x="9" y="1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" name="Freeform 613"/>
            <p:cNvSpPr/>
            <p:nvPr/>
          </p:nvSpPr>
          <p:spPr bwMode="auto">
            <a:xfrm>
              <a:off x="1854200" y="1879601"/>
              <a:ext cx="12700" cy="106363"/>
            </a:xfrm>
            <a:custGeom>
              <a:avLst/>
              <a:gdLst>
                <a:gd name="T0" fmla="*/ 0 w 8"/>
                <a:gd name="T1" fmla="*/ 56 h 67"/>
                <a:gd name="T2" fmla="*/ 0 w 8"/>
                <a:gd name="T3" fmla="*/ 56 h 67"/>
                <a:gd name="T4" fmla="*/ 0 w 8"/>
                <a:gd name="T5" fmla="*/ 58 h 67"/>
                <a:gd name="T6" fmla="*/ 0 w 8"/>
                <a:gd name="T7" fmla="*/ 56 h 67"/>
                <a:gd name="T8" fmla="*/ 1 w 8"/>
                <a:gd name="T9" fmla="*/ 51 h 67"/>
                <a:gd name="T10" fmla="*/ 1 w 8"/>
                <a:gd name="T11" fmla="*/ 49 h 67"/>
                <a:gd name="T12" fmla="*/ 1 w 8"/>
                <a:gd name="T13" fmla="*/ 50 h 67"/>
                <a:gd name="T14" fmla="*/ 1 w 8"/>
                <a:gd name="T15" fmla="*/ 48 h 67"/>
                <a:gd name="T16" fmla="*/ 1 w 8"/>
                <a:gd name="T17" fmla="*/ 45 h 67"/>
                <a:gd name="T18" fmla="*/ 1 w 8"/>
                <a:gd name="T19" fmla="*/ 46 h 67"/>
                <a:gd name="T20" fmla="*/ 1 w 8"/>
                <a:gd name="T21" fmla="*/ 47 h 67"/>
                <a:gd name="T22" fmla="*/ 2 w 8"/>
                <a:gd name="T23" fmla="*/ 44 h 67"/>
                <a:gd name="T24" fmla="*/ 2 w 8"/>
                <a:gd name="T25" fmla="*/ 42 h 67"/>
                <a:gd name="T26" fmla="*/ 2 w 8"/>
                <a:gd name="T27" fmla="*/ 42 h 67"/>
                <a:gd name="T28" fmla="*/ 2 w 8"/>
                <a:gd name="T29" fmla="*/ 42 h 67"/>
                <a:gd name="T30" fmla="*/ 2 w 8"/>
                <a:gd name="T31" fmla="*/ 41 h 67"/>
                <a:gd name="T32" fmla="*/ 2 w 8"/>
                <a:gd name="T33" fmla="*/ 40 h 67"/>
                <a:gd name="T34" fmla="*/ 2 w 8"/>
                <a:gd name="T35" fmla="*/ 42 h 67"/>
                <a:gd name="T36" fmla="*/ 3 w 8"/>
                <a:gd name="T37" fmla="*/ 43 h 67"/>
                <a:gd name="T38" fmla="*/ 3 w 8"/>
                <a:gd name="T39" fmla="*/ 42 h 67"/>
                <a:gd name="T40" fmla="*/ 3 w 8"/>
                <a:gd name="T41" fmla="*/ 43 h 67"/>
                <a:gd name="T42" fmla="*/ 3 w 8"/>
                <a:gd name="T43" fmla="*/ 46 h 67"/>
                <a:gd name="T44" fmla="*/ 4 w 8"/>
                <a:gd name="T45" fmla="*/ 47 h 67"/>
                <a:gd name="T46" fmla="*/ 4 w 8"/>
                <a:gd name="T47" fmla="*/ 46 h 67"/>
                <a:gd name="T48" fmla="*/ 4 w 8"/>
                <a:gd name="T49" fmla="*/ 44 h 67"/>
                <a:gd name="T50" fmla="*/ 4 w 8"/>
                <a:gd name="T51" fmla="*/ 42 h 67"/>
                <a:gd name="T52" fmla="*/ 4 w 8"/>
                <a:gd name="T53" fmla="*/ 39 h 67"/>
                <a:gd name="T54" fmla="*/ 4 w 8"/>
                <a:gd name="T55" fmla="*/ 34 h 67"/>
                <a:gd name="T56" fmla="*/ 4 w 8"/>
                <a:gd name="T57" fmla="*/ 29 h 67"/>
                <a:gd name="T58" fmla="*/ 5 w 8"/>
                <a:gd name="T59" fmla="*/ 26 h 67"/>
                <a:gd name="T60" fmla="*/ 5 w 8"/>
                <a:gd name="T61" fmla="*/ 19 h 67"/>
                <a:gd name="T62" fmla="*/ 5 w 8"/>
                <a:gd name="T63" fmla="*/ 10 h 67"/>
                <a:gd name="T64" fmla="*/ 5 w 8"/>
                <a:gd name="T65" fmla="*/ 4 h 67"/>
                <a:gd name="T66" fmla="*/ 5 w 8"/>
                <a:gd name="T67" fmla="*/ 2 h 67"/>
                <a:gd name="T68" fmla="*/ 6 w 8"/>
                <a:gd name="T69" fmla="*/ 0 h 67"/>
                <a:gd name="T70" fmla="*/ 6 w 8"/>
                <a:gd name="T71" fmla="*/ 1 h 67"/>
                <a:gd name="T72" fmla="*/ 6 w 8"/>
                <a:gd name="T73" fmla="*/ 6 h 67"/>
                <a:gd name="T74" fmla="*/ 6 w 8"/>
                <a:gd name="T75" fmla="*/ 10 h 67"/>
                <a:gd name="T76" fmla="*/ 6 w 8"/>
                <a:gd name="T77" fmla="*/ 14 h 67"/>
                <a:gd name="T78" fmla="*/ 6 w 8"/>
                <a:gd name="T79" fmla="*/ 20 h 67"/>
                <a:gd name="T80" fmla="*/ 7 w 8"/>
                <a:gd name="T81" fmla="*/ 28 h 67"/>
                <a:gd name="T82" fmla="*/ 7 w 8"/>
                <a:gd name="T83" fmla="*/ 34 h 67"/>
                <a:gd name="T84" fmla="*/ 7 w 8"/>
                <a:gd name="T85" fmla="*/ 38 h 67"/>
                <a:gd name="T86" fmla="*/ 7 w 8"/>
                <a:gd name="T87" fmla="*/ 44 h 67"/>
                <a:gd name="T88" fmla="*/ 7 w 8"/>
                <a:gd name="T89" fmla="*/ 46 h 67"/>
                <a:gd name="T90" fmla="*/ 7 w 8"/>
                <a:gd name="T91" fmla="*/ 46 h 67"/>
                <a:gd name="T92" fmla="*/ 7 w 8"/>
                <a:gd name="T93" fmla="*/ 48 h 67"/>
                <a:gd name="T94" fmla="*/ 8 w 8"/>
                <a:gd name="T95" fmla="*/ 53 h 67"/>
                <a:gd name="T96" fmla="*/ 8 w 8"/>
                <a:gd name="T97" fmla="*/ 56 h 67"/>
                <a:gd name="T98" fmla="*/ 8 w 8"/>
                <a:gd name="T99" fmla="*/ 59 h 67"/>
                <a:gd name="T100" fmla="*/ 8 w 8"/>
                <a:gd name="T101" fmla="*/ 62 h 67"/>
                <a:gd name="T102" fmla="*/ 8 w 8"/>
                <a:gd name="T103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7">
                  <a:moveTo>
                    <a:pt x="0" y="56"/>
                  </a:moveTo>
                  <a:lnTo>
                    <a:pt x="0" y="56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50"/>
                  </a:lnTo>
                  <a:lnTo>
                    <a:pt x="1" y="48"/>
                  </a:lnTo>
                  <a:lnTo>
                    <a:pt x="1" y="45"/>
                  </a:lnTo>
                  <a:lnTo>
                    <a:pt x="1" y="46"/>
                  </a:lnTo>
                  <a:lnTo>
                    <a:pt x="1" y="47"/>
                  </a:lnTo>
                  <a:lnTo>
                    <a:pt x="2" y="44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2" y="41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3" y="43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3" y="46"/>
                  </a:lnTo>
                  <a:lnTo>
                    <a:pt x="4" y="47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4" y="42"/>
                  </a:lnTo>
                  <a:lnTo>
                    <a:pt x="4" y="39"/>
                  </a:lnTo>
                  <a:lnTo>
                    <a:pt x="4" y="34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5" y="19"/>
                  </a:lnTo>
                  <a:lnTo>
                    <a:pt x="5" y="10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6"/>
                  </a:lnTo>
                  <a:lnTo>
                    <a:pt x="6" y="10"/>
                  </a:lnTo>
                  <a:lnTo>
                    <a:pt x="6" y="14"/>
                  </a:lnTo>
                  <a:lnTo>
                    <a:pt x="6" y="20"/>
                  </a:lnTo>
                  <a:lnTo>
                    <a:pt x="7" y="28"/>
                  </a:lnTo>
                  <a:lnTo>
                    <a:pt x="7" y="34"/>
                  </a:lnTo>
                  <a:lnTo>
                    <a:pt x="7" y="38"/>
                  </a:lnTo>
                  <a:lnTo>
                    <a:pt x="7" y="44"/>
                  </a:lnTo>
                  <a:lnTo>
                    <a:pt x="7" y="46"/>
                  </a:lnTo>
                  <a:lnTo>
                    <a:pt x="7" y="46"/>
                  </a:lnTo>
                  <a:lnTo>
                    <a:pt x="7" y="48"/>
                  </a:lnTo>
                  <a:lnTo>
                    <a:pt x="8" y="53"/>
                  </a:lnTo>
                  <a:lnTo>
                    <a:pt x="8" y="56"/>
                  </a:lnTo>
                  <a:lnTo>
                    <a:pt x="8" y="59"/>
                  </a:lnTo>
                  <a:lnTo>
                    <a:pt x="8" y="62"/>
                  </a:lnTo>
                  <a:lnTo>
                    <a:pt x="8" y="6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" name="Freeform 614"/>
            <p:cNvSpPr/>
            <p:nvPr/>
          </p:nvSpPr>
          <p:spPr bwMode="auto">
            <a:xfrm>
              <a:off x="1866900" y="1978026"/>
              <a:ext cx="14288" cy="177800"/>
            </a:xfrm>
            <a:custGeom>
              <a:avLst/>
              <a:gdLst>
                <a:gd name="T0" fmla="*/ 0 w 9"/>
                <a:gd name="T1" fmla="*/ 0 h 112"/>
                <a:gd name="T2" fmla="*/ 0 w 9"/>
                <a:gd name="T3" fmla="*/ 5 h 112"/>
                <a:gd name="T4" fmla="*/ 1 w 9"/>
                <a:gd name="T5" fmla="*/ 9 h 112"/>
                <a:gd name="T6" fmla="*/ 1 w 9"/>
                <a:gd name="T7" fmla="*/ 12 h 112"/>
                <a:gd name="T8" fmla="*/ 1 w 9"/>
                <a:gd name="T9" fmla="*/ 17 h 112"/>
                <a:gd name="T10" fmla="*/ 1 w 9"/>
                <a:gd name="T11" fmla="*/ 22 h 112"/>
                <a:gd name="T12" fmla="*/ 1 w 9"/>
                <a:gd name="T13" fmla="*/ 25 h 112"/>
                <a:gd name="T14" fmla="*/ 1 w 9"/>
                <a:gd name="T15" fmla="*/ 26 h 112"/>
                <a:gd name="T16" fmla="*/ 1 w 9"/>
                <a:gd name="T17" fmla="*/ 27 h 112"/>
                <a:gd name="T18" fmla="*/ 2 w 9"/>
                <a:gd name="T19" fmla="*/ 30 h 112"/>
                <a:gd name="T20" fmla="*/ 2 w 9"/>
                <a:gd name="T21" fmla="*/ 30 h 112"/>
                <a:gd name="T22" fmla="*/ 2 w 9"/>
                <a:gd name="T23" fmla="*/ 30 h 112"/>
                <a:gd name="T24" fmla="*/ 2 w 9"/>
                <a:gd name="T25" fmla="*/ 32 h 112"/>
                <a:gd name="T26" fmla="*/ 3 w 9"/>
                <a:gd name="T27" fmla="*/ 32 h 112"/>
                <a:gd name="T28" fmla="*/ 3 w 9"/>
                <a:gd name="T29" fmla="*/ 31 h 112"/>
                <a:gd name="T30" fmla="*/ 3 w 9"/>
                <a:gd name="T31" fmla="*/ 33 h 112"/>
                <a:gd name="T32" fmla="*/ 3 w 9"/>
                <a:gd name="T33" fmla="*/ 36 h 112"/>
                <a:gd name="T34" fmla="*/ 3 w 9"/>
                <a:gd name="T35" fmla="*/ 37 h 112"/>
                <a:gd name="T36" fmla="*/ 3 w 9"/>
                <a:gd name="T37" fmla="*/ 38 h 112"/>
                <a:gd name="T38" fmla="*/ 3 w 9"/>
                <a:gd name="T39" fmla="*/ 40 h 112"/>
                <a:gd name="T40" fmla="*/ 4 w 9"/>
                <a:gd name="T41" fmla="*/ 42 h 112"/>
                <a:gd name="T42" fmla="*/ 4 w 9"/>
                <a:gd name="T43" fmla="*/ 42 h 112"/>
                <a:gd name="T44" fmla="*/ 4 w 9"/>
                <a:gd name="T45" fmla="*/ 41 h 112"/>
                <a:gd name="T46" fmla="*/ 4 w 9"/>
                <a:gd name="T47" fmla="*/ 41 h 112"/>
                <a:gd name="T48" fmla="*/ 4 w 9"/>
                <a:gd name="T49" fmla="*/ 42 h 112"/>
                <a:gd name="T50" fmla="*/ 4 w 9"/>
                <a:gd name="T51" fmla="*/ 44 h 112"/>
                <a:gd name="T52" fmla="*/ 4 w 9"/>
                <a:gd name="T53" fmla="*/ 46 h 112"/>
                <a:gd name="T54" fmla="*/ 5 w 9"/>
                <a:gd name="T55" fmla="*/ 47 h 112"/>
                <a:gd name="T56" fmla="*/ 5 w 9"/>
                <a:gd name="T57" fmla="*/ 50 h 112"/>
                <a:gd name="T58" fmla="*/ 5 w 9"/>
                <a:gd name="T59" fmla="*/ 54 h 112"/>
                <a:gd name="T60" fmla="*/ 5 w 9"/>
                <a:gd name="T61" fmla="*/ 58 h 112"/>
                <a:gd name="T62" fmla="*/ 5 w 9"/>
                <a:gd name="T63" fmla="*/ 63 h 112"/>
                <a:gd name="T64" fmla="*/ 6 w 9"/>
                <a:gd name="T65" fmla="*/ 68 h 112"/>
                <a:gd name="T66" fmla="*/ 6 w 9"/>
                <a:gd name="T67" fmla="*/ 71 h 112"/>
                <a:gd name="T68" fmla="*/ 6 w 9"/>
                <a:gd name="T69" fmla="*/ 74 h 112"/>
                <a:gd name="T70" fmla="*/ 6 w 9"/>
                <a:gd name="T71" fmla="*/ 77 h 112"/>
                <a:gd name="T72" fmla="*/ 6 w 9"/>
                <a:gd name="T73" fmla="*/ 80 h 112"/>
                <a:gd name="T74" fmla="*/ 6 w 9"/>
                <a:gd name="T75" fmla="*/ 83 h 112"/>
                <a:gd name="T76" fmla="*/ 6 w 9"/>
                <a:gd name="T77" fmla="*/ 85 h 112"/>
                <a:gd name="T78" fmla="*/ 7 w 9"/>
                <a:gd name="T79" fmla="*/ 87 h 112"/>
                <a:gd name="T80" fmla="*/ 7 w 9"/>
                <a:gd name="T81" fmla="*/ 89 h 112"/>
                <a:gd name="T82" fmla="*/ 7 w 9"/>
                <a:gd name="T83" fmla="*/ 89 h 112"/>
                <a:gd name="T84" fmla="*/ 7 w 9"/>
                <a:gd name="T85" fmla="*/ 89 h 112"/>
                <a:gd name="T86" fmla="*/ 8 w 9"/>
                <a:gd name="T87" fmla="*/ 91 h 112"/>
                <a:gd name="T88" fmla="*/ 8 w 9"/>
                <a:gd name="T89" fmla="*/ 95 h 112"/>
                <a:gd name="T90" fmla="*/ 8 w 9"/>
                <a:gd name="T91" fmla="*/ 96 h 112"/>
                <a:gd name="T92" fmla="*/ 8 w 9"/>
                <a:gd name="T93" fmla="*/ 96 h 112"/>
                <a:gd name="T94" fmla="*/ 8 w 9"/>
                <a:gd name="T95" fmla="*/ 100 h 112"/>
                <a:gd name="T96" fmla="*/ 8 w 9"/>
                <a:gd name="T97" fmla="*/ 105 h 112"/>
                <a:gd name="T98" fmla="*/ 8 w 9"/>
                <a:gd name="T99" fmla="*/ 106 h 112"/>
                <a:gd name="T100" fmla="*/ 9 w 9"/>
                <a:gd name="T101" fmla="*/ 107 h 112"/>
                <a:gd name="T102" fmla="*/ 9 w 9"/>
                <a:gd name="T10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12">
                  <a:moveTo>
                    <a:pt x="0" y="0"/>
                  </a:moveTo>
                  <a:lnTo>
                    <a:pt x="0" y="5"/>
                  </a:lnTo>
                  <a:lnTo>
                    <a:pt x="1" y="9"/>
                  </a:lnTo>
                  <a:lnTo>
                    <a:pt x="1" y="12"/>
                  </a:lnTo>
                  <a:lnTo>
                    <a:pt x="1" y="17"/>
                  </a:lnTo>
                  <a:lnTo>
                    <a:pt x="1" y="22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3" y="32"/>
                  </a:lnTo>
                  <a:lnTo>
                    <a:pt x="3" y="31"/>
                  </a:lnTo>
                  <a:lnTo>
                    <a:pt x="3" y="33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42"/>
                  </a:lnTo>
                  <a:lnTo>
                    <a:pt x="4" y="44"/>
                  </a:lnTo>
                  <a:lnTo>
                    <a:pt x="4" y="46"/>
                  </a:lnTo>
                  <a:lnTo>
                    <a:pt x="5" y="47"/>
                  </a:lnTo>
                  <a:lnTo>
                    <a:pt x="5" y="50"/>
                  </a:lnTo>
                  <a:lnTo>
                    <a:pt x="5" y="54"/>
                  </a:lnTo>
                  <a:lnTo>
                    <a:pt x="5" y="58"/>
                  </a:lnTo>
                  <a:lnTo>
                    <a:pt x="5" y="63"/>
                  </a:lnTo>
                  <a:lnTo>
                    <a:pt x="6" y="68"/>
                  </a:lnTo>
                  <a:lnTo>
                    <a:pt x="6" y="71"/>
                  </a:lnTo>
                  <a:lnTo>
                    <a:pt x="6" y="74"/>
                  </a:lnTo>
                  <a:lnTo>
                    <a:pt x="6" y="77"/>
                  </a:lnTo>
                  <a:lnTo>
                    <a:pt x="6" y="80"/>
                  </a:lnTo>
                  <a:lnTo>
                    <a:pt x="6" y="83"/>
                  </a:lnTo>
                  <a:lnTo>
                    <a:pt x="6" y="85"/>
                  </a:lnTo>
                  <a:lnTo>
                    <a:pt x="7" y="87"/>
                  </a:lnTo>
                  <a:lnTo>
                    <a:pt x="7" y="89"/>
                  </a:lnTo>
                  <a:lnTo>
                    <a:pt x="7" y="89"/>
                  </a:lnTo>
                  <a:lnTo>
                    <a:pt x="7" y="89"/>
                  </a:lnTo>
                  <a:lnTo>
                    <a:pt x="8" y="91"/>
                  </a:lnTo>
                  <a:lnTo>
                    <a:pt x="8" y="95"/>
                  </a:lnTo>
                  <a:lnTo>
                    <a:pt x="8" y="96"/>
                  </a:lnTo>
                  <a:lnTo>
                    <a:pt x="8" y="96"/>
                  </a:lnTo>
                  <a:lnTo>
                    <a:pt x="8" y="100"/>
                  </a:lnTo>
                  <a:lnTo>
                    <a:pt x="8" y="105"/>
                  </a:lnTo>
                  <a:lnTo>
                    <a:pt x="8" y="106"/>
                  </a:lnTo>
                  <a:lnTo>
                    <a:pt x="9" y="107"/>
                  </a:lnTo>
                  <a:lnTo>
                    <a:pt x="9" y="11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2" name="Freeform 615"/>
            <p:cNvSpPr/>
            <p:nvPr/>
          </p:nvSpPr>
          <p:spPr bwMode="auto">
            <a:xfrm>
              <a:off x="1881188" y="1978026"/>
              <a:ext cx="12700" cy="195263"/>
            </a:xfrm>
            <a:custGeom>
              <a:avLst/>
              <a:gdLst>
                <a:gd name="T0" fmla="*/ 0 w 8"/>
                <a:gd name="T1" fmla="*/ 107 h 123"/>
                <a:gd name="T2" fmla="*/ 0 w 8"/>
                <a:gd name="T3" fmla="*/ 112 h 123"/>
                <a:gd name="T4" fmla="*/ 0 w 8"/>
                <a:gd name="T5" fmla="*/ 115 h 123"/>
                <a:gd name="T6" fmla="*/ 0 w 8"/>
                <a:gd name="T7" fmla="*/ 115 h 123"/>
                <a:gd name="T8" fmla="*/ 0 w 8"/>
                <a:gd name="T9" fmla="*/ 115 h 123"/>
                <a:gd name="T10" fmla="*/ 0 w 8"/>
                <a:gd name="T11" fmla="*/ 118 h 123"/>
                <a:gd name="T12" fmla="*/ 0 w 8"/>
                <a:gd name="T13" fmla="*/ 118 h 123"/>
                <a:gd name="T14" fmla="*/ 1 w 8"/>
                <a:gd name="T15" fmla="*/ 116 h 123"/>
                <a:gd name="T16" fmla="*/ 1 w 8"/>
                <a:gd name="T17" fmla="*/ 118 h 123"/>
                <a:gd name="T18" fmla="*/ 1 w 8"/>
                <a:gd name="T19" fmla="*/ 122 h 123"/>
                <a:gd name="T20" fmla="*/ 1 w 8"/>
                <a:gd name="T21" fmla="*/ 121 h 123"/>
                <a:gd name="T22" fmla="*/ 1 w 8"/>
                <a:gd name="T23" fmla="*/ 120 h 123"/>
                <a:gd name="T24" fmla="*/ 2 w 8"/>
                <a:gd name="T25" fmla="*/ 122 h 123"/>
                <a:gd name="T26" fmla="*/ 2 w 8"/>
                <a:gd name="T27" fmla="*/ 123 h 123"/>
                <a:gd name="T28" fmla="*/ 2 w 8"/>
                <a:gd name="T29" fmla="*/ 120 h 123"/>
                <a:gd name="T30" fmla="*/ 2 w 8"/>
                <a:gd name="T31" fmla="*/ 117 h 123"/>
                <a:gd name="T32" fmla="*/ 2 w 8"/>
                <a:gd name="T33" fmla="*/ 115 h 123"/>
                <a:gd name="T34" fmla="*/ 2 w 8"/>
                <a:gd name="T35" fmla="*/ 111 h 123"/>
                <a:gd name="T36" fmla="*/ 3 w 8"/>
                <a:gd name="T37" fmla="*/ 106 h 123"/>
                <a:gd name="T38" fmla="*/ 3 w 8"/>
                <a:gd name="T39" fmla="*/ 108 h 123"/>
                <a:gd name="T40" fmla="*/ 3 w 8"/>
                <a:gd name="T41" fmla="*/ 110 h 123"/>
                <a:gd name="T42" fmla="*/ 3 w 8"/>
                <a:gd name="T43" fmla="*/ 104 h 123"/>
                <a:gd name="T44" fmla="*/ 3 w 8"/>
                <a:gd name="T45" fmla="*/ 99 h 123"/>
                <a:gd name="T46" fmla="*/ 4 w 8"/>
                <a:gd name="T47" fmla="*/ 102 h 123"/>
                <a:gd name="T48" fmla="*/ 4 w 8"/>
                <a:gd name="T49" fmla="*/ 105 h 123"/>
                <a:gd name="T50" fmla="*/ 4 w 8"/>
                <a:gd name="T51" fmla="*/ 103 h 123"/>
                <a:gd name="T52" fmla="*/ 4 w 8"/>
                <a:gd name="T53" fmla="*/ 105 h 123"/>
                <a:gd name="T54" fmla="*/ 4 w 8"/>
                <a:gd name="T55" fmla="*/ 108 h 123"/>
                <a:gd name="T56" fmla="*/ 4 w 8"/>
                <a:gd name="T57" fmla="*/ 106 h 123"/>
                <a:gd name="T58" fmla="*/ 4 w 8"/>
                <a:gd name="T59" fmla="*/ 100 h 123"/>
                <a:gd name="T60" fmla="*/ 5 w 8"/>
                <a:gd name="T61" fmla="*/ 100 h 123"/>
                <a:gd name="T62" fmla="*/ 5 w 8"/>
                <a:gd name="T63" fmla="*/ 101 h 123"/>
                <a:gd name="T64" fmla="*/ 5 w 8"/>
                <a:gd name="T65" fmla="*/ 95 h 123"/>
                <a:gd name="T66" fmla="*/ 5 w 8"/>
                <a:gd name="T67" fmla="*/ 84 h 123"/>
                <a:gd name="T68" fmla="*/ 5 w 8"/>
                <a:gd name="T69" fmla="*/ 76 h 123"/>
                <a:gd name="T70" fmla="*/ 5 w 8"/>
                <a:gd name="T71" fmla="*/ 67 h 123"/>
                <a:gd name="T72" fmla="*/ 5 w 8"/>
                <a:gd name="T73" fmla="*/ 55 h 123"/>
                <a:gd name="T74" fmla="*/ 6 w 8"/>
                <a:gd name="T75" fmla="*/ 45 h 123"/>
                <a:gd name="T76" fmla="*/ 6 w 8"/>
                <a:gd name="T77" fmla="*/ 41 h 123"/>
                <a:gd name="T78" fmla="*/ 6 w 8"/>
                <a:gd name="T79" fmla="*/ 38 h 123"/>
                <a:gd name="T80" fmla="*/ 6 w 8"/>
                <a:gd name="T81" fmla="*/ 30 h 123"/>
                <a:gd name="T82" fmla="*/ 7 w 8"/>
                <a:gd name="T83" fmla="*/ 24 h 123"/>
                <a:gd name="T84" fmla="*/ 7 w 8"/>
                <a:gd name="T85" fmla="*/ 26 h 123"/>
                <a:gd name="T86" fmla="*/ 7 w 8"/>
                <a:gd name="T87" fmla="*/ 27 h 123"/>
                <a:gd name="T88" fmla="*/ 7 w 8"/>
                <a:gd name="T89" fmla="*/ 23 h 123"/>
                <a:gd name="T90" fmla="*/ 7 w 8"/>
                <a:gd name="T91" fmla="*/ 21 h 123"/>
                <a:gd name="T92" fmla="*/ 7 w 8"/>
                <a:gd name="T93" fmla="*/ 22 h 123"/>
                <a:gd name="T94" fmla="*/ 7 w 8"/>
                <a:gd name="T95" fmla="*/ 16 h 123"/>
                <a:gd name="T96" fmla="*/ 8 w 8"/>
                <a:gd name="T97" fmla="*/ 8 h 123"/>
                <a:gd name="T98" fmla="*/ 8 w 8"/>
                <a:gd name="T99" fmla="*/ 9 h 123"/>
                <a:gd name="T100" fmla="*/ 8 w 8"/>
                <a:gd name="T101" fmla="*/ 9 h 123"/>
                <a:gd name="T102" fmla="*/ 8 w 8"/>
                <a:gd name="T103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23">
                  <a:moveTo>
                    <a:pt x="0" y="107"/>
                  </a:moveTo>
                  <a:lnTo>
                    <a:pt x="0" y="112"/>
                  </a:lnTo>
                  <a:lnTo>
                    <a:pt x="0" y="115"/>
                  </a:lnTo>
                  <a:lnTo>
                    <a:pt x="0" y="115"/>
                  </a:lnTo>
                  <a:lnTo>
                    <a:pt x="0" y="115"/>
                  </a:lnTo>
                  <a:lnTo>
                    <a:pt x="0" y="118"/>
                  </a:lnTo>
                  <a:lnTo>
                    <a:pt x="0" y="118"/>
                  </a:lnTo>
                  <a:lnTo>
                    <a:pt x="1" y="116"/>
                  </a:lnTo>
                  <a:lnTo>
                    <a:pt x="1" y="118"/>
                  </a:lnTo>
                  <a:lnTo>
                    <a:pt x="1" y="122"/>
                  </a:lnTo>
                  <a:lnTo>
                    <a:pt x="1" y="121"/>
                  </a:lnTo>
                  <a:lnTo>
                    <a:pt x="1" y="120"/>
                  </a:lnTo>
                  <a:lnTo>
                    <a:pt x="2" y="122"/>
                  </a:lnTo>
                  <a:lnTo>
                    <a:pt x="2" y="123"/>
                  </a:lnTo>
                  <a:lnTo>
                    <a:pt x="2" y="120"/>
                  </a:lnTo>
                  <a:lnTo>
                    <a:pt x="2" y="117"/>
                  </a:lnTo>
                  <a:lnTo>
                    <a:pt x="2" y="115"/>
                  </a:lnTo>
                  <a:lnTo>
                    <a:pt x="2" y="111"/>
                  </a:lnTo>
                  <a:lnTo>
                    <a:pt x="3" y="106"/>
                  </a:lnTo>
                  <a:lnTo>
                    <a:pt x="3" y="108"/>
                  </a:lnTo>
                  <a:lnTo>
                    <a:pt x="3" y="110"/>
                  </a:lnTo>
                  <a:lnTo>
                    <a:pt x="3" y="104"/>
                  </a:lnTo>
                  <a:lnTo>
                    <a:pt x="3" y="99"/>
                  </a:lnTo>
                  <a:lnTo>
                    <a:pt x="4" y="102"/>
                  </a:lnTo>
                  <a:lnTo>
                    <a:pt x="4" y="105"/>
                  </a:lnTo>
                  <a:lnTo>
                    <a:pt x="4" y="103"/>
                  </a:lnTo>
                  <a:lnTo>
                    <a:pt x="4" y="105"/>
                  </a:lnTo>
                  <a:lnTo>
                    <a:pt x="4" y="108"/>
                  </a:lnTo>
                  <a:lnTo>
                    <a:pt x="4" y="106"/>
                  </a:lnTo>
                  <a:lnTo>
                    <a:pt x="4" y="100"/>
                  </a:lnTo>
                  <a:lnTo>
                    <a:pt x="5" y="100"/>
                  </a:lnTo>
                  <a:lnTo>
                    <a:pt x="5" y="101"/>
                  </a:lnTo>
                  <a:lnTo>
                    <a:pt x="5" y="95"/>
                  </a:lnTo>
                  <a:lnTo>
                    <a:pt x="5" y="84"/>
                  </a:lnTo>
                  <a:lnTo>
                    <a:pt x="5" y="76"/>
                  </a:lnTo>
                  <a:lnTo>
                    <a:pt x="5" y="67"/>
                  </a:lnTo>
                  <a:lnTo>
                    <a:pt x="5" y="55"/>
                  </a:lnTo>
                  <a:lnTo>
                    <a:pt x="6" y="45"/>
                  </a:lnTo>
                  <a:lnTo>
                    <a:pt x="6" y="41"/>
                  </a:lnTo>
                  <a:lnTo>
                    <a:pt x="6" y="38"/>
                  </a:lnTo>
                  <a:lnTo>
                    <a:pt x="6" y="30"/>
                  </a:lnTo>
                  <a:lnTo>
                    <a:pt x="7" y="24"/>
                  </a:lnTo>
                  <a:lnTo>
                    <a:pt x="7" y="26"/>
                  </a:lnTo>
                  <a:lnTo>
                    <a:pt x="7" y="27"/>
                  </a:lnTo>
                  <a:lnTo>
                    <a:pt x="7" y="23"/>
                  </a:lnTo>
                  <a:lnTo>
                    <a:pt x="7" y="21"/>
                  </a:lnTo>
                  <a:lnTo>
                    <a:pt x="7" y="22"/>
                  </a:lnTo>
                  <a:lnTo>
                    <a:pt x="7" y="16"/>
                  </a:lnTo>
                  <a:lnTo>
                    <a:pt x="8" y="8"/>
                  </a:lnTo>
                  <a:lnTo>
                    <a:pt x="8" y="9"/>
                  </a:lnTo>
                  <a:lnTo>
                    <a:pt x="8" y="9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3" name="Freeform 616"/>
            <p:cNvSpPr/>
            <p:nvPr/>
          </p:nvSpPr>
          <p:spPr bwMode="auto">
            <a:xfrm>
              <a:off x="1893888" y="1935164"/>
              <a:ext cx="14288" cy="57150"/>
            </a:xfrm>
            <a:custGeom>
              <a:avLst/>
              <a:gdLst>
                <a:gd name="T0" fmla="*/ 0 w 9"/>
                <a:gd name="T1" fmla="*/ 36 h 36"/>
                <a:gd name="T2" fmla="*/ 0 w 9"/>
                <a:gd name="T3" fmla="*/ 27 h 36"/>
                <a:gd name="T4" fmla="*/ 0 w 9"/>
                <a:gd name="T5" fmla="*/ 22 h 36"/>
                <a:gd name="T6" fmla="*/ 1 w 9"/>
                <a:gd name="T7" fmla="*/ 25 h 36"/>
                <a:gd name="T8" fmla="*/ 1 w 9"/>
                <a:gd name="T9" fmla="*/ 25 h 36"/>
                <a:gd name="T10" fmla="*/ 1 w 9"/>
                <a:gd name="T11" fmla="*/ 22 h 36"/>
                <a:gd name="T12" fmla="*/ 1 w 9"/>
                <a:gd name="T13" fmla="*/ 24 h 36"/>
                <a:gd name="T14" fmla="*/ 1 w 9"/>
                <a:gd name="T15" fmla="*/ 29 h 36"/>
                <a:gd name="T16" fmla="*/ 1 w 9"/>
                <a:gd name="T17" fmla="*/ 29 h 36"/>
                <a:gd name="T18" fmla="*/ 1 w 9"/>
                <a:gd name="T19" fmla="*/ 29 h 36"/>
                <a:gd name="T20" fmla="*/ 2 w 9"/>
                <a:gd name="T21" fmla="*/ 32 h 36"/>
                <a:gd name="T22" fmla="*/ 2 w 9"/>
                <a:gd name="T23" fmla="*/ 34 h 36"/>
                <a:gd name="T24" fmla="*/ 2 w 9"/>
                <a:gd name="T25" fmla="*/ 32 h 36"/>
                <a:gd name="T26" fmla="*/ 2 w 9"/>
                <a:gd name="T27" fmla="*/ 31 h 36"/>
                <a:gd name="T28" fmla="*/ 3 w 9"/>
                <a:gd name="T29" fmla="*/ 33 h 36"/>
                <a:gd name="T30" fmla="*/ 3 w 9"/>
                <a:gd name="T31" fmla="*/ 34 h 36"/>
                <a:gd name="T32" fmla="*/ 3 w 9"/>
                <a:gd name="T33" fmla="*/ 31 h 36"/>
                <a:gd name="T34" fmla="*/ 3 w 9"/>
                <a:gd name="T35" fmla="*/ 27 h 36"/>
                <a:gd name="T36" fmla="*/ 3 w 9"/>
                <a:gd name="T37" fmla="*/ 26 h 36"/>
                <a:gd name="T38" fmla="*/ 3 w 9"/>
                <a:gd name="T39" fmla="*/ 26 h 36"/>
                <a:gd name="T40" fmla="*/ 3 w 9"/>
                <a:gd name="T41" fmla="*/ 22 h 36"/>
                <a:gd name="T42" fmla="*/ 4 w 9"/>
                <a:gd name="T43" fmla="*/ 19 h 36"/>
                <a:gd name="T44" fmla="*/ 4 w 9"/>
                <a:gd name="T45" fmla="*/ 19 h 36"/>
                <a:gd name="T46" fmla="*/ 4 w 9"/>
                <a:gd name="T47" fmla="*/ 18 h 36"/>
                <a:gd name="T48" fmla="*/ 4 w 9"/>
                <a:gd name="T49" fmla="*/ 13 h 36"/>
                <a:gd name="T50" fmla="*/ 4 w 9"/>
                <a:gd name="T51" fmla="*/ 10 h 36"/>
                <a:gd name="T52" fmla="*/ 4 w 9"/>
                <a:gd name="T53" fmla="*/ 10 h 36"/>
                <a:gd name="T54" fmla="*/ 4 w 9"/>
                <a:gd name="T55" fmla="*/ 8 h 36"/>
                <a:gd name="T56" fmla="*/ 5 w 9"/>
                <a:gd name="T57" fmla="*/ 6 h 36"/>
                <a:gd name="T58" fmla="*/ 5 w 9"/>
                <a:gd name="T59" fmla="*/ 6 h 36"/>
                <a:gd name="T60" fmla="*/ 5 w 9"/>
                <a:gd name="T61" fmla="*/ 6 h 36"/>
                <a:gd name="T62" fmla="*/ 5 w 9"/>
                <a:gd name="T63" fmla="*/ 5 h 36"/>
                <a:gd name="T64" fmla="*/ 5 w 9"/>
                <a:gd name="T65" fmla="*/ 6 h 36"/>
                <a:gd name="T66" fmla="*/ 6 w 9"/>
                <a:gd name="T67" fmla="*/ 8 h 36"/>
                <a:gd name="T68" fmla="*/ 6 w 9"/>
                <a:gd name="T69" fmla="*/ 8 h 36"/>
                <a:gd name="T70" fmla="*/ 6 w 9"/>
                <a:gd name="T71" fmla="*/ 10 h 36"/>
                <a:gd name="T72" fmla="*/ 6 w 9"/>
                <a:gd name="T73" fmla="*/ 12 h 36"/>
                <a:gd name="T74" fmla="*/ 6 w 9"/>
                <a:gd name="T75" fmla="*/ 13 h 36"/>
                <a:gd name="T76" fmla="*/ 6 w 9"/>
                <a:gd name="T77" fmla="*/ 13 h 36"/>
                <a:gd name="T78" fmla="*/ 6 w 9"/>
                <a:gd name="T79" fmla="*/ 15 h 36"/>
                <a:gd name="T80" fmla="*/ 7 w 9"/>
                <a:gd name="T81" fmla="*/ 16 h 36"/>
                <a:gd name="T82" fmla="*/ 7 w 9"/>
                <a:gd name="T83" fmla="*/ 16 h 36"/>
                <a:gd name="T84" fmla="*/ 7 w 9"/>
                <a:gd name="T85" fmla="*/ 14 h 36"/>
                <a:gd name="T86" fmla="*/ 7 w 9"/>
                <a:gd name="T87" fmla="*/ 12 h 36"/>
                <a:gd name="T88" fmla="*/ 8 w 9"/>
                <a:gd name="T89" fmla="*/ 11 h 36"/>
                <a:gd name="T90" fmla="*/ 8 w 9"/>
                <a:gd name="T91" fmla="*/ 11 h 36"/>
                <a:gd name="T92" fmla="*/ 8 w 9"/>
                <a:gd name="T93" fmla="*/ 8 h 36"/>
                <a:gd name="T94" fmla="*/ 8 w 9"/>
                <a:gd name="T95" fmla="*/ 7 h 36"/>
                <a:gd name="T96" fmla="*/ 8 w 9"/>
                <a:gd name="T97" fmla="*/ 6 h 36"/>
                <a:gd name="T98" fmla="*/ 8 w 9"/>
                <a:gd name="T99" fmla="*/ 4 h 36"/>
                <a:gd name="T100" fmla="*/ 8 w 9"/>
                <a:gd name="T101" fmla="*/ 0 h 36"/>
                <a:gd name="T102" fmla="*/ 9 w 9"/>
                <a:gd name="T103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36">
                  <a:moveTo>
                    <a:pt x="0" y="36"/>
                  </a:moveTo>
                  <a:lnTo>
                    <a:pt x="0" y="27"/>
                  </a:lnTo>
                  <a:lnTo>
                    <a:pt x="0" y="22"/>
                  </a:lnTo>
                  <a:lnTo>
                    <a:pt x="1" y="25"/>
                  </a:lnTo>
                  <a:lnTo>
                    <a:pt x="1" y="25"/>
                  </a:lnTo>
                  <a:lnTo>
                    <a:pt x="1" y="22"/>
                  </a:lnTo>
                  <a:lnTo>
                    <a:pt x="1" y="24"/>
                  </a:lnTo>
                  <a:lnTo>
                    <a:pt x="1" y="29"/>
                  </a:lnTo>
                  <a:lnTo>
                    <a:pt x="1" y="29"/>
                  </a:lnTo>
                  <a:lnTo>
                    <a:pt x="1" y="29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3" y="33"/>
                  </a:lnTo>
                  <a:lnTo>
                    <a:pt x="3" y="34"/>
                  </a:lnTo>
                  <a:lnTo>
                    <a:pt x="3" y="31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22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8"/>
                  </a:lnTo>
                  <a:lnTo>
                    <a:pt x="4" y="13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8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5"/>
                  </a:lnTo>
                  <a:lnTo>
                    <a:pt x="5" y="6"/>
                  </a:lnTo>
                  <a:lnTo>
                    <a:pt x="6" y="8"/>
                  </a:lnTo>
                  <a:lnTo>
                    <a:pt x="6" y="8"/>
                  </a:lnTo>
                  <a:lnTo>
                    <a:pt x="6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6" y="15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4"/>
                  </a:lnTo>
                  <a:lnTo>
                    <a:pt x="7" y="12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4"/>
                  </a:lnTo>
                  <a:lnTo>
                    <a:pt x="8" y="0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4" name="Freeform 617"/>
            <p:cNvSpPr/>
            <p:nvPr/>
          </p:nvSpPr>
          <p:spPr bwMode="auto">
            <a:xfrm>
              <a:off x="1906588" y="1901826"/>
              <a:ext cx="14288" cy="119063"/>
            </a:xfrm>
            <a:custGeom>
              <a:avLst/>
              <a:gdLst>
                <a:gd name="T0" fmla="*/ 0 w 9"/>
                <a:gd name="T1" fmla="*/ 21 h 75"/>
                <a:gd name="T2" fmla="*/ 1 w 9"/>
                <a:gd name="T3" fmla="*/ 21 h 75"/>
                <a:gd name="T4" fmla="*/ 1 w 9"/>
                <a:gd name="T5" fmla="*/ 23 h 75"/>
                <a:gd name="T6" fmla="*/ 1 w 9"/>
                <a:gd name="T7" fmla="*/ 26 h 75"/>
                <a:gd name="T8" fmla="*/ 1 w 9"/>
                <a:gd name="T9" fmla="*/ 28 h 75"/>
                <a:gd name="T10" fmla="*/ 1 w 9"/>
                <a:gd name="T11" fmla="*/ 31 h 75"/>
                <a:gd name="T12" fmla="*/ 1 w 9"/>
                <a:gd name="T13" fmla="*/ 33 h 75"/>
                <a:gd name="T14" fmla="*/ 1 w 9"/>
                <a:gd name="T15" fmla="*/ 34 h 75"/>
                <a:gd name="T16" fmla="*/ 2 w 9"/>
                <a:gd name="T17" fmla="*/ 38 h 75"/>
                <a:gd name="T18" fmla="*/ 2 w 9"/>
                <a:gd name="T19" fmla="*/ 42 h 75"/>
                <a:gd name="T20" fmla="*/ 2 w 9"/>
                <a:gd name="T21" fmla="*/ 45 h 75"/>
                <a:gd name="T22" fmla="*/ 2 w 9"/>
                <a:gd name="T23" fmla="*/ 47 h 75"/>
                <a:gd name="T24" fmla="*/ 2 w 9"/>
                <a:gd name="T25" fmla="*/ 49 h 75"/>
                <a:gd name="T26" fmla="*/ 3 w 9"/>
                <a:gd name="T27" fmla="*/ 52 h 75"/>
                <a:gd name="T28" fmla="*/ 3 w 9"/>
                <a:gd name="T29" fmla="*/ 57 h 75"/>
                <a:gd name="T30" fmla="*/ 3 w 9"/>
                <a:gd name="T31" fmla="*/ 60 h 75"/>
                <a:gd name="T32" fmla="*/ 3 w 9"/>
                <a:gd name="T33" fmla="*/ 61 h 75"/>
                <a:gd name="T34" fmla="*/ 3 w 9"/>
                <a:gd name="T35" fmla="*/ 62 h 75"/>
                <a:gd name="T36" fmla="*/ 3 w 9"/>
                <a:gd name="T37" fmla="*/ 62 h 75"/>
                <a:gd name="T38" fmla="*/ 4 w 9"/>
                <a:gd name="T39" fmla="*/ 60 h 75"/>
                <a:gd name="T40" fmla="*/ 4 w 9"/>
                <a:gd name="T41" fmla="*/ 59 h 75"/>
                <a:gd name="T42" fmla="*/ 4 w 9"/>
                <a:gd name="T43" fmla="*/ 59 h 75"/>
                <a:gd name="T44" fmla="*/ 4 w 9"/>
                <a:gd name="T45" fmla="*/ 57 h 75"/>
                <a:gd name="T46" fmla="*/ 4 w 9"/>
                <a:gd name="T47" fmla="*/ 54 h 75"/>
                <a:gd name="T48" fmla="*/ 5 w 9"/>
                <a:gd name="T49" fmla="*/ 53 h 75"/>
                <a:gd name="T50" fmla="*/ 5 w 9"/>
                <a:gd name="T51" fmla="*/ 55 h 75"/>
                <a:gd name="T52" fmla="*/ 5 w 9"/>
                <a:gd name="T53" fmla="*/ 54 h 75"/>
                <a:gd name="T54" fmla="*/ 5 w 9"/>
                <a:gd name="T55" fmla="*/ 55 h 75"/>
                <a:gd name="T56" fmla="*/ 5 w 9"/>
                <a:gd name="T57" fmla="*/ 60 h 75"/>
                <a:gd name="T58" fmla="*/ 5 w 9"/>
                <a:gd name="T59" fmla="*/ 65 h 75"/>
                <a:gd name="T60" fmla="*/ 5 w 9"/>
                <a:gd name="T61" fmla="*/ 68 h 75"/>
                <a:gd name="T62" fmla="*/ 6 w 9"/>
                <a:gd name="T63" fmla="*/ 70 h 75"/>
                <a:gd name="T64" fmla="*/ 6 w 9"/>
                <a:gd name="T65" fmla="*/ 74 h 75"/>
                <a:gd name="T66" fmla="*/ 6 w 9"/>
                <a:gd name="T67" fmla="*/ 75 h 75"/>
                <a:gd name="T68" fmla="*/ 6 w 9"/>
                <a:gd name="T69" fmla="*/ 74 h 75"/>
                <a:gd name="T70" fmla="*/ 6 w 9"/>
                <a:gd name="T71" fmla="*/ 71 h 75"/>
                <a:gd name="T72" fmla="*/ 6 w 9"/>
                <a:gd name="T73" fmla="*/ 67 h 75"/>
                <a:gd name="T74" fmla="*/ 6 w 9"/>
                <a:gd name="T75" fmla="*/ 60 h 75"/>
                <a:gd name="T76" fmla="*/ 7 w 9"/>
                <a:gd name="T77" fmla="*/ 50 h 75"/>
                <a:gd name="T78" fmla="*/ 7 w 9"/>
                <a:gd name="T79" fmla="*/ 40 h 75"/>
                <a:gd name="T80" fmla="*/ 7 w 9"/>
                <a:gd name="T81" fmla="*/ 32 h 75"/>
                <a:gd name="T82" fmla="*/ 7 w 9"/>
                <a:gd name="T83" fmla="*/ 23 h 75"/>
                <a:gd name="T84" fmla="*/ 8 w 9"/>
                <a:gd name="T85" fmla="*/ 14 h 75"/>
                <a:gd name="T86" fmla="*/ 8 w 9"/>
                <a:gd name="T87" fmla="*/ 8 h 75"/>
                <a:gd name="T88" fmla="*/ 8 w 9"/>
                <a:gd name="T89" fmla="*/ 6 h 75"/>
                <a:gd name="T90" fmla="*/ 8 w 9"/>
                <a:gd name="T91" fmla="*/ 5 h 75"/>
                <a:gd name="T92" fmla="*/ 8 w 9"/>
                <a:gd name="T93" fmla="*/ 1 h 75"/>
                <a:gd name="T94" fmla="*/ 8 w 9"/>
                <a:gd name="T95" fmla="*/ 1 h 75"/>
                <a:gd name="T96" fmla="*/ 8 w 9"/>
                <a:gd name="T97" fmla="*/ 2 h 75"/>
                <a:gd name="T98" fmla="*/ 9 w 9"/>
                <a:gd name="T99" fmla="*/ 2 h 75"/>
                <a:gd name="T100" fmla="*/ 9 w 9"/>
                <a:gd name="T101" fmla="*/ 1 h 75"/>
                <a:gd name="T102" fmla="*/ 9 w 9"/>
                <a:gd name="T103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75">
                  <a:moveTo>
                    <a:pt x="0" y="21"/>
                  </a:moveTo>
                  <a:lnTo>
                    <a:pt x="1" y="21"/>
                  </a:lnTo>
                  <a:lnTo>
                    <a:pt x="1" y="23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2" y="38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2" y="47"/>
                  </a:lnTo>
                  <a:lnTo>
                    <a:pt x="2" y="49"/>
                  </a:lnTo>
                  <a:lnTo>
                    <a:pt x="3" y="52"/>
                  </a:lnTo>
                  <a:lnTo>
                    <a:pt x="3" y="57"/>
                  </a:lnTo>
                  <a:lnTo>
                    <a:pt x="3" y="60"/>
                  </a:lnTo>
                  <a:lnTo>
                    <a:pt x="3" y="61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4" y="60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4" y="57"/>
                  </a:lnTo>
                  <a:lnTo>
                    <a:pt x="4" y="54"/>
                  </a:lnTo>
                  <a:lnTo>
                    <a:pt x="5" y="53"/>
                  </a:lnTo>
                  <a:lnTo>
                    <a:pt x="5" y="55"/>
                  </a:lnTo>
                  <a:lnTo>
                    <a:pt x="5" y="54"/>
                  </a:lnTo>
                  <a:lnTo>
                    <a:pt x="5" y="55"/>
                  </a:lnTo>
                  <a:lnTo>
                    <a:pt x="5" y="60"/>
                  </a:lnTo>
                  <a:lnTo>
                    <a:pt x="5" y="65"/>
                  </a:lnTo>
                  <a:lnTo>
                    <a:pt x="5" y="68"/>
                  </a:lnTo>
                  <a:lnTo>
                    <a:pt x="6" y="70"/>
                  </a:lnTo>
                  <a:lnTo>
                    <a:pt x="6" y="74"/>
                  </a:lnTo>
                  <a:lnTo>
                    <a:pt x="6" y="75"/>
                  </a:lnTo>
                  <a:lnTo>
                    <a:pt x="6" y="74"/>
                  </a:lnTo>
                  <a:lnTo>
                    <a:pt x="6" y="71"/>
                  </a:lnTo>
                  <a:lnTo>
                    <a:pt x="6" y="67"/>
                  </a:lnTo>
                  <a:lnTo>
                    <a:pt x="6" y="60"/>
                  </a:lnTo>
                  <a:lnTo>
                    <a:pt x="7" y="50"/>
                  </a:lnTo>
                  <a:lnTo>
                    <a:pt x="7" y="40"/>
                  </a:lnTo>
                  <a:lnTo>
                    <a:pt x="7" y="32"/>
                  </a:lnTo>
                  <a:lnTo>
                    <a:pt x="7" y="23"/>
                  </a:lnTo>
                  <a:lnTo>
                    <a:pt x="8" y="14"/>
                  </a:lnTo>
                  <a:lnTo>
                    <a:pt x="8" y="8"/>
                  </a:lnTo>
                  <a:lnTo>
                    <a:pt x="8" y="6"/>
                  </a:lnTo>
                  <a:lnTo>
                    <a:pt x="8" y="5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9" y="1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5" name="Freeform 618"/>
            <p:cNvSpPr/>
            <p:nvPr/>
          </p:nvSpPr>
          <p:spPr bwMode="auto">
            <a:xfrm>
              <a:off x="1920875" y="1897064"/>
              <a:ext cx="12700" cy="127000"/>
            </a:xfrm>
            <a:custGeom>
              <a:avLst/>
              <a:gdLst>
                <a:gd name="T0" fmla="*/ 0 w 8"/>
                <a:gd name="T1" fmla="*/ 4 h 80"/>
                <a:gd name="T2" fmla="*/ 0 w 8"/>
                <a:gd name="T3" fmla="*/ 3 h 80"/>
                <a:gd name="T4" fmla="*/ 0 w 8"/>
                <a:gd name="T5" fmla="*/ 3 h 80"/>
                <a:gd name="T6" fmla="*/ 0 w 8"/>
                <a:gd name="T7" fmla="*/ 1 h 80"/>
                <a:gd name="T8" fmla="*/ 1 w 8"/>
                <a:gd name="T9" fmla="*/ 0 h 80"/>
                <a:gd name="T10" fmla="*/ 1 w 8"/>
                <a:gd name="T11" fmla="*/ 2 h 80"/>
                <a:gd name="T12" fmla="*/ 1 w 8"/>
                <a:gd name="T13" fmla="*/ 3 h 80"/>
                <a:gd name="T14" fmla="*/ 1 w 8"/>
                <a:gd name="T15" fmla="*/ 3 h 80"/>
                <a:gd name="T16" fmla="*/ 1 w 8"/>
                <a:gd name="T17" fmla="*/ 6 h 80"/>
                <a:gd name="T18" fmla="*/ 1 w 8"/>
                <a:gd name="T19" fmla="*/ 10 h 80"/>
                <a:gd name="T20" fmla="*/ 1 w 8"/>
                <a:gd name="T21" fmla="*/ 13 h 80"/>
                <a:gd name="T22" fmla="*/ 2 w 8"/>
                <a:gd name="T23" fmla="*/ 17 h 80"/>
                <a:gd name="T24" fmla="*/ 2 w 8"/>
                <a:gd name="T25" fmla="*/ 23 h 80"/>
                <a:gd name="T26" fmla="*/ 2 w 8"/>
                <a:gd name="T27" fmla="*/ 28 h 80"/>
                <a:gd name="T28" fmla="*/ 2 w 8"/>
                <a:gd name="T29" fmla="*/ 30 h 80"/>
                <a:gd name="T30" fmla="*/ 2 w 8"/>
                <a:gd name="T31" fmla="*/ 31 h 80"/>
                <a:gd name="T32" fmla="*/ 2 w 8"/>
                <a:gd name="T33" fmla="*/ 33 h 80"/>
                <a:gd name="T34" fmla="*/ 2 w 8"/>
                <a:gd name="T35" fmla="*/ 35 h 80"/>
                <a:gd name="T36" fmla="*/ 3 w 8"/>
                <a:gd name="T37" fmla="*/ 36 h 80"/>
                <a:gd name="T38" fmla="*/ 3 w 8"/>
                <a:gd name="T39" fmla="*/ 36 h 80"/>
                <a:gd name="T40" fmla="*/ 3 w 8"/>
                <a:gd name="T41" fmla="*/ 37 h 80"/>
                <a:gd name="T42" fmla="*/ 3 w 8"/>
                <a:gd name="T43" fmla="*/ 38 h 80"/>
                <a:gd name="T44" fmla="*/ 4 w 8"/>
                <a:gd name="T45" fmla="*/ 38 h 80"/>
                <a:gd name="T46" fmla="*/ 4 w 8"/>
                <a:gd name="T47" fmla="*/ 40 h 80"/>
                <a:gd name="T48" fmla="*/ 4 w 8"/>
                <a:gd name="T49" fmla="*/ 42 h 80"/>
                <a:gd name="T50" fmla="*/ 4 w 8"/>
                <a:gd name="T51" fmla="*/ 43 h 80"/>
                <a:gd name="T52" fmla="*/ 4 w 8"/>
                <a:gd name="T53" fmla="*/ 44 h 80"/>
                <a:gd name="T54" fmla="*/ 4 w 8"/>
                <a:gd name="T55" fmla="*/ 46 h 80"/>
                <a:gd name="T56" fmla="*/ 4 w 8"/>
                <a:gd name="T57" fmla="*/ 47 h 80"/>
                <a:gd name="T58" fmla="*/ 5 w 8"/>
                <a:gd name="T59" fmla="*/ 48 h 80"/>
                <a:gd name="T60" fmla="*/ 5 w 8"/>
                <a:gd name="T61" fmla="*/ 49 h 80"/>
                <a:gd name="T62" fmla="*/ 5 w 8"/>
                <a:gd name="T63" fmla="*/ 50 h 80"/>
                <a:gd name="T64" fmla="*/ 5 w 8"/>
                <a:gd name="T65" fmla="*/ 49 h 80"/>
                <a:gd name="T66" fmla="*/ 5 w 8"/>
                <a:gd name="T67" fmla="*/ 47 h 80"/>
                <a:gd name="T68" fmla="*/ 6 w 8"/>
                <a:gd name="T69" fmla="*/ 47 h 80"/>
                <a:gd name="T70" fmla="*/ 6 w 8"/>
                <a:gd name="T71" fmla="*/ 48 h 80"/>
                <a:gd name="T72" fmla="*/ 6 w 8"/>
                <a:gd name="T73" fmla="*/ 48 h 80"/>
                <a:gd name="T74" fmla="*/ 6 w 8"/>
                <a:gd name="T75" fmla="*/ 49 h 80"/>
                <a:gd name="T76" fmla="*/ 6 w 8"/>
                <a:gd name="T77" fmla="*/ 50 h 80"/>
                <a:gd name="T78" fmla="*/ 6 w 8"/>
                <a:gd name="T79" fmla="*/ 48 h 80"/>
                <a:gd name="T80" fmla="*/ 6 w 8"/>
                <a:gd name="T81" fmla="*/ 47 h 80"/>
                <a:gd name="T82" fmla="*/ 7 w 8"/>
                <a:gd name="T83" fmla="*/ 52 h 80"/>
                <a:gd name="T84" fmla="*/ 7 w 8"/>
                <a:gd name="T85" fmla="*/ 56 h 80"/>
                <a:gd name="T86" fmla="*/ 7 w 8"/>
                <a:gd name="T87" fmla="*/ 55 h 80"/>
                <a:gd name="T88" fmla="*/ 7 w 8"/>
                <a:gd name="T89" fmla="*/ 56 h 80"/>
                <a:gd name="T90" fmla="*/ 7 w 8"/>
                <a:gd name="T91" fmla="*/ 63 h 80"/>
                <a:gd name="T92" fmla="*/ 7 w 8"/>
                <a:gd name="T93" fmla="*/ 69 h 80"/>
                <a:gd name="T94" fmla="*/ 8 w 8"/>
                <a:gd name="T95" fmla="*/ 70 h 80"/>
                <a:gd name="T96" fmla="*/ 8 w 8"/>
                <a:gd name="T97" fmla="*/ 73 h 80"/>
                <a:gd name="T98" fmla="*/ 8 w 8"/>
                <a:gd name="T99" fmla="*/ 78 h 80"/>
                <a:gd name="T100" fmla="*/ 8 w 8"/>
                <a:gd name="T101" fmla="*/ 80 h 80"/>
                <a:gd name="T102" fmla="*/ 8 w 8"/>
                <a:gd name="T103" fmla="*/ 7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0">
                  <a:moveTo>
                    <a:pt x="0" y="4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6"/>
                  </a:lnTo>
                  <a:lnTo>
                    <a:pt x="1" y="10"/>
                  </a:lnTo>
                  <a:lnTo>
                    <a:pt x="1" y="13"/>
                  </a:lnTo>
                  <a:lnTo>
                    <a:pt x="2" y="17"/>
                  </a:lnTo>
                  <a:lnTo>
                    <a:pt x="2" y="23"/>
                  </a:lnTo>
                  <a:lnTo>
                    <a:pt x="2" y="28"/>
                  </a:lnTo>
                  <a:lnTo>
                    <a:pt x="2" y="30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5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3" y="38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42"/>
                  </a:lnTo>
                  <a:lnTo>
                    <a:pt x="4" y="43"/>
                  </a:lnTo>
                  <a:lnTo>
                    <a:pt x="4" y="44"/>
                  </a:lnTo>
                  <a:lnTo>
                    <a:pt x="4" y="46"/>
                  </a:lnTo>
                  <a:lnTo>
                    <a:pt x="4" y="47"/>
                  </a:lnTo>
                  <a:lnTo>
                    <a:pt x="5" y="48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5" y="49"/>
                  </a:lnTo>
                  <a:lnTo>
                    <a:pt x="5" y="47"/>
                  </a:lnTo>
                  <a:lnTo>
                    <a:pt x="6" y="47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49"/>
                  </a:lnTo>
                  <a:lnTo>
                    <a:pt x="6" y="50"/>
                  </a:lnTo>
                  <a:lnTo>
                    <a:pt x="6" y="48"/>
                  </a:lnTo>
                  <a:lnTo>
                    <a:pt x="6" y="47"/>
                  </a:lnTo>
                  <a:lnTo>
                    <a:pt x="7" y="52"/>
                  </a:lnTo>
                  <a:lnTo>
                    <a:pt x="7" y="56"/>
                  </a:lnTo>
                  <a:lnTo>
                    <a:pt x="7" y="55"/>
                  </a:lnTo>
                  <a:lnTo>
                    <a:pt x="7" y="56"/>
                  </a:lnTo>
                  <a:lnTo>
                    <a:pt x="7" y="63"/>
                  </a:lnTo>
                  <a:lnTo>
                    <a:pt x="7" y="69"/>
                  </a:lnTo>
                  <a:lnTo>
                    <a:pt x="8" y="70"/>
                  </a:lnTo>
                  <a:lnTo>
                    <a:pt x="8" y="73"/>
                  </a:lnTo>
                  <a:lnTo>
                    <a:pt x="8" y="78"/>
                  </a:lnTo>
                  <a:lnTo>
                    <a:pt x="8" y="80"/>
                  </a:lnTo>
                  <a:lnTo>
                    <a:pt x="8" y="7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6" name="Freeform 619"/>
            <p:cNvSpPr/>
            <p:nvPr/>
          </p:nvSpPr>
          <p:spPr bwMode="auto">
            <a:xfrm>
              <a:off x="1933575" y="2020889"/>
              <a:ext cx="14288" cy="180975"/>
            </a:xfrm>
            <a:custGeom>
              <a:avLst/>
              <a:gdLst>
                <a:gd name="T0" fmla="*/ 0 w 9"/>
                <a:gd name="T1" fmla="*/ 2 h 114"/>
                <a:gd name="T2" fmla="*/ 0 w 9"/>
                <a:gd name="T3" fmla="*/ 0 h 114"/>
                <a:gd name="T4" fmla="*/ 1 w 9"/>
                <a:gd name="T5" fmla="*/ 2 h 114"/>
                <a:gd name="T6" fmla="*/ 1 w 9"/>
                <a:gd name="T7" fmla="*/ 7 h 114"/>
                <a:gd name="T8" fmla="*/ 1 w 9"/>
                <a:gd name="T9" fmla="*/ 10 h 114"/>
                <a:gd name="T10" fmla="*/ 1 w 9"/>
                <a:gd name="T11" fmla="*/ 13 h 114"/>
                <a:gd name="T12" fmla="*/ 1 w 9"/>
                <a:gd name="T13" fmla="*/ 16 h 114"/>
                <a:gd name="T14" fmla="*/ 1 w 9"/>
                <a:gd name="T15" fmla="*/ 18 h 114"/>
                <a:gd name="T16" fmla="*/ 1 w 9"/>
                <a:gd name="T17" fmla="*/ 19 h 114"/>
                <a:gd name="T18" fmla="*/ 2 w 9"/>
                <a:gd name="T19" fmla="*/ 24 h 114"/>
                <a:gd name="T20" fmla="*/ 2 w 9"/>
                <a:gd name="T21" fmla="*/ 31 h 114"/>
                <a:gd name="T22" fmla="*/ 2 w 9"/>
                <a:gd name="T23" fmla="*/ 34 h 114"/>
                <a:gd name="T24" fmla="*/ 2 w 9"/>
                <a:gd name="T25" fmla="*/ 32 h 114"/>
                <a:gd name="T26" fmla="*/ 3 w 9"/>
                <a:gd name="T27" fmla="*/ 32 h 114"/>
                <a:gd name="T28" fmla="*/ 3 w 9"/>
                <a:gd name="T29" fmla="*/ 39 h 114"/>
                <a:gd name="T30" fmla="*/ 3 w 9"/>
                <a:gd name="T31" fmla="*/ 46 h 114"/>
                <a:gd name="T32" fmla="*/ 3 w 9"/>
                <a:gd name="T33" fmla="*/ 46 h 114"/>
                <a:gd name="T34" fmla="*/ 3 w 9"/>
                <a:gd name="T35" fmla="*/ 47 h 114"/>
                <a:gd name="T36" fmla="*/ 3 w 9"/>
                <a:gd name="T37" fmla="*/ 52 h 114"/>
                <a:gd name="T38" fmla="*/ 3 w 9"/>
                <a:gd name="T39" fmla="*/ 56 h 114"/>
                <a:gd name="T40" fmla="*/ 4 w 9"/>
                <a:gd name="T41" fmla="*/ 57 h 114"/>
                <a:gd name="T42" fmla="*/ 4 w 9"/>
                <a:gd name="T43" fmla="*/ 60 h 114"/>
                <a:gd name="T44" fmla="*/ 4 w 9"/>
                <a:gd name="T45" fmla="*/ 64 h 114"/>
                <a:gd name="T46" fmla="*/ 4 w 9"/>
                <a:gd name="T47" fmla="*/ 64 h 114"/>
                <a:gd name="T48" fmla="*/ 4 w 9"/>
                <a:gd name="T49" fmla="*/ 61 h 114"/>
                <a:gd name="T50" fmla="*/ 4 w 9"/>
                <a:gd name="T51" fmla="*/ 62 h 114"/>
                <a:gd name="T52" fmla="*/ 4 w 9"/>
                <a:gd name="T53" fmla="*/ 62 h 114"/>
                <a:gd name="T54" fmla="*/ 5 w 9"/>
                <a:gd name="T55" fmla="*/ 61 h 114"/>
                <a:gd name="T56" fmla="*/ 5 w 9"/>
                <a:gd name="T57" fmla="*/ 63 h 114"/>
                <a:gd name="T58" fmla="*/ 5 w 9"/>
                <a:gd name="T59" fmla="*/ 66 h 114"/>
                <a:gd name="T60" fmla="*/ 5 w 9"/>
                <a:gd name="T61" fmla="*/ 66 h 114"/>
                <a:gd name="T62" fmla="*/ 5 w 9"/>
                <a:gd name="T63" fmla="*/ 67 h 114"/>
                <a:gd name="T64" fmla="*/ 6 w 9"/>
                <a:gd name="T65" fmla="*/ 72 h 114"/>
                <a:gd name="T66" fmla="*/ 6 w 9"/>
                <a:gd name="T67" fmla="*/ 79 h 114"/>
                <a:gd name="T68" fmla="*/ 6 w 9"/>
                <a:gd name="T69" fmla="*/ 88 h 114"/>
                <a:gd name="T70" fmla="*/ 6 w 9"/>
                <a:gd name="T71" fmla="*/ 98 h 114"/>
                <a:gd name="T72" fmla="*/ 6 w 9"/>
                <a:gd name="T73" fmla="*/ 104 h 114"/>
                <a:gd name="T74" fmla="*/ 6 w 9"/>
                <a:gd name="T75" fmla="*/ 107 h 114"/>
                <a:gd name="T76" fmla="*/ 6 w 9"/>
                <a:gd name="T77" fmla="*/ 111 h 114"/>
                <a:gd name="T78" fmla="*/ 7 w 9"/>
                <a:gd name="T79" fmla="*/ 114 h 114"/>
                <a:gd name="T80" fmla="*/ 7 w 9"/>
                <a:gd name="T81" fmla="*/ 111 h 114"/>
                <a:gd name="T82" fmla="*/ 7 w 9"/>
                <a:gd name="T83" fmla="*/ 109 h 114"/>
                <a:gd name="T84" fmla="*/ 7 w 9"/>
                <a:gd name="T85" fmla="*/ 108 h 114"/>
                <a:gd name="T86" fmla="*/ 8 w 9"/>
                <a:gd name="T87" fmla="*/ 103 h 114"/>
                <a:gd name="T88" fmla="*/ 8 w 9"/>
                <a:gd name="T89" fmla="*/ 94 h 114"/>
                <a:gd name="T90" fmla="*/ 8 w 9"/>
                <a:gd name="T91" fmla="*/ 89 h 114"/>
                <a:gd name="T92" fmla="*/ 8 w 9"/>
                <a:gd name="T93" fmla="*/ 88 h 114"/>
                <a:gd name="T94" fmla="*/ 8 w 9"/>
                <a:gd name="T95" fmla="*/ 89 h 114"/>
                <a:gd name="T96" fmla="*/ 8 w 9"/>
                <a:gd name="T97" fmla="*/ 88 h 114"/>
                <a:gd name="T98" fmla="*/ 8 w 9"/>
                <a:gd name="T99" fmla="*/ 85 h 114"/>
                <a:gd name="T100" fmla="*/ 9 w 9"/>
                <a:gd name="T101" fmla="*/ 81 h 114"/>
                <a:gd name="T102" fmla="*/ 9 w 9"/>
                <a:gd name="T103" fmla="*/ 7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14">
                  <a:moveTo>
                    <a:pt x="0" y="2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1" y="7"/>
                  </a:lnTo>
                  <a:lnTo>
                    <a:pt x="1" y="10"/>
                  </a:lnTo>
                  <a:lnTo>
                    <a:pt x="1" y="13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2" y="24"/>
                  </a:lnTo>
                  <a:lnTo>
                    <a:pt x="2" y="31"/>
                  </a:lnTo>
                  <a:lnTo>
                    <a:pt x="2" y="34"/>
                  </a:lnTo>
                  <a:lnTo>
                    <a:pt x="2" y="32"/>
                  </a:lnTo>
                  <a:lnTo>
                    <a:pt x="3" y="32"/>
                  </a:lnTo>
                  <a:lnTo>
                    <a:pt x="3" y="39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52"/>
                  </a:lnTo>
                  <a:lnTo>
                    <a:pt x="3" y="56"/>
                  </a:lnTo>
                  <a:lnTo>
                    <a:pt x="4" y="57"/>
                  </a:lnTo>
                  <a:lnTo>
                    <a:pt x="4" y="60"/>
                  </a:lnTo>
                  <a:lnTo>
                    <a:pt x="4" y="64"/>
                  </a:lnTo>
                  <a:lnTo>
                    <a:pt x="4" y="64"/>
                  </a:lnTo>
                  <a:lnTo>
                    <a:pt x="4" y="61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5" y="61"/>
                  </a:lnTo>
                  <a:lnTo>
                    <a:pt x="5" y="63"/>
                  </a:lnTo>
                  <a:lnTo>
                    <a:pt x="5" y="66"/>
                  </a:lnTo>
                  <a:lnTo>
                    <a:pt x="5" y="66"/>
                  </a:lnTo>
                  <a:lnTo>
                    <a:pt x="5" y="67"/>
                  </a:lnTo>
                  <a:lnTo>
                    <a:pt x="6" y="72"/>
                  </a:lnTo>
                  <a:lnTo>
                    <a:pt x="6" y="79"/>
                  </a:lnTo>
                  <a:lnTo>
                    <a:pt x="6" y="88"/>
                  </a:lnTo>
                  <a:lnTo>
                    <a:pt x="6" y="98"/>
                  </a:lnTo>
                  <a:lnTo>
                    <a:pt x="6" y="104"/>
                  </a:lnTo>
                  <a:lnTo>
                    <a:pt x="6" y="107"/>
                  </a:lnTo>
                  <a:lnTo>
                    <a:pt x="6" y="111"/>
                  </a:lnTo>
                  <a:lnTo>
                    <a:pt x="7" y="114"/>
                  </a:lnTo>
                  <a:lnTo>
                    <a:pt x="7" y="111"/>
                  </a:lnTo>
                  <a:lnTo>
                    <a:pt x="7" y="109"/>
                  </a:lnTo>
                  <a:lnTo>
                    <a:pt x="7" y="108"/>
                  </a:lnTo>
                  <a:lnTo>
                    <a:pt x="8" y="103"/>
                  </a:lnTo>
                  <a:lnTo>
                    <a:pt x="8" y="94"/>
                  </a:lnTo>
                  <a:lnTo>
                    <a:pt x="8" y="89"/>
                  </a:lnTo>
                  <a:lnTo>
                    <a:pt x="8" y="88"/>
                  </a:lnTo>
                  <a:lnTo>
                    <a:pt x="8" y="89"/>
                  </a:lnTo>
                  <a:lnTo>
                    <a:pt x="8" y="88"/>
                  </a:lnTo>
                  <a:lnTo>
                    <a:pt x="8" y="85"/>
                  </a:lnTo>
                  <a:lnTo>
                    <a:pt x="9" y="81"/>
                  </a:lnTo>
                  <a:lnTo>
                    <a:pt x="9" y="7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7" name="Freeform 620"/>
            <p:cNvSpPr/>
            <p:nvPr/>
          </p:nvSpPr>
          <p:spPr bwMode="auto">
            <a:xfrm>
              <a:off x="1947863" y="1939926"/>
              <a:ext cx="12700" cy="209550"/>
            </a:xfrm>
            <a:custGeom>
              <a:avLst/>
              <a:gdLst>
                <a:gd name="T0" fmla="*/ 0 w 8"/>
                <a:gd name="T1" fmla="*/ 132 h 132"/>
                <a:gd name="T2" fmla="*/ 0 w 8"/>
                <a:gd name="T3" fmla="*/ 127 h 132"/>
                <a:gd name="T4" fmla="*/ 0 w 8"/>
                <a:gd name="T5" fmla="*/ 123 h 132"/>
                <a:gd name="T6" fmla="*/ 0 w 8"/>
                <a:gd name="T7" fmla="*/ 120 h 132"/>
                <a:gd name="T8" fmla="*/ 0 w 8"/>
                <a:gd name="T9" fmla="*/ 120 h 132"/>
                <a:gd name="T10" fmla="*/ 0 w 8"/>
                <a:gd name="T11" fmla="*/ 115 h 132"/>
                <a:gd name="T12" fmla="*/ 0 w 8"/>
                <a:gd name="T13" fmla="*/ 103 h 132"/>
                <a:gd name="T14" fmla="*/ 1 w 8"/>
                <a:gd name="T15" fmla="*/ 94 h 132"/>
                <a:gd name="T16" fmla="*/ 1 w 8"/>
                <a:gd name="T17" fmla="*/ 91 h 132"/>
                <a:gd name="T18" fmla="*/ 1 w 8"/>
                <a:gd name="T19" fmla="*/ 88 h 132"/>
                <a:gd name="T20" fmla="*/ 1 w 8"/>
                <a:gd name="T21" fmla="*/ 82 h 132"/>
                <a:gd name="T22" fmla="*/ 1 w 8"/>
                <a:gd name="T23" fmla="*/ 78 h 132"/>
                <a:gd name="T24" fmla="*/ 2 w 8"/>
                <a:gd name="T25" fmla="*/ 72 h 132"/>
                <a:gd name="T26" fmla="*/ 2 w 8"/>
                <a:gd name="T27" fmla="*/ 65 h 132"/>
                <a:gd name="T28" fmla="*/ 2 w 8"/>
                <a:gd name="T29" fmla="*/ 62 h 132"/>
                <a:gd name="T30" fmla="*/ 2 w 8"/>
                <a:gd name="T31" fmla="*/ 65 h 132"/>
                <a:gd name="T32" fmla="*/ 2 w 8"/>
                <a:gd name="T33" fmla="*/ 65 h 132"/>
                <a:gd name="T34" fmla="*/ 2 w 8"/>
                <a:gd name="T35" fmla="*/ 60 h 132"/>
                <a:gd name="T36" fmla="*/ 2 w 8"/>
                <a:gd name="T37" fmla="*/ 55 h 132"/>
                <a:gd name="T38" fmla="*/ 3 w 8"/>
                <a:gd name="T39" fmla="*/ 55 h 132"/>
                <a:gd name="T40" fmla="*/ 3 w 8"/>
                <a:gd name="T41" fmla="*/ 54 h 132"/>
                <a:gd name="T42" fmla="*/ 3 w 8"/>
                <a:gd name="T43" fmla="*/ 51 h 132"/>
                <a:gd name="T44" fmla="*/ 3 w 8"/>
                <a:gd name="T45" fmla="*/ 48 h 132"/>
                <a:gd name="T46" fmla="*/ 4 w 8"/>
                <a:gd name="T47" fmla="*/ 45 h 132"/>
                <a:gd name="T48" fmla="*/ 4 w 8"/>
                <a:gd name="T49" fmla="*/ 41 h 132"/>
                <a:gd name="T50" fmla="*/ 4 w 8"/>
                <a:gd name="T51" fmla="*/ 40 h 132"/>
                <a:gd name="T52" fmla="*/ 4 w 8"/>
                <a:gd name="T53" fmla="*/ 39 h 132"/>
                <a:gd name="T54" fmla="*/ 4 w 8"/>
                <a:gd name="T55" fmla="*/ 37 h 132"/>
                <a:gd name="T56" fmla="*/ 4 w 8"/>
                <a:gd name="T57" fmla="*/ 34 h 132"/>
                <a:gd name="T58" fmla="*/ 4 w 8"/>
                <a:gd name="T59" fmla="*/ 31 h 132"/>
                <a:gd name="T60" fmla="*/ 5 w 8"/>
                <a:gd name="T61" fmla="*/ 30 h 132"/>
                <a:gd name="T62" fmla="*/ 5 w 8"/>
                <a:gd name="T63" fmla="*/ 31 h 132"/>
                <a:gd name="T64" fmla="*/ 5 w 8"/>
                <a:gd name="T65" fmla="*/ 29 h 132"/>
                <a:gd name="T66" fmla="*/ 5 w 8"/>
                <a:gd name="T67" fmla="*/ 24 h 132"/>
                <a:gd name="T68" fmla="*/ 5 w 8"/>
                <a:gd name="T69" fmla="*/ 20 h 132"/>
                <a:gd name="T70" fmla="*/ 5 w 8"/>
                <a:gd name="T71" fmla="*/ 16 h 132"/>
                <a:gd name="T72" fmla="*/ 5 w 8"/>
                <a:gd name="T73" fmla="*/ 13 h 132"/>
                <a:gd name="T74" fmla="*/ 6 w 8"/>
                <a:gd name="T75" fmla="*/ 12 h 132"/>
                <a:gd name="T76" fmla="*/ 6 w 8"/>
                <a:gd name="T77" fmla="*/ 10 h 132"/>
                <a:gd name="T78" fmla="*/ 6 w 8"/>
                <a:gd name="T79" fmla="*/ 7 h 132"/>
                <a:gd name="T80" fmla="*/ 6 w 8"/>
                <a:gd name="T81" fmla="*/ 4 h 132"/>
                <a:gd name="T82" fmla="*/ 7 w 8"/>
                <a:gd name="T83" fmla="*/ 3 h 132"/>
                <a:gd name="T84" fmla="*/ 7 w 8"/>
                <a:gd name="T85" fmla="*/ 1 h 132"/>
                <a:gd name="T86" fmla="*/ 7 w 8"/>
                <a:gd name="T87" fmla="*/ 0 h 132"/>
                <a:gd name="T88" fmla="*/ 7 w 8"/>
                <a:gd name="T89" fmla="*/ 2 h 132"/>
                <a:gd name="T90" fmla="*/ 7 w 8"/>
                <a:gd name="T91" fmla="*/ 3 h 132"/>
                <a:gd name="T92" fmla="*/ 7 w 8"/>
                <a:gd name="T93" fmla="*/ 1 h 132"/>
                <a:gd name="T94" fmla="*/ 7 w 8"/>
                <a:gd name="T95" fmla="*/ 3 h 132"/>
                <a:gd name="T96" fmla="*/ 8 w 8"/>
                <a:gd name="T97" fmla="*/ 7 h 132"/>
                <a:gd name="T98" fmla="*/ 8 w 8"/>
                <a:gd name="T99" fmla="*/ 8 h 132"/>
                <a:gd name="T100" fmla="*/ 8 w 8"/>
                <a:gd name="T101" fmla="*/ 7 h 132"/>
                <a:gd name="T102" fmla="*/ 8 w 8"/>
                <a:gd name="T103" fmla="*/ 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32">
                  <a:moveTo>
                    <a:pt x="0" y="132"/>
                  </a:moveTo>
                  <a:lnTo>
                    <a:pt x="0" y="127"/>
                  </a:lnTo>
                  <a:lnTo>
                    <a:pt x="0" y="123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0" y="115"/>
                  </a:lnTo>
                  <a:lnTo>
                    <a:pt x="0" y="103"/>
                  </a:lnTo>
                  <a:lnTo>
                    <a:pt x="1" y="94"/>
                  </a:lnTo>
                  <a:lnTo>
                    <a:pt x="1" y="91"/>
                  </a:lnTo>
                  <a:lnTo>
                    <a:pt x="1" y="88"/>
                  </a:lnTo>
                  <a:lnTo>
                    <a:pt x="1" y="82"/>
                  </a:lnTo>
                  <a:lnTo>
                    <a:pt x="1" y="78"/>
                  </a:lnTo>
                  <a:lnTo>
                    <a:pt x="2" y="72"/>
                  </a:lnTo>
                  <a:lnTo>
                    <a:pt x="2" y="65"/>
                  </a:lnTo>
                  <a:lnTo>
                    <a:pt x="2" y="62"/>
                  </a:lnTo>
                  <a:lnTo>
                    <a:pt x="2" y="65"/>
                  </a:lnTo>
                  <a:lnTo>
                    <a:pt x="2" y="65"/>
                  </a:lnTo>
                  <a:lnTo>
                    <a:pt x="2" y="60"/>
                  </a:lnTo>
                  <a:lnTo>
                    <a:pt x="2" y="55"/>
                  </a:lnTo>
                  <a:lnTo>
                    <a:pt x="3" y="55"/>
                  </a:lnTo>
                  <a:lnTo>
                    <a:pt x="3" y="54"/>
                  </a:lnTo>
                  <a:lnTo>
                    <a:pt x="3" y="51"/>
                  </a:lnTo>
                  <a:lnTo>
                    <a:pt x="3" y="48"/>
                  </a:lnTo>
                  <a:lnTo>
                    <a:pt x="4" y="45"/>
                  </a:lnTo>
                  <a:lnTo>
                    <a:pt x="4" y="41"/>
                  </a:lnTo>
                  <a:lnTo>
                    <a:pt x="4" y="40"/>
                  </a:lnTo>
                  <a:lnTo>
                    <a:pt x="4" y="39"/>
                  </a:lnTo>
                  <a:lnTo>
                    <a:pt x="4" y="37"/>
                  </a:lnTo>
                  <a:lnTo>
                    <a:pt x="4" y="34"/>
                  </a:lnTo>
                  <a:lnTo>
                    <a:pt x="4" y="31"/>
                  </a:lnTo>
                  <a:lnTo>
                    <a:pt x="5" y="30"/>
                  </a:lnTo>
                  <a:lnTo>
                    <a:pt x="5" y="31"/>
                  </a:lnTo>
                  <a:lnTo>
                    <a:pt x="5" y="29"/>
                  </a:lnTo>
                  <a:lnTo>
                    <a:pt x="5" y="24"/>
                  </a:lnTo>
                  <a:lnTo>
                    <a:pt x="5" y="20"/>
                  </a:lnTo>
                  <a:lnTo>
                    <a:pt x="5" y="16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6" y="7"/>
                  </a:lnTo>
                  <a:lnTo>
                    <a:pt x="6" y="4"/>
                  </a:lnTo>
                  <a:lnTo>
                    <a:pt x="7" y="3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2"/>
                  </a:lnTo>
                  <a:lnTo>
                    <a:pt x="7" y="3"/>
                  </a:lnTo>
                  <a:lnTo>
                    <a:pt x="7" y="1"/>
                  </a:lnTo>
                  <a:lnTo>
                    <a:pt x="7" y="3"/>
                  </a:lnTo>
                  <a:lnTo>
                    <a:pt x="8" y="7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8" name="Freeform 621"/>
            <p:cNvSpPr/>
            <p:nvPr/>
          </p:nvSpPr>
          <p:spPr bwMode="auto">
            <a:xfrm>
              <a:off x="1960563" y="1911351"/>
              <a:ext cx="14288" cy="88900"/>
            </a:xfrm>
            <a:custGeom>
              <a:avLst/>
              <a:gdLst>
                <a:gd name="T0" fmla="*/ 0 w 9"/>
                <a:gd name="T1" fmla="*/ 25 h 56"/>
                <a:gd name="T2" fmla="*/ 0 w 9"/>
                <a:gd name="T3" fmla="*/ 26 h 56"/>
                <a:gd name="T4" fmla="*/ 0 w 9"/>
                <a:gd name="T5" fmla="*/ 25 h 56"/>
                <a:gd name="T6" fmla="*/ 1 w 9"/>
                <a:gd name="T7" fmla="*/ 20 h 56"/>
                <a:gd name="T8" fmla="*/ 1 w 9"/>
                <a:gd name="T9" fmla="*/ 16 h 56"/>
                <a:gd name="T10" fmla="*/ 1 w 9"/>
                <a:gd name="T11" fmla="*/ 15 h 56"/>
                <a:gd name="T12" fmla="*/ 1 w 9"/>
                <a:gd name="T13" fmla="*/ 13 h 56"/>
                <a:gd name="T14" fmla="*/ 1 w 9"/>
                <a:gd name="T15" fmla="*/ 10 h 56"/>
                <a:gd name="T16" fmla="*/ 1 w 9"/>
                <a:gd name="T17" fmla="*/ 7 h 56"/>
                <a:gd name="T18" fmla="*/ 1 w 9"/>
                <a:gd name="T19" fmla="*/ 6 h 56"/>
                <a:gd name="T20" fmla="*/ 2 w 9"/>
                <a:gd name="T21" fmla="*/ 4 h 56"/>
                <a:gd name="T22" fmla="*/ 2 w 9"/>
                <a:gd name="T23" fmla="*/ 1 h 56"/>
                <a:gd name="T24" fmla="*/ 2 w 9"/>
                <a:gd name="T25" fmla="*/ 0 h 56"/>
                <a:gd name="T26" fmla="*/ 2 w 9"/>
                <a:gd name="T27" fmla="*/ 4 h 56"/>
                <a:gd name="T28" fmla="*/ 2 w 9"/>
                <a:gd name="T29" fmla="*/ 7 h 56"/>
                <a:gd name="T30" fmla="*/ 2 w 9"/>
                <a:gd name="T31" fmla="*/ 6 h 56"/>
                <a:gd name="T32" fmla="*/ 2 w 9"/>
                <a:gd name="T33" fmla="*/ 5 h 56"/>
                <a:gd name="T34" fmla="*/ 3 w 9"/>
                <a:gd name="T35" fmla="*/ 7 h 56"/>
                <a:gd name="T36" fmla="*/ 3 w 9"/>
                <a:gd name="T37" fmla="*/ 9 h 56"/>
                <a:gd name="T38" fmla="*/ 3 w 9"/>
                <a:gd name="T39" fmla="*/ 12 h 56"/>
                <a:gd name="T40" fmla="*/ 3 w 9"/>
                <a:gd name="T41" fmla="*/ 18 h 56"/>
                <a:gd name="T42" fmla="*/ 4 w 9"/>
                <a:gd name="T43" fmla="*/ 22 h 56"/>
                <a:gd name="T44" fmla="*/ 4 w 9"/>
                <a:gd name="T45" fmla="*/ 22 h 56"/>
                <a:gd name="T46" fmla="*/ 4 w 9"/>
                <a:gd name="T47" fmla="*/ 25 h 56"/>
                <a:gd name="T48" fmla="*/ 4 w 9"/>
                <a:gd name="T49" fmla="*/ 31 h 56"/>
                <a:gd name="T50" fmla="*/ 4 w 9"/>
                <a:gd name="T51" fmla="*/ 34 h 56"/>
                <a:gd name="T52" fmla="*/ 4 w 9"/>
                <a:gd name="T53" fmla="*/ 34 h 56"/>
                <a:gd name="T54" fmla="*/ 4 w 9"/>
                <a:gd name="T55" fmla="*/ 34 h 56"/>
                <a:gd name="T56" fmla="*/ 5 w 9"/>
                <a:gd name="T57" fmla="*/ 35 h 56"/>
                <a:gd name="T58" fmla="*/ 5 w 9"/>
                <a:gd name="T59" fmla="*/ 32 h 56"/>
                <a:gd name="T60" fmla="*/ 5 w 9"/>
                <a:gd name="T61" fmla="*/ 30 h 56"/>
                <a:gd name="T62" fmla="*/ 5 w 9"/>
                <a:gd name="T63" fmla="*/ 29 h 56"/>
                <a:gd name="T64" fmla="*/ 5 w 9"/>
                <a:gd name="T65" fmla="*/ 28 h 56"/>
                <a:gd name="T66" fmla="*/ 6 w 9"/>
                <a:gd name="T67" fmla="*/ 25 h 56"/>
                <a:gd name="T68" fmla="*/ 6 w 9"/>
                <a:gd name="T69" fmla="*/ 23 h 56"/>
                <a:gd name="T70" fmla="*/ 6 w 9"/>
                <a:gd name="T71" fmla="*/ 24 h 56"/>
                <a:gd name="T72" fmla="*/ 6 w 9"/>
                <a:gd name="T73" fmla="*/ 26 h 56"/>
                <a:gd name="T74" fmla="*/ 6 w 9"/>
                <a:gd name="T75" fmla="*/ 29 h 56"/>
                <a:gd name="T76" fmla="*/ 6 w 9"/>
                <a:gd name="T77" fmla="*/ 34 h 56"/>
                <a:gd name="T78" fmla="*/ 6 w 9"/>
                <a:gd name="T79" fmla="*/ 40 h 56"/>
                <a:gd name="T80" fmla="*/ 7 w 9"/>
                <a:gd name="T81" fmla="*/ 46 h 56"/>
                <a:gd name="T82" fmla="*/ 7 w 9"/>
                <a:gd name="T83" fmla="*/ 49 h 56"/>
                <a:gd name="T84" fmla="*/ 7 w 9"/>
                <a:gd name="T85" fmla="*/ 51 h 56"/>
                <a:gd name="T86" fmla="*/ 7 w 9"/>
                <a:gd name="T87" fmla="*/ 54 h 56"/>
                <a:gd name="T88" fmla="*/ 7 w 9"/>
                <a:gd name="T89" fmla="*/ 56 h 56"/>
                <a:gd name="T90" fmla="*/ 7 w 9"/>
                <a:gd name="T91" fmla="*/ 56 h 56"/>
                <a:gd name="T92" fmla="*/ 7 w 9"/>
                <a:gd name="T93" fmla="*/ 54 h 56"/>
                <a:gd name="T94" fmla="*/ 8 w 9"/>
                <a:gd name="T95" fmla="*/ 54 h 56"/>
                <a:gd name="T96" fmla="*/ 8 w 9"/>
                <a:gd name="T97" fmla="*/ 51 h 56"/>
                <a:gd name="T98" fmla="*/ 8 w 9"/>
                <a:gd name="T99" fmla="*/ 48 h 56"/>
                <a:gd name="T100" fmla="*/ 8 w 9"/>
                <a:gd name="T101" fmla="*/ 45 h 56"/>
                <a:gd name="T102" fmla="*/ 9 w 9"/>
                <a:gd name="T103" fmla="*/ 43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6">
                  <a:moveTo>
                    <a:pt x="0" y="25"/>
                  </a:moveTo>
                  <a:lnTo>
                    <a:pt x="0" y="26"/>
                  </a:lnTo>
                  <a:lnTo>
                    <a:pt x="0" y="25"/>
                  </a:lnTo>
                  <a:lnTo>
                    <a:pt x="1" y="20"/>
                  </a:lnTo>
                  <a:lnTo>
                    <a:pt x="1" y="16"/>
                  </a:lnTo>
                  <a:lnTo>
                    <a:pt x="1" y="15"/>
                  </a:lnTo>
                  <a:lnTo>
                    <a:pt x="1" y="13"/>
                  </a:lnTo>
                  <a:lnTo>
                    <a:pt x="1" y="10"/>
                  </a:lnTo>
                  <a:lnTo>
                    <a:pt x="1" y="7"/>
                  </a:lnTo>
                  <a:lnTo>
                    <a:pt x="1" y="6"/>
                  </a:lnTo>
                  <a:lnTo>
                    <a:pt x="2" y="4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4"/>
                  </a:lnTo>
                  <a:lnTo>
                    <a:pt x="2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2"/>
                  </a:lnTo>
                  <a:lnTo>
                    <a:pt x="3" y="18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5"/>
                  </a:lnTo>
                  <a:lnTo>
                    <a:pt x="4" y="31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5" y="35"/>
                  </a:lnTo>
                  <a:lnTo>
                    <a:pt x="5" y="32"/>
                  </a:lnTo>
                  <a:lnTo>
                    <a:pt x="5" y="30"/>
                  </a:lnTo>
                  <a:lnTo>
                    <a:pt x="5" y="29"/>
                  </a:lnTo>
                  <a:lnTo>
                    <a:pt x="5" y="28"/>
                  </a:lnTo>
                  <a:lnTo>
                    <a:pt x="6" y="25"/>
                  </a:lnTo>
                  <a:lnTo>
                    <a:pt x="6" y="23"/>
                  </a:lnTo>
                  <a:lnTo>
                    <a:pt x="6" y="24"/>
                  </a:lnTo>
                  <a:lnTo>
                    <a:pt x="6" y="26"/>
                  </a:lnTo>
                  <a:lnTo>
                    <a:pt x="6" y="29"/>
                  </a:lnTo>
                  <a:lnTo>
                    <a:pt x="6" y="34"/>
                  </a:lnTo>
                  <a:lnTo>
                    <a:pt x="6" y="40"/>
                  </a:lnTo>
                  <a:lnTo>
                    <a:pt x="7" y="46"/>
                  </a:lnTo>
                  <a:lnTo>
                    <a:pt x="7" y="49"/>
                  </a:lnTo>
                  <a:lnTo>
                    <a:pt x="7" y="51"/>
                  </a:lnTo>
                  <a:lnTo>
                    <a:pt x="7" y="54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7" y="54"/>
                  </a:lnTo>
                  <a:lnTo>
                    <a:pt x="8" y="54"/>
                  </a:lnTo>
                  <a:lnTo>
                    <a:pt x="8" y="51"/>
                  </a:lnTo>
                  <a:lnTo>
                    <a:pt x="8" y="48"/>
                  </a:lnTo>
                  <a:lnTo>
                    <a:pt x="8" y="45"/>
                  </a:lnTo>
                  <a:lnTo>
                    <a:pt x="9" y="4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9" name="Freeform 622"/>
            <p:cNvSpPr/>
            <p:nvPr/>
          </p:nvSpPr>
          <p:spPr bwMode="auto">
            <a:xfrm>
              <a:off x="1973263" y="1970089"/>
              <a:ext cx="14288" cy="26988"/>
            </a:xfrm>
            <a:custGeom>
              <a:avLst/>
              <a:gdLst>
                <a:gd name="T0" fmla="*/ 0 w 9"/>
                <a:gd name="T1" fmla="*/ 8 h 17"/>
                <a:gd name="T2" fmla="*/ 1 w 9"/>
                <a:gd name="T3" fmla="*/ 6 h 17"/>
                <a:gd name="T4" fmla="*/ 1 w 9"/>
                <a:gd name="T5" fmla="*/ 4 h 17"/>
                <a:gd name="T6" fmla="*/ 1 w 9"/>
                <a:gd name="T7" fmla="*/ 4 h 17"/>
                <a:gd name="T8" fmla="*/ 1 w 9"/>
                <a:gd name="T9" fmla="*/ 5 h 17"/>
                <a:gd name="T10" fmla="*/ 1 w 9"/>
                <a:gd name="T11" fmla="*/ 6 h 17"/>
                <a:gd name="T12" fmla="*/ 1 w 9"/>
                <a:gd name="T13" fmla="*/ 6 h 17"/>
                <a:gd name="T14" fmla="*/ 1 w 9"/>
                <a:gd name="T15" fmla="*/ 5 h 17"/>
                <a:gd name="T16" fmla="*/ 2 w 9"/>
                <a:gd name="T17" fmla="*/ 5 h 17"/>
                <a:gd name="T18" fmla="*/ 2 w 9"/>
                <a:gd name="T19" fmla="*/ 6 h 17"/>
                <a:gd name="T20" fmla="*/ 2 w 9"/>
                <a:gd name="T21" fmla="*/ 6 h 17"/>
                <a:gd name="T22" fmla="*/ 2 w 9"/>
                <a:gd name="T23" fmla="*/ 4 h 17"/>
                <a:gd name="T24" fmla="*/ 2 w 9"/>
                <a:gd name="T25" fmla="*/ 2 h 17"/>
                <a:gd name="T26" fmla="*/ 3 w 9"/>
                <a:gd name="T27" fmla="*/ 0 h 17"/>
                <a:gd name="T28" fmla="*/ 3 w 9"/>
                <a:gd name="T29" fmla="*/ 1 h 17"/>
                <a:gd name="T30" fmla="*/ 3 w 9"/>
                <a:gd name="T31" fmla="*/ 1 h 17"/>
                <a:gd name="T32" fmla="*/ 3 w 9"/>
                <a:gd name="T33" fmla="*/ 3 h 17"/>
                <a:gd name="T34" fmla="*/ 3 w 9"/>
                <a:gd name="T35" fmla="*/ 5 h 17"/>
                <a:gd name="T36" fmla="*/ 3 w 9"/>
                <a:gd name="T37" fmla="*/ 6 h 17"/>
                <a:gd name="T38" fmla="*/ 4 w 9"/>
                <a:gd name="T39" fmla="*/ 8 h 17"/>
                <a:gd name="T40" fmla="*/ 4 w 9"/>
                <a:gd name="T41" fmla="*/ 10 h 17"/>
                <a:gd name="T42" fmla="*/ 4 w 9"/>
                <a:gd name="T43" fmla="*/ 13 h 17"/>
                <a:gd name="T44" fmla="*/ 4 w 9"/>
                <a:gd name="T45" fmla="*/ 15 h 17"/>
                <a:gd name="T46" fmla="*/ 4 w 9"/>
                <a:gd name="T47" fmla="*/ 16 h 17"/>
                <a:gd name="T48" fmla="*/ 4 w 9"/>
                <a:gd name="T49" fmla="*/ 17 h 17"/>
                <a:gd name="T50" fmla="*/ 4 w 9"/>
                <a:gd name="T51" fmla="*/ 16 h 17"/>
                <a:gd name="T52" fmla="*/ 5 w 9"/>
                <a:gd name="T53" fmla="*/ 15 h 17"/>
                <a:gd name="T54" fmla="*/ 5 w 9"/>
                <a:gd name="T55" fmla="*/ 15 h 17"/>
                <a:gd name="T56" fmla="*/ 5 w 9"/>
                <a:gd name="T57" fmla="*/ 15 h 17"/>
                <a:gd name="T58" fmla="*/ 5 w 9"/>
                <a:gd name="T59" fmla="*/ 16 h 17"/>
                <a:gd name="T60" fmla="*/ 5 w 9"/>
                <a:gd name="T61" fmla="*/ 17 h 17"/>
                <a:gd name="T62" fmla="*/ 6 w 9"/>
                <a:gd name="T63" fmla="*/ 16 h 17"/>
                <a:gd name="T64" fmla="*/ 6 w 9"/>
                <a:gd name="T65" fmla="*/ 15 h 17"/>
                <a:gd name="T66" fmla="*/ 6 w 9"/>
                <a:gd name="T67" fmla="*/ 15 h 17"/>
                <a:gd name="T68" fmla="*/ 6 w 9"/>
                <a:gd name="T69" fmla="*/ 15 h 17"/>
                <a:gd name="T70" fmla="*/ 6 w 9"/>
                <a:gd name="T71" fmla="*/ 16 h 17"/>
                <a:gd name="T72" fmla="*/ 6 w 9"/>
                <a:gd name="T73" fmla="*/ 17 h 17"/>
                <a:gd name="T74" fmla="*/ 6 w 9"/>
                <a:gd name="T75" fmla="*/ 16 h 17"/>
                <a:gd name="T76" fmla="*/ 7 w 9"/>
                <a:gd name="T77" fmla="*/ 14 h 17"/>
                <a:gd name="T78" fmla="*/ 7 w 9"/>
                <a:gd name="T79" fmla="*/ 13 h 17"/>
                <a:gd name="T80" fmla="*/ 7 w 9"/>
                <a:gd name="T81" fmla="*/ 14 h 17"/>
                <a:gd name="T82" fmla="*/ 7 w 9"/>
                <a:gd name="T83" fmla="*/ 14 h 17"/>
                <a:gd name="T84" fmla="*/ 8 w 9"/>
                <a:gd name="T85" fmla="*/ 14 h 17"/>
                <a:gd name="T86" fmla="*/ 8 w 9"/>
                <a:gd name="T87" fmla="*/ 12 h 17"/>
                <a:gd name="T88" fmla="*/ 8 w 9"/>
                <a:gd name="T89" fmla="*/ 11 h 17"/>
                <a:gd name="T90" fmla="*/ 8 w 9"/>
                <a:gd name="T91" fmla="*/ 10 h 17"/>
                <a:gd name="T92" fmla="*/ 8 w 9"/>
                <a:gd name="T93" fmla="*/ 10 h 17"/>
                <a:gd name="T94" fmla="*/ 8 w 9"/>
                <a:gd name="T95" fmla="*/ 10 h 17"/>
                <a:gd name="T96" fmla="*/ 8 w 9"/>
                <a:gd name="T97" fmla="*/ 11 h 17"/>
                <a:gd name="T98" fmla="*/ 9 w 9"/>
                <a:gd name="T99" fmla="*/ 14 h 17"/>
                <a:gd name="T100" fmla="*/ 9 w 9"/>
                <a:gd name="T101" fmla="*/ 15 h 17"/>
                <a:gd name="T102" fmla="*/ 9 w 9"/>
                <a:gd name="T103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7">
                  <a:moveTo>
                    <a:pt x="0" y="8"/>
                  </a:moveTo>
                  <a:lnTo>
                    <a:pt x="1" y="6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5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4"/>
                  </a:lnTo>
                  <a:lnTo>
                    <a:pt x="2" y="2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6"/>
                  </a:lnTo>
                  <a:lnTo>
                    <a:pt x="4" y="8"/>
                  </a:lnTo>
                  <a:lnTo>
                    <a:pt x="4" y="10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6" y="16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6" y="16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7" y="14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8" y="14"/>
                  </a:lnTo>
                  <a:lnTo>
                    <a:pt x="8" y="12"/>
                  </a:lnTo>
                  <a:lnTo>
                    <a:pt x="8" y="11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1"/>
                  </a:lnTo>
                  <a:lnTo>
                    <a:pt x="9" y="14"/>
                  </a:lnTo>
                  <a:lnTo>
                    <a:pt x="9" y="15"/>
                  </a:lnTo>
                  <a:lnTo>
                    <a:pt x="9" y="1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0" name="Freeform 623"/>
            <p:cNvSpPr/>
            <p:nvPr/>
          </p:nvSpPr>
          <p:spPr bwMode="auto">
            <a:xfrm>
              <a:off x="1987550" y="1993901"/>
              <a:ext cx="12700" cy="127000"/>
            </a:xfrm>
            <a:custGeom>
              <a:avLst/>
              <a:gdLst>
                <a:gd name="T0" fmla="*/ 0 w 8"/>
                <a:gd name="T1" fmla="*/ 0 h 80"/>
                <a:gd name="T2" fmla="*/ 0 w 8"/>
                <a:gd name="T3" fmla="*/ 0 h 80"/>
                <a:gd name="T4" fmla="*/ 0 w 8"/>
                <a:gd name="T5" fmla="*/ 1 h 80"/>
                <a:gd name="T6" fmla="*/ 0 w 8"/>
                <a:gd name="T7" fmla="*/ 3 h 80"/>
                <a:gd name="T8" fmla="*/ 0 w 8"/>
                <a:gd name="T9" fmla="*/ 4 h 80"/>
                <a:gd name="T10" fmla="*/ 0 w 8"/>
                <a:gd name="T11" fmla="*/ 4 h 80"/>
                <a:gd name="T12" fmla="*/ 1 w 8"/>
                <a:gd name="T13" fmla="*/ 3 h 80"/>
                <a:gd name="T14" fmla="*/ 1 w 8"/>
                <a:gd name="T15" fmla="*/ 3 h 80"/>
                <a:gd name="T16" fmla="*/ 1 w 8"/>
                <a:gd name="T17" fmla="*/ 2 h 80"/>
                <a:gd name="T18" fmla="*/ 1 w 8"/>
                <a:gd name="T19" fmla="*/ 3 h 80"/>
                <a:gd name="T20" fmla="*/ 1 w 8"/>
                <a:gd name="T21" fmla="*/ 4 h 80"/>
                <a:gd name="T22" fmla="*/ 2 w 8"/>
                <a:gd name="T23" fmla="*/ 6 h 80"/>
                <a:gd name="T24" fmla="*/ 2 w 8"/>
                <a:gd name="T25" fmla="*/ 9 h 80"/>
                <a:gd name="T26" fmla="*/ 2 w 8"/>
                <a:gd name="T27" fmla="*/ 12 h 80"/>
                <a:gd name="T28" fmla="*/ 2 w 8"/>
                <a:gd name="T29" fmla="*/ 14 h 80"/>
                <a:gd name="T30" fmla="*/ 2 w 8"/>
                <a:gd name="T31" fmla="*/ 16 h 80"/>
                <a:gd name="T32" fmla="*/ 2 w 8"/>
                <a:gd name="T33" fmla="*/ 19 h 80"/>
                <a:gd name="T34" fmla="*/ 2 w 8"/>
                <a:gd name="T35" fmla="*/ 22 h 80"/>
                <a:gd name="T36" fmla="*/ 3 w 8"/>
                <a:gd name="T37" fmla="*/ 24 h 80"/>
                <a:gd name="T38" fmla="*/ 3 w 8"/>
                <a:gd name="T39" fmla="*/ 25 h 80"/>
                <a:gd name="T40" fmla="*/ 3 w 8"/>
                <a:gd name="T41" fmla="*/ 25 h 80"/>
                <a:gd name="T42" fmla="*/ 3 w 8"/>
                <a:gd name="T43" fmla="*/ 27 h 80"/>
                <a:gd name="T44" fmla="*/ 4 w 8"/>
                <a:gd name="T45" fmla="*/ 31 h 80"/>
                <a:gd name="T46" fmla="*/ 4 w 8"/>
                <a:gd name="T47" fmla="*/ 33 h 80"/>
                <a:gd name="T48" fmla="*/ 4 w 8"/>
                <a:gd name="T49" fmla="*/ 34 h 80"/>
                <a:gd name="T50" fmla="*/ 4 w 8"/>
                <a:gd name="T51" fmla="*/ 39 h 80"/>
                <a:gd name="T52" fmla="*/ 4 w 8"/>
                <a:gd name="T53" fmla="*/ 44 h 80"/>
                <a:gd name="T54" fmla="*/ 4 w 8"/>
                <a:gd name="T55" fmla="*/ 47 h 80"/>
                <a:gd name="T56" fmla="*/ 4 w 8"/>
                <a:gd name="T57" fmla="*/ 50 h 80"/>
                <a:gd name="T58" fmla="*/ 5 w 8"/>
                <a:gd name="T59" fmla="*/ 53 h 80"/>
                <a:gd name="T60" fmla="*/ 5 w 8"/>
                <a:gd name="T61" fmla="*/ 56 h 80"/>
                <a:gd name="T62" fmla="*/ 5 w 8"/>
                <a:gd name="T63" fmla="*/ 58 h 80"/>
                <a:gd name="T64" fmla="*/ 5 w 8"/>
                <a:gd name="T65" fmla="*/ 60 h 80"/>
                <a:gd name="T66" fmla="*/ 5 w 8"/>
                <a:gd name="T67" fmla="*/ 59 h 80"/>
                <a:gd name="T68" fmla="*/ 6 w 8"/>
                <a:gd name="T69" fmla="*/ 56 h 80"/>
                <a:gd name="T70" fmla="*/ 6 w 8"/>
                <a:gd name="T71" fmla="*/ 54 h 80"/>
                <a:gd name="T72" fmla="*/ 6 w 8"/>
                <a:gd name="T73" fmla="*/ 55 h 80"/>
                <a:gd name="T74" fmla="*/ 6 w 8"/>
                <a:gd name="T75" fmla="*/ 54 h 80"/>
                <a:gd name="T76" fmla="*/ 6 w 8"/>
                <a:gd name="T77" fmla="*/ 52 h 80"/>
                <a:gd name="T78" fmla="*/ 6 w 8"/>
                <a:gd name="T79" fmla="*/ 53 h 80"/>
                <a:gd name="T80" fmla="*/ 6 w 8"/>
                <a:gd name="T81" fmla="*/ 56 h 80"/>
                <a:gd name="T82" fmla="*/ 7 w 8"/>
                <a:gd name="T83" fmla="*/ 59 h 80"/>
                <a:gd name="T84" fmla="*/ 7 w 8"/>
                <a:gd name="T85" fmla="*/ 62 h 80"/>
                <a:gd name="T86" fmla="*/ 7 w 8"/>
                <a:gd name="T87" fmla="*/ 65 h 80"/>
                <a:gd name="T88" fmla="*/ 7 w 8"/>
                <a:gd name="T89" fmla="*/ 71 h 80"/>
                <a:gd name="T90" fmla="*/ 7 w 8"/>
                <a:gd name="T91" fmla="*/ 78 h 80"/>
                <a:gd name="T92" fmla="*/ 7 w 8"/>
                <a:gd name="T93" fmla="*/ 80 h 80"/>
                <a:gd name="T94" fmla="*/ 7 w 8"/>
                <a:gd name="T95" fmla="*/ 80 h 80"/>
                <a:gd name="T96" fmla="*/ 8 w 8"/>
                <a:gd name="T97" fmla="*/ 80 h 80"/>
                <a:gd name="T98" fmla="*/ 8 w 8"/>
                <a:gd name="T99" fmla="*/ 80 h 80"/>
                <a:gd name="T100" fmla="*/ 8 w 8"/>
                <a:gd name="T101" fmla="*/ 80 h 80"/>
                <a:gd name="T102" fmla="*/ 8 w 8"/>
                <a:gd name="T10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0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2" y="6"/>
                  </a:lnTo>
                  <a:lnTo>
                    <a:pt x="2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3" y="25"/>
                  </a:lnTo>
                  <a:lnTo>
                    <a:pt x="3" y="25"/>
                  </a:lnTo>
                  <a:lnTo>
                    <a:pt x="3" y="27"/>
                  </a:lnTo>
                  <a:lnTo>
                    <a:pt x="4" y="31"/>
                  </a:lnTo>
                  <a:lnTo>
                    <a:pt x="4" y="33"/>
                  </a:lnTo>
                  <a:lnTo>
                    <a:pt x="4" y="34"/>
                  </a:lnTo>
                  <a:lnTo>
                    <a:pt x="4" y="39"/>
                  </a:lnTo>
                  <a:lnTo>
                    <a:pt x="4" y="44"/>
                  </a:lnTo>
                  <a:lnTo>
                    <a:pt x="4" y="47"/>
                  </a:lnTo>
                  <a:lnTo>
                    <a:pt x="4" y="50"/>
                  </a:lnTo>
                  <a:lnTo>
                    <a:pt x="5" y="53"/>
                  </a:lnTo>
                  <a:lnTo>
                    <a:pt x="5" y="56"/>
                  </a:lnTo>
                  <a:lnTo>
                    <a:pt x="5" y="58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6" y="56"/>
                  </a:lnTo>
                  <a:lnTo>
                    <a:pt x="6" y="54"/>
                  </a:lnTo>
                  <a:lnTo>
                    <a:pt x="6" y="55"/>
                  </a:lnTo>
                  <a:lnTo>
                    <a:pt x="6" y="54"/>
                  </a:lnTo>
                  <a:lnTo>
                    <a:pt x="6" y="52"/>
                  </a:lnTo>
                  <a:lnTo>
                    <a:pt x="6" y="53"/>
                  </a:lnTo>
                  <a:lnTo>
                    <a:pt x="6" y="56"/>
                  </a:lnTo>
                  <a:lnTo>
                    <a:pt x="7" y="59"/>
                  </a:lnTo>
                  <a:lnTo>
                    <a:pt x="7" y="62"/>
                  </a:lnTo>
                  <a:lnTo>
                    <a:pt x="7" y="65"/>
                  </a:lnTo>
                  <a:lnTo>
                    <a:pt x="7" y="71"/>
                  </a:lnTo>
                  <a:lnTo>
                    <a:pt x="7" y="78"/>
                  </a:lnTo>
                  <a:lnTo>
                    <a:pt x="7" y="80"/>
                  </a:lnTo>
                  <a:lnTo>
                    <a:pt x="7" y="80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8" y="8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1" name="Freeform 624"/>
            <p:cNvSpPr/>
            <p:nvPr/>
          </p:nvSpPr>
          <p:spPr bwMode="auto">
            <a:xfrm>
              <a:off x="2000250" y="1985964"/>
              <a:ext cx="14288" cy="134938"/>
            </a:xfrm>
            <a:custGeom>
              <a:avLst/>
              <a:gdLst>
                <a:gd name="T0" fmla="*/ 0 w 9"/>
                <a:gd name="T1" fmla="*/ 85 h 85"/>
                <a:gd name="T2" fmla="*/ 0 w 9"/>
                <a:gd name="T3" fmla="*/ 85 h 85"/>
                <a:gd name="T4" fmla="*/ 1 w 9"/>
                <a:gd name="T5" fmla="*/ 80 h 85"/>
                <a:gd name="T6" fmla="*/ 1 w 9"/>
                <a:gd name="T7" fmla="*/ 71 h 85"/>
                <a:gd name="T8" fmla="*/ 1 w 9"/>
                <a:gd name="T9" fmla="*/ 66 h 85"/>
                <a:gd name="T10" fmla="*/ 1 w 9"/>
                <a:gd name="T11" fmla="*/ 68 h 85"/>
                <a:gd name="T12" fmla="*/ 1 w 9"/>
                <a:gd name="T13" fmla="*/ 67 h 85"/>
                <a:gd name="T14" fmla="*/ 1 w 9"/>
                <a:gd name="T15" fmla="*/ 61 h 85"/>
                <a:gd name="T16" fmla="*/ 1 w 9"/>
                <a:gd name="T17" fmla="*/ 62 h 85"/>
                <a:gd name="T18" fmla="*/ 2 w 9"/>
                <a:gd name="T19" fmla="*/ 65 h 85"/>
                <a:gd name="T20" fmla="*/ 2 w 9"/>
                <a:gd name="T21" fmla="*/ 63 h 85"/>
                <a:gd name="T22" fmla="*/ 2 w 9"/>
                <a:gd name="T23" fmla="*/ 60 h 85"/>
                <a:gd name="T24" fmla="*/ 2 w 9"/>
                <a:gd name="T25" fmla="*/ 64 h 85"/>
                <a:gd name="T26" fmla="*/ 2 w 9"/>
                <a:gd name="T27" fmla="*/ 68 h 85"/>
                <a:gd name="T28" fmla="*/ 3 w 9"/>
                <a:gd name="T29" fmla="*/ 67 h 85"/>
                <a:gd name="T30" fmla="*/ 3 w 9"/>
                <a:gd name="T31" fmla="*/ 62 h 85"/>
                <a:gd name="T32" fmla="*/ 3 w 9"/>
                <a:gd name="T33" fmla="*/ 59 h 85"/>
                <a:gd name="T34" fmla="*/ 3 w 9"/>
                <a:gd name="T35" fmla="*/ 58 h 85"/>
                <a:gd name="T36" fmla="*/ 3 w 9"/>
                <a:gd name="T37" fmla="*/ 57 h 85"/>
                <a:gd name="T38" fmla="*/ 3 w 9"/>
                <a:gd name="T39" fmla="*/ 57 h 85"/>
                <a:gd name="T40" fmla="*/ 4 w 9"/>
                <a:gd name="T41" fmla="*/ 56 h 85"/>
                <a:gd name="T42" fmla="*/ 4 w 9"/>
                <a:gd name="T43" fmla="*/ 53 h 85"/>
                <a:gd name="T44" fmla="*/ 4 w 9"/>
                <a:gd name="T45" fmla="*/ 49 h 85"/>
                <a:gd name="T46" fmla="*/ 4 w 9"/>
                <a:gd name="T47" fmla="*/ 50 h 85"/>
                <a:gd name="T48" fmla="*/ 4 w 9"/>
                <a:gd name="T49" fmla="*/ 55 h 85"/>
                <a:gd name="T50" fmla="*/ 4 w 9"/>
                <a:gd name="T51" fmla="*/ 56 h 85"/>
                <a:gd name="T52" fmla="*/ 4 w 9"/>
                <a:gd name="T53" fmla="*/ 51 h 85"/>
                <a:gd name="T54" fmla="*/ 5 w 9"/>
                <a:gd name="T55" fmla="*/ 50 h 85"/>
                <a:gd name="T56" fmla="*/ 5 w 9"/>
                <a:gd name="T57" fmla="*/ 52 h 85"/>
                <a:gd name="T58" fmla="*/ 5 w 9"/>
                <a:gd name="T59" fmla="*/ 50 h 85"/>
                <a:gd name="T60" fmla="*/ 5 w 9"/>
                <a:gd name="T61" fmla="*/ 46 h 85"/>
                <a:gd name="T62" fmla="*/ 5 w 9"/>
                <a:gd name="T63" fmla="*/ 46 h 85"/>
                <a:gd name="T64" fmla="*/ 6 w 9"/>
                <a:gd name="T65" fmla="*/ 46 h 85"/>
                <a:gd name="T66" fmla="*/ 6 w 9"/>
                <a:gd name="T67" fmla="*/ 43 h 85"/>
                <a:gd name="T68" fmla="*/ 6 w 9"/>
                <a:gd name="T69" fmla="*/ 41 h 85"/>
                <a:gd name="T70" fmla="*/ 6 w 9"/>
                <a:gd name="T71" fmla="*/ 43 h 85"/>
                <a:gd name="T72" fmla="*/ 6 w 9"/>
                <a:gd name="T73" fmla="*/ 41 h 85"/>
                <a:gd name="T74" fmla="*/ 6 w 9"/>
                <a:gd name="T75" fmla="*/ 36 h 85"/>
                <a:gd name="T76" fmla="*/ 6 w 9"/>
                <a:gd name="T77" fmla="*/ 35 h 85"/>
                <a:gd name="T78" fmla="*/ 7 w 9"/>
                <a:gd name="T79" fmla="*/ 34 h 85"/>
                <a:gd name="T80" fmla="*/ 7 w 9"/>
                <a:gd name="T81" fmla="*/ 30 h 85"/>
                <a:gd name="T82" fmla="*/ 7 w 9"/>
                <a:gd name="T83" fmla="*/ 27 h 85"/>
                <a:gd name="T84" fmla="*/ 7 w 9"/>
                <a:gd name="T85" fmla="*/ 26 h 85"/>
                <a:gd name="T86" fmla="*/ 8 w 9"/>
                <a:gd name="T87" fmla="*/ 22 h 85"/>
                <a:gd name="T88" fmla="*/ 8 w 9"/>
                <a:gd name="T89" fmla="*/ 16 h 85"/>
                <a:gd name="T90" fmla="*/ 8 w 9"/>
                <a:gd name="T91" fmla="*/ 14 h 85"/>
                <a:gd name="T92" fmla="*/ 8 w 9"/>
                <a:gd name="T93" fmla="*/ 14 h 85"/>
                <a:gd name="T94" fmla="*/ 8 w 9"/>
                <a:gd name="T95" fmla="*/ 11 h 85"/>
                <a:gd name="T96" fmla="*/ 8 w 9"/>
                <a:gd name="T97" fmla="*/ 4 h 85"/>
                <a:gd name="T98" fmla="*/ 8 w 9"/>
                <a:gd name="T99" fmla="*/ 0 h 85"/>
                <a:gd name="T100" fmla="*/ 9 w 9"/>
                <a:gd name="T101" fmla="*/ 2 h 85"/>
                <a:gd name="T102" fmla="*/ 9 w 9"/>
                <a:gd name="T103" fmla="*/ 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85">
                  <a:moveTo>
                    <a:pt x="0" y="85"/>
                  </a:moveTo>
                  <a:lnTo>
                    <a:pt x="0" y="85"/>
                  </a:lnTo>
                  <a:lnTo>
                    <a:pt x="1" y="80"/>
                  </a:lnTo>
                  <a:lnTo>
                    <a:pt x="1" y="71"/>
                  </a:lnTo>
                  <a:lnTo>
                    <a:pt x="1" y="66"/>
                  </a:lnTo>
                  <a:lnTo>
                    <a:pt x="1" y="68"/>
                  </a:lnTo>
                  <a:lnTo>
                    <a:pt x="1" y="67"/>
                  </a:lnTo>
                  <a:lnTo>
                    <a:pt x="1" y="61"/>
                  </a:lnTo>
                  <a:lnTo>
                    <a:pt x="1" y="62"/>
                  </a:lnTo>
                  <a:lnTo>
                    <a:pt x="2" y="65"/>
                  </a:lnTo>
                  <a:lnTo>
                    <a:pt x="2" y="63"/>
                  </a:lnTo>
                  <a:lnTo>
                    <a:pt x="2" y="60"/>
                  </a:lnTo>
                  <a:lnTo>
                    <a:pt x="2" y="64"/>
                  </a:lnTo>
                  <a:lnTo>
                    <a:pt x="2" y="68"/>
                  </a:lnTo>
                  <a:lnTo>
                    <a:pt x="3" y="67"/>
                  </a:lnTo>
                  <a:lnTo>
                    <a:pt x="3" y="62"/>
                  </a:lnTo>
                  <a:lnTo>
                    <a:pt x="3" y="59"/>
                  </a:lnTo>
                  <a:lnTo>
                    <a:pt x="3" y="58"/>
                  </a:lnTo>
                  <a:lnTo>
                    <a:pt x="3" y="57"/>
                  </a:lnTo>
                  <a:lnTo>
                    <a:pt x="3" y="57"/>
                  </a:lnTo>
                  <a:lnTo>
                    <a:pt x="4" y="56"/>
                  </a:lnTo>
                  <a:lnTo>
                    <a:pt x="4" y="53"/>
                  </a:lnTo>
                  <a:lnTo>
                    <a:pt x="4" y="49"/>
                  </a:lnTo>
                  <a:lnTo>
                    <a:pt x="4" y="50"/>
                  </a:lnTo>
                  <a:lnTo>
                    <a:pt x="4" y="55"/>
                  </a:lnTo>
                  <a:lnTo>
                    <a:pt x="4" y="56"/>
                  </a:lnTo>
                  <a:lnTo>
                    <a:pt x="4" y="51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5" y="50"/>
                  </a:lnTo>
                  <a:lnTo>
                    <a:pt x="5" y="46"/>
                  </a:lnTo>
                  <a:lnTo>
                    <a:pt x="5" y="46"/>
                  </a:lnTo>
                  <a:lnTo>
                    <a:pt x="6" y="46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7" y="34"/>
                  </a:lnTo>
                  <a:lnTo>
                    <a:pt x="7" y="30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8" y="22"/>
                  </a:lnTo>
                  <a:lnTo>
                    <a:pt x="8" y="16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11"/>
                  </a:lnTo>
                  <a:lnTo>
                    <a:pt x="8" y="4"/>
                  </a:lnTo>
                  <a:lnTo>
                    <a:pt x="8" y="0"/>
                  </a:lnTo>
                  <a:lnTo>
                    <a:pt x="9" y="2"/>
                  </a:lnTo>
                  <a:lnTo>
                    <a:pt x="9" y="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2" name="Freeform 625"/>
            <p:cNvSpPr/>
            <p:nvPr/>
          </p:nvSpPr>
          <p:spPr bwMode="auto">
            <a:xfrm>
              <a:off x="2014538" y="1931989"/>
              <a:ext cx="12700" cy="61913"/>
            </a:xfrm>
            <a:custGeom>
              <a:avLst/>
              <a:gdLst>
                <a:gd name="T0" fmla="*/ 0 w 8"/>
                <a:gd name="T1" fmla="*/ 36 h 39"/>
                <a:gd name="T2" fmla="*/ 0 w 8"/>
                <a:gd name="T3" fmla="*/ 36 h 39"/>
                <a:gd name="T4" fmla="*/ 0 w 8"/>
                <a:gd name="T5" fmla="*/ 34 h 39"/>
                <a:gd name="T6" fmla="*/ 0 w 8"/>
                <a:gd name="T7" fmla="*/ 32 h 39"/>
                <a:gd name="T8" fmla="*/ 0 w 8"/>
                <a:gd name="T9" fmla="*/ 33 h 39"/>
                <a:gd name="T10" fmla="*/ 0 w 8"/>
                <a:gd name="T11" fmla="*/ 34 h 39"/>
                <a:gd name="T12" fmla="*/ 0 w 8"/>
                <a:gd name="T13" fmla="*/ 34 h 39"/>
                <a:gd name="T14" fmla="*/ 1 w 8"/>
                <a:gd name="T15" fmla="*/ 37 h 39"/>
                <a:gd name="T16" fmla="*/ 1 w 8"/>
                <a:gd name="T17" fmla="*/ 39 h 39"/>
                <a:gd name="T18" fmla="*/ 1 w 8"/>
                <a:gd name="T19" fmla="*/ 36 h 39"/>
                <a:gd name="T20" fmla="*/ 1 w 8"/>
                <a:gd name="T21" fmla="*/ 33 h 39"/>
                <a:gd name="T22" fmla="*/ 1 w 8"/>
                <a:gd name="T23" fmla="*/ 34 h 39"/>
                <a:gd name="T24" fmla="*/ 2 w 8"/>
                <a:gd name="T25" fmla="*/ 34 h 39"/>
                <a:gd name="T26" fmla="*/ 2 w 8"/>
                <a:gd name="T27" fmla="*/ 31 h 39"/>
                <a:gd name="T28" fmla="*/ 2 w 8"/>
                <a:gd name="T29" fmla="*/ 29 h 39"/>
                <a:gd name="T30" fmla="*/ 2 w 8"/>
                <a:gd name="T31" fmla="*/ 29 h 39"/>
                <a:gd name="T32" fmla="*/ 2 w 8"/>
                <a:gd name="T33" fmla="*/ 28 h 39"/>
                <a:gd name="T34" fmla="*/ 2 w 8"/>
                <a:gd name="T35" fmla="*/ 26 h 39"/>
                <a:gd name="T36" fmla="*/ 2 w 8"/>
                <a:gd name="T37" fmla="*/ 26 h 39"/>
                <a:gd name="T38" fmla="*/ 3 w 8"/>
                <a:gd name="T39" fmla="*/ 23 h 39"/>
                <a:gd name="T40" fmla="*/ 3 w 8"/>
                <a:gd name="T41" fmla="*/ 18 h 39"/>
                <a:gd name="T42" fmla="*/ 3 w 8"/>
                <a:gd name="T43" fmla="*/ 15 h 39"/>
                <a:gd name="T44" fmla="*/ 3 w 8"/>
                <a:gd name="T45" fmla="*/ 14 h 39"/>
                <a:gd name="T46" fmla="*/ 4 w 8"/>
                <a:gd name="T47" fmla="*/ 11 h 39"/>
                <a:gd name="T48" fmla="*/ 4 w 8"/>
                <a:gd name="T49" fmla="*/ 8 h 39"/>
                <a:gd name="T50" fmla="*/ 4 w 8"/>
                <a:gd name="T51" fmla="*/ 5 h 39"/>
                <a:gd name="T52" fmla="*/ 4 w 8"/>
                <a:gd name="T53" fmla="*/ 3 h 39"/>
                <a:gd name="T54" fmla="*/ 4 w 8"/>
                <a:gd name="T55" fmla="*/ 3 h 39"/>
                <a:gd name="T56" fmla="*/ 4 w 8"/>
                <a:gd name="T57" fmla="*/ 4 h 39"/>
                <a:gd name="T58" fmla="*/ 4 w 8"/>
                <a:gd name="T59" fmla="*/ 6 h 39"/>
                <a:gd name="T60" fmla="*/ 5 w 8"/>
                <a:gd name="T61" fmla="*/ 8 h 39"/>
                <a:gd name="T62" fmla="*/ 5 w 8"/>
                <a:gd name="T63" fmla="*/ 9 h 39"/>
                <a:gd name="T64" fmla="*/ 5 w 8"/>
                <a:gd name="T65" fmla="*/ 10 h 39"/>
                <a:gd name="T66" fmla="*/ 5 w 8"/>
                <a:gd name="T67" fmla="*/ 14 h 39"/>
                <a:gd name="T68" fmla="*/ 5 w 8"/>
                <a:gd name="T69" fmla="*/ 18 h 39"/>
                <a:gd name="T70" fmla="*/ 5 w 8"/>
                <a:gd name="T71" fmla="*/ 20 h 39"/>
                <a:gd name="T72" fmla="*/ 5 w 8"/>
                <a:gd name="T73" fmla="*/ 19 h 39"/>
                <a:gd name="T74" fmla="*/ 6 w 8"/>
                <a:gd name="T75" fmla="*/ 17 h 39"/>
                <a:gd name="T76" fmla="*/ 6 w 8"/>
                <a:gd name="T77" fmla="*/ 15 h 39"/>
                <a:gd name="T78" fmla="*/ 6 w 8"/>
                <a:gd name="T79" fmla="*/ 11 h 39"/>
                <a:gd name="T80" fmla="*/ 6 w 8"/>
                <a:gd name="T81" fmla="*/ 9 h 39"/>
                <a:gd name="T82" fmla="*/ 6 w 8"/>
                <a:gd name="T83" fmla="*/ 7 h 39"/>
                <a:gd name="T84" fmla="*/ 7 w 8"/>
                <a:gd name="T85" fmla="*/ 3 h 39"/>
                <a:gd name="T86" fmla="*/ 7 w 8"/>
                <a:gd name="T87" fmla="*/ 0 h 39"/>
                <a:gd name="T88" fmla="*/ 7 w 8"/>
                <a:gd name="T89" fmla="*/ 1 h 39"/>
                <a:gd name="T90" fmla="*/ 7 w 8"/>
                <a:gd name="T91" fmla="*/ 5 h 39"/>
                <a:gd name="T92" fmla="*/ 7 w 8"/>
                <a:gd name="T93" fmla="*/ 8 h 39"/>
                <a:gd name="T94" fmla="*/ 7 w 8"/>
                <a:gd name="T95" fmla="*/ 12 h 39"/>
                <a:gd name="T96" fmla="*/ 8 w 8"/>
                <a:gd name="T97" fmla="*/ 18 h 39"/>
                <a:gd name="T98" fmla="*/ 8 w 8"/>
                <a:gd name="T99" fmla="*/ 24 h 39"/>
                <a:gd name="T100" fmla="*/ 8 w 8"/>
                <a:gd name="T101" fmla="*/ 28 h 39"/>
                <a:gd name="T102" fmla="*/ 8 w 8"/>
                <a:gd name="T103" fmla="*/ 3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39">
                  <a:moveTo>
                    <a:pt x="0" y="36"/>
                  </a:moveTo>
                  <a:lnTo>
                    <a:pt x="0" y="36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36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2" y="34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8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3" y="23"/>
                  </a:lnTo>
                  <a:lnTo>
                    <a:pt x="3" y="18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4" y="11"/>
                  </a:lnTo>
                  <a:lnTo>
                    <a:pt x="4" y="8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4"/>
                  </a:lnTo>
                  <a:lnTo>
                    <a:pt x="4" y="6"/>
                  </a:lnTo>
                  <a:lnTo>
                    <a:pt x="5" y="8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4"/>
                  </a:lnTo>
                  <a:lnTo>
                    <a:pt x="5" y="18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6" y="17"/>
                  </a:lnTo>
                  <a:lnTo>
                    <a:pt x="6" y="15"/>
                  </a:lnTo>
                  <a:lnTo>
                    <a:pt x="6" y="11"/>
                  </a:lnTo>
                  <a:lnTo>
                    <a:pt x="6" y="9"/>
                  </a:lnTo>
                  <a:lnTo>
                    <a:pt x="6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5"/>
                  </a:lnTo>
                  <a:lnTo>
                    <a:pt x="7" y="8"/>
                  </a:lnTo>
                  <a:lnTo>
                    <a:pt x="7" y="12"/>
                  </a:lnTo>
                  <a:lnTo>
                    <a:pt x="8" y="18"/>
                  </a:lnTo>
                  <a:lnTo>
                    <a:pt x="8" y="24"/>
                  </a:lnTo>
                  <a:lnTo>
                    <a:pt x="8" y="28"/>
                  </a:lnTo>
                  <a:lnTo>
                    <a:pt x="8" y="3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3" name="Freeform 626"/>
            <p:cNvSpPr/>
            <p:nvPr/>
          </p:nvSpPr>
          <p:spPr bwMode="auto">
            <a:xfrm>
              <a:off x="2027238" y="1911351"/>
              <a:ext cx="14288" cy="88900"/>
            </a:xfrm>
            <a:custGeom>
              <a:avLst/>
              <a:gdLst>
                <a:gd name="T0" fmla="*/ 0 w 9"/>
                <a:gd name="T1" fmla="*/ 41 h 56"/>
                <a:gd name="T2" fmla="*/ 0 w 9"/>
                <a:gd name="T3" fmla="*/ 44 h 56"/>
                <a:gd name="T4" fmla="*/ 0 w 9"/>
                <a:gd name="T5" fmla="*/ 47 h 56"/>
                <a:gd name="T6" fmla="*/ 1 w 9"/>
                <a:gd name="T7" fmla="*/ 48 h 56"/>
                <a:gd name="T8" fmla="*/ 1 w 9"/>
                <a:gd name="T9" fmla="*/ 47 h 56"/>
                <a:gd name="T10" fmla="*/ 1 w 9"/>
                <a:gd name="T11" fmla="*/ 46 h 56"/>
                <a:gd name="T12" fmla="*/ 1 w 9"/>
                <a:gd name="T13" fmla="*/ 44 h 56"/>
                <a:gd name="T14" fmla="*/ 1 w 9"/>
                <a:gd name="T15" fmla="*/ 41 h 56"/>
                <a:gd name="T16" fmla="*/ 1 w 9"/>
                <a:gd name="T17" fmla="*/ 37 h 56"/>
                <a:gd name="T18" fmla="*/ 1 w 9"/>
                <a:gd name="T19" fmla="*/ 35 h 56"/>
                <a:gd name="T20" fmla="*/ 2 w 9"/>
                <a:gd name="T21" fmla="*/ 34 h 56"/>
                <a:gd name="T22" fmla="*/ 2 w 9"/>
                <a:gd name="T23" fmla="*/ 32 h 56"/>
                <a:gd name="T24" fmla="*/ 2 w 9"/>
                <a:gd name="T25" fmla="*/ 29 h 56"/>
                <a:gd name="T26" fmla="*/ 2 w 9"/>
                <a:gd name="T27" fmla="*/ 27 h 56"/>
                <a:gd name="T28" fmla="*/ 2 w 9"/>
                <a:gd name="T29" fmla="*/ 26 h 56"/>
                <a:gd name="T30" fmla="*/ 2 w 9"/>
                <a:gd name="T31" fmla="*/ 25 h 56"/>
                <a:gd name="T32" fmla="*/ 2 w 9"/>
                <a:gd name="T33" fmla="*/ 23 h 56"/>
                <a:gd name="T34" fmla="*/ 3 w 9"/>
                <a:gd name="T35" fmla="*/ 22 h 56"/>
                <a:gd name="T36" fmla="*/ 3 w 9"/>
                <a:gd name="T37" fmla="*/ 19 h 56"/>
                <a:gd name="T38" fmla="*/ 3 w 9"/>
                <a:gd name="T39" fmla="*/ 15 h 56"/>
                <a:gd name="T40" fmla="*/ 3 w 9"/>
                <a:gd name="T41" fmla="*/ 10 h 56"/>
                <a:gd name="T42" fmla="*/ 4 w 9"/>
                <a:gd name="T43" fmla="*/ 7 h 56"/>
                <a:gd name="T44" fmla="*/ 4 w 9"/>
                <a:gd name="T45" fmla="*/ 4 h 56"/>
                <a:gd name="T46" fmla="*/ 4 w 9"/>
                <a:gd name="T47" fmla="*/ 2 h 56"/>
                <a:gd name="T48" fmla="*/ 4 w 9"/>
                <a:gd name="T49" fmla="*/ 0 h 56"/>
                <a:gd name="T50" fmla="*/ 4 w 9"/>
                <a:gd name="T51" fmla="*/ 0 h 56"/>
                <a:gd name="T52" fmla="*/ 4 w 9"/>
                <a:gd name="T53" fmla="*/ 0 h 56"/>
                <a:gd name="T54" fmla="*/ 4 w 9"/>
                <a:gd name="T55" fmla="*/ 0 h 56"/>
                <a:gd name="T56" fmla="*/ 5 w 9"/>
                <a:gd name="T57" fmla="*/ 4 h 56"/>
                <a:gd name="T58" fmla="*/ 5 w 9"/>
                <a:gd name="T59" fmla="*/ 7 h 56"/>
                <a:gd name="T60" fmla="*/ 5 w 9"/>
                <a:gd name="T61" fmla="*/ 9 h 56"/>
                <a:gd name="T62" fmla="*/ 5 w 9"/>
                <a:gd name="T63" fmla="*/ 10 h 56"/>
                <a:gd name="T64" fmla="*/ 5 w 9"/>
                <a:gd name="T65" fmla="*/ 15 h 56"/>
                <a:gd name="T66" fmla="*/ 6 w 9"/>
                <a:gd name="T67" fmla="*/ 20 h 56"/>
                <a:gd name="T68" fmla="*/ 6 w 9"/>
                <a:gd name="T69" fmla="*/ 22 h 56"/>
                <a:gd name="T70" fmla="*/ 6 w 9"/>
                <a:gd name="T71" fmla="*/ 25 h 56"/>
                <a:gd name="T72" fmla="*/ 6 w 9"/>
                <a:gd name="T73" fmla="*/ 28 h 56"/>
                <a:gd name="T74" fmla="*/ 6 w 9"/>
                <a:gd name="T75" fmla="*/ 31 h 56"/>
                <a:gd name="T76" fmla="*/ 6 w 9"/>
                <a:gd name="T77" fmla="*/ 34 h 56"/>
                <a:gd name="T78" fmla="*/ 6 w 9"/>
                <a:gd name="T79" fmla="*/ 37 h 56"/>
                <a:gd name="T80" fmla="*/ 7 w 9"/>
                <a:gd name="T81" fmla="*/ 39 h 56"/>
                <a:gd name="T82" fmla="*/ 7 w 9"/>
                <a:gd name="T83" fmla="*/ 40 h 56"/>
                <a:gd name="T84" fmla="*/ 7 w 9"/>
                <a:gd name="T85" fmla="*/ 42 h 56"/>
                <a:gd name="T86" fmla="*/ 7 w 9"/>
                <a:gd name="T87" fmla="*/ 46 h 56"/>
                <a:gd name="T88" fmla="*/ 7 w 9"/>
                <a:gd name="T89" fmla="*/ 49 h 56"/>
                <a:gd name="T90" fmla="*/ 7 w 9"/>
                <a:gd name="T91" fmla="*/ 52 h 56"/>
                <a:gd name="T92" fmla="*/ 7 w 9"/>
                <a:gd name="T93" fmla="*/ 52 h 56"/>
                <a:gd name="T94" fmla="*/ 8 w 9"/>
                <a:gd name="T95" fmla="*/ 53 h 56"/>
                <a:gd name="T96" fmla="*/ 8 w 9"/>
                <a:gd name="T97" fmla="*/ 54 h 56"/>
                <a:gd name="T98" fmla="*/ 8 w 9"/>
                <a:gd name="T99" fmla="*/ 55 h 56"/>
                <a:gd name="T100" fmla="*/ 8 w 9"/>
                <a:gd name="T101" fmla="*/ 55 h 56"/>
                <a:gd name="T102" fmla="*/ 9 w 9"/>
                <a:gd name="T10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6">
                  <a:moveTo>
                    <a:pt x="0" y="41"/>
                  </a:moveTo>
                  <a:lnTo>
                    <a:pt x="0" y="44"/>
                  </a:lnTo>
                  <a:lnTo>
                    <a:pt x="0" y="47"/>
                  </a:lnTo>
                  <a:lnTo>
                    <a:pt x="1" y="48"/>
                  </a:lnTo>
                  <a:lnTo>
                    <a:pt x="1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1" y="41"/>
                  </a:lnTo>
                  <a:lnTo>
                    <a:pt x="1" y="37"/>
                  </a:lnTo>
                  <a:lnTo>
                    <a:pt x="1" y="35"/>
                  </a:lnTo>
                  <a:lnTo>
                    <a:pt x="2" y="34"/>
                  </a:lnTo>
                  <a:lnTo>
                    <a:pt x="2" y="32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2" y="26"/>
                  </a:lnTo>
                  <a:lnTo>
                    <a:pt x="2" y="25"/>
                  </a:lnTo>
                  <a:lnTo>
                    <a:pt x="2" y="23"/>
                  </a:lnTo>
                  <a:lnTo>
                    <a:pt x="3" y="22"/>
                  </a:lnTo>
                  <a:lnTo>
                    <a:pt x="3" y="19"/>
                  </a:lnTo>
                  <a:lnTo>
                    <a:pt x="3" y="15"/>
                  </a:lnTo>
                  <a:lnTo>
                    <a:pt x="3" y="10"/>
                  </a:lnTo>
                  <a:lnTo>
                    <a:pt x="4" y="7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4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5"/>
                  </a:lnTo>
                  <a:lnTo>
                    <a:pt x="6" y="20"/>
                  </a:lnTo>
                  <a:lnTo>
                    <a:pt x="6" y="22"/>
                  </a:lnTo>
                  <a:lnTo>
                    <a:pt x="6" y="25"/>
                  </a:lnTo>
                  <a:lnTo>
                    <a:pt x="6" y="28"/>
                  </a:lnTo>
                  <a:lnTo>
                    <a:pt x="6" y="31"/>
                  </a:lnTo>
                  <a:lnTo>
                    <a:pt x="6" y="34"/>
                  </a:lnTo>
                  <a:lnTo>
                    <a:pt x="6" y="37"/>
                  </a:lnTo>
                  <a:lnTo>
                    <a:pt x="7" y="39"/>
                  </a:lnTo>
                  <a:lnTo>
                    <a:pt x="7" y="40"/>
                  </a:lnTo>
                  <a:lnTo>
                    <a:pt x="7" y="42"/>
                  </a:lnTo>
                  <a:lnTo>
                    <a:pt x="7" y="46"/>
                  </a:lnTo>
                  <a:lnTo>
                    <a:pt x="7" y="49"/>
                  </a:lnTo>
                  <a:lnTo>
                    <a:pt x="7" y="52"/>
                  </a:lnTo>
                  <a:lnTo>
                    <a:pt x="7" y="52"/>
                  </a:lnTo>
                  <a:lnTo>
                    <a:pt x="8" y="53"/>
                  </a:lnTo>
                  <a:lnTo>
                    <a:pt x="8" y="54"/>
                  </a:lnTo>
                  <a:lnTo>
                    <a:pt x="8" y="55"/>
                  </a:lnTo>
                  <a:lnTo>
                    <a:pt x="8" y="55"/>
                  </a:lnTo>
                  <a:lnTo>
                    <a:pt x="9" y="5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4" name="Freeform 627"/>
            <p:cNvSpPr/>
            <p:nvPr/>
          </p:nvSpPr>
          <p:spPr bwMode="auto">
            <a:xfrm>
              <a:off x="2039938" y="1995489"/>
              <a:ext cx="14288" cy="103188"/>
            </a:xfrm>
            <a:custGeom>
              <a:avLst/>
              <a:gdLst>
                <a:gd name="T0" fmla="*/ 0 w 9"/>
                <a:gd name="T1" fmla="*/ 2 h 65"/>
                <a:gd name="T2" fmla="*/ 1 w 9"/>
                <a:gd name="T3" fmla="*/ 3 h 65"/>
                <a:gd name="T4" fmla="*/ 1 w 9"/>
                <a:gd name="T5" fmla="*/ 3 h 65"/>
                <a:gd name="T6" fmla="*/ 1 w 9"/>
                <a:gd name="T7" fmla="*/ 1 h 65"/>
                <a:gd name="T8" fmla="*/ 1 w 9"/>
                <a:gd name="T9" fmla="*/ 0 h 65"/>
                <a:gd name="T10" fmla="*/ 1 w 9"/>
                <a:gd name="T11" fmla="*/ 0 h 65"/>
                <a:gd name="T12" fmla="*/ 1 w 9"/>
                <a:gd name="T13" fmla="*/ 2 h 65"/>
                <a:gd name="T14" fmla="*/ 1 w 9"/>
                <a:gd name="T15" fmla="*/ 2 h 65"/>
                <a:gd name="T16" fmla="*/ 2 w 9"/>
                <a:gd name="T17" fmla="*/ 1 h 65"/>
                <a:gd name="T18" fmla="*/ 2 w 9"/>
                <a:gd name="T19" fmla="*/ 1 h 65"/>
                <a:gd name="T20" fmla="*/ 2 w 9"/>
                <a:gd name="T21" fmla="*/ 2 h 65"/>
                <a:gd name="T22" fmla="*/ 2 w 9"/>
                <a:gd name="T23" fmla="*/ 3 h 65"/>
                <a:gd name="T24" fmla="*/ 2 w 9"/>
                <a:gd name="T25" fmla="*/ 5 h 65"/>
                <a:gd name="T26" fmla="*/ 3 w 9"/>
                <a:gd name="T27" fmla="*/ 5 h 65"/>
                <a:gd name="T28" fmla="*/ 3 w 9"/>
                <a:gd name="T29" fmla="*/ 5 h 65"/>
                <a:gd name="T30" fmla="*/ 3 w 9"/>
                <a:gd name="T31" fmla="*/ 5 h 65"/>
                <a:gd name="T32" fmla="*/ 3 w 9"/>
                <a:gd name="T33" fmla="*/ 6 h 65"/>
                <a:gd name="T34" fmla="*/ 3 w 9"/>
                <a:gd name="T35" fmla="*/ 6 h 65"/>
                <a:gd name="T36" fmla="*/ 3 w 9"/>
                <a:gd name="T37" fmla="*/ 7 h 65"/>
                <a:gd name="T38" fmla="*/ 3 w 9"/>
                <a:gd name="T39" fmla="*/ 7 h 65"/>
                <a:gd name="T40" fmla="*/ 4 w 9"/>
                <a:gd name="T41" fmla="*/ 9 h 65"/>
                <a:gd name="T42" fmla="*/ 4 w 9"/>
                <a:gd name="T43" fmla="*/ 11 h 65"/>
                <a:gd name="T44" fmla="*/ 4 w 9"/>
                <a:gd name="T45" fmla="*/ 11 h 65"/>
                <a:gd name="T46" fmla="*/ 4 w 9"/>
                <a:gd name="T47" fmla="*/ 9 h 65"/>
                <a:gd name="T48" fmla="*/ 4 w 9"/>
                <a:gd name="T49" fmla="*/ 10 h 65"/>
                <a:gd name="T50" fmla="*/ 4 w 9"/>
                <a:gd name="T51" fmla="*/ 11 h 65"/>
                <a:gd name="T52" fmla="*/ 5 w 9"/>
                <a:gd name="T53" fmla="*/ 11 h 65"/>
                <a:gd name="T54" fmla="*/ 5 w 9"/>
                <a:gd name="T55" fmla="*/ 11 h 65"/>
                <a:gd name="T56" fmla="*/ 5 w 9"/>
                <a:gd name="T57" fmla="*/ 14 h 65"/>
                <a:gd name="T58" fmla="*/ 5 w 9"/>
                <a:gd name="T59" fmla="*/ 16 h 65"/>
                <a:gd name="T60" fmla="*/ 5 w 9"/>
                <a:gd name="T61" fmla="*/ 16 h 65"/>
                <a:gd name="T62" fmla="*/ 6 w 9"/>
                <a:gd name="T63" fmla="*/ 17 h 65"/>
                <a:gd name="T64" fmla="*/ 6 w 9"/>
                <a:gd name="T65" fmla="*/ 22 h 65"/>
                <a:gd name="T66" fmla="*/ 6 w 9"/>
                <a:gd name="T67" fmla="*/ 27 h 65"/>
                <a:gd name="T68" fmla="*/ 6 w 9"/>
                <a:gd name="T69" fmla="*/ 32 h 65"/>
                <a:gd name="T70" fmla="*/ 6 w 9"/>
                <a:gd name="T71" fmla="*/ 37 h 65"/>
                <a:gd name="T72" fmla="*/ 6 w 9"/>
                <a:gd name="T73" fmla="*/ 42 h 65"/>
                <a:gd name="T74" fmla="*/ 6 w 9"/>
                <a:gd name="T75" fmla="*/ 45 h 65"/>
                <a:gd name="T76" fmla="*/ 7 w 9"/>
                <a:gd name="T77" fmla="*/ 48 h 65"/>
                <a:gd name="T78" fmla="*/ 7 w 9"/>
                <a:gd name="T79" fmla="*/ 52 h 65"/>
                <a:gd name="T80" fmla="*/ 7 w 9"/>
                <a:gd name="T81" fmla="*/ 58 h 65"/>
                <a:gd name="T82" fmla="*/ 7 w 9"/>
                <a:gd name="T83" fmla="*/ 60 h 65"/>
                <a:gd name="T84" fmla="*/ 7 w 9"/>
                <a:gd name="T85" fmla="*/ 57 h 65"/>
                <a:gd name="T86" fmla="*/ 8 w 9"/>
                <a:gd name="T87" fmla="*/ 54 h 65"/>
                <a:gd name="T88" fmla="*/ 8 w 9"/>
                <a:gd name="T89" fmla="*/ 54 h 65"/>
                <a:gd name="T90" fmla="*/ 8 w 9"/>
                <a:gd name="T91" fmla="*/ 52 h 65"/>
                <a:gd name="T92" fmla="*/ 8 w 9"/>
                <a:gd name="T93" fmla="*/ 51 h 65"/>
                <a:gd name="T94" fmla="*/ 8 w 9"/>
                <a:gd name="T95" fmla="*/ 52 h 65"/>
                <a:gd name="T96" fmla="*/ 8 w 9"/>
                <a:gd name="T97" fmla="*/ 54 h 65"/>
                <a:gd name="T98" fmla="*/ 9 w 9"/>
                <a:gd name="T99" fmla="*/ 54 h 65"/>
                <a:gd name="T100" fmla="*/ 9 w 9"/>
                <a:gd name="T101" fmla="*/ 56 h 65"/>
                <a:gd name="T102" fmla="*/ 9 w 9"/>
                <a:gd name="T10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5">
                  <a:moveTo>
                    <a:pt x="0" y="2"/>
                  </a:moveTo>
                  <a:lnTo>
                    <a:pt x="1" y="3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7"/>
                  </a:lnTo>
                  <a:lnTo>
                    <a:pt x="4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4" y="9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6" y="17"/>
                  </a:lnTo>
                  <a:lnTo>
                    <a:pt x="6" y="22"/>
                  </a:lnTo>
                  <a:lnTo>
                    <a:pt x="6" y="27"/>
                  </a:lnTo>
                  <a:lnTo>
                    <a:pt x="6" y="32"/>
                  </a:lnTo>
                  <a:lnTo>
                    <a:pt x="6" y="37"/>
                  </a:lnTo>
                  <a:lnTo>
                    <a:pt x="6" y="42"/>
                  </a:lnTo>
                  <a:lnTo>
                    <a:pt x="6" y="45"/>
                  </a:lnTo>
                  <a:lnTo>
                    <a:pt x="7" y="48"/>
                  </a:lnTo>
                  <a:lnTo>
                    <a:pt x="7" y="52"/>
                  </a:lnTo>
                  <a:lnTo>
                    <a:pt x="7" y="58"/>
                  </a:lnTo>
                  <a:lnTo>
                    <a:pt x="7" y="60"/>
                  </a:lnTo>
                  <a:lnTo>
                    <a:pt x="7" y="57"/>
                  </a:lnTo>
                  <a:lnTo>
                    <a:pt x="8" y="54"/>
                  </a:lnTo>
                  <a:lnTo>
                    <a:pt x="8" y="54"/>
                  </a:lnTo>
                  <a:lnTo>
                    <a:pt x="8" y="52"/>
                  </a:lnTo>
                  <a:lnTo>
                    <a:pt x="8" y="51"/>
                  </a:lnTo>
                  <a:lnTo>
                    <a:pt x="8" y="52"/>
                  </a:lnTo>
                  <a:lnTo>
                    <a:pt x="8" y="54"/>
                  </a:lnTo>
                  <a:lnTo>
                    <a:pt x="9" y="54"/>
                  </a:lnTo>
                  <a:lnTo>
                    <a:pt x="9" y="56"/>
                  </a:lnTo>
                  <a:lnTo>
                    <a:pt x="9" y="6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5" name="Freeform 628"/>
            <p:cNvSpPr/>
            <p:nvPr/>
          </p:nvSpPr>
          <p:spPr bwMode="auto">
            <a:xfrm>
              <a:off x="2054225" y="2016126"/>
              <a:ext cx="12700" cy="131763"/>
            </a:xfrm>
            <a:custGeom>
              <a:avLst/>
              <a:gdLst>
                <a:gd name="T0" fmla="*/ 0 w 8"/>
                <a:gd name="T1" fmla="*/ 43 h 83"/>
                <a:gd name="T2" fmla="*/ 0 w 8"/>
                <a:gd name="T3" fmla="*/ 52 h 83"/>
                <a:gd name="T4" fmla="*/ 0 w 8"/>
                <a:gd name="T5" fmla="*/ 63 h 83"/>
                <a:gd name="T6" fmla="*/ 0 w 8"/>
                <a:gd name="T7" fmla="*/ 69 h 83"/>
                <a:gd name="T8" fmla="*/ 0 w 8"/>
                <a:gd name="T9" fmla="*/ 71 h 83"/>
                <a:gd name="T10" fmla="*/ 0 w 8"/>
                <a:gd name="T11" fmla="*/ 74 h 83"/>
                <a:gd name="T12" fmla="*/ 1 w 8"/>
                <a:gd name="T13" fmla="*/ 78 h 83"/>
                <a:gd name="T14" fmla="*/ 1 w 8"/>
                <a:gd name="T15" fmla="*/ 82 h 83"/>
                <a:gd name="T16" fmla="*/ 1 w 8"/>
                <a:gd name="T17" fmla="*/ 83 h 83"/>
                <a:gd name="T18" fmla="*/ 1 w 8"/>
                <a:gd name="T19" fmla="*/ 81 h 83"/>
                <a:gd name="T20" fmla="*/ 1 w 8"/>
                <a:gd name="T21" fmla="*/ 79 h 83"/>
                <a:gd name="T22" fmla="*/ 2 w 8"/>
                <a:gd name="T23" fmla="*/ 77 h 83"/>
                <a:gd name="T24" fmla="*/ 2 w 8"/>
                <a:gd name="T25" fmla="*/ 74 h 83"/>
                <a:gd name="T26" fmla="*/ 2 w 8"/>
                <a:gd name="T27" fmla="*/ 73 h 83"/>
                <a:gd name="T28" fmla="*/ 2 w 8"/>
                <a:gd name="T29" fmla="*/ 72 h 83"/>
                <a:gd name="T30" fmla="*/ 2 w 8"/>
                <a:gd name="T31" fmla="*/ 70 h 83"/>
                <a:gd name="T32" fmla="*/ 2 w 8"/>
                <a:gd name="T33" fmla="*/ 69 h 83"/>
                <a:gd name="T34" fmla="*/ 2 w 8"/>
                <a:gd name="T35" fmla="*/ 71 h 83"/>
                <a:gd name="T36" fmla="*/ 3 w 8"/>
                <a:gd name="T37" fmla="*/ 71 h 83"/>
                <a:gd name="T38" fmla="*/ 3 w 8"/>
                <a:gd name="T39" fmla="*/ 68 h 83"/>
                <a:gd name="T40" fmla="*/ 3 w 8"/>
                <a:gd name="T41" fmla="*/ 66 h 83"/>
                <a:gd name="T42" fmla="*/ 3 w 8"/>
                <a:gd name="T43" fmla="*/ 66 h 83"/>
                <a:gd name="T44" fmla="*/ 4 w 8"/>
                <a:gd name="T45" fmla="*/ 65 h 83"/>
                <a:gd name="T46" fmla="*/ 4 w 8"/>
                <a:gd name="T47" fmla="*/ 61 h 83"/>
                <a:gd name="T48" fmla="*/ 4 w 8"/>
                <a:gd name="T49" fmla="*/ 57 h 83"/>
                <a:gd name="T50" fmla="*/ 4 w 8"/>
                <a:gd name="T51" fmla="*/ 54 h 83"/>
                <a:gd name="T52" fmla="*/ 4 w 8"/>
                <a:gd name="T53" fmla="*/ 51 h 83"/>
                <a:gd name="T54" fmla="*/ 4 w 8"/>
                <a:gd name="T55" fmla="*/ 48 h 83"/>
                <a:gd name="T56" fmla="*/ 4 w 8"/>
                <a:gd name="T57" fmla="*/ 47 h 83"/>
                <a:gd name="T58" fmla="*/ 5 w 8"/>
                <a:gd name="T59" fmla="*/ 47 h 83"/>
                <a:gd name="T60" fmla="*/ 5 w 8"/>
                <a:gd name="T61" fmla="*/ 47 h 83"/>
                <a:gd name="T62" fmla="*/ 5 w 8"/>
                <a:gd name="T63" fmla="*/ 45 h 83"/>
                <a:gd name="T64" fmla="*/ 5 w 8"/>
                <a:gd name="T65" fmla="*/ 41 h 83"/>
                <a:gd name="T66" fmla="*/ 5 w 8"/>
                <a:gd name="T67" fmla="*/ 38 h 83"/>
                <a:gd name="T68" fmla="*/ 5 w 8"/>
                <a:gd name="T69" fmla="*/ 38 h 83"/>
                <a:gd name="T70" fmla="*/ 5 w 8"/>
                <a:gd name="T71" fmla="*/ 38 h 83"/>
                <a:gd name="T72" fmla="*/ 6 w 8"/>
                <a:gd name="T73" fmla="*/ 36 h 83"/>
                <a:gd name="T74" fmla="*/ 6 w 8"/>
                <a:gd name="T75" fmla="*/ 32 h 83"/>
                <a:gd name="T76" fmla="*/ 6 w 8"/>
                <a:gd name="T77" fmla="*/ 26 h 83"/>
                <a:gd name="T78" fmla="*/ 6 w 8"/>
                <a:gd name="T79" fmla="*/ 23 h 83"/>
                <a:gd name="T80" fmla="*/ 6 w 8"/>
                <a:gd name="T81" fmla="*/ 24 h 83"/>
                <a:gd name="T82" fmla="*/ 7 w 8"/>
                <a:gd name="T83" fmla="*/ 24 h 83"/>
                <a:gd name="T84" fmla="*/ 7 w 8"/>
                <a:gd name="T85" fmla="*/ 20 h 83"/>
                <a:gd name="T86" fmla="*/ 7 w 8"/>
                <a:gd name="T87" fmla="*/ 13 h 83"/>
                <a:gd name="T88" fmla="*/ 7 w 8"/>
                <a:gd name="T89" fmla="*/ 10 h 83"/>
                <a:gd name="T90" fmla="*/ 7 w 8"/>
                <a:gd name="T91" fmla="*/ 8 h 83"/>
                <a:gd name="T92" fmla="*/ 7 w 8"/>
                <a:gd name="T93" fmla="*/ 8 h 83"/>
                <a:gd name="T94" fmla="*/ 7 w 8"/>
                <a:gd name="T95" fmla="*/ 8 h 83"/>
                <a:gd name="T96" fmla="*/ 8 w 8"/>
                <a:gd name="T97" fmla="*/ 8 h 83"/>
                <a:gd name="T98" fmla="*/ 8 w 8"/>
                <a:gd name="T99" fmla="*/ 3 h 83"/>
                <a:gd name="T100" fmla="*/ 8 w 8"/>
                <a:gd name="T101" fmla="*/ 0 h 83"/>
                <a:gd name="T102" fmla="*/ 8 w 8"/>
                <a:gd name="T103" fmla="*/ 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3">
                  <a:moveTo>
                    <a:pt x="0" y="43"/>
                  </a:moveTo>
                  <a:lnTo>
                    <a:pt x="0" y="52"/>
                  </a:lnTo>
                  <a:lnTo>
                    <a:pt x="0" y="63"/>
                  </a:lnTo>
                  <a:lnTo>
                    <a:pt x="0" y="69"/>
                  </a:lnTo>
                  <a:lnTo>
                    <a:pt x="0" y="71"/>
                  </a:lnTo>
                  <a:lnTo>
                    <a:pt x="0" y="74"/>
                  </a:lnTo>
                  <a:lnTo>
                    <a:pt x="1" y="78"/>
                  </a:lnTo>
                  <a:lnTo>
                    <a:pt x="1" y="82"/>
                  </a:lnTo>
                  <a:lnTo>
                    <a:pt x="1" y="83"/>
                  </a:lnTo>
                  <a:lnTo>
                    <a:pt x="1" y="81"/>
                  </a:lnTo>
                  <a:lnTo>
                    <a:pt x="1" y="79"/>
                  </a:lnTo>
                  <a:lnTo>
                    <a:pt x="2" y="77"/>
                  </a:lnTo>
                  <a:lnTo>
                    <a:pt x="2" y="74"/>
                  </a:lnTo>
                  <a:lnTo>
                    <a:pt x="2" y="73"/>
                  </a:lnTo>
                  <a:lnTo>
                    <a:pt x="2" y="72"/>
                  </a:lnTo>
                  <a:lnTo>
                    <a:pt x="2" y="70"/>
                  </a:lnTo>
                  <a:lnTo>
                    <a:pt x="2" y="69"/>
                  </a:lnTo>
                  <a:lnTo>
                    <a:pt x="2" y="71"/>
                  </a:lnTo>
                  <a:lnTo>
                    <a:pt x="3" y="71"/>
                  </a:lnTo>
                  <a:lnTo>
                    <a:pt x="3" y="68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4" y="65"/>
                  </a:lnTo>
                  <a:lnTo>
                    <a:pt x="4" y="61"/>
                  </a:lnTo>
                  <a:lnTo>
                    <a:pt x="4" y="57"/>
                  </a:lnTo>
                  <a:lnTo>
                    <a:pt x="4" y="54"/>
                  </a:lnTo>
                  <a:lnTo>
                    <a:pt x="4" y="51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45"/>
                  </a:lnTo>
                  <a:lnTo>
                    <a:pt x="5" y="41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6" y="36"/>
                  </a:lnTo>
                  <a:lnTo>
                    <a:pt x="6" y="32"/>
                  </a:lnTo>
                  <a:lnTo>
                    <a:pt x="6" y="26"/>
                  </a:lnTo>
                  <a:lnTo>
                    <a:pt x="6" y="23"/>
                  </a:lnTo>
                  <a:lnTo>
                    <a:pt x="6" y="24"/>
                  </a:lnTo>
                  <a:lnTo>
                    <a:pt x="7" y="24"/>
                  </a:lnTo>
                  <a:lnTo>
                    <a:pt x="7" y="20"/>
                  </a:lnTo>
                  <a:lnTo>
                    <a:pt x="7" y="13"/>
                  </a:lnTo>
                  <a:lnTo>
                    <a:pt x="7" y="10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8" y="8"/>
                  </a:lnTo>
                  <a:lnTo>
                    <a:pt x="8" y="3"/>
                  </a:lnTo>
                  <a:lnTo>
                    <a:pt x="8" y="0"/>
                  </a:lnTo>
                  <a:lnTo>
                    <a:pt x="8" y="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6" name="Freeform 629"/>
            <p:cNvSpPr/>
            <p:nvPr/>
          </p:nvSpPr>
          <p:spPr bwMode="auto">
            <a:xfrm>
              <a:off x="2066925" y="1936751"/>
              <a:ext cx="14288" cy="84138"/>
            </a:xfrm>
            <a:custGeom>
              <a:avLst/>
              <a:gdLst>
                <a:gd name="T0" fmla="*/ 0 w 9"/>
                <a:gd name="T1" fmla="*/ 50 h 53"/>
                <a:gd name="T2" fmla="*/ 0 w 9"/>
                <a:gd name="T3" fmla="*/ 52 h 53"/>
                <a:gd name="T4" fmla="*/ 1 w 9"/>
                <a:gd name="T5" fmla="*/ 53 h 53"/>
                <a:gd name="T6" fmla="*/ 1 w 9"/>
                <a:gd name="T7" fmla="*/ 50 h 53"/>
                <a:gd name="T8" fmla="*/ 1 w 9"/>
                <a:gd name="T9" fmla="*/ 45 h 53"/>
                <a:gd name="T10" fmla="*/ 1 w 9"/>
                <a:gd name="T11" fmla="*/ 40 h 53"/>
                <a:gd name="T12" fmla="*/ 1 w 9"/>
                <a:gd name="T13" fmla="*/ 35 h 53"/>
                <a:gd name="T14" fmla="*/ 1 w 9"/>
                <a:gd name="T15" fmla="*/ 33 h 53"/>
                <a:gd name="T16" fmla="*/ 1 w 9"/>
                <a:gd name="T17" fmla="*/ 34 h 53"/>
                <a:gd name="T18" fmla="*/ 2 w 9"/>
                <a:gd name="T19" fmla="*/ 31 h 53"/>
                <a:gd name="T20" fmla="*/ 2 w 9"/>
                <a:gd name="T21" fmla="*/ 25 h 53"/>
                <a:gd name="T22" fmla="*/ 2 w 9"/>
                <a:gd name="T23" fmla="*/ 21 h 53"/>
                <a:gd name="T24" fmla="*/ 2 w 9"/>
                <a:gd name="T25" fmla="*/ 22 h 53"/>
                <a:gd name="T26" fmla="*/ 2 w 9"/>
                <a:gd name="T27" fmla="*/ 24 h 53"/>
                <a:gd name="T28" fmla="*/ 2 w 9"/>
                <a:gd name="T29" fmla="*/ 24 h 53"/>
                <a:gd name="T30" fmla="*/ 2 w 9"/>
                <a:gd name="T31" fmla="*/ 23 h 53"/>
                <a:gd name="T32" fmla="*/ 3 w 9"/>
                <a:gd name="T33" fmla="*/ 19 h 53"/>
                <a:gd name="T34" fmla="*/ 3 w 9"/>
                <a:gd name="T35" fmla="*/ 16 h 53"/>
                <a:gd name="T36" fmla="*/ 3 w 9"/>
                <a:gd name="T37" fmla="*/ 17 h 53"/>
                <a:gd name="T38" fmla="*/ 3 w 9"/>
                <a:gd name="T39" fmla="*/ 21 h 53"/>
                <a:gd name="T40" fmla="*/ 3 w 9"/>
                <a:gd name="T41" fmla="*/ 23 h 53"/>
                <a:gd name="T42" fmla="*/ 4 w 9"/>
                <a:gd name="T43" fmla="*/ 21 h 53"/>
                <a:gd name="T44" fmla="*/ 4 w 9"/>
                <a:gd name="T45" fmla="*/ 17 h 53"/>
                <a:gd name="T46" fmla="*/ 4 w 9"/>
                <a:gd name="T47" fmla="*/ 18 h 53"/>
                <a:gd name="T48" fmla="*/ 4 w 9"/>
                <a:gd name="T49" fmla="*/ 19 h 53"/>
                <a:gd name="T50" fmla="*/ 4 w 9"/>
                <a:gd name="T51" fmla="*/ 18 h 53"/>
                <a:gd name="T52" fmla="*/ 4 w 9"/>
                <a:gd name="T53" fmla="*/ 16 h 53"/>
                <a:gd name="T54" fmla="*/ 5 w 9"/>
                <a:gd name="T55" fmla="*/ 16 h 53"/>
                <a:gd name="T56" fmla="*/ 5 w 9"/>
                <a:gd name="T57" fmla="*/ 12 h 53"/>
                <a:gd name="T58" fmla="*/ 5 w 9"/>
                <a:gd name="T59" fmla="*/ 9 h 53"/>
                <a:gd name="T60" fmla="*/ 5 w 9"/>
                <a:gd name="T61" fmla="*/ 10 h 53"/>
                <a:gd name="T62" fmla="*/ 5 w 9"/>
                <a:gd name="T63" fmla="*/ 11 h 53"/>
                <a:gd name="T64" fmla="*/ 6 w 9"/>
                <a:gd name="T65" fmla="*/ 6 h 53"/>
                <a:gd name="T66" fmla="*/ 6 w 9"/>
                <a:gd name="T67" fmla="*/ 1 h 53"/>
                <a:gd name="T68" fmla="*/ 6 w 9"/>
                <a:gd name="T69" fmla="*/ 1 h 53"/>
                <a:gd name="T70" fmla="*/ 6 w 9"/>
                <a:gd name="T71" fmla="*/ 4 h 53"/>
                <a:gd name="T72" fmla="*/ 6 w 9"/>
                <a:gd name="T73" fmla="*/ 2 h 53"/>
                <a:gd name="T74" fmla="*/ 6 w 9"/>
                <a:gd name="T75" fmla="*/ 0 h 53"/>
                <a:gd name="T76" fmla="*/ 6 w 9"/>
                <a:gd name="T77" fmla="*/ 2 h 53"/>
                <a:gd name="T78" fmla="*/ 7 w 9"/>
                <a:gd name="T79" fmla="*/ 4 h 53"/>
                <a:gd name="T80" fmla="*/ 7 w 9"/>
                <a:gd name="T81" fmla="*/ 6 h 53"/>
                <a:gd name="T82" fmla="*/ 7 w 9"/>
                <a:gd name="T83" fmla="*/ 10 h 53"/>
                <a:gd name="T84" fmla="*/ 7 w 9"/>
                <a:gd name="T85" fmla="*/ 15 h 53"/>
                <a:gd name="T86" fmla="*/ 7 w 9"/>
                <a:gd name="T87" fmla="*/ 15 h 53"/>
                <a:gd name="T88" fmla="*/ 7 w 9"/>
                <a:gd name="T89" fmla="*/ 13 h 53"/>
                <a:gd name="T90" fmla="*/ 7 w 9"/>
                <a:gd name="T91" fmla="*/ 15 h 53"/>
                <a:gd name="T92" fmla="*/ 8 w 9"/>
                <a:gd name="T93" fmla="*/ 18 h 53"/>
                <a:gd name="T94" fmla="*/ 8 w 9"/>
                <a:gd name="T95" fmla="*/ 16 h 53"/>
                <a:gd name="T96" fmla="*/ 8 w 9"/>
                <a:gd name="T97" fmla="*/ 10 h 53"/>
                <a:gd name="T98" fmla="*/ 8 w 9"/>
                <a:gd name="T99" fmla="*/ 5 h 53"/>
                <a:gd name="T100" fmla="*/ 9 w 9"/>
                <a:gd name="T101" fmla="*/ 3 h 53"/>
                <a:gd name="T102" fmla="*/ 9 w 9"/>
                <a:gd name="T103" fmla="*/ 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3">
                  <a:moveTo>
                    <a:pt x="0" y="50"/>
                  </a:moveTo>
                  <a:lnTo>
                    <a:pt x="0" y="52"/>
                  </a:lnTo>
                  <a:lnTo>
                    <a:pt x="1" y="53"/>
                  </a:lnTo>
                  <a:lnTo>
                    <a:pt x="1" y="50"/>
                  </a:lnTo>
                  <a:lnTo>
                    <a:pt x="1" y="45"/>
                  </a:lnTo>
                  <a:lnTo>
                    <a:pt x="1" y="40"/>
                  </a:lnTo>
                  <a:lnTo>
                    <a:pt x="1" y="35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2" y="31"/>
                  </a:lnTo>
                  <a:lnTo>
                    <a:pt x="2" y="25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3"/>
                  </a:lnTo>
                  <a:lnTo>
                    <a:pt x="3" y="19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4" y="21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4" y="19"/>
                  </a:lnTo>
                  <a:lnTo>
                    <a:pt x="4" y="18"/>
                  </a:lnTo>
                  <a:lnTo>
                    <a:pt x="4" y="16"/>
                  </a:lnTo>
                  <a:lnTo>
                    <a:pt x="5" y="16"/>
                  </a:lnTo>
                  <a:lnTo>
                    <a:pt x="5" y="12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6" y="6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4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2"/>
                  </a:lnTo>
                  <a:lnTo>
                    <a:pt x="7" y="4"/>
                  </a:lnTo>
                  <a:lnTo>
                    <a:pt x="7" y="6"/>
                  </a:lnTo>
                  <a:lnTo>
                    <a:pt x="7" y="10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7" y="13"/>
                  </a:lnTo>
                  <a:lnTo>
                    <a:pt x="7" y="15"/>
                  </a:lnTo>
                  <a:lnTo>
                    <a:pt x="8" y="18"/>
                  </a:lnTo>
                  <a:lnTo>
                    <a:pt x="8" y="16"/>
                  </a:lnTo>
                  <a:lnTo>
                    <a:pt x="8" y="10"/>
                  </a:lnTo>
                  <a:lnTo>
                    <a:pt x="8" y="5"/>
                  </a:lnTo>
                  <a:lnTo>
                    <a:pt x="9" y="3"/>
                  </a:lnTo>
                  <a:lnTo>
                    <a:pt x="9" y="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7" name="Freeform 630"/>
            <p:cNvSpPr/>
            <p:nvPr/>
          </p:nvSpPr>
          <p:spPr bwMode="auto">
            <a:xfrm>
              <a:off x="2081213" y="1939926"/>
              <a:ext cx="12700" cy="73025"/>
            </a:xfrm>
            <a:custGeom>
              <a:avLst/>
              <a:gdLst>
                <a:gd name="T0" fmla="*/ 0 w 8"/>
                <a:gd name="T1" fmla="*/ 1 h 46"/>
                <a:gd name="T2" fmla="*/ 0 w 8"/>
                <a:gd name="T3" fmla="*/ 1 h 46"/>
                <a:gd name="T4" fmla="*/ 0 w 8"/>
                <a:gd name="T5" fmla="*/ 1 h 46"/>
                <a:gd name="T6" fmla="*/ 0 w 8"/>
                <a:gd name="T7" fmla="*/ 0 h 46"/>
                <a:gd name="T8" fmla="*/ 0 w 8"/>
                <a:gd name="T9" fmla="*/ 0 h 46"/>
                <a:gd name="T10" fmla="*/ 0 w 8"/>
                <a:gd name="T11" fmla="*/ 1 h 46"/>
                <a:gd name="T12" fmla="*/ 0 w 8"/>
                <a:gd name="T13" fmla="*/ 6 h 46"/>
                <a:gd name="T14" fmla="*/ 1 w 8"/>
                <a:gd name="T15" fmla="*/ 13 h 46"/>
                <a:gd name="T16" fmla="*/ 1 w 8"/>
                <a:gd name="T17" fmla="*/ 18 h 46"/>
                <a:gd name="T18" fmla="*/ 1 w 8"/>
                <a:gd name="T19" fmla="*/ 20 h 46"/>
                <a:gd name="T20" fmla="*/ 1 w 8"/>
                <a:gd name="T21" fmla="*/ 21 h 46"/>
                <a:gd name="T22" fmla="*/ 1 w 8"/>
                <a:gd name="T23" fmla="*/ 26 h 46"/>
                <a:gd name="T24" fmla="*/ 2 w 8"/>
                <a:gd name="T25" fmla="*/ 31 h 46"/>
                <a:gd name="T26" fmla="*/ 2 w 8"/>
                <a:gd name="T27" fmla="*/ 34 h 46"/>
                <a:gd name="T28" fmla="*/ 2 w 8"/>
                <a:gd name="T29" fmla="*/ 35 h 46"/>
                <a:gd name="T30" fmla="*/ 2 w 8"/>
                <a:gd name="T31" fmla="*/ 35 h 46"/>
                <a:gd name="T32" fmla="*/ 2 w 8"/>
                <a:gd name="T33" fmla="*/ 34 h 46"/>
                <a:gd name="T34" fmla="*/ 2 w 8"/>
                <a:gd name="T35" fmla="*/ 35 h 46"/>
                <a:gd name="T36" fmla="*/ 2 w 8"/>
                <a:gd name="T37" fmla="*/ 39 h 46"/>
                <a:gd name="T38" fmla="*/ 3 w 8"/>
                <a:gd name="T39" fmla="*/ 43 h 46"/>
                <a:gd name="T40" fmla="*/ 3 w 8"/>
                <a:gd name="T41" fmla="*/ 44 h 46"/>
                <a:gd name="T42" fmla="*/ 3 w 8"/>
                <a:gd name="T43" fmla="*/ 43 h 46"/>
                <a:gd name="T44" fmla="*/ 3 w 8"/>
                <a:gd name="T45" fmla="*/ 44 h 46"/>
                <a:gd name="T46" fmla="*/ 4 w 8"/>
                <a:gd name="T47" fmla="*/ 46 h 46"/>
                <a:gd name="T48" fmla="*/ 4 w 8"/>
                <a:gd name="T49" fmla="*/ 46 h 46"/>
                <a:gd name="T50" fmla="*/ 4 w 8"/>
                <a:gd name="T51" fmla="*/ 46 h 46"/>
                <a:gd name="T52" fmla="*/ 4 w 8"/>
                <a:gd name="T53" fmla="*/ 44 h 46"/>
                <a:gd name="T54" fmla="*/ 4 w 8"/>
                <a:gd name="T55" fmla="*/ 41 h 46"/>
                <a:gd name="T56" fmla="*/ 4 w 8"/>
                <a:gd name="T57" fmla="*/ 38 h 46"/>
                <a:gd name="T58" fmla="*/ 4 w 8"/>
                <a:gd name="T59" fmla="*/ 37 h 46"/>
                <a:gd name="T60" fmla="*/ 5 w 8"/>
                <a:gd name="T61" fmla="*/ 36 h 46"/>
                <a:gd name="T62" fmla="*/ 5 w 8"/>
                <a:gd name="T63" fmla="*/ 34 h 46"/>
                <a:gd name="T64" fmla="*/ 5 w 8"/>
                <a:gd name="T65" fmla="*/ 31 h 46"/>
                <a:gd name="T66" fmla="*/ 5 w 8"/>
                <a:gd name="T67" fmla="*/ 29 h 46"/>
                <a:gd name="T68" fmla="*/ 5 w 8"/>
                <a:gd name="T69" fmla="*/ 28 h 46"/>
                <a:gd name="T70" fmla="*/ 5 w 8"/>
                <a:gd name="T71" fmla="*/ 29 h 46"/>
                <a:gd name="T72" fmla="*/ 5 w 8"/>
                <a:gd name="T73" fmla="*/ 28 h 46"/>
                <a:gd name="T74" fmla="*/ 6 w 8"/>
                <a:gd name="T75" fmla="*/ 26 h 46"/>
                <a:gd name="T76" fmla="*/ 6 w 8"/>
                <a:gd name="T77" fmla="*/ 25 h 46"/>
                <a:gd name="T78" fmla="*/ 6 w 8"/>
                <a:gd name="T79" fmla="*/ 24 h 46"/>
                <a:gd name="T80" fmla="*/ 6 w 8"/>
                <a:gd name="T81" fmla="*/ 24 h 46"/>
                <a:gd name="T82" fmla="*/ 6 w 8"/>
                <a:gd name="T83" fmla="*/ 24 h 46"/>
                <a:gd name="T84" fmla="*/ 7 w 8"/>
                <a:gd name="T85" fmla="*/ 23 h 46"/>
                <a:gd name="T86" fmla="*/ 7 w 8"/>
                <a:gd name="T87" fmla="*/ 22 h 46"/>
                <a:gd name="T88" fmla="*/ 7 w 8"/>
                <a:gd name="T89" fmla="*/ 21 h 46"/>
                <a:gd name="T90" fmla="*/ 7 w 8"/>
                <a:gd name="T91" fmla="*/ 21 h 46"/>
                <a:gd name="T92" fmla="*/ 7 w 8"/>
                <a:gd name="T93" fmla="*/ 22 h 46"/>
                <a:gd name="T94" fmla="*/ 7 w 8"/>
                <a:gd name="T95" fmla="*/ 22 h 46"/>
                <a:gd name="T96" fmla="*/ 7 w 8"/>
                <a:gd name="T97" fmla="*/ 22 h 46"/>
                <a:gd name="T98" fmla="*/ 8 w 8"/>
                <a:gd name="T99" fmla="*/ 22 h 46"/>
                <a:gd name="T100" fmla="*/ 8 w 8"/>
                <a:gd name="T101" fmla="*/ 23 h 46"/>
                <a:gd name="T102" fmla="*/ 8 w 8"/>
                <a:gd name="T103" fmla="*/ 2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6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6"/>
                  </a:lnTo>
                  <a:lnTo>
                    <a:pt x="1" y="13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1" y="26"/>
                  </a:lnTo>
                  <a:lnTo>
                    <a:pt x="2" y="31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2" y="39"/>
                  </a:lnTo>
                  <a:lnTo>
                    <a:pt x="3" y="43"/>
                  </a:lnTo>
                  <a:lnTo>
                    <a:pt x="3" y="44"/>
                  </a:lnTo>
                  <a:lnTo>
                    <a:pt x="3" y="43"/>
                  </a:lnTo>
                  <a:lnTo>
                    <a:pt x="3" y="44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4" y="41"/>
                  </a:lnTo>
                  <a:lnTo>
                    <a:pt x="4" y="38"/>
                  </a:lnTo>
                  <a:lnTo>
                    <a:pt x="4" y="37"/>
                  </a:lnTo>
                  <a:lnTo>
                    <a:pt x="5" y="36"/>
                  </a:lnTo>
                  <a:lnTo>
                    <a:pt x="5" y="34"/>
                  </a:lnTo>
                  <a:lnTo>
                    <a:pt x="5" y="31"/>
                  </a:lnTo>
                  <a:lnTo>
                    <a:pt x="5" y="29"/>
                  </a:lnTo>
                  <a:lnTo>
                    <a:pt x="5" y="28"/>
                  </a:lnTo>
                  <a:lnTo>
                    <a:pt x="5" y="29"/>
                  </a:lnTo>
                  <a:lnTo>
                    <a:pt x="5" y="28"/>
                  </a:lnTo>
                  <a:lnTo>
                    <a:pt x="6" y="26"/>
                  </a:lnTo>
                  <a:lnTo>
                    <a:pt x="6" y="25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7" y="23"/>
                  </a:lnTo>
                  <a:lnTo>
                    <a:pt x="7" y="22"/>
                  </a:lnTo>
                  <a:lnTo>
                    <a:pt x="7" y="21"/>
                  </a:lnTo>
                  <a:lnTo>
                    <a:pt x="7" y="21"/>
                  </a:lnTo>
                  <a:lnTo>
                    <a:pt x="7" y="22"/>
                  </a:lnTo>
                  <a:lnTo>
                    <a:pt x="7" y="22"/>
                  </a:lnTo>
                  <a:lnTo>
                    <a:pt x="7" y="22"/>
                  </a:lnTo>
                  <a:lnTo>
                    <a:pt x="8" y="22"/>
                  </a:lnTo>
                  <a:lnTo>
                    <a:pt x="8" y="23"/>
                  </a:lnTo>
                  <a:lnTo>
                    <a:pt x="8" y="2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8" name="Freeform 631"/>
            <p:cNvSpPr/>
            <p:nvPr/>
          </p:nvSpPr>
          <p:spPr bwMode="auto">
            <a:xfrm>
              <a:off x="2093913" y="1968501"/>
              <a:ext cx="14288" cy="95250"/>
            </a:xfrm>
            <a:custGeom>
              <a:avLst/>
              <a:gdLst>
                <a:gd name="T0" fmla="*/ 0 w 9"/>
                <a:gd name="T1" fmla="*/ 5 h 60"/>
                <a:gd name="T2" fmla="*/ 0 w 9"/>
                <a:gd name="T3" fmla="*/ 7 h 60"/>
                <a:gd name="T4" fmla="*/ 0 w 9"/>
                <a:gd name="T5" fmla="*/ 9 h 60"/>
                <a:gd name="T6" fmla="*/ 1 w 9"/>
                <a:gd name="T7" fmla="*/ 11 h 60"/>
                <a:gd name="T8" fmla="*/ 1 w 9"/>
                <a:gd name="T9" fmla="*/ 11 h 60"/>
                <a:gd name="T10" fmla="*/ 1 w 9"/>
                <a:gd name="T11" fmla="*/ 10 h 60"/>
                <a:gd name="T12" fmla="*/ 1 w 9"/>
                <a:gd name="T13" fmla="*/ 10 h 60"/>
                <a:gd name="T14" fmla="*/ 1 w 9"/>
                <a:gd name="T15" fmla="*/ 8 h 60"/>
                <a:gd name="T16" fmla="*/ 1 w 9"/>
                <a:gd name="T17" fmla="*/ 6 h 60"/>
                <a:gd name="T18" fmla="*/ 1 w 9"/>
                <a:gd name="T19" fmla="*/ 4 h 60"/>
                <a:gd name="T20" fmla="*/ 2 w 9"/>
                <a:gd name="T21" fmla="*/ 3 h 60"/>
                <a:gd name="T22" fmla="*/ 2 w 9"/>
                <a:gd name="T23" fmla="*/ 1 h 60"/>
                <a:gd name="T24" fmla="*/ 2 w 9"/>
                <a:gd name="T25" fmla="*/ 0 h 60"/>
                <a:gd name="T26" fmla="*/ 2 w 9"/>
                <a:gd name="T27" fmla="*/ 0 h 60"/>
                <a:gd name="T28" fmla="*/ 2 w 9"/>
                <a:gd name="T29" fmla="*/ 0 h 60"/>
                <a:gd name="T30" fmla="*/ 2 w 9"/>
                <a:gd name="T31" fmla="*/ 0 h 60"/>
                <a:gd name="T32" fmla="*/ 2 w 9"/>
                <a:gd name="T33" fmla="*/ 0 h 60"/>
                <a:gd name="T34" fmla="*/ 3 w 9"/>
                <a:gd name="T35" fmla="*/ 3 h 60"/>
                <a:gd name="T36" fmla="*/ 3 w 9"/>
                <a:gd name="T37" fmla="*/ 6 h 60"/>
                <a:gd name="T38" fmla="*/ 3 w 9"/>
                <a:gd name="T39" fmla="*/ 8 h 60"/>
                <a:gd name="T40" fmla="*/ 3 w 9"/>
                <a:gd name="T41" fmla="*/ 8 h 60"/>
                <a:gd name="T42" fmla="*/ 4 w 9"/>
                <a:gd name="T43" fmla="*/ 10 h 60"/>
                <a:gd name="T44" fmla="*/ 4 w 9"/>
                <a:gd name="T45" fmla="*/ 12 h 60"/>
                <a:gd name="T46" fmla="*/ 4 w 9"/>
                <a:gd name="T47" fmla="*/ 13 h 60"/>
                <a:gd name="T48" fmla="*/ 4 w 9"/>
                <a:gd name="T49" fmla="*/ 14 h 60"/>
                <a:gd name="T50" fmla="*/ 4 w 9"/>
                <a:gd name="T51" fmla="*/ 15 h 60"/>
                <a:gd name="T52" fmla="*/ 4 w 9"/>
                <a:gd name="T53" fmla="*/ 16 h 60"/>
                <a:gd name="T54" fmla="*/ 4 w 9"/>
                <a:gd name="T55" fmla="*/ 16 h 60"/>
                <a:gd name="T56" fmla="*/ 5 w 9"/>
                <a:gd name="T57" fmla="*/ 16 h 60"/>
                <a:gd name="T58" fmla="*/ 5 w 9"/>
                <a:gd name="T59" fmla="*/ 17 h 60"/>
                <a:gd name="T60" fmla="*/ 5 w 9"/>
                <a:gd name="T61" fmla="*/ 17 h 60"/>
                <a:gd name="T62" fmla="*/ 5 w 9"/>
                <a:gd name="T63" fmla="*/ 17 h 60"/>
                <a:gd name="T64" fmla="*/ 5 w 9"/>
                <a:gd name="T65" fmla="*/ 19 h 60"/>
                <a:gd name="T66" fmla="*/ 6 w 9"/>
                <a:gd name="T67" fmla="*/ 20 h 60"/>
                <a:gd name="T68" fmla="*/ 6 w 9"/>
                <a:gd name="T69" fmla="*/ 20 h 60"/>
                <a:gd name="T70" fmla="*/ 6 w 9"/>
                <a:gd name="T71" fmla="*/ 19 h 60"/>
                <a:gd name="T72" fmla="*/ 6 w 9"/>
                <a:gd name="T73" fmla="*/ 19 h 60"/>
                <a:gd name="T74" fmla="*/ 6 w 9"/>
                <a:gd name="T75" fmla="*/ 18 h 60"/>
                <a:gd name="T76" fmla="*/ 6 w 9"/>
                <a:gd name="T77" fmla="*/ 18 h 60"/>
                <a:gd name="T78" fmla="*/ 6 w 9"/>
                <a:gd name="T79" fmla="*/ 19 h 60"/>
                <a:gd name="T80" fmla="*/ 7 w 9"/>
                <a:gd name="T81" fmla="*/ 21 h 60"/>
                <a:gd name="T82" fmla="*/ 7 w 9"/>
                <a:gd name="T83" fmla="*/ 22 h 60"/>
                <a:gd name="T84" fmla="*/ 7 w 9"/>
                <a:gd name="T85" fmla="*/ 25 h 60"/>
                <a:gd name="T86" fmla="*/ 7 w 9"/>
                <a:gd name="T87" fmla="*/ 31 h 60"/>
                <a:gd name="T88" fmla="*/ 7 w 9"/>
                <a:gd name="T89" fmla="*/ 35 h 60"/>
                <a:gd name="T90" fmla="*/ 7 w 9"/>
                <a:gd name="T91" fmla="*/ 38 h 60"/>
                <a:gd name="T92" fmla="*/ 7 w 9"/>
                <a:gd name="T93" fmla="*/ 44 h 60"/>
                <a:gd name="T94" fmla="*/ 8 w 9"/>
                <a:gd name="T95" fmla="*/ 52 h 60"/>
                <a:gd name="T96" fmla="*/ 8 w 9"/>
                <a:gd name="T97" fmla="*/ 55 h 60"/>
                <a:gd name="T98" fmla="*/ 8 w 9"/>
                <a:gd name="T99" fmla="*/ 55 h 60"/>
                <a:gd name="T100" fmla="*/ 8 w 9"/>
                <a:gd name="T101" fmla="*/ 58 h 60"/>
                <a:gd name="T102" fmla="*/ 9 w 9"/>
                <a:gd name="T10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0">
                  <a:moveTo>
                    <a:pt x="0" y="5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6"/>
                  </a:lnTo>
                  <a:lnTo>
                    <a:pt x="1" y="4"/>
                  </a:lnTo>
                  <a:lnTo>
                    <a:pt x="2" y="3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3"/>
                  </a:lnTo>
                  <a:lnTo>
                    <a:pt x="3" y="6"/>
                  </a:lnTo>
                  <a:lnTo>
                    <a:pt x="3" y="8"/>
                  </a:lnTo>
                  <a:lnTo>
                    <a:pt x="3" y="8"/>
                  </a:lnTo>
                  <a:lnTo>
                    <a:pt x="4" y="10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9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9"/>
                  </a:lnTo>
                  <a:lnTo>
                    <a:pt x="7" y="21"/>
                  </a:lnTo>
                  <a:lnTo>
                    <a:pt x="7" y="22"/>
                  </a:lnTo>
                  <a:lnTo>
                    <a:pt x="7" y="25"/>
                  </a:lnTo>
                  <a:lnTo>
                    <a:pt x="7" y="31"/>
                  </a:lnTo>
                  <a:lnTo>
                    <a:pt x="7" y="35"/>
                  </a:lnTo>
                  <a:lnTo>
                    <a:pt x="7" y="38"/>
                  </a:lnTo>
                  <a:lnTo>
                    <a:pt x="7" y="44"/>
                  </a:lnTo>
                  <a:lnTo>
                    <a:pt x="8" y="52"/>
                  </a:lnTo>
                  <a:lnTo>
                    <a:pt x="8" y="55"/>
                  </a:lnTo>
                  <a:lnTo>
                    <a:pt x="8" y="55"/>
                  </a:lnTo>
                  <a:lnTo>
                    <a:pt x="8" y="58"/>
                  </a:lnTo>
                  <a:lnTo>
                    <a:pt x="9" y="6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9" name="Freeform 632"/>
            <p:cNvSpPr/>
            <p:nvPr/>
          </p:nvSpPr>
          <p:spPr bwMode="auto">
            <a:xfrm>
              <a:off x="2106613" y="2052639"/>
              <a:ext cx="14288" cy="61913"/>
            </a:xfrm>
            <a:custGeom>
              <a:avLst/>
              <a:gdLst>
                <a:gd name="T0" fmla="*/ 0 w 9"/>
                <a:gd name="T1" fmla="*/ 5 h 39"/>
                <a:gd name="T2" fmla="*/ 1 w 9"/>
                <a:gd name="T3" fmla="*/ 7 h 39"/>
                <a:gd name="T4" fmla="*/ 1 w 9"/>
                <a:gd name="T5" fmla="*/ 5 h 39"/>
                <a:gd name="T6" fmla="*/ 1 w 9"/>
                <a:gd name="T7" fmla="*/ 2 h 39"/>
                <a:gd name="T8" fmla="*/ 1 w 9"/>
                <a:gd name="T9" fmla="*/ 1 h 39"/>
                <a:gd name="T10" fmla="*/ 1 w 9"/>
                <a:gd name="T11" fmla="*/ 1 h 39"/>
                <a:gd name="T12" fmla="*/ 1 w 9"/>
                <a:gd name="T13" fmla="*/ 0 h 39"/>
                <a:gd name="T14" fmla="*/ 1 w 9"/>
                <a:gd name="T15" fmla="*/ 0 h 39"/>
                <a:gd name="T16" fmla="*/ 2 w 9"/>
                <a:gd name="T17" fmla="*/ 1 h 39"/>
                <a:gd name="T18" fmla="*/ 2 w 9"/>
                <a:gd name="T19" fmla="*/ 4 h 39"/>
                <a:gd name="T20" fmla="*/ 2 w 9"/>
                <a:gd name="T21" fmla="*/ 9 h 39"/>
                <a:gd name="T22" fmla="*/ 2 w 9"/>
                <a:gd name="T23" fmla="*/ 13 h 39"/>
                <a:gd name="T24" fmla="*/ 2 w 9"/>
                <a:gd name="T25" fmla="*/ 18 h 39"/>
                <a:gd name="T26" fmla="*/ 3 w 9"/>
                <a:gd name="T27" fmla="*/ 24 h 39"/>
                <a:gd name="T28" fmla="*/ 3 w 9"/>
                <a:gd name="T29" fmla="*/ 29 h 39"/>
                <a:gd name="T30" fmla="*/ 3 w 9"/>
                <a:gd name="T31" fmla="*/ 33 h 39"/>
                <a:gd name="T32" fmla="*/ 3 w 9"/>
                <a:gd name="T33" fmla="*/ 36 h 39"/>
                <a:gd name="T34" fmla="*/ 3 w 9"/>
                <a:gd name="T35" fmla="*/ 36 h 39"/>
                <a:gd name="T36" fmla="*/ 3 w 9"/>
                <a:gd name="T37" fmla="*/ 36 h 39"/>
                <a:gd name="T38" fmla="*/ 3 w 9"/>
                <a:gd name="T39" fmla="*/ 38 h 39"/>
                <a:gd name="T40" fmla="*/ 4 w 9"/>
                <a:gd name="T41" fmla="*/ 39 h 39"/>
                <a:gd name="T42" fmla="*/ 4 w 9"/>
                <a:gd name="T43" fmla="*/ 38 h 39"/>
                <a:gd name="T44" fmla="*/ 4 w 9"/>
                <a:gd name="T45" fmla="*/ 36 h 39"/>
                <a:gd name="T46" fmla="*/ 4 w 9"/>
                <a:gd name="T47" fmla="*/ 34 h 39"/>
                <a:gd name="T48" fmla="*/ 4 w 9"/>
                <a:gd name="T49" fmla="*/ 34 h 39"/>
                <a:gd name="T50" fmla="*/ 4 w 9"/>
                <a:gd name="T51" fmla="*/ 36 h 39"/>
                <a:gd name="T52" fmla="*/ 4 w 9"/>
                <a:gd name="T53" fmla="*/ 34 h 39"/>
                <a:gd name="T54" fmla="*/ 5 w 9"/>
                <a:gd name="T55" fmla="*/ 33 h 39"/>
                <a:gd name="T56" fmla="*/ 5 w 9"/>
                <a:gd name="T57" fmla="*/ 32 h 39"/>
                <a:gd name="T58" fmla="*/ 5 w 9"/>
                <a:gd name="T59" fmla="*/ 32 h 39"/>
                <a:gd name="T60" fmla="*/ 5 w 9"/>
                <a:gd name="T61" fmla="*/ 34 h 39"/>
                <a:gd name="T62" fmla="*/ 6 w 9"/>
                <a:gd name="T63" fmla="*/ 37 h 39"/>
                <a:gd name="T64" fmla="*/ 6 w 9"/>
                <a:gd name="T65" fmla="*/ 39 h 39"/>
                <a:gd name="T66" fmla="*/ 6 w 9"/>
                <a:gd name="T67" fmla="*/ 38 h 39"/>
                <a:gd name="T68" fmla="*/ 6 w 9"/>
                <a:gd name="T69" fmla="*/ 35 h 39"/>
                <a:gd name="T70" fmla="*/ 6 w 9"/>
                <a:gd name="T71" fmla="*/ 35 h 39"/>
                <a:gd name="T72" fmla="*/ 6 w 9"/>
                <a:gd name="T73" fmla="*/ 38 h 39"/>
                <a:gd name="T74" fmla="*/ 6 w 9"/>
                <a:gd name="T75" fmla="*/ 39 h 39"/>
                <a:gd name="T76" fmla="*/ 7 w 9"/>
                <a:gd name="T77" fmla="*/ 39 h 39"/>
                <a:gd name="T78" fmla="*/ 7 w 9"/>
                <a:gd name="T79" fmla="*/ 36 h 39"/>
                <a:gd name="T80" fmla="*/ 7 w 9"/>
                <a:gd name="T81" fmla="*/ 32 h 39"/>
                <a:gd name="T82" fmla="*/ 7 w 9"/>
                <a:gd name="T83" fmla="*/ 31 h 39"/>
                <a:gd name="T84" fmla="*/ 7 w 9"/>
                <a:gd name="T85" fmla="*/ 33 h 39"/>
                <a:gd name="T86" fmla="*/ 8 w 9"/>
                <a:gd name="T87" fmla="*/ 35 h 39"/>
                <a:gd name="T88" fmla="*/ 8 w 9"/>
                <a:gd name="T89" fmla="*/ 33 h 39"/>
                <a:gd name="T90" fmla="*/ 8 w 9"/>
                <a:gd name="T91" fmla="*/ 31 h 39"/>
                <a:gd name="T92" fmla="*/ 8 w 9"/>
                <a:gd name="T93" fmla="*/ 31 h 39"/>
                <a:gd name="T94" fmla="*/ 8 w 9"/>
                <a:gd name="T95" fmla="*/ 29 h 39"/>
                <a:gd name="T96" fmla="*/ 8 w 9"/>
                <a:gd name="T97" fmla="*/ 26 h 39"/>
                <a:gd name="T98" fmla="*/ 9 w 9"/>
                <a:gd name="T99" fmla="*/ 21 h 39"/>
                <a:gd name="T100" fmla="*/ 9 w 9"/>
                <a:gd name="T101" fmla="*/ 20 h 39"/>
                <a:gd name="T102" fmla="*/ 9 w 9"/>
                <a:gd name="T103" fmla="*/ 2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39">
                  <a:moveTo>
                    <a:pt x="0" y="5"/>
                  </a:moveTo>
                  <a:lnTo>
                    <a:pt x="1" y="7"/>
                  </a:lnTo>
                  <a:lnTo>
                    <a:pt x="1" y="5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4"/>
                  </a:lnTo>
                  <a:lnTo>
                    <a:pt x="2" y="9"/>
                  </a:lnTo>
                  <a:lnTo>
                    <a:pt x="2" y="13"/>
                  </a:lnTo>
                  <a:lnTo>
                    <a:pt x="2" y="18"/>
                  </a:lnTo>
                  <a:lnTo>
                    <a:pt x="3" y="24"/>
                  </a:lnTo>
                  <a:lnTo>
                    <a:pt x="3" y="29"/>
                  </a:lnTo>
                  <a:lnTo>
                    <a:pt x="3" y="33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8"/>
                  </a:lnTo>
                  <a:lnTo>
                    <a:pt x="4" y="39"/>
                  </a:lnTo>
                  <a:lnTo>
                    <a:pt x="4" y="38"/>
                  </a:lnTo>
                  <a:lnTo>
                    <a:pt x="4" y="36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4" y="34"/>
                  </a:lnTo>
                  <a:lnTo>
                    <a:pt x="5" y="33"/>
                  </a:lnTo>
                  <a:lnTo>
                    <a:pt x="5" y="32"/>
                  </a:lnTo>
                  <a:lnTo>
                    <a:pt x="5" y="32"/>
                  </a:lnTo>
                  <a:lnTo>
                    <a:pt x="5" y="34"/>
                  </a:lnTo>
                  <a:lnTo>
                    <a:pt x="6" y="37"/>
                  </a:lnTo>
                  <a:lnTo>
                    <a:pt x="6" y="39"/>
                  </a:lnTo>
                  <a:lnTo>
                    <a:pt x="6" y="38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6" y="38"/>
                  </a:lnTo>
                  <a:lnTo>
                    <a:pt x="6" y="39"/>
                  </a:lnTo>
                  <a:lnTo>
                    <a:pt x="7" y="39"/>
                  </a:lnTo>
                  <a:lnTo>
                    <a:pt x="7" y="36"/>
                  </a:lnTo>
                  <a:lnTo>
                    <a:pt x="7" y="32"/>
                  </a:lnTo>
                  <a:lnTo>
                    <a:pt x="7" y="31"/>
                  </a:lnTo>
                  <a:lnTo>
                    <a:pt x="7" y="33"/>
                  </a:lnTo>
                  <a:lnTo>
                    <a:pt x="8" y="35"/>
                  </a:lnTo>
                  <a:lnTo>
                    <a:pt x="8" y="33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8" y="29"/>
                  </a:lnTo>
                  <a:lnTo>
                    <a:pt x="8" y="26"/>
                  </a:lnTo>
                  <a:lnTo>
                    <a:pt x="9" y="21"/>
                  </a:lnTo>
                  <a:lnTo>
                    <a:pt x="9" y="20"/>
                  </a:lnTo>
                  <a:lnTo>
                    <a:pt x="9" y="2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0" name="Freeform 633"/>
            <p:cNvSpPr/>
            <p:nvPr/>
          </p:nvSpPr>
          <p:spPr bwMode="auto">
            <a:xfrm>
              <a:off x="2120900" y="1911351"/>
              <a:ext cx="12700" cy="173038"/>
            </a:xfrm>
            <a:custGeom>
              <a:avLst/>
              <a:gdLst>
                <a:gd name="T0" fmla="*/ 0 w 8"/>
                <a:gd name="T1" fmla="*/ 109 h 109"/>
                <a:gd name="T2" fmla="*/ 0 w 8"/>
                <a:gd name="T3" fmla="*/ 109 h 109"/>
                <a:gd name="T4" fmla="*/ 0 w 8"/>
                <a:gd name="T5" fmla="*/ 105 h 109"/>
                <a:gd name="T6" fmla="*/ 0 w 8"/>
                <a:gd name="T7" fmla="*/ 100 h 109"/>
                <a:gd name="T8" fmla="*/ 0 w 8"/>
                <a:gd name="T9" fmla="*/ 100 h 109"/>
                <a:gd name="T10" fmla="*/ 0 w 8"/>
                <a:gd name="T11" fmla="*/ 103 h 109"/>
                <a:gd name="T12" fmla="*/ 1 w 8"/>
                <a:gd name="T13" fmla="*/ 102 h 109"/>
                <a:gd name="T14" fmla="*/ 1 w 8"/>
                <a:gd name="T15" fmla="*/ 98 h 109"/>
                <a:gd name="T16" fmla="*/ 1 w 8"/>
                <a:gd name="T17" fmla="*/ 93 h 109"/>
                <a:gd name="T18" fmla="*/ 1 w 8"/>
                <a:gd name="T19" fmla="*/ 88 h 109"/>
                <a:gd name="T20" fmla="*/ 1 w 8"/>
                <a:gd name="T21" fmla="*/ 84 h 109"/>
                <a:gd name="T22" fmla="*/ 2 w 8"/>
                <a:gd name="T23" fmla="*/ 84 h 109"/>
                <a:gd name="T24" fmla="*/ 2 w 8"/>
                <a:gd name="T25" fmla="*/ 82 h 109"/>
                <a:gd name="T26" fmla="*/ 2 w 8"/>
                <a:gd name="T27" fmla="*/ 73 h 109"/>
                <a:gd name="T28" fmla="*/ 2 w 8"/>
                <a:gd name="T29" fmla="*/ 64 h 109"/>
                <a:gd name="T30" fmla="*/ 2 w 8"/>
                <a:gd name="T31" fmla="*/ 61 h 109"/>
                <a:gd name="T32" fmla="*/ 2 w 8"/>
                <a:gd name="T33" fmla="*/ 58 h 109"/>
                <a:gd name="T34" fmla="*/ 2 w 8"/>
                <a:gd name="T35" fmla="*/ 55 h 109"/>
                <a:gd name="T36" fmla="*/ 3 w 8"/>
                <a:gd name="T37" fmla="*/ 53 h 109"/>
                <a:gd name="T38" fmla="*/ 3 w 8"/>
                <a:gd name="T39" fmla="*/ 48 h 109"/>
                <a:gd name="T40" fmla="*/ 3 w 8"/>
                <a:gd name="T41" fmla="*/ 40 h 109"/>
                <a:gd name="T42" fmla="*/ 3 w 8"/>
                <a:gd name="T43" fmla="*/ 34 h 109"/>
                <a:gd name="T44" fmla="*/ 4 w 8"/>
                <a:gd name="T45" fmla="*/ 34 h 109"/>
                <a:gd name="T46" fmla="*/ 4 w 8"/>
                <a:gd name="T47" fmla="*/ 35 h 109"/>
                <a:gd name="T48" fmla="*/ 4 w 8"/>
                <a:gd name="T49" fmla="*/ 34 h 109"/>
                <a:gd name="T50" fmla="*/ 4 w 8"/>
                <a:gd name="T51" fmla="*/ 28 h 109"/>
                <a:gd name="T52" fmla="*/ 4 w 8"/>
                <a:gd name="T53" fmla="*/ 21 h 109"/>
                <a:gd name="T54" fmla="*/ 4 w 8"/>
                <a:gd name="T55" fmla="*/ 20 h 109"/>
                <a:gd name="T56" fmla="*/ 4 w 8"/>
                <a:gd name="T57" fmla="*/ 22 h 109"/>
                <a:gd name="T58" fmla="*/ 5 w 8"/>
                <a:gd name="T59" fmla="*/ 21 h 109"/>
                <a:gd name="T60" fmla="*/ 5 w 8"/>
                <a:gd name="T61" fmla="*/ 19 h 109"/>
                <a:gd name="T62" fmla="*/ 5 w 8"/>
                <a:gd name="T63" fmla="*/ 18 h 109"/>
                <a:gd name="T64" fmla="*/ 5 w 8"/>
                <a:gd name="T65" fmla="*/ 15 h 109"/>
                <a:gd name="T66" fmla="*/ 5 w 8"/>
                <a:gd name="T67" fmla="*/ 14 h 109"/>
                <a:gd name="T68" fmla="*/ 5 w 8"/>
                <a:gd name="T69" fmla="*/ 19 h 109"/>
                <a:gd name="T70" fmla="*/ 5 w 8"/>
                <a:gd name="T71" fmla="*/ 22 h 109"/>
                <a:gd name="T72" fmla="*/ 6 w 8"/>
                <a:gd name="T73" fmla="*/ 21 h 109"/>
                <a:gd name="T74" fmla="*/ 6 w 8"/>
                <a:gd name="T75" fmla="*/ 19 h 109"/>
                <a:gd name="T76" fmla="*/ 6 w 8"/>
                <a:gd name="T77" fmla="*/ 19 h 109"/>
                <a:gd name="T78" fmla="*/ 6 w 8"/>
                <a:gd name="T79" fmla="*/ 14 h 109"/>
                <a:gd name="T80" fmla="*/ 6 w 8"/>
                <a:gd name="T81" fmla="*/ 12 h 109"/>
                <a:gd name="T82" fmla="*/ 7 w 8"/>
                <a:gd name="T83" fmla="*/ 12 h 109"/>
                <a:gd name="T84" fmla="*/ 7 w 8"/>
                <a:gd name="T85" fmla="*/ 8 h 109"/>
                <a:gd name="T86" fmla="*/ 7 w 8"/>
                <a:gd name="T87" fmla="*/ 2 h 109"/>
                <a:gd name="T88" fmla="*/ 7 w 8"/>
                <a:gd name="T89" fmla="*/ 0 h 109"/>
                <a:gd name="T90" fmla="*/ 7 w 8"/>
                <a:gd name="T91" fmla="*/ 0 h 109"/>
                <a:gd name="T92" fmla="*/ 7 w 8"/>
                <a:gd name="T93" fmla="*/ 1 h 109"/>
                <a:gd name="T94" fmla="*/ 7 w 8"/>
                <a:gd name="T95" fmla="*/ 4 h 109"/>
                <a:gd name="T96" fmla="*/ 8 w 8"/>
                <a:gd name="T97" fmla="*/ 9 h 109"/>
                <a:gd name="T98" fmla="*/ 8 w 8"/>
                <a:gd name="T99" fmla="*/ 12 h 109"/>
                <a:gd name="T100" fmla="*/ 8 w 8"/>
                <a:gd name="T101" fmla="*/ 15 h 109"/>
                <a:gd name="T102" fmla="*/ 8 w 8"/>
                <a:gd name="T103" fmla="*/ 1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09">
                  <a:moveTo>
                    <a:pt x="0" y="109"/>
                  </a:moveTo>
                  <a:lnTo>
                    <a:pt x="0" y="109"/>
                  </a:lnTo>
                  <a:lnTo>
                    <a:pt x="0" y="105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0" y="103"/>
                  </a:lnTo>
                  <a:lnTo>
                    <a:pt x="1" y="102"/>
                  </a:lnTo>
                  <a:lnTo>
                    <a:pt x="1" y="98"/>
                  </a:lnTo>
                  <a:lnTo>
                    <a:pt x="1" y="93"/>
                  </a:lnTo>
                  <a:lnTo>
                    <a:pt x="1" y="88"/>
                  </a:lnTo>
                  <a:lnTo>
                    <a:pt x="1" y="84"/>
                  </a:lnTo>
                  <a:lnTo>
                    <a:pt x="2" y="84"/>
                  </a:lnTo>
                  <a:lnTo>
                    <a:pt x="2" y="82"/>
                  </a:lnTo>
                  <a:lnTo>
                    <a:pt x="2" y="73"/>
                  </a:lnTo>
                  <a:lnTo>
                    <a:pt x="2" y="64"/>
                  </a:lnTo>
                  <a:lnTo>
                    <a:pt x="2" y="61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3" y="53"/>
                  </a:lnTo>
                  <a:lnTo>
                    <a:pt x="3" y="48"/>
                  </a:lnTo>
                  <a:lnTo>
                    <a:pt x="3" y="40"/>
                  </a:lnTo>
                  <a:lnTo>
                    <a:pt x="3" y="34"/>
                  </a:lnTo>
                  <a:lnTo>
                    <a:pt x="4" y="34"/>
                  </a:lnTo>
                  <a:lnTo>
                    <a:pt x="4" y="35"/>
                  </a:lnTo>
                  <a:lnTo>
                    <a:pt x="4" y="34"/>
                  </a:lnTo>
                  <a:lnTo>
                    <a:pt x="4" y="28"/>
                  </a:lnTo>
                  <a:lnTo>
                    <a:pt x="4" y="21"/>
                  </a:lnTo>
                  <a:lnTo>
                    <a:pt x="4" y="20"/>
                  </a:lnTo>
                  <a:lnTo>
                    <a:pt x="4" y="22"/>
                  </a:lnTo>
                  <a:lnTo>
                    <a:pt x="5" y="21"/>
                  </a:lnTo>
                  <a:lnTo>
                    <a:pt x="5" y="19"/>
                  </a:lnTo>
                  <a:lnTo>
                    <a:pt x="5" y="18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5" y="19"/>
                  </a:lnTo>
                  <a:lnTo>
                    <a:pt x="5" y="22"/>
                  </a:lnTo>
                  <a:lnTo>
                    <a:pt x="6" y="21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6" y="14"/>
                  </a:lnTo>
                  <a:lnTo>
                    <a:pt x="6" y="12"/>
                  </a:lnTo>
                  <a:lnTo>
                    <a:pt x="7" y="12"/>
                  </a:lnTo>
                  <a:lnTo>
                    <a:pt x="7" y="8"/>
                  </a:lnTo>
                  <a:lnTo>
                    <a:pt x="7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4"/>
                  </a:lnTo>
                  <a:lnTo>
                    <a:pt x="8" y="9"/>
                  </a:lnTo>
                  <a:lnTo>
                    <a:pt x="8" y="12"/>
                  </a:lnTo>
                  <a:lnTo>
                    <a:pt x="8" y="15"/>
                  </a:lnTo>
                  <a:lnTo>
                    <a:pt x="8" y="1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" name="Freeform 634"/>
            <p:cNvSpPr/>
            <p:nvPr/>
          </p:nvSpPr>
          <p:spPr bwMode="auto">
            <a:xfrm>
              <a:off x="2133600" y="1905001"/>
              <a:ext cx="14288" cy="46038"/>
            </a:xfrm>
            <a:custGeom>
              <a:avLst/>
              <a:gdLst>
                <a:gd name="T0" fmla="*/ 0 w 9"/>
                <a:gd name="T1" fmla="*/ 19 h 29"/>
                <a:gd name="T2" fmla="*/ 0 w 9"/>
                <a:gd name="T3" fmla="*/ 23 h 29"/>
                <a:gd name="T4" fmla="*/ 1 w 9"/>
                <a:gd name="T5" fmla="*/ 28 h 29"/>
                <a:gd name="T6" fmla="*/ 1 w 9"/>
                <a:gd name="T7" fmla="*/ 29 h 29"/>
                <a:gd name="T8" fmla="*/ 1 w 9"/>
                <a:gd name="T9" fmla="*/ 27 h 29"/>
                <a:gd name="T10" fmla="*/ 1 w 9"/>
                <a:gd name="T11" fmla="*/ 24 h 29"/>
                <a:gd name="T12" fmla="*/ 1 w 9"/>
                <a:gd name="T13" fmla="*/ 23 h 29"/>
                <a:gd name="T14" fmla="*/ 1 w 9"/>
                <a:gd name="T15" fmla="*/ 19 h 29"/>
                <a:gd name="T16" fmla="*/ 1 w 9"/>
                <a:gd name="T17" fmla="*/ 13 h 29"/>
                <a:gd name="T18" fmla="*/ 2 w 9"/>
                <a:gd name="T19" fmla="*/ 8 h 29"/>
                <a:gd name="T20" fmla="*/ 2 w 9"/>
                <a:gd name="T21" fmla="*/ 6 h 29"/>
                <a:gd name="T22" fmla="*/ 2 w 9"/>
                <a:gd name="T23" fmla="*/ 4 h 29"/>
                <a:gd name="T24" fmla="*/ 2 w 9"/>
                <a:gd name="T25" fmla="*/ 0 h 29"/>
                <a:gd name="T26" fmla="*/ 2 w 9"/>
                <a:gd name="T27" fmla="*/ 1 h 29"/>
                <a:gd name="T28" fmla="*/ 2 w 9"/>
                <a:gd name="T29" fmla="*/ 4 h 29"/>
                <a:gd name="T30" fmla="*/ 2 w 9"/>
                <a:gd name="T31" fmla="*/ 7 h 29"/>
                <a:gd name="T32" fmla="*/ 3 w 9"/>
                <a:gd name="T33" fmla="*/ 10 h 29"/>
                <a:gd name="T34" fmla="*/ 3 w 9"/>
                <a:gd name="T35" fmla="*/ 14 h 29"/>
                <a:gd name="T36" fmla="*/ 3 w 9"/>
                <a:gd name="T37" fmla="*/ 16 h 29"/>
                <a:gd name="T38" fmla="*/ 3 w 9"/>
                <a:gd name="T39" fmla="*/ 16 h 29"/>
                <a:gd name="T40" fmla="*/ 3 w 9"/>
                <a:gd name="T41" fmla="*/ 18 h 29"/>
                <a:gd name="T42" fmla="*/ 4 w 9"/>
                <a:gd name="T43" fmla="*/ 22 h 29"/>
                <a:gd name="T44" fmla="*/ 4 w 9"/>
                <a:gd name="T45" fmla="*/ 24 h 29"/>
                <a:gd name="T46" fmla="*/ 4 w 9"/>
                <a:gd name="T47" fmla="*/ 22 h 29"/>
                <a:gd name="T48" fmla="*/ 4 w 9"/>
                <a:gd name="T49" fmla="*/ 22 h 29"/>
                <a:gd name="T50" fmla="*/ 4 w 9"/>
                <a:gd name="T51" fmla="*/ 24 h 29"/>
                <a:gd name="T52" fmla="*/ 4 w 9"/>
                <a:gd name="T53" fmla="*/ 25 h 29"/>
                <a:gd name="T54" fmla="*/ 5 w 9"/>
                <a:gd name="T55" fmla="*/ 26 h 29"/>
                <a:gd name="T56" fmla="*/ 5 w 9"/>
                <a:gd name="T57" fmla="*/ 26 h 29"/>
                <a:gd name="T58" fmla="*/ 5 w 9"/>
                <a:gd name="T59" fmla="*/ 26 h 29"/>
                <a:gd name="T60" fmla="*/ 5 w 9"/>
                <a:gd name="T61" fmla="*/ 26 h 29"/>
                <a:gd name="T62" fmla="*/ 5 w 9"/>
                <a:gd name="T63" fmla="*/ 25 h 29"/>
                <a:gd name="T64" fmla="*/ 6 w 9"/>
                <a:gd name="T65" fmla="*/ 26 h 29"/>
                <a:gd name="T66" fmla="*/ 6 w 9"/>
                <a:gd name="T67" fmla="*/ 29 h 29"/>
                <a:gd name="T68" fmla="*/ 6 w 9"/>
                <a:gd name="T69" fmla="*/ 29 h 29"/>
                <a:gd name="T70" fmla="*/ 6 w 9"/>
                <a:gd name="T71" fmla="*/ 28 h 29"/>
                <a:gd name="T72" fmla="*/ 6 w 9"/>
                <a:gd name="T73" fmla="*/ 28 h 29"/>
                <a:gd name="T74" fmla="*/ 6 w 9"/>
                <a:gd name="T75" fmla="*/ 28 h 29"/>
                <a:gd name="T76" fmla="*/ 6 w 9"/>
                <a:gd name="T77" fmla="*/ 28 h 29"/>
                <a:gd name="T78" fmla="*/ 7 w 9"/>
                <a:gd name="T79" fmla="*/ 27 h 29"/>
                <a:gd name="T80" fmla="*/ 7 w 9"/>
                <a:gd name="T81" fmla="*/ 26 h 29"/>
                <a:gd name="T82" fmla="*/ 7 w 9"/>
                <a:gd name="T83" fmla="*/ 24 h 29"/>
                <a:gd name="T84" fmla="*/ 7 w 9"/>
                <a:gd name="T85" fmla="*/ 21 h 29"/>
                <a:gd name="T86" fmla="*/ 7 w 9"/>
                <a:gd name="T87" fmla="*/ 20 h 29"/>
                <a:gd name="T88" fmla="*/ 7 w 9"/>
                <a:gd name="T89" fmla="*/ 21 h 29"/>
                <a:gd name="T90" fmla="*/ 7 w 9"/>
                <a:gd name="T91" fmla="*/ 20 h 29"/>
                <a:gd name="T92" fmla="*/ 8 w 9"/>
                <a:gd name="T93" fmla="*/ 19 h 29"/>
                <a:gd name="T94" fmla="*/ 8 w 9"/>
                <a:gd name="T95" fmla="*/ 20 h 29"/>
                <a:gd name="T96" fmla="*/ 8 w 9"/>
                <a:gd name="T97" fmla="*/ 23 h 29"/>
                <a:gd name="T98" fmla="*/ 8 w 9"/>
                <a:gd name="T99" fmla="*/ 26 h 29"/>
                <a:gd name="T100" fmla="*/ 9 w 9"/>
                <a:gd name="T101" fmla="*/ 26 h 29"/>
                <a:gd name="T102" fmla="*/ 9 w 9"/>
                <a:gd name="T103" fmla="*/ 2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29">
                  <a:moveTo>
                    <a:pt x="0" y="19"/>
                  </a:moveTo>
                  <a:lnTo>
                    <a:pt x="0" y="23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19"/>
                  </a:lnTo>
                  <a:lnTo>
                    <a:pt x="1" y="13"/>
                  </a:lnTo>
                  <a:lnTo>
                    <a:pt x="2" y="8"/>
                  </a:lnTo>
                  <a:lnTo>
                    <a:pt x="2" y="6"/>
                  </a:lnTo>
                  <a:lnTo>
                    <a:pt x="2" y="4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4"/>
                  </a:lnTo>
                  <a:lnTo>
                    <a:pt x="2" y="7"/>
                  </a:lnTo>
                  <a:lnTo>
                    <a:pt x="3" y="10"/>
                  </a:lnTo>
                  <a:lnTo>
                    <a:pt x="3" y="14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5" y="25"/>
                  </a:lnTo>
                  <a:lnTo>
                    <a:pt x="6" y="26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7" y="24"/>
                  </a:lnTo>
                  <a:lnTo>
                    <a:pt x="7" y="21"/>
                  </a:lnTo>
                  <a:lnTo>
                    <a:pt x="7" y="20"/>
                  </a:lnTo>
                  <a:lnTo>
                    <a:pt x="7" y="21"/>
                  </a:lnTo>
                  <a:lnTo>
                    <a:pt x="7" y="20"/>
                  </a:lnTo>
                  <a:lnTo>
                    <a:pt x="8" y="19"/>
                  </a:lnTo>
                  <a:lnTo>
                    <a:pt x="8" y="20"/>
                  </a:lnTo>
                  <a:lnTo>
                    <a:pt x="8" y="23"/>
                  </a:lnTo>
                  <a:lnTo>
                    <a:pt x="8" y="26"/>
                  </a:lnTo>
                  <a:lnTo>
                    <a:pt x="9" y="26"/>
                  </a:lnTo>
                  <a:lnTo>
                    <a:pt x="9" y="2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" name="Freeform 635"/>
            <p:cNvSpPr/>
            <p:nvPr/>
          </p:nvSpPr>
          <p:spPr bwMode="auto">
            <a:xfrm>
              <a:off x="2147888" y="1946276"/>
              <a:ext cx="12700" cy="88900"/>
            </a:xfrm>
            <a:custGeom>
              <a:avLst/>
              <a:gdLst>
                <a:gd name="T0" fmla="*/ 0 w 8"/>
                <a:gd name="T1" fmla="*/ 0 h 56"/>
                <a:gd name="T2" fmla="*/ 0 w 8"/>
                <a:gd name="T3" fmla="*/ 1 h 56"/>
                <a:gd name="T4" fmla="*/ 0 w 8"/>
                <a:gd name="T5" fmla="*/ 2 h 56"/>
                <a:gd name="T6" fmla="*/ 0 w 8"/>
                <a:gd name="T7" fmla="*/ 2 h 56"/>
                <a:gd name="T8" fmla="*/ 0 w 8"/>
                <a:gd name="T9" fmla="*/ 2 h 56"/>
                <a:gd name="T10" fmla="*/ 0 w 8"/>
                <a:gd name="T11" fmla="*/ 4 h 56"/>
                <a:gd name="T12" fmla="*/ 0 w 8"/>
                <a:gd name="T13" fmla="*/ 7 h 56"/>
                <a:gd name="T14" fmla="*/ 1 w 8"/>
                <a:gd name="T15" fmla="*/ 7 h 56"/>
                <a:gd name="T16" fmla="*/ 1 w 8"/>
                <a:gd name="T17" fmla="*/ 7 h 56"/>
                <a:gd name="T18" fmla="*/ 1 w 8"/>
                <a:gd name="T19" fmla="*/ 11 h 56"/>
                <a:gd name="T20" fmla="*/ 1 w 8"/>
                <a:gd name="T21" fmla="*/ 13 h 56"/>
                <a:gd name="T22" fmla="*/ 1 w 8"/>
                <a:gd name="T23" fmla="*/ 13 h 56"/>
                <a:gd name="T24" fmla="*/ 2 w 8"/>
                <a:gd name="T25" fmla="*/ 15 h 56"/>
                <a:gd name="T26" fmla="*/ 2 w 8"/>
                <a:gd name="T27" fmla="*/ 18 h 56"/>
                <a:gd name="T28" fmla="*/ 2 w 8"/>
                <a:gd name="T29" fmla="*/ 20 h 56"/>
                <a:gd name="T30" fmla="*/ 2 w 8"/>
                <a:gd name="T31" fmla="*/ 20 h 56"/>
                <a:gd name="T32" fmla="*/ 2 w 8"/>
                <a:gd name="T33" fmla="*/ 22 h 56"/>
                <a:gd name="T34" fmla="*/ 2 w 8"/>
                <a:gd name="T35" fmla="*/ 22 h 56"/>
                <a:gd name="T36" fmla="*/ 2 w 8"/>
                <a:gd name="T37" fmla="*/ 20 h 56"/>
                <a:gd name="T38" fmla="*/ 3 w 8"/>
                <a:gd name="T39" fmla="*/ 20 h 56"/>
                <a:gd name="T40" fmla="*/ 3 w 8"/>
                <a:gd name="T41" fmla="*/ 21 h 56"/>
                <a:gd name="T42" fmla="*/ 3 w 8"/>
                <a:gd name="T43" fmla="*/ 21 h 56"/>
                <a:gd name="T44" fmla="*/ 3 w 8"/>
                <a:gd name="T45" fmla="*/ 19 h 56"/>
                <a:gd name="T46" fmla="*/ 3 w 8"/>
                <a:gd name="T47" fmla="*/ 17 h 56"/>
                <a:gd name="T48" fmla="*/ 3 w 8"/>
                <a:gd name="T49" fmla="*/ 19 h 56"/>
                <a:gd name="T50" fmla="*/ 3 w 8"/>
                <a:gd name="T51" fmla="*/ 22 h 56"/>
                <a:gd name="T52" fmla="*/ 4 w 8"/>
                <a:gd name="T53" fmla="*/ 23 h 56"/>
                <a:gd name="T54" fmla="*/ 4 w 8"/>
                <a:gd name="T55" fmla="*/ 22 h 56"/>
                <a:gd name="T56" fmla="*/ 4 w 8"/>
                <a:gd name="T57" fmla="*/ 23 h 56"/>
                <a:gd name="T58" fmla="*/ 4 w 8"/>
                <a:gd name="T59" fmla="*/ 25 h 56"/>
                <a:gd name="T60" fmla="*/ 5 w 8"/>
                <a:gd name="T61" fmla="*/ 28 h 56"/>
                <a:gd name="T62" fmla="*/ 5 w 8"/>
                <a:gd name="T63" fmla="*/ 31 h 56"/>
                <a:gd name="T64" fmla="*/ 5 w 8"/>
                <a:gd name="T65" fmla="*/ 33 h 56"/>
                <a:gd name="T66" fmla="*/ 5 w 8"/>
                <a:gd name="T67" fmla="*/ 34 h 56"/>
                <a:gd name="T68" fmla="*/ 5 w 8"/>
                <a:gd name="T69" fmla="*/ 36 h 56"/>
                <a:gd name="T70" fmla="*/ 5 w 8"/>
                <a:gd name="T71" fmla="*/ 39 h 56"/>
                <a:gd name="T72" fmla="*/ 5 w 8"/>
                <a:gd name="T73" fmla="*/ 42 h 56"/>
                <a:gd name="T74" fmla="*/ 6 w 8"/>
                <a:gd name="T75" fmla="*/ 46 h 56"/>
                <a:gd name="T76" fmla="*/ 6 w 8"/>
                <a:gd name="T77" fmla="*/ 49 h 56"/>
                <a:gd name="T78" fmla="*/ 6 w 8"/>
                <a:gd name="T79" fmla="*/ 52 h 56"/>
                <a:gd name="T80" fmla="*/ 6 w 8"/>
                <a:gd name="T81" fmla="*/ 52 h 56"/>
                <a:gd name="T82" fmla="*/ 6 w 8"/>
                <a:gd name="T83" fmla="*/ 53 h 56"/>
                <a:gd name="T84" fmla="*/ 7 w 8"/>
                <a:gd name="T85" fmla="*/ 56 h 56"/>
                <a:gd name="T86" fmla="*/ 7 w 8"/>
                <a:gd name="T87" fmla="*/ 54 h 56"/>
                <a:gd name="T88" fmla="*/ 7 w 8"/>
                <a:gd name="T89" fmla="*/ 48 h 56"/>
                <a:gd name="T90" fmla="*/ 7 w 8"/>
                <a:gd name="T91" fmla="*/ 45 h 56"/>
                <a:gd name="T92" fmla="*/ 7 w 8"/>
                <a:gd name="T93" fmla="*/ 47 h 56"/>
                <a:gd name="T94" fmla="*/ 7 w 8"/>
                <a:gd name="T95" fmla="*/ 46 h 56"/>
                <a:gd name="T96" fmla="*/ 7 w 8"/>
                <a:gd name="T97" fmla="*/ 43 h 56"/>
                <a:gd name="T98" fmla="*/ 8 w 8"/>
                <a:gd name="T99" fmla="*/ 44 h 56"/>
                <a:gd name="T100" fmla="*/ 8 w 8"/>
                <a:gd name="T101" fmla="*/ 47 h 56"/>
                <a:gd name="T102" fmla="*/ 8 w 8"/>
                <a:gd name="T103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56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11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2" y="20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19"/>
                  </a:lnTo>
                  <a:lnTo>
                    <a:pt x="3" y="17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4" y="23"/>
                  </a:lnTo>
                  <a:lnTo>
                    <a:pt x="4" y="25"/>
                  </a:lnTo>
                  <a:lnTo>
                    <a:pt x="5" y="28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5" y="36"/>
                  </a:lnTo>
                  <a:lnTo>
                    <a:pt x="5" y="39"/>
                  </a:lnTo>
                  <a:lnTo>
                    <a:pt x="5" y="42"/>
                  </a:lnTo>
                  <a:lnTo>
                    <a:pt x="6" y="46"/>
                  </a:lnTo>
                  <a:lnTo>
                    <a:pt x="6" y="49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6" y="53"/>
                  </a:lnTo>
                  <a:lnTo>
                    <a:pt x="7" y="56"/>
                  </a:lnTo>
                  <a:lnTo>
                    <a:pt x="7" y="54"/>
                  </a:lnTo>
                  <a:lnTo>
                    <a:pt x="7" y="48"/>
                  </a:lnTo>
                  <a:lnTo>
                    <a:pt x="7" y="45"/>
                  </a:lnTo>
                  <a:lnTo>
                    <a:pt x="7" y="47"/>
                  </a:lnTo>
                  <a:lnTo>
                    <a:pt x="7" y="46"/>
                  </a:lnTo>
                  <a:lnTo>
                    <a:pt x="7" y="43"/>
                  </a:lnTo>
                  <a:lnTo>
                    <a:pt x="8" y="44"/>
                  </a:lnTo>
                  <a:lnTo>
                    <a:pt x="8" y="47"/>
                  </a:lnTo>
                  <a:lnTo>
                    <a:pt x="8" y="4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" name="Freeform 636"/>
            <p:cNvSpPr/>
            <p:nvPr/>
          </p:nvSpPr>
          <p:spPr bwMode="auto">
            <a:xfrm>
              <a:off x="2160588" y="2020889"/>
              <a:ext cx="14288" cy="131763"/>
            </a:xfrm>
            <a:custGeom>
              <a:avLst/>
              <a:gdLst>
                <a:gd name="T0" fmla="*/ 0 w 9"/>
                <a:gd name="T1" fmla="*/ 0 h 83"/>
                <a:gd name="T2" fmla="*/ 0 w 9"/>
                <a:gd name="T3" fmla="*/ 0 h 83"/>
                <a:gd name="T4" fmla="*/ 0 w 9"/>
                <a:gd name="T5" fmla="*/ 4 h 83"/>
                <a:gd name="T6" fmla="*/ 0 w 9"/>
                <a:gd name="T7" fmla="*/ 12 h 83"/>
                <a:gd name="T8" fmla="*/ 0 w 9"/>
                <a:gd name="T9" fmla="*/ 18 h 83"/>
                <a:gd name="T10" fmla="*/ 1 w 9"/>
                <a:gd name="T11" fmla="*/ 20 h 83"/>
                <a:gd name="T12" fmla="*/ 1 w 9"/>
                <a:gd name="T13" fmla="*/ 24 h 83"/>
                <a:gd name="T14" fmla="*/ 1 w 9"/>
                <a:gd name="T15" fmla="*/ 30 h 83"/>
                <a:gd name="T16" fmla="*/ 1 w 9"/>
                <a:gd name="T17" fmla="*/ 32 h 83"/>
                <a:gd name="T18" fmla="*/ 1 w 9"/>
                <a:gd name="T19" fmla="*/ 32 h 83"/>
                <a:gd name="T20" fmla="*/ 2 w 9"/>
                <a:gd name="T21" fmla="*/ 32 h 83"/>
                <a:gd name="T22" fmla="*/ 2 w 9"/>
                <a:gd name="T23" fmla="*/ 32 h 83"/>
                <a:gd name="T24" fmla="*/ 2 w 9"/>
                <a:gd name="T25" fmla="*/ 30 h 83"/>
                <a:gd name="T26" fmla="*/ 2 w 9"/>
                <a:gd name="T27" fmla="*/ 27 h 83"/>
                <a:gd name="T28" fmla="*/ 2 w 9"/>
                <a:gd name="T29" fmla="*/ 26 h 83"/>
                <a:gd name="T30" fmla="*/ 2 w 9"/>
                <a:gd name="T31" fmla="*/ 27 h 83"/>
                <a:gd name="T32" fmla="*/ 2 w 9"/>
                <a:gd name="T33" fmla="*/ 28 h 83"/>
                <a:gd name="T34" fmla="*/ 3 w 9"/>
                <a:gd name="T35" fmla="*/ 31 h 83"/>
                <a:gd name="T36" fmla="*/ 3 w 9"/>
                <a:gd name="T37" fmla="*/ 34 h 83"/>
                <a:gd name="T38" fmla="*/ 3 w 9"/>
                <a:gd name="T39" fmla="*/ 38 h 83"/>
                <a:gd name="T40" fmla="*/ 3 w 9"/>
                <a:gd name="T41" fmla="*/ 43 h 83"/>
                <a:gd name="T42" fmla="*/ 3 w 9"/>
                <a:gd name="T43" fmla="*/ 51 h 83"/>
                <a:gd name="T44" fmla="*/ 4 w 9"/>
                <a:gd name="T45" fmla="*/ 58 h 83"/>
                <a:gd name="T46" fmla="*/ 4 w 9"/>
                <a:gd name="T47" fmla="*/ 62 h 83"/>
                <a:gd name="T48" fmla="*/ 4 w 9"/>
                <a:gd name="T49" fmla="*/ 64 h 83"/>
                <a:gd name="T50" fmla="*/ 4 w 9"/>
                <a:gd name="T51" fmla="*/ 68 h 83"/>
                <a:gd name="T52" fmla="*/ 4 w 9"/>
                <a:gd name="T53" fmla="*/ 71 h 83"/>
                <a:gd name="T54" fmla="*/ 4 w 9"/>
                <a:gd name="T55" fmla="*/ 74 h 83"/>
                <a:gd name="T56" fmla="*/ 5 w 9"/>
                <a:gd name="T57" fmla="*/ 76 h 83"/>
                <a:gd name="T58" fmla="*/ 5 w 9"/>
                <a:gd name="T59" fmla="*/ 77 h 83"/>
                <a:gd name="T60" fmla="*/ 5 w 9"/>
                <a:gd name="T61" fmla="*/ 77 h 83"/>
                <a:gd name="T62" fmla="*/ 5 w 9"/>
                <a:gd name="T63" fmla="*/ 78 h 83"/>
                <a:gd name="T64" fmla="*/ 5 w 9"/>
                <a:gd name="T65" fmla="*/ 80 h 83"/>
                <a:gd name="T66" fmla="*/ 5 w 9"/>
                <a:gd name="T67" fmla="*/ 80 h 83"/>
                <a:gd name="T68" fmla="*/ 5 w 9"/>
                <a:gd name="T69" fmla="*/ 81 h 83"/>
                <a:gd name="T70" fmla="*/ 6 w 9"/>
                <a:gd name="T71" fmla="*/ 82 h 83"/>
                <a:gd name="T72" fmla="*/ 6 w 9"/>
                <a:gd name="T73" fmla="*/ 83 h 83"/>
                <a:gd name="T74" fmla="*/ 6 w 9"/>
                <a:gd name="T75" fmla="*/ 80 h 83"/>
                <a:gd name="T76" fmla="*/ 6 w 9"/>
                <a:gd name="T77" fmla="*/ 76 h 83"/>
                <a:gd name="T78" fmla="*/ 6 w 9"/>
                <a:gd name="T79" fmla="*/ 78 h 83"/>
                <a:gd name="T80" fmla="*/ 7 w 9"/>
                <a:gd name="T81" fmla="*/ 79 h 83"/>
                <a:gd name="T82" fmla="*/ 7 w 9"/>
                <a:gd name="T83" fmla="*/ 73 h 83"/>
                <a:gd name="T84" fmla="*/ 7 w 9"/>
                <a:gd name="T85" fmla="*/ 68 h 83"/>
                <a:gd name="T86" fmla="*/ 7 w 9"/>
                <a:gd name="T87" fmla="*/ 67 h 83"/>
                <a:gd name="T88" fmla="*/ 7 w 9"/>
                <a:gd name="T89" fmla="*/ 62 h 83"/>
                <a:gd name="T90" fmla="*/ 7 w 9"/>
                <a:gd name="T91" fmla="*/ 56 h 83"/>
                <a:gd name="T92" fmla="*/ 7 w 9"/>
                <a:gd name="T93" fmla="*/ 57 h 83"/>
                <a:gd name="T94" fmla="*/ 8 w 9"/>
                <a:gd name="T95" fmla="*/ 61 h 83"/>
                <a:gd name="T96" fmla="*/ 8 w 9"/>
                <a:gd name="T97" fmla="*/ 58 h 83"/>
                <a:gd name="T98" fmla="*/ 8 w 9"/>
                <a:gd name="T99" fmla="*/ 55 h 83"/>
                <a:gd name="T100" fmla="*/ 8 w 9"/>
                <a:gd name="T101" fmla="*/ 58 h 83"/>
                <a:gd name="T102" fmla="*/ 9 w 9"/>
                <a:gd name="T103" fmla="*/ 5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83"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1" y="20"/>
                  </a:lnTo>
                  <a:lnTo>
                    <a:pt x="1" y="24"/>
                  </a:lnTo>
                  <a:lnTo>
                    <a:pt x="1" y="30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2" y="32"/>
                  </a:lnTo>
                  <a:lnTo>
                    <a:pt x="2" y="32"/>
                  </a:lnTo>
                  <a:lnTo>
                    <a:pt x="2" y="30"/>
                  </a:lnTo>
                  <a:lnTo>
                    <a:pt x="2" y="27"/>
                  </a:lnTo>
                  <a:lnTo>
                    <a:pt x="2" y="26"/>
                  </a:lnTo>
                  <a:lnTo>
                    <a:pt x="2" y="27"/>
                  </a:lnTo>
                  <a:lnTo>
                    <a:pt x="2" y="28"/>
                  </a:lnTo>
                  <a:lnTo>
                    <a:pt x="3" y="31"/>
                  </a:lnTo>
                  <a:lnTo>
                    <a:pt x="3" y="34"/>
                  </a:lnTo>
                  <a:lnTo>
                    <a:pt x="3" y="38"/>
                  </a:lnTo>
                  <a:lnTo>
                    <a:pt x="3" y="43"/>
                  </a:lnTo>
                  <a:lnTo>
                    <a:pt x="3" y="51"/>
                  </a:lnTo>
                  <a:lnTo>
                    <a:pt x="4" y="58"/>
                  </a:lnTo>
                  <a:lnTo>
                    <a:pt x="4" y="62"/>
                  </a:lnTo>
                  <a:lnTo>
                    <a:pt x="4" y="64"/>
                  </a:lnTo>
                  <a:lnTo>
                    <a:pt x="4" y="68"/>
                  </a:lnTo>
                  <a:lnTo>
                    <a:pt x="4" y="71"/>
                  </a:lnTo>
                  <a:lnTo>
                    <a:pt x="4" y="74"/>
                  </a:lnTo>
                  <a:lnTo>
                    <a:pt x="5" y="76"/>
                  </a:lnTo>
                  <a:lnTo>
                    <a:pt x="5" y="77"/>
                  </a:lnTo>
                  <a:lnTo>
                    <a:pt x="5" y="77"/>
                  </a:lnTo>
                  <a:lnTo>
                    <a:pt x="5" y="78"/>
                  </a:lnTo>
                  <a:lnTo>
                    <a:pt x="5" y="80"/>
                  </a:lnTo>
                  <a:lnTo>
                    <a:pt x="5" y="80"/>
                  </a:lnTo>
                  <a:lnTo>
                    <a:pt x="5" y="81"/>
                  </a:lnTo>
                  <a:lnTo>
                    <a:pt x="6" y="82"/>
                  </a:lnTo>
                  <a:lnTo>
                    <a:pt x="6" y="83"/>
                  </a:lnTo>
                  <a:lnTo>
                    <a:pt x="6" y="80"/>
                  </a:lnTo>
                  <a:lnTo>
                    <a:pt x="6" y="76"/>
                  </a:lnTo>
                  <a:lnTo>
                    <a:pt x="6" y="78"/>
                  </a:lnTo>
                  <a:lnTo>
                    <a:pt x="7" y="79"/>
                  </a:lnTo>
                  <a:lnTo>
                    <a:pt x="7" y="73"/>
                  </a:lnTo>
                  <a:lnTo>
                    <a:pt x="7" y="68"/>
                  </a:lnTo>
                  <a:lnTo>
                    <a:pt x="7" y="67"/>
                  </a:lnTo>
                  <a:lnTo>
                    <a:pt x="7" y="62"/>
                  </a:lnTo>
                  <a:lnTo>
                    <a:pt x="7" y="56"/>
                  </a:lnTo>
                  <a:lnTo>
                    <a:pt x="7" y="57"/>
                  </a:lnTo>
                  <a:lnTo>
                    <a:pt x="8" y="61"/>
                  </a:lnTo>
                  <a:lnTo>
                    <a:pt x="8" y="58"/>
                  </a:lnTo>
                  <a:lnTo>
                    <a:pt x="8" y="55"/>
                  </a:lnTo>
                  <a:lnTo>
                    <a:pt x="8" y="58"/>
                  </a:lnTo>
                  <a:lnTo>
                    <a:pt x="9" y="5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4" name="Freeform 637"/>
            <p:cNvSpPr/>
            <p:nvPr/>
          </p:nvSpPr>
          <p:spPr bwMode="auto">
            <a:xfrm>
              <a:off x="2173288" y="1951039"/>
              <a:ext cx="14288" cy="166688"/>
            </a:xfrm>
            <a:custGeom>
              <a:avLst/>
              <a:gdLst>
                <a:gd name="T0" fmla="*/ 0 w 9"/>
                <a:gd name="T1" fmla="*/ 102 h 105"/>
                <a:gd name="T2" fmla="*/ 1 w 9"/>
                <a:gd name="T3" fmla="*/ 102 h 105"/>
                <a:gd name="T4" fmla="*/ 1 w 9"/>
                <a:gd name="T5" fmla="*/ 101 h 105"/>
                <a:gd name="T6" fmla="*/ 1 w 9"/>
                <a:gd name="T7" fmla="*/ 103 h 105"/>
                <a:gd name="T8" fmla="*/ 1 w 9"/>
                <a:gd name="T9" fmla="*/ 105 h 105"/>
                <a:gd name="T10" fmla="*/ 1 w 9"/>
                <a:gd name="T11" fmla="*/ 101 h 105"/>
                <a:gd name="T12" fmla="*/ 1 w 9"/>
                <a:gd name="T13" fmla="*/ 96 h 105"/>
                <a:gd name="T14" fmla="*/ 1 w 9"/>
                <a:gd name="T15" fmla="*/ 93 h 105"/>
                <a:gd name="T16" fmla="*/ 2 w 9"/>
                <a:gd name="T17" fmla="*/ 91 h 105"/>
                <a:gd name="T18" fmla="*/ 2 w 9"/>
                <a:gd name="T19" fmla="*/ 92 h 105"/>
                <a:gd name="T20" fmla="*/ 2 w 9"/>
                <a:gd name="T21" fmla="*/ 93 h 105"/>
                <a:gd name="T22" fmla="*/ 2 w 9"/>
                <a:gd name="T23" fmla="*/ 93 h 105"/>
                <a:gd name="T24" fmla="*/ 2 w 9"/>
                <a:gd name="T25" fmla="*/ 92 h 105"/>
                <a:gd name="T26" fmla="*/ 2 w 9"/>
                <a:gd name="T27" fmla="*/ 89 h 105"/>
                <a:gd name="T28" fmla="*/ 2 w 9"/>
                <a:gd name="T29" fmla="*/ 85 h 105"/>
                <a:gd name="T30" fmla="*/ 3 w 9"/>
                <a:gd name="T31" fmla="*/ 87 h 105"/>
                <a:gd name="T32" fmla="*/ 3 w 9"/>
                <a:gd name="T33" fmla="*/ 92 h 105"/>
                <a:gd name="T34" fmla="*/ 3 w 9"/>
                <a:gd name="T35" fmla="*/ 91 h 105"/>
                <a:gd name="T36" fmla="*/ 3 w 9"/>
                <a:gd name="T37" fmla="*/ 87 h 105"/>
                <a:gd name="T38" fmla="*/ 3 w 9"/>
                <a:gd name="T39" fmla="*/ 86 h 105"/>
                <a:gd name="T40" fmla="*/ 4 w 9"/>
                <a:gd name="T41" fmla="*/ 84 h 105"/>
                <a:gd name="T42" fmla="*/ 4 w 9"/>
                <a:gd name="T43" fmla="*/ 84 h 105"/>
                <a:gd name="T44" fmla="*/ 4 w 9"/>
                <a:gd name="T45" fmla="*/ 89 h 105"/>
                <a:gd name="T46" fmla="*/ 4 w 9"/>
                <a:gd name="T47" fmla="*/ 87 h 105"/>
                <a:gd name="T48" fmla="*/ 4 w 9"/>
                <a:gd name="T49" fmla="*/ 76 h 105"/>
                <a:gd name="T50" fmla="*/ 4 w 9"/>
                <a:gd name="T51" fmla="*/ 70 h 105"/>
                <a:gd name="T52" fmla="*/ 4 w 9"/>
                <a:gd name="T53" fmla="*/ 69 h 105"/>
                <a:gd name="T54" fmla="*/ 5 w 9"/>
                <a:gd name="T55" fmla="*/ 66 h 105"/>
                <a:gd name="T56" fmla="*/ 5 w 9"/>
                <a:gd name="T57" fmla="*/ 59 h 105"/>
                <a:gd name="T58" fmla="*/ 5 w 9"/>
                <a:gd name="T59" fmla="*/ 54 h 105"/>
                <a:gd name="T60" fmla="*/ 5 w 9"/>
                <a:gd name="T61" fmla="*/ 48 h 105"/>
                <a:gd name="T62" fmla="*/ 6 w 9"/>
                <a:gd name="T63" fmla="*/ 43 h 105"/>
                <a:gd name="T64" fmla="*/ 6 w 9"/>
                <a:gd name="T65" fmla="*/ 39 h 105"/>
                <a:gd name="T66" fmla="*/ 6 w 9"/>
                <a:gd name="T67" fmla="*/ 37 h 105"/>
                <a:gd name="T68" fmla="*/ 6 w 9"/>
                <a:gd name="T69" fmla="*/ 34 h 105"/>
                <a:gd name="T70" fmla="*/ 6 w 9"/>
                <a:gd name="T71" fmla="*/ 29 h 105"/>
                <a:gd name="T72" fmla="*/ 6 w 9"/>
                <a:gd name="T73" fmla="*/ 23 h 105"/>
                <a:gd name="T74" fmla="*/ 6 w 9"/>
                <a:gd name="T75" fmla="*/ 19 h 105"/>
                <a:gd name="T76" fmla="*/ 7 w 9"/>
                <a:gd name="T77" fmla="*/ 18 h 105"/>
                <a:gd name="T78" fmla="*/ 7 w 9"/>
                <a:gd name="T79" fmla="*/ 17 h 105"/>
                <a:gd name="T80" fmla="*/ 7 w 9"/>
                <a:gd name="T81" fmla="*/ 15 h 105"/>
                <a:gd name="T82" fmla="*/ 7 w 9"/>
                <a:gd name="T83" fmla="*/ 14 h 105"/>
                <a:gd name="T84" fmla="*/ 7 w 9"/>
                <a:gd name="T85" fmla="*/ 14 h 105"/>
                <a:gd name="T86" fmla="*/ 8 w 9"/>
                <a:gd name="T87" fmla="*/ 14 h 105"/>
                <a:gd name="T88" fmla="*/ 8 w 9"/>
                <a:gd name="T89" fmla="*/ 17 h 105"/>
                <a:gd name="T90" fmla="*/ 8 w 9"/>
                <a:gd name="T91" fmla="*/ 18 h 105"/>
                <a:gd name="T92" fmla="*/ 8 w 9"/>
                <a:gd name="T93" fmla="*/ 13 h 105"/>
                <a:gd name="T94" fmla="*/ 8 w 9"/>
                <a:gd name="T95" fmla="*/ 8 h 105"/>
                <a:gd name="T96" fmla="*/ 8 w 9"/>
                <a:gd name="T97" fmla="*/ 7 h 105"/>
                <a:gd name="T98" fmla="*/ 8 w 9"/>
                <a:gd name="T99" fmla="*/ 6 h 105"/>
                <a:gd name="T100" fmla="*/ 9 w 9"/>
                <a:gd name="T101" fmla="*/ 2 h 105"/>
                <a:gd name="T102" fmla="*/ 9 w 9"/>
                <a:gd name="T10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05">
                  <a:moveTo>
                    <a:pt x="0" y="102"/>
                  </a:moveTo>
                  <a:lnTo>
                    <a:pt x="1" y="102"/>
                  </a:lnTo>
                  <a:lnTo>
                    <a:pt x="1" y="101"/>
                  </a:lnTo>
                  <a:lnTo>
                    <a:pt x="1" y="103"/>
                  </a:lnTo>
                  <a:lnTo>
                    <a:pt x="1" y="105"/>
                  </a:lnTo>
                  <a:lnTo>
                    <a:pt x="1" y="101"/>
                  </a:lnTo>
                  <a:lnTo>
                    <a:pt x="1" y="96"/>
                  </a:lnTo>
                  <a:lnTo>
                    <a:pt x="1" y="93"/>
                  </a:lnTo>
                  <a:lnTo>
                    <a:pt x="2" y="91"/>
                  </a:lnTo>
                  <a:lnTo>
                    <a:pt x="2" y="92"/>
                  </a:lnTo>
                  <a:lnTo>
                    <a:pt x="2" y="93"/>
                  </a:lnTo>
                  <a:lnTo>
                    <a:pt x="2" y="93"/>
                  </a:lnTo>
                  <a:lnTo>
                    <a:pt x="2" y="92"/>
                  </a:lnTo>
                  <a:lnTo>
                    <a:pt x="2" y="89"/>
                  </a:lnTo>
                  <a:lnTo>
                    <a:pt x="2" y="85"/>
                  </a:lnTo>
                  <a:lnTo>
                    <a:pt x="3" y="87"/>
                  </a:lnTo>
                  <a:lnTo>
                    <a:pt x="3" y="92"/>
                  </a:lnTo>
                  <a:lnTo>
                    <a:pt x="3" y="91"/>
                  </a:lnTo>
                  <a:lnTo>
                    <a:pt x="3" y="87"/>
                  </a:lnTo>
                  <a:lnTo>
                    <a:pt x="3" y="86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4" y="89"/>
                  </a:lnTo>
                  <a:lnTo>
                    <a:pt x="4" y="87"/>
                  </a:lnTo>
                  <a:lnTo>
                    <a:pt x="4" y="76"/>
                  </a:lnTo>
                  <a:lnTo>
                    <a:pt x="4" y="70"/>
                  </a:lnTo>
                  <a:lnTo>
                    <a:pt x="4" y="69"/>
                  </a:lnTo>
                  <a:lnTo>
                    <a:pt x="5" y="66"/>
                  </a:lnTo>
                  <a:lnTo>
                    <a:pt x="5" y="59"/>
                  </a:lnTo>
                  <a:lnTo>
                    <a:pt x="5" y="54"/>
                  </a:lnTo>
                  <a:lnTo>
                    <a:pt x="5" y="48"/>
                  </a:lnTo>
                  <a:lnTo>
                    <a:pt x="6" y="43"/>
                  </a:lnTo>
                  <a:lnTo>
                    <a:pt x="6" y="39"/>
                  </a:lnTo>
                  <a:lnTo>
                    <a:pt x="6" y="37"/>
                  </a:lnTo>
                  <a:lnTo>
                    <a:pt x="6" y="34"/>
                  </a:lnTo>
                  <a:lnTo>
                    <a:pt x="6" y="29"/>
                  </a:lnTo>
                  <a:lnTo>
                    <a:pt x="6" y="23"/>
                  </a:lnTo>
                  <a:lnTo>
                    <a:pt x="6" y="19"/>
                  </a:lnTo>
                  <a:lnTo>
                    <a:pt x="7" y="18"/>
                  </a:lnTo>
                  <a:lnTo>
                    <a:pt x="7" y="17"/>
                  </a:lnTo>
                  <a:lnTo>
                    <a:pt x="7" y="15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8" y="14"/>
                  </a:lnTo>
                  <a:lnTo>
                    <a:pt x="8" y="17"/>
                  </a:lnTo>
                  <a:lnTo>
                    <a:pt x="8" y="18"/>
                  </a:lnTo>
                  <a:lnTo>
                    <a:pt x="8" y="13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9" y="2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5" name="Freeform 638"/>
            <p:cNvSpPr/>
            <p:nvPr/>
          </p:nvSpPr>
          <p:spPr bwMode="auto">
            <a:xfrm>
              <a:off x="2187575" y="1917701"/>
              <a:ext cx="12700" cy="47625"/>
            </a:xfrm>
            <a:custGeom>
              <a:avLst/>
              <a:gdLst>
                <a:gd name="T0" fmla="*/ 0 w 8"/>
                <a:gd name="T1" fmla="*/ 23 h 30"/>
                <a:gd name="T2" fmla="*/ 0 w 8"/>
                <a:gd name="T3" fmla="*/ 21 h 30"/>
                <a:gd name="T4" fmla="*/ 0 w 8"/>
                <a:gd name="T5" fmla="*/ 19 h 30"/>
                <a:gd name="T6" fmla="*/ 0 w 8"/>
                <a:gd name="T7" fmla="*/ 14 h 30"/>
                <a:gd name="T8" fmla="*/ 0 w 8"/>
                <a:gd name="T9" fmla="*/ 13 h 30"/>
                <a:gd name="T10" fmla="*/ 0 w 8"/>
                <a:gd name="T11" fmla="*/ 16 h 30"/>
                <a:gd name="T12" fmla="*/ 1 w 8"/>
                <a:gd name="T13" fmla="*/ 18 h 30"/>
                <a:gd name="T14" fmla="*/ 1 w 8"/>
                <a:gd name="T15" fmla="*/ 17 h 30"/>
                <a:gd name="T16" fmla="*/ 1 w 8"/>
                <a:gd name="T17" fmla="*/ 20 h 30"/>
                <a:gd name="T18" fmla="*/ 1 w 8"/>
                <a:gd name="T19" fmla="*/ 24 h 30"/>
                <a:gd name="T20" fmla="*/ 1 w 8"/>
                <a:gd name="T21" fmla="*/ 27 h 30"/>
                <a:gd name="T22" fmla="*/ 2 w 8"/>
                <a:gd name="T23" fmla="*/ 28 h 30"/>
                <a:gd name="T24" fmla="*/ 2 w 8"/>
                <a:gd name="T25" fmla="*/ 29 h 30"/>
                <a:gd name="T26" fmla="*/ 2 w 8"/>
                <a:gd name="T27" fmla="*/ 29 h 30"/>
                <a:gd name="T28" fmla="*/ 2 w 8"/>
                <a:gd name="T29" fmla="*/ 27 h 30"/>
                <a:gd name="T30" fmla="*/ 2 w 8"/>
                <a:gd name="T31" fmla="*/ 23 h 30"/>
                <a:gd name="T32" fmla="*/ 2 w 8"/>
                <a:gd name="T33" fmla="*/ 19 h 30"/>
                <a:gd name="T34" fmla="*/ 2 w 8"/>
                <a:gd name="T35" fmla="*/ 15 h 30"/>
                <a:gd name="T36" fmla="*/ 3 w 8"/>
                <a:gd name="T37" fmla="*/ 12 h 30"/>
                <a:gd name="T38" fmla="*/ 3 w 8"/>
                <a:gd name="T39" fmla="*/ 9 h 30"/>
                <a:gd name="T40" fmla="*/ 3 w 8"/>
                <a:gd name="T41" fmla="*/ 7 h 30"/>
                <a:gd name="T42" fmla="*/ 3 w 8"/>
                <a:gd name="T43" fmla="*/ 5 h 30"/>
                <a:gd name="T44" fmla="*/ 4 w 8"/>
                <a:gd name="T45" fmla="*/ 1 h 30"/>
                <a:gd name="T46" fmla="*/ 4 w 8"/>
                <a:gd name="T47" fmla="*/ 0 h 30"/>
                <a:gd name="T48" fmla="*/ 4 w 8"/>
                <a:gd name="T49" fmla="*/ 3 h 30"/>
                <a:gd name="T50" fmla="*/ 4 w 8"/>
                <a:gd name="T51" fmla="*/ 6 h 30"/>
                <a:gd name="T52" fmla="*/ 4 w 8"/>
                <a:gd name="T53" fmla="*/ 7 h 30"/>
                <a:gd name="T54" fmla="*/ 4 w 8"/>
                <a:gd name="T55" fmla="*/ 8 h 30"/>
                <a:gd name="T56" fmla="*/ 4 w 8"/>
                <a:gd name="T57" fmla="*/ 7 h 30"/>
                <a:gd name="T58" fmla="*/ 5 w 8"/>
                <a:gd name="T59" fmla="*/ 6 h 30"/>
                <a:gd name="T60" fmla="*/ 5 w 8"/>
                <a:gd name="T61" fmla="*/ 8 h 30"/>
                <a:gd name="T62" fmla="*/ 5 w 8"/>
                <a:gd name="T63" fmla="*/ 12 h 30"/>
                <a:gd name="T64" fmla="*/ 5 w 8"/>
                <a:gd name="T65" fmla="*/ 15 h 30"/>
                <a:gd name="T66" fmla="*/ 5 w 8"/>
                <a:gd name="T67" fmla="*/ 15 h 30"/>
                <a:gd name="T68" fmla="*/ 5 w 8"/>
                <a:gd name="T69" fmla="*/ 16 h 30"/>
                <a:gd name="T70" fmla="*/ 5 w 8"/>
                <a:gd name="T71" fmla="*/ 17 h 30"/>
                <a:gd name="T72" fmla="*/ 6 w 8"/>
                <a:gd name="T73" fmla="*/ 17 h 30"/>
                <a:gd name="T74" fmla="*/ 6 w 8"/>
                <a:gd name="T75" fmla="*/ 20 h 30"/>
                <a:gd name="T76" fmla="*/ 6 w 8"/>
                <a:gd name="T77" fmla="*/ 24 h 30"/>
                <a:gd name="T78" fmla="*/ 6 w 8"/>
                <a:gd name="T79" fmla="*/ 25 h 30"/>
                <a:gd name="T80" fmla="*/ 6 w 8"/>
                <a:gd name="T81" fmla="*/ 26 h 30"/>
                <a:gd name="T82" fmla="*/ 7 w 8"/>
                <a:gd name="T83" fmla="*/ 28 h 30"/>
                <a:gd name="T84" fmla="*/ 7 w 8"/>
                <a:gd name="T85" fmla="*/ 28 h 30"/>
                <a:gd name="T86" fmla="*/ 7 w 8"/>
                <a:gd name="T87" fmla="*/ 29 h 30"/>
                <a:gd name="T88" fmla="*/ 7 w 8"/>
                <a:gd name="T89" fmla="*/ 30 h 30"/>
                <a:gd name="T90" fmla="*/ 7 w 8"/>
                <a:gd name="T91" fmla="*/ 29 h 30"/>
                <a:gd name="T92" fmla="*/ 7 w 8"/>
                <a:gd name="T93" fmla="*/ 27 h 30"/>
                <a:gd name="T94" fmla="*/ 7 w 8"/>
                <a:gd name="T95" fmla="*/ 24 h 30"/>
                <a:gd name="T96" fmla="*/ 8 w 8"/>
                <a:gd name="T97" fmla="*/ 23 h 30"/>
                <a:gd name="T98" fmla="*/ 8 w 8"/>
                <a:gd name="T99" fmla="*/ 23 h 30"/>
                <a:gd name="T100" fmla="*/ 8 w 8"/>
                <a:gd name="T101" fmla="*/ 22 h 30"/>
                <a:gd name="T102" fmla="*/ 8 w 8"/>
                <a:gd name="T103" fmla="*/ 2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30">
                  <a:moveTo>
                    <a:pt x="0" y="23"/>
                  </a:moveTo>
                  <a:lnTo>
                    <a:pt x="0" y="21"/>
                  </a:lnTo>
                  <a:lnTo>
                    <a:pt x="0" y="19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0" y="16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1" y="24"/>
                  </a:lnTo>
                  <a:lnTo>
                    <a:pt x="1" y="27"/>
                  </a:lnTo>
                  <a:lnTo>
                    <a:pt x="2" y="28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2" y="23"/>
                  </a:lnTo>
                  <a:lnTo>
                    <a:pt x="2" y="19"/>
                  </a:lnTo>
                  <a:lnTo>
                    <a:pt x="2" y="15"/>
                  </a:lnTo>
                  <a:lnTo>
                    <a:pt x="3" y="12"/>
                  </a:lnTo>
                  <a:lnTo>
                    <a:pt x="3" y="9"/>
                  </a:lnTo>
                  <a:lnTo>
                    <a:pt x="3" y="7"/>
                  </a:lnTo>
                  <a:lnTo>
                    <a:pt x="3" y="5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3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8"/>
                  </a:lnTo>
                  <a:lnTo>
                    <a:pt x="4" y="7"/>
                  </a:lnTo>
                  <a:lnTo>
                    <a:pt x="5" y="6"/>
                  </a:lnTo>
                  <a:lnTo>
                    <a:pt x="5" y="8"/>
                  </a:lnTo>
                  <a:lnTo>
                    <a:pt x="5" y="12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6" y="17"/>
                  </a:lnTo>
                  <a:lnTo>
                    <a:pt x="6" y="20"/>
                  </a:lnTo>
                  <a:lnTo>
                    <a:pt x="6" y="24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7" y="29"/>
                  </a:lnTo>
                  <a:lnTo>
                    <a:pt x="7" y="30"/>
                  </a:lnTo>
                  <a:lnTo>
                    <a:pt x="7" y="29"/>
                  </a:lnTo>
                  <a:lnTo>
                    <a:pt x="7" y="27"/>
                  </a:lnTo>
                  <a:lnTo>
                    <a:pt x="7" y="24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8" y="22"/>
                  </a:lnTo>
                  <a:lnTo>
                    <a:pt x="8" y="2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6" name="Freeform 639"/>
            <p:cNvSpPr/>
            <p:nvPr/>
          </p:nvSpPr>
          <p:spPr bwMode="auto">
            <a:xfrm>
              <a:off x="2200275" y="1922464"/>
              <a:ext cx="14288" cy="36513"/>
            </a:xfrm>
            <a:custGeom>
              <a:avLst/>
              <a:gdLst>
                <a:gd name="T0" fmla="*/ 0 w 9"/>
                <a:gd name="T1" fmla="*/ 19 h 23"/>
                <a:gd name="T2" fmla="*/ 0 w 9"/>
                <a:gd name="T3" fmla="*/ 17 h 23"/>
                <a:gd name="T4" fmla="*/ 1 w 9"/>
                <a:gd name="T5" fmla="*/ 16 h 23"/>
                <a:gd name="T6" fmla="*/ 1 w 9"/>
                <a:gd name="T7" fmla="*/ 15 h 23"/>
                <a:gd name="T8" fmla="*/ 1 w 9"/>
                <a:gd name="T9" fmla="*/ 14 h 23"/>
                <a:gd name="T10" fmla="*/ 1 w 9"/>
                <a:gd name="T11" fmla="*/ 13 h 23"/>
                <a:gd name="T12" fmla="*/ 1 w 9"/>
                <a:gd name="T13" fmla="*/ 12 h 23"/>
                <a:gd name="T14" fmla="*/ 1 w 9"/>
                <a:gd name="T15" fmla="*/ 10 h 23"/>
                <a:gd name="T16" fmla="*/ 1 w 9"/>
                <a:gd name="T17" fmla="*/ 8 h 23"/>
                <a:gd name="T18" fmla="*/ 2 w 9"/>
                <a:gd name="T19" fmla="*/ 8 h 23"/>
                <a:gd name="T20" fmla="*/ 2 w 9"/>
                <a:gd name="T21" fmla="*/ 7 h 23"/>
                <a:gd name="T22" fmla="*/ 2 w 9"/>
                <a:gd name="T23" fmla="*/ 4 h 23"/>
                <a:gd name="T24" fmla="*/ 2 w 9"/>
                <a:gd name="T25" fmla="*/ 1 h 23"/>
                <a:gd name="T26" fmla="*/ 2 w 9"/>
                <a:gd name="T27" fmla="*/ 1 h 23"/>
                <a:gd name="T28" fmla="*/ 2 w 9"/>
                <a:gd name="T29" fmla="*/ 2 h 23"/>
                <a:gd name="T30" fmla="*/ 2 w 9"/>
                <a:gd name="T31" fmla="*/ 2 h 23"/>
                <a:gd name="T32" fmla="*/ 3 w 9"/>
                <a:gd name="T33" fmla="*/ 3 h 23"/>
                <a:gd name="T34" fmla="*/ 3 w 9"/>
                <a:gd name="T35" fmla="*/ 4 h 23"/>
                <a:gd name="T36" fmla="*/ 3 w 9"/>
                <a:gd name="T37" fmla="*/ 3 h 23"/>
                <a:gd name="T38" fmla="*/ 3 w 9"/>
                <a:gd name="T39" fmla="*/ 4 h 23"/>
                <a:gd name="T40" fmla="*/ 3 w 9"/>
                <a:gd name="T41" fmla="*/ 7 h 23"/>
                <a:gd name="T42" fmla="*/ 4 w 9"/>
                <a:gd name="T43" fmla="*/ 10 h 23"/>
                <a:gd name="T44" fmla="*/ 4 w 9"/>
                <a:gd name="T45" fmla="*/ 10 h 23"/>
                <a:gd name="T46" fmla="*/ 4 w 9"/>
                <a:gd name="T47" fmla="*/ 9 h 23"/>
                <a:gd name="T48" fmla="*/ 4 w 9"/>
                <a:gd name="T49" fmla="*/ 9 h 23"/>
                <a:gd name="T50" fmla="*/ 4 w 9"/>
                <a:gd name="T51" fmla="*/ 9 h 23"/>
                <a:gd name="T52" fmla="*/ 4 w 9"/>
                <a:gd name="T53" fmla="*/ 8 h 23"/>
                <a:gd name="T54" fmla="*/ 4 w 9"/>
                <a:gd name="T55" fmla="*/ 6 h 23"/>
                <a:gd name="T56" fmla="*/ 5 w 9"/>
                <a:gd name="T57" fmla="*/ 5 h 23"/>
                <a:gd name="T58" fmla="*/ 5 w 9"/>
                <a:gd name="T59" fmla="*/ 3 h 23"/>
                <a:gd name="T60" fmla="*/ 5 w 9"/>
                <a:gd name="T61" fmla="*/ 2 h 23"/>
                <a:gd name="T62" fmla="*/ 5 w 9"/>
                <a:gd name="T63" fmla="*/ 1 h 23"/>
                <a:gd name="T64" fmla="*/ 6 w 9"/>
                <a:gd name="T65" fmla="*/ 0 h 23"/>
                <a:gd name="T66" fmla="*/ 6 w 9"/>
                <a:gd name="T67" fmla="*/ 1 h 23"/>
                <a:gd name="T68" fmla="*/ 6 w 9"/>
                <a:gd name="T69" fmla="*/ 3 h 23"/>
                <a:gd name="T70" fmla="*/ 6 w 9"/>
                <a:gd name="T71" fmla="*/ 3 h 23"/>
                <a:gd name="T72" fmla="*/ 6 w 9"/>
                <a:gd name="T73" fmla="*/ 3 h 23"/>
                <a:gd name="T74" fmla="*/ 6 w 9"/>
                <a:gd name="T75" fmla="*/ 2 h 23"/>
                <a:gd name="T76" fmla="*/ 6 w 9"/>
                <a:gd name="T77" fmla="*/ 1 h 23"/>
                <a:gd name="T78" fmla="*/ 7 w 9"/>
                <a:gd name="T79" fmla="*/ 0 h 23"/>
                <a:gd name="T80" fmla="*/ 7 w 9"/>
                <a:gd name="T81" fmla="*/ 1 h 23"/>
                <a:gd name="T82" fmla="*/ 7 w 9"/>
                <a:gd name="T83" fmla="*/ 3 h 23"/>
                <a:gd name="T84" fmla="*/ 7 w 9"/>
                <a:gd name="T85" fmla="*/ 3 h 23"/>
                <a:gd name="T86" fmla="*/ 7 w 9"/>
                <a:gd name="T87" fmla="*/ 3 h 23"/>
                <a:gd name="T88" fmla="*/ 7 w 9"/>
                <a:gd name="T89" fmla="*/ 5 h 23"/>
                <a:gd name="T90" fmla="*/ 7 w 9"/>
                <a:gd name="T91" fmla="*/ 9 h 23"/>
                <a:gd name="T92" fmla="*/ 8 w 9"/>
                <a:gd name="T93" fmla="*/ 14 h 23"/>
                <a:gd name="T94" fmla="*/ 8 w 9"/>
                <a:gd name="T95" fmla="*/ 17 h 23"/>
                <a:gd name="T96" fmla="*/ 8 w 9"/>
                <a:gd name="T97" fmla="*/ 20 h 23"/>
                <a:gd name="T98" fmla="*/ 8 w 9"/>
                <a:gd name="T99" fmla="*/ 20 h 23"/>
                <a:gd name="T100" fmla="*/ 9 w 9"/>
                <a:gd name="T101" fmla="*/ 22 h 23"/>
                <a:gd name="T102" fmla="*/ 9 w 9"/>
                <a:gd name="T103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23">
                  <a:moveTo>
                    <a:pt x="0" y="19"/>
                  </a:moveTo>
                  <a:lnTo>
                    <a:pt x="0" y="17"/>
                  </a:lnTo>
                  <a:lnTo>
                    <a:pt x="1" y="16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7"/>
                  </a:lnTo>
                  <a:lnTo>
                    <a:pt x="2" y="4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7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8"/>
                  </a:lnTo>
                  <a:lnTo>
                    <a:pt x="4" y="6"/>
                  </a:lnTo>
                  <a:lnTo>
                    <a:pt x="5" y="5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1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2"/>
                  </a:lnTo>
                  <a:lnTo>
                    <a:pt x="6" y="1"/>
                  </a:lnTo>
                  <a:lnTo>
                    <a:pt x="7" y="0"/>
                  </a:lnTo>
                  <a:lnTo>
                    <a:pt x="7" y="1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5"/>
                  </a:lnTo>
                  <a:lnTo>
                    <a:pt x="7" y="9"/>
                  </a:lnTo>
                  <a:lnTo>
                    <a:pt x="8" y="14"/>
                  </a:lnTo>
                  <a:lnTo>
                    <a:pt x="8" y="17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9" y="22"/>
                  </a:lnTo>
                  <a:lnTo>
                    <a:pt x="9" y="2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7" name="Freeform 640"/>
            <p:cNvSpPr/>
            <p:nvPr/>
          </p:nvSpPr>
          <p:spPr bwMode="auto">
            <a:xfrm>
              <a:off x="2214563" y="1946276"/>
              <a:ext cx="12700" cy="211138"/>
            </a:xfrm>
            <a:custGeom>
              <a:avLst/>
              <a:gdLst>
                <a:gd name="T0" fmla="*/ 0 w 8"/>
                <a:gd name="T1" fmla="*/ 7 h 133"/>
                <a:gd name="T2" fmla="*/ 0 w 8"/>
                <a:gd name="T3" fmla="*/ 8 h 133"/>
                <a:gd name="T4" fmla="*/ 0 w 8"/>
                <a:gd name="T5" fmla="*/ 9 h 133"/>
                <a:gd name="T6" fmla="*/ 0 w 8"/>
                <a:gd name="T7" fmla="*/ 7 h 133"/>
                <a:gd name="T8" fmla="*/ 0 w 8"/>
                <a:gd name="T9" fmla="*/ 5 h 133"/>
                <a:gd name="T10" fmla="*/ 0 w 8"/>
                <a:gd name="T11" fmla="*/ 3 h 133"/>
                <a:gd name="T12" fmla="*/ 0 w 8"/>
                <a:gd name="T13" fmla="*/ 1 h 133"/>
                <a:gd name="T14" fmla="*/ 1 w 8"/>
                <a:gd name="T15" fmla="*/ 0 h 133"/>
                <a:gd name="T16" fmla="*/ 1 w 8"/>
                <a:gd name="T17" fmla="*/ 1 h 133"/>
                <a:gd name="T18" fmla="*/ 1 w 8"/>
                <a:gd name="T19" fmla="*/ 5 h 133"/>
                <a:gd name="T20" fmla="*/ 1 w 8"/>
                <a:gd name="T21" fmla="*/ 7 h 133"/>
                <a:gd name="T22" fmla="*/ 1 w 8"/>
                <a:gd name="T23" fmla="*/ 10 h 133"/>
                <a:gd name="T24" fmla="*/ 2 w 8"/>
                <a:gd name="T25" fmla="*/ 17 h 133"/>
                <a:gd name="T26" fmla="*/ 2 w 8"/>
                <a:gd name="T27" fmla="*/ 25 h 133"/>
                <a:gd name="T28" fmla="*/ 2 w 8"/>
                <a:gd name="T29" fmla="*/ 30 h 133"/>
                <a:gd name="T30" fmla="*/ 2 w 8"/>
                <a:gd name="T31" fmla="*/ 34 h 133"/>
                <a:gd name="T32" fmla="*/ 2 w 8"/>
                <a:gd name="T33" fmla="*/ 39 h 133"/>
                <a:gd name="T34" fmla="*/ 2 w 8"/>
                <a:gd name="T35" fmla="*/ 44 h 133"/>
                <a:gd name="T36" fmla="*/ 2 w 8"/>
                <a:gd name="T37" fmla="*/ 46 h 133"/>
                <a:gd name="T38" fmla="*/ 3 w 8"/>
                <a:gd name="T39" fmla="*/ 46 h 133"/>
                <a:gd name="T40" fmla="*/ 3 w 8"/>
                <a:gd name="T41" fmla="*/ 46 h 133"/>
                <a:gd name="T42" fmla="*/ 3 w 8"/>
                <a:gd name="T43" fmla="*/ 46 h 133"/>
                <a:gd name="T44" fmla="*/ 3 w 8"/>
                <a:gd name="T45" fmla="*/ 46 h 133"/>
                <a:gd name="T46" fmla="*/ 3 w 8"/>
                <a:gd name="T47" fmla="*/ 46 h 133"/>
                <a:gd name="T48" fmla="*/ 3 w 8"/>
                <a:gd name="T49" fmla="*/ 45 h 133"/>
                <a:gd name="T50" fmla="*/ 3 w 8"/>
                <a:gd name="T51" fmla="*/ 44 h 133"/>
                <a:gd name="T52" fmla="*/ 4 w 8"/>
                <a:gd name="T53" fmla="*/ 47 h 133"/>
                <a:gd name="T54" fmla="*/ 4 w 8"/>
                <a:gd name="T55" fmla="*/ 48 h 133"/>
                <a:gd name="T56" fmla="*/ 4 w 8"/>
                <a:gd name="T57" fmla="*/ 51 h 133"/>
                <a:gd name="T58" fmla="*/ 4 w 8"/>
                <a:gd name="T59" fmla="*/ 54 h 133"/>
                <a:gd name="T60" fmla="*/ 5 w 8"/>
                <a:gd name="T61" fmla="*/ 55 h 133"/>
                <a:gd name="T62" fmla="*/ 5 w 8"/>
                <a:gd name="T63" fmla="*/ 58 h 133"/>
                <a:gd name="T64" fmla="*/ 5 w 8"/>
                <a:gd name="T65" fmla="*/ 64 h 133"/>
                <a:gd name="T66" fmla="*/ 5 w 8"/>
                <a:gd name="T67" fmla="*/ 69 h 133"/>
                <a:gd name="T68" fmla="*/ 5 w 8"/>
                <a:gd name="T69" fmla="*/ 72 h 133"/>
                <a:gd name="T70" fmla="*/ 5 w 8"/>
                <a:gd name="T71" fmla="*/ 74 h 133"/>
                <a:gd name="T72" fmla="*/ 5 w 8"/>
                <a:gd name="T73" fmla="*/ 78 h 133"/>
                <a:gd name="T74" fmla="*/ 6 w 8"/>
                <a:gd name="T75" fmla="*/ 84 h 133"/>
                <a:gd name="T76" fmla="*/ 6 w 8"/>
                <a:gd name="T77" fmla="*/ 92 h 133"/>
                <a:gd name="T78" fmla="*/ 6 w 8"/>
                <a:gd name="T79" fmla="*/ 94 h 133"/>
                <a:gd name="T80" fmla="*/ 6 w 8"/>
                <a:gd name="T81" fmla="*/ 94 h 133"/>
                <a:gd name="T82" fmla="*/ 6 w 8"/>
                <a:gd name="T83" fmla="*/ 99 h 133"/>
                <a:gd name="T84" fmla="*/ 7 w 8"/>
                <a:gd name="T85" fmla="*/ 106 h 133"/>
                <a:gd name="T86" fmla="*/ 7 w 8"/>
                <a:gd name="T87" fmla="*/ 110 h 133"/>
                <a:gd name="T88" fmla="*/ 7 w 8"/>
                <a:gd name="T89" fmla="*/ 112 h 133"/>
                <a:gd name="T90" fmla="*/ 7 w 8"/>
                <a:gd name="T91" fmla="*/ 117 h 133"/>
                <a:gd name="T92" fmla="*/ 7 w 8"/>
                <a:gd name="T93" fmla="*/ 122 h 133"/>
                <a:gd name="T94" fmla="*/ 7 w 8"/>
                <a:gd name="T95" fmla="*/ 124 h 133"/>
                <a:gd name="T96" fmla="*/ 7 w 8"/>
                <a:gd name="T97" fmla="*/ 124 h 133"/>
                <a:gd name="T98" fmla="*/ 8 w 8"/>
                <a:gd name="T99" fmla="*/ 127 h 133"/>
                <a:gd name="T100" fmla="*/ 8 w 8"/>
                <a:gd name="T101" fmla="*/ 131 h 133"/>
                <a:gd name="T102" fmla="*/ 8 w 8"/>
                <a:gd name="T103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33">
                  <a:moveTo>
                    <a:pt x="0" y="7"/>
                  </a:moveTo>
                  <a:lnTo>
                    <a:pt x="0" y="8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5"/>
                  </a:lnTo>
                  <a:lnTo>
                    <a:pt x="1" y="7"/>
                  </a:lnTo>
                  <a:lnTo>
                    <a:pt x="1" y="10"/>
                  </a:lnTo>
                  <a:lnTo>
                    <a:pt x="2" y="17"/>
                  </a:lnTo>
                  <a:lnTo>
                    <a:pt x="2" y="25"/>
                  </a:lnTo>
                  <a:lnTo>
                    <a:pt x="2" y="30"/>
                  </a:lnTo>
                  <a:lnTo>
                    <a:pt x="2" y="34"/>
                  </a:lnTo>
                  <a:lnTo>
                    <a:pt x="2" y="39"/>
                  </a:lnTo>
                  <a:lnTo>
                    <a:pt x="2" y="44"/>
                  </a:lnTo>
                  <a:lnTo>
                    <a:pt x="2" y="46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45"/>
                  </a:lnTo>
                  <a:lnTo>
                    <a:pt x="3" y="44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4" y="51"/>
                  </a:lnTo>
                  <a:lnTo>
                    <a:pt x="4" y="54"/>
                  </a:lnTo>
                  <a:lnTo>
                    <a:pt x="5" y="55"/>
                  </a:lnTo>
                  <a:lnTo>
                    <a:pt x="5" y="58"/>
                  </a:lnTo>
                  <a:lnTo>
                    <a:pt x="5" y="64"/>
                  </a:lnTo>
                  <a:lnTo>
                    <a:pt x="5" y="69"/>
                  </a:lnTo>
                  <a:lnTo>
                    <a:pt x="5" y="72"/>
                  </a:lnTo>
                  <a:lnTo>
                    <a:pt x="5" y="74"/>
                  </a:lnTo>
                  <a:lnTo>
                    <a:pt x="5" y="78"/>
                  </a:lnTo>
                  <a:lnTo>
                    <a:pt x="6" y="84"/>
                  </a:lnTo>
                  <a:lnTo>
                    <a:pt x="6" y="92"/>
                  </a:lnTo>
                  <a:lnTo>
                    <a:pt x="6" y="94"/>
                  </a:lnTo>
                  <a:lnTo>
                    <a:pt x="6" y="94"/>
                  </a:lnTo>
                  <a:lnTo>
                    <a:pt x="6" y="99"/>
                  </a:lnTo>
                  <a:lnTo>
                    <a:pt x="7" y="106"/>
                  </a:lnTo>
                  <a:lnTo>
                    <a:pt x="7" y="110"/>
                  </a:lnTo>
                  <a:lnTo>
                    <a:pt x="7" y="112"/>
                  </a:lnTo>
                  <a:lnTo>
                    <a:pt x="7" y="117"/>
                  </a:lnTo>
                  <a:lnTo>
                    <a:pt x="7" y="122"/>
                  </a:lnTo>
                  <a:lnTo>
                    <a:pt x="7" y="124"/>
                  </a:lnTo>
                  <a:lnTo>
                    <a:pt x="7" y="124"/>
                  </a:lnTo>
                  <a:lnTo>
                    <a:pt x="8" y="127"/>
                  </a:lnTo>
                  <a:lnTo>
                    <a:pt x="8" y="131"/>
                  </a:lnTo>
                  <a:lnTo>
                    <a:pt x="8" y="13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8" name="Freeform 641"/>
            <p:cNvSpPr/>
            <p:nvPr/>
          </p:nvSpPr>
          <p:spPr bwMode="auto">
            <a:xfrm>
              <a:off x="2227263" y="2000251"/>
              <a:ext cx="14288" cy="180975"/>
            </a:xfrm>
            <a:custGeom>
              <a:avLst/>
              <a:gdLst>
                <a:gd name="T0" fmla="*/ 0 w 9"/>
                <a:gd name="T1" fmla="*/ 97 h 114"/>
                <a:gd name="T2" fmla="*/ 0 w 9"/>
                <a:gd name="T3" fmla="*/ 99 h 114"/>
                <a:gd name="T4" fmla="*/ 0 w 9"/>
                <a:gd name="T5" fmla="*/ 97 h 114"/>
                <a:gd name="T6" fmla="*/ 0 w 9"/>
                <a:gd name="T7" fmla="*/ 98 h 114"/>
                <a:gd name="T8" fmla="*/ 0 w 9"/>
                <a:gd name="T9" fmla="*/ 101 h 114"/>
                <a:gd name="T10" fmla="*/ 0 w 9"/>
                <a:gd name="T11" fmla="*/ 102 h 114"/>
                <a:gd name="T12" fmla="*/ 1 w 9"/>
                <a:gd name="T13" fmla="*/ 101 h 114"/>
                <a:gd name="T14" fmla="*/ 1 w 9"/>
                <a:gd name="T15" fmla="*/ 105 h 114"/>
                <a:gd name="T16" fmla="*/ 1 w 9"/>
                <a:gd name="T17" fmla="*/ 107 h 114"/>
                <a:gd name="T18" fmla="*/ 1 w 9"/>
                <a:gd name="T19" fmla="*/ 105 h 114"/>
                <a:gd name="T20" fmla="*/ 2 w 9"/>
                <a:gd name="T21" fmla="*/ 106 h 114"/>
                <a:gd name="T22" fmla="*/ 2 w 9"/>
                <a:gd name="T23" fmla="*/ 110 h 114"/>
                <a:gd name="T24" fmla="*/ 2 w 9"/>
                <a:gd name="T25" fmla="*/ 111 h 114"/>
                <a:gd name="T26" fmla="*/ 2 w 9"/>
                <a:gd name="T27" fmla="*/ 112 h 114"/>
                <a:gd name="T28" fmla="*/ 2 w 9"/>
                <a:gd name="T29" fmla="*/ 114 h 114"/>
                <a:gd name="T30" fmla="*/ 2 w 9"/>
                <a:gd name="T31" fmla="*/ 114 h 114"/>
                <a:gd name="T32" fmla="*/ 2 w 9"/>
                <a:gd name="T33" fmla="*/ 111 h 114"/>
                <a:gd name="T34" fmla="*/ 3 w 9"/>
                <a:gd name="T35" fmla="*/ 108 h 114"/>
                <a:gd name="T36" fmla="*/ 3 w 9"/>
                <a:gd name="T37" fmla="*/ 108 h 114"/>
                <a:gd name="T38" fmla="*/ 3 w 9"/>
                <a:gd name="T39" fmla="*/ 109 h 114"/>
                <a:gd name="T40" fmla="*/ 3 w 9"/>
                <a:gd name="T41" fmla="*/ 111 h 114"/>
                <a:gd name="T42" fmla="*/ 3 w 9"/>
                <a:gd name="T43" fmla="*/ 112 h 114"/>
                <a:gd name="T44" fmla="*/ 4 w 9"/>
                <a:gd name="T45" fmla="*/ 108 h 114"/>
                <a:gd name="T46" fmla="*/ 4 w 9"/>
                <a:gd name="T47" fmla="*/ 103 h 114"/>
                <a:gd name="T48" fmla="*/ 4 w 9"/>
                <a:gd name="T49" fmla="*/ 101 h 114"/>
                <a:gd name="T50" fmla="*/ 4 w 9"/>
                <a:gd name="T51" fmla="*/ 104 h 114"/>
                <a:gd name="T52" fmla="*/ 4 w 9"/>
                <a:gd name="T53" fmla="*/ 110 h 114"/>
                <a:gd name="T54" fmla="*/ 4 w 9"/>
                <a:gd name="T55" fmla="*/ 110 h 114"/>
                <a:gd name="T56" fmla="*/ 5 w 9"/>
                <a:gd name="T57" fmla="*/ 104 h 114"/>
                <a:gd name="T58" fmla="*/ 5 w 9"/>
                <a:gd name="T59" fmla="*/ 98 h 114"/>
                <a:gd name="T60" fmla="*/ 5 w 9"/>
                <a:gd name="T61" fmla="*/ 93 h 114"/>
                <a:gd name="T62" fmla="*/ 5 w 9"/>
                <a:gd name="T63" fmla="*/ 89 h 114"/>
                <a:gd name="T64" fmla="*/ 5 w 9"/>
                <a:gd name="T65" fmla="*/ 89 h 114"/>
                <a:gd name="T66" fmla="*/ 5 w 9"/>
                <a:gd name="T67" fmla="*/ 91 h 114"/>
                <a:gd name="T68" fmla="*/ 5 w 9"/>
                <a:gd name="T69" fmla="*/ 86 h 114"/>
                <a:gd name="T70" fmla="*/ 6 w 9"/>
                <a:gd name="T71" fmla="*/ 77 h 114"/>
                <a:gd name="T72" fmla="*/ 6 w 9"/>
                <a:gd name="T73" fmla="*/ 72 h 114"/>
                <a:gd name="T74" fmla="*/ 6 w 9"/>
                <a:gd name="T75" fmla="*/ 70 h 114"/>
                <a:gd name="T76" fmla="*/ 6 w 9"/>
                <a:gd name="T77" fmla="*/ 69 h 114"/>
                <a:gd name="T78" fmla="*/ 6 w 9"/>
                <a:gd name="T79" fmla="*/ 67 h 114"/>
                <a:gd name="T80" fmla="*/ 7 w 9"/>
                <a:gd name="T81" fmla="*/ 59 h 114"/>
                <a:gd name="T82" fmla="*/ 7 w 9"/>
                <a:gd name="T83" fmla="*/ 46 h 114"/>
                <a:gd name="T84" fmla="*/ 7 w 9"/>
                <a:gd name="T85" fmla="*/ 34 h 114"/>
                <a:gd name="T86" fmla="*/ 7 w 9"/>
                <a:gd name="T87" fmla="*/ 27 h 114"/>
                <a:gd name="T88" fmla="*/ 7 w 9"/>
                <a:gd name="T89" fmla="*/ 25 h 114"/>
                <a:gd name="T90" fmla="*/ 7 w 9"/>
                <a:gd name="T91" fmla="*/ 22 h 114"/>
                <a:gd name="T92" fmla="*/ 7 w 9"/>
                <a:gd name="T93" fmla="*/ 15 h 114"/>
                <a:gd name="T94" fmla="*/ 8 w 9"/>
                <a:gd name="T95" fmla="*/ 8 h 114"/>
                <a:gd name="T96" fmla="*/ 8 w 9"/>
                <a:gd name="T97" fmla="*/ 4 h 114"/>
                <a:gd name="T98" fmla="*/ 8 w 9"/>
                <a:gd name="T99" fmla="*/ 1 h 114"/>
                <a:gd name="T100" fmla="*/ 8 w 9"/>
                <a:gd name="T101" fmla="*/ 0 h 114"/>
                <a:gd name="T102" fmla="*/ 9 w 9"/>
                <a:gd name="T103" fmla="*/ 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14">
                  <a:moveTo>
                    <a:pt x="0" y="97"/>
                  </a:moveTo>
                  <a:lnTo>
                    <a:pt x="0" y="99"/>
                  </a:lnTo>
                  <a:lnTo>
                    <a:pt x="0" y="97"/>
                  </a:lnTo>
                  <a:lnTo>
                    <a:pt x="0" y="98"/>
                  </a:lnTo>
                  <a:lnTo>
                    <a:pt x="0" y="101"/>
                  </a:lnTo>
                  <a:lnTo>
                    <a:pt x="0" y="102"/>
                  </a:lnTo>
                  <a:lnTo>
                    <a:pt x="1" y="101"/>
                  </a:lnTo>
                  <a:lnTo>
                    <a:pt x="1" y="105"/>
                  </a:lnTo>
                  <a:lnTo>
                    <a:pt x="1" y="107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2" y="110"/>
                  </a:lnTo>
                  <a:lnTo>
                    <a:pt x="2" y="111"/>
                  </a:lnTo>
                  <a:lnTo>
                    <a:pt x="2" y="112"/>
                  </a:lnTo>
                  <a:lnTo>
                    <a:pt x="2" y="114"/>
                  </a:lnTo>
                  <a:lnTo>
                    <a:pt x="2" y="114"/>
                  </a:lnTo>
                  <a:lnTo>
                    <a:pt x="2" y="111"/>
                  </a:lnTo>
                  <a:lnTo>
                    <a:pt x="3" y="108"/>
                  </a:lnTo>
                  <a:lnTo>
                    <a:pt x="3" y="108"/>
                  </a:lnTo>
                  <a:lnTo>
                    <a:pt x="3" y="109"/>
                  </a:lnTo>
                  <a:lnTo>
                    <a:pt x="3" y="111"/>
                  </a:lnTo>
                  <a:lnTo>
                    <a:pt x="3" y="112"/>
                  </a:lnTo>
                  <a:lnTo>
                    <a:pt x="4" y="108"/>
                  </a:lnTo>
                  <a:lnTo>
                    <a:pt x="4" y="103"/>
                  </a:lnTo>
                  <a:lnTo>
                    <a:pt x="4" y="101"/>
                  </a:lnTo>
                  <a:lnTo>
                    <a:pt x="4" y="104"/>
                  </a:lnTo>
                  <a:lnTo>
                    <a:pt x="4" y="110"/>
                  </a:lnTo>
                  <a:lnTo>
                    <a:pt x="4" y="110"/>
                  </a:lnTo>
                  <a:lnTo>
                    <a:pt x="5" y="104"/>
                  </a:lnTo>
                  <a:lnTo>
                    <a:pt x="5" y="98"/>
                  </a:lnTo>
                  <a:lnTo>
                    <a:pt x="5" y="93"/>
                  </a:lnTo>
                  <a:lnTo>
                    <a:pt x="5" y="89"/>
                  </a:lnTo>
                  <a:lnTo>
                    <a:pt x="5" y="89"/>
                  </a:lnTo>
                  <a:lnTo>
                    <a:pt x="5" y="91"/>
                  </a:lnTo>
                  <a:lnTo>
                    <a:pt x="5" y="86"/>
                  </a:lnTo>
                  <a:lnTo>
                    <a:pt x="6" y="77"/>
                  </a:lnTo>
                  <a:lnTo>
                    <a:pt x="6" y="72"/>
                  </a:lnTo>
                  <a:lnTo>
                    <a:pt x="6" y="70"/>
                  </a:lnTo>
                  <a:lnTo>
                    <a:pt x="6" y="69"/>
                  </a:lnTo>
                  <a:lnTo>
                    <a:pt x="6" y="67"/>
                  </a:lnTo>
                  <a:lnTo>
                    <a:pt x="7" y="59"/>
                  </a:lnTo>
                  <a:lnTo>
                    <a:pt x="7" y="46"/>
                  </a:lnTo>
                  <a:lnTo>
                    <a:pt x="7" y="34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2"/>
                  </a:lnTo>
                  <a:lnTo>
                    <a:pt x="7" y="15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1"/>
                  </a:lnTo>
                  <a:lnTo>
                    <a:pt x="8" y="0"/>
                  </a:lnTo>
                  <a:lnTo>
                    <a:pt x="9" y="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9" name="Freeform 642"/>
            <p:cNvSpPr/>
            <p:nvPr/>
          </p:nvSpPr>
          <p:spPr bwMode="auto">
            <a:xfrm>
              <a:off x="2239963" y="1930401"/>
              <a:ext cx="14288" cy="77788"/>
            </a:xfrm>
            <a:custGeom>
              <a:avLst/>
              <a:gdLst>
                <a:gd name="T0" fmla="*/ 0 w 9"/>
                <a:gd name="T1" fmla="*/ 44 h 49"/>
                <a:gd name="T2" fmla="*/ 1 w 9"/>
                <a:gd name="T3" fmla="*/ 47 h 49"/>
                <a:gd name="T4" fmla="*/ 1 w 9"/>
                <a:gd name="T5" fmla="*/ 49 h 49"/>
                <a:gd name="T6" fmla="*/ 1 w 9"/>
                <a:gd name="T7" fmla="*/ 44 h 49"/>
                <a:gd name="T8" fmla="*/ 1 w 9"/>
                <a:gd name="T9" fmla="*/ 39 h 49"/>
                <a:gd name="T10" fmla="*/ 1 w 9"/>
                <a:gd name="T11" fmla="*/ 36 h 49"/>
                <a:gd name="T12" fmla="*/ 1 w 9"/>
                <a:gd name="T13" fmla="*/ 34 h 49"/>
                <a:gd name="T14" fmla="*/ 1 w 9"/>
                <a:gd name="T15" fmla="*/ 31 h 49"/>
                <a:gd name="T16" fmla="*/ 2 w 9"/>
                <a:gd name="T17" fmla="*/ 26 h 49"/>
                <a:gd name="T18" fmla="*/ 2 w 9"/>
                <a:gd name="T19" fmla="*/ 21 h 49"/>
                <a:gd name="T20" fmla="*/ 2 w 9"/>
                <a:gd name="T21" fmla="*/ 14 h 49"/>
                <a:gd name="T22" fmla="*/ 2 w 9"/>
                <a:gd name="T23" fmla="*/ 7 h 49"/>
                <a:gd name="T24" fmla="*/ 2 w 9"/>
                <a:gd name="T25" fmla="*/ 5 h 49"/>
                <a:gd name="T26" fmla="*/ 2 w 9"/>
                <a:gd name="T27" fmla="*/ 4 h 49"/>
                <a:gd name="T28" fmla="*/ 2 w 9"/>
                <a:gd name="T29" fmla="*/ 2 h 49"/>
                <a:gd name="T30" fmla="*/ 3 w 9"/>
                <a:gd name="T31" fmla="*/ 2 h 49"/>
                <a:gd name="T32" fmla="*/ 3 w 9"/>
                <a:gd name="T33" fmla="*/ 7 h 49"/>
                <a:gd name="T34" fmla="*/ 3 w 9"/>
                <a:gd name="T35" fmla="*/ 13 h 49"/>
                <a:gd name="T36" fmla="*/ 3 w 9"/>
                <a:gd name="T37" fmla="*/ 14 h 49"/>
                <a:gd name="T38" fmla="*/ 3 w 9"/>
                <a:gd name="T39" fmla="*/ 15 h 49"/>
                <a:gd name="T40" fmla="*/ 4 w 9"/>
                <a:gd name="T41" fmla="*/ 19 h 49"/>
                <a:gd name="T42" fmla="*/ 4 w 9"/>
                <a:gd name="T43" fmla="*/ 21 h 49"/>
                <a:gd name="T44" fmla="*/ 4 w 9"/>
                <a:gd name="T45" fmla="*/ 21 h 49"/>
                <a:gd name="T46" fmla="*/ 4 w 9"/>
                <a:gd name="T47" fmla="*/ 20 h 49"/>
                <a:gd name="T48" fmla="*/ 4 w 9"/>
                <a:gd name="T49" fmla="*/ 17 h 49"/>
                <a:gd name="T50" fmla="*/ 4 w 9"/>
                <a:gd name="T51" fmla="*/ 14 h 49"/>
                <a:gd name="T52" fmla="*/ 4 w 9"/>
                <a:gd name="T53" fmla="*/ 11 h 49"/>
                <a:gd name="T54" fmla="*/ 5 w 9"/>
                <a:gd name="T55" fmla="*/ 9 h 49"/>
                <a:gd name="T56" fmla="*/ 5 w 9"/>
                <a:gd name="T57" fmla="*/ 6 h 49"/>
                <a:gd name="T58" fmla="*/ 5 w 9"/>
                <a:gd name="T59" fmla="*/ 5 h 49"/>
                <a:gd name="T60" fmla="*/ 5 w 9"/>
                <a:gd name="T61" fmla="*/ 4 h 49"/>
                <a:gd name="T62" fmla="*/ 6 w 9"/>
                <a:gd name="T63" fmla="*/ 2 h 49"/>
                <a:gd name="T64" fmla="*/ 6 w 9"/>
                <a:gd name="T65" fmla="*/ 0 h 49"/>
                <a:gd name="T66" fmla="*/ 6 w 9"/>
                <a:gd name="T67" fmla="*/ 0 h 49"/>
                <a:gd name="T68" fmla="*/ 6 w 9"/>
                <a:gd name="T69" fmla="*/ 3 h 49"/>
                <a:gd name="T70" fmla="*/ 6 w 9"/>
                <a:gd name="T71" fmla="*/ 6 h 49"/>
                <a:gd name="T72" fmla="*/ 6 w 9"/>
                <a:gd name="T73" fmla="*/ 6 h 49"/>
                <a:gd name="T74" fmla="*/ 6 w 9"/>
                <a:gd name="T75" fmla="*/ 7 h 49"/>
                <a:gd name="T76" fmla="*/ 7 w 9"/>
                <a:gd name="T77" fmla="*/ 6 h 49"/>
                <a:gd name="T78" fmla="*/ 7 w 9"/>
                <a:gd name="T79" fmla="*/ 6 h 49"/>
                <a:gd name="T80" fmla="*/ 7 w 9"/>
                <a:gd name="T81" fmla="*/ 7 h 49"/>
                <a:gd name="T82" fmla="*/ 7 w 9"/>
                <a:gd name="T83" fmla="*/ 9 h 49"/>
                <a:gd name="T84" fmla="*/ 7 w 9"/>
                <a:gd name="T85" fmla="*/ 10 h 49"/>
                <a:gd name="T86" fmla="*/ 7 w 9"/>
                <a:gd name="T87" fmla="*/ 9 h 49"/>
                <a:gd name="T88" fmla="*/ 7 w 9"/>
                <a:gd name="T89" fmla="*/ 7 h 49"/>
                <a:gd name="T90" fmla="*/ 8 w 9"/>
                <a:gd name="T91" fmla="*/ 5 h 49"/>
                <a:gd name="T92" fmla="*/ 8 w 9"/>
                <a:gd name="T93" fmla="*/ 4 h 49"/>
                <a:gd name="T94" fmla="*/ 8 w 9"/>
                <a:gd name="T95" fmla="*/ 5 h 49"/>
                <a:gd name="T96" fmla="*/ 8 w 9"/>
                <a:gd name="T97" fmla="*/ 7 h 49"/>
                <a:gd name="T98" fmla="*/ 8 w 9"/>
                <a:gd name="T99" fmla="*/ 7 h 49"/>
                <a:gd name="T100" fmla="*/ 9 w 9"/>
                <a:gd name="T101" fmla="*/ 5 h 49"/>
                <a:gd name="T102" fmla="*/ 9 w 9"/>
                <a:gd name="T103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9">
                  <a:moveTo>
                    <a:pt x="0" y="44"/>
                  </a:moveTo>
                  <a:lnTo>
                    <a:pt x="1" y="47"/>
                  </a:lnTo>
                  <a:lnTo>
                    <a:pt x="1" y="49"/>
                  </a:lnTo>
                  <a:lnTo>
                    <a:pt x="1" y="44"/>
                  </a:lnTo>
                  <a:lnTo>
                    <a:pt x="1" y="39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1"/>
                  </a:lnTo>
                  <a:lnTo>
                    <a:pt x="2" y="26"/>
                  </a:lnTo>
                  <a:lnTo>
                    <a:pt x="2" y="21"/>
                  </a:lnTo>
                  <a:lnTo>
                    <a:pt x="2" y="14"/>
                  </a:lnTo>
                  <a:lnTo>
                    <a:pt x="2" y="7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7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0"/>
                  </a:lnTo>
                  <a:lnTo>
                    <a:pt x="4" y="17"/>
                  </a:lnTo>
                  <a:lnTo>
                    <a:pt x="4" y="14"/>
                  </a:lnTo>
                  <a:lnTo>
                    <a:pt x="4" y="11"/>
                  </a:lnTo>
                  <a:lnTo>
                    <a:pt x="5" y="9"/>
                  </a:lnTo>
                  <a:lnTo>
                    <a:pt x="5" y="6"/>
                  </a:lnTo>
                  <a:lnTo>
                    <a:pt x="5" y="5"/>
                  </a:lnTo>
                  <a:lnTo>
                    <a:pt x="5" y="4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7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7"/>
                  </a:lnTo>
                  <a:lnTo>
                    <a:pt x="7" y="9"/>
                  </a:lnTo>
                  <a:lnTo>
                    <a:pt x="7" y="10"/>
                  </a:lnTo>
                  <a:lnTo>
                    <a:pt x="7" y="9"/>
                  </a:lnTo>
                  <a:lnTo>
                    <a:pt x="7" y="7"/>
                  </a:lnTo>
                  <a:lnTo>
                    <a:pt x="8" y="5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7"/>
                  </a:lnTo>
                  <a:lnTo>
                    <a:pt x="8" y="7"/>
                  </a:lnTo>
                  <a:lnTo>
                    <a:pt x="9" y="5"/>
                  </a:lnTo>
                  <a:lnTo>
                    <a:pt x="9" y="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0" name="Freeform 643"/>
            <p:cNvSpPr/>
            <p:nvPr/>
          </p:nvSpPr>
          <p:spPr bwMode="auto">
            <a:xfrm>
              <a:off x="2254250" y="1927226"/>
              <a:ext cx="12700" cy="61913"/>
            </a:xfrm>
            <a:custGeom>
              <a:avLst/>
              <a:gdLst>
                <a:gd name="T0" fmla="*/ 0 w 8"/>
                <a:gd name="T1" fmla="*/ 7 h 39"/>
                <a:gd name="T2" fmla="*/ 0 w 8"/>
                <a:gd name="T3" fmla="*/ 4 h 39"/>
                <a:gd name="T4" fmla="*/ 0 w 8"/>
                <a:gd name="T5" fmla="*/ 4 h 39"/>
                <a:gd name="T6" fmla="*/ 0 w 8"/>
                <a:gd name="T7" fmla="*/ 6 h 39"/>
                <a:gd name="T8" fmla="*/ 0 w 8"/>
                <a:gd name="T9" fmla="*/ 7 h 39"/>
                <a:gd name="T10" fmla="*/ 0 w 8"/>
                <a:gd name="T11" fmla="*/ 7 h 39"/>
                <a:gd name="T12" fmla="*/ 1 w 8"/>
                <a:gd name="T13" fmla="*/ 8 h 39"/>
                <a:gd name="T14" fmla="*/ 1 w 8"/>
                <a:gd name="T15" fmla="*/ 9 h 39"/>
                <a:gd name="T16" fmla="*/ 1 w 8"/>
                <a:gd name="T17" fmla="*/ 8 h 39"/>
                <a:gd name="T18" fmla="*/ 1 w 8"/>
                <a:gd name="T19" fmla="*/ 8 h 39"/>
                <a:gd name="T20" fmla="*/ 1 w 8"/>
                <a:gd name="T21" fmla="*/ 12 h 39"/>
                <a:gd name="T22" fmla="*/ 2 w 8"/>
                <a:gd name="T23" fmla="*/ 16 h 39"/>
                <a:gd name="T24" fmla="*/ 2 w 8"/>
                <a:gd name="T25" fmla="*/ 16 h 39"/>
                <a:gd name="T26" fmla="*/ 2 w 8"/>
                <a:gd name="T27" fmla="*/ 16 h 39"/>
                <a:gd name="T28" fmla="*/ 2 w 8"/>
                <a:gd name="T29" fmla="*/ 17 h 39"/>
                <a:gd name="T30" fmla="*/ 2 w 8"/>
                <a:gd name="T31" fmla="*/ 19 h 39"/>
                <a:gd name="T32" fmla="*/ 2 w 8"/>
                <a:gd name="T33" fmla="*/ 22 h 39"/>
                <a:gd name="T34" fmla="*/ 2 w 8"/>
                <a:gd name="T35" fmla="*/ 24 h 39"/>
                <a:gd name="T36" fmla="*/ 3 w 8"/>
                <a:gd name="T37" fmla="*/ 26 h 39"/>
                <a:gd name="T38" fmla="*/ 3 w 8"/>
                <a:gd name="T39" fmla="*/ 26 h 39"/>
                <a:gd name="T40" fmla="*/ 3 w 8"/>
                <a:gd name="T41" fmla="*/ 24 h 39"/>
                <a:gd name="T42" fmla="*/ 3 w 8"/>
                <a:gd name="T43" fmla="*/ 25 h 39"/>
                <a:gd name="T44" fmla="*/ 3 w 8"/>
                <a:gd name="T45" fmla="*/ 28 h 39"/>
                <a:gd name="T46" fmla="*/ 3 w 8"/>
                <a:gd name="T47" fmla="*/ 29 h 39"/>
                <a:gd name="T48" fmla="*/ 3 w 8"/>
                <a:gd name="T49" fmla="*/ 31 h 39"/>
                <a:gd name="T50" fmla="*/ 4 w 8"/>
                <a:gd name="T51" fmla="*/ 31 h 39"/>
                <a:gd name="T52" fmla="*/ 4 w 8"/>
                <a:gd name="T53" fmla="*/ 32 h 39"/>
                <a:gd name="T54" fmla="*/ 4 w 8"/>
                <a:gd name="T55" fmla="*/ 33 h 39"/>
                <a:gd name="T56" fmla="*/ 4 w 8"/>
                <a:gd name="T57" fmla="*/ 35 h 39"/>
                <a:gd name="T58" fmla="*/ 5 w 8"/>
                <a:gd name="T59" fmla="*/ 37 h 39"/>
                <a:gd name="T60" fmla="*/ 5 w 8"/>
                <a:gd name="T61" fmla="*/ 39 h 39"/>
                <a:gd name="T62" fmla="*/ 5 w 8"/>
                <a:gd name="T63" fmla="*/ 39 h 39"/>
                <a:gd name="T64" fmla="*/ 5 w 8"/>
                <a:gd name="T65" fmla="*/ 39 h 39"/>
                <a:gd name="T66" fmla="*/ 5 w 8"/>
                <a:gd name="T67" fmla="*/ 38 h 39"/>
                <a:gd name="T68" fmla="*/ 5 w 8"/>
                <a:gd name="T69" fmla="*/ 37 h 39"/>
                <a:gd name="T70" fmla="*/ 5 w 8"/>
                <a:gd name="T71" fmla="*/ 37 h 39"/>
                <a:gd name="T72" fmla="*/ 6 w 8"/>
                <a:gd name="T73" fmla="*/ 36 h 39"/>
                <a:gd name="T74" fmla="*/ 6 w 8"/>
                <a:gd name="T75" fmla="*/ 35 h 39"/>
                <a:gd name="T76" fmla="*/ 6 w 8"/>
                <a:gd name="T77" fmla="*/ 35 h 39"/>
                <a:gd name="T78" fmla="*/ 6 w 8"/>
                <a:gd name="T79" fmla="*/ 34 h 39"/>
                <a:gd name="T80" fmla="*/ 6 w 8"/>
                <a:gd name="T81" fmla="*/ 32 h 39"/>
                <a:gd name="T82" fmla="*/ 7 w 8"/>
                <a:gd name="T83" fmla="*/ 30 h 39"/>
                <a:gd name="T84" fmla="*/ 7 w 8"/>
                <a:gd name="T85" fmla="*/ 27 h 39"/>
                <a:gd name="T86" fmla="*/ 7 w 8"/>
                <a:gd name="T87" fmla="*/ 23 h 39"/>
                <a:gd name="T88" fmla="*/ 7 w 8"/>
                <a:gd name="T89" fmla="*/ 20 h 39"/>
                <a:gd name="T90" fmla="*/ 7 w 8"/>
                <a:gd name="T91" fmla="*/ 17 h 39"/>
                <a:gd name="T92" fmla="*/ 7 w 8"/>
                <a:gd name="T93" fmla="*/ 12 h 39"/>
                <a:gd name="T94" fmla="*/ 7 w 8"/>
                <a:gd name="T95" fmla="*/ 7 h 39"/>
                <a:gd name="T96" fmla="*/ 8 w 8"/>
                <a:gd name="T97" fmla="*/ 4 h 39"/>
                <a:gd name="T98" fmla="*/ 8 w 8"/>
                <a:gd name="T99" fmla="*/ 1 h 39"/>
                <a:gd name="T100" fmla="*/ 8 w 8"/>
                <a:gd name="T101" fmla="*/ 0 h 39"/>
                <a:gd name="T102" fmla="*/ 8 w 8"/>
                <a:gd name="T103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39">
                  <a:moveTo>
                    <a:pt x="0" y="7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12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24"/>
                  </a:lnTo>
                  <a:lnTo>
                    <a:pt x="3" y="25"/>
                  </a:lnTo>
                  <a:lnTo>
                    <a:pt x="3" y="28"/>
                  </a:lnTo>
                  <a:lnTo>
                    <a:pt x="3" y="29"/>
                  </a:lnTo>
                  <a:lnTo>
                    <a:pt x="3" y="31"/>
                  </a:lnTo>
                  <a:lnTo>
                    <a:pt x="4" y="31"/>
                  </a:lnTo>
                  <a:lnTo>
                    <a:pt x="4" y="32"/>
                  </a:lnTo>
                  <a:lnTo>
                    <a:pt x="4" y="33"/>
                  </a:lnTo>
                  <a:lnTo>
                    <a:pt x="4" y="35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5" y="39"/>
                  </a:lnTo>
                  <a:lnTo>
                    <a:pt x="5" y="38"/>
                  </a:lnTo>
                  <a:lnTo>
                    <a:pt x="5" y="37"/>
                  </a:lnTo>
                  <a:lnTo>
                    <a:pt x="5" y="37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6" y="34"/>
                  </a:lnTo>
                  <a:lnTo>
                    <a:pt x="6" y="32"/>
                  </a:lnTo>
                  <a:lnTo>
                    <a:pt x="7" y="30"/>
                  </a:lnTo>
                  <a:lnTo>
                    <a:pt x="7" y="27"/>
                  </a:lnTo>
                  <a:lnTo>
                    <a:pt x="7" y="23"/>
                  </a:lnTo>
                  <a:lnTo>
                    <a:pt x="7" y="20"/>
                  </a:lnTo>
                  <a:lnTo>
                    <a:pt x="7" y="17"/>
                  </a:lnTo>
                  <a:lnTo>
                    <a:pt x="7" y="12"/>
                  </a:lnTo>
                  <a:lnTo>
                    <a:pt x="7" y="7"/>
                  </a:lnTo>
                  <a:lnTo>
                    <a:pt x="8" y="4"/>
                  </a:lnTo>
                  <a:lnTo>
                    <a:pt x="8" y="1"/>
                  </a:lnTo>
                  <a:lnTo>
                    <a:pt x="8" y="0"/>
                  </a:lnTo>
                  <a:lnTo>
                    <a:pt x="8" y="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1" name="Freeform 644"/>
            <p:cNvSpPr/>
            <p:nvPr/>
          </p:nvSpPr>
          <p:spPr bwMode="auto">
            <a:xfrm>
              <a:off x="2266950" y="1927226"/>
              <a:ext cx="14288" cy="144463"/>
            </a:xfrm>
            <a:custGeom>
              <a:avLst/>
              <a:gdLst>
                <a:gd name="T0" fmla="*/ 0 w 9"/>
                <a:gd name="T1" fmla="*/ 0 h 91"/>
                <a:gd name="T2" fmla="*/ 0 w 9"/>
                <a:gd name="T3" fmla="*/ 1 h 91"/>
                <a:gd name="T4" fmla="*/ 0 w 9"/>
                <a:gd name="T5" fmla="*/ 3 h 91"/>
                <a:gd name="T6" fmla="*/ 0 w 9"/>
                <a:gd name="T7" fmla="*/ 4 h 91"/>
                <a:gd name="T8" fmla="*/ 0 w 9"/>
                <a:gd name="T9" fmla="*/ 6 h 91"/>
                <a:gd name="T10" fmla="*/ 1 w 9"/>
                <a:gd name="T11" fmla="*/ 9 h 91"/>
                <a:gd name="T12" fmla="*/ 1 w 9"/>
                <a:gd name="T13" fmla="*/ 14 h 91"/>
                <a:gd name="T14" fmla="*/ 1 w 9"/>
                <a:gd name="T15" fmla="*/ 19 h 91"/>
                <a:gd name="T16" fmla="*/ 1 w 9"/>
                <a:gd name="T17" fmla="*/ 22 h 91"/>
                <a:gd name="T18" fmla="*/ 2 w 9"/>
                <a:gd name="T19" fmla="*/ 21 h 91"/>
                <a:gd name="T20" fmla="*/ 2 w 9"/>
                <a:gd name="T21" fmla="*/ 19 h 91"/>
                <a:gd name="T22" fmla="*/ 2 w 9"/>
                <a:gd name="T23" fmla="*/ 17 h 91"/>
                <a:gd name="T24" fmla="*/ 2 w 9"/>
                <a:gd name="T25" fmla="*/ 16 h 91"/>
                <a:gd name="T26" fmla="*/ 2 w 9"/>
                <a:gd name="T27" fmla="*/ 15 h 91"/>
                <a:gd name="T28" fmla="*/ 2 w 9"/>
                <a:gd name="T29" fmla="*/ 13 h 91"/>
                <a:gd name="T30" fmla="*/ 2 w 9"/>
                <a:gd name="T31" fmla="*/ 9 h 91"/>
                <a:gd name="T32" fmla="*/ 3 w 9"/>
                <a:gd name="T33" fmla="*/ 7 h 91"/>
                <a:gd name="T34" fmla="*/ 3 w 9"/>
                <a:gd name="T35" fmla="*/ 7 h 91"/>
                <a:gd name="T36" fmla="*/ 3 w 9"/>
                <a:gd name="T37" fmla="*/ 9 h 91"/>
                <a:gd name="T38" fmla="*/ 3 w 9"/>
                <a:gd name="T39" fmla="*/ 13 h 91"/>
                <a:gd name="T40" fmla="*/ 3 w 9"/>
                <a:gd name="T41" fmla="*/ 19 h 91"/>
                <a:gd name="T42" fmla="*/ 4 w 9"/>
                <a:gd name="T43" fmla="*/ 24 h 91"/>
                <a:gd name="T44" fmla="*/ 4 w 9"/>
                <a:gd name="T45" fmla="*/ 28 h 91"/>
                <a:gd name="T46" fmla="*/ 4 w 9"/>
                <a:gd name="T47" fmla="*/ 31 h 91"/>
                <a:gd name="T48" fmla="*/ 4 w 9"/>
                <a:gd name="T49" fmla="*/ 36 h 91"/>
                <a:gd name="T50" fmla="*/ 4 w 9"/>
                <a:gd name="T51" fmla="*/ 41 h 91"/>
                <a:gd name="T52" fmla="*/ 4 w 9"/>
                <a:gd name="T53" fmla="*/ 45 h 91"/>
                <a:gd name="T54" fmla="*/ 4 w 9"/>
                <a:gd name="T55" fmla="*/ 44 h 91"/>
                <a:gd name="T56" fmla="*/ 5 w 9"/>
                <a:gd name="T57" fmla="*/ 44 h 91"/>
                <a:gd name="T58" fmla="*/ 5 w 9"/>
                <a:gd name="T59" fmla="*/ 46 h 91"/>
                <a:gd name="T60" fmla="*/ 5 w 9"/>
                <a:gd name="T61" fmla="*/ 48 h 91"/>
                <a:gd name="T62" fmla="*/ 5 w 9"/>
                <a:gd name="T63" fmla="*/ 48 h 91"/>
                <a:gd name="T64" fmla="*/ 5 w 9"/>
                <a:gd name="T65" fmla="*/ 46 h 91"/>
                <a:gd name="T66" fmla="*/ 5 w 9"/>
                <a:gd name="T67" fmla="*/ 46 h 91"/>
                <a:gd name="T68" fmla="*/ 6 w 9"/>
                <a:gd name="T69" fmla="*/ 46 h 91"/>
                <a:gd name="T70" fmla="*/ 6 w 9"/>
                <a:gd name="T71" fmla="*/ 44 h 91"/>
                <a:gd name="T72" fmla="*/ 6 w 9"/>
                <a:gd name="T73" fmla="*/ 44 h 91"/>
                <a:gd name="T74" fmla="*/ 6 w 9"/>
                <a:gd name="T75" fmla="*/ 48 h 91"/>
                <a:gd name="T76" fmla="*/ 6 w 9"/>
                <a:gd name="T77" fmla="*/ 50 h 91"/>
                <a:gd name="T78" fmla="*/ 7 w 9"/>
                <a:gd name="T79" fmla="*/ 52 h 91"/>
                <a:gd name="T80" fmla="*/ 7 w 9"/>
                <a:gd name="T81" fmla="*/ 54 h 91"/>
                <a:gd name="T82" fmla="*/ 7 w 9"/>
                <a:gd name="T83" fmla="*/ 56 h 91"/>
                <a:gd name="T84" fmla="*/ 7 w 9"/>
                <a:gd name="T85" fmla="*/ 59 h 91"/>
                <a:gd name="T86" fmla="*/ 7 w 9"/>
                <a:gd name="T87" fmla="*/ 63 h 91"/>
                <a:gd name="T88" fmla="*/ 7 w 9"/>
                <a:gd name="T89" fmla="*/ 67 h 91"/>
                <a:gd name="T90" fmla="*/ 7 w 9"/>
                <a:gd name="T91" fmla="*/ 69 h 91"/>
                <a:gd name="T92" fmla="*/ 8 w 9"/>
                <a:gd name="T93" fmla="*/ 72 h 91"/>
                <a:gd name="T94" fmla="*/ 8 w 9"/>
                <a:gd name="T95" fmla="*/ 75 h 91"/>
                <a:gd name="T96" fmla="*/ 8 w 9"/>
                <a:gd name="T97" fmla="*/ 78 h 91"/>
                <a:gd name="T98" fmla="*/ 8 w 9"/>
                <a:gd name="T99" fmla="*/ 80 h 91"/>
                <a:gd name="T100" fmla="*/ 8 w 9"/>
                <a:gd name="T101" fmla="*/ 85 h 91"/>
                <a:gd name="T102" fmla="*/ 9 w 9"/>
                <a:gd name="T103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91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9"/>
                  </a:lnTo>
                  <a:lnTo>
                    <a:pt x="1" y="14"/>
                  </a:lnTo>
                  <a:lnTo>
                    <a:pt x="1" y="19"/>
                  </a:lnTo>
                  <a:lnTo>
                    <a:pt x="1" y="22"/>
                  </a:lnTo>
                  <a:lnTo>
                    <a:pt x="2" y="21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13"/>
                  </a:lnTo>
                  <a:lnTo>
                    <a:pt x="2" y="9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9"/>
                  </a:lnTo>
                  <a:lnTo>
                    <a:pt x="4" y="24"/>
                  </a:lnTo>
                  <a:lnTo>
                    <a:pt x="4" y="28"/>
                  </a:lnTo>
                  <a:lnTo>
                    <a:pt x="4" y="31"/>
                  </a:lnTo>
                  <a:lnTo>
                    <a:pt x="4" y="36"/>
                  </a:lnTo>
                  <a:lnTo>
                    <a:pt x="4" y="41"/>
                  </a:lnTo>
                  <a:lnTo>
                    <a:pt x="4" y="45"/>
                  </a:lnTo>
                  <a:lnTo>
                    <a:pt x="4" y="44"/>
                  </a:lnTo>
                  <a:lnTo>
                    <a:pt x="5" y="44"/>
                  </a:lnTo>
                  <a:lnTo>
                    <a:pt x="5" y="46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5" y="46"/>
                  </a:lnTo>
                  <a:lnTo>
                    <a:pt x="5" y="46"/>
                  </a:lnTo>
                  <a:lnTo>
                    <a:pt x="6" y="46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6" y="48"/>
                  </a:lnTo>
                  <a:lnTo>
                    <a:pt x="6" y="50"/>
                  </a:lnTo>
                  <a:lnTo>
                    <a:pt x="7" y="52"/>
                  </a:lnTo>
                  <a:lnTo>
                    <a:pt x="7" y="54"/>
                  </a:lnTo>
                  <a:lnTo>
                    <a:pt x="7" y="56"/>
                  </a:lnTo>
                  <a:lnTo>
                    <a:pt x="7" y="59"/>
                  </a:lnTo>
                  <a:lnTo>
                    <a:pt x="7" y="63"/>
                  </a:lnTo>
                  <a:lnTo>
                    <a:pt x="7" y="67"/>
                  </a:lnTo>
                  <a:lnTo>
                    <a:pt x="7" y="69"/>
                  </a:lnTo>
                  <a:lnTo>
                    <a:pt x="8" y="72"/>
                  </a:lnTo>
                  <a:lnTo>
                    <a:pt x="8" y="75"/>
                  </a:lnTo>
                  <a:lnTo>
                    <a:pt x="8" y="78"/>
                  </a:lnTo>
                  <a:lnTo>
                    <a:pt x="8" y="80"/>
                  </a:lnTo>
                  <a:lnTo>
                    <a:pt x="8" y="85"/>
                  </a:lnTo>
                  <a:lnTo>
                    <a:pt x="9" y="9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2" name="Freeform 645"/>
            <p:cNvSpPr/>
            <p:nvPr/>
          </p:nvSpPr>
          <p:spPr bwMode="auto">
            <a:xfrm>
              <a:off x="2279650" y="2062164"/>
              <a:ext cx="14288" cy="98425"/>
            </a:xfrm>
            <a:custGeom>
              <a:avLst/>
              <a:gdLst>
                <a:gd name="T0" fmla="*/ 0 w 9"/>
                <a:gd name="T1" fmla="*/ 0 h 62"/>
                <a:gd name="T2" fmla="*/ 1 w 9"/>
                <a:gd name="T3" fmla="*/ 6 h 62"/>
                <a:gd name="T4" fmla="*/ 1 w 9"/>
                <a:gd name="T5" fmla="*/ 11 h 62"/>
                <a:gd name="T6" fmla="*/ 1 w 9"/>
                <a:gd name="T7" fmla="*/ 14 h 62"/>
                <a:gd name="T8" fmla="*/ 1 w 9"/>
                <a:gd name="T9" fmla="*/ 18 h 62"/>
                <a:gd name="T10" fmla="*/ 1 w 9"/>
                <a:gd name="T11" fmla="*/ 22 h 62"/>
                <a:gd name="T12" fmla="*/ 1 w 9"/>
                <a:gd name="T13" fmla="*/ 24 h 62"/>
                <a:gd name="T14" fmla="*/ 2 w 9"/>
                <a:gd name="T15" fmla="*/ 26 h 62"/>
                <a:gd name="T16" fmla="*/ 2 w 9"/>
                <a:gd name="T17" fmla="*/ 27 h 62"/>
                <a:gd name="T18" fmla="*/ 2 w 9"/>
                <a:gd name="T19" fmla="*/ 26 h 62"/>
                <a:gd name="T20" fmla="*/ 2 w 9"/>
                <a:gd name="T21" fmla="*/ 26 h 62"/>
                <a:gd name="T22" fmla="*/ 2 w 9"/>
                <a:gd name="T23" fmla="*/ 27 h 62"/>
                <a:gd name="T24" fmla="*/ 3 w 9"/>
                <a:gd name="T25" fmla="*/ 27 h 62"/>
                <a:gd name="T26" fmla="*/ 3 w 9"/>
                <a:gd name="T27" fmla="*/ 26 h 62"/>
                <a:gd name="T28" fmla="*/ 3 w 9"/>
                <a:gd name="T29" fmla="*/ 25 h 62"/>
                <a:gd name="T30" fmla="*/ 3 w 9"/>
                <a:gd name="T31" fmla="*/ 25 h 62"/>
                <a:gd name="T32" fmla="*/ 3 w 9"/>
                <a:gd name="T33" fmla="*/ 25 h 62"/>
                <a:gd name="T34" fmla="*/ 3 w 9"/>
                <a:gd name="T35" fmla="*/ 26 h 62"/>
                <a:gd name="T36" fmla="*/ 3 w 9"/>
                <a:gd name="T37" fmla="*/ 27 h 62"/>
                <a:gd name="T38" fmla="*/ 4 w 9"/>
                <a:gd name="T39" fmla="*/ 25 h 62"/>
                <a:gd name="T40" fmla="*/ 4 w 9"/>
                <a:gd name="T41" fmla="*/ 23 h 62"/>
                <a:gd name="T42" fmla="*/ 4 w 9"/>
                <a:gd name="T43" fmla="*/ 26 h 62"/>
                <a:gd name="T44" fmla="*/ 4 w 9"/>
                <a:gd name="T45" fmla="*/ 31 h 62"/>
                <a:gd name="T46" fmla="*/ 4 w 9"/>
                <a:gd name="T47" fmla="*/ 30 h 62"/>
                <a:gd name="T48" fmla="*/ 4 w 9"/>
                <a:gd name="T49" fmla="*/ 26 h 62"/>
                <a:gd name="T50" fmla="*/ 4 w 9"/>
                <a:gd name="T51" fmla="*/ 27 h 62"/>
                <a:gd name="T52" fmla="*/ 5 w 9"/>
                <a:gd name="T53" fmla="*/ 26 h 62"/>
                <a:gd name="T54" fmla="*/ 5 w 9"/>
                <a:gd name="T55" fmla="*/ 23 h 62"/>
                <a:gd name="T56" fmla="*/ 5 w 9"/>
                <a:gd name="T57" fmla="*/ 26 h 62"/>
                <a:gd name="T58" fmla="*/ 5 w 9"/>
                <a:gd name="T59" fmla="*/ 35 h 62"/>
                <a:gd name="T60" fmla="*/ 6 w 9"/>
                <a:gd name="T61" fmla="*/ 41 h 62"/>
                <a:gd name="T62" fmla="*/ 6 w 9"/>
                <a:gd name="T63" fmla="*/ 37 h 62"/>
                <a:gd name="T64" fmla="*/ 6 w 9"/>
                <a:gd name="T65" fmla="*/ 35 h 62"/>
                <a:gd name="T66" fmla="*/ 6 w 9"/>
                <a:gd name="T67" fmla="*/ 40 h 62"/>
                <a:gd name="T68" fmla="*/ 6 w 9"/>
                <a:gd name="T69" fmla="*/ 46 h 62"/>
                <a:gd name="T70" fmla="*/ 6 w 9"/>
                <a:gd name="T71" fmla="*/ 49 h 62"/>
                <a:gd name="T72" fmla="*/ 6 w 9"/>
                <a:gd name="T73" fmla="*/ 51 h 62"/>
                <a:gd name="T74" fmla="*/ 7 w 9"/>
                <a:gd name="T75" fmla="*/ 53 h 62"/>
                <a:gd name="T76" fmla="*/ 7 w 9"/>
                <a:gd name="T77" fmla="*/ 51 h 62"/>
                <a:gd name="T78" fmla="*/ 7 w 9"/>
                <a:gd name="T79" fmla="*/ 48 h 62"/>
                <a:gd name="T80" fmla="*/ 7 w 9"/>
                <a:gd name="T81" fmla="*/ 50 h 62"/>
                <a:gd name="T82" fmla="*/ 7 w 9"/>
                <a:gd name="T83" fmla="*/ 57 h 62"/>
                <a:gd name="T84" fmla="*/ 8 w 9"/>
                <a:gd name="T85" fmla="*/ 61 h 62"/>
                <a:gd name="T86" fmla="*/ 8 w 9"/>
                <a:gd name="T87" fmla="*/ 62 h 62"/>
                <a:gd name="T88" fmla="*/ 8 w 9"/>
                <a:gd name="T89" fmla="*/ 59 h 62"/>
                <a:gd name="T90" fmla="*/ 8 w 9"/>
                <a:gd name="T91" fmla="*/ 55 h 62"/>
                <a:gd name="T92" fmla="*/ 8 w 9"/>
                <a:gd name="T93" fmla="*/ 52 h 62"/>
                <a:gd name="T94" fmla="*/ 8 w 9"/>
                <a:gd name="T95" fmla="*/ 48 h 62"/>
                <a:gd name="T96" fmla="*/ 8 w 9"/>
                <a:gd name="T97" fmla="*/ 46 h 62"/>
                <a:gd name="T98" fmla="*/ 9 w 9"/>
                <a:gd name="T99" fmla="*/ 46 h 62"/>
                <a:gd name="T100" fmla="*/ 9 w 9"/>
                <a:gd name="T101" fmla="*/ 39 h 62"/>
                <a:gd name="T102" fmla="*/ 9 w 9"/>
                <a:gd name="T103" fmla="*/ 23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2">
                  <a:moveTo>
                    <a:pt x="0" y="0"/>
                  </a:moveTo>
                  <a:lnTo>
                    <a:pt x="1" y="6"/>
                  </a:lnTo>
                  <a:lnTo>
                    <a:pt x="1" y="11"/>
                  </a:lnTo>
                  <a:lnTo>
                    <a:pt x="1" y="14"/>
                  </a:lnTo>
                  <a:lnTo>
                    <a:pt x="1" y="18"/>
                  </a:lnTo>
                  <a:lnTo>
                    <a:pt x="1" y="22"/>
                  </a:lnTo>
                  <a:lnTo>
                    <a:pt x="1" y="24"/>
                  </a:lnTo>
                  <a:lnTo>
                    <a:pt x="2" y="26"/>
                  </a:lnTo>
                  <a:lnTo>
                    <a:pt x="2" y="27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2" y="27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3" y="25"/>
                  </a:lnTo>
                  <a:lnTo>
                    <a:pt x="3" y="25"/>
                  </a:lnTo>
                  <a:lnTo>
                    <a:pt x="3" y="25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4" y="25"/>
                  </a:lnTo>
                  <a:lnTo>
                    <a:pt x="4" y="23"/>
                  </a:lnTo>
                  <a:lnTo>
                    <a:pt x="4" y="26"/>
                  </a:lnTo>
                  <a:lnTo>
                    <a:pt x="4" y="31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4" y="27"/>
                  </a:lnTo>
                  <a:lnTo>
                    <a:pt x="5" y="26"/>
                  </a:lnTo>
                  <a:lnTo>
                    <a:pt x="5" y="23"/>
                  </a:lnTo>
                  <a:lnTo>
                    <a:pt x="5" y="26"/>
                  </a:lnTo>
                  <a:lnTo>
                    <a:pt x="5" y="35"/>
                  </a:lnTo>
                  <a:lnTo>
                    <a:pt x="6" y="41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40"/>
                  </a:lnTo>
                  <a:lnTo>
                    <a:pt x="6" y="46"/>
                  </a:lnTo>
                  <a:lnTo>
                    <a:pt x="6" y="49"/>
                  </a:lnTo>
                  <a:lnTo>
                    <a:pt x="6" y="51"/>
                  </a:lnTo>
                  <a:lnTo>
                    <a:pt x="7" y="53"/>
                  </a:lnTo>
                  <a:lnTo>
                    <a:pt x="7" y="51"/>
                  </a:lnTo>
                  <a:lnTo>
                    <a:pt x="7" y="48"/>
                  </a:lnTo>
                  <a:lnTo>
                    <a:pt x="7" y="50"/>
                  </a:lnTo>
                  <a:lnTo>
                    <a:pt x="7" y="57"/>
                  </a:lnTo>
                  <a:lnTo>
                    <a:pt x="8" y="61"/>
                  </a:lnTo>
                  <a:lnTo>
                    <a:pt x="8" y="62"/>
                  </a:lnTo>
                  <a:lnTo>
                    <a:pt x="8" y="59"/>
                  </a:lnTo>
                  <a:lnTo>
                    <a:pt x="8" y="55"/>
                  </a:lnTo>
                  <a:lnTo>
                    <a:pt x="8" y="52"/>
                  </a:lnTo>
                  <a:lnTo>
                    <a:pt x="8" y="48"/>
                  </a:lnTo>
                  <a:lnTo>
                    <a:pt x="8" y="46"/>
                  </a:lnTo>
                  <a:lnTo>
                    <a:pt x="9" y="46"/>
                  </a:lnTo>
                  <a:lnTo>
                    <a:pt x="9" y="39"/>
                  </a:lnTo>
                  <a:lnTo>
                    <a:pt x="9" y="2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3" name="Freeform 646"/>
            <p:cNvSpPr/>
            <p:nvPr/>
          </p:nvSpPr>
          <p:spPr bwMode="auto">
            <a:xfrm>
              <a:off x="2293938" y="1954214"/>
              <a:ext cx="14288" cy="169863"/>
            </a:xfrm>
            <a:custGeom>
              <a:avLst/>
              <a:gdLst>
                <a:gd name="T0" fmla="*/ 0 w 9"/>
                <a:gd name="T1" fmla="*/ 107 h 107"/>
                <a:gd name="T2" fmla="*/ 0 w 9"/>
                <a:gd name="T3" fmla="*/ 91 h 107"/>
                <a:gd name="T4" fmla="*/ 0 w 9"/>
                <a:gd name="T5" fmla="*/ 82 h 107"/>
                <a:gd name="T6" fmla="*/ 0 w 9"/>
                <a:gd name="T7" fmla="*/ 83 h 107"/>
                <a:gd name="T8" fmla="*/ 0 w 9"/>
                <a:gd name="T9" fmla="*/ 83 h 107"/>
                <a:gd name="T10" fmla="*/ 0 w 9"/>
                <a:gd name="T11" fmla="*/ 80 h 107"/>
                <a:gd name="T12" fmla="*/ 1 w 9"/>
                <a:gd name="T13" fmla="*/ 73 h 107"/>
                <a:gd name="T14" fmla="*/ 1 w 9"/>
                <a:gd name="T15" fmla="*/ 63 h 107"/>
                <a:gd name="T16" fmla="*/ 1 w 9"/>
                <a:gd name="T17" fmla="*/ 57 h 107"/>
                <a:gd name="T18" fmla="*/ 1 w 9"/>
                <a:gd name="T19" fmla="*/ 57 h 107"/>
                <a:gd name="T20" fmla="*/ 2 w 9"/>
                <a:gd name="T21" fmla="*/ 60 h 107"/>
                <a:gd name="T22" fmla="*/ 2 w 9"/>
                <a:gd name="T23" fmla="*/ 62 h 107"/>
                <a:gd name="T24" fmla="*/ 2 w 9"/>
                <a:gd name="T25" fmla="*/ 59 h 107"/>
                <a:gd name="T26" fmla="*/ 2 w 9"/>
                <a:gd name="T27" fmla="*/ 50 h 107"/>
                <a:gd name="T28" fmla="*/ 2 w 9"/>
                <a:gd name="T29" fmla="*/ 41 h 107"/>
                <a:gd name="T30" fmla="*/ 2 w 9"/>
                <a:gd name="T31" fmla="*/ 39 h 107"/>
                <a:gd name="T32" fmla="*/ 2 w 9"/>
                <a:gd name="T33" fmla="*/ 41 h 107"/>
                <a:gd name="T34" fmla="*/ 3 w 9"/>
                <a:gd name="T35" fmla="*/ 36 h 107"/>
                <a:gd name="T36" fmla="*/ 3 w 9"/>
                <a:gd name="T37" fmla="*/ 29 h 107"/>
                <a:gd name="T38" fmla="*/ 3 w 9"/>
                <a:gd name="T39" fmla="*/ 20 h 107"/>
                <a:gd name="T40" fmla="*/ 3 w 9"/>
                <a:gd name="T41" fmla="*/ 14 h 107"/>
                <a:gd name="T42" fmla="*/ 3 w 9"/>
                <a:gd name="T43" fmla="*/ 13 h 107"/>
                <a:gd name="T44" fmla="*/ 4 w 9"/>
                <a:gd name="T45" fmla="*/ 15 h 107"/>
                <a:gd name="T46" fmla="*/ 4 w 9"/>
                <a:gd name="T47" fmla="*/ 17 h 107"/>
                <a:gd name="T48" fmla="*/ 4 w 9"/>
                <a:gd name="T49" fmla="*/ 15 h 107"/>
                <a:gd name="T50" fmla="*/ 4 w 9"/>
                <a:gd name="T51" fmla="*/ 15 h 107"/>
                <a:gd name="T52" fmla="*/ 4 w 9"/>
                <a:gd name="T53" fmla="*/ 15 h 107"/>
                <a:gd name="T54" fmla="*/ 4 w 9"/>
                <a:gd name="T55" fmla="*/ 18 h 107"/>
                <a:gd name="T56" fmla="*/ 4 w 9"/>
                <a:gd name="T57" fmla="*/ 23 h 107"/>
                <a:gd name="T58" fmla="*/ 5 w 9"/>
                <a:gd name="T59" fmla="*/ 25 h 107"/>
                <a:gd name="T60" fmla="*/ 5 w 9"/>
                <a:gd name="T61" fmla="*/ 22 h 107"/>
                <a:gd name="T62" fmla="*/ 5 w 9"/>
                <a:gd name="T63" fmla="*/ 21 h 107"/>
                <a:gd name="T64" fmla="*/ 5 w 9"/>
                <a:gd name="T65" fmla="*/ 23 h 107"/>
                <a:gd name="T66" fmla="*/ 5 w 9"/>
                <a:gd name="T67" fmla="*/ 24 h 107"/>
                <a:gd name="T68" fmla="*/ 5 w 9"/>
                <a:gd name="T69" fmla="*/ 24 h 107"/>
                <a:gd name="T70" fmla="*/ 6 w 9"/>
                <a:gd name="T71" fmla="*/ 22 h 107"/>
                <a:gd name="T72" fmla="*/ 6 w 9"/>
                <a:gd name="T73" fmla="*/ 16 h 107"/>
                <a:gd name="T74" fmla="*/ 6 w 9"/>
                <a:gd name="T75" fmla="*/ 11 h 107"/>
                <a:gd name="T76" fmla="*/ 6 w 9"/>
                <a:gd name="T77" fmla="*/ 13 h 107"/>
                <a:gd name="T78" fmla="*/ 6 w 9"/>
                <a:gd name="T79" fmla="*/ 15 h 107"/>
                <a:gd name="T80" fmla="*/ 7 w 9"/>
                <a:gd name="T81" fmla="*/ 10 h 107"/>
                <a:gd name="T82" fmla="*/ 7 w 9"/>
                <a:gd name="T83" fmla="*/ 5 h 107"/>
                <a:gd name="T84" fmla="*/ 7 w 9"/>
                <a:gd name="T85" fmla="*/ 3 h 107"/>
                <a:gd name="T86" fmla="*/ 7 w 9"/>
                <a:gd name="T87" fmla="*/ 3 h 107"/>
                <a:gd name="T88" fmla="*/ 7 w 9"/>
                <a:gd name="T89" fmla="*/ 5 h 107"/>
                <a:gd name="T90" fmla="*/ 7 w 9"/>
                <a:gd name="T91" fmla="*/ 8 h 107"/>
                <a:gd name="T92" fmla="*/ 7 w 9"/>
                <a:gd name="T93" fmla="*/ 8 h 107"/>
                <a:gd name="T94" fmla="*/ 8 w 9"/>
                <a:gd name="T95" fmla="*/ 4 h 107"/>
                <a:gd name="T96" fmla="*/ 8 w 9"/>
                <a:gd name="T97" fmla="*/ 0 h 107"/>
                <a:gd name="T98" fmla="*/ 8 w 9"/>
                <a:gd name="T99" fmla="*/ 0 h 107"/>
                <a:gd name="T100" fmla="*/ 8 w 9"/>
                <a:gd name="T101" fmla="*/ 4 h 107"/>
                <a:gd name="T102" fmla="*/ 9 w 9"/>
                <a:gd name="T103" fmla="*/ 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07">
                  <a:moveTo>
                    <a:pt x="0" y="107"/>
                  </a:moveTo>
                  <a:lnTo>
                    <a:pt x="0" y="91"/>
                  </a:lnTo>
                  <a:lnTo>
                    <a:pt x="0" y="82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0"/>
                  </a:lnTo>
                  <a:lnTo>
                    <a:pt x="1" y="73"/>
                  </a:lnTo>
                  <a:lnTo>
                    <a:pt x="1" y="63"/>
                  </a:lnTo>
                  <a:lnTo>
                    <a:pt x="1" y="57"/>
                  </a:lnTo>
                  <a:lnTo>
                    <a:pt x="1" y="57"/>
                  </a:lnTo>
                  <a:lnTo>
                    <a:pt x="2" y="60"/>
                  </a:lnTo>
                  <a:lnTo>
                    <a:pt x="2" y="62"/>
                  </a:lnTo>
                  <a:lnTo>
                    <a:pt x="2" y="59"/>
                  </a:lnTo>
                  <a:lnTo>
                    <a:pt x="2" y="50"/>
                  </a:lnTo>
                  <a:lnTo>
                    <a:pt x="2" y="41"/>
                  </a:lnTo>
                  <a:lnTo>
                    <a:pt x="2" y="39"/>
                  </a:lnTo>
                  <a:lnTo>
                    <a:pt x="2" y="41"/>
                  </a:lnTo>
                  <a:lnTo>
                    <a:pt x="3" y="36"/>
                  </a:lnTo>
                  <a:lnTo>
                    <a:pt x="3" y="29"/>
                  </a:lnTo>
                  <a:lnTo>
                    <a:pt x="3" y="20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4" y="15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8"/>
                  </a:lnTo>
                  <a:lnTo>
                    <a:pt x="4" y="23"/>
                  </a:lnTo>
                  <a:lnTo>
                    <a:pt x="5" y="25"/>
                  </a:lnTo>
                  <a:lnTo>
                    <a:pt x="5" y="22"/>
                  </a:lnTo>
                  <a:lnTo>
                    <a:pt x="5" y="21"/>
                  </a:lnTo>
                  <a:lnTo>
                    <a:pt x="5" y="23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6" y="22"/>
                  </a:lnTo>
                  <a:lnTo>
                    <a:pt x="6" y="16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6" y="15"/>
                  </a:lnTo>
                  <a:lnTo>
                    <a:pt x="7" y="10"/>
                  </a:lnTo>
                  <a:lnTo>
                    <a:pt x="7" y="5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5"/>
                  </a:lnTo>
                  <a:lnTo>
                    <a:pt x="7" y="8"/>
                  </a:lnTo>
                  <a:lnTo>
                    <a:pt x="7" y="8"/>
                  </a:lnTo>
                  <a:lnTo>
                    <a:pt x="8" y="4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9" y="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4" name="Freeform 647"/>
            <p:cNvSpPr/>
            <p:nvPr/>
          </p:nvSpPr>
          <p:spPr bwMode="auto">
            <a:xfrm>
              <a:off x="2306638" y="1922464"/>
              <a:ext cx="14288" cy="41275"/>
            </a:xfrm>
            <a:custGeom>
              <a:avLst/>
              <a:gdLst>
                <a:gd name="T0" fmla="*/ 0 w 9"/>
                <a:gd name="T1" fmla="*/ 24 h 26"/>
                <a:gd name="T2" fmla="*/ 1 w 9"/>
                <a:gd name="T3" fmla="*/ 26 h 26"/>
                <a:gd name="T4" fmla="*/ 1 w 9"/>
                <a:gd name="T5" fmla="*/ 24 h 26"/>
                <a:gd name="T6" fmla="*/ 1 w 9"/>
                <a:gd name="T7" fmla="*/ 20 h 26"/>
                <a:gd name="T8" fmla="*/ 1 w 9"/>
                <a:gd name="T9" fmla="*/ 18 h 26"/>
                <a:gd name="T10" fmla="*/ 1 w 9"/>
                <a:gd name="T11" fmla="*/ 18 h 26"/>
                <a:gd name="T12" fmla="*/ 1 w 9"/>
                <a:gd name="T13" fmla="*/ 19 h 26"/>
                <a:gd name="T14" fmla="*/ 1 w 9"/>
                <a:gd name="T15" fmla="*/ 21 h 26"/>
                <a:gd name="T16" fmla="*/ 2 w 9"/>
                <a:gd name="T17" fmla="*/ 23 h 26"/>
                <a:gd name="T18" fmla="*/ 2 w 9"/>
                <a:gd name="T19" fmla="*/ 20 h 26"/>
                <a:gd name="T20" fmla="*/ 2 w 9"/>
                <a:gd name="T21" fmla="*/ 15 h 26"/>
                <a:gd name="T22" fmla="*/ 2 w 9"/>
                <a:gd name="T23" fmla="*/ 13 h 26"/>
                <a:gd name="T24" fmla="*/ 2 w 9"/>
                <a:gd name="T25" fmla="*/ 14 h 26"/>
                <a:gd name="T26" fmla="*/ 2 w 9"/>
                <a:gd name="T27" fmla="*/ 14 h 26"/>
                <a:gd name="T28" fmla="*/ 2 w 9"/>
                <a:gd name="T29" fmla="*/ 13 h 26"/>
                <a:gd name="T30" fmla="*/ 3 w 9"/>
                <a:gd name="T31" fmla="*/ 11 h 26"/>
                <a:gd name="T32" fmla="*/ 3 w 9"/>
                <a:gd name="T33" fmla="*/ 6 h 26"/>
                <a:gd name="T34" fmla="*/ 3 w 9"/>
                <a:gd name="T35" fmla="*/ 3 h 26"/>
                <a:gd name="T36" fmla="*/ 3 w 9"/>
                <a:gd name="T37" fmla="*/ 3 h 26"/>
                <a:gd name="T38" fmla="*/ 3 w 9"/>
                <a:gd name="T39" fmla="*/ 3 h 26"/>
                <a:gd name="T40" fmla="*/ 4 w 9"/>
                <a:gd name="T41" fmla="*/ 6 h 26"/>
                <a:gd name="T42" fmla="*/ 4 w 9"/>
                <a:gd name="T43" fmla="*/ 7 h 26"/>
                <a:gd name="T44" fmla="*/ 4 w 9"/>
                <a:gd name="T45" fmla="*/ 5 h 26"/>
                <a:gd name="T46" fmla="*/ 4 w 9"/>
                <a:gd name="T47" fmla="*/ 5 h 26"/>
                <a:gd name="T48" fmla="*/ 4 w 9"/>
                <a:gd name="T49" fmla="*/ 7 h 26"/>
                <a:gd name="T50" fmla="*/ 4 w 9"/>
                <a:gd name="T51" fmla="*/ 8 h 26"/>
                <a:gd name="T52" fmla="*/ 4 w 9"/>
                <a:gd name="T53" fmla="*/ 8 h 26"/>
                <a:gd name="T54" fmla="*/ 5 w 9"/>
                <a:gd name="T55" fmla="*/ 8 h 26"/>
                <a:gd name="T56" fmla="*/ 5 w 9"/>
                <a:gd name="T57" fmla="*/ 4 h 26"/>
                <a:gd name="T58" fmla="*/ 5 w 9"/>
                <a:gd name="T59" fmla="*/ 0 h 26"/>
                <a:gd name="T60" fmla="*/ 5 w 9"/>
                <a:gd name="T61" fmla="*/ 0 h 26"/>
                <a:gd name="T62" fmla="*/ 6 w 9"/>
                <a:gd name="T63" fmla="*/ 2 h 26"/>
                <a:gd name="T64" fmla="*/ 6 w 9"/>
                <a:gd name="T65" fmla="*/ 4 h 26"/>
                <a:gd name="T66" fmla="*/ 6 w 9"/>
                <a:gd name="T67" fmla="*/ 6 h 26"/>
                <a:gd name="T68" fmla="*/ 6 w 9"/>
                <a:gd name="T69" fmla="*/ 5 h 26"/>
                <a:gd name="T70" fmla="*/ 6 w 9"/>
                <a:gd name="T71" fmla="*/ 3 h 26"/>
                <a:gd name="T72" fmla="*/ 6 w 9"/>
                <a:gd name="T73" fmla="*/ 4 h 26"/>
                <a:gd name="T74" fmla="*/ 6 w 9"/>
                <a:gd name="T75" fmla="*/ 8 h 26"/>
                <a:gd name="T76" fmla="*/ 7 w 9"/>
                <a:gd name="T77" fmla="*/ 10 h 26"/>
                <a:gd name="T78" fmla="*/ 7 w 9"/>
                <a:gd name="T79" fmla="*/ 11 h 26"/>
                <a:gd name="T80" fmla="*/ 7 w 9"/>
                <a:gd name="T81" fmla="*/ 11 h 26"/>
                <a:gd name="T82" fmla="*/ 7 w 9"/>
                <a:gd name="T83" fmla="*/ 11 h 26"/>
                <a:gd name="T84" fmla="*/ 7 w 9"/>
                <a:gd name="T85" fmla="*/ 11 h 26"/>
                <a:gd name="T86" fmla="*/ 7 w 9"/>
                <a:gd name="T87" fmla="*/ 12 h 26"/>
                <a:gd name="T88" fmla="*/ 7 w 9"/>
                <a:gd name="T89" fmla="*/ 13 h 26"/>
                <a:gd name="T90" fmla="*/ 8 w 9"/>
                <a:gd name="T91" fmla="*/ 14 h 26"/>
                <a:gd name="T92" fmla="*/ 8 w 9"/>
                <a:gd name="T93" fmla="*/ 16 h 26"/>
                <a:gd name="T94" fmla="*/ 8 w 9"/>
                <a:gd name="T95" fmla="*/ 19 h 26"/>
                <a:gd name="T96" fmla="*/ 8 w 9"/>
                <a:gd name="T97" fmla="*/ 20 h 26"/>
                <a:gd name="T98" fmla="*/ 8 w 9"/>
                <a:gd name="T99" fmla="*/ 21 h 26"/>
                <a:gd name="T100" fmla="*/ 9 w 9"/>
                <a:gd name="T101" fmla="*/ 22 h 26"/>
                <a:gd name="T102" fmla="*/ 9 w 9"/>
                <a:gd name="T103" fmla="*/ 2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26">
                  <a:moveTo>
                    <a:pt x="0" y="24"/>
                  </a:moveTo>
                  <a:lnTo>
                    <a:pt x="1" y="26"/>
                  </a:lnTo>
                  <a:lnTo>
                    <a:pt x="1" y="24"/>
                  </a:lnTo>
                  <a:lnTo>
                    <a:pt x="1" y="20"/>
                  </a:lnTo>
                  <a:lnTo>
                    <a:pt x="1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2" y="23"/>
                  </a:lnTo>
                  <a:lnTo>
                    <a:pt x="2" y="20"/>
                  </a:lnTo>
                  <a:lnTo>
                    <a:pt x="2" y="15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3"/>
                  </a:lnTo>
                  <a:lnTo>
                    <a:pt x="3" y="11"/>
                  </a:lnTo>
                  <a:lnTo>
                    <a:pt x="3" y="6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7"/>
                  </a:lnTo>
                  <a:lnTo>
                    <a:pt x="4" y="8"/>
                  </a:lnTo>
                  <a:lnTo>
                    <a:pt x="4" y="8"/>
                  </a:lnTo>
                  <a:lnTo>
                    <a:pt x="5" y="8"/>
                  </a:lnTo>
                  <a:lnTo>
                    <a:pt x="5" y="4"/>
                  </a:lnTo>
                  <a:lnTo>
                    <a:pt x="5" y="0"/>
                  </a:lnTo>
                  <a:lnTo>
                    <a:pt x="5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6" y="6"/>
                  </a:lnTo>
                  <a:lnTo>
                    <a:pt x="6" y="5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8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7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8" y="19"/>
                  </a:lnTo>
                  <a:lnTo>
                    <a:pt x="8" y="20"/>
                  </a:lnTo>
                  <a:lnTo>
                    <a:pt x="8" y="21"/>
                  </a:lnTo>
                  <a:lnTo>
                    <a:pt x="9" y="22"/>
                  </a:lnTo>
                  <a:lnTo>
                    <a:pt x="9" y="2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5" name="Freeform 648"/>
            <p:cNvSpPr/>
            <p:nvPr/>
          </p:nvSpPr>
          <p:spPr bwMode="auto">
            <a:xfrm>
              <a:off x="2320925" y="1927226"/>
              <a:ext cx="12700" cy="85725"/>
            </a:xfrm>
            <a:custGeom>
              <a:avLst/>
              <a:gdLst>
                <a:gd name="T0" fmla="*/ 0 w 8"/>
                <a:gd name="T1" fmla="*/ 19 h 54"/>
                <a:gd name="T2" fmla="*/ 0 w 8"/>
                <a:gd name="T3" fmla="*/ 21 h 54"/>
                <a:gd name="T4" fmla="*/ 0 w 8"/>
                <a:gd name="T5" fmla="*/ 22 h 54"/>
                <a:gd name="T6" fmla="*/ 0 w 8"/>
                <a:gd name="T7" fmla="*/ 22 h 54"/>
                <a:gd name="T8" fmla="*/ 0 w 8"/>
                <a:gd name="T9" fmla="*/ 21 h 54"/>
                <a:gd name="T10" fmla="*/ 0 w 8"/>
                <a:gd name="T11" fmla="*/ 16 h 54"/>
                <a:gd name="T12" fmla="*/ 0 w 8"/>
                <a:gd name="T13" fmla="*/ 11 h 54"/>
                <a:gd name="T14" fmla="*/ 1 w 8"/>
                <a:gd name="T15" fmla="*/ 6 h 54"/>
                <a:gd name="T16" fmla="*/ 1 w 8"/>
                <a:gd name="T17" fmla="*/ 5 h 54"/>
                <a:gd name="T18" fmla="*/ 1 w 8"/>
                <a:gd name="T19" fmla="*/ 4 h 54"/>
                <a:gd name="T20" fmla="*/ 1 w 8"/>
                <a:gd name="T21" fmla="*/ 2 h 54"/>
                <a:gd name="T22" fmla="*/ 2 w 8"/>
                <a:gd name="T23" fmla="*/ 0 h 54"/>
                <a:gd name="T24" fmla="*/ 2 w 8"/>
                <a:gd name="T25" fmla="*/ 1 h 54"/>
                <a:gd name="T26" fmla="*/ 2 w 8"/>
                <a:gd name="T27" fmla="*/ 3 h 54"/>
                <a:gd name="T28" fmla="*/ 2 w 8"/>
                <a:gd name="T29" fmla="*/ 7 h 54"/>
                <a:gd name="T30" fmla="*/ 2 w 8"/>
                <a:gd name="T31" fmla="*/ 12 h 54"/>
                <a:gd name="T32" fmla="*/ 2 w 8"/>
                <a:gd name="T33" fmla="*/ 16 h 54"/>
                <a:gd name="T34" fmla="*/ 2 w 8"/>
                <a:gd name="T35" fmla="*/ 15 h 54"/>
                <a:gd name="T36" fmla="*/ 3 w 8"/>
                <a:gd name="T37" fmla="*/ 14 h 54"/>
                <a:gd name="T38" fmla="*/ 3 w 8"/>
                <a:gd name="T39" fmla="*/ 12 h 54"/>
                <a:gd name="T40" fmla="*/ 3 w 8"/>
                <a:gd name="T41" fmla="*/ 12 h 54"/>
                <a:gd name="T42" fmla="*/ 3 w 8"/>
                <a:gd name="T43" fmla="*/ 12 h 54"/>
                <a:gd name="T44" fmla="*/ 3 w 8"/>
                <a:gd name="T45" fmla="*/ 11 h 54"/>
                <a:gd name="T46" fmla="*/ 3 w 8"/>
                <a:gd name="T47" fmla="*/ 10 h 54"/>
                <a:gd name="T48" fmla="*/ 3 w 8"/>
                <a:gd name="T49" fmla="*/ 8 h 54"/>
                <a:gd name="T50" fmla="*/ 4 w 8"/>
                <a:gd name="T51" fmla="*/ 5 h 54"/>
                <a:gd name="T52" fmla="*/ 4 w 8"/>
                <a:gd name="T53" fmla="*/ 5 h 54"/>
                <a:gd name="T54" fmla="*/ 4 w 8"/>
                <a:gd name="T55" fmla="*/ 7 h 54"/>
                <a:gd name="T56" fmla="*/ 4 w 8"/>
                <a:gd name="T57" fmla="*/ 9 h 54"/>
                <a:gd name="T58" fmla="*/ 4 w 8"/>
                <a:gd name="T59" fmla="*/ 12 h 54"/>
                <a:gd name="T60" fmla="*/ 5 w 8"/>
                <a:gd name="T61" fmla="*/ 17 h 54"/>
                <a:gd name="T62" fmla="*/ 5 w 8"/>
                <a:gd name="T63" fmla="*/ 20 h 54"/>
                <a:gd name="T64" fmla="*/ 5 w 8"/>
                <a:gd name="T65" fmla="*/ 23 h 54"/>
                <a:gd name="T66" fmla="*/ 5 w 8"/>
                <a:gd name="T67" fmla="*/ 27 h 54"/>
                <a:gd name="T68" fmla="*/ 5 w 8"/>
                <a:gd name="T69" fmla="*/ 31 h 54"/>
                <a:gd name="T70" fmla="*/ 5 w 8"/>
                <a:gd name="T71" fmla="*/ 35 h 54"/>
                <a:gd name="T72" fmla="*/ 6 w 8"/>
                <a:gd name="T73" fmla="*/ 39 h 54"/>
                <a:gd name="T74" fmla="*/ 6 w 8"/>
                <a:gd name="T75" fmla="*/ 42 h 54"/>
                <a:gd name="T76" fmla="*/ 6 w 8"/>
                <a:gd name="T77" fmla="*/ 44 h 54"/>
                <a:gd name="T78" fmla="*/ 6 w 8"/>
                <a:gd name="T79" fmla="*/ 45 h 54"/>
                <a:gd name="T80" fmla="*/ 6 w 8"/>
                <a:gd name="T81" fmla="*/ 46 h 54"/>
                <a:gd name="T82" fmla="*/ 7 w 8"/>
                <a:gd name="T83" fmla="*/ 49 h 54"/>
                <a:gd name="T84" fmla="*/ 7 w 8"/>
                <a:gd name="T85" fmla="*/ 50 h 54"/>
                <a:gd name="T86" fmla="*/ 7 w 8"/>
                <a:gd name="T87" fmla="*/ 49 h 54"/>
                <a:gd name="T88" fmla="*/ 7 w 8"/>
                <a:gd name="T89" fmla="*/ 48 h 54"/>
                <a:gd name="T90" fmla="*/ 7 w 8"/>
                <a:gd name="T91" fmla="*/ 49 h 54"/>
                <a:gd name="T92" fmla="*/ 7 w 8"/>
                <a:gd name="T93" fmla="*/ 48 h 54"/>
                <a:gd name="T94" fmla="*/ 7 w 8"/>
                <a:gd name="T95" fmla="*/ 49 h 54"/>
                <a:gd name="T96" fmla="*/ 8 w 8"/>
                <a:gd name="T97" fmla="*/ 52 h 54"/>
                <a:gd name="T98" fmla="*/ 8 w 8"/>
                <a:gd name="T99" fmla="*/ 54 h 54"/>
                <a:gd name="T100" fmla="*/ 8 w 8"/>
                <a:gd name="T101" fmla="*/ 53 h 54"/>
                <a:gd name="T102" fmla="*/ 8 w 8"/>
                <a:gd name="T103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54">
                  <a:moveTo>
                    <a:pt x="0" y="19"/>
                  </a:moveTo>
                  <a:lnTo>
                    <a:pt x="0" y="2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0" y="16"/>
                  </a:lnTo>
                  <a:lnTo>
                    <a:pt x="0" y="11"/>
                  </a:lnTo>
                  <a:lnTo>
                    <a:pt x="1" y="6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2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3"/>
                  </a:lnTo>
                  <a:lnTo>
                    <a:pt x="2" y="7"/>
                  </a:lnTo>
                  <a:lnTo>
                    <a:pt x="2" y="12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3" y="8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7"/>
                  </a:lnTo>
                  <a:lnTo>
                    <a:pt x="4" y="9"/>
                  </a:lnTo>
                  <a:lnTo>
                    <a:pt x="4" y="12"/>
                  </a:lnTo>
                  <a:lnTo>
                    <a:pt x="5" y="17"/>
                  </a:lnTo>
                  <a:lnTo>
                    <a:pt x="5" y="20"/>
                  </a:lnTo>
                  <a:lnTo>
                    <a:pt x="5" y="23"/>
                  </a:lnTo>
                  <a:lnTo>
                    <a:pt x="5" y="27"/>
                  </a:lnTo>
                  <a:lnTo>
                    <a:pt x="5" y="31"/>
                  </a:lnTo>
                  <a:lnTo>
                    <a:pt x="5" y="35"/>
                  </a:lnTo>
                  <a:lnTo>
                    <a:pt x="6" y="39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6" y="45"/>
                  </a:lnTo>
                  <a:lnTo>
                    <a:pt x="6" y="46"/>
                  </a:lnTo>
                  <a:lnTo>
                    <a:pt x="7" y="49"/>
                  </a:lnTo>
                  <a:lnTo>
                    <a:pt x="7" y="50"/>
                  </a:lnTo>
                  <a:lnTo>
                    <a:pt x="7" y="49"/>
                  </a:lnTo>
                  <a:lnTo>
                    <a:pt x="7" y="48"/>
                  </a:lnTo>
                  <a:lnTo>
                    <a:pt x="7" y="49"/>
                  </a:lnTo>
                  <a:lnTo>
                    <a:pt x="7" y="48"/>
                  </a:lnTo>
                  <a:lnTo>
                    <a:pt x="7" y="49"/>
                  </a:lnTo>
                  <a:lnTo>
                    <a:pt x="8" y="52"/>
                  </a:lnTo>
                  <a:lnTo>
                    <a:pt x="8" y="54"/>
                  </a:lnTo>
                  <a:lnTo>
                    <a:pt x="8" y="53"/>
                  </a:lnTo>
                  <a:lnTo>
                    <a:pt x="8" y="5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6" name="Freeform 649"/>
            <p:cNvSpPr/>
            <p:nvPr/>
          </p:nvSpPr>
          <p:spPr bwMode="auto">
            <a:xfrm>
              <a:off x="2333625" y="2011364"/>
              <a:ext cx="14288" cy="138113"/>
            </a:xfrm>
            <a:custGeom>
              <a:avLst/>
              <a:gdLst>
                <a:gd name="T0" fmla="*/ 0 w 9"/>
                <a:gd name="T1" fmla="*/ 0 h 87"/>
                <a:gd name="T2" fmla="*/ 0 w 9"/>
                <a:gd name="T3" fmla="*/ 1 h 87"/>
                <a:gd name="T4" fmla="*/ 0 w 9"/>
                <a:gd name="T5" fmla="*/ 5 h 87"/>
                <a:gd name="T6" fmla="*/ 0 w 9"/>
                <a:gd name="T7" fmla="*/ 4 h 87"/>
                <a:gd name="T8" fmla="*/ 0 w 9"/>
                <a:gd name="T9" fmla="*/ 5 h 87"/>
                <a:gd name="T10" fmla="*/ 1 w 9"/>
                <a:gd name="T11" fmla="*/ 11 h 87"/>
                <a:gd name="T12" fmla="*/ 1 w 9"/>
                <a:gd name="T13" fmla="*/ 15 h 87"/>
                <a:gd name="T14" fmla="*/ 1 w 9"/>
                <a:gd name="T15" fmla="*/ 12 h 87"/>
                <a:gd name="T16" fmla="*/ 1 w 9"/>
                <a:gd name="T17" fmla="*/ 15 h 87"/>
                <a:gd name="T18" fmla="*/ 2 w 9"/>
                <a:gd name="T19" fmla="*/ 23 h 87"/>
                <a:gd name="T20" fmla="*/ 2 w 9"/>
                <a:gd name="T21" fmla="*/ 24 h 87"/>
                <a:gd name="T22" fmla="*/ 2 w 9"/>
                <a:gd name="T23" fmla="*/ 22 h 87"/>
                <a:gd name="T24" fmla="*/ 2 w 9"/>
                <a:gd name="T25" fmla="*/ 29 h 87"/>
                <a:gd name="T26" fmla="*/ 2 w 9"/>
                <a:gd name="T27" fmla="*/ 37 h 87"/>
                <a:gd name="T28" fmla="*/ 2 w 9"/>
                <a:gd name="T29" fmla="*/ 36 h 87"/>
                <a:gd name="T30" fmla="*/ 2 w 9"/>
                <a:gd name="T31" fmla="*/ 35 h 87"/>
                <a:gd name="T32" fmla="*/ 3 w 9"/>
                <a:gd name="T33" fmla="*/ 41 h 87"/>
                <a:gd name="T34" fmla="*/ 3 w 9"/>
                <a:gd name="T35" fmla="*/ 45 h 87"/>
                <a:gd name="T36" fmla="*/ 3 w 9"/>
                <a:gd name="T37" fmla="*/ 45 h 87"/>
                <a:gd name="T38" fmla="*/ 3 w 9"/>
                <a:gd name="T39" fmla="*/ 47 h 87"/>
                <a:gd name="T40" fmla="*/ 3 w 9"/>
                <a:gd name="T41" fmla="*/ 52 h 87"/>
                <a:gd name="T42" fmla="*/ 4 w 9"/>
                <a:gd name="T43" fmla="*/ 52 h 87"/>
                <a:gd name="T44" fmla="*/ 4 w 9"/>
                <a:gd name="T45" fmla="*/ 47 h 87"/>
                <a:gd name="T46" fmla="*/ 4 w 9"/>
                <a:gd name="T47" fmla="*/ 50 h 87"/>
                <a:gd name="T48" fmla="*/ 4 w 9"/>
                <a:gd name="T49" fmla="*/ 57 h 87"/>
                <a:gd name="T50" fmla="*/ 4 w 9"/>
                <a:gd name="T51" fmla="*/ 57 h 87"/>
                <a:gd name="T52" fmla="*/ 4 w 9"/>
                <a:gd name="T53" fmla="*/ 55 h 87"/>
                <a:gd name="T54" fmla="*/ 4 w 9"/>
                <a:gd name="T55" fmla="*/ 58 h 87"/>
                <a:gd name="T56" fmla="*/ 5 w 9"/>
                <a:gd name="T57" fmla="*/ 59 h 87"/>
                <a:gd name="T58" fmla="*/ 5 w 9"/>
                <a:gd name="T59" fmla="*/ 57 h 87"/>
                <a:gd name="T60" fmla="*/ 5 w 9"/>
                <a:gd name="T61" fmla="*/ 59 h 87"/>
                <a:gd name="T62" fmla="*/ 5 w 9"/>
                <a:gd name="T63" fmla="*/ 63 h 87"/>
                <a:gd name="T64" fmla="*/ 5 w 9"/>
                <a:gd name="T65" fmla="*/ 61 h 87"/>
                <a:gd name="T66" fmla="*/ 5 w 9"/>
                <a:gd name="T67" fmla="*/ 60 h 87"/>
                <a:gd name="T68" fmla="*/ 5 w 9"/>
                <a:gd name="T69" fmla="*/ 60 h 87"/>
                <a:gd name="T70" fmla="*/ 6 w 9"/>
                <a:gd name="T71" fmla="*/ 58 h 87"/>
                <a:gd name="T72" fmla="*/ 6 w 9"/>
                <a:gd name="T73" fmla="*/ 59 h 87"/>
                <a:gd name="T74" fmla="*/ 6 w 9"/>
                <a:gd name="T75" fmla="*/ 67 h 87"/>
                <a:gd name="T76" fmla="*/ 6 w 9"/>
                <a:gd name="T77" fmla="*/ 72 h 87"/>
                <a:gd name="T78" fmla="*/ 7 w 9"/>
                <a:gd name="T79" fmla="*/ 69 h 87"/>
                <a:gd name="T80" fmla="*/ 7 w 9"/>
                <a:gd name="T81" fmla="*/ 68 h 87"/>
                <a:gd name="T82" fmla="*/ 7 w 9"/>
                <a:gd name="T83" fmla="*/ 74 h 87"/>
                <a:gd name="T84" fmla="*/ 7 w 9"/>
                <a:gd name="T85" fmla="*/ 77 h 87"/>
                <a:gd name="T86" fmla="*/ 7 w 9"/>
                <a:gd name="T87" fmla="*/ 75 h 87"/>
                <a:gd name="T88" fmla="*/ 7 w 9"/>
                <a:gd name="T89" fmla="*/ 77 h 87"/>
                <a:gd name="T90" fmla="*/ 7 w 9"/>
                <a:gd name="T91" fmla="*/ 81 h 87"/>
                <a:gd name="T92" fmla="*/ 8 w 9"/>
                <a:gd name="T93" fmla="*/ 82 h 87"/>
                <a:gd name="T94" fmla="*/ 8 w 9"/>
                <a:gd name="T95" fmla="*/ 82 h 87"/>
                <a:gd name="T96" fmla="*/ 8 w 9"/>
                <a:gd name="T97" fmla="*/ 82 h 87"/>
                <a:gd name="T98" fmla="*/ 8 w 9"/>
                <a:gd name="T99" fmla="*/ 81 h 87"/>
                <a:gd name="T100" fmla="*/ 8 w 9"/>
                <a:gd name="T101" fmla="*/ 83 h 87"/>
                <a:gd name="T102" fmla="*/ 9 w 9"/>
                <a:gd name="T103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87">
                  <a:moveTo>
                    <a:pt x="0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5"/>
                  </a:lnTo>
                  <a:lnTo>
                    <a:pt x="1" y="11"/>
                  </a:lnTo>
                  <a:lnTo>
                    <a:pt x="1" y="15"/>
                  </a:lnTo>
                  <a:lnTo>
                    <a:pt x="1" y="12"/>
                  </a:lnTo>
                  <a:lnTo>
                    <a:pt x="1" y="15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2" y="29"/>
                  </a:lnTo>
                  <a:lnTo>
                    <a:pt x="2" y="37"/>
                  </a:lnTo>
                  <a:lnTo>
                    <a:pt x="2" y="36"/>
                  </a:lnTo>
                  <a:lnTo>
                    <a:pt x="2" y="35"/>
                  </a:lnTo>
                  <a:lnTo>
                    <a:pt x="3" y="41"/>
                  </a:lnTo>
                  <a:lnTo>
                    <a:pt x="3" y="45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3" y="52"/>
                  </a:lnTo>
                  <a:lnTo>
                    <a:pt x="4" y="52"/>
                  </a:lnTo>
                  <a:lnTo>
                    <a:pt x="4" y="47"/>
                  </a:lnTo>
                  <a:lnTo>
                    <a:pt x="4" y="50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4" y="55"/>
                  </a:lnTo>
                  <a:lnTo>
                    <a:pt x="4" y="58"/>
                  </a:lnTo>
                  <a:lnTo>
                    <a:pt x="5" y="59"/>
                  </a:lnTo>
                  <a:lnTo>
                    <a:pt x="5" y="57"/>
                  </a:lnTo>
                  <a:lnTo>
                    <a:pt x="5" y="59"/>
                  </a:lnTo>
                  <a:lnTo>
                    <a:pt x="5" y="63"/>
                  </a:lnTo>
                  <a:lnTo>
                    <a:pt x="5" y="61"/>
                  </a:lnTo>
                  <a:lnTo>
                    <a:pt x="5" y="60"/>
                  </a:lnTo>
                  <a:lnTo>
                    <a:pt x="5" y="60"/>
                  </a:lnTo>
                  <a:lnTo>
                    <a:pt x="6" y="58"/>
                  </a:lnTo>
                  <a:lnTo>
                    <a:pt x="6" y="59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7" y="69"/>
                  </a:lnTo>
                  <a:lnTo>
                    <a:pt x="7" y="68"/>
                  </a:lnTo>
                  <a:lnTo>
                    <a:pt x="7" y="74"/>
                  </a:lnTo>
                  <a:lnTo>
                    <a:pt x="7" y="77"/>
                  </a:lnTo>
                  <a:lnTo>
                    <a:pt x="7" y="75"/>
                  </a:lnTo>
                  <a:lnTo>
                    <a:pt x="7" y="77"/>
                  </a:lnTo>
                  <a:lnTo>
                    <a:pt x="7" y="81"/>
                  </a:lnTo>
                  <a:lnTo>
                    <a:pt x="8" y="82"/>
                  </a:lnTo>
                  <a:lnTo>
                    <a:pt x="8" y="82"/>
                  </a:lnTo>
                  <a:lnTo>
                    <a:pt x="8" y="82"/>
                  </a:lnTo>
                  <a:lnTo>
                    <a:pt x="8" y="81"/>
                  </a:lnTo>
                  <a:lnTo>
                    <a:pt x="8" y="83"/>
                  </a:lnTo>
                  <a:lnTo>
                    <a:pt x="9" y="8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7" name="Freeform 650"/>
            <p:cNvSpPr/>
            <p:nvPr/>
          </p:nvSpPr>
          <p:spPr bwMode="auto">
            <a:xfrm>
              <a:off x="2346325" y="1965326"/>
              <a:ext cx="14288" cy="187325"/>
            </a:xfrm>
            <a:custGeom>
              <a:avLst/>
              <a:gdLst>
                <a:gd name="T0" fmla="*/ 0 w 9"/>
                <a:gd name="T1" fmla="*/ 112 h 118"/>
                <a:gd name="T2" fmla="*/ 1 w 9"/>
                <a:gd name="T3" fmla="*/ 116 h 118"/>
                <a:gd name="T4" fmla="*/ 1 w 9"/>
                <a:gd name="T5" fmla="*/ 116 h 118"/>
                <a:gd name="T6" fmla="*/ 1 w 9"/>
                <a:gd name="T7" fmla="*/ 116 h 118"/>
                <a:gd name="T8" fmla="*/ 1 w 9"/>
                <a:gd name="T9" fmla="*/ 117 h 118"/>
                <a:gd name="T10" fmla="*/ 1 w 9"/>
                <a:gd name="T11" fmla="*/ 118 h 118"/>
                <a:gd name="T12" fmla="*/ 1 w 9"/>
                <a:gd name="T13" fmla="*/ 118 h 118"/>
                <a:gd name="T14" fmla="*/ 1 w 9"/>
                <a:gd name="T15" fmla="*/ 117 h 118"/>
                <a:gd name="T16" fmla="*/ 2 w 9"/>
                <a:gd name="T17" fmla="*/ 115 h 118"/>
                <a:gd name="T18" fmla="*/ 2 w 9"/>
                <a:gd name="T19" fmla="*/ 112 h 118"/>
                <a:gd name="T20" fmla="*/ 2 w 9"/>
                <a:gd name="T21" fmla="*/ 109 h 118"/>
                <a:gd name="T22" fmla="*/ 2 w 9"/>
                <a:gd name="T23" fmla="*/ 101 h 118"/>
                <a:gd name="T24" fmla="*/ 2 w 9"/>
                <a:gd name="T25" fmla="*/ 89 h 118"/>
                <a:gd name="T26" fmla="*/ 2 w 9"/>
                <a:gd name="T27" fmla="*/ 82 h 118"/>
                <a:gd name="T28" fmla="*/ 3 w 9"/>
                <a:gd name="T29" fmla="*/ 80 h 118"/>
                <a:gd name="T30" fmla="*/ 3 w 9"/>
                <a:gd name="T31" fmla="*/ 77 h 118"/>
                <a:gd name="T32" fmla="*/ 3 w 9"/>
                <a:gd name="T33" fmla="*/ 74 h 118"/>
                <a:gd name="T34" fmla="*/ 3 w 9"/>
                <a:gd name="T35" fmla="*/ 71 h 118"/>
                <a:gd name="T36" fmla="*/ 3 w 9"/>
                <a:gd name="T37" fmla="*/ 69 h 118"/>
                <a:gd name="T38" fmla="*/ 4 w 9"/>
                <a:gd name="T39" fmla="*/ 71 h 118"/>
                <a:gd name="T40" fmla="*/ 4 w 9"/>
                <a:gd name="T41" fmla="*/ 73 h 118"/>
                <a:gd name="T42" fmla="*/ 4 w 9"/>
                <a:gd name="T43" fmla="*/ 72 h 118"/>
                <a:gd name="T44" fmla="*/ 4 w 9"/>
                <a:gd name="T45" fmla="*/ 68 h 118"/>
                <a:gd name="T46" fmla="*/ 4 w 9"/>
                <a:gd name="T47" fmla="*/ 64 h 118"/>
                <a:gd name="T48" fmla="*/ 4 w 9"/>
                <a:gd name="T49" fmla="*/ 57 h 118"/>
                <a:gd name="T50" fmla="*/ 4 w 9"/>
                <a:gd name="T51" fmla="*/ 50 h 118"/>
                <a:gd name="T52" fmla="*/ 5 w 9"/>
                <a:gd name="T53" fmla="*/ 44 h 118"/>
                <a:gd name="T54" fmla="*/ 5 w 9"/>
                <a:gd name="T55" fmla="*/ 37 h 118"/>
                <a:gd name="T56" fmla="*/ 5 w 9"/>
                <a:gd name="T57" fmla="*/ 31 h 118"/>
                <a:gd name="T58" fmla="*/ 5 w 9"/>
                <a:gd name="T59" fmla="*/ 28 h 118"/>
                <a:gd name="T60" fmla="*/ 6 w 9"/>
                <a:gd name="T61" fmla="*/ 21 h 118"/>
                <a:gd name="T62" fmla="*/ 6 w 9"/>
                <a:gd name="T63" fmla="*/ 14 h 118"/>
                <a:gd name="T64" fmla="*/ 6 w 9"/>
                <a:gd name="T65" fmla="*/ 14 h 118"/>
                <a:gd name="T66" fmla="*/ 6 w 9"/>
                <a:gd name="T67" fmla="*/ 15 h 118"/>
                <a:gd name="T68" fmla="*/ 6 w 9"/>
                <a:gd name="T69" fmla="*/ 11 h 118"/>
                <a:gd name="T70" fmla="*/ 6 w 9"/>
                <a:gd name="T71" fmla="*/ 8 h 118"/>
                <a:gd name="T72" fmla="*/ 6 w 9"/>
                <a:gd name="T73" fmla="*/ 13 h 118"/>
                <a:gd name="T74" fmla="*/ 7 w 9"/>
                <a:gd name="T75" fmla="*/ 14 h 118"/>
                <a:gd name="T76" fmla="*/ 7 w 9"/>
                <a:gd name="T77" fmla="*/ 9 h 118"/>
                <a:gd name="T78" fmla="*/ 7 w 9"/>
                <a:gd name="T79" fmla="*/ 10 h 118"/>
                <a:gd name="T80" fmla="*/ 7 w 9"/>
                <a:gd name="T81" fmla="*/ 16 h 118"/>
                <a:gd name="T82" fmla="*/ 7 w 9"/>
                <a:gd name="T83" fmla="*/ 18 h 118"/>
                <a:gd name="T84" fmla="*/ 7 w 9"/>
                <a:gd name="T85" fmla="*/ 16 h 118"/>
                <a:gd name="T86" fmla="*/ 7 w 9"/>
                <a:gd name="T87" fmla="*/ 14 h 118"/>
                <a:gd name="T88" fmla="*/ 8 w 9"/>
                <a:gd name="T89" fmla="*/ 12 h 118"/>
                <a:gd name="T90" fmla="*/ 8 w 9"/>
                <a:gd name="T91" fmla="*/ 9 h 118"/>
                <a:gd name="T92" fmla="*/ 8 w 9"/>
                <a:gd name="T93" fmla="*/ 8 h 118"/>
                <a:gd name="T94" fmla="*/ 8 w 9"/>
                <a:gd name="T95" fmla="*/ 7 h 118"/>
                <a:gd name="T96" fmla="*/ 8 w 9"/>
                <a:gd name="T97" fmla="*/ 6 h 118"/>
                <a:gd name="T98" fmla="*/ 9 w 9"/>
                <a:gd name="T99" fmla="*/ 3 h 118"/>
                <a:gd name="T100" fmla="*/ 9 w 9"/>
                <a:gd name="T101" fmla="*/ 0 h 118"/>
                <a:gd name="T102" fmla="*/ 9 w 9"/>
                <a:gd name="T103" fmla="*/ 2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18">
                  <a:moveTo>
                    <a:pt x="0" y="112"/>
                  </a:moveTo>
                  <a:lnTo>
                    <a:pt x="1" y="116"/>
                  </a:lnTo>
                  <a:lnTo>
                    <a:pt x="1" y="116"/>
                  </a:lnTo>
                  <a:lnTo>
                    <a:pt x="1" y="116"/>
                  </a:lnTo>
                  <a:lnTo>
                    <a:pt x="1" y="117"/>
                  </a:lnTo>
                  <a:lnTo>
                    <a:pt x="1" y="118"/>
                  </a:lnTo>
                  <a:lnTo>
                    <a:pt x="1" y="118"/>
                  </a:lnTo>
                  <a:lnTo>
                    <a:pt x="1" y="117"/>
                  </a:lnTo>
                  <a:lnTo>
                    <a:pt x="2" y="115"/>
                  </a:lnTo>
                  <a:lnTo>
                    <a:pt x="2" y="112"/>
                  </a:lnTo>
                  <a:lnTo>
                    <a:pt x="2" y="109"/>
                  </a:lnTo>
                  <a:lnTo>
                    <a:pt x="2" y="101"/>
                  </a:lnTo>
                  <a:lnTo>
                    <a:pt x="2" y="89"/>
                  </a:lnTo>
                  <a:lnTo>
                    <a:pt x="2" y="82"/>
                  </a:lnTo>
                  <a:lnTo>
                    <a:pt x="3" y="80"/>
                  </a:lnTo>
                  <a:lnTo>
                    <a:pt x="3" y="77"/>
                  </a:lnTo>
                  <a:lnTo>
                    <a:pt x="3" y="74"/>
                  </a:lnTo>
                  <a:lnTo>
                    <a:pt x="3" y="71"/>
                  </a:lnTo>
                  <a:lnTo>
                    <a:pt x="3" y="69"/>
                  </a:lnTo>
                  <a:lnTo>
                    <a:pt x="4" y="71"/>
                  </a:lnTo>
                  <a:lnTo>
                    <a:pt x="4" y="73"/>
                  </a:lnTo>
                  <a:lnTo>
                    <a:pt x="4" y="72"/>
                  </a:lnTo>
                  <a:lnTo>
                    <a:pt x="4" y="68"/>
                  </a:lnTo>
                  <a:lnTo>
                    <a:pt x="4" y="64"/>
                  </a:lnTo>
                  <a:lnTo>
                    <a:pt x="4" y="57"/>
                  </a:lnTo>
                  <a:lnTo>
                    <a:pt x="4" y="50"/>
                  </a:lnTo>
                  <a:lnTo>
                    <a:pt x="5" y="44"/>
                  </a:lnTo>
                  <a:lnTo>
                    <a:pt x="5" y="37"/>
                  </a:lnTo>
                  <a:lnTo>
                    <a:pt x="5" y="31"/>
                  </a:lnTo>
                  <a:lnTo>
                    <a:pt x="5" y="28"/>
                  </a:lnTo>
                  <a:lnTo>
                    <a:pt x="6" y="21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6" y="15"/>
                  </a:lnTo>
                  <a:lnTo>
                    <a:pt x="6" y="11"/>
                  </a:lnTo>
                  <a:lnTo>
                    <a:pt x="6" y="8"/>
                  </a:lnTo>
                  <a:lnTo>
                    <a:pt x="6" y="13"/>
                  </a:lnTo>
                  <a:lnTo>
                    <a:pt x="7" y="14"/>
                  </a:lnTo>
                  <a:lnTo>
                    <a:pt x="7" y="9"/>
                  </a:lnTo>
                  <a:lnTo>
                    <a:pt x="7" y="10"/>
                  </a:lnTo>
                  <a:lnTo>
                    <a:pt x="7" y="16"/>
                  </a:lnTo>
                  <a:lnTo>
                    <a:pt x="7" y="18"/>
                  </a:lnTo>
                  <a:lnTo>
                    <a:pt x="7" y="16"/>
                  </a:lnTo>
                  <a:lnTo>
                    <a:pt x="7" y="14"/>
                  </a:lnTo>
                  <a:lnTo>
                    <a:pt x="8" y="12"/>
                  </a:lnTo>
                  <a:lnTo>
                    <a:pt x="8" y="9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8" name="Freeform 651"/>
            <p:cNvSpPr/>
            <p:nvPr/>
          </p:nvSpPr>
          <p:spPr bwMode="auto">
            <a:xfrm>
              <a:off x="2360613" y="1927226"/>
              <a:ext cx="12700" cy="41275"/>
            </a:xfrm>
            <a:custGeom>
              <a:avLst/>
              <a:gdLst>
                <a:gd name="T0" fmla="*/ 0 w 8"/>
                <a:gd name="T1" fmla="*/ 24 h 26"/>
                <a:gd name="T2" fmla="*/ 0 w 8"/>
                <a:gd name="T3" fmla="*/ 26 h 26"/>
                <a:gd name="T4" fmla="*/ 0 w 8"/>
                <a:gd name="T5" fmla="*/ 26 h 26"/>
                <a:gd name="T6" fmla="*/ 0 w 8"/>
                <a:gd name="T7" fmla="*/ 22 h 26"/>
                <a:gd name="T8" fmla="*/ 0 w 8"/>
                <a:gd name="T9" fmla="*/ 21 h 26"/>
                <a:gd name="T10" fmla="*/ 0 w 8"/>
                <a:gd name="T11" fmla="*/ 23 h 26"/>
                <a:gd name="T12" fmla="*/ 1 w 8"/>
                <a:gd name="T13" fmla="*/ 21 h 26"/>
                <a:gd name="T14" fmla="*/ 1 w 8"/>
                <a:gd name="T15" fmla="*/ 17 h 26"/>
                <a:gd name="T16" fmla="*/ 1 w 8"/>
                <a:gd name="T17" fmla="*/ 20 h 26"/>
                <a:gd name="T18" fmla="*/ 1 w 8"/>
                <a:gd name="T19" fmla="*/ 22 h 26"/>
                <a:gd name="T20" fmla="*/ 2 w 8"/>
                <a:gd name="T21" fmla="*/ 21 h 26"/>
                <a:gd name="T22" fmla="*/ 2 w 8"/>
                <a:gd name="T23" fmla="*/ 20 h 26"/>
                <a:gd name="T24" fmla="*/ 2 w 8"/>
                <a:gd name="T25" fmla="*/ 21 h 26"/>
                <a:gd name="T26" fmla="*/ 2 w 8"/>
                <a:gd name="T27" fmla="*/ 19 h 26"/>
                <a:gd name="T28" fmla="*/ 2 w 8"/>
                <a:gd name="T29" fmla="*/ 18 h 26"/>
                <a:gd name="T30" fmla="*/ 2 w 8"/>
                <a:gd name="T31" fmla="*/ 20 h 26"/>
                <a:gd name="T32" fmla="*/ 2 w 8"/>
                <a:gd name="T33" fmla="*/ 21 h 26"/>
                <a:gd name="T34" fmla="*/ 3 w 8"/>
                <a:gd name="T35" fmla="*/ 18 h 26"/>
                <a:gd name="T36" fmla="*/ 3 w 8"/>
                <a:gd name="T37" fmla="*/ 17 h 26"/>
                <a:gd name="T38" fmla="*/ 3 w 8"/>
                <a:gd name="T39" fmla="*/ 17 h 26"/>
                <a:gd name="T40" fmla="*/ 3 w 8"/>
                <a:gd name="T41" fmla="*/ 14 h 26"/>
                <a:gd name="T42" fmla="*/ 3 w 8"/>
                <a:gd name="T43" fmla="*/ 9 h 26"/>
                <a:gd name="T44" fmla="*/ 3 w 8"/>
                <a:gd name="T45" fmla="*/ 7 h 26"/>
                <a:gd name="T46" fmla="*/ 3 w 8"/>
                <a:gd name="T47" fmla="*/ 6 h 26"/>
                <a:gd name="T48" fmla="*/ 4 w 8"/>
                <a:gd name="T49" fmla="*/ 6 h 26"/>
                <a:gd name="T50" fmla="*/ 4 w 8"/>
                <a:gd name="T51" fmla="*/ 5 h 26"/>
                <a:gd name="T52" fmla="*/ 4 w 8"/>
                <a:gd name="T53" fmla="*/ 3 h 26"/>
                <a:gd name="T54" fmla="*/ 4 w 8"/>
                <a:gd name="T55" fmla="*/ 0 h 26"/>
                <a:gd name="T56" fmla="*/ 4 w 8"/>
                <a:gd name="T57" fmla="*/ 0 h 26"/>
                <a:gd name="T58" fmla="*/ 5 w 8"/>
                <a:gd name="T59" fmla="*/ 2 h 26"/>
                <a:gd name="T60" fmla="*/ 5 w 8"/>
                <a:gd name="T61" fmla="*/ 5 h 26"/>
                <a:gd name="T62" fmla="*/ 5 w 8"/>
                <a:gd name="T63" fmla="*/ 5 h 26"/>
                <a:gd name="T64" fmla="*/ 5 w 8"/>
                <a:gd name="T65" fmla="*/ 4 h 26"/>
                <a:gd name="T66" fmla="*/ 5 w 8"/>
                <a:gd name="T67" fmla="*/ 5 h 26"/>
                <a:gd name="T68" fmla="*/ 5 w 8"/>
                <a:gd name="T69" fmla="*/ 6 h 26"/>
                <a:gd name="T70" fmla="*/ 5 w 8"/>
                <a:gd name="T71" fmla="*/ 6 h 26"/>
                <a:gd name="T72" fmla="*/ 6 w 8"/>
                <a:gd name="T73" fmla="*/ 7 h 26"/>
                <a:gd name="T74" fmla="*/ 6 w 8"/>
                <a:gd name="T75" fmla="*/ 11 h 26"/>
                <a:gd name="T76" fmla="*/ 6 w 8"/>
                <a:gd name="T77" fmla="*/ 12 h 26"/>
                <a:gd name="T78" fmla="*/ 6 w 8"/>
                <a:gd name="T79" fmla="*/ 11 h 26"/>
                <a:gd name="T80" fmla="*/ 7 w 8"/>
                <a:gd name="T81" fmla="*/ 11 h 26"/>
                <a:gd name="T82" fmla="*/ 7 w 8"/>
                <a:gd name="T83" fmla="*/ 14 h 26"/>
                <a:gd name="T84" fmla="*/ 7 w 8"/>
                <a:gd name="T85" fmla="*/ 17 h 26"/>
                <a:gd name="T86" fmla="*/ 7 w 8"/>
                <a:gd name="T87" fmla="*/ 18 h 26"/>
                <a:gd name="T88" fmla="*/ 7 w 8"/>
                <a:gd name="T89" fmla="*/ 18 h 26"/>
                <a:gd name="T90" fmla="*/ 7 w 8"/>
                <a:gd name="T91" fmla="*/ 18 h 26"/>
                <a:gd name="T92" fmla="*/ 7 w 8"/>
                <a:gd name="T93" fmla="*/ 20 h 26"/>
                <a:gd name="T94" fmla="*/ 8 w 8"/>
                <a:gd name="T95" fmla="*/ 22 h 26"/>
                <a:gd name="T96" fmla="*/ 8 w 8"/>
                <a:gd name="T97" fmla="*/ 22 h 26"/>
                <a:gd name="T98" fmla="*/ 8 w 8"/>
                <a:gd name="T99" fmla="*/ 23 h 26"/>
                <a:gd name="T100" fmla="*/ 8 w 8"/>
                <a:gd name="T101" fmla="*/ 25 h 26"/>
                <a:gd name="T102" fmla="*/ 8 w 8"/>
                <a:gd name="T10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26">
                  <a:moveTo>
                    <a:pt x="0" y="24"/>
                  </a:moveTo>
                  <a:lnTo>
                    <a:pt x="0" y="26"/>
                  </a:lnTo>
                  <a:lnTo>
                    <a:pt x="0" y="26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1" y="21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1" y="22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2" y="19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4"/>
                  </a:lnTo>
                  <a:lnTo>
                    <a:pt x="3" y="9"/>
                  </a:lnTo>
                  <a:lnTo>
                    <a:pt x="3" y="7"/>
                  </a:lnTo>
                  <a:lnTo>
                    <a:pt x="3" y="6"/>
                  </a:lnTo>
                  <a:lnTo>
                    <a:pt x="4" y="6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2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4"/>
                  </a:lnTo>
                  <a:lnTo>
                    <a:pt x="5" y="5"/>
                  </a:lnTo>
                  <a:lnTo>
                    <a:pt x="5" y="6"/>
                  </a:lnTo>
                  <a:lnTo>
                    <a:pt x="5" y="6"/>
                  </a:lnTo>
                  <a:lnTo>
                    <a:pt x="6" y="7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1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7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8" y="23"/>
                  </a:lnTo>
                  <a:lnTo>
                    <a:pt x="8" y="25"/>
                  </a:lnTo>
                  <a:lnTo>
                    <a:pt x="8" y="2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9" name="Freeform 652"/>
            <p:cNvSpPr/>
            <p:nvPr/>
          </p:nvSpPr>
          <p:spPr bwMode="auto">
            <a:xfrm>
              <a:off x="2373313" y="1919289"/>
              <a:ext cx="14288" cy="77788"/>
            </a:xfrm>
            <a:custGeom>
              <a:avLst/>
              <a:gdLst>
                <a:gd name="T0" fmla="*/ 0 w 9"/>
                <a:gd name="T1" fmla="*/ 30 h 49"/>
                <a:gd name="T2" fmla="*/ 0 w 9"/>
                <a:gd name="T3" fmla="*/ 31 h 49"/>
                <a:gd name="T4" fmla="*/ 1 w 9"/>
                <a:gd name="T5" fmla="*/ 31 h 49"/>
                <a:gd name="T6" fmla="*/ 1 w 9"/>
                <a:gd name="T7" fmla="*/ 31 h 49"/>
                <a:gd name="T8" fmla="*/ 1 w 9"/>
                <a:gd name="T9" fmla="*/ 34 h 49"/>
                <a:gd name="T10" fmla="*/ 1 w 9"/>
                <a:gd name="T11" fmla="*/ 37 h 49"/>
                <a:gd name="T12" fmla="*/ 1 w 9"/>
                <a:gd name="T13" fmla="*/ 41 h 49"/>
                <a:gd name="T14" fmla="*/ 1 w 9"/>
                <a:gd name="T15" fmla="*/ 46 h 49"/>
                <a:gd name="T16" fmla="*/ 2 w 9"/>
                <a:gd name="T17" fmla="*/ 49 h 49"/>
                <a:gd name="T18" fmla="*/ 2 w 9"/>
                <a:gd name="T19" fmla="*/ 49 h 49"/>
                <a:gd name="T20" fmla="*/ 2 w 9"/>
                <a:gd name="T21" fmla="*/ 49 h 49"/>
                <a:gd name="T22" fmla="*/ 2 w 9"/>
                <a:gd name="T23" fmla="*/ 49 h 49"/>
                <a:gd name="T24" fmla="*/ 2 w 9"/>
                <a:gd name="T25" fmla="*/ 48 h 49"/>
                <a:gd name="T26" fmla="*/ 2 w 9"/>
                <a:gd name="T27" fmla="*/ 43 h 49"/>
                <a:gd name="T28" fmla="*/ 2 w 9"/>
                <a:gd name="T29" fmla="*/ 37 h 49"/>
                <a:gd name="T30" fmla="*/ 3 w 9"/>
                <a:gd name="T31" fmla="*/ 31 h 49"/>
                <a:gd name="T32" fmla="*/ 3 w 9"/>
                <a:gd name="T33" fmla="*/ 24 h 49"/>
                <a:gd name="T34" fmla="*/ 3 w 9"/>
                <a:gd name="T35" fmla="*/ 17 h 49"/>
                <a:gd name="T36" fmla="*/ 3 w 9"/>
                <a:gd name="T37" fmla="*/ 14 h 49"/>
                <a:gd name="T38" fmla="*/ 3 w 9"/>
                <a:gd name="T39" fmla="*/ 12 h 49"/>
                <a:gd name="T40" fmla="*/ 4 w 9"/>
                <a:gd name="T41" fmla="*/ 10 h 49"/>
                <a:gd name="T42" fmla="*/ 4 w 9"/>
                <a:gd name="T43" fmla="*/ 10 h 49"/>
                <a:gd name="T44" fmla="*/ 4 w 9"/>
                <a:gd name="T45" fmla="*/ 12 h 49"/>
                <a:gd name="T46" fmla="*/ 4 w 9"/>
                <a:gd name="T47" fmla="*/ 14 h 49"/>
                <a:gd name="T48" fmla="*/ 4 w 9"/>
                <a:gd name="T49" fmla="*/ 16 h 49"/>
                <a:gd name="T50" fmla="*/ 4 w 9"/>
                <a:gd name="T51" fmla="*/ 17 h 49"/>
                <a:gd name="T52" fmla="*/ 4 w 9"/>
                <a:gd name="T53" fmla="*/ 17 h 49"/>
                <a:gd name="T54" fmla="*/ 5 w 9"/>
                <a:gd name="T55" fmla="*/ 16 h 49"/>
                <a:gd name="T56" fmla="*/ 5 w 9"/>
                <a:gd name="T57" fmla="*/ 16 h 49"/>
                <a:gd name="T58" fmla="*/ 5 w 9"/>
                <a:gd name="T59" fmla="*/ 16 h 49"/>
                <a:gd name="T60" fmla="*/ 5 w 9"/>
                <a:gd name="T61" fmla="*/ 12 h 49"/>
                <a:gd name="T62" fmla="*/ 6 w 9"/>
                <a:gd name="T63" fmla="*/ 7 h 49"/>
                <a:gd name="T64" fmla="*/ 6 w 9"/>
                <a:gd name="T65" fmla="*/ 7 h 49"/>
                <a:gd name="T66" fmla="*/ 6 w 9"/>
                <a:gd name="T67" fmla="*/ 5 h 49"/>
                <a:gd name="T68" fmla="*/ 6 w 9"/>
                <a:gd name="T69" fmla="*/ 2 h 49"/>
                <a:gd name="T70" fmla="*/ 6 w 9"/>
                <a:gd name="T71" fmla="*/ 1 h 49"/>
                <a:gd name="T72" fmla="*/ 6 w 9"/>
                <a:gd name="T73" fmla="*/ 1 h 49"/>
                <a:gd name="T74" fmla="*/ 6 w 9"/>
                <a:gd name="T75" fmla="*/ 0 h 49"/>
                <a:gd name="T76" fmla="*/ 7 w 9"/>
                <a:gd name="T77" fmla="*/ 1 h 49"/>
                <a:gd name="T78" fmla="*/ 7 w 9"/>
                <a:gd name="T79" fmla="*/ 5 h 49"/>
                <a:gd name="T80" fmla="*/ 7 w 9"/>
                <a:gd name="T81" fmla="*/ 9 h 49"/>
                <a:gd name="T82" fmla="*/ 7 w 9"/>
                <a:gd name="T83" fmla="*/ 12 h 49"/>
                <a:gd name="T84" fmla="*/ 7 w 9"/>
                <a:gd name="T85" fmla="*/ 16 h 49"/>
                <a:gd name="T86" fmla="*/ 7 w 9"/>
                <a:gd name="T87" fmla="*/ 21 h 49"/>
                <a:gd name="T88" fmla="*/ 7 w 9"/>
                <a:gd name="T89" fmla="*/ 27 h 49"/>
                <a:gd name="T90" fmla="*/ 8 w 9"/>
                <a:gd name="T91" fmla="*/ 32 h 49"/>
                <a:gd name="T92" fmla="*/ 8 w 9"/>
                <a:gd name="T93" fmla="*/ 34 h 49"/>
                <a:gd name="T94" fmla="*/ 8 w 9"/>
                <a:gd name="T95" fmla="*/ 37 h 49"/>
                <a:gd name="T96" fmla="*/ 8 w 9"/>
                <a:gd name="T97" fmla="*/ 39 h 49"/>
                <a:gd name="T98" fmla="*/ 8 w 9"/>
                <a:gd name="T99" fmla="*/ 40 h 49"/>
                <a:gd name="T100" fmla="*/ 9 w 9"/>
                <a:gd name="T101" fmla="*/ 42 h 49"/>
                <a:gd name="T102" fmla="*/ 9 w 9"/>
                <a:gd name="T103" fmla="*/ 44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9">
                  <a:moveTo>
                    <a:pt x="0" y="30"/>
                  </a:moveTo>
                  <a:lnTo>
                    <a:pt x="0" y="3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4"/>
                  </a:lnTo>
                  <a:lnTo>
                    <a:pt x="1" y="37"/>
                  </a:lnTo>
                  <a:lnTo>
                    <a:pt x="1" y="41"/>
                  </a:lnTo>
                  <a:lnTo>
                    <a:pt x="1" y="46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2" y="48"/>
                  </a:lnTo>
                  <a:lnTo>
                    <a:pt x="2" y="43"/>
                  </a:lnTo>
                  <a:lnTo>
                    <a:pt x="2" y="37"/>
                  </a:lnTo>
                  <a:lnTo>
                    <a:pt x="3" y="31"/>
                  </a:lnTo>
                  <a:lnTo>
                    <a:pt x="3" y="24"/>
                  </a:lnTo>
                  <a:lnTo>
                    <a:pt x="3" y="17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5" y="12"/>
                  </a:lnTo>
                  <a:lnTo>
                    <a:pt x="6" y="7"/>
                  </a:lnTo>
                  <a:lnTo>
                    <a:pt x="6" y="7"/>
                  </a:lnTo>
                  <a:lnTo>
                    <a:pt x="6" y="5"/>
                  </a:lnTo>
                  <a:lnTo>
                    <a:pt x="6" y="2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7" y="1"/>
                  </a:lnTo>
                  <a:lnTo>
                    <a:pt x="7" y="5"/>
                  </a:lnTo>
                  <a:lnTo>
                    <a:pt x="7" y="9"/>
                  </a:lnTo>
                  <a:lnTo>
                    <a:pt x="7" y="12"/>
                  </a:lnTo>
                  <a:lnTo>
                    <a:pt x="7" y="16"/>
                  </a:lnTo>
                  <a:lnTo>
                    <a:pt x="7" y="21"/>
                  </a:lnTo>
                  <a:lnTo>
                    <a:pt x="7" y="27"/>
                  </a:lnTo>
                  <a:lnTo>
                    <a:pt x="8" y="32"/>
                  </a:lnTo>
                  <a:lnTo>
                    <a:pt x="8" y="34"/>
                  </a:lnTo>
                  <a:lnTo>
                    <a:pt x="8" y="37"/>
                  </a:lnTo>
                  <a:lnTo>
                    <a:pt x="8" y="39"/>
                  </a:lnTo>
                  <a:lnTo>
                    <a:pt x="8" y="40"/>
                  </a:lnTo>
                  <a:lnTo>
                    <a:pt x="9" y="42"/>
                  </a:lnTo>
                  <a:lnTo>
                    <a:pt x="9" y="4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0" name="Freeform 653"/>
            <p:cNvSpPr/>
            <p:nvPr/>
          </p:nvSpPr>
          <p:spPr bwMode="auto">
            <a:xfrm>
              <a:off x="2387600" y="1985964"/>
              <a:ext cx="12700" cy="131763"/>
            </a:xfrm>
            <a:custGeom>
              <a:avLst/>
              <a:gdLst>
                <a:gd name="T0" fmla="*/ 0 w 8"/>
                <a:gd name="T1" fmla="*/ 0 h 83"/>
                <a:gd name="T2" fmla="*/ 0 w 8"/>
                <a:gd name="T3" fmla="*/ 2 h 83"/>
                <a:gd name="T4" fmla="*/ 0 w 8"/>
                <a:gd name="T5" fmla="*/ 3 h 83"/>
                <a:gd name="T6" fmla="*/ 0 w 8"/>
                <a:gd name="T7" fmla="*/ 6 h 83"/>
                <a:gd name="T8" fmla="*/ 0 w 8"/>
                <a:gd name="T9" fmla="*/ 7 h 83"/>
                <a:gd name="T10" fmla="*/ 0 w 8"/>
                <a:gd name="T11" fmla="*/ 6 h 83"/>
                <a:gd name="T12" fmla="*/ 0 w 8"/>
                <a:gd name="T13" fmla="*/ 6 h 83"/>
                <a:gd name="T14" fmla="*/ 1 w 8"/>
                <a:gd name="T15" fmla="*/ 10 h 83"/>
                <a:gd name="T16" fmla="*/ 1 w 8"/>
                <a:gd name="T17" fmla="*/ 12 h 83"/>
                <a:gd name="T18" fmla="*/ 1 w 8"/>
                <a:gd name="T19" fmla="*/ 11 h 83"/>
                <a:gd name="T20" fmla="*/ 1 w 8"/>
                <a:gd name="T21" fmla="*/ 10 h 83"/>
                <a:gd name="T22" fmla="*/ 2 w 8"/>
                <a:gd name="T23" fmla="*/ 13 h 83"/>
                <a:gd name="T24" fmla="*/ 2 w 8"/>
                <a:gd name="T25" fmla="*/ 16 h 83"/>
                <a:gd name="T26" fmla="*/ 2 w 8"/>
                <a:gd name="T27" fmla="*/ 15 h 83"/>
                <a:gd name="T28" fmla="*/ 2 w 8"/>
                <a:gd name="T29" fmla="*/ 17 h 83"/>
                <a:gd name="T30" fmla="*/ 2 w 8"/>
                <a:gd name="T31" fmla="*/ 22 h 83"/>
                <a:gd name="T32" fmla="*/ 2 w 8"/>
                <a:gd name="T33" fmla="*/ 24 h 83"/>
                <a:gd name="T34" fmla="*/ 2 w 8"/>
                <a:gd name="T35" fmla="*/ 24 h 83"/>
                <a:gd name="T36" fmla="*/ 3 w 8"/>
                <a:gd name="T37" fmla="*/ 29 h 83"/>
                <a:gd name="T38" fmla="*/ 3 w 8"/>
                <a:gd name="T39" fmla="*/ 35 h 83"/>
                <a:gd name="T40" fmla="*/ 3 w 8"/>
                <a:gd name="T41" fmla="*/ 37 h 83"/>
                <a:gd name="T42" fmla="*/ 3 w 8"/>
                <a:gd name="T43" fmla="*/ 38 h 83"/>
                <a:gd name="T44" fmla="*/ 3 w 8"/>
                <a:gd name="T45" fmla="*/ 42 h 83"/>
                <a:gd name="T46" fmla="*/ 3 w 8"/>
                <a:gd name="T47" fmla="*/ 46 h 83"/>
                <a:gd name="T48" fmla="*/ 3 w 8"/>
                <a:gd name="T49" fmla="*/ 47 h 83"/>
                <a:gd name="T50" fmla="*/ 4 w 8"/>
                <a:gd name="T51" fmla="*/ 48 h 83"/>
                <a:gd name="T52" fmla="*/ 4 w 8"/>
                <a:gd name="T53" fmla="*/ 49 h 83"/>
                <a:gd name="T54" fmla="*/ 4 w 8"/>
                <a:gd name="T55" fmla="*/ 49 h 83"/>
                <a:gd name="T56" fmla="*/ 4 w 8"/>
                <a:gd name="T57" fmla="*/ 49 h 83"/>
                <a:gd name="T58" fmla="*/ 4 w 8"/>
                <a:gd name="T59" fmla="*/ 53 h 83"/>
                <a:gd name="T60" fmla="*/ 5 w 8"/>
                <a:gd name="T61" fmla="*/ 53 h 83"/>
                <a:gd name="T62" fmla="*/ 5 w 8"/>
                <a:gd name="T63" fmla="*/ 49 h 83"/>
                <a:gd name="T64" fmla="*/ 5 w 8"/>
                <a:gd name="T65" fmla="*/ 50 h 83"/>
                <a:gd name="T66" fmla="*/ 5 w 8"/>
                <a:gd name="T67" fmla="*/ 53 h 83"/>
                <a:gd name="T68" fmla="*/ 5 w 8"/>
                <a:gd name="T69" fmla="*/ 54 h 83"/>
                <a:gd name="T70" fmla="*/ 5 w 8"/>
                <a:gd name="T71" fmla="*/ 56 h 83"/>
                <a:gd name="T72" fmla="*/ 6 w 8"/>
                <a:gd name="T73" fmla="*/ 54 h 83"/>
                <a:gd name="T74" fmla="*/ 6 w 8"/>
                <a:gd name="T75" fmla="*/ 55 h 83"/>
                <a:gd name="T76" fmla="*/ 6 w 8"/>
                <a:gd name="T77" fmla="*/ 60 h 83"/>
                <a:gd name="T78" fmla="*/ 6 w 8"/>
                <a:gd name="T79" fmla="*/ 62 h 83"/>
                <a:gd name="T80" fmla="*/ 6 w 8"/>
                <a:gd name="T81" fmla="*/ 59 h 83"/>
                <a:gd name="T82" fmla="*/ 7 w 8"/>
                <a:gd name="T83" fmla="*/ 59 h 83"/>
                <a:gd name="T84" fmla="*/ 7 w 8"/>
                <a:gd name="T85" fmla="*/ 63 h 83"/>
                <a:gd name="T86" fmla="*/ 7 w 8"/>
                <a:gd name="T87" fmla="*/ 64 h 83"/>
                <a:gd name="T88" fmla="*/ 7 w 8"/>
                <a:gd name="T89" fmla="*/ 63 h 83"/>
                <a:gd name="T90" fmla="*/ 7 w 8"/>
                <a:gd name="T91" fmla="*/ 64 h 83"/>
                <a:gd name="T92" fmla="*/ 7 w 8"/>
                <a:gd name="T93" fmla="*/ 69 h 83"/>
                <a:gd name="T94" fmla="*/ 7 w 8"/>
                <a:gd name="T95" fmla="*/ 73 h 83"/>
                <a:gd name="T96" fmla="*/ 8 w 8"/>
                <a:gd name="T97" fmla="*/ 74 h 83"/>
                <a:gd name="T98" fmla="*/ 8 w 8"/>
                <a:gd name="T99" fmla="*/ 76 h 83"/>
                <a:gd name="T100" fmla="*/ 8 w 8"/>
                <a:gd name="T101" fmla="*/ 80 h 83"/>
                <a:gd name="T102" fmla="*/ 8 w 8"/>
                <a:gd name="T103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3">
                  <a:moveTo>
                    <a:pt x="0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13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3" y="29"/>
                  </a:lnTo>
                  <a:lnTo>
                    <a:pt x="3" y="35"/>
                  </a:lnTo>
                  <a:lnTo>
                    <a:pt x="3" y="37"/>
                  </a:lnTo>
                  <a:lnTo>
                    <a:pt x="3" y="38"/>
                  </a:lnTo>
                  <a:lnTo>
                    <a:pt x="3" y="42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4" y="48"/>
                  </a:lnTo>
                  <a:lnTo>
                    <a:pt x="4" y="49"/>
                  </a:lnTo>
                  <a:lnTo>
                    <a:pt x="4" y="49"/>
                  </a:lnTo>
                  <a:lnTo>
                    <a:pt x="4" y="49"/>
                  </a:lnTo>
                  <a:lnTo>
                    <a:pt x="4" y="53"/>
                  </a:lnTo>
                  <a:lnTo>
                    <a:pt x="5" y="53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5" y="53"/>
                  </a:lnTo>
                  <a:lnTo>
                    <a:pt x="5" y="54"/>
                  </a:lnTo>
                  <a:lnTo>
                    <a:pt x="5" y="56"/>
                  </a:lnTo>
                  <a:lnTo>
                    <a:pt x="6" y="54"/>
                  </a:lnTo>
                  <a:lnTo>
                    <a:pt x="6" y="55"/>
                  </a:lnTo>
                  <a:lnTo>
                    <a:pt x="6" y="60"/>
                  </a:lnTo>
                  <a:lnTo>
                    <a:pt x="6" y="62"/>
                  </a:lnTo>
                  <a:lnTo>
                    <a:pt x="6" y="59"/>
                  </a:lnTo>
                  <a:lnTo>
                    <a:pt x="7" y="59"/>
                  </a:lnTo>
                  <a:lnTo>
                    <a:pt x="7" y="63"/>
                  </a:lnTo>
                  <a:lnTo>
                    <a:pt x="7" y="64"/>
                  </a:lnTo>
                  <a:lnTo>
                    <a:pt x="7" y="63"/>
                  </a:lnTo>
                  <a:lnTo>
                    <a:pt x="7" y="64"/>
                  </a:lnTo>
                  <a:lnTo>
                    <a:pt x="7" y="69"/>
                  </a:lnTo>
                  <a:lnTo>
                    <a:pt x="7" y="73"/>
                  </a:lnTo>
                  <a:lnTo>
                    <a:pt x="8" y="74"/>
                  </a:lnTo>
                  <a:lnTo>
                    <a:pt x="8" y="76"/>
                  </a:lnTo>
                  <a:lnTo>
                    <a:pt x="8" y="80"/>
                  </a:lnTo>
                  <a:lnTo>
                    <a:pt x="8" y="8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1" name="Freeform 654"/>
            <p:cNvSpPr/>
            <p:nvPr/>
          </p:nvSpPr>
          <p:spPr bwMode="auto">
            <a:xfrm>
              <a:off x="2400300" y="1973264"/>
              <a:ext cx="14288" cy="203200"/>
            </a:xfrm>
            <a:custGeom>
              <a:avLst/>
              <a:gdLst>
                <a:gd name="T0" fmla="*/ 0 w 9"/>
                <a:gd name="T1" fmla="*/ 88 h 128"/>
                <a:gd name="T2" fmla="*/ 0 w 9"/>
                <a:gd name="T3" fmla="*/ 91 h 128"/>
                <a:gd name="T4" fmla="*/ 0 w 9"/>
                <a:gd name="T5" fmla="*/ 94 h 128"/>
                <a:gd name="T6" fmla="*/ 0 w 9"/>
                <a:gd name="T7" fmla="*/ 96 h 128"/>
                <a:gd name="T8" fmla="*/ 0 w 9"/>
                <a:gd name="T9" fmla="*/ 96 h 128"/>
                <a:gd name="T10" fmla="*/ 1 w 9"/>
                <a:gd name="T11" fmla="*/ 96 h 128"/>
                <a:gd name="T12" fmla="*/ 1 w 9"/>
                <a:gd name="T13" fmla="*/ 98 h 128"/>
                <a:gd name="T14" fmla="*/ 1 w 9"/>
                <a:gd name="T15" fmla="*/ 100 h 128"/>
                <a:gd name="T16" fmla="*/ 1 w 9"/>
                <a:gd name="T17" fmla="*/ 103 h 128"/>
                <a:gd name="T18" fmla="*/ 2 w 9"/>
                <a:gd name="T19" fmla="*/ 106 h 128"/>
                <a:gd name="T20" fmla="*/ 2 w 9"/>
                <a:gd name="T21" fmla="*/ 110 h 128"/>
                <a:gd name="T22" fmla="*/ 2 w 9"/>
                <a:gd name="T23" fmla="*/ 116 h 128"/>
                <a:gd name="T24" fmla="*/ 2 w 9"/>
                <a:gd name="T25" fmla="*/ 122 h 128"/>
                <a:gd name="T26" fmla="*/ 2 w 9"/>
                <a:gd name="T27" fmla="*/ 125 h 128"/>
                <a:gd name="T28" fmla="*/ 2 w 9"/>
                <a:gd name="T29" fmla="*/ 127 h 128"/>
                <a:gd name="T30" fmla="*/ 2 w 9"/>
                <a:gd name="T31" fmla="*/ 128 h 128"/>
                <a:gd name="T32" fmla="*/ 3 w 9"/>
                <a:gd name="T33" fmla="*/ 126 h 128"/>
                <a:gd name="T34" fmla="*/ 3 w 9"/>
                <a:gd name="T35" fmla="*/ 123 h 128"/>
                <a:gd name="T36" fmla="*/ 3 w 9"/>
                <a:gd name="T37" fmla="*/ 119 h 128"/>
                <a:gd name="T38" fmla="*/ 3 w 9"/>
                <a:gd name="T39" fmla="*/ 113 h 128"/>
                <a:gd name="T40" fmla="*/ 3 w 9"/>
                <a:gd name="T41" fmla="*/ 108 h 128"/>
                <a:gd name="T42" fmla="*/ 4 w 9"/>
                <a:gd name="T43" fmla="*/ 104 h 128"/>
                <a:gd name="T44" fmla="*/ 4 w 9"/>
                <a:gd name="T45" fmla="*/ 97 h 128"/>
                <a:gd name="T46" fmla="*/ 4 w 9"/>
                <a:gd name="T47" fmla="*/ 94 h 128"/>
                <a:gd name="T48" fmla="*/ 4 w 9"/>
                <a:gd name="T49" fmla="*/ 94 h 128"/>
                <a:gd name="T50" fmla="*/ 4 w 9"/>
                <a:gd name="T51" fmla="*/ 92 h 128"/>
                <a:gd name="T52" fmla="*/ 4 w 9"/>
                <a:gd name="T53" fmla="*/ 92 h 128"/>
                <a:gd name="T54" fmla="*/ 4 w 9"/>
                <a:gd name="T55" fmla="*/ 96 h 128"/>
                <a:gd name="T56" fmla="*/ 5 w 9"/>
                <a:gd name="T57" fmla="*/ 95 h 128"/>
                <a:gd name="T58" fmla="*/ 5 w 9"/>
                <a:gd name="T59" fmla="*/ 89 h 128"/>
                <a:gd name="T60" fmla="*/ 5 w 9"/>
                <a:gd name="T61" fmla="*/ 84 h 128"/>
                <a:gd name="T62" fmla="*/ 5 w 9"/>
                <a:gd name="T63" fmla="*/ 83 h 128"/>
                <a:gd name="T64" fmla="*/ 5 w 9"/>
                <a:gd name="T65" fmla="*/ 82 h 128"/>
                <a:gd name="T66" fmla="*/ 5 w 9"/>
                <a:gd name="T67" fmla="*/ 77 h 128"/>
                <a:gd name="T68" fmla="*/ 5 w 9"/>
                <a:gd name="T69" fmla="*/ 69 h 128"/>
                <a:gd name="T70" fmla="*/ 6 w 9"/>
                <a:gd name="T71" fmla="*/ 63 h 128"/>
                <a:gd name="T72" fmla="*/ 6 w 9"/>
                <a:gd name="T73" fmla="*/ 57 h 128"/>
                <a:gd name="T74" fmla="*/ 6 w 9"/>
                <a:gd name="T75" fmla="*/ 49 h 128"/>
                <a:gd name="T76" fmla="*/ 6 w 9"/>
                <a:gd name="T77" fmla="*/ 44 h 128"/>
                <a:gd name="T78" fmla="*/ 7 w 9"/>
                <a:gd name="T79" fmla="*/ 38 h 128"/>
                <a:gd name="T80" fmla="*/ 7 w 9"/>
                <a:gd name="T81" fmla="*/ 29 h 128"/>
                <a:gd name="T82" fmla="*/ 7 w 9"/>
                <a:gd name="T83" fmla="*/ 20 h 128"/>
                <a:gd name="T84" fmla="*/ 7 w 9"/>
                <a:gd name="T85" fmla="*/ 15 h 128"/>
                <a:gd name="T86" fmla="*/ 7 w 9"/>
                <a:gd name="T87" fmla="*/ 13 h 128"/>
                <a:gd name="T88" fmla="*/ 7 w 9"/>
                <a:gd name="T89" fmla="*/ 11 h 128"/>
                <a:gd name="T90" fmla="*/ 7 w 9"/>
                <a:gd name="T91" fmla="*/ 8 h 128"/>
                <a:gd name="T92" fmla="*/ 8 w 9"/>
                <a:gd name="T93" fmla="*/ 6 h 128"/>
                <a:gd name="T94" fmla="*/ 8 w 9"/>
                <a:gd name="T95" fmla="*/ 4 h 128"/>
                <a:gd name="T96" fmla="*/ 8 w 9"/>
                <a:gd name="T97" fmla="*/ 0 h 128"/>
                <a:gd name="T98" fmla="*/ 8 w 9"/>
                <a:gd name="T99" fmla="*/ 0 h 128"/>
                <a:gd name="T100" fmla="*/ 8 w 9"/>
                <a:gd name="T101" fmla="*/ 4 h 128"/>
                <a:gd name="T102" fmla="*/ 9 w 9"/>
                <a:gd name="T103" fmla="*/ 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28">
                  <a:moveTo>
                    <a:pt x="0" y="88"/>
                  </a:moveTo>
                  <a:lnTo>
                    <a:pt x="0" y="91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1" y="96"/>
                  </a:lnTo>
                  <a:lnTo>
                    <a:pt x="1" y="98"/>
                  </a:lnTo>
                  <a:lnTo>
                    <a:pt x="1" y="100"/>
                  </a:lnTo>
                  <a:lnTo>
                    <a:pt x="1" y="103"/>
                  </a:lnTo>
                  <a:lnTo>
                    <a:pt x="2" y="106"/>
                  </a:lnTo>
                  <a:lnTo>
                    <a:pt x="2" y="110"/>
                  </a:lnTo>
                  <a:lnTo>
                    <a:pt x="2" y="116"/>
                  </a:lnTo>
                  <a:lnTo>
                    <a:pt x="2" y="122"/>
                  </a:lnTo>
                  <a:lnTo>
                    <a:pt x="2" y="125"/>
                  </a:lnTo>
                  <a:lnTo>
                    <a:pt x="2" y="127"/>
                  </a:lnTo>
                  <a:lnTo>
                    <a:pt x="2" y="128"/>
                  </a:lnTo>
                  <a:lnTo>
                    <a:pt x="3" y="126"/>
                  </a:lnTo>
                  <a:lnTo>
                    <a:pt x="3" y="123"/>
                  </a:lnTo>
                  <a:lnTo>
                    <a:pt x="3" y="119"/>
                  </a:lnTo>
                  <a:lnTo>
                    <a:pt x="3" y="113"/>
                  </a:lnTo>
                  <a:lnTo>
                    <a:pt x="3" y="108"/>
                  </a:lnTo>
                  <a:lnTo>
                    <a:pt x="4" y="104"/>
                  </a:lnTo>
                  <a:lnTo>
                    <a:pt x="4" y="97"/>
                  </a:lnTo>
                  <a:lnTo>
                    <a:pt x="4" y="94"/>
                  </a:lnTo>
                  <a:lnTo>
                    <a:pt x="4" y="94"/>
                  </a:lnTo>
                  <a:lnTo>
                    <a:pt x="4" y="92"/>
                  </a:lnTo>
                  <a:lnTo>
                    <a:pt x="4" y="92"/>
                  </a:lnTo>
                  <a:lnTo>
                    <a:pt x="4" y="96"/>
                  </a:lnTo>
                  <a:lnTo>
                    <a:pt x="5" y="95"/>
                  </a:lnTo>
                  <a:lnTo>
                    <a:pt x="5" y="89"/>
                  </a:lnTo>
                  <a:lnTo>
                    <a:pt x="5" y="84"/>
                  </a:lnTo>
                  <a:lnTo>
                    <a:pt x="5" y="83"/>
                  </a:lnTo>
                  <a:lnTo>
                    <a:pt x="5" y="82"/>
                  </a:lnTo>
                  <a:lnTo>
                    <a:pt x="5" y="77"/>
                  </a:lnTo>
                  <a:lnTo>
                    <a:pt x="5" y="69"/>
                  </a:lnTo>
                  <a:lnTo>
                    <a:pt x="6" y="63"/>
                  </a:lnTo>
                  <a:lnTo>
                    <a:pt x="6" y="57"/>
                  </a:lnTo>
                  <a:lnTo>
                    <a:pt x="6" y="49"/>
                  </a:lnTo>
                  <a:lnTo>
                    <a:pt x="6" y="44"/>
                  </a:lnTo>
                  <a:lnTo>
                    <a:pt x="7" y="38"/>
                  </a:lnTo>
                  <a:lnTo>
                    <a:pt x="7" y="29"/>
                  </a:lnTo>
                  <a:lnTo>
                    <a:pt x="7" y="20"/>
                  </a:lnTo>
                  <a:lnTo>
                    <a:pt x="7" y="15"/>
                  </a:lnTo>
                  <a:lnTo>
                    <a:pt x="7" y="13"/>
                  </a:lnTo>
                  <a:lnTo>
                    <a:pt x="7" y="11"/>
                  </a:lnTo>
                  <a:lnTo>
                    <a:pt x="7" y="8"/>
                  </a:lnTo>
                  <a:lnTo>
                    <a:pt x="8" y="6"/>
                  </a:lnTo>
                  <a:lnTo>
                    <a:pt x="8" y="4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9" y="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2" name="Freeform 655"/>
            <p:cNvSpPr/>
            <p:nvPr/>
          </p:nvSpPr>
          <p:spPr bwMode="auto">
            <a:xfrm>
              <a:off x="2413000" y="1897064"/>
              <a:ext cx="14288" cy="92075"/>
            </a:xfrm>
            <a:custGeom>
              <a:avLst/>
              <a:gdLst>
                <a:gd name="T0" fmla="*/ 0 w 9"/>
                <a:gd name="T1" fmla="*/ 52 h 58"/>
                <a:gd name="T2" fmla="*/ 1 w 9"/>
                <a:gd name="T3" fmla="*/ 52 h 58"/>
                <a:gd name="T4" fmla="*/ 1 w 9"/>
                <a:gd name="T5" fmla="*/ 48 h 58"/>
                <a:gd name="T6" fmla="*/ 1 w 9"/>
                <a:gd name="T7" fmla="*/ 45 h 58"/>
                <a:gd name="T8" fmla="*/ 1 w 9"/>
                <a:gd name="T9" fmla="*/ 46 h 58"/>
                <a:gd name="T10" fmla="*/ 1 w 9"/>
                <a:gd name="T11" fmla="*/ 48 h 58"/>
                <a:gd name="T12" fmla="*/ 1 w 9"/>
                <a:gd name="T13" fmla="*/ 48 h 58"/>
                <a:gd name="T14" fmla="*/ 1 w 9"/>
                <a:gd name="T15" fmla="*/ 46 h 58"/>
                <a:gd name="T16" fmla="*/ 2 w 9"/>
                <a:gd name="T17" fmla="*/ 44 h 58"/>
                <a:gd name="T18" fmla="*/ 2 w 9"/>
                <a:gd name="T19" fmla="*/ 44 h 58"/>
                <a:gd name="T20" fmla="*/ 2 w 9"/>
                <a:gd name="T21" fmla="*/ 45 h 58"/>
                <a:gd name="T22" fmla="*/ 2 w 9"/>
                <a:gd name="T23" fmla="*/ 44 h 58"/>
                <a:gd name="T24" fmla="*/ 2 w 9"/>
                <a:gd name="T25" fmla="*/ 41 h 58"/>
                <a:gd name="T26" fmla="*/ 2 w 9"/>
                <a:gd name="T27" fmla="*/ 40 h 58"/>
                <a:gd name="T28" fmla="*/ 3 w 9"/>
                <a:gd name="T29" fmla="*/ 39 h 58"/>
                <a:gd name="T30" fmla="*/ 3 w 9"/>
                <a:gd name="T31" fmla="*/ 40 h 58"/>
                <a:gd name="T32" fmla="*/ 3 w 9"/>
                <a:gd name="T33" fmla="*/ 44 h 58"/>
                <a:gd name="T34" fmla="*/ 3 w 9"/>
                <a:gd name="T35" fmla="*/ 46 h 58"/>
                <a:gd name="T36" fmla="*/ 3 w 9"/>
                <a:gd name="T37" fmla="*/ 45 h 58"/>
                <a:gd name="T38" fmla="*/ 4 w 9"/>
                <a:gd name="T39" fmla="*/ 44 h 58"/>
                <a:gd name="T40" fmla="*/ 4 w 9"/>
                <a:gd name="T41" fmla="*/ 47 h 58"/>
                <a:gd name="T42" fmla="*/ 4 w 9"/>
                <a:gd name="T43" fmla="*/ 50 h 58"/>
                <a:gd name="T44" fmla="*/ 4 w 9"/>
                <a:gd name="T45" fmla="*/ 52 h 58"/>
                <a:gd name="T46" fmla="*/ 4 w 9"/>
                <a:gd name="T47" fmla="*/ 54 h 58"/>
                <a:gd name="T48" fmla="*/ 4 w 9"/>
                <a:gd name="T49" fmla="*/ 55 h 58"/>
                <a:gd name="T50" fmla="*/ 4 w 9"/>
                <a:gd name="T51" fmla="*/ 56 h 58"/>
                <a:gd name="T52" fmla="*/ 5 w 9"/>
                <a:gd name="T53" fmla="*/ 55 h 58"/>
                <a:gd name="T54" fmla="*/ 5 w 9"/>
                <a:gd name="T55" fmla="*/ 57 h 58"/>
                <a:gd name="T56" fmla="*/ 5 w 9"/>
                <a:gd name="T57" fmla="*/ 58 h 58"/>
                <a:gd name="T58" fmla="*/ 5 w 9"/>
                <a:gd name="T59" fmla="*/ 57 h 58"/>
                <a:gd name="T60" fmla="*/ 5 w 9"/>
                <a:gd name="T61" fmla="*/ 54 h 58"/>
                <a:gd name="T62" fmla="*/ 6 w 9"/>
                <a:gd name="T63" fmla="*/ 51 h 58"/>
                <a:gd name="T64" fmla="*/ 6 w 9"/>
                <a:gd name="T65" fmla="*/ 48 h 58"/>
                <a:gd name="T66" fmla="*/ 6 w 9"/>
                <a:gd name="T67" fmla="*/ 45 h 58"/>
                <a:gd name="T68" fmla="*/ 6 w 9"/>
                <a:gd name="T69" fmla="*/ 42 h 58"/>
                <a:gd name="T70" fmla="*/ 6 w 9"/>
                <a:gd name="T71" fmla="*/ 40 h 58"/>
                <a:gd name="T72" fmla="*/ 6 w 9"/>
                <a:gd name="T73" fmla="*/ 36 h 58"/>
                <a:gd name="T74" fmla="*/ 7 w 9"/>
                <a:gd name="T75" fmla="*/ 31 h 58"/>
                <a:gd name="T76" fmla="*/ 7 w 9"/>
                <a:gd name="T77" fmla="*/ 29 h 58"/>
                <a:gd name="T78" fmla="*/ 7 w 9"/>
                <a:gd name="T79" fmla="*/ 27 h 58"/>
                <a:gd name="T80" fmla="*/ 7 w 9"/>
                <a:gd name="T81" fmla="*/ 24 h 58"/>
                <a:gd name="T82" fmla="*/ 7 w 9"/>
                <a:gd name="T83" fmla="*/ 23 h 58"/>
                <a:gd name="T84" fmla="*/ 7 w 9"/>
                <a:gd name="T85" fmla="*/ 22 h 58"/>
                <a:gd name="T86" fmla="*/ 7 w 9"/>
                <a:gd name="T87" fmla="*/ 20 h 58"/>
                <a:gd name="T88" fmla="*/ 8 w 9"/>
                <a:gd name="T89" fmla="*/ 14 h 58"/>
                <a:gd name="T90" fmla="*/ 8 w 9"/>
                <a:gd name="T91" fmla="*/ 9 h 58"/>
                <a:gd name="T92" fmla="*/ 8 w 9"/>
                <a:gd name="T93" fmla="*/ 8 h 58"/>
                <a:gd name="T94" fmla="*/ 8 w 9"/>
                <a:gd name="T95" fmla="*/ 7 h 58"/>
                <a:gd name="T96" fmla="*/ 8 w 9"/>
                <a:gd name="T97" fmla="*/ 5 h 58"/>
                <a:gd name="T98" fmla="*/ 9 w 9"/>
                <a:gd name="T99" fmla="*/ 4 h 58"/>
                <a:gd name="T100" fmla="*/ 9 w 9"/>
                <a:gd name="T101" fmla="*/ 2 h 58"/>
                <a:gd name="T102" fmla="*/ 9 w 9"/>
                <a:gd name="T10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8">
                  <a:moveTo>
                    <a:pt x="0" y="52"/>
                  </a:moveTo>
                  <a:lnTo>
                    <a:pt x="1" y="52"/>
                  </a:lnTo>
                  <a:lnTo>
                    <a:pt x="1" y="48"/>
                  </a:lnTo>
                  <a:lnTo>
                    <a:pt x="1" y="45"/>
                  </a:lnTo>
                  <a:lnTo>
                    <a:pt x="1" y="46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2" y="44"/>
                  </a:lnTo>
                  <a:lnTo>
                    <a:pt x="2" y="44"/>
                  </a:lnTo>
                  <a:lnTo>
                    <a:pt x="2" y="45"/>
                  </a:lnTo>
                  <a:lnTo>
                    <a:pt x="2" y="44"/>
                  </a:lnTo>
                  <a:lnTo>
                    <a:pt x="2" y="41"/>
                  </a:lnTo>
                  <a:lnTo>
                    <a:pt x="2" y="40"/>
                  </a:lnTo>
                  <a:lnTo>
                    <a:pt x="3" y="39"/>
                  </a:lnTo>
                  <a:lnTo>
                    <a:pt x="3" y="40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5"/>
                  </a:lnTo>
                  <a:lnTo>
                    <a:pt x="4" y="44"/>
                  </a:lnTo>
                  <a:lnTo>
                    <a:pt x="4" y="47"/>
                  </a:lnTo>
                  <a:lnTo>
                    <a:pt x="4" y="50"/>
                  </a:lnTo>
                  <a:lnTo>
                    <a:pt x="4" y="52"/>
                  </a:lnTo>
                  <a:lnTo>
                    <a:pt x="4" y="54"/>
                  </a:lnTo>
                  <a:lnTo>
                    <a:pt x="4" y="55"/>
                  </a:lnTo>
                  <a:lnTo>
                    <a:pt x="4" y="56"/>
                  </a:lnTo>
                  <a:lnTo>
                    <a:pt x="5" y="55"/>
                  </a:lnTo>
                  <a:lnTo>
                    <a:pt x="5" y="57"/>
                  </a:lnTo>
                  <a:lnTo>
                    <a:pt x="5" y="58"/>
                  </a:lnTo>
                  <a:lnTo>
                    <a:pt x="5" y="57"/>
                  </a:lnTo>
                  <a:lnTo>
                    <a:pt x="5" y="54"/>
                  </a:lnTo>
                  <a:lnTo>
                    <a:pt x="6" y="51"/>
                  </a:lnTo>
                  <a:lnTo>
                    <a:pt x="6" y="48"/>
                  </a:lnTo>
                  <a:lnTo>
                    <a:pt x="6" y="45"/>
                  </a:lnTo>
                  <a:lnTo>
                    <a:pt x="6" y="42"/>
                  </a:lnTo>
                  <a:lnTo>
                    <a:pt x="6" y="40"/>
                  </a:lnTo>
                  <a:lnTo>
                    <a:pt x="6" y="36"/>
                  </a:lnTo>
                  <a:lnTo>
                    <a:pt x="7" y="31"/>
                  </a:lnTo>
                  <a:lnTo>
                    <a:pt x="7" y="29"/>
                  </a:lnTo>
                  <a:lnTo>
                    <a:pt x="7" y="27"/>
                  </a:lnTo>
                  <a:lnTo>
                    <a:pt x="7" y="24"/>
                  </a:lnTo>
                  <a:lnTo>
                    <a:pt x="7" y="23"/>
                  </a:lnTo>
                  <a:lnTo>
                    <a:pt x="7" y="22"/>
                  </a:lnTo>
                  <a:lnTo>
                    <a:pt x="7" y="20"/>
                  </a:lnTo>
                  <a:lnTo>
                    <a:pt x="8" y="14"/>
                  </a:lnTo>
                  <a:lnTo>
                    <a:pt x="8" y="9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9" y="2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3" name="Freeform 656"/>
            <p:cNvSpPr/>
            <p:nvPr/>
          </p:nvSpPr>
          <p:spPr bwMode="auto">
            <a:xfrm>
              <a:off x="2427288" y="1897064"/>
              <a:ext cx="12700" cy="87313"/>
            </a:xfrm>
            <a:custGeom>
              <a:avLst/>
              <a:gdLst>
                <a:gd name="T0" fmla="*/ 0 w 8"/>
                <a:gd name="T1" fmla="*/ 2 h 55"/>
                <a:gd name="T2" fmla="*/ 0 w 8"/>
                <a:gd name="T3" fmla="*/ 0 h 55"/>
                <a:gd name="T4" fmla="*/ 0 w 8"/>
                <a:gd name="T5" fmla="*/ 1 h 55"/>
                <a:gd name="T6" fmla="*/ 0 w 8"/>
                <a:gd name="T7" fmla="*/ 5 h 55"/>
                <a:gd name="T8" fmla="*/ 0 w 8"/>
                <a:gd name="T9" fmla="*/ 8 h 55"/>
                <a:gd name="T10" fmla="*/ 0 w 8"/>
                <a:gd name="T11" fmla="*/ 9 h 55"/>
                <a:gd name="T12" fmla="*/ 1 w 8"/>
                <a:gd name="T13" fmla="*/ 8 h 55"/>
                <a:gd name="T14" fmla="*/ 1 w 8"/>
                <a:gd name="T15" fmla="*/ 7 h 55"/>
                <a:gd name="T16" fmla="*/ 1 w 8"/>
                <a:gd name="T17" fmla="*/ 7 h 55"/>
                <a:gd name="T18" fmla="*/ 1 w 8"/>
                <a:gd name="T19" fmla="*/ 10 h 55"/>
                <a:gd name="T20" fmla="*/ 2 w 8"/>
                <a:gd name="T21" fmla="*/ 12 h 55"/>
                <a:gd name="T22" fmla="*/ 2 w 8"/>
                <a:gd name="T23" fmla="*/ 13 h 55"/>
                <a:gd name="T24" fmla="*/ 2 w 8"/>
                <a:gd name="T25" fmla="*/ 16 h 55"/>
                <a:gd name="T26" fmla="*/ 2 w 8"/>
                <a:gd name="T27" fmla="*/ 22 h 55"/>
                <a:gd name="T28" fmla="*/ 2 w 8"/>
                <a:gd name="T29" fmla="*/ 28 h 55"/>
                <a:gd name="T30" fmla="*/ 2 w 8"/>
                <a:gd name="T31" fmla="*/ 34 h 55"/>
                <a:gd name="T32" fmla="*/ 2 w 8"/>
                <a:gd name="T33" fmla="*/ 41 h 55"/>
                <a:gd name="T34" fmla="*/ 3 w 8"/>
                <a:gd name="T35" fmla="*/ 48 h 55"/>
                <a:gd name="T36" fmla="*/ 3 w 8"/>
                <a:gd name="T37" fmla="*/ 51 h 55"/>
                <a:gd name="T38" fmla="*/ 3 w 8"/>
                <a:gd name="T39" fmla="*/ 53 h 55"/>
                <a:gd name="T40" fmla="*/ 3 w 8"/>
                <a:gd name="T41" fmla="*/ 55 h 55"/>
                <a:gd name="T42" fmla="*/ 3 w 8"/>
                <a:gd name="T43" fmla="*/ 54 h 55"/>
                <a:gd name="T44" fmla="*/ 3 w 8"/>
                <a:gd name="T45" fmla="*/ 51 h 55"/>
                <a:gd name="T46" fmla="*/ 3 w 8"/>
                <a:gd name="T47" fmla="*/ 50 h 55"/>
                <a:gd name="T48" fmla="*/ 4 w 8"/>
                <a:gd name="T49" fmla="*/ 47 h 55"/>
                <a:gd name="T50" fmla="*/ 4 w 8"/>
                <a:gd name="T51" fmla="*/ 42 h 55"/>
                <a:gd name="T52" fmla="*/ 4 w 8"/>
                <a:gd name="T53" fmla="*/ 37 h 55"/>
                <a:gd name="T54" fmla="*/ 4 w 8"/>
                <a:gd name="T55" fmla="*/ 34 h 55"/>
                <a:gd name="T56" fmla="*/ 4 w 8"/>
                <a:gd name="T57" fmla="*/ 32 h 55"/>
                <a:gd name="T58" fmla="*/ 5 w 8"/>
                <a:gd name="T59" fmla="*/ 31 h 55"/>
                <a:gd name="T60" fmla="*/ 5 w 8"/>
                <a:gd name="T61" fmla="*/ 31 h 55"/>
                <a:gd name="T62" fmla="*/ 5 w 8"/>
                <a:gd name="T63" fmla="*/ 30 h 55"/>
                <a:gd name="T64" fmla="*/ 5 w 8"/>
                <a:gd name="T65" fmla="*/ 29 h 55"/>
                <a:gd name="T66" fmla="*/ 5 w 8"/>
                <a:gd name="T67" fmla="*/ 28 h 55"/>
                <a:gd name="T68" fmla="*/ 5 w 8"/>
                <a:gd name="T69" fmla="*/ 29 h 55"/>
                <a:gd name="T70" fmla="*/ 5 w 8"/>
                <a:gd name="T71" fmla="*/ 31 h 55"/>
                <a:gd name="T72" fmla="*/ 6 w 8"/>
                <a:gd name="T73" fmla="*/ 31 h 55"/>
                <a:gd name="T74" fmla="*/ 6 w 8"/>
                <a:gd name="T75" fmla="*/ 31 h 55"/>
                <a:gd name="T76" fmla="*/ 6 w 8"/>
                <a:gd name="T77" fmla="*/ 28 h 55"/>
                <a:gd name="T78" fmla="*/ 6 w 8"/>
                <a:gd name="T79" fmla="*/ 24 h 55"/>
                <a:gd name="T80" fmla="*/ 7 w 8"/>
                <a:gd name="T81" fmla="*/ 22 h 55"/>
                <a:gd name="T82" fmla="*/ 7 w 8"/>
                <a:gd name="T83" fmla="*/ 20 h 55"/>
                <a:gd name="T84" fmla="*/ 7 w 8"/>
                <a:gd name="T85" fmla="*/ 18 h 55"/>
                <a:gd name="T86" fmla="*/ 7 w 8"/>
                <a:gd name="T87" fmla="*/ 16 h 55"/>
                <a:gd name="T88" fmla="*/ 7 w 8"/>
                <a:gd name="T89" fmla="*/ 13 h 55"/>
                <a:gd name="T90" fmla="*/ 7 w 8"/>
                <a:gd name="T91" fmla="*/ 10 h 55"/>
                <a:gd name="T92" fmla="*/ 7 w 8"/>
                <a:gd name="T93" fmla="*/ 9 h 55"/>
                <a:gd name="T94" fmla="*/ 8 w 8"/>
                <a:gd name="T95" fmla="*/ 12 h 55"/>
                <a:gd name="T96" fmla="*/ 8 w 8"/>
                <a:gd name="T97" fmla="*/ 15 h 55"/>
                <a:gd name="T98" fmla="*/ 8 w 8"/>
                <a:gd name="T99" fmla="*/ 16 h 55"/>
                <a:gd name="T100" fmla="*/ 8 w 8"/>
                <a:gd name="T101" fmla="*/ 18 h 55"/>
                <a:gd name="T102" fmla="*/ 8 w 8"/>
                <a:gd name="T103" fmla="*/ 22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55">
                  <a:moveTo>
                    <a:pt x="0" y="2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5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10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6"/>
                  </a:lnTo>
                  <a:lnTo>
                    <a:pt x="2" y="22"/>
                  </a:lnTo>
                  <a:lnTo>
                    <a:pt x="2" y="28"/>
                  </a:lnTo>
                  <a:lnTo>
                    <a:pt x="2" y="34"/>
                  </a:lnTo>
                  <a:lnTo>
                    <a:pt x="2" y="41"/>
                  </a:lnTo>
                  <a:lnTo>
                    <a:pt x="3" y="48"/>
                  </a:lnTo>
                  <a:lnTo>
                    <a:pt x="3" y="51"/>
                  </a:lnTo>
                  <a:lnTo>
                    <a:pt x="3" y="53"/>
                  </a:lnTo>
                  <a:lnTo>
                    <a:pt x="3" y="55"/>
                  </a:lnTo>
                  <a:lnTo>
                    <a:pt x="3" y="54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7"/>
                  </a:lnTo>
                  <a:lnTo>
                    <a:pt x="4" y="42"/>
                  </a:lnTo>
                  <a:lnTo>
                    <a:pt x="4" y="37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5" y="30"/>
                  </a:lnTo>
                  <a:lnTo>
                    <a:pt x="5" y="29"/>
                  </a:lnTo>
                  <a:lnTo>
                    <a:pt x="5" y="28"/>
                  </a:lnTo>
                  <a:lnTo>
                    <a:pt x="5" y="29"/>
                  </a:lnTo>
                  <a:lnTo>
                    <a:pt x="5" y="31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6" y="28"/>
                  </a:lnTo>
                  <a:lnTo>
                    <a:pt x="6" y="24"/>
                  </a:lnTo>
                  <a:lnTo>
                    <a:pt x="7" y="22"/>
                  </a:lnTo>
                  <a:lnTo>
                    <a:pt x="7" y="20"/>
                  </a:lnTo>
                  <a:lnTo>
                    <a:pt x="7" y="18"/>
                  </a:lnTo>
                  <a:lnTo>
                    <a:pt x="7" y="16"/>
                  </a:lnTo>
                  <a:lnTo>
                    <a:pt x="7" y="13"/>
                  </a:lnTo>
                  <a:lnTo>
                    <a:pt x="7" y="10"/>
                  </a:lnTo>
                  <a:lnTo>
                    <a:pt x="7" y="9"/>
                  </a:lnTo>
                  <a:lnTo>
                    <a:pt x="8" y="12"/>
                  </a:lnTo>
                  <a:lnTo>
                    <a:pt x="8" y="15"/>
                  </a:lnTo>
                  <a:lnTo>
                    <a:pt x="8" y="16"/>
                  </a:lnTo>
                  <a:lnTo>
                    <a:pt x="8" y="18"/>
                  </a:lnTo>
                  <a:lnTo>
                    <a:pt x="8" y="2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4" name="Freeform 657"/>
            <p:cNvSpPr/>
            <p:nvPr/>
          </p:nvSpPr>
          <p:spPr bwMode="auto">
            <a:xfrm>
              <a:off x="2439988" y="1925639"/>
              <a:ext cx="14288" cy="171450"/>
            </a:xfrm>
            <a:custGeom>
              <a:avLst/>
              <a:gdLst>
                <a:gd name="T0" fmla="*/ 0 w 9"/>
                <a:gd name="T1" fmla="*/ 0 h 108"/>
                <a:gd name="T2" fmla="*/ 0 w 9"/>
                <a:gd name="T3" fmla="*/ 4 h 108"/>
                <a:gd name="T4" fmla="*/ 0 w 9"/>
                <a:gd name="T5" fmla="*/ 8 h 108"/>
                <a:gd name="T6" fmla="*/ 0 w 9"/>
                <a:gd name="T7" fmla="*/ 10 h 108"/>
                <a:gd name="T8" fmla="*/ 1 w 9"/>
                <a:gd name="T9" fmla="*/ 15 h 108"/>
                <a:gd name="T10" fmla="*/ 1 w 9"/>
                <a:gd name="T11" fmla="*/ 21 h 108"/>
                <a:gd name="T12" fmla="*/ 1 w 9"/>
                <a:gd name="T13" fmla="*/ 23 h 108"/>
                <a:gd name="T14" fmla="*/ 1 w 9"/>
                <a:gd name="T15" fmla="*/ 28 h 108"/>
                <a:gd name="T16" fmla="*/ 1 w 9"/>
                <a:gd name="T17" fmla="*/ 34 h 108"/>
                <a:gd name="T18" fmla="*/ 2 w 9"/>
                <a:gd name="T19" fmla="*/ 37 h 108"/>
                <a:gd name="T20" fmla="*/ 2 w 9"/>
                <a:gd name="T21" fmla="*/ 37 h 108"/>
                <a:gd name="T22" fmla="*/ 2 w 9"/>
                <a:gd name="T23" fmla="*/ 39 h 108"/>
                <a:gd name="T24" fmla="*/ 2 w 9"/>
                <a:gd name="T25" fmla="*/ 44 h 108"/>
                <a:gd name="T26" fmla="*/ 2 w 9"/>
                <a:gd name="T27" fmla="*/ 46 h 108"/>
                <a:gd name="T28" fmla="*/ 2 w 9"/>
                <a:gd name="T29" fmla="*/ 45 h 108"/>
                <a:gd name="T30" fmla="*/ 3 w 9"/>
                <a:gd name="T31" fmla="*/ 47 h 108"/>
                <a:gd name="T32" fmla="*/ 3 w 9"/>
                <a:gd name="T33" fmla="*/ 48 h 108"/>
                <a:gd name="T34" fmla="*/ 3 w 9"/>
                <a:gd name="T35" fmla="*/ 48 h 108"/>
                <a:gd name="T36" fmla="*/ 3 w 9"/>
                <a:gd name="T37" fmla="*/ 50 h 108"/>
                <a:gd name="T38" fmla="*/ 3 w 9"/>
                <a:gd name="T39" fmla="*/ 54 h 108"/>
                <a:gd name="T40" fmla="*/ 4 w 9"/>
                <a:gd name="T41" fmla="*/ 55 h 108"/>
                <a:gd name="T42" fmla="*/ 4 w 9"/>
                <a:gd name="T43" fmla="*/ 56 h 108"/>
                <a:gd name="T44" fmla="*/ 4 w 9"/>
                <a:gd name="T45" fmla="*/ 58 h 108"/>
                <a:gd name="T46" fmla="*/ 4 w 9"/>
                <a:gd name="T47" fmla="*/ 60 h 108"/>
                <a:gd name="T48" fmla="*/ 4 w 9"/>
                <a:gd name="T49" fmla="*/ 63 h 108"/>
                <a:gd name="T50" fmla="*/ 4 w 9"/>
                <a:gd name="T51" fmla="*/ 65 h 108"/>
                <a:gd name="T52" fmla="*/ 4 w 9"/>
                <a:gd name="T53" fmla="*/ 67 h 108"/>
                <a:gd name="T54" fmla="*/ 5 w 9"/>
                <a:gd name="T55" fmla="*/ 69 h 108"/>
                <a:gd name="T56" fmla="*/ 5 w 9"/>
                <a:gd name="T57" fmla="*/ 70 h 108"/>
                <a:gd name="T58" fmla="*/ 5 w 9"/>
                <a:gd name="T59" fmla="*/ 74 h 108"/>
                <a:gd name="T60" fmla="*/ 5 w 9"/>
                <a:gd name="T61" fmla="*/ 79 h 108"/>
                <a:gd name="T62" fmla="*/ 5 w 9"/>
                <a:gd name="T63" fmla="*/ 81 h 108"/>
                <a:gd name="T64" fmla="*/ 5 w 9"/>
                <a:gd name="T65" fmla="*/ 83 h 108"/>
                <a:gd name="T66" fmla="*/ 5 w 9"/>
                <a:gd name="T67" fmla="*/ 86 h 108"/>
                <a:gd name="T68" fmla="*/ 6 w 9"/>
                <a:gd name="T69" fmla="*/ 88 h 108"/>
                <a:gd name="T70" fmla="*/ 6 w 9"/>
                <a:gd name="T71" fmla="*/ 89 h 108"/>
                <a:gd name="T72" fmla="*/ 6 w 9"/>
                <a:gd name="T73" fmla="*/ 90 h 108"/>
                <a:gd name="T74" fmla="*/ 6 w 9"/>
                <a:gd name="T75" fmla="*/ 92 h 108"/>
                <a:gd name="T76" fmla="*/ 7 w 9"/>
                <a:gd name="T77" fmla="*/ 93 h 108"/>
                <a:gd name="T78" fmla="*/ 7 w 9"/>
                <a:gd name="T79" fmla="*/ 95 h 108"/>
                <a:gd name="T80" fmla="*/ 7 w 9"/>
                <a:gd name="T81" fmla="*/ 99 h 108"/>
                <a:gd name="T82" fmla="*/ 7 w 9"/>
                <a:gd name="T83" fmla="*/ 99 h 108"/>
                <a:gd name="T84" fmla="*/ 7 w 9"/>
                <a:gd name="T85" fmla="*/ 99 h 108"/>
                <a:gd name="T86" fmla="*/ 7 w 9"/>
                <a:gd name="T87" fmla="*/ 103 h 108"/>
                <a:gd name="T88" fmla="*/ 7 w 9"/>
                <a:gd name="T89" fmla="*/ 106 h 108"/>
                <a:gd name="T90" fmla="*/ 8 w 9"/>
                <a:gd name="T91" fmla="*/ 105 h 108"/>
                <a:gd name="T92" fmla="*/ 8 w 9"/>
                <a:gd name="T93" fmla="*/ 106 h 108"/>
                <a:gd name="T94" fmla="*/ 8 w 9"/>
                <a:gd name="T95" fmla="*/ 108 h 108"/>
                <a:gd name="T96" fmla="*/ 8 w 9"/>
                <a:gd name="T97" fmla="*/ 106 h 108"/>
                <a:gd name="T98" fmla="*/ 8 w 9"/>
                <a:gd name="T99" fmla="*/ 102 h 108"/>
                <a:gd name="T100" fmla="*/ 9 w 9"/>
                <a:gd name="T101" fmla="*/ 102 h 108"/>
                <a:gd name="T102" fmla="*/ 9 w 9"/>
                <a:gd name="T103" fmla="*/ 10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08">
                  <a:moveTo>
                    <a:pt x="0" y="0"/>
                  </a:moveTo>
                  <a:lnTo>
                    <a:pt x="0" y="4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1" y="21"/>
                  </a:lnTo>
                  <a:lnTo>
                    <a:pt x="1" y="23"/>
                  </a:lnTo>
                  <a:lnTo>
                    <a:pt x="1" y="28"/>
                  </a:lnTo>
                  <a:lnTo>
                    <a:pt x="1" y="34"/>
                  </a:lnTo>
                  <a:lnTo>
                    <a:pt x="2" y="37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4"/>
                  </a:lnTo>
                  <a:lnTo>
                    <a:pt x="2" y="46"/>
                  </a:lnTo>
                  <a:lnTo>
                    <a:pt x="2" y="45"/>
                  </a:lnTo>
                  <a:lnTo>
                    <a:pt x="3" y="47"/>
                  </a:lnTo>
                  <a:lnTo>
                    <a:pt x="3" y="48"/>
                  </a:lnTo>
                  <a:lnTo>
                    <a:pt x="3" y="48"/>
                  </a:lnTo>
                  <a:lnTo>
                    <a:pt x="3" y="50"/>
                  </a:lnTo>
                  <a:lnTo>
                    <a:pt x="3" y="54"/>
                  </a:lnTo>
                  <a:lnTo>
                    <a:pt x="4" y="55"/>
                  </a:lnTo>
                  <a:lnTo>
                    <a:pt x="4" y="56"/>
                  </a:lnTo>
                  <a:lnTo>
                    <a:pt x="4" y="58"/>
                  </a:lnTo>
                  <a:lnTo>
                    <a:pt x="4" y="60"/>
                  </a:lnTo>
                  <a:lnTo>
                    <a:pt x="4" y="63"/>
                  </a:lnTo>
                  <a:lnTo>
                    <a:pt x="4" y="65"/>
                  </a:lnTo>
                  <a:lnTo>
                    <a:pt x="4" y="67"/>
                  </a:lnTo>
                  <a:lnTo>
                    <a:pt x="5" y="69"/>
                  </a:lnTo>
                  <a:lnTo>
                    <a:pt x="5" y="70"/>
                  </a:lnTo>
                  <a:lnTo>
                    <a:pt x="5" y="74"/>
                  </a:lnTo>
                  <a:lnTo>
                    <a:pt x="5" y="79"/>
                  </a:lnTo>
                  <a:lnTo>
                    <a:pt x="5" y="81"/>
                  </a:lnTo>
                  <a:lnTo>
                    <a:pt x="5" y="83"/>
                  </a:lnTo>
                  <a:lnTo>
                    <a:pt x="5" y="86"/>
                  </a:lnTo>
                  <a:lnTo>
                    <a:pt x="6" y="88"/>
                  </a:lnTo>
                  <a:lnTo>
                    <a:pt x="6" y="89"/>
                  </a:lnTo>
                  <a:lnTo>
                    <a:pt x="6" y="90"/>
                  </a:lnTo>
                  <a:lnTo>
                    <a:pt x="6" y="92"/>
                  </a:lnTo>
                  <a:lnTo>
                    <a:pt x="7" y="93"/>
                  </a:lnTo>
                  <a:lnTo>
                    <a:pt x="7" y="95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7" y="103"/>
                  </a:lnTo>
                  <a:lnTo>
                    <a:pt x="7" y="106"/>
                  </a:lnTo>
                  <a:lnTo>
                    <a:pt x="8" y="105"/>
                  </a:lnTo>
                  <a:lnTo>
                    <a:pt x="8" y="106"/>
                  </a:lnTo>
                  <a:lnTo>
                    <a:pt x="8" y="108"/>
                  </a:lnTo>
                  <a:lnTo>
                    <a:pt x="8" y="106"/>
                  </a:lnTo>
                  <a:lnTo>
                    <a:pt x="8" y="102"/>
                  </a:lnTo>
                  <a:lnTo>
                    <a:pt x="9" y="102"/>
                  </a:lnTo>
                  <a:lnTo>
                    <a:pt x="9" y="10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5" name="Freeform 658"/>
            <p:cNvSpPr/>
            <p:nvPr/>
          </p:nvSpPr>
          <p:spPr bwMode="auto">
            <a:xfrm>
              <a:off x="2454275" y="2046289"/>
              <a:ext cx="12700" cy="100013"/>
            </a:xfrm>
            <a:custGeom>
              <a:avLst/>
              <a:gdLst>
                <a:gd name="T0" fmla="*/ 0 w 8"/>
                <a:gd name="T1" fmla="*/ 26 h 63"/>
                <a:gd name="T2" fmla="*/ 0 w 8"/>
                <a:gd name="T3" fmla="*/ 28 h 63"/>
                <a:gd name="T4" fmla="*/ 0 w 8"/>
                <a:gd name="T5" fmla="*/ 29 h 63"/>
                <a:gd name="T6" fmla="*/ 0 w 8"/>
                <a:gd name="T7" fmla="*/ 29 h 63"/>
                <a:gd name="T8" fmla="*/ 0 w 8"/>
                <a:gd name="T9" fmla="*/ 31 h 63"/>
                <a:gd name="T10" fmla="*/ 0 w 8"/>
                <a:gd name="T11" fmla="*/ 35 h 63"/>
                <a:gd name="T12" fmla="*/ 0 w 8"/>
                <a:gd name="T13" fmla="*/ 37 h 63"/>
                <a:gd name="T14" fmla="*/ 1 w 8"/>
                <a:gd name="T15" fmla="*/ 39 h 63"/>
                <a:gd name="T16" fmla="*/ 1 w 8"/>
                <a:gd name="T17" fmla="*/ 41 h 63"/>
                <a:gd name="T18" fmla="*/ 1 w 8"/>
                <a:gd name="T19" fmla="*/ 40 h 63"/>
                <a:gd name="T20" fmla="*/ 1 w 8"/>
                <a:gd name="T21" fmla="*/ 38 h 63"/>
                <a:gd name="T22" fmla="*/ 1 w 8"/>
                <a:gd name="T23" fmla="*/ 38 h 63"/>
                <a:gd name="T24" fmla="*/ 1 w 8"/>
                <a:gd name="T25" fmla="*/ 38 h 63"/>
                <a:gd name="T26" fmla="*/ 1 w 8"/>
                <a:gd name="T27" fmla="*/ 35 h 63"/>
                <a:gd name="T28" fmla="*/ 2 w 8"/>
                <a:gd name="T29" fmla="*/ 33 h 63"/>
                <a:gd name="T30" fmla="*/ 2 w 8"/>
                <a:gd name="T31" fmla="*/ 35 h 63"/>
                <a:gd name="T32" fmla="*/ 2 w 8"/>
                <a:gd name="T33" fmla="*/ 37 h 63"/>
                <a:gd name="T34" fmla="*/ 2 w 8"/>
                <a:gd name="T35" fmla="*/ 38 h 63"/>
                <a:gd name="T36" fmla="*/ 3 w 8"/>
                <a:gd name="T37" fmla="*/ 42 h 63"/>
                <a:gd name="T38" fmla="*/ 3 w 8"/>
                <a:gd name="T39" fmla="*/ 45 h 63"/>
                <a:gd name="T40" fmla="*/ 3 w 8"/>
                <a:gd name="T41" fmla="*/ 50 h 63"/>
                <a:gd name="T42" fmla="*/ 3 w 8"/>
                <a:gd name="T43" fmla="*/ 55 h 63"/>
                <a:gd name="T44" fmla="*/ 3 w 8"/>
                <a:gd name="T45" fmla="*/ 56 h 63"/>
                <a:gd name="T46" fmla="*/ 3 w 8"/>
                <a:gd name="T47" fmla="*/ 57 h 63"/>
                <a:gd name="T48" fmla="*/ 3 w 8"/>
                <a:gd name="T49" fmla="*/ 60 h 63"/>
                <a:gd name="T50" fmla="*/ 4 w 8"/>
                <a:gd name="T51" fmla="*/ 60 h 63"/>
                <a:gd name="T52" fmla="*/ 4 w 8"/>
                <a:gd name="T53" fmla="*/ 57 h 63"/>
                <a:gd name="T54" fmla="*/ 4 w 8"/>
                <a:gd name="T55" fmla="*/ 55 h 63"/>
                <a:gd name="T56" fmla="*/ 4 w 8"/>
                <a:gd name="T57" fmla="*/ 57 h 63"/>
                <a:gd name="T58" fmla="*/ 4 w 8"/>
                <a:gd name="T59" fmla="*/ 58 h 63"/>
                <a:gd name="T60" fmla="*/ 5 w 8"/>
                <a:gd name="T61" fmla="*/ 57 h 63"/>
                <a:gd name="T62" fmla="*/ 5 w 8"/>
                <a:gd name="T63" fmla="*/ 54 h 63"/>
                <a:gd name="T64" fmla="*/ 5 w 8"/>
                <a:gd name="T65" fmla="*/ 51 h 63"/>
                <a:gd name="T66" fmla="*/ 5 w 8"/>
                <a:gd name="T67" fmla="*/ 50 h 63"/>
                <a:gd name="T68" fmla="*/ 5 w 8"/>
                <a:gd name="T69" fmla="*/ 52 h 63"/>
                <a:gd name="T70" fmla="*/ 5 w 8"/>
                <a:gd name="T71" fmla="*/ 56 h 63"/>
                <a:gd name="T72" fmla="*/ 5 w 8"/>
                <a:gd name="T73" fmla="*/ 56 h 63"/>
                <a:gd name="T74" fmla="*/ 6 w 8"/>
                <a:gd name="T75" fmla="*/ 55 h 63"/>
                <a:gd name="T76" fmla="*/ 6 w 8"/>
                <a:gd name="T77" fmla="*/ 58 h 63"/>
                <a:gd name="T78" fmla="*/ 6 w 8"/>
                <a:gd name="T79" fmla="*/ 58 h 63"/>
                <a:gd name="T80" fmla="*/ 6 w 8"/>
                <a:gd name="T81" fmla="*/ 59 h 63"/>
                <a:gd name="T82" fmla="*/ 6 w 8"/>
                <a:gd name="T83" fmla="*/ 62 h 63"/>
                <a:gd name="T84" fmla="*/ 6 w 8"/>
                <a:gd name="T85" fmla="*/ 63 h 63"/>
                <a:gd name="T86" fmla="*/ 7 w 8"/>
                <a:gd name="T87" fmla="*/ 58 h 63"/>
                <a:gd name="T88" fmla="*/ 7 w 8"/>
                <a:gd name="T89" fmla="*/ 51 h 63"/>
                <a:gd name="T90" fmla="*/ 7 w 8"/>
                <a:gd name="T91" fmla="*/ 45 h 63"/>
                <a:gd name="T92" fmla="*/ 7 w 8"/>
                <a:gd name="T93" fmla="*/ 38 h 63"/>
                <a:gd name="T94" fmla="*/ 7 w 8"/>
                <a:gd name="T95" fmla="*/ 31 h 63"/>
                <a:gd name="T96" fmla="*/ 8 w 8"/>
                <a:gd name="T97" fmla="*/ 24 h 63"/>
                <a:gd name="T98" fmla="*/ 8 w 8"/>
                <a:gd name="T99" fmla="*/ 17 h 63"/>
                <a:gd name="T100" fmla="*/ 8 w 8"/>
                <a:gd name="T101" fmla="*/ 8 h 63"/>
                <a:gd name="T102" fmla="*/ 8 w 8"/>
                <a:gd name="T103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3">
                  <a:moveTo>
                    <a:pt x="0" y="26"/>
                  </a:moveTo>
                  <a:lnTo>
                    <a:pt x="0" y="28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8"/>
                  </a:lnTo>
                  <a:lnTo>
                    <a:pt x="1" y="38"/>
                  </a:lnTo>
                  <a:lnTo>
                    <a:pt x="1" y="35"/>
                  </a:lnTo>
                  <a:lnTo>
                    <a:pt x="2" y="33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3" y="42"/>
                  </a:lnTo>
                  <a:lnTo>
                    <a:pt x="3" y="45"/>
                  </a:lnTo>
                  <a:lnTo>
                    <a:pt x="3" y="50"/>
                  </a:lnTo>
                  <a:lnTo>
                    <a:pt x="3" y="55"/>
                  </a:lnTo>
                  <a:lnTo>
                    <a:pt x="3" y="56"/>
                  </a:lnTo>
                  <a:lnTo>
                    <a:pt x="3" y="57"/>
                  </a:lnTo>
                  <a:lnTo>
                    <a:pt x="3" y="60"/>
                  </a:lnTo>
                  <a:lnTo>
                    <a:pt x="4" y="60"/>
                  </a:lnTo>
                  <a:lnTo>
                    <a:pt x="4" y="57"/>
                  </a:lnTo>
                  <a:lnTo>
                    <a:pt x="4" y="55"/>
                  </a:lnTo>
                  <a:lnTo>
                    <a:pt x="4" y="57"/>
                  </a:lnTo>
                  <a:lnTo>
                    <a:pt x="4" y="58"/>
                  </a:lnTo>
                  <a:lnTo>
                    <a:pt x="5" y="57"/>
                  </a:lnTo>
                  <a:lnTo>
                    <a:pt x="5" y="54"/>
                  </a:lnTo>
                  <a:lnTo>
                    <a:pt x="5" y="51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6" y="55"/>
                  </a:lnTo>
                  <a:lnTo>
                    <a:pt x="6" y="58"/>
                  </a:lnTo>
                  <a:lnTo>
                    <a:pt x="6" y="58"/>
                  </a:lnTo>
                  <a:lnTo>
                    <a:pt x="6" y="59"/>
                  </a:lnTo>
                  <a:lnTo>
                    <a:pt x="6" y="62"/>
                  </a:lnTo>
                  <a:lnTo>
                    <a:pt x="6" y="63"/>
                  </a:lnTo>
                  <a:lnTo>
                    <a:pt x="7" y="58"/>
                  </a:lnTo>
                  <a:lnTo>
                    <a:pt x="7" y="51"/>
                  </a:lnTo>
                  <a:lnTo>
                    <a:pt x="7" y="45"/>
                  </a:lnTo>
                  <a:lnTo>
                    <a:pt x="7" y="38"/>
                  </a:lnTo>
                  <a:lnTo>
                    <a:pt x="7" y="31"/>
                  </a:lnTo>
                  <a:lnTo>
                    <a:pt x="8" y="24"/>
                  </a:lnTo>
                  <a:lnTo>
                    <a:pt x="8" y="17"/>
                  </a:lnTo>
                  <a:lnTo>
                    <a:pt x="8" y="8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6" name="Freeform 659"/>
            <p:cNvSpPr/>
            <p:nvPr/>
          </p:nvSpPr>
          <p:spPr bwMode="auto">
            <a:xfrm>
              <a:off x="2466975" y="1957389"/>
              <a:ext cx="14288" cy="101600"/>
            </a:xfrm>
            <a:custGeom>
              <a:avLst/>
              <a:gdLst>
                <a:gd name="T0" fmla="*/ 0 w 9"/>
                <a:gd name="T1" fmla="*/ 64 h 64"/>
                <a:gd name="T2" fmla="*/ 0 w 9"/>
                <a:gd name="T3" fmla="*/ 56 h 64"/>
                <a:gd name="T4" fmla="*/ 0 w 9"/>
                <a:gd name="T5" fmla="*/ 53 h 64"/>
                <a:gd name="T6" fmla="*/ 0 w 9"/>
                <a:gd name="T7" fmla="*/ 51 h 64"/>
                <a:gd name="T8" fmla="*/ 0 w 9"/>
                <a:gd name="T9" fmla="*/ 47 h 64"/>
                <a:gd name="T10" fmla="*/ 1 w 9"/>
                <a:gd name="T11" fmla="*/ 43 h 64"/>
                <a:gd name="T12" fmla="*/ 1 w 9"/>
                <a:gd name="T13" fmla="*/ 42 h 64"/>
                <a:gd name="T14" fmla="*/ 1 w 9"/>
                <a:gd name="T15" fmla="*/ 37 h 64"/>
                <a:gd name="T16" fmla="*/ 1 w 9"/>
                <a:gd name="T17" fmla="*/ 32 h 64"/>
                <a:gd name="T18" fmla="*/ 2 w 9"/>
                <a:gd name="T19" fmla="*/ 32 h 64"/>
                <a:gd name="T20" fmla="*/ 2 w 9"/>
                <a:gd name="T21" fmla="*/ 36 h 64"/>
                <a:gd name="T22" fmla="*/ 2 w 9"/>
                <a:gd name="T23" fmla="*/ 35 h 64"/>
                <a:gd name="T24" fmla="*/ 2 w 9"/>
                <a:gd name="T25" fmla="*/ 28 h 64"/>
                <a:gd name="T26" fmla="*/ 2 w 9"/>
                <a:gd name="T27" fmla="*/ 22 h 64"/>
                <a:gd name="T28" fmla="*/ 2 w 9"/>
                <a:gd name="T29" fmla="*/ 21 h 64"/>
                <a:gd name="T30" fmla="*/ 2 w 9"/>
                <a:gd name="T31" fmla="*/ 20 h 64"/>
                <a:gd name="T32" fmla="*/ 3 w 9"/>
                <a:gd name="T33" fmla="*/ 19 h 64"/>
                <a:gd name="T34" fmla="*/ 3 w 9"/>
                <a:gd name="T35" fmla="*/ 19 h 64"/>
                <a:gd name="T36" fmla="*/ 3 w 9"/>
                <a:gd name="T37" fmla="*/ 15 h 64"/>
                <a:gd name="T38" fmla="*/ 3 w 9"/>
                <a:gd name="T39" fmla="*/ 8 h 64"/>
                <a:gd name="T40" fmla="*/ 3 w 9"/>
                <a:gd name="T41" fmla="*/ 6 h 64"/>
                <a:gd name="T42" fmla="*/ 4 w 9"/>
                <a:gd name="T43" fmla="*/ 10 h 64"/>
                <a:gd name="T44" fmla="*/ 4 w 9"/>
                <a:gd name="T45" fmla="*/ 11 h 64"/>
                <a:gd name="T46" fmla="*/ 4 w 9"/>
                <a:gd name="T47" fmla="*/ 8 h 64"/>
                <a:gd name="T48" fmla="*/ 4 w 9"/>
                <a:gd name="T49" fmla="*/ 6 h 64"/>
                <a:gd name="T50" fmla="*/ 4 w 9"/>
                <a:gd name="T51" fmla="*/ 4 h 64"/>
                <a:gd name="T52" fmla="*/ 4 w 9"/>
                <a:gd name="T53" fmla="*/ 2 h 64"/>
                <a:gd name="T54" fmla="*/ 4 w 9"/>
                <a:gd name="T55" fmla="*/ 3 h 64"/>
                <a:gd name="T56" fmla="*/ 5 w 9"/>
                <a:gd name="T57" fmla="*/ 5 h 64"/>
                <a:gd name="T58" fmla="*/ 5 w 9"/>
                <a:gd name="T59" fmla="*/ 3 h 64"/>
                <a:gd name="T60" fmla="*/ 5 w 9"/>
                <a:gd name="T61" fmla="*/ 2 h 64"/>
                <a:gd name="T62" fmla="*/ 5 w 9"/>
                <a:gd name="T63" fmla="*/ 2 h 64"/>
                <a:gd name="T64" fmla="*/ 5 w 9"/>
                <a:gd name="T65" fmla="*/ 5 h 64"/>
                <a:gd name="T66" fmla="*/ 5 w 9"/>
                <a:gd name="T67" fmla="*/ 8 h 64"/>
                <a:gd name="T68" fmla="*/ 5 w 9"/>
                <a:gd name="T69" fmla="*/ 9 h 64"/>
                <a:gd name="T70" fmla="*/ 6 w 9"/>
                <a:gd name="T71" fmla="*/ 10 h 64"/>
                <a:gd name="T72" fmla="*/ 6 w 9"/>
                <a:gd name="T73" fmla="*/ 12 h 64"/>
                <a:gd name="T74" fmla="*/ 6 w 9"/>
                <a:gd name="T75" fmla="*/ 13 h 64"/>
                <a:gd name="T76" fmla="*/ 6 w 9"/>
                <a:gd name="T77" fmla="*/ 13 h 64"/>
                <a:gd name="T78" fmla="*/ 7 w 9"/>
                <a:gd name="T79" fmla="*/ 13 h 64"/>
                <a:gd name="T80" fmla="*/ 7 w 9"/>
                <a:gd name="T81" fmla="*/ 14 h 64"/>
                <a:gd name="T82" fmla="*/ 7 w 9"/>
                <a:gd name="T83" fmla="*/ 13 h 64"/>
                <a:gd name="T84" fmla="*/ 7 w 9"/>
                <a:gd name="T85" fmla="*/ 11 h 64"/>
                <a:gd name="T86" fmla="*/ 7 w 9"/>
                <a:gd name="T87" fmla="*/ 10 h 64"/>
                <a:gd name="T88" fmla="*/ 7 w 9"/>
                <a:gd name="T89" fmla="*/ 12 h 64"/>
                <a:gd name="T90" fmla="*/ 7 w 9"/>
                <a:gd name="T91" fmla="*/ 11 h 64"/>
                <a:gd name="T92" fmla="*/ 8 w 9"/>
                <a:gd name="T93" fmla="*/ 9 h 64"/>
                <a:gd name="T94" fmla="*/ 8 w 9"/>
                <a:gd name="T95" fmla="*/ 7 h 64"/>
                <a:gd name="T96" fmla="*/ 8 w 9"/>
                <a:gd name="T97" fmla="*/ 4 h 64"/>
                <a:gd name="T98" fmla="*/ 8 w 9"/>
                <a:gd name="T99" fmla="*/ 3 h 64"/>
                <a:gd name="T100" fmla="*/ 8 w 9"/>
                <a:gd name="T101" fmla="*/ 3 h 64"/>
                <a:gd name="T102" fmla="*/ 9 w 9"/>
                <a:gd name="T103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4">
                  <a:moveTo>
                    <a:pt x="0" y="64"/>
                  </a:moveTo>
                  <a:lnTo>
                    <a:pt x="0" y="56"/>
                  </a:lnTo>
                  <a:lnTo>
                    <a:pt x="0" y="53"/>
                  </a:lnTo>
                  <a:lnTo>
                    <a:pt x="0" y="51"/>
                  </a:lnTo>
                  <a:lnTo>
                    <a:pt x="0" y="47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37"/>
                  </a:lnTo>
                  <a:lnTo>
                    <a:pt x="1" y="32"/>
                  </a:lnTo>
                  <a:lnTo>
                    <a:pt x="2" y="32"/>
                  </a:lnTo>
                  <a:lnTo>
                    <a:pt x="2" y="36"/>
                  </a:lnTo>
                  <a:lnTo>
                    <a:pt x="2" y="35"/>
                  </a:lnTo>
                  <a:lnTo>
                    <a:pt x="2" y="28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3" y="15"/>
                  </a:lnTo>
                  <a:lnTo>
                    <a:pt x="3" y="8"/>
                  </a:lnTo>
                  <a:lnTo>
                    <a:pt x="3" y="6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3"/>
                  </a:lnTo>
                  <a:lnTo>
                    <a:pt x="5" y="5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5"/>
                  </a:lnTo>
                  <a:lnTo>
                    <a:pt x="5" y="8"/>
                  </a:lnTo>
                  <a:lnTo>
                    <a:pt x="5" y="9"/>
                  </a:lnTo>
                  <a:lnTo>
                    <a:pt x="6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7" y="13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7" y="12"/>
                  </a:lnTo>
                  <a:lnTo>
                    <a:pt x="7" y="11"/>
                  </a:lnTo>
                  <a:lnTo>
                    <a:pt x="8" y="9"/>
                  </a:lnTo>
                  <a:lnTo>
                    <a:pt x="8" y="7"/>
                  </a:lnTo>
                  <a:lnTo>
                    <a:pt x="8" y="4"/>
                  </a:lnTo>
                  <a:lnTo>
                    <a:pt x="8" y="3"/>
                  </a:lnTo>
                  <a:lnTo>
                    <a:pt x="8" y="3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7" name="Freeform 660"/>
            <p:cNvSpPr/>
            <p:nvPr/>
          </p:nvSpPr>
          <p:spPr bwMode="auto">
            <a:xfrm>
              <a:off x="2479675" y="1909764"/>
              <a:ext cx="14288" cy="58738"/>
            </a:xfrm>
            <a:custGeom>
              <a:avLst/>
              <a:gdLst>
                <a:gd name="T0" fmla="*/ 0 w 9"/>
                <a:gd name="T1" fmla="*/ 33 h 37"/>
                <a:gd name="T2" fmla="*/ 1 w 9"/>
                <a:gd name="T3" fmla="*/ 30 h 37"/>
                <a:gd name="T4" fmla="*/ 1 w 9"/>
                <a:gd name="T5" fmla="*/ 25 h 37"/>
                <a:gd name="T6" fmla="*/ 1 w 9"/>
                <a:gd name="T7" fmla="*/ 20 h 37"/>
                <a:gd name="T8" fmla="*/ 1 w 9"/>
                <a:gd name="T9" fmla="*/ 16 h 37"/>
                <a:gd name="T10" fmla="*/ 1 w 9"/>
                <a:gd name="T11" fmla="*/ 15 h 37"/>
                <a:gd name="T12" fmla="*/ 1 w 9"/>
                <a:gd name="T13" fmla="*/ 16 h 37"/>
                <a:gd name="T14" fmla="*/ 1 w 9"/>
                <a:gd name="T15" fmla="*/ 18 h 37"/>
                <a:gd name="T16" fmla="*/ 2 w 9"/>
                <a:gd name="T17" fmla="*/ 17 h 37"/>
                <a:gd name="T18" fmla="*/ 2 w 9"/>
                <a:gd name="T19" fmla="*/ 15 h 37"/>
                <a:gd name="T20" fmla="*/ 2 w 9"/>
                <a:gd name="T21" fmla="*/ 14 h 37"/>
                <a:gd name="T22" fmla="*/ 2 w 9"/>
                <a:gd name="T23" fmla="*/ 15 h 37"/>
                <a:gd name="T24" fmla="*/ 2 w 9"/>
                <a:gd name="T25" fmla="*/ 16 h 37"/>
                <a:gd name="T26" fmla="*/ 2 w 9"/>
                <a:gd name="T27" fmla="*/ 14 h 37"/>
                <a:gd name="T28" fmla="*/ 2 w 9"/>
                <a:gd name="T29" fmla="*/ 11 h 37"/>
                <a:gd name="T30" fmla="*/ 3 w 9"/>
                <a:gd name="T31" fmla="*/ 7 h 37"/>
                <a:gd name="T32" fmla="*/ 3 w 9"/>
                <a:gd name="T33" fmla="*/ 3 h 37"/>
                <a:gd name="T34" fmla="*/ 3 w 9"/>
                <a:gd name="T35" fmla="*/ 1 h 37"/>
                <a:gd name="T36" fmla="*/ 3 w 9"/>
                <a:gd name="T37" fmla="*/ 0 h 37"/>
                <a:gd name="T38" fmla="*/ 4 w 9"/>
                <a:gd name="T39" fmla="*/ 1 h 37"/>
                <a:gd name="T40" fmla="*/ 4 w 9"/>
                <a:gd name="T41" fmla="*/ 2 h 37"/>
                <a:gd name="T42" fmla="*/ 4 w 9"/>
                <a:gd name="T43" fmla="*/ 6 h 37"/>
                <a:gd name="T44" fmla="*/ 4 w 9"/>
                <a:gd name="T45" fmla="*/ 10 h 37"/>
                <a:gd name="T46" fmla="*/ 4 w 9"/>
                <a:gd name="T47" fmla="*/ 11 h 37"/>
                <a:gd name="T48" fmla="*/ 4 w 9"/>
                <a:gd name="T49" fmla="*/ 17 h 37"/>
                <a:gd name="T50" fmla="*/ 4 w 9"/>
                <a:gd name="T51" fmla="*/ 24 h 37"/>
                <a:gd name="T52" fmla="*/ 5 w 9"/>
                <a:gd name="T53" fmla="*/ 30 h 37"/>
                <a:gd name="T54" fmla="*/ 5 w 9"/>
                <a:gd name="T55" fmla="*/ 32 h 37"/>
                <a:gd name="T56" fmla="*/ 5 w 9"/>
                <a:gd name="T57" fmla="*/ 33 h 37"/>
                <a:gd name="T58" fmla="*/ 5 w 9"/>
                <a:gd name="T59" fmla="*/ 33 h 37"/>
                <a:gd name="T60" fmla="*/ 5 w 9"/>
                <a:gd name="T61" fmla="*/ 35 h 37"/>
                <a:gd name="T62" fmla="*/ 6 w 9"/>
                <a:gd name="T63" fmla="*/ 37 h 37"/>
                <a:gd name="T64" fmla="*/ 6 w 9"/>
                <a:gd name="T65" fmla="*/ 35 h 37"/>
                <a:gd name="T66" fmla="*/ 6 w 9"/>
                <a:gd name="T67" fmla="*/ 31 h 37"/>
                <a:gd name="T68" fmla="*/ 6 w 9"/>
                <a:gd name="T69" fmla="*/ 29 h 37"/>
                <a:gd name="T70" fmla="*/ 6 w 9"/>
                <a:gd name="T71" fmla="*/ 28 h 37"/>
                <a:gd name="T72" fmla="*/ 6 w 9"/>
                <a:gd name="T73" fmla="*/ 24 h 37"/>
                <a:gd name="T74" fmla="*/ 7 w 9"/>
                <a:gd name="T75" fmla="*/ 22 h 37"/>
                <a:gd name="T76" fmla="*/ 7 w 9"/>
                <a:gd name="T77" fmla="*/ 23 h 37"/>
                <a:gd name="T78" fmla="*/ 7 w 9"/>
                <a:gd name="T79" fmla="*/ 23 h 37"/>
                <a:gd name="T80" fmla="*/ 7 w 9"/>
                <a:gd name="T81" fmla="*/ 21 h 37"/>
                <a:gd name="T82" fmla="*/ 7 w 9"/>
                <a:gd name="T83" fmla="*/ 20 h 37"/>
                <a:gd name="T84" fmla="*/ 7 w 9"/>
                <a:gd name="T85" fmla="*/ 23 h 37"/>
                <a:gd name="T86" fmla="*/ 7 w 9"/>
                <a:gd name="T87" fmla="*/ 23 h 37"/>
                <a:gd name="T88" fmla="*/ 8 w 9"/>
                <a:gd name="T89" fmla="*/ 22 h 37"/>
                <a:gd name="T90" fmla="*/ 8 w 9"/>
                <a:gd name="T91" fmla="*/ 23 h 37"/>
                <a:gd name="T92" fmla="*/ 8 w 9"/>
                <a:gd name="T93" fmla="*/ 23 h 37"/>
                <a:gd name="T94" fmla="*/ 8 w 9"/>
                <a:gd name="T95" fmla="*/ 21 h 37"/>
                <a:gd name="T96" fmla="*/ 8 w 9"/>
                <a:gd name="T97" fmla="*/ 21 h 37"/>
                <a:gd name="T98" fmla="*/ 9 w 9"/>
                <a:gd name="T99" fmla="*/ 20 h 37"/>
                <a:gd name="T100" fmla="*/ 9 w 9"/>
                <a:gd name="T101" fmla="*/ 15 h 37"/>
                <a:gd name="T102" fmla="*/ 9 w 9"/>
                <a:gd name="T103" fmla="*/ 1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37">
                  <a:moveTo>
                    <a:pt x="0" y="33"/>
                  </a:moveTo>
                  <a:lnTo>
                    <a:pt x="1" y="30"/>
                  </a:lnTo>
                  <a:lnTo>
                    <a:pt x="1" y="25"/>
                  </a:lnTo>
                  <a:lnTo>
                    <a:pt x="1" y="20"/>
                  </a:lnTo>
                  <a:lnTo>
                    <a:pt x="1" y="16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2" y="17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4"/>
                  </a:lnTo>
                  <a:lnTo>
                    <a:pt x="2" y="11"/>
                  </a:lnTo>
                  <a:lnTo>
                    <a:pt x="3" y="7"/>
                  </a:lnTo>
                  <a:lnTo>
                    <a:pt x="3" y="3"/>
                  </a:lnTo>
                  <a:lnTo>
                    <a:pt x="3" y="1"/>
                  </a:lnTo>
                  <a:lnTo>
                    <a:pt x="3" y="0"/>
                  </a:lnTo>
                  <a:lnTo>
                    <a:pt x="4" y="1"/>
                  </a:lnTo>
                  <a:lnTo>
                    <a:pt x="4" y="2"/>
                  </a:lnTo>
                  <a:lnTo>
                    <a:pt x="4" y="6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4" y="17"/>
                  </a:lnTo>
                  <a:lnTo>
                    <a:pt x="4" y="24"/>
                  </a:lnTo>
                  <a:lnTo>
                    <a:pt x="5" y="30"/>
                  </a:lnTo>
                  <a:lnTo>
                    <a:pt x="5" y="32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5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6" y="28"/>
                  </a:lnTo>
                  <a:lnTo>
                    <a:pt x="6" y="24"/>
                  </a:lnTo>
                  <a:lnTo>
                    <a:pt x="7" y="22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7" y="21"/>
                  </a:lnTo>
                  <a:lnTo>
                    <a:pt x="7" y="20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8" y="22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9" y="20"/>
                  </a:lnTo>
                  <a:lnTo>
                    <a:pt x="9" y="15"/>
                  </a:lnTo>
                  <a:lnTo>
                    <a:pt x="9" y="1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8" name="Freeform 661"/>
            <p:cNvSpPr/>
            <p:nvPr/>
          </p:nvSpPr>
          <p:spPr bwMode="auto">
            <a:xfrm>
              <a:off x="2493963" y="1889126"/>
              <a:ext cx="12700" cy="146050"/>
            </a:xfrm>
            <a:custGeom>
              <a:avLst/>
              <a:gdLst>
                <a:gd name="T0" fmla="*/ 0 w 8"/>
                <a:gd name="T1" fmla="*/ 28 h 92"/>
                <a:gd name="T2" fmla="*/ 0 w 8"/>
                <a:gd name="T3" fmla="*/ 23 h 92"/>
                <a:gd name="T4" fmla="*/ 0 w 8"/>
                <a:gd name="T5" fmla="*/ 21 h 92"/>
                <a:gd name="T6" fmla="*/ 0 w 8"/>
                <a:gd name="T7" fmla="*/ 19 h 92"/>
                <a:gd name="T8" fmla="*/ 0 w 8"/>
                <a:gd name="T9" fmla="*/ 13 h 92"/>
                <a:gd name="T10" fmla="*/ 0 w 8"/>
                <a:gd name="T11" fmla="*/ 7 h 92"/>
                <a:gd name="T12" fmla="*/ 1 w 8"/>
                <a:gd name="T13" fmla="*/ 4 h 92"/>
                <a:gd name="T14" fmla="*/ 1 w 8"/>
                <a:gd name="T15" fmla="*/ 2 h 92"/>
                <a:gd name="T16" fmla="*/ 1 w 8"/>
                <a:gd name="T17" fmla="*/ 0 h 92"/>
                <a:gd name="T18" fmla="*/ 1 w 8"/>
                <a:gd name="T19" fmla="*/ 1 h 92"/>
                <a:gd name="T20" fmla="*/ 2 w 8"/>
                <a:gd name="T21" fmla="*/ 1 h 92"/>
                <a:gd name="T22" fmla="*/ 2 w 8"/>
                <a:gd name="T23" fmla="*/ 0 h 92"/>
                <a:gd name="T24" fmla="*/ 2 w 8"/>
                <a:gd name="T25" fmla="*/ 1 h 92"/>
                <a:gd name="T26" fmla="*/ 2 w 8"/>
                <a:gd name="T27" fmla="*/ 4 h 92"/>
                <a:gd name="T28" fmla="*/ 2 w 8"/>
                <a:gd name="T29" fmla="*/ 6 h 92"/>
                <a:gd name="T30" fmla="*/ 2 w 8"/>
                <a:gd name="T31" fmla="*/ 8 h 92"/>
                <a:gd name="T32" fmla="*/ 2 w 8"/>
                <a:gd name="T33" fmla="*/ 10 h 92"/>
                <a:gd name="T34" fmla="*/ 3 w 8"/>
                <a:gd name="T35" fmla="*/ 10 h 92"/>
                <a:gd name="T36" fmla="*/ 3 w 8"/>
                <a:gd name="T37" fmla="*/ 9 h 92"/>
                <a:gd name="T38" fmla="*/ 3 w 8"/>
                <a:gd name="T39" fmla="*/ 11 h 92"/>
                <a:gd name="T40" fmla="*/ 3 w 8"/>
                <a:gd name="T41" fmla="*/ 13 h 92"/>
                <a:gd name="T42" fmla="*/ 3 w 8"/>
                <a:gd name="T43" fmla="*/ 16 h 92"/>
                <a:gd name="T44" fmla="*/ 3 w 8"/>
                <a:gd name="T45" fmla="*/ 18 h 92"/>
                <a:gd name="T46" fmla="*/ 3 w 8"/>
                <a:gd name="T47" fmla="*/ 20 h 92"/>
                <a:gd name="T48" fmla="*/ 4 w 8"/>
                <a:gd name="T49" fmla="*/ 23 h 92"/>
                <a:gd name="T50" fmla="*/ 4 w 8"/>
                <a:gd name="T51" fmla="*/ 25 h 92"/>
                <a:gd name="T52" fmla="*/ 4 w 8"/>
                <a:gd name="T53" fmla="*/ 29 h 92"/>
                <a:gd name="T54" fmla="*/ 4 w 8"/>
                <a:gd name="T55" fmla="*/ 34 h 92"/>
                <a:gd name="T56" fmla="*/ 4 w 8"/>
                <a:gd name="T57" fmla="*/ 37 h 92"/>
                <a:gd name="T58" fmla="*/ 5 w 8"/>
                <a:gd name="T59" fmla="*/ 38 h 92"/>
                <a:gd name="T60" fmla="*/ 5 w 8"/>
                <a:gd name="T61" fmla="*/ 39 h 92"/>
                <a:gd name="T62" fmla="*/ 5 w 8"/>
                <a:gd name="T63" fmla="*/ 41 h 92"/>
                <a:gd name="T64" fmla="*/ 5 w 8"/>
                <a:gd name="T65" fmla="*/ 44 h 92"/>
                <a:gd name="T66" fmla="*/ 5 w 8"/>
                <a:gd name="T67" fmla="*/ 48 h 92"/>
                <a:gd name="T68" fmla="*/ 5 w 8"/>
                <a:gd name="T69" fmla="*/ 52 h 92"/>
                <a:gd name="T70" fmla="*/ 5 w 8"/>
                <a:gd name="T71" fmla="*/ 54 h 92"/>
                <a:gd name="T72" fmla="*/ 6 w 8"/>
                <a:gd name="T73" fmla="*/ 56 h 92"/>
                <a:gd name="T74" fmla="*/ 6 w 8"/>
                <a:gd name="T75" fmla="*/ 60 h 92"/>
                <a:gd name="T76" fmla="*/ 6 w 8"/>
                <a:gd name="T77" fmla="*/ 66 h 92"/>
                <a:gd name="T78" fmla="*/ 6 w 8"/>
                <a:gd name="T79" fmla="*/ 70 h 92"/>
                <a:gd name="T80" fmla="*/ 7 w 8"/>
                <a:gd name="T81" fmla="*/ 73 h 92"/>
                <a:gd name="T82" fmla="*/ 7 w 8"/>
                <a:gd name="T83" fmla="*/ 76 h 92"/>
                <a:gd name="T84" fmla="*/ 7 w 8"/>
                <a:gd name="T85" fmla="*/ 79 h 92"/>
                <a:gd name="T86" fmla="*/ 7 w 8"/>
                <a:gd name="T87" fmla="*/ 80 h 92"/>
                <a:gd name="T88" fmla="*/ 7 w 8"/>
                <a:gd name="T89" fmla="*/ 80 h 92"/>
                <a:gd name="T90" fmla="*/ 7 w 8"/>
                <a:gd name="T91" fmla="*/ 83 h 92"/>
                <a:gd name="T92" fmla="*/ 7 w 8"/>
                <a:gd name="T93" fmla="*/ 85 h 92"/>
                <a:gd name="T94" fmla="*/ 8 w 8"/>
                <a:gd name="T95" fmla="*/ 85 h 92"/>
                <a:gd name="T96" fmla="*/ 8 w 8"/>
                <a:gd name="T97" fmla="*/ 87 h 92"/>
                <a:gd name="T98" fmla="*/ 8 w 8"/>
                <a:gd name="T99" fmla="*/ 90 h 92"/>
                <a:gd name="T100" fmla="*/ 8 w 8"/>
                <a:gd name="T101" fmla="*/ 90 h 92"/>
                <a:gd name="T102" fmla="*/ 8 w 8"/>
                <a:gd name="T103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92">
                  <a:moveTo>
                    <a:pt x="0" y="28"/>
                  </a:moveTo>
                  <a:lnTo>
                    <a:pt x="0" y="23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0" y="13"/>
                  </a:lnTo>
                  <a:lnTo>
                    <a:pt x="0" y="7"/>
                  </a:lnTo>
                  <a:lnTo>
                    <a:pt x="1" y="4"/>
                  </a:lnTo>
                  <a:lnTo>
                    <a:pt x="1" y="2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4"/>
                  </a:lnTo>
                  <a:lnTo>
                    <a:pt x="2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4" y="23"/>
                  </a:lnTo>
                  <a:lnTo>
                    <a:pt x="4" y="25"/>
                  </a:lnTo>
                  <a:lnTo>
                    <a:pt x="4" y="29"/>
                  </a:lnTo>
                  <a:lnTo>
                    <a:pt x="4" y="34"/>
                  </a:lnTo>
                  <a:lnTo>
                    <a:pt x="4" y="37"/>
                  </a:lnTo>
                  <a:lnTo>
                    <a:pt x="5" y="38"/>
                  </a:lnTo>
                  <a:lnTo>
                    <a:pt x="5" y="39"/>
                  </a:lnTo>
                  <a:lnTo>
                    <a:pt x="5" y="41"/>
                  </a:lnTo>
                  <a:lnTo>
                    <a:pt x="5" y="44"/>
                  </a:lnTo>
                  <a:lnTo>
                    <a:pt x="5" y="48"/>
                  </a:lnTo>
                  <a:lnTo>
                    <a:pt x="5" y="52"/>
                  </a:lnTo>
                  <a:lnTo>
                    <a:pt x="5" y="54"/>
                  </a:lnTo>
                  <a:lnTo>
                    <a:pt x="6" y="56"/>
                  </a:lnTo>
                  <a:lnTo>
                    <a:pt x="6" y="60"/>
                  </a:lnTo>
                  <a:lnTo>
                    <a:pt x="6" y="66"/>
                  </a:lnTo>
                  <a:lnTo>
                    <a:pt x="6" y="70"/>
                  </a:lnTo>
                  <a:lnTo>
                    <a:pt x="7" y="73"/>
                  </a:lnTo>
                  <a:lnTo>
                    <a:pt x="7" y="76"/>
                  </a:lnTo>
                  <a:lnTo>
                    <a:pt x="7" y="79"/>
                  </a:lnTo>
                  <a:lnTo>
                    <a:pt x="7" y="80"/>
                  </a:lnTo>
                  <a:lnTo>
                    <a:pt x="7" y="80"/>
                  </a:lnTo>
                  <a:lnTo>
                    <a:pt x="7" y="83"/>
                  </a:lnTo>
                  <a:lnTo>
                    <a:pt x="7" y="85"/>
                  </a:lnTo>
                  <a:lnTo>
                    <a:pt x="8" y="85"/>
                  </a:lnTo>
                  <a:lnTo>
                    <a:pt x="8" y="87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8" y="9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9" name="Freeform 662"/>
            <p:cNvSpPr/>
            <p:nvPr/>
          </p:nvSpPr>
          <p:spPr bwMode="auto">
            <a:xfrm>
              <a:off x="2506663" y="2032001"/>
              <a:ext cx="14288" cy="169863"/>
            </a:xfrm>
            <a:custGeom>
              <a:avLst/>
              <a:gdLst>
                <a:gd name="T0" fmla="*/ 0 w 9"/>
                <a:gd name="T1" fmla="*/ 0 h 107"/>
                <a:gd name="T2" fmla="*/ 0 w 9"/>
                <a:gd name="T3" fmla="*/ 2 h 107"/>
                <a:gd name="T4" fmla="*/ 0 w 9"/>
                <a:gd name="T5" fmla="*/ 2 h 107"/>
                <a:gd name="T6" fmla="*/ 0 w 9"/>
                <a:gd name="T7" fmla="*/ 2 h 107"/>
                <a:gd name="T8" fmla="*/ 1 w 9"/>
                <a:gd name="T9" fmla="*/ 6 h 107"/>
                <a:gd name="T10" fmla="*/ 1 w 9"/>
                <a:gd name="T11" fmla="*/ 7 h 107"/>
                <a:gd name="T12" fmla="*/ 1 w 9"/>
                <a:gd name="T13" fmla="*/ 2 h 107"/>
                <a:gd name="T14" fmla="*/ 1 w 9"/>
                <a:gd name="T15" fmla="*/ 5 h 107"/>
                <a:gd name="T16" fmla="*/ 1 w 9"/>
                <a:gd name="T17" fmla="*/ 13 h 107"/>
                <a:gd name="T18" fmla="*/ 2 w 9"/>
                <a:gd name="T19" fmla="*/ 15 h 107"/>
                <a:gd name="T20" fmla="*/ 2 w 9"/>
                <a:gd name="T21" fmla="*/ 15 h 107"/>
                <a:gd name="T22" fmla="*/ 2 w 9"/>
                <a:gd name="T23" fmla="*/ 19 h 107"/>
                <a:gd name="T24" fmla="*/ 2 w 9"/>
                <a:gd name="T25" fmla="*/ 24 h 107"/>
                <a:gd name="T26" fmla="*/ 2 w 9"/>
                <a:gd name="T27" fmla="*/ 28 h 107"/>
                <a:gd name="T28" fmla="*/ 2 w 9"/>
                <a:gd name="T29" fmla="*/ 34 h 107"/>
                <a:gd name="T30" fmla="*/ 3 w 9"/>
                <a:gd name="T31" fmla="*/ 41 h 107"/>
                <a:gd name="T32" fmla="*/ 3 w 9"/>
                <a:gd name="T33" fmla="*/ 42 h 107"/>
                <a:gd name="T34" fmla="*/ 3 w 9"/>
                <a:gd name="T35" fmla="*/ 41 h 107"/>
                <a:gd name="T36" fmla="*/ 3 w 9"/>
                <a:gd name="T37" fmla="*/ 47 h 107"/>
                <a:gd name="T38" fmla="*/ 3 w 9"/>
                <a:gd name="T39" fmla="*/ 54 h 107"/>
                <a:gd name="T40" fmla="*/ 4 w 9"/>
                <a:gd name="T41" fmla="*/ 53 h 107"/>
                <a:gd name="T42" fmla="*/ 4 w 9"/>
                <a:gd name="T43" fmla="*/ 52 h 107"/>
                <a:gd name="T44" fmla="*/ 4 w 9"/>
                <a:gd name="T45" fmla="*/ 58 h 107"/>
                <a:gd name="T46" fmla="*/ 4 w 9"/>
                <a:gd name="T47" fmla="*/ 62 h 107"/>
                <a:gd name="T48" fmla="*/ 4 w 9"/>
                <a:gd name="T49" fmla="*/ 61 h 107"/>
                <a:gd name="T50" fmla="*/ 4 w 9"/>
                <a:gd name="T51" fmla="*/ 64 h 107"/>
                <a:gd name="T52" fmla="*/ 4 w 9"/>
                <a:gd name="T53" fmla="*/ 72 h 107"/>
                <a:gd name="T54" fmla="*/ 5 w 9"/>
                <a:gd name="T55" fmla="*/ 79 h 107"/>
                <a:gd name="T56" fmla="*/ 5 w 9"/>
                <a:gd name="T57" fmla="*/ 84 h 107"/>
                <a:gd name="T58" fmla="*/ 5 w 9"/>
                <a:gd name="T59" fmla="*/ 88 h 107"/>
                <a:gd name="T60" fmla="*/ 5 w 9"/>
                <a:gd name="T61" fmla="*/ 93 h 107"/>
                <a:gd name="T62" fmla="*/ 5 w 9"/>
                <a:gd name="T63" fmla="*/ 98 h 107"/>
                <a:gd name="T64" fmla="*/ 5 w 9"/>
                <a:gd name="T65" fmla="*/ 102 h 107"/>
                <a:gd name="T66" fmla="*/ 5 w 9"/>
                <a:gd name="T67" fmla="*/ 105 h 107"/>
                <a:gd name="T68" fmla="*/ 6 w 9"/>
                <a:gd name="T69" fmla="*/ 107 h 107"/>
                <a:gd name="T70" fmla="*/ 6 w 9"/>
                <a:gd name="T71" fmla="*/ 106 h 107"/>
                <a:gd name="T72" fmla="*/ 6 w 9"/>
                <a:gd name="T73" fmla="*/ 102 h 107"/>
                <a:gd name="T74" fmla="*/ 6 w 9"/>
                <a:gd name="T75" fmla="*/ 98 h 107"/>
                <a:gd name="T76" fmla="*/ 7 w 9"/>
                <a:gd name="T77" fmla="*/ 98 h 107"/>
                <a:gd name="T78" fmla="*/ 7 w 9"/>
                <a:gd name="T79" fmla="*/ 99 h 107"/>
                <a:gd name="T80" fmla="*/ 7 w 9"/>
                <a:gd name="T81" fmla="*/ 95 h 107"/>
                <a:gd name="T82" fmla="*/ 7 w 9"/>
                <a:gd name="T83" fmla="*/ 88 h 107"/>
                <a:gd name="T84" fmla="*/ 7 w 9"/>
                <a:gd name="T85" fmla="*/ 84 h 107"/>
                <a:gd name="T86" fmla="*/ 7 w 9"/>
                <a:gd name="T87" fmla="*/ 86 h 107"/>
                <a:gd name="T88" fmla="*/ 7 w 9"/>
                <a:gd name="T89" fmla="*/ 88 h 107"/>
                <a:gd name="T90" fmla="*/ 8 w 9"/>
                <a:gd name="T91" fmla="*/ 88 h 107"/>
                <a:gd name="T92" fmla="*/ 8 w 9"/>
                <a:gd name="T93" fmla="*/ 93 h 107"/>
                <a:gd name="T94" fmla="*/ 8 w 9"/>
                <a:gd name="T95" fmla="*/ 94 h 107"/>
                <a:gd name="T96" fmla="*/ 8 w 9"/>
                <a:gd name="T97" fmla="*/ 90 h 107"/>
                <a:gd name="T98" fmla="*/ 8 w 9"/>
                <a:gd name="T99" fmla="*/ 89 h 107"/>
                <a:gd name="T100" fmla="*/ 9 w 9"/>
                <a:gd name="T101" fmla="*/ 94 h 107"/>
                <a:gd name="T102" fmla="*/ 9 w 9"/>
                <a:gd name="T103" fmla="*/ 9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07">
                  <a:moveTo>
                    <a:pt x="0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2"/>
                  </a:lnTo>
                  <a:lnTo>
                    <a:pt x="1" y="5"/>
                  </a:lnTo>
                  <a:lnTo>
                    <a:pt x="1" y="13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2" y="19"/>
                  </a:lnTo>
                  <a:lnTo>
                    <a:pt x="2" y="24"/>
                  </a:lnTo>
                  <a:lnTo>
                    <a:pt x="2" y="28"/>
                  </a:lnTo>
                  <a:lnTo>
                    <a:pt x="2" y="34"/>
                  </a:lnTo>
                  <a:lnTo>
                    <a:pt x="3" y="41"/>
                  </a:lnTo>
                  <a:lnTo>
                    <a:pt x="3" y="42"/>
                  </a:lnTo>
                  <a:lnTo>
                    <a:pt x="3" y="41"/>
                  </a:lnTo>
                  <a:lnTo>
                    <a:pt x="3" y="47"/>
                  </a:lnTo>
                  <a:lnTo>
                    <a:pt x="3" y="54"/>
                  </a:lnTo>
                  <a:lnTo>
                    <a:pt x="4" y="53"/>
                  </a:lnTo>
                  <a:lnTo>
                    <a:pt x="4" y="52"/>
                  </a:lnTo>
                  <a:lnTo>
                    <a:pt x="4" y="58"/>
                  </a:lnTo>
                  <a:lnTo>
                    <a:pt x="4" y="62"/>
                  </a:lnTo>
                  <a:lnTo>
                    <a:pt x="4" y="61"/>
                  </a:lnTo>
                  <a:lnTo>
                    <a:pt x="4" y="64"/>
                  </a:lnTo>
                  <a:lnTo>
                    <a:pt x="4" y="72"/>
                  </a:lnTo>
                  <a:lnTo>
                    <a:pt x="5" y="79"/>
                  </a:lnTo>
                  <a:lnTo>
                    <a:pt x="5" y="84"/>
                  </a:lnTo>
                  <a:lnTo>
                    <a:pt x="5" y="88"/>
                  </a:lnTo>
                  <a:lnTo>
                    <a:pt x="5" y="93"/>
                  </a:lnTo>
                  <a:lnTo>
                    <a:pt x="5" y="98"/>
                  </a:lnTo>
                  <a:lnTo>
                    <a:pt x="5" y="102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6" y="106"/>
                  </a:lnTo>
                  <a:lnTo>
                    <a:pt x="6" y="102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7" y="99"/>
                  </a:lnTo>
                  <a:lnTo>
                    <a:pt x="7" y="95"/>
                  </a:lnTo>
                  <a:lnTo>
                    <a:pt x="7" y="88"/>
                  </a:lnTo>
                  <a:lnTo>
                    <a:pt x="7" y="84"/>
                  </a:lnTo>
                  <a:lnTo>
                    <a:pt x="7" y="86"/>
                  </a:lnTo>
                  <a:lnTo>
                    <a:pt x="7" y="88"/>
                  </a:lnTo>
                  <a:lnTo>
                    <a:pt x="8" y="88"/>
                  </a:lnTo>
                  <a:lnTo>
                    <a:pt x="8" y="93"/>
                  </a:lnTo>
                  <a:lnTo>
                    <a:pt x="8" y="94"/>
                  </a:lnTo>
                  <a:lnTo>
                    <a:pt x="8" y="90"/>
                  </a:lnTo>
                  <a:lnTo>
                    <a:pt x="8" y="89"/>
                  </a:lnTo>
                  <a:lnTo>
                    <a:pt x="9" y="94"/>
                  </a:lnTo>
                  <a:lnTo>
                    <a:pt x="9" y="9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0" name="Freeform 663"/>
            <p:cNvSpPr/>
            <p:nvPr/>
          </p:nvSpPr>
          <p:spPr bwMode="auto">
            <a:xfrm>
              <a:off x="2520950" y="1939926"/>
              <a:ext cx="12700" cy="241300"/>
            </a:xfrm>
            <a:custGeom>
              <a:avLst/>
              <a:gdLst>
                <a:gd name="T0" fmla="*/ 0 w 8"/>
                <a:gd name="T1" fmla="*/ 152 h 152"/>
                <a:gd name="T2" fmla="*/ 0 w 8"/>
                <a:gd name="T3" fmla="*/ 151 h 152"/>
                <a:gd name="T4" fmla="*/ 0 w 8"/>
                <a:gd name="T5" fmla="*/ 148 h 152"/>
                <a:gd name="T6" fmla="*/ 0 w 8"/>
                <a:gd name="T7" fmla="*/ 149 h 152"/>
                <a:gd name="T8" fmla="*/ 0 w 8"/>
                <a:gd name="T9" fmla="*/ 147 h 152"/>
                <a:gd name="T10" fmla="*/ 0 w 8"/>
                <a:gd name="T11" fmla="*/ 139 h 152"/>
                <a:gd name="T12" fmla="*/ 0 w 8"/>
                <a:gd name="T13" fmla="*/ 133 h 152"/>
                <a:gd name="T14" fmla="*/ 1 w 8"/>
                <a:gd name="T15" fmla="*/ 135 h 152"/>
                <a:gd name="T16" fmla="*/ 1 w 8"/>
                <a:gd name="T17" fmla="*/ 136 h 152"/>
                <a:gd name="T18" fmla="*/ 1 w 8"/>
                <a:gd name="T19" fmla="*/ 127 h 152"/>
                <a:gd name="T20" fmla="*/ 1 w 8"/>
                <a:gd name="T21" fmla="*/ 115 h 152"/>
                <a:gd name="T22" fmla="*/ 1 w 8"/>
                <a:gd name="T23" fmla="*/ 107 h 152"/>
                <a:gd name="T24" fmla="*/ 1 w 8"/>
                <a:gd name="T25" fmla="*/ 101 h 152"/>
                <a:gd name="T26" fmla="*/ 1 w 8"/>
                <a:gd name="T27" fmla="*/ 97 h 152"/>
                <a:gd name="T28" fmla="*/ 2 w 8"/>
                <a:gd name="T29" fmla="*/ 93 h 152"/>
                <a:gd name="T30" fmla="*/ 2 w 8"/>
                <a:gd name="T31" fmla="*/ 91 h 152"/>
                <a:gd name="T32" fmla="*/ 2 w 8"/>
                <a:gd name="T33" fmla="*/ 85 h 152"/>
                <a:gd name="T34" fmla="*/ 2 w 8"/>
                <a:gd name="T35" fmla="*/ 79 h 152"/>
                <a:gd name="T36" fmla="*/ 3 w 8"/>
                <a:gd name="T37" fmla="*/ 80 h 152"/>
                <a:gd name="T38" fmla="*/ 3 w 8"/>
                <a:gd name="T39" fmla="*/ 80 h 152"/>
                <a:gd name="T40" fmla="*/ 3 w 8"/>
                <a:gd name="T41" fmla="*/ 75 h 152"/>
                <a:gd name="T42" fmla="*/ 3 w 8"/>
                <a:gd name="T43" fmla="*/ 72 h 152"/>
                <a:gd name="T44" fmla="*/ 3 w 8"/>
                <a:gd name="T45" fmla="*/ 70 h 152"/>
                <a:gd name="T46" fmla="*/ 3 w 8"/>
                <a:gd name="T47" fmla="*/ 60 h 152"/>
                <a:gd name="T48" fmla="*/ 3 w 8"/>
                <a:gd name="T49" fmla="*/ 53 h 152"/>
                <a:gd name="T50" fmla="*/ 4 w 8"/>
                <a:gd name="T51" fmla="*/ 53 h 152"/>
                <a:gd name="T52" fmla="*/ 4 w 8"/>
                <a:gd name="T53" fmla="*/ 52 h 152"/>
                <a:gd name="T54" fmla="*/ 4 w 8"/>
                <a:gd name="T55" fmla="*/ 47 h 152"/>
                <a:gd name="T56" fmla="*/ 4 w 8"/>
                <a:gd name="T57" fmla="*/ 43 h 152"/>
                <a:gd name="T58" fmla="*/ 4 w 8"/>
                <a:gd name="T59" fmla="*/ 38 h 152"/>
                <a:gd name="T60" fmla="*/ 5 w 8"/>
                <a:gd name="T61" fmla="*/ 30 h 152"/>
                <a:gd name="T62" fmla="*/ 5 w 8"/>
                <a:gd name="T63" fmla="*/ 25 h 152"/>
                <a:gd name="T64" fmla="*/ 5 w 8"/>
                <a:gd name="T65" fmla="*/ 24 h 152"/>
                <a:gd name="T66" fmla="*/ 5 w 8"/>
                <a:gd name="T67" fmla="*/ 21 h 152"/>
                <a:gd name="T68" fmla="*/ 5 w 8"/>
                <a:gd name="T69" fmla="*/ 12 h 152"/>
                <a:gd name="T70" fmla="*/ 5 w 8"/>
                <a:gd name="T71" fmla="*/ 5 h 152"/>
                <a:gd name="T72" fmla="*/ 5 w 8"/>
                <a:gd name="T73" fmla="*/ 4 h 152"/>
                <a:gd name="T74" fmla="*/ 6 w 8"/>
                <a:gd name="T75" fmla="*/ 3 h 152"/>
                <a:gd name="T76" fmla="*/ 6 w 8"/>
                <a:gd name="T77" fmla="*/ 0 h 152"/>
                <a:gd name="T78" fmla="*/ 6 w 8"/>
                <a:gd name="T79" fmla="*/ 1 h 152"/>
                <a:gd name="T80" fmla="*/ 6 w 8"/>
                <a:gd name="T81" fmla="*/ 3 h 152"/>
                <a:gd name="T82" fmla="*/ 6 w 8"/>
                <a:gd name="T83" fmla="*/ 3 h 152"/>
                <a:gd name="T84" fmla="*/ 6 w 8"/>
                <a:gd name="T85" fmla="*/ 4 h 152"/>
                <a:gd name="T86" fmla="*/ 7 w 8"/>
                <a:gd name="T87" fmla="*/ 10 h 152"/>
                <a:gd name="T88" fmla="*/ 7 w 8"/>
                <a:gd name="T89" fmla="*/ 14 h 152"/>
                <a:gd name="T90" fmla="*/ 7 w 8"/>
                <a:gd name="T91" fmla="*/ 13 h 152"/>
                <a:gd name="T92" fmla="*/ 7 w 8"/>
                <a:gd name="T93" fmla="*/ 13 h 152"/>
                <a:gd name="T94" fmla="*/ 7 w 8"/>
                <a:gd name="T95" fmla="*/ 17 h 152"/>
                <a:gd name="T96" fmla="*/ 8 w 8"/>
                <a:gd name="T97" fmla="*/ 21 h 152"/>
                <a:gd name="T98" fmla="*/ 8 w 8"/>
                <a:gd name="T99" fmla="*/ 23 h 152"/>
                <a:gd name="T100" fmla="*/ 8 w 8"/>
                <a:gd name="T101" fmla="*/ 25 h 152"/>
                <a:gd name="T102" fmla="*/ 8 w 8"/>
                <a:gd name="T103" fmla="*/ 26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52">
                  <a:moveTo>
                    <a:pt x="0" y="152"/>
                  </a:moveTo>
                  <a:lnTo>
                    <a:pt x="0" y="151"/>
                  </a:lnTo>
                  <a:lnTo>
                    <a:pt x="0" y="148"/>
                  </a:lnTo>
                  <a:lnTo>
                    <a:pt x="0" y="149"/>
                  </a:lnTo>
                  <a:lnTo>
                    <a:pt x="0" y="147"/>
                  </a:lnTo>
                  <a:lnTo>
                    <a:pt x="0" y="139"/>
                  </a:lnTo>
                  <a:lnTo>
                    <a:pt x="0" y="133"/>
                  </a:lnTo>
                  <a:lnTo>
                    <a:pt x="1" y="135"/>
                  </a:lnTo>
                  <a:lnTo>
                    <a:pt x="1" y="136"/>
                  </a:lnTo>
                  <a:lnTo>
                    <a:pt x="1" y="127"/>
                  </a:lnTo>
                  <a:lnTo>
                    <a:pt x="1" y="115"/>
                  </a:lnTo>
                  <a:lnTo>
                    <a:pt x="1" y="107"/>
                  </a:lnTo>
                  <a:lnTo>
                    <a:pt x="1" y="101"/>
                  </a:lnTo>
                  <a:lnTo>
                    <a:pt x="1" y="97"/>
                  </a:lnTo>
                  <a:lnTo>
                    <a:pt x="2" y="93"/>
                  </a:lnTo>
                  <a:lnTo>
                    <a:pt x="2" y="91"/>
                  </a:lnTo>
                  <a:lnTo>
                    <a:pt x="2" y="85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3" y="80"/>
                  </a:lnTo>
                  <a:lnTo>
                    <a:pt x="3" y="75"/>
                  </a:lnTo>
                  <a:lnTo>
                    <a:pt x="3" y="72"/>
                  </a:lnTo>
                  <a:lnTo>
                    <a:pt x="3" y="70"/>
                  </a:lnTo>
                  <a:lnTo>
                    <a:pt x="3" y="60"/>
                  </a:lnTo>
                  <a:lnTo>
                    <a:pt x="3" y="53"/>
                  </a:lnTo>
                  <a:lnTo>
                    <a:pt x="4" y="53"/>
                  </a:lnTo>
                  <a:lnTo>
                    <a:pt x="4" y="52"/>
                  </a:lnTo>
                  <a:lnTo>
                    <a:pt x="4" y="47"/>
                  </a:lnTo>
                  <a:lnTo>
                    <a:pt x="4" y="43"/>
                  </a:lnTo>
                  <a:lnTo>
                    <a:pt x="4" y="38"/>
                  </a:lnTo>
                  <a:lnTo>
                    <a:pt x="5" y="30"/>
                  </a:lnTo>
                  <a:lnTo>
                    <a:pt x="5" y="25"/>
                  </a:lnTo>
                  <a:lnTo>
                    <a:pt x="5" y="24"/>
                  </a:lnTo>
                  <a:lnTo>
                    <a:pt x="5" y="21"/>
                  </a:lnTo>
                  <a:lnTo>
                    <a:pt x="5" y="12"/>
                  </a:lnTo>
                  <a:lnTo>
                    <a:pt x="5" y="5"/>
                  </a:lnTo>
                  <a:lnTo>
                    <a:pt x="5" y="4"/>
                  </a:lnTo>
                  <a:lnTo>
                    <a:pt x="6" y="3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4"/>
                  </a:lnTo>
                  <a:lnTo>
                    <a:pt x="7" y="10"/>
                  </a:lnTo>
                  <a:lnTo>
                    <a:pt x="7" y="14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7" y="17"/>
                  </a:lnTo>
                  <a:lnTo>
                    <a:pt x="8" y="21"/>
                  </a:lnTo>
                  <a:lnTo>
                    <a:pt x="8" y="23"/>
                  </a:lnTo>
                  <a:lnTo>
                    <a:pt x="8" y="25"/>
                  </a:lnTo>
                  <a:lnTo>
                    <a:pt x="8" y="2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1" name="Freeform 664"/>
            <p:cNvSpPr/>
            <p:nvPr/>
          </p:nvSpPr>
          <p:spPr bwMode="auto">
            <a:xfrm>
              <a:off x="2533650" y="1924051"/>
              <a:ext cx="12700" cy="85725"/>
            </a:xfrm>
            <a:custGeom>
              <a:avLst/>
              <a:gdLst>
                <a:gd name="T0" fmla="*/ 0 w 8"/>
                <a:gd name="T1" fmla="*/ 35 h 54"/>
                <a:gd name="T2" fmla="*/ 0 w 8"/>
                <a:gd name="T3" fmla="*/ 36 h 54"/>
                <a:gd name="T4" fmla="*/ 0 w 8"/>
                <a:gd name="T5" fmla="*/ 36 h 54"/>
                <a:gd name="T6" fmla="*/ 0 w 8"/>
                <a:gd name="T7" fmla="*/ 38 h 54"/>
                <a:gd name="T8" fmla="*/ 0 w 8"/>
                <a:gd name="T9" fmla="*/ 42 h 54"/>
                <a:gd name="T10" fmla="*/ 1 w 8"/>
                <a:gd name="T11" fmla="*/ 44 h 54"/>
                <a:gd name="T12" fmla="*/ 1 w 8"/>
                <a:gd name="T13" fmla="*/ 41 h 54"/>
                <a:gd name="T14" fmla="*/ 1 w 8"/>
                <a:gd name="T15" fmla="*/ 39 h 54"/>
                <a:gd name="T16" fmla="*/ 1 w 8"/>
                <a:gd name="T17" fmla="*/ 39 h 54"/>
                <a:gd name="T18" fmla="*/ 1 w 8"/>
                <a:gd name="T19" fmla="*/ 37 h 54"/>
                <a:gd name="T20" fmla="*/ 2 w 8"/>
                <a:gd name="T21" fmla="*/ 33 h 54"/>
                <a:gd name="T22" fmla="*/ 2 w 8"/>
                <a:gd name="T23" fmla="*/ 31 h 54"/>
                <a:gd name="T24" fmla="*/ 2 w 8"/>
                <a:gd name="T25" fmla="*/ 29 h 54"/>
                <a:gd name="T26" fmla="*/ 2 w 8"/>
                <a:gd name="T27" fmla="*/ 24 h 54"/>
                <a:gd name="T28" fmla="*/ 2 w 8"/>
                <a:gd name="T29" fmla="*/ 21 h 54"/>
                <a:gd name="T30" fmla="*/ 2 w 8"/>
                <a:gd name="T31" fmla="*/ 19 h 54"/>
                <a:gd name="T32" fmla="*/ 3 w 8"/>
                <a:gd name="T33" fmla="*/ 21 h 54"/>
                <a:gd name="T34" fmla="*/ 3 w 8"/>
                <a:gd name="T35" fmla="*/ 23 h 54"/>
                <a:gd name="T36" fmla="*/ 3 w 8"/>
                <a:gd name="T37" fmla="*/ 20 h 54"/>
                <a:gd name="T38" fmla="*/ 3 w 8"/>
                <a:gd name="T39" fmla="*/ 18 h 54"/>
                <a:gd name="T40" fmla="*/ 3 w 8"/>
                <a:gd name="T41" fmla="*/ 15 h 54"/>
                <a:gd name="T42" fmla="*/ 3 w 8"/>
                <a:gd name="T43" fmla="*/ 14 h 54"/>
                <a:gd name="T44" fmla="*/ 3 w 8"/>
                <a:gd name="T45" fmla="*/ 14 h 54"/>
                <a:gd name="T46" fmla="*/ 4 w 8"/>
                <a:gd name="T47" fmla="*/ 13 h 54"/>
                <a:gd name="T48" fmla="*/ 4 w 8"/>
                <a:gd name="T49" fmla="*/ 10 h 54"/>
                <a:gd name="T50" fmla="*/ 4 w 8"/>
                <a:gd name="T51" fmla="*/ 7 h 54"/>
                <a:gd name="T52" fmla="*/ 4 w 8"/>
                <a:gd name="T53" fmla="*/ 4 h 54"/>
                <a:gd name="T54" fmla="*/ 4 w 8"/>
                <a:gd name="T55" fmla="*/ 0 h 54"/>
                <a:gd name="T56" fmla="*/ 5 w 8"/>
                <a:gd name="T57" fmla="*/ 0 h 54"/>
                <a:gd name="T58" fmla="*/ 5 w 8"/>
                <a:gd name="T59" fmla="*/ 3 h 54"/>
                <a:gd name="T60" fmla="*/ 5 w 8"/>
                <a:gd name="T61" fmla="*/ 7 h 54"/>
                <a:gd name="T62" fmla="*/ 5 w 8"/>
                <a:gd name="T63" fmla="*/ 9 h 54"/>
                <a:gd name="T64" fmla="*/ 5 w 8"/>
                <a:gd name="T65" fmla="*/ 10 h 54"/>
                <a:gd name="T66" fmla="*/ 5 w 8"/>
                <a:gd name="T67" fmla="*/ 12 h 54"/>
                <a:gd name="T68" fmla="*/ 5 w 8"/>
                <a:gd name="T69" fmla="*/ 18 h 54"/>
                <a:gd name="T70" fmla="*/ 6 w 8"/>
                <a:gd name="T71" fmla="*/ 29 h 54"/>
                <a:gd name="T72" fmla="*/ 6 w 8"/>
                <a:gd name="T73" fmla="*/ 38 h 54"/>
                <a:gd name="T74" fmla="*/ 6 w 8"/>
                <a:gd name="T75" fmla="*/ 38 h 54"/>
                <a:gd name="T76" fmla="*/ 6 w 8"/>
                <a:gd name="T77" fmla="*/ 39 h 54"/>
                <a:gd name="T78" fmla="*/ 7 w 8"/>
                <a:gd name="T79" fmla="*/ 44 h 54"/>
                <a:gd name="T80" fmla="*/ 7 w 8"/>
                <a:gd name="T81" fmla="*/ 48 h 54"/>
                <a:gd name="T82" fmla="*/ 7 w 8"/>
                <a:gd name="T83" fmla="*/ 50 h 54"/>
                <a:gd name="T84" fmla="*/ 7 w 8"/>
                <a:gd name="T85" fmla="*/ 53 h 54"/>
                <a:gd name="T86" fmla="*/ 7 w 8"/>
                <a:gd name="T87" fmla="*/ 54 h 54"/>
                <a:gd name="T88" fmla="*/ 7 w 8"/>
                <a:gd name="T89" fmla="*/ 50 h 54"/>
                <a:gd name="T90" fmla="*/ 7 w 8"/>
                <a:gd name="T91" fmla="*/ 48 h 54"/>
                <a:gd name="T92" fmla="*/ 8 w 8"/>
                <a:gd name="T93" fmla="*/ 49 h 54"/>
                <a:gd name="T94" fmla="*/ 8 w 8"/>
                <a:gd name="T95" fmla="*/ 50 h 54"/>
                <a:gd name="T96" fmla="*/ 8 w 8"/>
                <a:gd name="T97" fmla="*/ 51 h 54"/>
                <a:gd name="T98" fmla="*/ 8 w 8"/>
                <a:gd name="T99" fmla="*/ 52 h 54"/>
                <a:gd name="T100" fmla="*/ 8 w 8"/>
                <a:gd name="T101" fmla="*/ 50 h 54"/>
                <a:gd name="T102" fmla="*/ 8 w 8"/>
                <a:gd name="T103" fmla="*/ 4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54">
                  <a:moveTo>
                    <a:pt x="0" y="35"/>
                  </a:moveTo>
                  <a:lnTo>
                    <a:pt x="0" y="36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1" y="44"/>
                  </a:lnTo>
                  <a:lnTo>
                    <a:pt x="1" y="41"/>
                  </a:lnTo>
                  <a:lnTo>
                    <a:pt x="1" y="39"/>
                  </a:lnTo>
                  <a:lnTo>
                    <a:pt x="1" y="39"/>
                  </a:lnTo>
                  <a:lnTo>
                    <a:pt x="1" y="37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2" y="24"/>
                  </a:lnTo>
                  <a:lnTo>
                    <a:pt x="2" y="21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3" y="20"/>
                  </a:lnTo>
                  <a:lnTo>
                    <a:pt x="3" y="18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4" y="13"/>
                  </a:lnTo>
                  <a:lnTo>
                    <a:pt x="4" y="10"/>
                  </a:lnTo>
                  <a:lnTo>
                    <a:pt x="4" y="7"/>
                  </a:lnTo>
                  <a:lnTo>
                    <a:pt x="4" y="4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5" y="18"/>
                  </a:lnTo>
                  <a:lnTo>
                    <a:pt x="6" y="29"/>
                  </a:lnTo>
                  <a:lnTo>
                    <a:pt x="6" y="38"/>
                  </a:lnTo>
                  <a:lnTo>
                    <a:pt x="6" y="38"/>
                  </a:lnTo>
                  <a:lnTo>
                    <a:pt x="6" y="39"/>
                  </a:lnTo>
                  <a:lnTo>
                    <a:pt x="7" y="44"/>
                  </a:lnTo>
                  <a:lnTo>
                    <a:pt x="7" y="48"/>
                  </a:lnTo>
                  <a:lnTo>
                    <a:pt x="7" y="50"/>
                  </a:lnTo>
                  <a:lnTo>
                    <a:pt x="7" y="53"/>
                  </a:lnTo>
                  <a:lnTo>
                    <a:pt x="7" y="54"/>
                  </a:lnTo>
                  <a:lnTo>
                    <a:pt x="7" y="50"/>
                  </a:lnTo>
                  <a:lnTo>
                    <a:pt x="7" y="48"/>
                  </a:lnTo>
                  <a:lnTo>
                    <a:pt x="8" y="49"/>
                  </a:lnTo>
                  <a:lnTo>
                    <a:pt x="8" y="50"/>
                  </a:lnTo>
                  <a:lnTo>
                    <a:pt x="8" y="51"/>
                  </a:lnTo>
                  <a:lnTo>
                    <a:pt x="8" y="52"/>
                  </a:lnTo>
                  <a:lnTo>
                    <a:pt x="8" y="50"/>
                  </a:lnTo>
                  <a:lnTo>
                    <a:pt x="8" y="4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2" name="Freeform 665"/>
            <p:cNvSpPr/>
            <p:nvPr/>
          </p:nvSpPr>
          <p:spPr bwMode="auto">
            <a:xfrm>
              <a:off x="2546350" y="1893889"/>
              <a:ext cx="14288" cy="111125"/>
            </a:xfrm>
            <a:custGeom>
              <a:avLst/>
              <a:gdLst>
                <a:gd name="T0" fmla="*/ 0 w 9"/>
                <a:gd name="T1" fmla="*/ 69 h 70"/>
                <a:gd name="T2" fmla="*/ 0 w 9"/>
                <a:gd name="T3" fmla="*/ 66 h 70"/>
                <a:gd name="T4" fmla="*/ 0 w 9"/>
                <a:gd name="T5" fmla="*/ 65 h 70"/>
                <a:gd name="T6" fmla="*/ 1 w 9"/>
                <a:gd name="T7" fmla="*/ 69 h 70"/>
                <a:gd name="T8" fmla="*/ 1 w 9"/>
                <a:gd name="T9" fmla="*/ 70 h 70"/>
                <a:gd name="T10" fmla="*/ 1 w 9"/>
                <a:gd name="T11" fmla="*/ 69 h 70"/>
                <a:gd name="T12" fmla="*/ 1 w 9"/>
                <a:gd name="T13" fmla="*/ 68 h 70"/>
                <a:gd name="T14" fmla="*/ 1 w 9"/>
                <a:gd name="T15" fmla="*/ 66 h 70"/>
                <a:gd name="T16" fmla="*/ 2 w 9"/>
                <a:gd name="T17" fmla="*/ 63 h 70"/>
                <a:gd name="T18" fmla="*/ 2 w 9"/>
                <a:gd name="T19" fmla="*/ 60 h 70"/>
                <a:gd name="T20" fmla="*/ 2 w 9"/>
                <a:gd name="T21" fmla="*/ 59 h 70"/>
                <a:gd name="T22" fmla="*/ 2 w 9"/>
                <a:gd name="T23" fmla="*/ 55 h 70"/>
                <a:gd name="T24" fmla="*/ 2 w 9"/>
                <a:gd name="T25" fmla="*/ 48 h 70"/>
                <a:gd name="T26" fmla="*/ 2 w 9"/>
                <a:gd name="T27" fmla="*/ 42 h 70"/>
                <a:gd name="T28" fmla="*/ 2 w 9"/>
                <a:gd name="T29" fmla="*/ 38 h 70"/>
                <a:gd name="T30" fmla="*/ 3 w 9"/>
                <a:gd name="T31" fmla="*/ 32 h 70"/>
                <a:gd name="T32" fmla="*/ 3 w 9"/>
                <a:gd name="T33" fmla="*/ 24 h 70"/>
                <a:gd name="T34" fmla="*/ 3 w 9"/>
                <a:gd name="T35" fmla="*/ 19 h 70"/>
                <a:gd name="T36" fmla="*/ 3 w 9"/>
                <a:gd name="T37" fmla="*/ 19 h 70"/>
                <a:gd name="T38" fmla="*/ 4 w 9"/>
                <a:gd name="T39" fmla="*/ 16 h 70"/>
                <a:gd name="T40" fmla="*/ 4 w 9"/>
                <a:gd name="T41" fmla="*/ 12 h 70"/>
                <a:gd name="T42" fmla="*/ 4 w 9"/>
                <a:gd name="T43" fmla="*/ 10 h 70"/>
                <a:gd name="T44" fmla="*/ 4 w 9"/>
                <a:gd name="T45" fmla="*/ 8 h 70"/>
                <a:gd name="T46" fmla="*/ 4 w 9"/>
                <a:gd name="T47" fmla="*/ 5 h 70"/>
                <a:gd name="T48" fmla="*/ 4 w 9"/>
                <a:gd name="T49" fmla="*/ 5 h 70"/>
                <a:gd name="T50" fmla="*/ 4 w 9"/>
                <a:gd name="T51" fmla="*/ 6 h 70"/>
                <a:gd name="T52" fmla="*/ 5 w 9"/>
                <a:gd name="T53" fmla="*/ 5 h 70"/>
                <a:gd name="T54" fmla="*/ 5 w 9"/>
                <a:gd name="T55" fmla="*/ 1 h 70"/>
                <a:gd name="T56" fmla="*/ 5 w 9"/>
                <a:gd name="T57" fmla="*/ 1 h 70"/>
                <a:gd name="T58" fmla="*/ 5 w 9"/>
                <a:gd name="T59" fmla="*/ 2 h 70"/>
                <a:gd name="T60" fmla="*/ 5 w 9"/>
                <a:gd name="T61" fmla="*/ 1 h 70"/>
                <a:gd name="T62" fmla="*/ 5 w 9"/>
                <a:gd name="T63" fmla="*/ 0 h 70"/>
                <a:gd name="T64" fmla="*/ 5 w 9"/>
                <a:gd name="T65" fmla="*/ 2 h 70"/>
                <a:gd name="T66" fmla="*/ 6 w 9"/>
                <a:gd name="T67" fmla="*/ 4 h 70"/>
                <a:gd name="T68" fmla="*/ 6 w 9"/>
                <a:gd name="T69" fmla="*/ 4 h 70"/>
                <a:gd name="T70" fmla="*/ 6 w 9"/>
                <a:gd name="T71" fmla="*/ 3 h 70"/>
                <a:gd name="T72" fmla="*/ 6 w 9"/>
                <a:gd name="T73" fmla="*/ 3 h 70"/>
                <a:gd name="T74" fmla="*/ 6 w 9"/>
                <a:gd name="T75" fmla="*/ 6 h 70"/>
                <a:gd name="T76" fmla="*/ 7 w 9"/>
                <a:gd name="T77" fmla="*/ 8 h 70"/>
                <a:gd name="T78" fmla="*/ 7 w 9"/>
                <a:gd name="T79" fmla="*/ 9 h 70"/>
                <a:gd name="T80" fmla="*/ 7 w 9"/>
                <a:gd name="T81" fmla="*/ 11 h 70"/>
                <a:gd name="T82" fmla="*/ 7 w 9"/>
                <a:gd name="T83" fmla="*/ 12 h 70"/>
                <a:gd name="T84" fmla="*/ 7 w 9"/>
                <a:gd name="T85" fmla="*/ 13 h 70"/>
                <a:gd name="T86" fmla="*/ 7 w 9"/>
                <a:gd name="T87" fmla="*/ 16 h 70"/>
                <a:gd name="T88" fmla="*/ 8 w 9"/>
                <a:gd name="T89" fmla="*/ 22 h 70"/>
                <a:gd name="T90" fmla="*/ 8 w 9"/>
                <a:gd name="T91" fmla="*/ 26 h 70"/>
                <a:gd name="T92" fmla="*/ 8 w 9"/>
                <a:gd name="T93" fmla="*/ 30 h 70"/>
                <a:gd name="T94" fmla="*/ 8 w 9"/>
                <a:gd name="T95" fmla="*/ 30 h 70"/>
                <a:gd name="T96" fmla="*/ 8 w 9"/>
                <a:gd name="T97" fmla="*/ 31 h 70"/>
                <a:gd name="T98" fmla="*/ 9 w 9"/>
                <a:gd name="T99" fmla="*/ 36 h 70"/>
                <a:gd name="T100" fmla="*/ 9 w 9"/>
                <a:gd name="T101" fmla="*/ 42 h 70"/>
                <a:gd name="T102" fmla="*/ 9 w 9"/>
                <a:gd name="T103" fmla="*/ 4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70">
                  <a:moveTo>
                    <a:pt x="0" y="69"/>
                  </a:moveTo>
                  <a:lnTo>
                    <a:pt x="0" y="66"/>
                  </a:lnTo>
                  <a:lnTo>
                    <a:pt x="0" y="65"/>
                  </a:lnTo>
                  <a:lnTo>
                    <a:pt x="1" y="69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3"/>
                  </a:lnTo>
                  <a:lnTo>
                    <a:pt x="2" y="60"/>
                  </a:lnTo>
                  <a:lnTo>
                    <a:pt x="2" y="59"/>
                  </a:lnTo>
                  <a:lnTo>
                    <a:pt x="2" y="55"/>
                  </a:lnTo>
                  <a:lnTo>
                    <a:pt x="2" y="48"/>
                  </a:lnTo>
                  <a:lnTo>
                    <a:pt x="2" y="42"/>
                  </a:lnTo>
                  <a:lnTo>
                    <a:pt x="2" y="38"/>
                  </a:lnTo>
                  <a:lnTo>
                    <a:pt x="3" y="32"/>
                  </a:lnTo>
                  <a:lnTo>
                    <a:pt x="3" y="24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4" y="16"/>
                  </a:lnTo>
                  <a:lnTo>
                    <a:pt x="4" y="12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6"/>
                  </a:lnTo>
                  <a:lnTo>
                    <a:pt x="5" y="5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2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6"/>
                  </a:lnTo>
                  <a:lnTo>
                    <a:pt x="7" y="8"/>
                  </a:lnTo>
                  <a:lnTo>
                    <a:pt x="7" y="9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7" y="13"/>
                  </a:lnTo>
                  <a:lnTo>
                    <a:pt x="7" y="16"/>
                  </a:lnTo>
                  <a:lnTo>
                    <a:pt x="8" y="22"/>
                  </a:lnTo>
                  <a:lnTo>
                    <a:pt x="8" y="26"/>
                  </a:lnTo>
                  <a:lnTo>
                    <a:pt x="8" y="30"/>
                  </a:lnTo>
                  <a:lnTo>
                    <a:pt x="8" y="30"/>
                  </a:lnTo>
                  <a:lnTo>
                    <a:pt x="8" y="31"/>
                  </a:lnTo>
                  <a:lnTo>
                    <a:pt x="9" y="36"/>
                  </a:lnTo>
                  <a:lnTo>
                    <a:pt x="9" y="42"/>
                  </a:lnTo>
                  <a:lnTo>
                    <a:pt x="9" y="4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3" name="Freeform 666"/>
            <p:cNvSpPr/>
            <p:nvPr/>
          </p:nvSpPr>
          <p:spPr bwMode="auto">
            <a:xfrm>
              <a:off x="2560638" y="1960564"/>
              <a:ext cx="12700" cy="184150"/>
            </a:xfrm>
            <a:custGeom>
              <a:avLst/>
              <a:gdLst>
                <a:gd name="T0" fmla="*/ 0 w 8"/>
                <a:gd name="T1" fmla="*/ 0 h 116"/>
                <a:gd name="T2" fmla="*/ 0 w 8"/>
                <a:gd name="T3" fmla="*/ 2 h 116"/>
                <a:gd name="T4" fmla="*/ 0 w 8"/>
                <a:gd name="T5" fmla="*/ 4 h 116"/>
                <a:gd name="T6" fmla="*/ 0 w 8"/>
                <a:gd name="T7" fmla="*/ 6 h 116"/>
                <a:gd name="T8" fmla="*/ 0 w 8"/>
                <a:gd name="T9" fmla="*/ 8 h 116"/>
                <a:gd name="T10" fmla="*/ 0 w 8"/>
                <a:gd name="T11" fmla="*/ 11 h 116"/>
                <a:gd name="T12" fmla="*/ 1 w 8"/>
                <a:gd name="T13" fmla="*/ 16 h 116"/>
                <a:gd name="T14" fmla="*/ 1 w 8"/>
                <a:gd name="T15" fmla="*/ 21 h 116"/>
                <a:gd name="T16" fmla="*/ 1 w 8"/>
                <a:gd name="T17" fmla="*/ 23 h 116"/>
                <a:gd name="T18" fmla="*/ 1 w 8"/>
                <a:gd name="T19" fmla="*/ 24 h 116"/>
                <a:gd name="T20" fmla="*/ 1 w 8"/>
                <a:gd name="T21" fmla="*/ 28 h 116"/>
                <a:gd name="T22" fmla="*/ 1 w 8"/>
                <a:gd name="T23" fmla="*/ 30 h 116"/>
                <a:gd name="T24" fmla="*/ 1 w 8"/>
                <a:gd name="T25" fmla="*/ 29 h 116"/>
                <a:gd name="T26" fmla="*/ 2 w 8"/>
                <a:gd name="T27" fmla="*/ 29 h 116"/>
                <a:gd name="T28" fmla="*/ 2 w 8"/>
                <a:gd name="T29" fmla="*/ 29 h 116"/>
                <a:gd name="T30" fmla="*/ 2 w 8"/>
                <a:gd name="T31" fmla="*/ 28 h 116"/>
                <a:gd name="T32" fmla="*/ 2 w 8"/>
                <a:gd name="T33" fmla="*/ 28 h 116"/>
                <a:gd name="T34" fmla="*/ 3 w 8"/>
                <a:gd name="T35" fmla="*/ 29 h 116"/>
                <a:gd name="T36" fmla="*/ 3 w 8"/>
                <a:gd name="T37" fmla="*/ 30 h 116"/>
                <a:gd name="T38" fmla="*/ 3 w 8"/>
                <a:gd name="T39" fmla="*/ 30 h 116"/>
                <a:gd name="T40" fmla="*/ 3 w 8"/>
                <a:gd name="T41" fmla="*/ 33 h 116"/>
                <a:gd name="T42" fmla="*/ 3 w 8"/>
                <a:gd name="T43" fmla="*/ 39 h 116"/>
                <a:gd name="T44" fmla="*/ 3 w 8"/>
                <a:gd name="T45" fmla="*/ 40 h 116"/>
                <a:gd name="T46" fmla="*/ 3 w 8"/>
                <a:gd name="T47" fmla="*/ 39 h 116"/>
                <a:gd name="T48" fmla="*/ 4 w 8"/>
                <a:gd name="T49" fmla="*/ 42 h 116"/>
                <a:gd name="T50" fmla="*/ 4 w 8"/>
                <a:gd name="T51" fmla="*/ 47 h 116"/>
                <a:gd name="T52" fmla="*/ 4 w 8"/>
                <a:gd name="T53" fmla="*/ 48 h 116"/>
                <a:gd name="T54" fmla="*/ 4 w 8"/>
                <a:gd name="T55" fmla="*/ 47 h 116"/>
                <a:gd name="T56" fmla="*/ 4 w 8"/>
                <a:gd name="T57" fmla="*/ 48 h 116"/>
                <a:gd name="T58" fmla="*/ 5 w 8"/>
                <a:gd name="T59" fmla="*/ 47 h 116"/>
                <a:gd name="T60" fmla="*/ 5 w 8"/>
                <a:gd name="T61" fmla="*/ 44 h 116"/>
                <a:gd name="T62" fmla="*/ 5 w 8"/>
                <a:gd name="T63" fmla="*/ 45 h 116"/>
                <a:gd name="T64" fmla="*/ 5 w 8"/>
                <a:gd name="T65" fmla="*/ 48 h 116"/>
                <a:gd name="T66" fmla="*/ 5 w 8"/>
                <a:gd name="T67" fmla="*/ 48 h 116"/>
                <a:gd name="T68" fmla="*/ 5 w 8"/>
                <a:gd name="T69" fmla="*/ 48 h 116"/>
                <a:gd name="T70" fmla="*/ 5 w 8"/>
                <a:gd name="T71" fmla="*/ 53 h 116"/>
                <a:gd name="T72" fmla="*/ 6 w 8"/>
                <a:gd name="T73" fmla="*/ 60 h 116"/>
                <a:gd name="T74" fmla="*/ 6 w 8"/>
                <a:gd name="T75" fmla="*/ 63 h 116"/>
                <a:gd name="T76" fmla="*/ 6 w 8"/>
                <a:gd name="T77" fmla="*/ 69 h 116"/>
                <a:gd name="T78" fmla="*/ 6 w 8"/>
                <a:gd name="T79" fmla="*/ 79 h 116"/>
                <a:gd name="T80" fmla="*/ 7 w 8"/>
                <a:gd name="T81" fmla="*/ 85 h 116"/>
                <a:gd name="T82" fmla="*/ 7 w 8"/>
                <a:gd name="T83" fmla="*/ 87 h 116"/>
                <a:gd name="T84" fmla="*/ 7 w 8"/>
                <a:gd name="T85" fmla="*/ 94 h 116"/>
                <a:gd name="T86" fmla="*/ 7 w 8"/>
                <a:gd name="T87" fmla="*/ 104 h 116"/>
                <a:gd name="T88" fmla="*/ 7 w 8"/>
                <a:gd name="T89" fmla="*/ 107 h 116"/>
                <a:gd name="T90" fmla="*/ 7 w 8"/>
                <a:gd name="T91" fmla="*/ 105 h 116"/>
                <a:gd name="T92" fmla="*/ 7 w 8"/>
                <a:gd name="T93" fmla="*/ 110 h 116"/>
                <a:gd name="T94" fmla="*/ 8 w 8"/>
                <a:gd name="T95" fmla="*/ 116 h 116"/>
                <a:gd name="T96" fmla="*/ 8 w 8"/>
                <a:gd name="T97" fmla="*/ 115 h 116"/>
                <a:gd name="T98" fmla="*/ 8 w 8"/>
                <a:gd name="T99" fmla="*/ 113 h 116"/>
                <a:gd name="T100" fmla="*/ 8 w 8"/>
                <a:gd name="T101" fmla="*/ 114 h 116"/>
                <a:gd name="T102" fmla="*/ 8 w 8"/>
                <a:gd name="T103" fmla="*/ 11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16">
                  <a:moveTo>
                    <a:pt x="0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6"/>
                  </a:lnTo>
                  <a:lnTo>
                    <a:pt x="1" y="21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3" y="29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3" y="33"/>
                  </a:lnTo>
                  <a:lnTo>
                    <a:pt x="3" y="39"/>
                  </a:lnTo>
                  <a:lnTo>
                    <a:pt x="3" y="40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5" y="47"/>
                  </a:lnTo>
                  <a:lnTo>
                    <a:pt x="5" y="44"/>
                  </a:lnTo>
                  <a:lnTo>
                    <a:pt x="5" y="45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5" y="53"/>
                  </a:lnTo>
                  <a:lnTo>
                    <a:pt x="6" y="60"/>
                  </a:lnTo>
                  <a:lnTo>
                    <a:pt x="6" y="63"/>
                  </a:lnTo>
                  <a:lnTo>
                    <a:pt x="6" y="69"/>
                  </a:lnTo>
                  <a:lnTo>
                    <a:pt x="6" y="79"/>
                  </a:lnTo>
                  <a:lnTo>
                    <a:pt x="7" y="85"/>
                  </a:lnTo>
                  <a:lnTo>
                    <a:pt x="7" y="87"/>
                  </a:lnTo>
                  <a:lnTo>
                    <a:pt x="7" y="94"/>
                  </a:lnTo>
                  <a:lnTo>
                    <a:pt x="7" y="104"/>
                  </a:lnTo>
                  <a:lnTo>
                    <a:pt x="7" y="107"/>
                  </a:lnTo>
                  <a:lnTo>
                    <a:pt x="7" y="105"/>
                  </a:lnTo>
                  <a:lnTo>
                    <a:pt x="7" y="110"/>
                  </a:lnTo>
                  <a:lnTo>
                    <a:pt x="8" y="116"/>
                  </a:lnTo>
                  <a:lnTo>
                    <a:pt x="8" y="115"/>
                  </a:lnTo>
                  <a:lnTo>
                    <a:pt x="8" y="113"/>
                  </a:lnTo>
                  <a:lnTo>
                    <a:pt x="8" y="114"/>
                  </a:lnTo>
                  <a:lnTo>
                    <a:pt x="8" y="11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4" name="Freeform 667"/>
            <p:cNvSpPr/>
            <p:nvPr/>
          </p:nvSpPr>
          <p:spPr bwMode="auto">
            <a:xfrm>
              <a:off x="2573338" y="1966914"/>
              <a:ext cx="14288" cy="219075"/>
            </a:xfrm>
            <a:custGeom>
              <a:avLst/>
              <a:gdLst>
                <a:gd name="T0" fmla="*/ 0 w 9"/>
                <a:gd name="T1" fmla="*/ 110 h 138"/>
                <a:gd name="T2" fmla="*/ 0 w 9"/>
                <a:gd name="T3" fmla="*/ 111 h 138"/>
                <a:gd name="T4" fmla="*/ 0 w 9"/>
                <a:gd name="T5" fmla="*/ 112 h 138"/>
                <a:gd name="T6" fmla="*/ 0 w 9"/>
                <a:gd name="T7" fmla="*/ 112 h 138"/>
                <a:gd name="T8" fmla="*/ 1 w 9"/>
                <a:gd name="T9" fmla="*/ 111 h 138"/>
                <a:gd name="T10" fmla="*/ 1 w 9"/>
                <a:gd name="T11" fmla="*/ 112 h 138"/>
                <a:gd name="T12" fmla="*/ 1 w 9"/>
                <a:gd name="T13" fmla="*/ 114 h 138"/>
                <a:gd name="T14" fmla="*/ 1 w 9"/>
                <a:gd name="T15" fmla="*/ 118 h 138"/>
                <a:gd name="T16" fmla="*/ 1 w 9"/>
                <a:gd name="T17" fmla="*/ 121 h 138"/>
                <a:gd name="T18" fmla="*/ 2 w 9"/>
                <a:gd name="T19" fmla="*/ 124 h 138"/>
                <a:gd name="T20" fmla="*/ 2 w 9"/>
                <a:gd name="T21" fmla="*/ 131 h 138"/>
                <a:gd name="T22" fmla="*/ 2 w 9"/>
                <a:gd name="T23" fmla="*/ 138 h 138"/>
                <a:gd name="T24" fmla="*/ 2 w 9"/>
                <a:gd name="T25" fmla="*/ 138 h 138"/>
                <a:gd name="T26" fmla="*/ 2 w 9"/>
                <a:gd name="T27" fmla="*/ 134 h 138"/>
                <a:gd name="T28" fmla="*/ 2 w 9"/>
                <a:gd name="T29" fmla="*/ 132 h 138"/>
                <a:gd name="T30" fmla="*/ 2 w 9"/>
                <a:gd name="T31" fmla="*/ 130 h 138"/>
                <a:gd name="T32" fmla="*/ 3 w 9"/>
                <a:gd name="T33" fmla="*/ 130 h 138"/>
                <a:gd name="T34" fmla="*/ 3 w 9"/>
                <a:gd name="T35" fmla="*/ 127 h 138"/>
                <a:gd name="T36" fmla="*/ 3 w 9"/>
                <a:gd name="T37" fmla="*/ 117 h 138"/>
                <a:gd name="T38" fmla="*/ 3 w 9"/>
                <a:gd name="T39" fmla="*/ 109 h 138"/>
                <a:gd name="T40" fmla="*/ 4 w 9"/>
                <a:gd name="T41" fmla="*/ 110 h 138"/>
                <a:gd name="T42" fmla="*/ 4 w 9"/>
                <a:gd name="T43" fmla="*/ 111 h 138"/>
                <a:gd name="T44" fmla="*/ 4 w 9"/>
                <a:gd name="T45" fmla="*/ 105 h 138"/>
                <a:gd name="T46" fmla="*/ 4 w 9"/>
                <a:gd name="T47" fmla="*/ 100 h 138"/>
                <a:gd name="T48" fmla="*/ 4 w 9"/>
                <a:gd name="T49" fmla="*/ 101 h 138"/>
                <a:gd name="T50" fmla="*/ 4 w 9"/>
                <a:gd name="T51" fmla="*/ 102 h 138"/>
                <a:gd name="T52" fmla="*/ 4 w 9"/>
                <a:gd name="T53" fmla="*/ 98 h 138"/>
                <a:gd name="T54" fmla="*/ 5 w 9"/>
                <a:gd name="T55" fmla="*/ 92 h 138"/>
                <a:gd name="T56" fmla="*/ 5 w 9"/>
                <a:gd name="T57" fmla="*/ 88 h 138"/>
                <a:gd name="T58" fmla="*/ 5 w 9"/>
                <a:gd name="T59" fmla="*/ 84 h 138"/>
                <a:gd name="T60" fmla="*/ 5 w 9"/>
                <a:gd name="T61" fmla="*/ 80 h 138"/>
                <a:gd name="T62" fmla="*/ 5 w 9"/>
                <a:gd name="T63" fmla="*/ 78 h 138"/>
                <a:gd name="T64" fmla="*/ 5 w 9"/>
                <a:gd name="T65" fmla="*/ 76 h 138"/>
                <a:gd name="T66" fmla="*/ 5 w 9"/>
                <a:gd name="T67" fmla="*/ 71 h 138"/>
                <a:gd name="T68" fmla="*/ 6 w 9"/>
                <a:gd name="T69" fmla="*/ 67 h 138"/>
                <a:gd name="T70" fmla="*/ 6 w 9"/>
                <a:gd name="T71" fmla="*/ 68 h 138"/>
                <a:gd name="T72" fmla="*/ 6 w 9"/>
                <a:gd name="T73" fmla="*/ 67 h 138"/>
                <a:gd name="T74" fmla="*/ 6 w 9"/>
                <a:gd name="T75" fmla="*/ 60 h 138"/>
                <a:gd name="T76" fmla="*/ 7 w 9"/>
                <a:gd name="T77" fmla="*/ 51 h 138"/>
                <a:gd name="T78" fmla="*/ 7 w 9"/>
                <a:gd name="T79" fmla="*/ 46 h 138"/>
                <a:gd name="T80" fmla="*/ 7 w 9"/>
                <a:gd name="T81" fmla="*/ 41 h 138"/>
                <a:gd name="T82" fmla="*/ 7 w 9"/>
                <a:gd name="T83" fmla="*/ 35 h 138"/>
                <a:gd name="T84" fmla="*/ 7 w 9"/>
                <a:gd name="T85" fmla="*/ 31 h 138"/>
                <a:gd name="T86" fmla="*/ 7 w 9"/>
                <a:gd name="T87" fmla="*/ 26 h 138"/>
                <a:gd name="T88" fmla="*/ 7 w 9"/>
                <a:gd name="T89" fmla="*/ 18 h 138"/>
                <a:gd name="T90" fmla="*/ 8 w 9"/>
                <a:gd name="T91" fmla="*/ 12 h 138"/>
                <a:gd name="T92" fmla="*/ 8 w 9"/>
                <a:gd name="T93" fmla="*/ 13 h 138"/>
                <a:gd name="T94" fmla="*/ 8 w 9"/>
                <a:gd name="T95" fmla="*/ 10 h 138"/>
                <a:gd name="T96" fmla="*/ 8 w 9"/>
                <a:gd name="T97" fmla="*/ 4 h 138"/>
                <a:gd name="T98" fmla="*/ 8 w 9"/>
                <a:gd name="T99" fmla="*/ 3 h 138"/>
                <a:gd name="T100" fmla="*/ 9 w 9"/>
                <a:gd name="T101" fmla="*/ 4 h 138"/>
                <a:gd name="T102" fmla="*/ 9 w 9"/>
                <a:gd name="T10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38">
                  <a:moveTo>
                    <a:pt x="0" y="110"/>
                  </a:moveTo>
                  <a:lnTo>
                    <a:pt x="0" y="11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1" y="111"/>
                  </a:lnTo>
                  <a:lnTo>
                    <a:pt x="1" y="112"/>
                  </a:lnTo>
                  <a:lnTo>
                    <a:pt x="1" y="114"/>
                  </a:lnTo>
                  <a:lnTo>
                    <a:pt x="1" y="118"/>
                  </a:lnTo>
                  <a:lnTo>
                    <a:pt x="1" y="121"/>
                  </a:lnTo>
                  <a:lnTo>
                    <a:pt x="2" y="124"/>
                  </a:lnTo>
                  <a:lnTo>
                    <a:pt x="2" y="131"/>
                  </a:lnTo>
                  <a:lnTo>
                    <a:pt x="2" y="138"/>
                  </a:lnTo>
                  <a:lnTo>
                    <a:pt x="2" y="138"/>
                  </a:lnTo>
                  <a:lnTo>
                    <a:pt x="2" y="134"/>
                  </a:lnTo>
                  <a:lnTo>
                    <a:pt x="2" y="132"/>
                  </a:lnTo>
                  <a:lnTo>
                    <a:pt x="2" y="130"/>
                  </a:lnTo>
                  <a:lnTo>
                    <a:pt x="3" y="130"/>
                  </a:lnTo>
                  <a:lnTo>
                    <a:pt x="3" y="127"/>
                  </a:lnTo>
                  <a:lnTo>
                    <a:pt x="3" y="117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4" y="111"/>
                  </a:lnTo>
                  <a:lnTo>
                    <a:pt x="4" y="105"/>
                  </a:lnTo>
                  <a:lnTo>
                    <a:pt x="4" y="100"/>
                  </a:lnTo>
                  <a:lnTo>
                    <a:pt x="4" y="101"/>
                  </a:lnTo>
                  <a:lnTo>
                    <a:pt x="4" y="102"/>
                  </a:lnTo>
                  <a:lnTo>
                    <a:pt x="4" y="98"/>
                  </a:lnTo>
                  <a:lnTo>
                    <a:pt x="5" y="92"/>
                  </a:lnTo>
                  <a:lnTo>
                    <a:pt x="5" y="88"/>
                  </a:lnTo>
                  <a:lnTo>
                    <a:pt x="5" y="84"/>
                  </a:lnTo>
                  <a:lnTo>
                    <a:pt x="5" y="80"/>
                  </a:lnTo>
                  <a:lnTo>
                    <a:pt x="5" y="78"/>
                  </a:lnTo>
                  <a:lnTo>
                    <a:pt x="5" y="76"/>
                  </a:lnTo>
                  <a:lnTo>
                    <a:pt x="5" y="71"/>
                  </a:lnTo>
                  <a:lnTo>
                    <a:pt x="6" y="67"/>
                  </a:lnTo>
                  <a:lnTo>
                    <a:pt x="6" y="68"/>
                  </a:lnTo>
                  <a:lnTo>
                    <a:pt x="6" y="67"/>
                  </a:lnTo>
                  <a:lnTo>
                    <a:pt x="6" y="60"/>
                  </a:lnTo>
                  <a:lnTo>
                    <a:pt x="7" y="51"/>
                  </a:lnTo>
                  <a:lnTo>
                    <a:pt x="7" y="46"/>
                  </a:lnTo>
                  <a:lnTo>
                    <a:pt x="7" y="41"/>
                  </a:lnTo>
                  <a:lnTo>
                    <a:pt x="7" y="35"/>
                  </a:lnTo>
                  <a:lnTo>
                    <a:pt x="7" y="31"/>
                  </a:lnTo>
                  <a:lnTo>
                    <a:pt x="7" y="26"/>
                  </a:lnTo>
                  <a:lnTo>
                    <a:pt x="7" y="18"/>
                  </a:lnTo>
                  <a:lnTo>
                    <a:pt x="8" y="12"/>
                  </a:lnTo>
                  <a:lnTo>
                    <a:pt x="8" y="13"/>
                  </a:lnTo>
                  <a:lnTo>
                    <a:pt x="8" y="10"/>
                  </a:lnTo>
                  <a:lnTo>
                    <a:pt x="8" y="4"/>
                  </a:lnTo>
                  <a:lnTo>
                    <a:pt x="8" y="3"/>
                  </a:lnTo>
                  <a:lnTo>
                    <a:pt x="9" y="4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5" name="Freeform 668"/>
            <p:cNvSpPr/>
            <p:nvPr/>
          </p:nvSpPr>
          <p:spPr bwMode="auto">
            <a:xfrm>
              <a:off x="2587625" y="1916114"/>
              <a:ext cx="12700" cy="77788"/>
            </a:xfrm>
            <a:custGeom>
              <a:avLst/>
              <a:gdLst>
                <a:gd name="T0" fmla="*/ 0 w 8"/>
                <a:gd name="T1" fmla="*/ 36 h 49"/>
                <a:gd name="T2" fmla="*/ 0 w 8"/>
                <a:gd name="T3" fmla="*/ 32 h 49"/>
                <a:gd name="T4" fmla="*/ 0 w 8"/>
                <a:gd name="T5" fmla="*/ 29 h 49"/>
                <a:gd name="T6" fmla="*/ 0 w 8"/>
                <a:gd name="T7" fmla="*/ 30 h 49"/>
                <a:gd name="T8" fmla="*/ 0 w 8"/>
                <a:gd name="T9" fmla="*/ 29 h 49"/>
                <a:gd name="T10" fmla="*/ 0 w 8"/>
                <a:gd name="T11" fmla="*/ 28 h 49"/>
                <a:gd name="T12" fmla="*/ 0 w 8"/>
                <a:gd name="T13" fmla="*/ 30 h 49"/>
                <a:gd name="T14" fmla="*/ 1 w 8"/>
                <a:gd name="T15" fmla="*/ 34 h 49"/>
                <a:gd name="T16" fmla="*/ 1 w 8"/>
                <a:gd name="T17" fmla="*/ 35 h 49"/>
                <a:gd name="T18" fmla="*/ 1 w 8"/>
                <a:gd name="T19" fmla="*/ 34 h 49"/>
                <a:gd name="T20" fmla="*/ 1 w 8"/>
                <a:gd name="T21" fmla="*/ 38 h 49"/>
                <a:gd name="T22" fmla="*/ 1 w 8"/>
                <a:gd name="T23" fmla="*/ 43 h 49"/>
                <a:gd name="T24" fmla="*/ 1 w 8"/>
                <a:gd name="T25" fmla="*/ 42 h 49"/>
                <a:gd name="T26" fmla="*/ 1 w 8"/>
                <a:gd name="T27" fmla="*/ 42 h 49"/>
                <a:gd name="T28" fmla="*/ 2 w 8"/>
                <a:gd name="T29" fmla="*/ 48 h 49"/>
                <a:gd name="T30" fmla="*/ 2 w 8"/>
                <a:gd name="T31" fmla="*/ 49 h 49"/>
                <a:gd name="T32" fmla="*/ 2 w 8"/>
                <a:gd name="T33" fmla="*/ 44 h 49"/>
                <a:gd name="T34" fmla="*/ 2 w 8"/>
                <a:gd name="T35" fmla="*/ 41 h 49"/>
                <a:gd name="T36" fmla="*/ 3 w 8"/>
                <a:gd name="T37" fmla="*/ 41 h 49"/>
                <a:gd name="T38" fmla="*/ 3 w 8"/>
                <a:gd name="T39" fmla="*/ 40 h 49"/>
                <a:gd name="T40" fmla="*/ 3 w 8"/>
                <a:gd name="T41" fmla="*/ 37 h 49"/>
                <a:gd name="T42" fmla="*/ 3 w 8"/>
                <a:gd name="T43" fmla="*/ 35 h 49"/>
                <a:gd name="T44" fmla="*/ 3 w 8"/>
                <a:gd name="T45" fmla="*/ 35 h 49"/>
                <a:gd name="T46" fmla="*/ 3 w 8"/>
                <a:gd name="T47" fmla="*/ 33 h 49"/>
                <a:gd name="T48" fmla="*/ 3 w 8"/>
                <a:gd name="T49" fmla="*/ 31 h 49"/>
                <a:gd name="T50" fmla="*/ 4 w 8"/>
                <a:gd name="T51" fmla="*/ 34 h 49"/>
                <a:gd name="T52" fmla="*/ 4 w 8"/>
                <a:gd name="T53" fmla="*/ 37 h 49"/>
                <a:gd name="T54" fmla="*/ 4 w 8"/>
                <a:gd name="T55" fmla="*/ 33 h 49"/>
                <a:gd name="T56" fmla="*/ 4 w 8"/>
                <a:gd name="T57" fmla="*/ 29 h 49"/>
                <a:gd name="T58" fmla="*/ 4 w 8"/>
                <a:gd name="T59" fmla="*/ 32 h 49"/>
                <a:gd name="T60" fmla="*/ 5 w 8"/>
                <a:gd name="T61" fmla="*/ 31 h 49"/>
                <a:gd name="T62" fmla="*/ 5 w 8"/>
                <a:gd name="T63" fmla="*/ 25 h 49"/>
                <a:gd name="T64" fmla="*/ 5 w 8"/>
                <a:gd name="T65" fmla="*/ 21 h 49"/>
                <a:gd name="T66" fmla="*/ 5 w 8"/>
                <a:gd name="T67" fmla="*/ 18 h 49"/>
                <a:gd name="T68" fmla="*/ 5 w 8"/>
                <a:gd name="T69" fmla="*/ 14 h 49"/>
                <a:gd name="T70" fmla="*/ 5 w 8"/>
                <a:gd name="T71" fmla="*/ 9 h 49"/>
                <a:gd name="T72" fmla="*/ 5 w 8"/>
                <a:gd name="T73" fmla="*/ 5 h 49"/>
                <a:gd name="T74" fmla="*/ 6 w 8"/>
                <a:gd name="T75" fmla="*/ 3 h 49"/>
                <a:gd name="T76" fmla="*/ 6 w 8"/>
                <a:gd name="T77" fmla="*/ 2 h 49"/>
                <a:gd name="T78" fmla="*/ 6 w 8"/>
                <a:gd name="T79" fmla="*/ 1 h 49"/>
                <a:gd name="T80" fmla="*/ 6 w 8"/>
                <a:gd name="T81" fmla="*/ 0 h 49"/>
                <a:gd name="T82" fmla="*/ 6 w 8"/>
                <a:gd name="T83" fmla="*/ 1 h 49"/>
                <a:gd name="T84" fmla="*/ 6 w 8"/>
                <a:gd name="T85" fmla="*/ 4 h 49"/>
                <a:gd name="T86" fmla="*/ 6 w 8"/>
                <a:gd name="T87" fmla="*/ 5 h 49"/>
                <a:gd name="T88" fmla="*/ 7 w 8"/>
                <a:gd name="T89" fmla="*/ 7 h 49"/>
                <a:gd name="T90" fmla="*/ 7 w 8"/>
                <a:gd name="T91" fmla="*/ 9 h 49"/>
                <a:gd name="T92" fmla="*/ 7 w 8"/>
                <a:gd name="T93" fmla="*/ 11 h 49"/>
                <a:gd name="T94" fmla="*/ 7 w 8"/>
                <a:gd name="T95" fmla="*/ 12 h 49"/>
                <a:gd name="T96" fmla="*/ 8 w 8"/>
                <a:gd name="T97" fmla="*/ 14 h 49"/>
                <a:gd name="T98" fmla="*/ 8 w 8"/>
                <a:gd name="T99" fmla="*/ 14 h 49"/>
                <a:gd name="T100" fmla="*/ 8 w 8"/>
                <a:gd name="T101" fmla="*/ 16 h 49"/>
                <a:gd name="T102" fmla="*/ 8 w 8"/>
                <a:gd name="T103" fmla="*/ 1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9">
                  <a:moveTo>
                    <a:pt x="0" y="36"/>
                  </a:moveTo>
                  <a:lnTo>
                    <a:pt x="0" y="32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1" y="34"/>
                  </a:lnTo>
                  <a:lnTo>
                    <a:pt x="1" y="35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2"/>
                  </a:lnTo>
                  <a:lnTo>
                    <a:pt x="2" y="48"/>
                  </a:lnTo>
                  <a:lnTo>
                    <a:pt x="2" y="49"/>
                  </a:lnTo>
                  <a:lnTo>
                    <a:pt x="2" y="44"/>
                  </a:lnTo>
                  <a:lnTo>
                    <a:pt x="2" y="41"/>
                  </a:lnTo>
                  <a:lnTo>
                    <a:pt x="3" y="41"/>
                  </a:lnTo>
                  <a:lnTo>
                    <a:pt x="3" y="40"/>
                  </a:lnTo>
                  <a:lnTo>
                    <a:pt x="3" y="37"/>
                  </a:lnTo>
                  <a:lnTo>
                    <a:pt x="3" y="35"/>
                  </a:lnTo>
                  <a:lnTo>
                    <a:pt x="3" y="35"/>
                  </a:lnTo>
                  <a:lnTo>
                    <a:pt x="3" y="33"/>
                  </a:lnTo>
                  <a:lnTo>
                    <a:pt x="3" y="31"/>
                  </a:lnTo>
                  <a:lnTo>
                    <a:pt x="4" y="34"/>
                  </a:lnTo>
                  <a:lnTo>
                    <a:pt x="4" y="37"/>
                  </a:lnTo>
                  <a:lnTo>
                    <a:pt x="4" y="33"/>
                  </a:lnTo>
                  <a:lnTo>
                    <a:pt x="4" y="29"/>
                  </a:lnTo>
                  <a:lnTo>
                    <a:pt x="4" y="32"/>
                  </a:lnTo>
                  <a:lnTo>
                    <a:pt x="5" y="31"/>
                  </a:lnTo>
                  <a:lnTo>
                    <a:pt x="5" y="25"/>
                  </a:lnTo>
                  <a:lnTo>
                    <a:pt x="5" y="21"/>
                  </a:lnTo>
                  <a:lnTo>
                    <a:pt x="5" y="18"/>
                  </a:lnTo>
                  <a:lnTo>
                    <a:pt x="5" y="14"/>
                  </a:lnTo>
                  <a:lnTo>
                    <a:pt x="5" y="9"/>
                  </a:lnTo>
                  <a:lnTo>
                    <a:pt x="5" y="5"/>
                  </a:lnTo>
                  <a:lnTo>
                    <a:pt x="6" y="3"/>
                  </a:lnTo>
                  <a:lnTo>
                    <a:pt x="6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4"/>
                  </a:lnTo>
                  <a:lnTo>
                    <a:pt x="6" y="5"/>
                  </a:lnTo>
                  <a:lnTo>
                    <a:pt x="7" y="7"/>
                  </a:lnTo>
                  <a:lnTo>
                    <a:pt x="7" y="9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8" y="1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6" name="Freeform 669"/>
            <p:cNvSpPr/>
            <p:nvPr/>
          </p:nvSpPr>
          <p:spPr bwMode="auto">
            <a:xfrm>
              <a:off x="2600325" y="1919289"/>
              <a:ext cx="12700" cy="74613"/>
            </a:xfrm>
            <a:custGeom>
              <a:avLst/>
              <a:gdLst>
                <a:gd name="T0" fmla="*/ 0 w 8"/>
                <a:gd name="T1" fmla="*/ 14 h 47"/>
                <a:gd name="T2" fmla="*/ 0 w 8"/>
                <a:gd name="T3" fmla="*/ 15 h 47"/>
                <a:gd name="T4" fmla="*/ 0 w 8"/>
                <a:gd name="T5" fmla="*/ 16 h 47"/>
                <a:gd name="T6" fmla="*/ 0 w 8"/>
                <a:gd name="T7" fmla="*/ 18 h 47"/>
                <a:gd name="T8" fmla="*/ 0 w 8"/>
                <a:gd name="T9" fmla="*/ 16 h 47"/>
                <a:gd name="T10" fmla="*/ 1 w 8"/>
                <a:gd name="T11" fmla="*/ 15 h 47"/>
                <a:gd name="T12" fmla="*/ 1 w 8"/>
                <a:gd name="T13" fmla="*/ 17 h 47"/>
                <a:gd name="T14" fmla="*/ 1 w 8"/>
                <a:gd name="T15" fmla="*/ 20 h 47"/>
                <a:gd name="T16" fmla="*/ 1 w 8"/>
                <a:gd name="T17" fmla="*/ 20 h 47"/>
                <a:gd name="T18" fmla="*/ 1 w 8"/>
                <a:gd name="T19" fmla="*/ 20 h 47"/>
                <a:gd name="T20" fmla="*/ 2 w 8"/>
                <a:gd name="T21" fmla="*/ 24 h 47"/>
                <a:gd name="T22" fmla="*/ 2 w 8"/>
                <a:gd name="T23" fmla="*/ 29 h 47"/>
                <a:gd name="T24" fmla="*/ 2 w 8"/>
                <a:gd name="T25" fmla="*/ 34 h 47"/>
                <a:gd name="T26" fmla="*/ 2 w 8"/>
                <a:gd name="T27" fmla="*/ 39 h 47"/>
                <a:gd name="T28" fmla="*/ 2 w 8"/>
                <a:gd name="T29" fmla="*/ 42 h 47"/>
                <a:gd name="T30" fmla="*/ 2 w 8"/>
                <a:gd name="T31" fmla="*/ 44 h 47"/>
                <a:gd name="T32" fmla="*/ 3 w 8"/>
                <a:gd name="T33" fmla="*/ 46 h 47"/>
                <a:gd name="T34" fmla="*/ 3 w 8"/>
                <a:gd name="T35" fmla="*/ 47 h 47"/>
                <a:gd name="T36" fmla="*/ 3 w 8"/>
                <a:gd name="T37" fmla="*/ 47 h 47"/>
                <a:gd name="T38" fmla="*/ 3 w 8"/>
                <a:gd name="T39" fmla="*/ 47 h 47"/>
                <a:gd name="T40" fmla="*/ 3 w 8"/>
                <a:gd name="T41" fmla="*/ 46 h 47"/>
                <a:gd name="T42" fmla="*/ 3 w 8"/>
                <a:gd name="T43" fmla="*/ 43 h 47"/>
                <a:gd name="T44" fmla="*/ 3 w 8"/>
                <a:gd name="T45" fmla="*/ 38 h 47"/>
                <a:gd name="T46" fmla="*/ 4 w 8"/>
                <a:gd name="T47" fmla="*/ 35 h 47"/>
                <a:gd name="T48" fmla="*/ 4 w 8"/>
                <a:gd name="T49" fmla="*/ 34 h 47"/>
                <a:gd name="T50" fmla="*/ 4 w 8"/>
                <a:gd name="T51" fmla="*/ 32 h 47"/>
                <a:gd name="T52" fmla="*/ 4 w 8"/>
                <a:gd name="T53" fmla="*/ 29 h 47"/>
                <a:gd name="T54" fmla="*/ 4 w 8"/>
                <a:gd name="T55" fmla="*/ 27 h 47"/>
                <a:gd name="T56" fmla="*/ 5 w 8"/>
                <a:gd name="T57" fmla="*/ 26 h 47"/>
                <a:gd name="T58" fmla="*/ 5 w 8"/>
                <a:gd name="T59" fmla="*/ 24 h 47"/>
                <a:gd name="T60" fmla="*/ 5 w 8"/>
                <a:gd name="T61" fmla="*/ 22 h 47"/>
                <a:gd name="T62" fmla="*/ 5 w 8"/>
                <a:gd name="T63" fmla="*/ 21 h 47"/>
                <a:gd name="T64" fmla="*/ 5 w 8"/>
                <a:gd name="T65" fmla="*/ 19 h 47"/>
                <a:gd name="T66" fmla="*/ 5 w 8"/>
                <a:gd name="T67" fmla="*/ 16 h 47"/>
                <a:gd name="T68" fmla="*/ 5 w 8"/>
                <a:gd name="T69" fmla="*/ 14 h 47"/>
                <a:gd name="T70" fmla="*/ 6 w 8"/>
                <a:gd name="T71" fmla="*/ 14 h 47"/>
                <a:gd name="T72" fmla="*/ 6 w 8"/>
                <a:gd name="T73" fmla="*/ 12 h 47"/>
                <a:gd name="T74" fmla="*/ 6 w 8"/>
                <a:gd name="T75" fmla="*/ 8 h 47"/>
                <a:gd name="T76" fmla="*/ 6 w 8"/>
                <a:gd name="T77" fmla="*/ 7 h 47"/>
                <a:gd name="T78" fmla="*/ 7 w 8"/>
                <a:gd name="T79" fmla="*/ 8 h 47"/>
                <a:gd name="T80" fmla="*/ 7 w 8"/>
                <a:gd name="T81" fmla="*/ 7 h 47"/>
                <a:gd name="T82" fmla="*/ 7 w 8"/>
                <a:gd name="T83" fmla="*/ 6 h 47"/>
                <a:gd name="T84" fmla="*/ 7 w 8"/>
                <a:gd name="T85" fmla="*/ 7 h 47"/>
                <a:gd name="T86" fmla="*/ 7 w 8"/>
                <a:gd name="T87" fmla="*/ 6 h 47"/>
                <a:gd name="T88" fmla="*/ 7 w 8"/>
                <a:gd name="T89" fmla="*/ 4 h 47"/>
                <a:gd name="T90" fmla="*/ 7 w 8"/>
                <a:gd name="T91" fmla="*/ 2 h 47"/>
                <a:gd name="T92" fmla="*/ 8 w 8"/>
                <a:gd name="T93" fmla="*/ 3 h 47"/>
                <a:gd name="T94" fmla="*/ 8 w 8"/>
                <a:gd name="T95" fmla="*/ 2 h 47"/>
                <a:gd name="T96" fmla="*/ 8 w 8"/>
                <a:gd name="T97" fmla="*/ 0 h 47"/>
                <a:gd name="T98" fmla="*/ 8 w 8"/>
                <a:gd name="T99" fmla="*/ 0 h 47"/>
                <a:gd name="T100" fmla="*/ 8 w 8"/>
                <a:gd name="T101" fmla="*/ 2 h 47"/>
                <a:gd name="T102" fmla="*/ 8 w 8"/>
                <a:gd name="T103" fmla="*/ 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7">
                  <a:moveTo>
                    <a:pt x="0" y="14"/>
                  </a:moveTo>
                  <a:lnTo>
                    <a:pt x="0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5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2" y="24"/>
                  </a:lnTo>
                  <a:lnTo>
                    <a:pt x="2" y="29"/>
                  </a:lnTo>
                  <a:lnTo>
                    <a:pt x="2" y="34"/>
                  </a:lnTo>
                  <a:lnTo>
                    <a:pt x="2" y="39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7"/>
                  </a:lnTo>
                  <a:lnTo>
                    <a:pt x="3" y="47"/>
                  </a:lnTo>
                  <a:lnTo>
                    <a:pt x="3" y="46"/>
                  </a:lnTo>
                  <a:lnTo>
                    <a:pt x="3" y="43"/>
                  </a:lnTo>
                  <a:lnTo>
                    <a:pt x="3" y="38"/>
                  </a:lnTo>
                  <a:lnTo>
                    <a:pt x="4" y="35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9"/>
                  </a:lnTo>
                  <a:lnTo>
                    <a:pt x="4" y="27"/>
                  </a:lnTo>
                  <a:lnTo>
                    <a:pt x="5" y="26"/>
                  </a:lnTo>
                  <a:lnTo>
                    <a:pt x="5" y="24"/>
                  </a:lnTo>
                  <a:lnTo>
                    <a:pt x="5" y="22"/>
                  </a:lnTo>
                  <a:lnTo>
                    <a:pt x="5" y="21"/>
                  </a:lnTo>
                  <a:lnTo>
                    <a:pt x="5" y="19"/>
                  </a:lnTo>
                  <a:lnTo>
                    <a:pt x="5" y="16"/>
                  </a:lnTo>
                  <a:lnTo>
                    <a:pt x="5" y="14"/>
                  </a:lnTo>
                  <a:lnTo>
                    <a:pt x="6" y="14"/>
                  </a:lnTo>
                  <a:lnTo>
                    <a:pt x="6" y="12"/>
                  </a:lnTo>
                  <a:lnTo>
                    <a:pt x="6" y="8"/>
                  </a:lnTo>
                  <a:lnTo>
                    <a:pt x="6" y="7"/>
                  </a:lnTo>
                  <a:lnTo>
                    <a:pt x="7" y="8"/>
                  </a:lnTo>
                  <a:lnTo>
                    <a:pt x="7" y="7"/>
                  </a:lnTo>
                  <a:lnTo>
                    <a:pt x="7" y="6"/>
                  </a:lnTo>
                  <a:lnTo>
                    <a:pt x="7" y="7"/>
                  </a:lnTo>
                  <a:lnTo>
                    <a:pt x="7" y="6"/>
                  </a:lnTo>
                  <a:lnTo>
                    <a:pt x="7" y="4"/>
                  </a:lnTo>
                  <a:lnTo>
                    <a:pt x="7" y="2"/>
                  </a:lnTo>
                  <a:lnTo>
                    <a:pt x="8" y="3"/>
                  </a:lnTo>
                  <a:lnTo>
                    <a:pt x="8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8" y="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7" name="Freeform 670"/>
            <p:cNvSpPr/>
            <p:nvPr/>
          </p:nvSpPr>
          <p:spPr bwMode="auto">
            <a:xfrm>
              <a:off x="2613025" y="1922464"/>
              <a:ext cx="14288" cy="169863"/>
            </a:xfrm>
            <a:custGeom>
              <a:avLst/>
              <a:gdLst>
                <a:gd name="T0" fmla="*/ 0 w 9"/>
                <a:gd name="T1" fmla="*/ 0 h 107"/>
                <a:gd name="T2" fmla="*/ 0 w 9"/>
                <a:gd name="T3" fmla="*/ 1 h 107"/>
                <a:gd name="T4" fmla="*/ 0 w 9"/>
                <a:gd name="T5" fmla="*/ 3 h 107"/>
                <a:gd name="T6" fmla="*/ 1 w 9"/>
                <a:gd name="T7" fmla="*/ 8 h 107"/>
                <a:gd name="T8" fmla="*/ 1 w 9"/>
                <a:gd name="T9" fmla="*/ 11 h 107"/>
                <a:gd name="T10" fmla="*/ 1 w 9"/>
                <a:gd name="T11" fmla="*/ 13 h 107"/>
                <a:gd name="T12" fmla="*/ 1 w 9"/>
                <a:gd name="T13" fmla="*/ 17 h 107"/>
                <a:gd name="T14" fmla="*/ 1 w 9"/>
                <a:gd name="T15" fmla="*/ 20 h 107"/>
                <a:gd name="T16" fmla="*/ 2 w 9"/>
                <a:gd name="T17" fmla="*/ 21 h 107"/>
                <a:gd name="T18" fmla="*/ 2 w 9"/>
                <a:gd name="T19" fmla="*/ 23 h 107"/>
                <a:gd name="T20" fmla="*/ 2 w 9"/>
                <a:gd name="T21" fmla="*/ 27 h 107"/>
                <a:gd name="T22" fmla="*/ 2 w 9"/>
                <a:gd name="T23" fmla="*/ 30 h 107"/>
                <a:gd name="T24" fmla="*/ 2 w 9"/>
                <a:gd name="T25" fmla="*/ 32 h 107"/>
                <a:gd name="T26" fmla="*/ 2 w 9"/>
                <a:gd name="T27" fmla="*/ 35 h 107"/>
                <a:gd name="T28" fmla="*/ 2 w 9"/>
                <a:gd name="T29" fmla="*/ 39 h 107"/>
                <a:gd name="T30" fmla="*/ 3 w 9"/>
                <a:gd name="T31" fmla="*/ 44 h 107"/>
                <a:gd name="T32" fmla="*/ 3 w 9"/>
                <a:gd name="T33" fmla="*/ 46 h 107"/>
                <a:gd name="T34" fmla="*/ 3 w 9"/>
                <a:gd name="T35" fmla="*/ 49 h 107"/>
                <a:gd name="T36" fmla="*/ 3 w 9"/>
                <a:gd name="T37" fmla="*/ 52 h 107"/>
                <a:gd name="T38" fmla="*/ 4 w 9"/>
                <a:gd name="T39" fmla="*/ 53 h 107"/>
                <a:gd name="T40" fmla="*/ 4 w 9"/>
                <a:gd name="T41" fmla="*/ 52 h 107"/>
                <a:gd name="T42" fmla="*/ 4 w 9"/>
                <a:gd name="T43" fmla="*/ 53 h 107"/>
                <a:gd name="T44" fmla="*/ 4 w 9"/>
                <a:gd name="T45" fmla="*/ 54 h 107"/>
                <a:gd name="T46" fmla="*/ 4 w 9"/>
                <a:gd name="T47" fmla="*/ 53 h 107"/>
                <a:gd name="T48" fmla="*/ 4 w 9"/>
                <a:gd name="T49" fmla="*/ 51 h 107"/>
                <a:gd name="T50" fmla="*/ 4 w 9"/>
                <a:gd name="T51" fmla="*/ 52 h 107"/>
                <a:gd name="T52" fmla="*/ 5 w 9"/>
                <a:gd name="T53" fmla="*/ 53 h 107"/>
                <a:gd name="T54" fmla="*/ 5 w 9"/>
                <a:gd name="T55" fmla="*/ 56 h 107"/>
                <a:gd name="T56" fmla="*/ 5 w 9"/>
                <a:gd name="T57" fmla="*/ 60 h 107"/>
                <a:gd name="T58" fmla="*/ 5 w 9"/>
                <a:gd name="T59" fmla="*/ 64 h 107"/>
                <a:gd name="T60" fmla="*/ 5 w 9"/>
                <a:gd name="T61" fmla="*/ 64 h 107"/>
                <a:gd name="T62" fmla="*/ 5 w 9"/>
                <a:gd name="T63" fmla="*/ 62 h 107"/>
                <a:gd name="T64" fmla="*/ 5 w 9"/>
                <a:gd name="T65" fmla="*/ 65 h 107"/>
                <a:gd name="T66" fmla="*/ 6 w 9"/>
                <a:gd name="T67" fmla="*/ 70 h 107"/>
                <a:gd name="T68" fmla="*/ 6 w 9"/>
                <a:gd name="T69" fmla="*/ 72 h 107"/>
                <a:gd name="T70" fmla="*/ 6 w 9"/>
                <a:gd name="T71" fmla="*/ 70 h 107"/>
                <a:gd name="T72" fmla="*/ 6 w 9"/>
                <a:gd name="T73" fmla="*/ 69 h 107"/>
                <a:gd name="T74" fmla="*/ 6 w 9"/>
                <a:gd name="T75" fmla="*/ 67 h 107"/>
                <a:gd name="T76" fmla="*/ 7 w 9"/>
                <a:gd name="T77" fmla="*/ 65 h 107"/>
                <a:gd name="T78" fmla="*/ 7 w 9"/>
                <a:gd name="T79" fmla="*/ 66 h 107"/>
                <a:gd name="T80" fmla="*/ 7 w 9"/>
                <a:gd name="T81" fmla="*/ 69 h 107"/>
                <a:gd name="T82" fmla="*/ 7 w 9"/>
                <a:gd name="T83" fmla="*/ 67 h 107"/>
                <a:gd name="T84" fmla="*/ 7 w 9"/>
                <a:gd name="T85" fmla="*/ 66 h 107"/>
                <a:gd name="T86" fmla="*/ 7 w 9"/>
                <a:gd name="T87" fmla="*/ 67 h 107"/>
                <a:gd name="T88" fmla="*/ 8 w 9"/>
                <a:gd name="T89" fmla="*/ 70 h 107"/>
                <a:gd name="T90" fmla="*/ 8 w 9"/>
                <a:gd name="T91" fmla="*/ 72 h 107"/>
                <a:gd name="T92" fmla="*/ 8 w 9"/>
                <a:gd name="T93" fmla="*/ 78 h 107"/>
                <a:gd name="T94" fmla="*/ 8 w 9"/>
                <a:gd name="T95" fmla="*/ 85 h 107"/>
                <a:gd name="T96" fmla="*/ 8 w 9"/>
                <a:gd name="T97" fmla="*/ 92 h 107"/>
                <a:gd name="T98" fmla="*/ 9 w 9"/>
                <a:gd name="T99" fmla="*/ 97 h 107"/>
                <a:gd name="T100" fmla="*/ 9 w 9"/>
                <a:gd name="T101" fmla="*/ 102 h 107"/>
                <a:gd name="T102" fmla="*/ 9 w 9"/>
                <a:gd name="T103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07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1" y="8"/>
                  </a:lnTo>
                  <a:lnTo>
                    <a:pt x="1" y="11"/>
                  </a:lnTo>
                  <a:lnTo>
                    <a:pt x="1" y="13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7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5"/>
                  </a:lnTo>
                  <a:lnTo>
                    <a:pt x="2" y="39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9"/>
                  </a:lnTo>
                  <a:lnTo>
                    <a:pt x="3" y="52"/>
                  </a:lnTo>
                  <a:lnTo>
                    <a:pt x="4" y="53"/>
                  </a:lnTo>
                  <a:lnTo>
                    <a:pt x="4" y="52"/>
                  </a:lnTo>
                  <a:lnTo>
                    <a:pt x="4" y="53"/>
                  </a:lnTo>
                  <a:lnTo>
                    <a:pt x="4" y="54"/>
                  </a:lnTo>
                  <a:lnTo>
                    <a:pt x="4" y="53"/>
                  </a:lnTo>
                  <a:lnTo>
                    <a:pt x="4" y="51"/>
                  </a:lnTo>
                  <a:lnTo>
                    <a:pt x="4" y="52"/>
                  </a:lnTo>
                  <a:lnTo>
                    <a:pt x="5" y="53"/>
                  </a:lnTo>
                  <a:lnTo>
                    <a:pt x="5" y="56"/>
                  </a:lnTo>
                  <a:lnTo>
                    <a:pt x="5" y="60"/>
                  </a:lnTo>
                  <a:lnTo>
                    <a:pt x="5" y="64"/>
                  </a:lnTo>
                  <a:lnTo>
                    <a:pt x="5" y="64"/>
                  </a:lnTo>
                  <a:lnTo>
                    <a:pt x="5" y="62"/>
                  </a:lnTo>
                  <a:lnTo>
                    <a:pt x="5" y="65"/>
                  </a:lnTo>
                  <a:lnTo>
                    <a:pt x="6" y="70"/>
                  </a:lnTo>
                  <a:lnTo>
                    <a:pt x="6" y="72"/>
                  </a:lnTo>
                  <a:lnTo>
                    <a:pt x="6" y="70"/>
                  </a:lnTo>
                  <a:lnTo>
                    <a:pt x="6" y="69"/>
                  </a:lnTo>
                  <a:lnTo>
                    <a:pt x="6" y="67"/>
                  </a:lnTo>
                  <a:lnTo>
                    <a:pt x="7" y="65"/>
                  </a:lnTo>
                  <a:lnTo>
                    <a:pt x="7" y="66"/>
                  </a:lnTo>
                  <a:lnTo>
                    <a:pt x="7" y="69"/>
                  </a:lnTo>
                  <a:lnTo>
                    <a:pt x="7" y="67"/>
                  </a:lnTo>
                  <a:lnTo>
                    <a:pt x="7" y="66"/>
                  </a:lnTo>
                  <a:lnTo>
                    <a:pt x="7" y="67"/>
                  </a:lnTo>
                  <a:lnTo>
                    <a:pt x="8" y="70"/>
                  </a:lnTo>
                  <a:lnTo>
                    <a:pt x="8" y="72"/>
                  </a:lnTo>
                  <a:lnTo>
                    <a:pt x="8" y="78"/>
                  </a:lnTo>
                  <a:lnTo>
                    <a:pt x="8" y="85"/>
                  </a:lnTo>
                  <a:lnTo>
                    <a:pt x="8" y="92"/>
                  </a:lnTo>
                  <a:lnTo>
                    <a:pt x="9" y="97"/>
                  </a:lnTo>
                  <a:lnTo>
                    <a:pt x="9" y="102"/>
                  </a:lnTo>
                  <a:lnTo>
                    <a:pt x="9" y="10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8" name="Freeform 671"/>
            <p:cNvSpPr/>
            <p:nvPr/>
          </p:nvSpPr>
          <p:spPr bwMode="auto">
            <a:xfrm>
              <a:off x="2627313" y="2058989"/>
              <a:ext cx="12700" cy="109538"/>
            </a:xfrm>
            <a:custGeom>
              <a:avLst/>
              <a:gdLst>
                <a:gd name="T0" fmla="*/ 0 w 8"/>
                <a:gd name="T1" fmla="*/ 16 h 69"/>
                <a:gd name="T2" fmla="*/ 0 w 8"/>
                <a:gd name="T3" fmla="*/ 21 h 69"/>
                <a:gd name="T4" fmla="*/ 0 w 8"/>
                <a:gd name="T5" fmla="*/ 27 h 69"/>
                <a:gd name="T6" fmla="*/ 0 w 8"/>
                <a:gd name="T7" fmla="*/ 33 h 69"/>
                <a:gd name="T8" fmla="*/ 0 w 8"/>
                <a:gd name="T9" fmla="*/ 37 h 69"/>
                <a:gd name="T10" fmla="*/ 0 w 8"/>
                <a:gd name="T11" fmla="*/ 40 h 69"/>
                <a:gd name="T12" fmla="*/ 1 w 8"/>
                <a:gd name="T13" fmla="*/ 39 h 69"/>
                <a:gd name="T14" fmla="*/ 1 w 8"/>
                <a:gd name="T15" fmla="*/ 38 h 69"/>
                <a:gd name="T16" fmla="*/ 1 w 8"/>
                <a:gd name="T17" fmla="*/ 42 h 69"/>
                <a:gd name="T18" fmla="*/ 1 w 8"/>
                <a:gd name="T19" fmla="*/ 46 h 69"/>
                <a:gd name="T20" fmla="*/ 1 w 8"/>
                <a:gd name="T21" fmla="*/ 45 h 69"/>
                <a:gd name="T22" fmla="*/ 1 w 8"/>
                <a:gd name="T23" fmla="*/ 43 h 69"/>
                <a:gd name="T24" fmla="*/ 1 w 8"/>
                <a:gd name="T25" fmla="*/ 44 h 69"/>
                <a:gd name="T26" fmla="*/ 2 w 8"/>
                <a:gd name="T27" fmla="*/ 45 h 69"/>
                <a:gd name="T28" fmla="*/ 2 w 8"/>
                <a:gd name="T29" fmla="*/ 46 h 69"/>
                <a:gd name="T30" fmla="*/ 2 w 8"/>
                <a:gd name="T31" fmla="*/ 48 h 69"/>
                <a:gd name="T32" fmla="*/ 2 w 8"/>
                <a:gd name="T33" fmla="*/ 52 h 69"/>
                <a:gd name="T34" fmla="*/ 3 w 8"/>
                <a:gd name="T35" fmla="*/ 55 h 69"/>
                <a:gd name="T36" fmla="*/ 3 w 8"/>
                <a:gd name="T37" fmla="*/ 55 h 69"/>
                <a:gd name="T38" fmla="*/ 3 w 8"/>
                <a:gd name="T39" fmla="*/ 57 h 69"/>
                <a:gd name="T40" fmla="*/ 3 w 8"/>
                <a:gd name="T41" fmla="*/ 60 h 69"/>
                <a:gd name="T42" fmla="*/ 3 w 8"/>
                <a:gd name="T43" fmla="*/ 64 h 69"/>
                <a:gd name="T44" fmla="*/ 3 w 8"/>
                <a:gd name="T45" fmla="*/ 67 h 69"/>
                <a:gd name="T46" fmla="*/ 3 w 8"/>
                <a:gd name="T47" fmla="*/ 67 h 69"/>
                <a:gd name="T48" fmla="*/ 4 w 8"/>
                <a:gd name="T49" fmla="*/ 63 h 69"/>
                <a:gd name="T50" fmla="*/ 4 w 8"/>
                <a:gd name="T51" fmla="*/ 62 h 69"/>
                <a:gd name="T52" fmla="*/ 4 w 8"/>
                <a:gd name="T53" fmla="*/ 66 h 69"/>
                <a:gd name="T54" fmla="*/ 4 w 8"/>
                <a:gd name="T55" fmla="*/ 69 h 69"/>
                <a:gd name="T56" fmla="*/ 4 w 8"/>
                <a:gd name="T57" fmla="*/ 68 h 69"/>
                <a:gd name="T58" fmla="*/ 5 w 8"/>
                <a:gd name="T59" fmla="*/ 63 h 69"/>
                <a:gd name="T60" fmla="*/ 5 w 8"/>
                <a:gd name="T61" fmla="*/ 57 h 69"/>
                <a:gd name="T62" fmla="*/ 5 w 8"/>
                <a:gd name="T63" fmla="*/ 56 h 69"/>
                <a:gd name="T64" fmla="*/ 5 w 8"/>
                <a:gd name="T65" fmla="*/ 61 h 69"/>
                <a:gd name="T66" fmla="*/ 5 w 8"/>
                <a:gd name="T67" fmla="*/ 59 h 69"/>
                <a:gd name="T68" fmla="*/ 5 w 8"/>
                <a:gd name="T69" fmla="*/ 50 h 69"/>
                <a:gd name="T70" fmla="*/ 5 w 8"/>
                <a:gd name="T71" fmla="*/ 45 h 69"/>
                <a:gd name="T72" fmla="*/ 6 w 8"/>
                <a:gd name="T73" fmla="*/ 44 h 69"/>
                <a:gd name="T74" fmla="*/ 6 w 8"/>
                <a:gd name="T75" fmla="*/ 44 h 69"/>
                <a:gd name="T76" fmla="*/ 6 w 8"/>
                <a:gd name="T77" fmla="*/ 45 h 69"/>
                <a:gd name="T78" fmla="*/ 6 w 8"/>
                <a:gd name="T79" fmla="*/ 46 h 69"/>
                <a:gd name="T80" fmla="*/ 6 w 8"/>
                <a:gd name="T81" fmla="*/ 44 h 69"/>
                <a:gd name="T82" fmla="*/ 6 w 8"/>
                <a:gd name="T83" fmla="*/ 42 h 69"/>
                <a:gd name="T84" fmla="*/ 6 w 8"/>
                <a:gd name="T85" fmla="*/ 37 h 69"/>
                <a:gd name="T86" fmla="*/ 7 w 8"/>
                <a:gd name="T87" fmla="*/ 33 h 69"/>
                <a:gd name="T88" fmla="*/ 7 w 8"/>
                <a:gd name="T89" fmla="*/ 32 h 69"/>
                <a:gd name="T90" fmla="*/ 7 w 8"/>
                <a:gd name="T91" fmla="*/ 29 h 69"/>
                <a:gd name="T92" fmla="*/ 7 w 8"/>
                <a:gd name="T93" fmla="*/ 22 h 69"/>
                <a:gd name="T94" fmla="*/ 8 w 8"/>
                <a:gd name="T95" fmla="*/ 17 h 69"/>
                <a:gd name="T96" fmla="*/ 8 w 8"/>
                <a:gd name="T97" fmla="*/ 12 h 69"/>
                <a:gd name="T98" fmla="*/ 8 w 8"/>
                <a:gd name="T99" fmla="*/ 5 h 69"/>
                <a:gd name="T100" fmla="*/ 8 w 8"/>
                <a:gd name="T101" fmla="*/ 1 h 69"/>
                <a:gd name="T102" fmla="*/ 8 w 8"/>
                <a:gd name="T103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9">
                  <a:moveTo>
                    <a:pt x="0" y="16"/>
                  </a:moveTo>
                  <a:lnTo>
                    <a:pt x="0" y="21"/>
                  </a:lnTo>
                  <a:lnTo>
                    <a:pt x="0" y="27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0" y="40"/>
                  </a:lnTo>
                  <a:lnTo>
                    <a:pt x="1" y="39"/>
                  </a:lnTo>
                  <a:lnTo>
                    <a:pt x="1" y="38"/>
                  </a:lnTo>
                  <a:lnTo>
                    <a:pt x="1" y="42"/>
                  </a:lnTo>
                  <a:lnTo>
                    <a:pt x="1" y="46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4"/>
                  </a:lnTo>
                  <a:lnTo>
                    <a:pt x="2" y="45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" y="52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3" y="57"/>
                  </a:lnTo>
                  <a:lnTo>
                    <a:pt x="3" y="60"/>
                  </a:lnTo>
                  <a:lnTo>
                    <a:pt x="3" y="64"/>
                  </a:lnTo>
                  <a:lnTo>
                    <a:pt x="3" y="67"/>
                  </a:lnTo>
                  <a:lnTo>
                    <a:pt x="3" y="67"/>
                  </a:lnTo>
                  <a:lnTo>
                    <a:pt x="4" y="63"/>
                  </a:lnTo>
                  <a:lnTo>
                    <a:pt x="4" y="62"/>
                  </a:lnTo>
                  <a:lnTo>
                    <a:pt x="4" y="66"/>
                  </a:lnTo>
                  <a:lnTo>
                    <a:pt x="4" y="69"/>
                  </a:lnTo>
                  <a:lnTo>
                    <a:pt x="4" y="68"/>
                  </a:lnTo>
                  <a:lnTo>
                    <a:pt x="5" y="63"/>
                  </a:lnTo>
                  <a:lnTo>
                    <a:pt x="5" y="57"/>
                  </a:lnTo>
                  <a:lnTo>
                    <a:pt x="5" y="56"/>
                  </a:lnTo>
                  <a:lnTo>
                    <a:pt x="5" y="61"/>
                  </a:lnTo>
                  <a:lnTo>
                    <a:pt x="5" y="59"/>
                  </a:lnTo>
                  <a:lnTo>
                    <a:pt x="5" y="50"/>
                  </a:lnTo>
                  <a:lnTo>
                    <a:pt x="5" y="45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6" y="45"/>
                  </a:lnTo>
                  <a:lnTo>
                    <a:pt x="6" y="46"/>
                  </a:lnTo>
                  <a:lnTo>
                    <a:pt x="6" y="44"/>
                  </a:lnTo>
                  <a:lnTo>
                    <a:pt x="6" y="42"/>
                  </a:lnTo>
                  <a:lnTo>
                    <a:pt x="6" y="37"/>
                  </a:lnTo>
                  <a:lnTo>
                    <a:pt x="7" y="33"/>
                  </a:lnTo>
                  <a:lnTo>
                    <a:pt x="7" y="32"/>
                  </a:lnTo>
                  <a:lnTo>
                    <a:pt x="7" y="29"/>
                  </a:lnTo>
                  <a:lnTo>
                    <a:pt x="7" y="22"/>
                  </a:lnTo>
                  <a:lnTo>
                    <a:pt x="8" y="17"/>
                  </a:lnTo>
                  <a:lnTo>
                    <a:pt x="8" y="12"/>
                  </a:lnTo>
                  <a:lnTo>
                    <a:pt x="8" y="5"/>
                  </a:lnTo>
                  <a:lnTo>
                    <a:pt x="8" y="1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9" name="Freeform 672"/>
            <p:cNvSpPr/>
            <p:nvPr/>
          </p:nvSpPr>
          <p:spPr bwMode="auto">
            <a:xfrm>
              <a:off x="2640013" y="1930401"/>
              <a:ext cx="12700" cy="130175"/>
            </a:xfrm>
            <a:custGeom>
              <a:avLst/>
              <a:gdLst>
                <a:gd name="T0" fmla="*/ 0 w 8"/>
                <a:gd name="T1" fmla="*/ 82 h 82"/>
                <a:gd name="T2" fmla="*/ 0 w 8"/>
                <a:gd name="T3" fmla="*/ 81 h 82"/>
                <a:gd name="T4" fmla="*/ 0 w 8"/>
                <a:gd name="T5" fmla="*/ 76 h 82"/>
                <a:gd name="T6" fmla="*/ 0 w 8"/>
                <a:gd name="T7" fmla="*/ 66 h 82"/>
                <a:gd name="T8" fmla="*/ 1 w 8"/>
                <a:gd name="T9" fmla="*/ 58 h 82"/>
                <a:gd name="T10" fmla="*/ 1 w 8"/>
                <a:gd name="T11" fmla="*/ 55 h 82"/>
                <a:gd name="T12" fmla="*/ 1 w 8"/>
                <a:gd name="T13" fmla="*/ 53 h 82"/>
                <a:gd name="T14" fmla="*/ 1 w 8"/>
                <a:gd name="T15" fmla="*/ 46 h 82"/>
                <a:gd name="T16" fmla="*/ 1 w 8"/>
                <a:gd name="T17" fmla="*/ 39 h 82"/>
                <a:gd name="T18" fmla="*/ 2 w 8"/>
                <a:gd name="T19" fmla="*/ 38 h 82"/>
                <a:gd name="T20" fmla="*/ 2 w 8"/>
                <a:gd name="T21" fmla="*/ 35 h 82"/>
                <a:gd name="T22" fmla="*/ 2 w 8"/>
                <a:gd name="T23" fmla="*/ 27 h 82"/>
                <a:gd name="T24" fmla="*/ 2 w 8"/>
                <a:gd name="T25" fmla="*/ 25 h 82"/>
                <a:gd name="T26" fmla="*/ 2 w 8"/>
                <a:gd name="T27" fmla="*/ 26 h 82"/>
                <a:gd name="T28" fmla="*/ 2 w 8"/>
                <a:gd name="T29" fmla="*/ 25 h 82"/>
                <a:gd name="T30" fmla="*/ 2 w 8"/>
                <a:gd name="T31" fmla="*/ 24 h 82"/>
                <a:gd name="T32" fmla="*/ 3 w 8"/>
                <a:gd name="T33" fmla="*/ 23 h 82"/>
                <a:gd name="T34" fmla="*/ 3 w 8"/>
                <a:gd name="T35" fmla="*/ 19 h 82"/>
                <a:gd name="T36" fmla="*/ 3 w 8"/>
                <a:gd name="T37" fmla="*/ 19 h 82"/>
                <a:gd name="T38" fmla="*/ 3 w 8"/>
                <a:gd name="T39" fmla="*/ 23 h 82"/>
                <a:gd name="T40" fmla="*/ 3 w 8"/>
                <a:gd name="T41" fmla="*/ 27 h 82"/>
                <a:gd name="T42" fmla="*/ 3 w 8"/>
                <a:gd name="T43" fmla="*/ 29 h 82"/>
                <a:gd name="T44" fmla="*/ 4 w 8"/>
                <a:gd name="T45" fmla="*/ 26 h 82"/>
                <a:gd name="T46" fmla="*/ 4 w 8"/>
                <a:gd name="T47" fmla="*/ 22 h 82"/>
                <a:gd name="T48" fmla="*/ 4 w 8"/>
                <a:gd name="T49" fmla="*/ 24 h 82"/>
                <a:gd name="T50" fmla="*/ 4 w 8"/>
                <a:gd name="T51" fmla="*/ 26 h 82"/>
                <a:gd name="T52" fmla="*/ 4 w 8"/>
                <a:gd name="T53" fmla="*/ 25 h 82"/>
                <a:gd name="T54" fmla="*/ 5 w 8"/>
                <a:gd name="T55" fmla="*/ 23 h 82"/>
                <a:gd name="T56" fmla="*/ 5 w 8"/>
                <a:gd name="T57" fmla="*/ 20 h 82"/>
                <a:gd name="T58" fmla="*/ 5 w 8"/>
                <a:gd name="T59" fmla="*/ 15 h 82"/>
                <a:gd name="T60" fmla="*/ 5 w 8"/>
                <a:gd name="T61" fmla="*/ 15 h 82"/>
                <a:gd name="T62" fmla="*/ 5 w 8"/>
                <a:gd name="T63" fmla="*/ 19 h 82"/>
                <a:gd name="T64" fmla="*/ 5 w 8"/>
                <a:gd name="T65" fmla="*/ 19 h 82"/>
                <a:gd name="T66" fmla="*/ 5 w 8"/>
                <a:gd name="T67" fmla="*/ 16 h 82"/>
                <a:gd name="T68" fmla="*/ 6 w 8"/>
                <a:gd name="T69" fmla="*/ 15 h 82"/>
                <a:gd name="T70" fmla="*/ 6 w 8"/>
                <a:gd name="T71" fmla="*/ 15 h 82"/>
                <a:gd name="T72" fmla="*/ 6 w 8"/>
                <a:gd name="T73" fmla="*/ 16 h 82"/>
                <a:gd name="T74" fmla="*/ 6 w 8"/>
                <a:gd name="T75" fmla="*/ 19 h 82"/>
                <a:gd name="T76" fmla="*/ 6 w 8"/>
                <a:gd name="T77" fmla="*/ 21 h 82"/>
                <a:gd name="T78" fmla="*/ 7 w 8"/>
                <a:gd name="T79" fmla="*/ 19 h 82"/>
                <a:gd name="T80" fmla="*/ 7 w 8"/>
                <a:gd name="T81" fmla="*/ 15 h 82"/>
                <a:gd name="T82" fmla="*/ 7 w 8"/>
                <a:gd name="T83" fmla="*/ 14 h 82"/>
                <a:gd name="T84" fmla="*/ 7 w 8"/>
                <a:gd name="T85" fmla="*/ 16 h 82"/>
                <a:gd name="T86" fmla="*/ 7 w 8"/>
                <a:gd name="T87" fmla="*/ 12 h 82"/>
                <a:gd name="T88" fmla="*/ 7 w 8"/>
                <a:gd name="T89" fmla="*/ 5 h 82"/>
                <a:gd name="T90" fmla="*/ 8 w 8"/>
                <a:gd name="T91" fmla="*/ 5 h 82"/>
                <a:gd name="T92" fmla="*/ 8 w 8"/>
                <a:gd name="T93" fmla="*/ 6 h 82"/>
                <a:gd name="T94" fmla="*/ 8 w 8"/>
                <a:gd name="T95" fmla="*/ 2 h 82"/>
                <a:gd name="T96" fmla="*/ 8 w 8"/>
                <a:gd name="T97" fmla="*/ 2 h 82"/>
                <a:gd name="T98" fmla="*/ 8 w 8"/>
                <a:gd name="T99" fmla="*/ 5 h 82"/>
                <a:gd name="T100" fmla="*/ 8 w 8"/>
                <a:gd name="T101" fmla="*/ 3 h 82"/>
                <a:gd name="T102" fmla="*/ 8 w 8"/>
                <a:gd name="T103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2">
                  <a:moveTo>
                    <a:pt x="0" y="82"/>
                  </a:moveTo>
                  <a:lnTo>
                    <a:pt x="0" y="81"/>
                  </a:lnTo>
                  <a:lnTo>
                    <a:pt x="0" y="76"/>
                  </a:lnTo>
                  <a:lnTo>
                    <a:pt x="0" y="66"/>
                  </a:lnTo>
                  <a:lnTo>
                    <a:pt x="1" y="58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46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2" y="35"/>
                  </a:lnTo>
                  <a:lnTo>
                    <a:pt x="2" y="27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2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3" y="23"/>
                  </a:lnTo>
                  <a:lnTo>
                    <a:pt x="3" y="27"/>
                  </a:lnTo>
                  <a:lnTo>
                    <a:pt x="3" y="29"/>
                  </a:lnTo>
                  <a:lnTo>
                    <a:pt x="4" y="26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4" y="26"/>
                  </a:lnTo>
                  <a:lnTo>
                    <a:pt x="4" y="25"/>
                  </a:lnTo>
                  <a:lnTo>
                    <a:pt x="5" y="23"/>
                  </a:lnTo>
                  <a:lnTo>
                    <a:pt x="5" y="20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16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6" y="16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7" y="19"/>
                  </a:lnTo>
                  <a:lnTo>
                    <a:pt x="7" y="15"/>
                  </a:lnTo>
                  <a:lnTo>
                    <a:pt x="7" y="14"/>
                  </a:lnTo>
                  <a:lnTo>
                    <a:pt x="7" y="16"/>
                  </a:lnTo>
                  <a:lnTo>
                    <a:pt x="7" y="12"/>
                  </a:lnTo>
                  <a:lnTo>
                    <a:pt x="7" y="5"/>
                  </a:lnTo>
                  <a:lnTo>
                    <a:pt x="8" y="5"/>
                  </a:lnTo>
                  <a:lnTo>
                    <a:pt x="8" y="6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5"/>
                  </a:lnTo>
                  <a:lnTo>
                    <a:pt x="8" y="3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0" name="Freeform 673"/>
            <p:cNvSpPr/>
            <p:nvPr/>
          </p:nvSpPr>
          <p:spPr bwMode="auto">
            <a:xfrm>
              <a:off x="2652713" y="1930401"/>
              <a:ext cx="14288" cy="68263"/>
            </a:xfrm>
            <a:custGeom>
              <a:avLst/>
              <a:gdLst>
                <a:gd name="T0" fmla="*/ 0 w 9"/>
                <a:gd name="T1" fmla="*/ 3 h 43"/>
                <a:gd name="T2" fmla="*/ 0 w 9"/>
                <a:gd name="T3" fmla="*/ 0 h 43"/>
                <a:gd name="T4" fmla="*/ 1 w 9"/>
                <a:gd name="T5" fmla="*/ 4 h 43"/>
                <a:gd name="T6" fmla="*/ 1 w 9"/>
                <a:gd name="T7" fmla="*/ 10 h 43"/>
                <a:gd name="T8" fmla="*/ 1 w 9"/>
                <a:gd name="T9" fmla="*/ 12 h 43"/>
                <a:gd name="T10" fmla="*/ 1 w 9"/>
                <a:gd name="T11" fmla="*/ 13 h 43"/>
                <a:gd name="T12" fmla="*/ 1 w 9"/>
                <a:gd name="T13" fmla="*/ 14 h 43"/>
                <a:gd name="T14" fmla="*/ 2 w 9"/>
                <a:gd name="T15" fmla="*/ 16 h 43"/>
                <a:gd name="T16" fmla="*/ 2 w 9"/>
                <a:gd name="T17" fmla="*/ 19 h 43"/>
                <a:gd name="T18" fmla="*/ 2 w 9"/>
                <a:gd name="T19" fmla="*/ 21 h 43"/>
                <a:gd name="T20" fmla="*/ 2 w 9"/>
                <a:gd name="T21" fmla="*/ 23 h 43"/>
                <a:gd name="T22" fmla="*/ 2 w 9"/>
                <a:gd name="T23" fmla="*/ 25 h 43"/>
                <a:gd name="T24" fmla="*/ 2 w 9"/>
                <a:gd name="T25" fmla="*/ 23 h 43"/>
                <a:gd name="T26" fmla="*/ 2 w 9"/>
                <a:gd name="T27" fmla="*/ 20 h 43"/>
                <a:gd name="T28" fmla="*/ 3 w 9"/>
                <a:gd name="T29" fmla="*/ 22 h 43"/>
                <a:gd name="T30" fmla="*/ 3 w 9"/>
                <a:gd name="T31" fmla="*/ 23 h 43"/>
                <a:gd name="T32" fmla="*/ 3 w 9"/>
                <a:gd name="T33" fmla="*/ 21 h 43"/>
                <a:gd name="T34" fmla="*/ 3 w 9"/>
                <a:gd name="T35" fmla="*/ 19 h 43"/>
                <a:gd name="T36" fmla="*/ 4 w 9"/>
                <a:gd name="T37" fmla="*/ 22 h 43"/>
                <a:gd name="T38" fmla="*/ 4 w 9"/>
                <a:gd name="T39" fmla="*/ 23 h 43"/>
                <a:gd name="T40" fmla="*/ 4 w 9"/>
                <a:gd name="T41" fmla="*/ 23 h 43"/>
                <a:gd name="T42" fmla="*/ 4 w 9"/>
                <a:gd name="T43" fmla="*/ 26 h 43"/>
                <a:gd name="T44" fmla="*/ 4 w 9"/>
                <a:gd name="T45" fmla="*/ 32 h 43"/>
                <a:gd name="T46" fmla="*/ 4 w 9"/>
                <a:gd name="T47" fmla="*/ 34 h 43"/>
                <a:gd name="T48" fmla="*/ 4 w 9"/>
                <a:gd name="T49" fmla="*/ 34 h 43"/>
                <a:gd name="T50" fmla="*/ 5 w 9"/>
                <a:gd name="T51" fmla="*/ 37 h 43"/>
                <a:gd name="T52" fmla="*/ 5 w 9"/>
                <a:gd name="T53" fmla="*/ 39 h 43"/>
                <a:gd name="T54" fmla="*/ 5 w 9"/>
                <a:gd name="T55" fmla="*/ 40 h 43"/>
                <a:gd name="T56" fmla="*/ 5 w 9"/>
                <a:gd name="T57" fmla="*/ 42 h 43"/>
                <a:gd name="T58" fmla="*/ 5 w 9"/>
                <a:gd name="T59" fmla="*/ 43 h 43"/>
                <a:gd name="T60" fmla="*/ 6 w 9"/>
                <a:gd name="T61" fmla="*/ 42 h 43"/>
                <a:gd name="T62" fmla="*/ 6 w 9"/>
                <a:gd name="T63" fmla="*/ 41 h 43"/>
                <a:gd name="T64" fmla="*/ 6 w 9"/>
                <a:gd name="T65" fmla="*/ 39 h 43"/>
                <a:gd name="T66" fmla="*/ 6 w 9"/>
                <a:gd name="T67" fmla="*/ 38 h 43"/>
                <a:gd name="T68" fmla="*/ 6 w 9"/>
                <a:gd name="T69" fmla="*/ 36 h 43"/>
                <a:gd name="T70" fmla="*/ 6 w 9"/>
                <a:gd name="T71" fmla="*/ 35 h 43"/>
                <a:gd name="T72" fmla="*/ 6 w 9"/>
                <a:gd name="T73" fmla="*/ 33 h 43"/>
                <a:gd name="T74" fmla="*/ 7 w 9"/>
                <a:gd name="T75" fmla="*/ 30 h 43"/>
                <a:gd name="T76" fmla="*/ 7 w 9"/>
                <a:gd name="T77" fmla="*/ 25 h 43"/>
                <a:gd name="T78" fmla="*/ 7 w 9"/>
                <a:gd name="T79" fmla="*/ 22 h 43"/>
                <a:gd name="T80" fmla="*/ 7 w 9"/>
                <a:gd name="T81" fmla="*/ 22 h 43"/>
                <a:gd name="T82" fmla="*/ 7 w 9"/>
                <a:gd name="T83" fmla="*/ 21 h 43"/>
                <a:gd name="T84" fmla="*/ 7 w 9"/>
                <a:gd name="T85" fmla="*/ 19 h 43"/>
                <a:gd name="T86" fmla="*/ 7 w 9"/>
                <a:gd name="T87" fmla="*/ 17 h 43"/>
                <a:gd name="T88" fmla="*/ 8 w 9"/>
                <a:gd name="T89" fmla="*/ 14 h 43"/>
                <a:gd name="T90" fmla="*/ 8 w 9"/>
                <a:gd name="T91" fmla="*/ 14 h 43"/>
                <a:gd name="T92" fmla="*/ 8 w 9"/>
                <a:gd name="T93" fmla="*/ 14 h 43"/>
                <a:gd name="T94" fmla="*/ 8 w 9"/>
                <a:gd name="T95" fmla="*/ 14 h 43"/>
                <a:gd name="T96" fmla="*/ 9 w 9"/>
                <a:gd name="T97" fmla="*/ 13 h 43"/>
                <a:gd name="T98" fmla="*/ 9 w 9"/>
                <a:gd name="T99" fmla="*/ 11 h 43"/>
                <a:gd name="T100" fmla="*/ 9 w 9"/>
                <a:gd name="T101" fmla="*/ 9 h 43"/>
                <a:gd name="T102" fmla="*/ 9 w 9"/>
                <a:gd name="T103" fmla="*/ 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3">
                  <a:moveTo>
                    <a:pt x="0" y="3"/>
                  </a:moveTo>
                  <a:lnTo>
                    <a:pt x="0" y="0"/>
                  </a:lnTo>
                  <a:lnTo>
                    <a:pt x="1" y="4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1" y="13"/>
                  </a:lnTo>
                  <a:lnTo>
                    <a:pt x="1" y="14"/>
                  </a:lnTo>
                  <a:lnTo>
                    <a:pt x="2" y="16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2" y="23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1"/>
                  </a:lnTo>
                  <a:lnTo>
                    <a:pt x="3" y="19"/>
                  </a:lnTo>
                  <a:lnTo>
                    <a:pt x="4" y="22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4" y="26"/>
                  </a:lnTo>
                  <a:lnTo>
                    <a:pt x="4" y="32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40"/>
                  </a:lnTo>
                  <a:lnTo>
                    <a:pt x="5" y="42"/>
                  </a:lnTo>
                  <a:lnTo>
                    <a:pt x="5" y="43"/>
                  </a:lnTo>
                  <a:lnTo>
                    <a:pt x="6" y="42"/>
                  </a:lnTo>
                  <a:lnTo>
                    <a:pt x="6" y="41"/>
                  </a:lnTo>
                  <a:lnTo>
                    <a:pt x="6" y="39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0"/>
                  </a:lnTo>
                  <a:lnTo>
                    <a:pt x="7" y="25"/>
                  </a:lnTo>
                  <a:lnTo>
                    <a:pt x="7" y="22"/>
                  </a:lnTo>
                  <a:lnTo>
                    <a:pt x="7" y="22"/>
                  </a:lnTo>
                  <a:lnTo>
                    <a:pt x="7" y="21"/>
                  </a:lnTo>
                  <a:lnTo>
                    <a:pt x="7" y="19"/>
                  </a:lnTo>
                  <a:lnTo>
                    <a:pt x="7" y="17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9" y="13"/>
                  </a:lnTo>
                  <a:lnTo>
                    <a:pt x="9" y="11"/>
                  </a:lnTo>
                  <a:lnTo>
                    <a:pt x="9" y="9"/>
                  </a:lnTo>
                  <a:lnTo>
                    <a:pt x="9" y="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1" name="Freeform 674"/>
            <p:cNvSpPr/>
            <p:nvPr/>
          </p:nvSpPr>
          <p:spPr bwMode="auto">
            <a:xfrm>
              <a:off x="2667000" y="1906589"/>
              <a:ext cx="12700" cy="122238"/>
            </a:xfrm>
            <a:custGeom>
              <a:avLst/>
              <a:gdLst>
                <a:gd name="T0" fmla="*/ 0 w 8"/>
                <a:gd name="T1" fmla="*/ 24 h 77"/>
                <a:gd name="T2" fmla="*/ 0 w 8"/>
                <a:gd name="T3" fmla="*/ 23 h 77"/>
                <a:gd name="T4" fmla="*/ 0 w 8"/>
                <a:gd name="T5" fmla="*/ 24 h 77"/>
                <a:gd name="T6" fmla="*/ 0 w 8"/>
                <a:gd name="T7" fmla="*/ 20 h 77"/>
                <a:gd name="T8" fmla="*/ 0 w 8"/>
                <a:gd name="T9" fmla="*/ 16 h 77"/>
                <a:gd name="T10" fmla="*/ 1 w 8"/>
                <a:gd name="T11" fmla="*/ 14 h 77"/>
                <a:gd name="T12" fmla="*/ 1 w 8"/>
                <a:gd name="T13" fmla="*/ 12 h 77"/>
                <a:gd name="T14" fmla="*/ 1 w 8"/>
                <a:gd name="T15" fmla="*/ 9 h 77"/>
                <a:gd name="T16" fmla="*/ 1 w 8"/>
                <a:gd name="T17" fmla="*/ 7 h 77"/>
                <a:gd name="T18" fmla="*/ 1 w 8"/>
                <a:gd name="T19" fmla="*/ 5 h 77"/>
                <a:gd name="T20" fmla="*/ 2 w 8"/>
                <a:gd name="T21" fmla="*/ 3 h 77"/>
                <a:gd name="T22" fmla="*/ 2 w 8"/>
                <a:gd name="T23" fmla="*/ 2 h 77"/>
                <a:gd name="T24" fmla="*/ 2 w 8"/>
                <a:gd name="T25" fmla="*/ 3 h 77"/>
                <a:gd name="T26" fmla="*/ 2 w 8"/>
                <a:gd name="T27" fmla="*/ 3 h 77"/>
                <a:gd name="T28" fmla="*/ 2 w 8"/>
                <a:gd name="T29" fmla="*/ 2 h 77"/>
                <a:gd name="T30" fmla="*/ 2 w 8"/>
                <a:gd name="T31" fmla="*/ 0 h 77"/>
                <a:gd name="T32" fmla="*/ 2 w 8"/>
                <a:gd name="T33" fmla="*/ 2 h 77"/>
                <a:gd name="T34" fmla="*/ 3 w 8"/>
                <a:gd name="T35" fmla="*/ 5 h 77"/>
                <a:gd name="T36" fmla="*/ 3 w 8"/>
                <a:gd name="T37" fmla="*/ 7 h 77"/>
                <a:gd name="T38" fmla="*/ 3 w 8"/>
                <a:gd name="T39" fmla="*/ 10 h 77"/>
                <a:gd name="T40" fmla="*/ 3 w 8"/>
                <a:gd name="T41" fmla="*/ 13 h 77"/>
                <a:gd name="T42" fmla="*/ 3 w 8"/>
                <a:gd name="T43" fmla="*/ 18 h 77"/>
                <a:gd name="T44" fmla="*/ 3 w 8"/>
                <a:gd name="T45" fmla="*/ 23 h 77"/>
                <a:gd name="T46" fmla="*/ 4 w 8"/>
                <a:gd name="T47" fmla="*/ 27 h 77"/>
                <a:gd name="T48" fmla="*/ 4 w 8"/>
                <a:gd name="T49" fmla="*/ 33 h 77"/>
                <a:gd name="T50" fmla="*/ 4 w 8"/>
                <a:gd name="T51" fmla="*/ 40 h 77"/>
                <a:gd name="T52" fmla="*/ 4 w 8"/>
                <a:gd name="T53" fmla="*/ 45 h 77"/>
                <a:gd name="T54" fmla="*/ 4 w 8"/>
                <a:gd name="T55" fmla="*/ 49 h 77"/>
                <a:gd name="T56" fmla="*/ 5 w 8"/>
                <a:gd name="T57" fmla="*/ 52 h 77"/>
                <a:gd name="T58" fmla="*/ 5 w 8"/>
                <a:gd name="T59" fmla="*/ 54 h 77"/>
                <a:gd name="T60" fmla="*/ 5 w 8"/>
                <a:gd name="T61" fmla="*/ 54 h 77"/>
                <a:gd name="T62" fmla="*/ 5 w 8"/>
                <a:gd name="T63" fmla="*/ 57 h 77"/>
                <a:gd name="T64" fmla="*/ 5 w 8"/>
                <a:gd name="T65" fmla="*/ 60 h 77"/>
                <a:gd name="T66" fmla="*/ 5 w 8"/>
                <a:gd name="T67" fmla="*/ 60 h 77"/>
                <a:gd name="T68" fmla="*/ 5 w 8"/>
                <a:gd name="T69" fmla="*/ 59 h 77"/>
                <a:gd name="T70" fmla="*/ 6 w 8"/>
                <a:gd name="T71" fmla="*/ 60 h 77"/>
                <a:gd name="T72" fmla="*/ 6 w 8"/>
                <a:gd name="T73" fmla="*/ 61 h 77"/>
                <a:gd name="T74" fmla="*/ 6 w 8"/>
                <a:gd name="T75" fmla="*/ 62 h 77"/>
                <a:gd name="T76" fmla="*/ 6 w 8"/>
                <a:gd name="T77" fmla="*/ 66 h 77"/>
                <a:gd name="T78" fmla="*/ 6 w 8"/>
                <a:gd name="T79" fmla="*/ 70 h 77"/>
                <a:gd name="T80" fmla="*/ 7 w 8"/>
                <a:gd name="T81" fmla="*/ 71 h 77"/>
                <a:gd name="T82" fmla="*/ 7 w 8"/>
                <a:gd name="T83" fmla="*/ 72 h 77"/>
                <a:gd name="T84" fmla="*/ 7 w 8"/>
                <a:gd name="T85" fmla="*/ 76 h 77"/>
                <a:gd name="T86" fmla="*/ 7 w 8"/>
                <a:gd name="T87" fmla="*/ 77 h 77"/>
                <a:gd name="T88" fmla="*/ 7 w 8"/>
                <a:gd name="T89" fmla="*/ 76 h 77"/>
                <a:gd name="T90" fmla="*/ 7 w 8"/>
                <a:gd name="T91" fmla="*/ 77 h 77"/>
                <a:gd name="T92" fmla="*/ 8 w 8"/>
                <a:gd name="T93" fmla="*/ 77 h 77"/>
                <a:gd name="T94" fmla="*/ 8 w 8"/>
                <a:gd name="T95" fmla="*/ 74 h 77"/>
                <a:gd name="T96" fmla="*/ 8 w 8"/>
                <a:gd name="T97" fmla="*/ 72 h 77"/>
                <a:gd name="T98" fmla="*/ 8 w 8"/>
                <a:gd name="T99" fmla="*/ 73 h 77"/>
                <a:gd name="T100" fmla="*/ 8 w 8"/>
                <a:gd name="T101" fmla="*/ 73 h 77"/>
                <a:gd name="T102" fmla="*/ 8 w 8"/>
                <a:gd name="T103" fmla="*/ 7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77">
                  <a:moveTo>
                    <a:pt x="0" y="24"/>
                  </a:moveTo>
                  <a:lnTo>
                    <a:pt x="0" y="23"/>
                  </a:lnTo>
                  <a:lnTo>
                    <a:pt x="0" y="24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1" y="9"/>
                  </a:lnTo>
                  <a:lnTo>
                    <a:pt x="1" y="7"/>
                  </a:lnTo>
                  <a:lnTo>
                    <a:pt x="1" y="5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2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10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23"/>
                  </a:lnTo>
                  <a:lnTo>
                    <a:pt x="4" y="27"/>
                  </a:lnTo>
                  <a:lnTo>
                    <a:pt x="4" y="33"/>
                  </a:lnTo>
                  <a:lnTo>
                    <a:pt x="4" y="40"/>
                  </a:lnTo>
                  <a:lnTo>
                    <a:pt x="4" y="45"/>
                  </a:lnTo>
                  <a:lnTo>
                    <a:pt x="4" y="49"/>
                  </a:lnTo>
                  <a:lnTo>
                    <a:pt x="5" y="52"/>
                  </a:lnTo>
                  <a:lnTo>
                    <a:pt x="5" y="54"/>
                  </a:lnTo>
                  <a:lnTo>
                    <a:pt x="5" y="54"/>
                  </a:lnTo>
                  <a:lnTo>
                    <a:pt x="5" y="57"/>
                  </a:lnTo>
                  <a:lnTo>
                    <a:pt x="5" y="60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6" y="60"/>
                  </a:lnTo>
                  <a:lnTo>
                    <a:pt x="6" y="61"/>
                  </a:lnTo>
                  <a:lnTo>
                    <a:pt x="6" y="62"/>
                  </a:lnTo>
                  <a:lnTo>
                    <a:pt x="6" y="66"/>
                  </a:lnTo>
                  <a:lnTo>
                    <a:pt x="6" y="70"/>
                  </a:lnTo>
                  <a:lnTo>
                    <a:pt x="7" y="71"/>
                  </a:lnTo>
                  <a:lnTo>
                    <a:pt x="7" y="72"/>
                  </a:lnTo>
                  <a:lnTo>
                    <a:pt x="7" y="76"/>
                  </a:lnTo>
                  <a:lnTo>
                    <a:pt x="7" y="77"/>
                  </a:lnTo>
                  <a:lnTo>
                    <a:pt x="7" y="76"/>
                  </a:lnTo>
                  <a:lnTo>
                    <a:pt x="7" y="77"/>
                  </a:lnTo>
                  <a:lnTo>
                    <a:pt x="8" y="77"/>
                  </a:lnTo>
                  <a:lnTo>
                    <a:pt x="8" y="74"/>
                  </a:lnTo>
                  <a:lnTo>
                    <a:pt x="8" y="72"/>
                  </a:lnTo>
                  <a:lnTo>
                    <a:pt x="8" y="73"/>
                  </a:lnTo>
                  <a:lnTo>
                    <a:pt x="8" y="73"/>
                  </a:lnTo>
                  <a:lnTo>
                    <a:pt x="8" y="7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2" name="Freeform 675"/>
            <p:cNvSpPr/>
            <p:nvPr/>
          </p:nvSpPr>
          <p:spPr bwMode="auto">
            <a:xfrm>
              <a:off x="2679700" y="2016126"/>
              <a:ext cx="14288" cy="163513"/>
            </a:xfrm>
            <a:custGeom>
              <a:avLst/>
              <a:gdLst>
                <a:gd name="T0" fmla="*/ 0 w 9"/>
                <a:gd name="T1" fmla="*/ 4 h 103"/>
                <a:gd name="T2" fmla="*/ 0 w 9"/>
                <a:gd name="T3" fmla="*/ 1 h 103"/>
                <a:gd name="T4" fmla="*/ 0 w 9"/>
                <a:gd name="T5" fmla="*/ 0 h 103"/>
                <a:gd name="T6" fmla="*/ 1 w 9"/>
                <a:gd name="T7" fmla="*/ 2 h 103"/>
                <a:gd name="T8" fmla="*/ 1 w 9"/>
                <a:gd name="T9" fmla="*/ 5 h 103"/>
                <a:gd name="T10" fmla="*/ 1 w 9"/>
                <a:gd name="T11" fmla="*/ 7 h 103"/>
                <a:gd name="T12" fmla="*/ 1 w 9"/>
                <a:gd name="T13" fmla="*/ 10 h 103"/>
                <a:gd name="T14" fmla="*/ 1 w 9"/>
                <a:gd name="T15" fmla="*/ 16 h 103"/>
                <a:gd name="T16" fmla="*/ 2 w 9"/>
                <a:gd name="T17" fmla="*/ 22 h 103"/>
                <a:gd name="T18" fmla="*/ 2 w 9"/>
                <a:gd name="T19" fmla="*/ 25 h 103"/>
                <a:gd name="T20" fmla="*/ 2 w 9"/>
                <a:gd name="T21" fmla="*/ 30 h 103"/>
                <a:gd name="T22" fmla="*/ 2 w 9"/>
                <a:gd name="T23" fmla="*/ 37 h 103"/>
                <a:gd name="T24" fmla="*/ 2 w 9"/>
                <a:gd name="T25" fmla="*/ 45 h 103"/>
                <a:gd name="T26" fmla="*/ 2 w 9"/>
                <a:gd name="T27" fmla="*/ 52 h 103"/>
                <a:gd name="T28" fmla="*/ 2 w 9"/>
                <a:gd name="T29" fmla="*/ 56 h 103"/>
                <a:gd name="T30" fmla="*/ 3 w 9"/>
                <a:gd name="T31" fmla="*/ 61 h 103"/>
                <a:gd name="T32" fmla="*/ 3 w 9"/>
                <a:gd name="T33" fmla="*/ 66 h 103"/>
                <a:gd name="T34" fmla="*/ 3 w 9"/>
                <a:gd name="T35" fmla="*/ 70 h 103"/>
                <a:gd name="T36" fmla="*/ 3 w 9"/>
                <a:gd name="T37" fmla="*/ 72 h 103"/>
                <a:gd name="T38" fmla="*/ 4 w 9"/>
                <a:gd name="T39" fmla="*/ 74 h 103"/>
                <a:gd name="T40" fmla="*/ 4 w 9"/>
                <a:gd name="T41" fmla="*/ 74 h 103"/>
                <a:gd name="T42" fmla="*/ 4 w 9"/>
                <a:gd name="T43" fmla="*/ 74 h 103"/>
                <a:gd name="T44" fmla="*/ 4 w 9"/>
                <a:gd name="T45" fmla="*/ 77 h 103"/>
                <a:gd name="T46" fmla="*/ 4 w 9"/>
                <a:gd name="T47" fmla="*/ 79 h 103"/>
                <a:gd name="T48" fmla="*/ 4 w 9"/>
                <a:gd name="T49" fmla="*/ 79 h 103"/>
                <a:gd name="T50" fmla="*/ 4 w 9"/>
                <a:gd name="T51" fmla="*/ 80 h 103"/>
                <a:gd name="T52" fmla="*/ 5 w 9"/>
                <a:gd name="T53" fmla="*/ 86 h 103"/>
                <a:gd name="T54" fmla="*/ 5 w 9"/>
                <a:gd name="T55" fmla="*/ 92 h 103"/>
                <a:gd name="T56" fmla="*/ 5 w 9"/>
                <a:gd name="T57" fmla="*/ 94 h 103"/>
                <a:gd name="T58" fmla="*/ 5 w 9"/>
                <a:gd name="T59" fmla="*/ 92 h 103"/>
                <a:gd name="T60" fmla="*/ 5 w 9"/>
                <a:gd name="T61" fmla="*/ 96 h 103"/>
                <a:gd name="T62" fmla="*/ 5 w 9"/>
                <a:gd name="T63" fmla="*/ 103 h 103"/>
                <a:gd name="T64" fmla="*/ 5 w 9"/>
                <a:gd name="T65" fmla="*/ 103 h 103"/>
                <a:gd name="T66" fmla="*/ 6 w 9"/>
                <a:gd name="T67" fmla="*/ 98 h 103"/>
                <a:gd name="T68" fmla="*/ 6 w 9"/>
                <a:gd name="T69" fmla="*/ 99 h 103"/>
                <a:gd name="T70" fmla="*/ 6 w 9"/>
                <a:gd name="T71" fmla="*/ 103 h 103"/>
                <a:gd name="T72" fmla="*/ 6 w 9"/>
                <a:gd name="T73" fmla="*/ 98 h 103"/>
                <a:gd name="T74" fmla="*/ 6 w 9"/>
                <a:gd name="T75" fmla="*/ 93 h 103"/>
                <a:gd name="T76" fmla="*/ 7 w 9"/>
                <a:gd name="T77" fmla="*/ 94 h 103"/>
                <a:gd name="T78" fmla="*/ 7 w 9"/>
                <a:gd name="T79" fmla="*/ 95 h 103"/>
                <a:gd name="T80" fmla="*/ 7 w 9"/>
                <a:gd name="T81" fmla="*/ 94 h 103"/>
                <a:gd name="T82" fmla="*/ 7 w 9"/>
                <a:gd name="T83" fmla="*/ 95 h 103"/>
                <a:gd name="T84" fmla="*/ 7 w 9"/>
                <a:gd name="T85" fmla="*/ 98 h 103"/>
                <a:gd name="T86" fmla="*/ 7 w 9"/>
                <a:gd name="T87" fmla="*/ 96 h 103"/>
                <a:gd name="T88" fmla="*/ 7 w 9"/>
                <a:gd name="T89" fmla="*/ 90 h 103"/>
                <a:gd name="T90" fmla="*/ 8 w 9"/>
                <a:gd name="T91" fmla="*/ 89 h 103"/>
                <a:gd name="T92" fmla="*/ 8 w 9"/>
                <a:gd name="T93" fmla="*/ 91 h 103"/>
                <a:gd name="T94" fmla="*/ 8 w 9"/>
                <a:gd name="T95" fmla="*/ 86 h 103"/>
                <a:gd name="T96" fmla="*/ 8 w 9"/>
                <a:gd name="T97" fmla="*/ 81 h 103"/>
                <a:gd name="T98" fmla="*/ 9 w 9"/>
                <a:gd name="T99" fmla="*/ 84 h 103"/>
                <a:gd name="T100" fmla="*/ 9 w 9"/>
                <a:gd name="T101" fmla="*/ 81 h 103"/>
                <a:gd name="T102" fmla="*/ 9 w 9"/>
                <a:gd name="T103" fmla="*/ 7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03">
                  <a:moveTo>
                    <a:pt x="0" y="4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1" y="2"/>
                  </a:lnTo>
                  <a:lnTo>
                    <a:pt x="1" y="5"/>
                  </a:lnTo>
                  <a:lnTo>
                    <a:pt x="1" y="7"/>
                  </a:lnTo>
                  <a:lnTo>
                    <a:pt x="1" y="10"/>
                  </a:lnTo>
                  <a:lnTo>
                    <a:pt x="1" y="16"/>
                  </a:lnTo>
                  <a:lnTo>
                    <a:pt x="2" y="22"/>
                  </a:lnTo>
                  <a:lnTo>
                    <a:pt x="2" y="25"/>
                  </a:lnTo>
                  <a:lnTo>
                    <a:pt x="2" y="30"/>
                  </a:lnTo>
                  <a:lnTo>
                    <a:pt x="2" y="37"/>
                  </a:lnTo>
                  <a:lnTo>
                    <a:pt x="2" y="45"/>
                  </a:lnTo>
                  <a:lnTo>
                    <a:pt x="2" y="52"/>
                  </a:lnTo>
                  <a:lnTo>
                    <a:pt x="2" y="56"/>
                  </a:lnTo>
                  <a:lnTo>
                    <a:pt x="3" y="61"/>
                  </a:lnTo>
                  <a:lnTo>
                    <a:pt x="3" y="66"/>
                  </a:lnTo>
                  <a:lnTo>
                    <a:pt x="3" y="70"/>
                  </a:lnTo>
                  <a:lnTo>
                    <a:pt x="3" y="72"/>
                  </a:lnTo>
                  <a:lnTo>
                    <a:pt x="4" y="74"/>
                  </a:lnTo>
                  <a:lnTo>
                    <a:pt x="4" y="74"/>
                  </a:lnTo>
                  <a:lnTo>
                    <a:pt x="4" y="74"/>
                  </a:lnTo>
                  <a:lnTo>
                    <a:pt x="4" y="77"/>
                  </a:lnTo>
                  <a:lnTo>
                    <a:pt x="4" y="79"/>
                  </a:lnTo>
                  <a:lnTo>
                    <a:pt x="4" y="79"/>
                  </a:lnTo>
                  <a:lnTo>
                    <a:pt x="4" y="80"/>
                  </a:lnTo>
                  <a:lnTo>
                    <a:pt x="5" y="86"/>
                  </a:lnTo>
                  <a:lnTo>
                    <a:pt x="5" y="92"/>
                  </a:lnTo>
                  <a:lnTo>
                    <a:pt x="5" y="94"/>
                  </a:lnTo>
                  <a:lnTo>
                    <a:pt x="5" y="92"/>
                  </a:lnTo>
                  <a:lnTo>
                    <a:pt x="5" y="96"/>
                  </a:lnTo>
                  <a:lnTo>
                    <a:pt x="5" y="103"/>
                  </a:lnTo>
                  <a:lnTo>
                    <a:pt x="5" y="103"/>
                  </a:lnTo>
                  <a:lnTo>
                    <a:pt x="6" y="98"/>
                  </a:lnTo>
                  <a:lnTo>
                    <a:pt x="6" y="99"/>
                  </a:lnTo>
                  <a:lnTo>
                    <a:pt x="6" y="103"/>
                  </a:lnTo>
                  <a:lnTo>
                    <a:pt x="6" y="98"/>
                  </a:lnTo>
                  <a:lnTo>
                    <a:pt x="6" y="93"/>
                  </a:lnTo>
                  <a:lnTo>
                    <a:pt x="7" y="94"/>
                  </a:lnTo>
                  <a:lnTo>
                    <a:pt x="7" y="95"/>
                  </a:lnTo>
                  <a:lnTo>
                    <a:pt x="7" y="94"/>
                  </a:lnTo>
                  <a:lnTo>
                    <a:pt x="7" y="95"/>
                  </a:lnTo>
                  <a:lnTo>
                    <a:pt x="7" y="98"/>
                  </a:lnTo>
                  <a:lnTo>
                    <a:pt x="7" y="96"/>
                  </a:lnTo>
                  <a:lnTo>
                    <a:pt x="7" y="90"/>
                  </a:lnTo>
                  <a:lnTo>
                    <a:pt x="8" y="89"/>
                  </a:lnTo>
                  <a:lnTo>
                    <a:pt x="8" y="91"/>
                  </a:lnTo>
                  <a:lnTo>
                    <a:pt x="8" y="86"/>
                  </a:lnTo>
                  <a:lnTo>
                    <a:pt x="8" y="81"/>
                  </a:lnTo>
                  <a:lnTo>
                    <a:pt x="9" y="84"/>
                  </a:lnTo>
                  <a:lnTo>
                    <a:pt x="9" y="81"/>
                  </a:lnTo>
                  <a:lnTo>
                    <a:pt x="9" y="7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3" name="Freeform 676"/>
            <p:cNvSpPr/>
            <p:nvPr/>
          </p:nvSpPr>
          <p:spPr bwMode="auto">
            <a:xfrm>
              <a:off x="2693988" y="1949451"/>
              <a:ext cx="12700" cy="195263"/>
            </a:xfrm>
            <a:custGeom>
              <a:avLst/>
              <a:gdLst>
                <a:gd name="T0" fmla="*/ 0 w 8"/>
                <a:gd name="T1" fmla="*/ 123 h 123"/>
                <a:gd name="T2" fmla="*/ 0 w 8"/>
                <a:gd name="T3" fmla="*/ 115 h 123"/>
                <a:gd name="T4" fmla="*/ 0 w 8"/>
                <a:gd name="T5" fmla="*/ 115 h 123"/>
                <a:gd name="T6" fmla="*/ 0 w 8"/>
                <a:gd name="T7" fmla="*/ 120 h 123"/>
                <a:gd name="T8" fmla="*/ 0 w 8"/>
                <a:gd name="T9" fmla="*/ 119 h 123"/>
                <a:gd name="T10" fmla="*/ 0 w 8"/>
                <a:gd name="T11" fmla="*/ 114 h 123"/>
                <a:gd name="T12" fmla="*/ 1 w 8"/>
                <a:gd name="T13" fmla="*/ 111 h 123"/>
                <a:gd name="T14" fmla="*/ 1 w 8"/>
                <a:gd name="T15" fmla="*/ 109 h 123"/>
                <a:gd name="T16" fmla="*/ 1 w 8"/>
                <a:gd name="T17" fmla="*/ 103 h 123"/>
                <a:gd name="T18" fmla="*/ 1 w 8"/>
                <a:gd name="T19" fmla="*/ 94 h 123"/>
                <a:gd name="T20" fmla="*/ 1 w 8"/>
                <a:gd name="T21" fmla="*/ 88 h 123"/>
                <a:gd name="T22" fmla="*/ 1 w 8"/>
                <a:gd name="T23" fmla="*/ 85 h 123"/>
                <a:gd name="T24" fmla="*/ 1 w 8"/>
                <a:gd name="T25" fmla="*/ 76 h 123"/>
                <a:gd name="T26" fmla="*/ 2 w 8"/>
                <a:gd name="T27" fmla="*/ 69 h 123"/>
                <a:gd name="T28" fmla="*/ 2 w 8"/>
                <a:gd name="T29" fmla="*/ 66 h 123"/>
                <a:gd name="T30" fmla="*/ 2 w 8"/>
                <a:gd name="T31" fmla="*/ 61 h 123"/>
                <a:gd name="T32" fmla="*/ 2 w 8"/>
                <a:gd name="T33" fmla="*/ 54 h 123"/>
                <a:gd name="T34" fmla="*/ 2 w 8"/>
                <a:gd name="T35" fmla="*/ 52 h 123"/>
                <a:gd name="T36" fmla="*/ 3 w 8"/>
                <a:gd name="T37" fmla="*/ 47 h 123"/>
                <a:gd name="T38" fmla="*/ 3 w 8"/>
                <a:gd name="T39" fmla="*/ 35 h 123"/>
                <a:gd name="T40" fmla="*/ 3 w 8"/>
                <a:gd name="T41" fmla="*/ 30 h 123"/>
                <a:gd name="T42" fmla="*/ 3 w 8"/>
                <a:gd name="T43" fmla="*/ 26 h 123"/>
                <a:gd name="T44" fmla="*/ 3 w 8"/>
                <a:gd name="T45" fmla="*/ 18 h 123"/>
                <a:gd name="T46" fmla="*/ 3 w 8"/>
                <a:gd name="T47" fmla="*/ 11 h 123"/>
                <a:gd name="T48" fmla="*/ 4 w 8"/>
                <a:gd name="T49" fmla="*/ 9 h 123"/>
                <a:gd name="T50" fmla="*/ 4 w 8"/>
                <a:gd name="T51" fmla="*/ 8 h 123"/>
                <a:gd name="T52" fmla="*/ 4 w 8"/>
                <a:gd name="T53" fmla="*/ 5 h 123"/>
                <a:gd name="T54" fmla="*/ 4 w 8"/>
                <a:gd name="T55" fmla="*/ 3 h 123"/>
                <a:gd name="T56" fmla="*/ 4 w 8"/>
                <a:gd name="T57" fmla="*/ 4 h 123"/>
                <a:gd name="T58" fmla="*/ 5 w 8"/>
                <a:gd name="T59" fmla="*/ 7 h 123"/>
                <a:gd name="T60" fmla="*/ 5 w 8"/>
                <a:gd name="T61" fmla="*/ 8 h 123"/>
                <a:gd name="T62" fmla="*/ 5 w 8"/>
                <a:gd name="T63" fmla="*/ 9 h 123"/>
                <a:gd name="T64" fmla="*/ 5 w 8"/>
                <a:gd name="T65" fmla="*/ 10 h 123"/>
                <a:gd name="T66" fmla="*/ 5 w 8"/>
                <a:gd name="T67" fmla="*/ 7 h 123"/>
                <a:gd name="T68" fmla="*/ 5 w 8"/>
                <a:gd name="T69" fmla="*/ 2 h 123"/>
                <a:gd name="T70" fmla="*/ 5 w 8"/>
                <a:gd name="T71" fmla="*/ 4 h 123"/>
                <a:gd name="T72" fmla="*/ 6 w 8"/>
                <a:gd name="T73" fmla="*/ 3 h 123"/>
                <a:gd name="T74" fmla="*/ 6 w 8"/>
                <a:gd name="T75" fmla="*/ 0 h 123"/>
                <a:gd name="T76" fmla="*/ 6 w 8"/>
                <a:gd name="T77" fmla="*/ 0 h 123"/>
                <a:gd name="T78" fmla="*/ 6 w 8"/>
                <a:gd name="T79" fmla="*/ 2 h 123"/>
                <a:gd name="T80" fmla="*/ 6 w 8"/>
                <a:gd name="T81" fmla="*/ 0 h 123"/>
                <a:gd name="T82" fmla="*/ 6 w 8"/>
                <a:gd name="T83" fmla="*/ 2 h 123"/>
                <a:gd name="T84" fmla="*/ 6 w 8"/>
                <a:gd name="T85" fmla="*/ 5 h 123"/>
                <a:gd name="T86" fmla="*/ 7 w 8"/>
                <a:gd name="T87" fmla="*/ 8 h 123"/>
                <a:gd name="T88" fmla="*/ 7 w 8"/>
                <a:gd name="T89" fmla="*/ 10 h 123"/>
                <a:gd name="T90" fmla="*/ 7 w 8"/>
                <a:gd name="T91" fmla="*/ 11 h 123"/>
                <a:gd name="T92" fmla="*/ 7 w 8"/>
                <a:gd name="T93" fmla="*/ 12 h 123"/>
                <a:gd name="T94" fmla="*/ 8 w 8"/>
                <a:gd name="T95" fmla="*/ 13 h 123"/>
                <a:gd name="T96" fmla="*/ 8 w 8"/>
                <a:gd name="T97" fmla="*/ 12 h 123"/>
                <a:gd name="T98" fmla="*/ 8 w 8"/>
                <a:gd name="T99" fmla="*/ 11 h 123"/>
                <a:gd name="T100" fmla="*/ 8 w 8"/>
                <a:gd name="T101" fmla="*/ 11 h 123"/>
                <a:gd name="T102" fmla="*/ 8 w 8"/>
                <a:gd name="T103" fmla="*/ 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23">
                  <a:moveTo>
                    <a:pt x="0" y="123"/>
                  </a:moveTo>
                  <a:lnTo>
                    <a:pt x="0" y="115"/>
                  </a:lnTo>
                  <a:lnTo>
                    <a:pt x="0" y="115"/>
                  </a:lnTo>
                  <a:lnTo>
                    <a:pt x="0" y="120"/>
                  </a:lnTo>
                  <a:lnTo>
                    <a:pt x="0" y="119"/>
                  </a:lnTo>
                  <a:lnTo>
                    <a:pt x="0" y="114"/>
                  </a:lnTo>
                  <a:lnTo>
                    <a:pt x="1" y="111"/>
                  </a:lnTo>
                  <a:lnTo>
                    <a:pt x="1" y="109"/>
                  </a:lnTo>
                  <a:lnTo>
                    <a:pt x="1" y="103"/>
                  </a:lnTo>
                  <a:lnTo>
                    <a:pt x="1" y="94"/>
                  </a:lnTo>
                  <a:lnTo>
                    <a:pt x="1" y="88"/>
                  </a:lnTo>
                  <a:lnTo>
                    <a:pt x="1" y="85"/>
                  </a:lnTo>
                  <a:lnTo>
                    <a:pt x="1" y="76"/>
                  </a:lnTo>
                  <a:lnTo>
                    <a:pt x="2" y="69"/>
                  </a:lnTo>
                  <a:lnTo>
                    <a:pt x="2" y="66"/>
                  </a:lnTo>
                  <a:lnTo>
                    <a:pt x="2" y="61"/>
                  </a:lnTo>
                  <a:lnTo>
                    <a:pt x="2" y="54"/>
                  </a:lnTo>
                  <a:lnTo>
                    <a:pt x="2" y="52"/>
                  </a:lnTo>
                  <a:lnTo>
                    <a:pt x="3" y="47"/>
                  </a:lnTo>
                  <a:lnTo>
                    <a:pt x="3" y="35"/>
                  </a:lnTo>
                  <a:lnTo>
                    <a:pt x="3" y="30"/>
                  </a:lnTo>
                  <a:lnTo>
                    <a:pt x="3" y="26"/>
                  </a:lnTo>
                  <a:lnTo>
                    <a:pt x="3" y="18"/>
                  </a:lnTo>
                  <a:lnTo>
                    <a:pt x="3" y="11"/>
                  </a:lnTo>
                  <a:lnTo>
                    <a:pt x="4" y="9"/>
                  </a:lnTo>
                  <a:lnTo>
                    <a:pt x="4" y="8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4"/>
                  </a:lnTo>
                  <a:lnTo>
                    <a:pt x="5" y="7"/>
                  </a:lnTo>
                  <a:lnTo>
                    <a:pt x="5" y="8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7"/>
                  </a:lnTo>
                  <a:lnTo>
                    <a:pt x="5" y="2"/>
                  </a:lnTo>
                  <a:lnTo>
                    <a:pt x="5" y="4"/>
                  </a:lnTo>
                  <a:lnTo>
                    <a:pt x="6" y="3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5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7" y="12"/>
                  </a:lnTo>
                  <a:lnTo>
                    <a:pt x="8" y="13"/>
                  </a:lnTo>
                  <a:lnTo>
                    <a:pt x="8" y="12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4" name="Freeform 677"/>
            <p:cNvSpPr/>
            <p:nvPr/>
          </p:nvSpPr>
          <p:spPr bwMode="auto">
            <a:xfrm>
              <a:off x="2706688" y="1906589"/>
              <a:ext cx="12700" cy="68263"/>
            </a:xfrm>
            <a:custGeom>
              <a:avLst/>
              <a:gdLst>
                <a:gd name="T0" fmla="*/ 0 w 8"/>
                <a:gd name="T1" fmla="*/ 38 h 43"/>
                <a:gd name="T2" fmla="*/ 0 w 8"/>
                <a:gd name="T3" fmla="*/ 35 h 43"/>
                <a:gd name="T4" fmla="*/ 0 w 8"/>
                <a:gd name="T5" fmla="*/ 30 h 43"/>
                <a:gd name="T6" fmla="*/ 0 w 8"/>
                <a:gd name="T7" fmla="*/ 30 h 43"/>
                <a:gd name="T8" fmla="*/ 1 w 8"/>
                <a:gd name="T9" fmla="*/ 28 h 43"/>
                <a:gd name="T10" fmla="*/ 1 w 8"/>
                <a:gd name="T11" fmla="*/ 22 h 43"/>
                <a:gd name="T12" fmla="*/ 1 w 8"/>
                <a:gd name="T13" fmla="*/ 19 h 43"/>
                <a:gd name="T14" fmla="*/ 1 w 8"/>
                <a:gd name="T15" fmla="*/ 18 h 43"/>
                <a:gd name="T16" fmla="*/ 1 w 8"/>
                <a:gd name="T17" fmla="*/ 13 h 43"/>
                <a:gd name="T18" fmla="*/ 2 w 8"/>
                <a:gd name="T19" fmla="*/ 8 h 43"/>
                <a:gd name="T20" fmla="*/ 2 w 8"/>
                <a:gd name="T21" fmla="*/ 7 h 43"/>
                <a:gd name="T22" fmla="*/ 2 w 8"/>
                <a:gd name="T23" fmla="*/ 5 h 43"/>
                <a:gd name="T24" fmla="*/ 2 w 8"/>
                <a:gd name="T25" fmla="*/ 4 h 43"/>
                <a:gd name="T26" fmla="*/ 2 w 8"/>
                <a:gd name="T27" fmla="*/ 5 h 43"/>
                <a:gd name="T28" fmla="*/ 2 w 8"/>
                <a:gd name="T29" fmla="*/ 5 h 43"/>
                <a:gd name="T30" fmla="*/ 2 w 8"/>
                <a:gd name="T31" fmla="*/ 5 h 43"/>
                <a:gd name="T32" fmla="*/ 3 w 8"/>
                <a:gd name="T33" fmla="*/ 5 h 43"/>
                <a:gd name="T34" fmla="*/ 3 w 8"/>
                <a:gd name="T35" fmla="*/ 7 h 43"/>
                <a:gd name="T36" fmla="*/ 3 w 8"/>
                <a:gd name="T37" fmla="*/ 9 h 43"/>
                <a:gd name="T38" fmla="*/ 3 w 8"/>
                <a:gd name="T39" fmla="*/ 8 h 43"/>
                <a:gd name="T40" fmla="*/ 3 w 8"/>
                <a:gd name="T41" fmla="*/ 7 h 43"/>
                <a:gd name="T42" fmla="*/ 3 w 8"/>
                <a:gd name="T43" fmla="*/ 7 h 43"/>
                <a:gd name="T44" fmla="*/ 3 w 8"/>
                <a:gd name="T45" fmla="*/ 3 h 43"/>
                <a:gd name="T46" fmla="*/ 4 w 8"/>
                <a:gd name="T47" fmla="*/ 0 h 43"/>
                <a:gd name="T48" fmla="*/ 4 w 8"/>
                <a:gd name="T49" fmla="*/ 0 h 43"/>
                <a:gd name="T50" fmla="*/ 4 w 8"/>
                <a:gd name="T51" fmla="*/ 1 h 43"/>
                <a:gd name="T52" fmla="*/ 4 w 8"/>
                <a:gd name="T53" fmla="*/ 1 h 43"/>
                <a:gd name="T54" fmla="*/ 5 w 8"/>
                <a:gd name="T55" fmla="*/ 2 h 43"/>
                <a:gd name="T56" fmla="*/ 5 w 8"/>
                <a:gd name="T57" fmla="*/ 2 h 43"/>
                <a:gd name="T58" fmla="*/ 5 w 8"/>
                <a:gd name="T59" fmla="*/ 4 h 43"/>
                <a:gd name="T60" fmla="*/ 5 w 8"/>
                <a:gd name="T61" fmla="*/ 10 h 43"/>
                <a:gd name="T62" fmla="*/ 5 w 8"/>
                <a:gd name="T63" fmla="*/ 16 h 43"/>
                <a:gd name="T64" fmla="*/ 5 w 8"/>
                <a:gd name="T65" fmla="*/ 20 h 43"/>
                <a:gd name="T66" fmla="*/ 5 w 8"/>
                <a:gd name="T67" fmla="*/ 25 h 43"/>
                <a:gd name="T68" fmla="*/ 6 w 8"/>
                <a:gd name="T69" fmla="*/ 30 h 43"/>
                <a:gd name="T70" fmla="*/ 6 w 8"/>
                <a:gd name="T71" fmla="*/ 34 h 43"/>
                <a:gd name="T72" fmla="*/ 6 w 8"/>
                <a:gd name="T73" fmla="*/ 37 h 43"/>
                <a:gd name="T74" fmla="*/ 6 w 8"/>
                <a:gd name="T75" fmla="*/ 40 h 43"/>
                <a:gd name="T76" fmla="*/ 6 w 8"/>
                <a:gd name="T77" fmla="*/ 41 h 43"/>
                <a:gd name="T78" fmla="*/ 7 w 8"/>
                <a:gd name="T79" fmla="*/ 42 h 43"/>
                <a:gd name="T80" fmla="*/ 7 w 8"/>
                <a:gd name="T81" fmla="*/ 42 h 43"/>
                <a:gd name="T82" fmla="*/ 7 w 8"/>
                <a:gd name="T83" fmla="*/ 42 h 43"/>
                <a:gd name="T84" fmla="*/ 7 w 8"/>
                <a:gd name="T85" fmla="*/ 42 h 43"/>
                <a:gd name="T86" fmla="*/ 7 w 8"/>
                <a:gd name="T87" fmla="*/ 42 h 43"/>
                <a:gd name="T88" fmla="*/ 7 w 8"/>
                <a:gd name="T89" fmla="*/ 43 h 43"/>
                <a:gd name="T90" fmla="*/ 7 w 8"/>
                <a:gd name="T91" fmla="*/ 42 h 43"/>
                <a:gd name="T92" fmla="*/ 8 w 8"/>
                <a:gd name="T93" fmla="*/ 39 h 43"/>
                <a:gd name="T94" fmla="*/ 8 w 8"/>
                <a:gd name="T95" fmla="*/ 37 h 43"/>
                <a:gd name="T96" fmla="*/ 8 w 8"/>
                <a:gd name="T97" fmla="*/ 35 h 43"/>
                <a:gd name="T98" fmla="*/ 8 w 8"/>
                <a:gd name="T99" fmla="*/ 32 h 43"/>
                <a:gd name="T100" fmla="*/ 8 w 8"/>
                <a:gd name="T101" fmla="*/ 29 h 43"/>
                <a:gd name="T102" fmla="*/ 8 w 8"/>
                <a:gd name="T103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3">
                  <a:moveTo>
                    <a:pt x="0" y="38"/>
                  </a:moveTo>
                  <a:lnTo>
                    <a:pt x="0" y="35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1" y="28"/>
                  </a:lnTo>
                  <a:lnTo>
                    <a:pt x="1" y="22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3"/>
                  </a:lnTo>
                  <a:lnTo>
                    <a:pt x="2" y="8"/>
                  </a:lnTo>
                  <a:lnTo>
                    <a:pt x="2" y="7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3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10"/>
                  </a:lnTo>
                  <a:lnTo>
                    <a:pt x="5" y="16"/>
                  </a:lnTo>
                  <a:lnTo>
                    <a:pt x="5" y="20"/>
                  </a:lnTo>
                  <a:lnTo>
                    <a:pt x="5" y="25"/>
                  </a:lnTo>
                  <a:lnTo>
                    <a:pt x="6" y="30"/>
                  </a:lnTo>
                  <a:lnTo>
                    <a:pt x="6" y="34"/>
                  </a:lnTo>
                  <a:lnTo>
                    <a:pt x="6" y="37"/>
                  </a:lnTo>
                  <a:lnTo>
                    <a:pt x="6" y="40"/>
                  </a:lnTo>
                  <a:lnTo>
                    <a:pt x="6" y="41"/>
                  </a:lnTo>
                  <a:lnTo>
                    <a:pt x="7" y="42"/>
                  </a:lnTo>
                  <a:lnTo>
                    <a:pt x="7" y="42"/>
                  </a:lnTo>
                  <a:lnTo>
                    <a:pt x="7" y="42"/>
                  </a:lnTo>
                  <a:lnTo>
                    <a:pt x="7" y="42"/>
                  </a:lnTo>
                  <a:lnTo>
                    <a:pt x="7" y="42"/>
                  </a:lnTo>
                  <a:lnTo>
                    <a:pt x="7" y="43"/>
                  </a:lnTo>
                  <a:lnTo>
                    <a:pt x="7" y="42"/>
                  </a:lnTo>
                  <a:lnTo>
                    <a:pt x="8" y="39"/>
                  </a:lnTo>
                  <a:lnTo>
                    <a:pt x="8" y="37"/>
                  </a:lnTo>
                  <a:lnTo>
                    <a:pt x="8" y="35"/>
                  </a:lnTo>
                  <a:lnTo>
                    <a:pt x="8" y="32"/>
                  </a:lnTo>
                  <a:lnTo>
                    <a:pt x="8" y="29"/>
                  </a:lnTo>
                  <a:lnTo>
                    <a:pt x="8" y="2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5" name="Freeform 678"/>
            <p:cNvSpPr/>
            <p:nvPr/>
          </p:nvSpPr>
          <p:spPr bwMode="auto">
            <a:xfrm>
              <a:off x="2719388" y="1916114"/>
              <a:ext cx="14288" cy="115888"/>
            </a:xfrm>
            <a:custGeom>
              <a:avLst/>
              <a:gdLst>
                <a:gd name="T0" fmla="*/ 0 w 9"/>
                <a:gd name="T1" fmla="*/ 23 h 73"/>
                <a:gd name="T2" fmla="*/ 0 w 9"/>
                <a:gd name="T3" fmla="*/ 21 h 73"/>
                <a:gd name="T4" fmla="*/ 1 w 9"/>
                <a:gd name="T5" fmla="*/ 18 h 73"/>
                <a:gd name="T6" fmla="*/ 1 w 9"/>
                <a:gd name="T7" fmla="*/ 17 h 73"/>
                <a:gd name="T8" fmla="*/ 1 w 9"/>
                <a:gd name="T9" fmla="*/ 17 h 73"/>
                <a:gd name="T10" fmla="*/ 1 w 9"/>
                <a:gd name="T11" fmla="*/ 15 h 73"/>
                <a:gd name="T12" fmla="*/ 1 w 9"/>
                <a:gd name="T13" fmla="*/ 15 h 73"/>
                <a:gd name="T14" fmla="*/ 2 w 9"/>
                <a:gd name="T15" fmla="*/ 18 h 73"/>
                <a:gd name="T16" fmla="*/ 2 w 9"/>
                <a:gd name="T17" fmla="*/ 17 h 73"/>
                <a:gd name="T18" fmla="*/ 2 w 9"/>
                <a:gd name="T19" fmla="*/ 16 h 73"/>
                <a:gd name="T20" fmla="*/ 2 w 9"/>
                <a:gd name="T21" fmla="*/ 16 h 73"/>
                <a:gd name="T22" fmla="*/ 2 w 9"/>
                <a:gd name="T23" fmla="*/ 15 h 73"/>
                <a:gd name="T24" fmla="*/ 2 w 9"/>
                <a:gd name="T25" fmla="*/ 12 h 73"/>
                <a:gd name="T26" fmla="*/ 2 w 9"/>
                <a:gd name="T27" fmla="*/ 11 h 73"/>
                <a:gd name="T28" fmla="*/ 3 w 9"/>
                <a:gd name="T29" fmla="*/ 8 h 73"/>
                <a:gd name="T30" fmla="*/ 3 w 9"/>
                <a:gd name="T31" fmla="*/ 7 h 73"/>
                <a:gd name="T32" fmla="*/ 3 w 9"/>
                <a:gd name="T33" fmla="*/ 7 h 73"/>
                <a:gd name="T34" fmla="*/ 3 w 9"/>
                <a:gd name="T35" fmla="*/ 7 h 73"/>
                <a:gd name="T36" fmla="*/ 4 w 9"/>
                <a:gd name="T37" fmla="*/ 7 h 73"/>
                <a:gd name="T38" fmla="*/ 4 w 9"/>
                <a:gd name="T39" fmla="*/ 5 h 73"/>
                <a:gd name="T40" fmla="*/ 4 w 9"/>
                <a:gd name="T41" fmla="*/ 4 h 73"/>
                <a:gd name="T42" fmla="*/ 4 w 9"/>
                <a:gd name="T43" fmla="*/ 4 h 73"/>
                <a:gd name="T44" fmla="*/ 4 w 9"/>
                <a:gd name="T45" fmla="*/ 2 h 73"/>
                <a:gd name="T46" fmla="*/ 4 w 9"/>
                <a:gd name="T47" fmla="*/ 2 h 73"/>
                <a:gd name="T48" fmla="*/ 4 w 9"/>
                <a:gd name="T49" fmla="*/ 2 h 73"/>
                <a:gd name="T50" fmla="*/ 5 w 9"/>
                <a:gd name="T51" fmla="*/ 1 h 73"/>
                <a:gd name="T52" fmla="*/ 5 w 9"/>
                <a:gd name="T53" fmla="*/ 0 h 73"/>
                <a:gd name="T54" fmla="*/ 5 w 9"/>
                <a:gd name="T55" fmla="*/ 2 h 73"/>
                <a:gd name="T56" fmla="*/ 5 w 9"/>
                <a:gd name="T57" fmla="*/ 6 h 73"/>
                <a:gd name="T58" fmla="*/ 5 w 9"/>
                <a:gd name="T59" fmla="*/ 7 h 73"/>
                <a:gd name="T60" fmla="*/ 5 w 9"/>
                <a:gd name="T61" fmla="*/ 10 h 73"/>
                <a:gd name="T62" fmla="*/ 5 w 9"/>
                <a:gd name="T63" fmla="*/ 16 h 73"/>
                <a:gd name="T64" fmla="*/ 6 w 9"/>
                <a:gd name="T65" fmla="*/ 21 h 73"/>
                <a:gd name="T66" fmla="*/ 6 w 9"/>
                <a:gd name="T67" fmla="*/ 27 h 73"/>
                <a:gd name="T68" fmla="*/ 6 w 9"/>
                <a:gd name="T69" fmla="*/ 33 h 73"/>
                <a:gd name="T70" fmla="*/ 6 w 9"/>
                <a:gd name="T71" fmla="*/ 37 h 73"/>
                <a:gd name="T72" fmla="*/ 6 w 9"/>
                <a:gd name="T73" fmla="*/ 39 h 73"/>
                <a:gd name="T74" fmla="*/ 7 w 9"/>
                <a:gd name="T75" fmla="*/ 42 h 73"/>
                <a:gd name="T76" fmla="*/ 7 w 9"/>
                <a:gd name="T77" fmla="*/ 44 h 73"/>
                <a:gd name="T78" fmla="*/ 7 w 9"/>
                <a:gd name="T79" fmla="*/ 46 h 73"/>
                <a:gd name="T80" fmla="*/ 7 w 9"/>
                <a:gd name="T81" fmla="*/ 47 h 73"/>
                <a:gd name="T82" fmla="*/ 7 w 9"/>
                <a:gd name="T83" fmla="*/ 49 h 73"/>
                <a:gd name="T84" fmla="*/ 7 w 9"/>
                <a:gd name="T85" fmla="*/ 52 h 73"/>
                <a:gd name="T86" fmla="*/ 7 w 9"/>
                <a:gd name="T87" fmla="*/ 54 h 73"/>
                <a:gd name="T88" fmla="*/ 8 w 9"/>
                <a:gd name="T89" fmla="*/ 53 h 73"/>
                <a:gd name="T90" fmla="*/ 8 w 9"/>
                <a:gd name="T91" fmla="*/ 56 h 73"/>
                <a:gd name="T92" fmla="*/ 8 w 9"/>
                <a:gd name="T93" fmla="*/ 63 h 73"/>
                <a:gd name="T94" fmla="*/ 8 w 9"/>
                <a:gd name="T95" fmla="*/ 65 h 73"/>
                <a:gd name="T96" fmla="*/ 9 w 9"/>
                <a:gd name="T97" fmla="*/ 65 h 73"/>
                <a:gd name="T98" fmla="*/ 9 w 9"/>
                <a:gd name="T99" fmla="*/ 68 h 73"/>
                <a:gd name="T100" fmla="*/ 9 w 9"/>
                <a:gd name="T101" fmla="*/ 71 h 73"/>
                <a:gd name="T102" fmla="*/ 9 w 9"/>
                <a:gd name="T10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73">
                  <a:moveTo>
                    <a:pt x="0" y="23"/>
                  </a:moveTo>
                  <a:lnTo>
                    <a:pt x="0" y="21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1" y="17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12"/>
                  </a:lnTo>
                  <a:lnTo>
                    <a:pt x="2" y="11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4" y="7"/>
                  </a:lnTo>
                  <a:lnTo>
                    <a:pt x="4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2"/>
                  </a:lnTo>
                  <a:lnTo>
                    <a:pt x="5" y="6"/>
                  </a:lnTo>
                  <a:lnTo>
                    <a:pt x="5" y="7"/>
                  </a:lnTo>
                  <a:lnTo>
                    <a:pt x="5" y="10"/>
                  </a:lnTo>
                  <a:lnTo>
                    <a:pt x="5" y="16"/>
                  </a:lnTo>
                  <a:lnTo>
                    <a:pt x="6" y="21"/>
                  </a:lnTo>
                  <a:lnTo>
                    <a:pt x="6" y="27"/>
                  </a:lnTo>
                  <a:lnTo>
                    <a:pt x="6" y="33"/>
                  </a:lnTo>
                  <a:lnTo>
                    <a:pt x="6" y="37"/>
                  </a:lnTo>
                  <a:lnTo>
                    <a:pt x="6" y="39"/>
                  </a:lnTo>
                  <a:lnTo>
                    <a:pt x="7" y="42"/>
                  </a:lnTo>
                  <a:lnTo>
                    <a:pt x="7" y="44"/>
                  </a:lnTo>
                  <a:lnTo>
                    <a:pt x="7" y="46"/>
                  </a:lnTo>
                  <a:lnTo>
                    <a:pt x="7" y="47"/>
                  </a:lnTo>
                  <a:lnTo>
                    <a:pt x="7" y="49"/>
                  </a:lnTo>
                  <a:lnTo>
                    <a:pt x="7" y="52"/>
                  </a:lnTo>
                  <a:lnTo>
                    <a:pt x="7" y="54"/>
                  </a:lnTo>
                  <a:lnTo>
                    <a:pt x="8" y="53"/>
                  </a:lnTo>
                  <a:lnTo>
                    <a:pt x="8" y="56"/>
                  </a:lnTo>
                  <a:lnTo>
                    <a:pt x="8" y="63"/>
                  </a:lnTo>
                  <a:lnTo>
                    <a:pt x="8" y="65"/>
                  </a:lnTo>
                  <a:lnTo>
                    <a:pt x="9" y="65"/>
                  </a:lnTo>
                  <a:lnTo>
                    <a:pt x="9" y="68"/>
                  </a:lnTo>
                  <a:lnTo>
                    <a:pt x="9" y="71"/>
                  </a:lnTo>
                  <a:lnTo>
                    <a:pt x="9" y="7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6" name="Freeform 679"/>
            <p:cNvSpPr/>
            <p:nvPr/>
          </p:nvSpPr>
          <p:spPr bwMode="auto">
            <a:xfrm>
              <a:off x="2733675" y="2028826"/>
              <a:ext cx="12700" cy="134938"/>
            </a:xfrm>
            <a:custGeom>
              <a:avLst/>
              <a:gdLst>
                <a:gd name="T0" fmla="*/ 0 w 8"/>
                <a:gd name="T1" fmla="*/ 0 h 85"/>
                <a:gd name="T2" fmla="*/ 0 w 8"/>
                <a:gd name="T3" fmla="*/ 2 h 85"/>
                <a:gd name="T4" fmla="*/ 0 w 8"/>
                <a:gd name="T5" fmla="*/ 4 h 85"/>
                <a:gd name="T6" fmla="*/ 0 w 8"/>
                <a:gd name="T7" fmla="*/ 4 h 85"/>
                <a:gd name="T8" fmla="*/ 0 w 8"/>
                <a:gd name="T9" fmla="*/ 4 h 85"/>
                <a:gd name="T10" fmla="*/ 1 w 8"/>
                <a:gd name="T11" fmla="*/ 7 h 85"/>
                <a:gd name="T12" fmla="*/ 1 w 8"/>
                <a:gd name="T13" fmla="*/ 8 h 85"/>
                <a:gd name="T14" fmla="*/ 1 w 8"/>
                <a:gd name="T15" fmla="*/ 6 h 85"/>
                <a:gd name="T16" fmla="*/ 1 w 8"/>
                <a:gd name="T17" fmla="*/ 4 h 85"/>
                <a:gd name="T18" fmla="*/ 1 w 8"/>
                <a:gd name="T19" fmla="*/ 5 h 85"/>
                <a:gd name="T20" fmla="*/ 1 w 8"/>
                <a:gd name="T21" fmla="*/ 9 h 85"/>
                <a:gd name="T22" fmla="*/ 1 w 8"/>
                <a:gd name="T23" fmla="*/ 9 h 85"/>
                <a:gd name="T24" fmla="*/ 2 w 8"/>
                <a:gd name="T25" fmla="*/ 4 h 85"/>
                <a:gd name="T26" fmla="*/ 2 w 8"/>
                <a:gd name="T27" fmla="*/ 5 h 85"/>
                <a:gd name="T28" fmla="*/ 2 w 8"/>
                <a:gd name="T29" fmla="*/ 9 h 85"/>
                <a:gd name="T30" fmla="*/ 2 w 8"/>
                <a:gd name="T31" fmla="*/ 7 h 85"/>
                <a:gd name="T32" fmla="*/ 2 w 8"/>
                <a:gd name="T33" fmla="*/ 10 h 85"/>
                <a:gd name="T34" fmla="*/ 3 w 8"/>
                <a:gd name="T35" fmla="*/ 19 h 85"/>
                <a:gd name="T36" fmla="*/ 3 w 8"/>
                <a:gd name="T37" fmla="*/ 23 h 85"/>
                <a:gd name="T38" fmla="*/ 3 w 8"/>
                <a:gd name="T39" fmla="*/ 22 h 85"/>
                <a:gd name="T40" fmla="*/ 3 w 8"/>
                <a:gd name="T41" fmla="*/ 27 h 85"/>
                <a:gd name="T42" fmla="*/ 3 w 8"/>
                <a:gd name="T43" fmla="*/ 34 h 85"/>
                <a:gd name="T44" fmla="*/ 3 w 8"/>
                <a:gd name="T45" fmla="*/ 41 h 85"/>
                <a:gd name="T46" fmla="*/ 3 w 8"/>
                <a:gd name="T47" fmla="*/ 47 h 85"/>
                <a:gd name="T48" fmla="*/ 4 w 8"/>
                <a:gd name="T49" fmla="*/ 51 h 85"/>
                <a:gd name="T50" fmla="*/ 4 w 8"/>
                <a:gd name="T51" fmla="*/ 50 h 85"/>
                <a:gd name="T52" fmla="*/ 4 w 8"/>
                <a:gd name="T53" fmla="*/ 48 h 85"/>
                <a:gd name="T54" fmla="*/ 4 w 8"/>
                <a:gd name="T55" fmla="*/ 49 h 85"/>
                <a:gd name="T56" fmla="*/ 5 w 8"/>
                <a:gd name="T57" fmla="*/ 53 h 85"/>
                <a:gd name="T58" fmla="*/ 5 w 8"/>
                <a:gd name="T59" fmla="*/ 53 h 85"/>
                <a:gd name="T60" fmla="*/ 5 w 8"/>
                <a:gd name="T61" fmla="*/ 48 h 85"/>
                <a:gd name="T62" fmla="*/ 5 w 8"/>
                <a:gd name="T63" fmla="*/ 49 h 85"/>
                <a:gd name="T64" fmla="*/ 5 w 8"/>
                <a:gd name="T65" fmla="*/ 54 h 85"/>
                <a:gd name="T66" fmla="*/ 5 w 8"/>
                <a:gd name="T67" fmla="*/ 53 h 85"/>
                <a:gd name="T68" fmla="*/ 5 w 8"/>
                <a:gd name="T69" fmla="*/ 54 h 85"/>
                <a:gd name="T70" fmla="*/ 6 w 8"/>
                <a:gd name="T71" fmla="*/ 61 h 85"/>
                <a:gd name="T72" fmla="*/ 6 w 8"/>
                <a:gd name="T73" fmla="*/ 66 h 85"/>
                <a:gd name="T74" fmla="*/ 6 w 8"/>
                <a:gd name="T75" fmla="*/ 67 h 85"/>
                <a:gd name="T76" fmla="*/ 6 w 8"/>
                <a:gd name="T77" fmla="*/ 66 h 85"/>
                <a:gd name="T78" fmla="*/ 6 w 8"/>
                <a:gd name="T79" fmla="*/ 65 h 85"/>
                <a:gd name="T80" fmla="*/ 6 w 8"/>
                <a:gd name="T81" fmla="*/ 71 h 85"/>
                <a:gd name="T82" fmla="*/ 6 w 8"/>
                <a:gd name="T83" fmla="*/ 76 h 85"/>
                <a:gd name="T84" fmla="*/ 7 w 8"/>
                <a:gd name="T85" fmla="*/ 74 h 85"/>
                <a:gd name="T86" fmla="*/ 7 w 8"/>
                <a:gd name="T87" fmla="*/ 73 h 85"/>
                <a:gd name="T88" fmla="*/ 7 w 8"/>
                <a:gd name="T89" fmla="*/ 78 h 85"/>
                <a:gd name="T90" fmla="*/ 7 w 8"/>
                <a:gd name="T91" fmla="*/ 81 h 85"/>
                <a:gd name="T92" fmla="*/ 8 w 8"/>
                <a:gd name="T93" fmla="*/ 81 h 85"/>
                <a:gd name="T94" fmla="*/ 8 w 8"/>
                <a:gd name="T95" fmla="*/ 83 h 85"/>
                <a:gd name="T96" fmla="*/ 8 w 8"/>
                <a:gd name="T97" fmla="*/ 84 h 85"/>
                <a:gd name="T98" fmla="*/ 8 w 8"/>
                <a:gd name="T99" fmla="*/ 85 h 85"/>
                <a:gd name="T100" fmla="*/ 8 w 8"/>
                <a:gd name="T101" fmla="*/ 84 h 85"/>
                <a:gd name="T102" fmla="*/ 8 w 8"/>
                <a:gd name="T103" fmla="*/ 8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5">
                  <a:moveTo>
                    <a:pt x="0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6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9"/>
                  </a:lnTo>
                  <a:lnTo>
                    <a:pt x="1" y="9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9"/>
                  </a:lnTo>
                  <a:lnTo>
                    <a:pt x="2" y="7"/>
                  </a:lnTo>
                  <a:lnTo>
                    <a:pt x="2" y="10"/>
                  </a:lnTo>
                  <a:lnTo>
                    <a:pt x="3" y="19"/>
                  </a:lnTo>
                  <a:lnTo>
                    <a:pt x="3" y="23"/>
                  </a:lnTo>
                  <a:lnTo>
                    <a:pt x="3" y="22"/>
                  </a:lnTo>
                  <a:lnTo>
                    <a:pt x="3" y="27"/>
                  </a:lnTo>
                  <a:lnTo>
                    <a:pt x="3" y="34"/>
                  </a:lnTo>
                  <a:lnTo>
                    <a:pt x="3" y="41"/>
                  </a:lnTo>
                  <a:lnTo>
                    <a:pt x="3" y="47"/>
                  </a:lnTo>
                  <a:lnTo>
                    <a:pt x="4" y="51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9"/>
                  </a:lnTo>
                  <a:lnTo>
                    <a:pt x="5" y="53"/>
                  </a:lnTo>
                  <a:lnTo>
                    <a:pt x="5" y="53"/>
                  </a:lnTo>
                  <a:lnTo>
                    <a:pt x="5" y="48"/>
                  </a:lnTo>
                  <a:lnTo>
                    <a:pt x="5" y="49"/>
                  </a:lnTo>
                  <a:lnTo>
                    <a:pt x="5" y="54"/>
                  </a:lnTo>
                  <a:lnTo>
                    <a:pt x="5" y="53"/>
                  </a:lnTo>
                  <a:lnTo>
                    <a:pt x="5" y="54"/>
                  </a:lnTo>
                  <a:lnTo>
                    <a:pt x="6" y="61"/>
                  </a:lnTo>
                  <a:lnTo>
                    <a:pt x="6" y="66"/>
                  </a:lnTo>
                  <a:lnTo>
                    <a:pt x="6" y="67"/>
                  </a:lnTo>
                  <a:lnTo>
                    <a:pt x="6" y="66"/>
                  </a:lnTo>
                  <a:lnTo>
                    <a:pt x="6" y="65"/>
                  </a:lnTo>
                  <a:lnTo>
                    <a:pt x="6" y="71"/>
                  </a:lnTo>
                  <a:lnTo>
                    <a:pt x="6" y="76"/>
                  </a:lnTo>
                  <a:lnTo>
                    <a:pt x="7" y="74"/>
                  </a:lnTo>
                  <a:lnTo>
                    <a:pt x="7" y="73"/>
                  </a:lnTo>
                  <a:lnTo>
                    <a:pt x="7" y="78"/>
                  </a:lnTo>
                  <a:lnTo>
                    <a:pt x="7" y="81"/>
                  </a:lnTo>
                  <a:lnTo>
                    <a:pt x="8" y="81"/>
                  </a:lnTo>
                  <a:lnTo>
                    <a:pt x="8" y="83"/>
                  </a:lnTo>
                  <a:lnTo>
                    <a:pt x="8" y="84"/>
                  </a:lnTo>
                  <a:lnTo>
                    <a:pt x="8" y="85"/>
                  </a:lnTo>
                  <a:lnTo>
                    <a:pt x="8" y="84"/>
                  </a:lnTo>
                  <a:lnTo>
                    <a:pt x="8" y="8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7" name="Freeform 680"/>
            <p:cNvSpPr/>
            <p:nvPr/>
          </p:nvSpPr>
          <p:spPr bwMode="auto">
            <a:xfrm>
              <a:off x="2746375" y="1944689"/>
              <a:ext cx="14288" cy="219075"/>
            </a:xfrm>
            <a:custGeom>
              <a:avLst/>
              <a:gdLst>
                <a:gd name="T0" fmla="*/ 0 w 9"/>
                <a:gd name="T1" fmla="*/ 137 h 138"/>
                <a:gd name="T2" fmla="*/ 0 w 9"/>
                <a:gd name="T3" fmla="*/ 134 h 138"/>
                <a:gd name="T4" fmla="*/ 0 w 9"/>
                <a:gd name="T5" fmla="*/ 131 h 138"/>
                <a:gd name="T6" fmla="*/ 1 w 9"/>
                <a:gd name="T7" fmla="*/ 128 h 138"/>
                <a:gd name="T8" fmla="*/ 1 w 9"/>
                <a:gd name="T9" fmla="*/ 125 h 138"/>
                <a:gd name="T10" fmla="*/ 1 w 9"/>
                <a:gd name="T11" fmla="*/ 131 h 138"/>
                <a:gd name="T12" fmla="*/ 1 w 9"/>
                <a:gd name="T13" fmla="*/ 138 h 138"/>
                <a:gd name="T14" fmla="*/ 1 w 9"/>
                <a:gd name="T15" fmla="*/ 136 h 138"/>
                <a:gd name="T16" fmla="*/ 2 w 9"/>
                <a:gd name="T17" fmla="*/ 133 h 138"/>
                <a:gd name="T18" fmla="*/ 2 w 9"/>
                <a:gd name="T19" fmla="*/ 136 h 138"/>
                <a:gd name="T20" fmla="*/ 2 w 9"/>
                <a:gd name="T21" fmla="*/ 136 h 138"/>
                <a:gd name="T22" fmla="*/ 2 w 9"/>
                <a:gd name="T23" fmla="*/ 135 h 138"/>
                <a:gd name="T24" fmla="*/ 2 w 9"/>
                <a:gd name="T25" fmla="*/ 138 h 138"/>
                <a:gd name="T26" fmla="*/ 2 w 9"/>
                <a:gd name="T27" fmla="*/ 137 h 138"/>
                <a:gd name="T28" fmla="*/ 2 w 9"/>
                <a:gd name="T29" fmla="*/ 131 h 138"/>
                <a:gd name="T30" fmla="*/ 3 w 9"/>
                <a:gd name="T31" fmla="*/ 125 h 138"/>
                <a:gd name="T32" fmla="*/ 3 w 9"/>
                <a:gd name="T33" fmla="*/ 122 h 138"/>
                <a:gd name="T34" fmla="*/ 3 w 9"/>
                <a:gd name="T35" fmla="*/ 124 h 138"/>
                <a:gd name="T36" fmla="*/ 3 w 9"/>
                <a:gd name="T37" fmla="*/ 125 h 138"/>
                <a:gd name="T38" fmla="*/ 3 w 9"/>
                <a:gd name="T39" fmla="*/ 124 h 138"/>
                <a:gd name="T40" fmla="*/ 3 w 9"/>
                <a:gd name="T41" fmla="*/ 124 h 138"/>
                <a:gd name="T42" fmla="*/ 3 w 9"/>
                <a:gd name="T43" fmla="*/ 119 h 138"/>
                <a:gd name="T44" fmla="*/ 4 w 9"/>
                <a:gd name="T45" fmla="*/ 109 h 138"/>
                <a:gd name="T46" fmla="*/ 4 w 9"/>
                <a:gd name="T47" fmla="*/ 106 h 138"/>
                <a:gd name="T48" fmla="*/ 4 w 9"/>
                <a:gd name="T49" fmla="*/ 107 h 138"/>
                <a:gd name="T50" fmla="*/ 4 w 9"/>
                <a:gd name="T51" fmla="*/ 99 h 138"/>
                <a:gd name="T52" fmla="*/ 5 w 9"/>
                <a:gd name="T53" fmla="*/ 87 h 138"/>
                <a:gd name="T54" fmla="*/ 5 w 9"/>
                <a:gd name="T55" fmla="*/ 80 h 138"/>
                <a:gd name="T56" fmla="*/ 5 w 9"/>
                <a:gd name="T57" fmla="*/ 74 h 138"/>
                <a:gd name="T58" fmla="*/ 5 w 9"/>
                <a:gd name="T59" fmla="*/ 68 h 138"/>
                <a:gd name="T60" fmla="*/ 5 w 9"/>
                <a:gd name="T61" fmla="*/ 65 h 138"/>
                <a:gd name="T62" fmla="*/ 5 w 9"/>
                <a:gd name="T63" fmla="*/ 60 h 138"/>
                <a:gd name="T64" fmla="*/ 5 w 9"/>
                <a:gd name="T65" fmla="*/ 55 h 138"/>
                <a:gd name="T66" fmla="*/ 6 w 9"/>
                <a:gd name="T67" fmla="*/ 51 h 138"/>
                <a:gd name="T68" fmla="*/ 6 w 9"/>
                <a:gd name="T69" fmla="*/ 45 h 138"/>
                <a:gd name="T70" fmla="*/ 6 w 9"/>
                <a:gd name="T71" fmla="*/ 40 h 138"/>
                <a:gd name="T72" fmla="*/ 6 w 9"/>
                <a:gd name="T73" fmla="*/ 36 h 138"/>
                <a:gd name="T74" fmla="*/ 6 w 9"/>
                <a:gd name="T75" fmla="*/ 32 h 138"/>
                <a:gd name="T76" fmla="*/ 7 w 9"/>
                <a:gd name="T77" fmla="*/ 35 h 138"/>
                <a:gd name="T78" fmla="*/ 7 w 9"/>
                <a:gd name="T79" fmla="*/ 35 h 138"/>
                <a:gd name="T80" fmla="*/ 7 w 9"/>
                <a:gd name="T81" fmla="*/ 25 h 138"/>
                <a:gd name="T82" fmla="*/ 7 w 9"/>
                <a:gd name="T83" fmla="*/ 20 h 138"/>
                <a:gd name="T84" fmla="*/ 7 w 9"/>
                <a:gd name="T85" fmla="*/ 23 h 138"/>
                <a:gd name="T86" fmla="*/ 7 w 9"/>
                <a:gd name="T87" fmla="*/ 20 h 138"/>
                <a:gd name="T88" fmla="*/ 7 w 9"/>
                <a:gd name="T89" fmla="*/ 16 h 138"/>
                <a:gd name="T90" fmla="*/ 8 w 9"/>
                <a:gd name="T91" fmla="*/ 19 h 138"/>
                <a:gd name="T92" fmla="*/ 8 w 9"/>
                <a:gd name="T93" fmla="*/ 16 h 138"/>
                <a:gd name="T94" fmla="*/ 8 w 9"/>
                <a:gd name="T95" fmla="*/ 6 h 138"/>
                <a:gd name="T96" fmla="*/ 8 w 9"/>
                <a:gd name="T97" fmla="*/ 0 h 138"/>
                <a:gd name="T98" fmla="*/ 9 w 9"/>
                <a:gd name="T99" fmla="*/ 2 h 138"/>
                <a:gd name="T100" fmla="*/ 9 w 9"/>
                <a:gd name="T101" fmla="*/ 6 h 138"/>
                <a:gd name="T102" fmla="*/ 9 w 9"/>
                <a:gd name="T103" fmla="*/ 5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38">
                  <a:moveTo>
                    <a:pt x="0" y="137"/>
                  </a:moveTo>
                  <a:lnTo>
                    <a:pt x="0" y="134"/>
                  </a:lnTo>
                  <a:lnTo>
                    <a:pt x="0" y="131"/>
                  </a:lnTo>
                  <a:lnTo>
                    <a:pt x="1" y="128"/>
                  </a:lnTo>
                  <a:lnTo>
                    <a:pt x="1" y="125"/>
                  </a:lnTo>
                  <a:lnTo>
                    <a:pt x="1" y="131"/>
                  </a:lnTo>
                  <a:lnTo>
                    <a:pt x="1" y="138"/>
                  </a:lnTo>
                  <a:lnTo>
                    <a:pt x="1" y="136"/>
                  </a:lnTo>
                  <a:lnTo>
                    <a:pt x="2" y="133"/>
                  </a:lnTo>
                  <a:lnTo>
                    <a:pt x="2" y="136"/>
                  </a:lnTo>
                  <a:lnTo>
                    <a:pt x="2" y="136"/>
                  </a:lnTo>
                  <a:lnTo>
                    <a:pt x="2" y="135"/>
                  </a:lnTo>
                  <a:lnTo>
                    <a:pt x="2" y="138"/>
                  </a:lnTo>
                  <a:lnTo>
                    <a:pt x="2" y="137"/>
                  </a:lnTo>
                  <a:lnTo>
                    <a:pt x="2" y="131"/>
                  </a:lnTo>
                  <a:lnTo>
                    <a:pt x="3" y="125"/>
                  </a:lnTo>
                  <a:lnTo>
                    <a:pt x="3" y="122"/>
                  </a:lnTo>
                  <a:lnTo>
                    <a:pt x="3" y="124"/>
                  </a:lnTo>
                  <a:lnTo>
                    <a:pt x="3" y="125"/>
                  </a:lnTo>
                  <a:lnTo>
                    <a:pt x="3" y="124"/>
                  </a:lnTo>
                  <a:lnTo>
                    <a:pt x="3" y="124"/>
                  </a:lnTo>
                  <a:lnTo>
                    <a:pt x="3" y="119"/>
                  </a:lnTo>
                  <a:lnTo>
                    <a:pt x="4" y="109"/>
                  </a:lnTo>
                  <a:lnTo>
                    <a:pt x="4" y="106"/>
                  </a:lnTo>
                  <a:lnTo>
                    <a:pt x="4" y="107"/>
                  </a:lnTo>
                  <a:lnTo>
                    <a:pt x="4" y="99"/>
                  </a:lnTo>
                  <a:lnTo>
                    <a:pt x="5" y="87"/>
                  </a:lnTo>
                  <a:lnTo>
                    <a:pt x="5" y="80"/>
                  </a:lnTo>
                  <a:lnTo>
                    <a:pt x="5" y="74"/>
                  </a:lnTo>
                  <a:lnTo>
                    <a:pt x="5" y="68"/>
                  </a:lnTo>
                  <a:lnTo>
                    <a:pt x="5" y="65"/>
                  </a:lnTo>
                  <a:lnTo>
                    <a:pt x="5" y="60"/>
                  </a:lnTo>
                  <a:lnTo>
                    <a:pt x="5" y="55"/>
                  </a:lnTo>
                  <a:lnTo>
                    <a:pt x="6" y="51"/>
                  </a:lnTo>
                  <a:lnTo>
                    <a:pt x="6" y="45"/>
                  </a:lnTo>
                  <a:lnTo>
                    <a:pt x="6" y="40"/>
                  </a:lnTo>
                  <a:lnTo>
                    <a:pt x="6" y="36"/>
                  </a:lnTo>
                  <a:lnTo>
                    <a:pt x="6" y="32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7" y="25"/>
                  </a:lnTo>
                  <a:lnTo>
                    <a:pt x="7" y="20"/>
                  </a:lnTo>
                  <a:lnTo>
                    <a:pt x="7" y="23"/>
                  </a:lnTo>
                  <a:lnTo>
                    <a:pt x="7" y="20"/>
                  </a:lnTo>
                  <a:lnTo>
                    <a:pt x="7" y="16"/>
                  </a:lnTo>
                  <a:lnTo>
                    <a:pt x="8" y="19"/>
                  </a:lnTo>
                  <a:lnTo>
                    <a:pt x="8" y="16"/>
                  </a:lnTo>
                  <a:lnTo>
                    <a:pt x="8" y="6"/>
                  </a:lnTo>
                  <a:lnTo>
                    <a:pt x="8" y="0"/>
                  </a:lnTo>
                  <a:lnTo>
                    <a:pt x="9" y="2"/>
                  </a:lnTo>
                  <a:lnTo>
                    <a:pt x="9" y="6"/>
                  </a:lnTo>
                  <a:lnTo>
                    <a:pt x="9" y="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8" name="Freeform 681"/>
            <p:cNvSpPr/>
            <p:nvPr/>
          </p:nvSpPr>
          <p:spPr bwMode="auto">
            <a:xfrm>
              <a:off x="2760663" y="1928814"/>
              <a:ext cx="12700" cy="39688"/>
            </a:xfrm>
            <a:custGeom>
              <a:avLst/>
              <a:gdLst>
                <a:gd name="T0" fmla="*/ 0 w 8"/>
                <a:gd name="T1" fmla="*/ 16 h 25"/>
                <a:gd name="T2" fmla="*/ 0 w 8"/>
                <a:gd name="T3" fmla="*/ 15 h 25"/>
                <a:gd name="T4" fmla="*/ 0 w 8"/>
                <a:gd name="T5" fmla="*/ 13 h 25"/>
                <a:gd name="T6" fmla="*/ 0 w 8"/>
                <a:gd name="T7" fmla="*/ 15 h 25"/>
                <a:gd name="T8" fmla="*/ 0 w 8"/>
                <a:gd name="T9" fmla="*/ 14 h 25"/>
                <a:gd name="T10" fmla="*/ 0 w 8"/>
                <a:gd name="T11" fmla="*/ 12 h 25"/>
                <a:gd name="T12" fmla="*/ 1 w 8"/>
                <a:gd name="T13" fmla="*/ 18 h 25"/>
                <a:gd name="T14" fmla="*/ 1 w 8"/>
                <a:gd name="T15" fmla="*/ 25 h 25"/>
                <a:gd name="T16" fmla="*/ 1 w 8"/>
                <a:gd name="T17" fmla="*/ 25 h 25"/>
                <a:gd name="T18" fmla="*/ 1 w 8"/>
                <a:gd name="T19" fmla="*/ 23 h 25"/>
                <a:gd name="T20" fmla="*/ 1 w 8"/>
                <a:gd name="T21" fmla="*/ 22 h 25"/>
                <a:gd name="T22" fmla="*/ 1 w 8"/>
                <a:gd name="T23" fmla="*/ 20 h 25"/>
                <a:gd name="T24" fmla="*/ 1 w 8"/>
                <a:gd name="T25" fmla="*/ 21 h 25"/>
                <a:gd name="T26" fmla="*/ 2 w 8"/>
                <a:gd name="T27" fmla="*/ 23 h 25"/>
                <a:gd name="T28" fmla="*/ 2 w 8"/>
                <a:gd name="T29" fmla="*/ 19 h 25"/>
                <a:gd name="T30" fmla="*/ 2 w 8"/>
                <a:gd name="T31" fmla="*/ 15 h 25"/>
                <a:gd name="T32" fmla="*/ 2 w 8"/>
                <a:gd name="T33" fmla="*/ 13 h 25"/>
                <a:gd name="T34" fmla="*/ 2 w 8"/>
                <a:gd name="T35" fmla="*/ 11 h 25"/>
                <a:gd name="T36" fmla="*/ 3 w 8"/>
                <a:gd name="T37" fmla="*/ 11 h 25"/>
                <a:gd name="T38" fmla="*/ 3 w 8"/>
                <a:gd name="T39" fmla="*/ 12 h 25"/>
                <a:gd name="T40" fmla="*/ 3 w 8"/>
                <a:gd name="T41" fmla="*/ 10 h 25"/>
                <a:gd name="T42" fmla="*/ 3 w 8"/>
                <a:gd name="T43" fmla="*/ 12 h 25"/>
                <a:gd name="T44" fmla="*/ 3 w 8"/>
                <a:gd name="T45" fmla="*/ 17 h 25"/>
                <a:gd name="T46" fmla="*/ 3 w 8"/>
                <a:gd name="T47" fmla="*/ 16 h 25"/>
                <a:gd name="T48" fmla="*/ 4 w 8"/>
                <a:gd name="T49" fmla="*/ 14 h 25"/>
                <a:gd name="T50" fmla="*/ 4 w 8"/>
                <a:gd name="T51" fmla="*/ 17 h 25"/>
                <a:gd name="T52" fmla="*/ 4 w 8"/>
                <a:gd name="T53" fmla="*/ 21 h 25"/>
                <a:gd name="T54" fmla="*/ 4 w 8"/>
                <a:gd name="T55" fmla="*/ 25 h 25"/>
                <a:gd name="T56" fmla="*/ 4 w 8"/>
                <a:gd name="T57" fmla="*/ 25 h 25"/>
                <a:gd name="T58" fmla="*/ 5 w 8"/>
                <a:gd name="T59" fmla="*/ 20 h 25"/>
                <a:gd name="T60" fmla="*/ 5 w 8"/>
                <a:gd name="T61" fmla="*/ 17 h 25"/>
                <a:gd name="T62" fmla="*/ 5 w 8"/>
                <a:gd name="T63" fmla="*/ 16 h 25"/>
                <a:gd name="T64" fmla="*/ 5 w 8"/>
                <a:gd name="T65" fmla="*/ 15 h 25"/>
                <a:gd name="T66" fmla="*/ 5 w 8"/>
                <a:gd name="T67" fmla="*/ 14 h 25"/>
                <a:gd name="T68" fmla="*/ 5 w 8"/>
                <a:gd name="T69" fmla="*/ 11 h 25"/>
                <a:gd name="T70" fmla="*/ 5 w 8"/>
                <a:gd name="T71" fmla="*/ 7 h 25"/>
                <a:gd name="T72" fmla="*/ 6 w 8"/>
                <a:gd name="T73" fmla="*/ 3 h 25"/>
                <a:gd name="T74" fmla="*/ 6 w 8"/>
                <a:gd name="T75" fmla="*/ 0 h 25"/>
                <a:gd name="T76" fmla="*/ 6 w 8"/>
                <a:gd name="T77" fmla="*/ 1 h 25"/>
                <a:gd name="T78" fmla="*/ 6 w 8"/>
                <a:gd name="T79" fmla="*/ 4 h 25"/>
                <a:gd name="T80" fmla="*/ 6 w 8"/>
                <a:gd name="T81" fmla="*/ 3 h 25"/>
                <a:gd name="T82" fmla="*/ 6 w 8"/>
                <a:gd name="T83" fmla="*/ 1 h 25"/>
                <a:gd name="T84" fmla="*/ 6 w 8"/>
                <a:gd name="T85" fmla="*/ 3 h 25"/>
                <a:gd name="T86" fmla="*/ 7 w 8"/>
                <a:gd name="T87" fmla="*/ 4 h 25"/>
                <a:gd name="T88" fmla="*/ 7 w 8"/>
                <a:gd name="T89" fmla="*/ 3 h 25"/>
                <a:gd name="T90" fmla="*/ 7 w 8"/>
                <a:gd name="T91" fmla="*/ 6 h 25"/>
                <a:gd name="T92" fmla="*/ 7 w 8"/>
                <a:gd name="T93" fmla="*/ 10 h 25"/>
                <a:gd name="T94" fmla="*/ 8 w 8"/>
                <a:gd name="T95" fmla="*/ 10 h 25"/>
                <a:gd name="T96" fmla="*/ 8 w 8"/>
                <a:gd name="T97" fmla="*/ 13 h 25"/>
                <a:gd name="T98" fmla="*/ 8 w 8"/>
                <a:gd name="T99" fmla="*/ 16 h 25"/>
                <a:gd name="T100" fmla="*/ 8 w 8"/>
                <a:gd name="T101" fmla="*/ 16 h 25"/>
                <a:gd name="T102" fmla="*/ 8 w 8"/>
                <a:gd name="T103" fmla="*/ 16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25">
                  <a:moveTo>
                    <a:pt x="0" y="16"/>
                  </a:moveTo>
                  <a:lnTo>
                    <a:pt x="0" y="15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1" y="18"/>
                  </a:lnTo>
                  <a:lnTo>
                    <a:pt x="1" y="25"/>
                  </a:lnTo>
                  <a:lnTo>
                    <a:pt x="1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2" y="23"/>
                  </a:lnTo>
                  <a:lnTo>
                    <a:pt x="2" y="19"/>
                  </a:lnTo>
                  <a:lnTo>
                    <a:pt x="2" y="15"/>
                  </a:lnTo>
                  <a:lnTo>
                    <a:pt x="2" y="13"/>
                  </a:lnTo>
                  <a:lnTo>
                    <a:pt x="2" y="11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12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7"/>
                  </a:lnTo>
                  <a:lnTo>
                    <a:pt x="4" y="21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5" y="20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5" y="11"/>
                  </a:lnTo>
                  <a:lnTo>
                    <a:pt x="5" y="7"/>
                  </a:lnTo>
                  <a:lnTo>
                    <a:pt x="6" y="3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4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3"/>
                  </a:lnTo>
                  <a:lnTo>
                    <a:pt x="7" y="4"/>
                  </a:lnTo>
                  <a:lnTo>
                    <a:pt x="7" y="3"/>
                  </a:lnTo>
                  <a:lnTo>
                    <a:pt x="7" y="6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8" y="13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8" y="1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9" name="Freeform 682"/>
            <p:cNvSpPr/>
            <p:nvPr/>
          </p:nvSpPr>
          <p:spPr bwMode="auto">
            <a:xfrm>
              <a:off x="2773363" y="1862139"/>
              <a:ext cx="12700" cy="95250"/>
            </a:xfrm>
            <a:custGeom>
              <a:avLst/>
              <a:gdLst>
                <a:gd name="T0" fmla="*/ 0 w 8"/>
                <a:gd name="T1" fmla="*/ 58 h 60"/>
                <a:gd name="T2" fmla="*/ 0 w 8"/>
                <a:gd name="T3" fmla="*/ 58 h 60"/>
                <a:gd name="T4" fmla="*/ 0 w 8"/>
                <a:gd name="T5" fmla="*/ 60 h 60"/>
                <a:gd name="T6" fmla="*/ 0 w 8"/>
                <a:gd name="T7" fmla="*/ 60 h 60"/>
                <a:gd name="T8" fmla="*/ 1 w 8"/>
                <a:gd name="T9" fmla="*/ 58 h 60"/>
                <a:gd name="T10" fmla="*/ 1 w 8"/>
                <a:gd name="T11" fmla="*/ 58 h 60"/>
                <a:gd name="T12" fmla="*/ 1 w 8"/>
                <a:gd name="T13" fmla="*/ 57 h 60"/>
                <a:gd name="T14" fmla="*/ 1 w 8"/>
                <a:gd name="T15" fmla="*/ 54 h 60"/>
                <a:gd name="T16" fmla="*/ 1 w 8"/>
                <a:gd name="T17" fmla="*/ 53 h 60"/>
                <a:gd name="T18" fmla="*/ 2 w 8"/>
                <a:gd name="T19" fmla="*/ 56 h 60"/>
                <a:gd name="T20" fmla="*/ 2 w 8"/>
                <a:gd name="T21" fmla="*/ 58 h 60"/>
                <a:gd name="T22" fmla="*/ 2 w 8"/>
                <a:gd name="T23" fmla="*/ 57 h 60"/>
                <a:gd name="T24" fmla="*/ 2 w 8"/>
                <a:gd name="T25" fmla="*/ 54 h 60"/>
                <a:gd name="T26" fmla="*/ 2 w 8"/>
                <a:gd name="T27" fmla="*/ 53 h 60"/>
                <a:gd name="T28" fmla="*/ 2 w 8"/>
                <a:gd name="T29" fmla="*/ 52 h 60"/>
                <a:gd name="T30" fmla="*/ 2 w 8"/>
                <a:gd name="T31" fmla="*/ 53 h 60"/>
                <a:gd name="T32" fmla="*/ 3 w 8"/>
                <a:gd name="T33" fmla="*/ 55 h 60"/>
                <a:gd name="T34" fmla="*/ 3 w 8"/>
                <a:gd name="T35" fmla="*/ 49 h 60"/>
                <a:gd name="T36" fmla="*/ 3 w 8"/>
                <a:gd name="T37" fmla="*/ 43 h 60"/>
                <a:gd name="T38" fmla="*/ 3 w 8"/>
                <a:gd name="T39" fmla="*/ 42 h 60"/>
                <a:gd name="T40" fmla="*/ 3 w 8"/>
                <a:gd name="T41" fmla="*/ 41 h 60"/>
                <a:gd name="T42" fmla="*/ 3 w 8"/>
                <a:gd name="T43" fmla="*/ 39 h 60"/>
                <a:gd name="T44" fmla="*/ 3 w 8"/>
                <a:gd name="T45" fmla="*/ 38 h 60"/>
                <a:gd name="T46" fmla="*/ 4 w 8"/>
                <a:gd name="T47" fmla="*/ 37 h 60"/>
                <a:gd name="T48" fmla="*/ 4 w 8"/>
                <a:gd name="T49" fmla="*/ 33 h 60"/>
                <a:gd name="T50" fmla="*/ 4 w 8"/>
                <a:gd name="T51" fmla="*/ 31 h 60"/>
                <a:gd name="T52" fmla="*/ 4 w 8"/>
                <a:gd name="T53" fmla="*/ 30 h 60"/>
                <a:gd name="T54" fmla="*/ 5 w 8"/>
                <a:gd name="T55" fmla="*/ 28 h 60"/>
                <a:gd name="T56" fmla="*/ 5 w 8"/>
                <a:gd name="T57" fmla="*/ 25 h 60"/>
                <a:gd name="T58" fmla="*/ 5 w 8"/>
                <a:gd name="T59" fmla="*/ 21 h 60"/>
                <a:gd name="T60" fmla="*/ 5 w 8"/>
                <a:gd name="T61" fmla="*/ 18 h 60"/>
                <a:gd name="T62" fmla="*/ 5 w 8"/>
                <a:gd name="T63" fmla="*/ 15 h 60"/>
                <a:gd name="T64" fmla="*/ 5 w 8"/>
                <a:gd name="T65" fmla="*/ 11 h 60"/>
                <a:gd name="T66" fmla="*/ 5 w 8"/>
                <a:gd name="T67" fmla="*/ 6 h 60"/>
                <a:gd name="T68" fmla="*/ 6 w 8"/>
                <a:gd name="T69" fmla="*/ 2 h 60"/>
                <a:gd name="T70" fmla="*/ 6 w 8"/>
                <a:gd name="T71" fmla="*/ 0 h 60"/>
                <a:gd name="T72" fmla="*/ 6 w 8"/>
                <a:gd name="T73" fmla="*/ 1 h 60"/>
                <a:gd name="T74" fmla="*/ 6 w 8"/>
                <a:gd name="T75" fmla="*/ 1 h 60"/>
                <a:gd name="T76" fmla="*/ 6 w 8"/>
                <a:gd name="T77" fmla="*/ 1 h 60"/>
                <a:gd name="T78" fmla="*/ 7 w 8"/>
                <a:gd name="T79" fmla="*/ 2 h 60"/>
                <a:gd name="T80" fmla="*/ 7 w 8"/>
                <a:gd name="T81" fmla="*/ 4 h 60"/>
                <a:gd name="T82" fmla="*/ 7 w 8"/>
                <a:gd name="T83" fmla="*/ 8 h 60"/>
                <a:gd name="T84" fmla="*/ 7 w 8"/>
                <a:gd name="T85" fmla="*/ 16 h 60"/>
                <a:gd name="T86" fmla="*/ 7 w 8"/>
                <a:gd name="T87" fmla="*/ 22 h 60"/>
                <a:gd name="T88" fmla="*/ 7 w 8"/>
                <a:gd name="T89" fmla="*/ 24 h 60"/>
                <a:gd name="T90" fmla="*/ 7 w 8"/>
                <a:gd name="T91" fmla="*/ 27 h 60"/>
                <a:gd name="T92" fmla="*/ 8 w 8"/>
                <a:gd name="T93" fmla="*/ 33 h 60"/>
                <a:gd name="T94" fmla="*/ 8 w 8"/>
                <a:gd name="T95" fmla="*/ 37 h 60"/>
                <a:gd name="T96" fmla="*/ 8 w 8"/>
                <a:gd name="T97" fmla="*/ 42 h 60"/>
                <a:gd name="T98" fmla="*/ 8 w 8"/>
                <a:gd name="T99" fmla="*/ 47 h 60"/>
                <a:gd name="T100" fmla="*/ 8 w 8"/>
                <a:gd name="T101" fmla="*/ 47 h 60"/>
                <a:gd name="T102" fmla="*/ 8 w 8"/>
                <a:gd name="T103" fmla="*/ 4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0">
                  <a:moveTo>
                    <a:pt x="0" y="58"/>
                  </a:moveTo>
                  <a:lnTo>
                    <a:pt x="0" y="58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1" y="57"/>
                  </a:lnTo>
                  <a:lnTo>
                    <a:pt x="1" y="54"/>
                  </a:lnTo>
                  <a:lnTo>
                    <a:pt x="1" y="53"/>
                  </a:lnTo>
                  <a:lnTo>
                    <a:pt x="2" y="56"/>
                  </a:lnTo>
                  <a:lnTo>
                    <a:pt x="2" y="58"/>
                  </a:lnTo>
                  <a:lnTo>
                    <a:pt x="2" y="57"/>
                  </a:lnTo>
                  <a:lnTo>
                    <a:pt x="2" y="54"/>
                  </a:lnTo>
                  <a:lnTo>
                    <a:pt x="2" y="53"/>
                  </a:lnTo>
                  <a:lnTo>
                    <a:pt x="2" y="52"/>
                  </a:lnTo>
                  <a:lnTo>
                    <a:pt x="2" y="53"/>
                  </a:lnTo>
                  <a:lnTo>
                    <a:pt x="3" y="55"/>
                  </a:lnTo>
                  <a:lnTo>
                    <a:pt x="3" y="49"/>
                  </a:lnTo>
                  <a:lnTo>
                    <a:pt x="3" y="43"/>
                  </a:lnTo>
                  <a:lnTo>
                    <a:pt x="3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4" y="33"/>
                  </a:lnTo>
                  <a:lnTo>
                    <a:pt x="4" y="31"/>
                  </a:lnTo>
                  <a:lnTo>
                    <a:pt x="4" y="30"/>
                  </a:lnTo>
                  <a:lnTo>
                    <a:pt x="5" y="28"/>
                  </a:lnTo>
                  <a:lnTo>
                    <a:pt x="5" y="25"/>
                  </a:lnTo>
                  <a:lnTo>
                    <a:pt x="5" y="21"/>
                  </a:lnTo>
                  <a:lnTo>
                    <a:pt x="5" y="18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5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2"/>
                  </a:lnTo>
                  <a:lnTo>
                    <a:pt x="7" y="4"/>
                  </a:lnTo>
                  <a:lnTo>
                    <a:pt x="7" y="8"/>
                  </a:lnTo>
                  <a:lnTo>
                    <a:pt x="7" y="16"/>
                  </a:lnTo>
                  <a:lnTo>
                    <a:pt x="7" y="22"/>
                  </a:lnTo>
                  <a:lnTo>
                    <a:pt x="7" y="24"/>
                  </a:lnTo>
                  <a:lnTo>
                    <a:pt x="7" y="27"/>
                  </a:lnTo>
                  <a:lnTo>
                    <a:pt x="8" y="33"/>
                  </a:lnTo>
                  <a:lnTo>
                    <a:pt x="8" y="37"/>
                  </a:lnTo>
                  <a:lnTo>
                    <a:pt x="8" y="42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20" name="Freeform 683"/>
            <p:cNvSpPr/>
            <p:nvPr/>
          </p:nvSpPr>
          <p:spPr bwMode="auto">
            <a:xfrm>
              <a:off x="2786063" y="1936751"/>
              <a:ext cx="14288" cy="238125"/>
            </a:xfrm>
            <a:custGeom>
              <a:avLst/>
              <a:gdLst>
                <a:gd name="T0" fmla="*/ 0 w 9"/>
                <a:gd name="T1" fmla="*/ 0 h 150"/>
                <a:gd name="T2" fmla="*/ 0 w 9"/>
                <a:gd name="T3" fmla="*/ 0 h 150"/>
                <a:gd name="T4" fmla="*/ 1 w 9"/>
                <a:gd name="T5" fmla="*/ 5 h 150"/>
                <a:gd name="T6" fmla="*/ 1 w 9"/>
                <a:gd name="T7" fmla="*/ 8 h 150"/>
                <a:gd name="T8" fmla="*/ 1 w 9"/>
                <a:gd name="T9" fmla="*/ 9 h 150"/>
                <a:gd name="T10" fmla="*/ 1 w 9"/>
                <a:gd name="T11" fmla="*/ 12 h 150"/>
                <a:gd name="T12" fmla="*/ 1 w 9"/>
                <a:gd name="T13" fmla="*/ 14 h 150"/>
                <a:gd name="T14" fmla="*/ 2 w 9"/>
                <a:gd name="T15" fmla="*/ 15 h 150"/>
                <a:gd name="T16" fmla="*/ 2 w 9"/>
                <a:gd name="T17" fmla="*/ 16 h 150"/>
                <a:gd name="T18" fmla="*/ 2 w 9"/>
                <a:gd name="T19" fmla="*/ 19 h 150"/>
                <a:gd name="T20" fmla="*/ 2 w 9"/>
                <a:gd name="T21" fmla="*/ 23 h 150"/>
                <a:gd name="T22" fmla="*/ 2 w 9"/>
                <a:gd name="T23" fmla="*/ 28 h 150"/>
                <a:gd name="T24" fmla="*/ 2 w 9"/>
                <a:gd name="T25" fmla="*/ 28 h 150"/>
                <a:gd name="T26" fmla="*/ 2 w 9"/>
                <a:gd name="T27" fmla="*/ 28 h 150"/>
                <a:gd name="T28" fmla="*/ 3 w 9"/>
                <a:gd name="T29" fmla="*/ 29 h 150"/>
                <a:gd name="T30" fmla="*/ 3 w 9"/>
                <a:gd name="T31" fmla="*/ 30 h 150"/>
                <a:gd name="T32" fmla="*/ 3 w 9"/>
                <a:gd name="T33" fmla="*/ 31 h 150"/>
                <a:gd name="T34" fmla="*/ 3 w 9"/>
                <a:gd name="T35" fmla="*/ 31 h 150"/>
                <a:gd name="T36" fmla="*/ 3 w 9"/>
                <a:gd name="T37" fmla="*/ 30 h 150"/>
                <a:gd name="T38" fmla="*/ 4 w 9"/>
                <a:gd name="T39" fmla="*/ 29 h 150"/>
                <a:gd name="T40" fmla="*/ 4 w 9"/>
                <a:gd name="T41" fmla="*/ 27 h 150"/>
                <a:gd name="T42" fmla="*/ 4 w 9"/>
                <a:gd name="T43" fmla="*/ 26 h 150"/>
                <a:gd name="T44" fmla="*/ 4 w 9"/>
                <a:gd name="T45" fmla="*/ 28 h 150"/>
                <a:gd name="T46" fmla="*/ 4 w 9"/>
                <a:gd name="T47" fmla="*/ 28 h 150"/>
                <a:gd name="T48" fmla="*/ 4 w 9"/>
                <a:gd name="T49" fmla="*/ 31 h 150"/>
                <a:gd name="T50" fmla="*/ 5 w 9"/>
                <a:gd name="T51" fmla="*/ 37 h 150"/>
                <a:gd name="T52" fmla="*/ 5 w 9"/>
                <a:gd name="T53" fmla="*/ 41 h 150"/>
                <a:gd name="T54" fmla="*/ 5 w 9"/>
                <a:gd name="T55" fmla="*/ 42 h 150"/>
                <a:gd name="T56" fmla="*/ 5 w 9"/>
                <a:gd name="T57" fmla="*/ 52 h 150"/>
                <a:gd name="T58" fmla="*/ 5 w 9"/>
                <a:gd name="T59" fmla="*/ 63 h 150"/>
                <a:gd name="T60" fmla="*/ 5 w 9"/>
                <a:gd name="T61" fmla="*/ 68 h 150"/>
                <a:gd name="T62" fmla="*/ 5 w 9"/>
                <a:gd name="T63" fmla="*/ 72 h 150"/>
                <a:gd name="T64" fmla="*/ 6 w 9"/>
                <a:gd name="T65" fmla="*/ 81 h 150"/>
                <a:gd name="T66" fmla="*/ 6 w 9"/>
                <a:gd name="T67" fmla="*/ 88 h 150"/>
                <a:gd name="T68" fmla="*/ 6 w 9"/>
                <a:gd name="T69" fmla="*/ 92 h 150"/>
                <a:gd name="T70" fmla="*/ 6 w 9"/>
                <a:gd name="T71" fmla="*/ 98 h 150"/>
                <a:gd name="T72" fmla="*/ 6 w 9"/>
                <a:gd name="T73" fmla="*/ 102 h 150"/>
                <a:gd name="T74" fmla="*/ 7 w 9"/>
                <a:gd name="T75" fmla="*/ 105 h 150"/>
                <a:gd name="T76" fmla="*/ 7 w 9"/>
                <a:gd name="T77" fmla="*/ 109 h 150"/>
                <a:gd name="T78" fmla="*/ 7 w 9"/>
                <a:gd name="T79" fmla="*/ 113 h 150"/>
                <a:gd name="T80" fmla="*/ 7 w 9"/>
                <a:gd name="T81" fmla="*/ 117 h 150"/>
                <a:gd name="T82" fmla="*/ 7 w 9"/>
                <a:gd name="T83" fmla="*/ 119 h 150"/>
                <a:gd name="T84" fmla="*/ 7 w 9"/>
                <a:gd name="T85" fmla="*/ 122 h 150"/>
                <a:gd name="T86" fmla="*/ 7 w 9"/>
                <a:gd name="T87" fmla="*/ 128 h 150"/>
                <a:gd name="T88" fmla="*/ 8 w 9"/>
                <a:gd name="T89" fmla="*/ 132 h 150"/>
                <a:gd name="T90" fmla="*/ 8 w 9"/>
                <a:gd name="T91" fmla="*/ 134 h 150"/>
                <a:gd name="T92" fmla="*/ 8 w 9"/>
                <a:gd name="T93" fmla="*/ 136 h 150"/>
                <a:gd name="T94" fmla="*/ 8 w 9"/>
                <a:gd name="T95" fmla="*/ 136 h 150"/>
                <a:gd name="T96" fmla="*/ 9 w 9"/>
                <a:gd name="T97" fmla="*/ 139 h 150"/>
                <a:gd name="T98" fmla="*/ 9 w 9"/>
                <a:gd name="T99" fmla="*/ 147 h 150"/>
                <a:gd name="T100" fmla="*/ 9 w 9"/>
                <a:gd name="T101" fmla="*/ 150 h 150"/>
                <a:gd name="T102" fmla="*/ 9 w 9"/>
                <a:gd name="T103" fmla="*/ 14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50">
                  <a:moveTo>
                    <a:pt x="0" y="0"/>
                  </a:moveTo>
                  <a:lnTo>
                    <a:pt x="0" y="0"/>
                  </a:lnTo>
                  <a:lnTo>
                    <a:pt x="1" y="5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9"/>
                  </a:lnTo>
                  <a:lnTo>
                    <a:pt x="2" y="23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3" y="29"/>
                  </a:lnTo>
                  <a:lnTo>
                    <a:pt x="3" y="30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4" y="29"/>
                  </a:lnTo>
                  <a:lnTo>
                    <a:pt x="4" y="27"/>
                  </a:lnTo>
                  <a:lnTo>
                    <a:pt x="4" y="26"/>
                  </a:lnTo>
                  <a:lnTo>
                    <a:pt x="4" y="28"/>
                  </a:lnTo>
                  <a:lnTo>
                    <a:pt x="4" y="28"/>
                  </a:lnTo>
                  <a:lnTo>
                    <a:pt x="4" y="31"/>
                  </a:lnTo>
                  <a:lnTo>
                    <a:pt x="5" y="37"/>
                  </a:lnTo>
                  <a:lnTo>
                    <a:pt x="5" y="41"/>
                  </a:lnTo>
                  <a:lnTo>
                    <a:pt x="5" y="42"/>
                  </a:lnTo>
                  <a:lnTo>
                    <a:pt x="5" y="52"/>
                  </a:lnTo>
                  <a:lnTo>
                    <a:pt x="5" y="63"/>
                  </a:lnTo>
                  <a:lnTo>
                    <a:pt x="5" y="68"/>
                  </a:lnTo>
                  <a:lnTo>
                    <a:pt x="5" y="72"/>
                  </a:lnTo>
                  <a:lnTo>
                    <a:pt x="6" y="81"/>
                  </a:lnTo>
                  <a:lnTo>
                    <a:pt x="6" y="88"/>
                  </a:lnTo>
                  <a:lnTo>
                    <a:pt x="6" y="92"/>
                  </a:lnTo>
                  <a:lnTo>
                    <a:pt x="6" y="98"/>
                  </a:lnTo>
                  <a:lnTo>
                    <a:pt x="6" y="102"/>
                  </a:lnTo>
                  <a:lnTo>
                    <a:pt x="7" y="105"/>
                  </a:lnTo>
                  <a:lnTo>
                    <a:pt x="7" y="109"/>
                  </a:lnTo>
                  <a:lnTo>
                    <a:pt x="7" y="113"/>
                  </a:lnTo>
                  <a:lnTo>
                    <a:pt x="7" y="117"/>
                  </a:lnTo>
                  <a:lnTo>
                    <a:pt x="7" y="119"/>
                  </a:lnTo>
                  <a:lnTo>
                    <a:pt x="7" y="122"/>
                  </a:lnTo>
                  <a:lnTo>
                    <a:pt x="7" y="128"/>
                  </a:lnTo>
                  <a:lnTo>
                    <a:pt x="8" y="132"/>
                  </a:lnTo>
                  <a:lnTo>
                    <a:pt x="8" y="134"/>
                  </a:lnTo>
                  <a:lnTo>
                    <a:pt x="8" y="136"/>
                  </a:lnTo>
                  <a:lnTo>
                    <a:pt x="8" y="136"/>
                  </a:lnTo>
                  <a:lnTo>
                    <a:pt x="9" y="139"/>
                  </a:lnTo>
                  <a:lnTo>
                    <a:pt x="9" y="147"/>
                  </a:lnTo>
                  <a:lnTo>
                    <a:pt x="9" y="150"/>
                  </a:lnTo>
                  <a:lnTo>
                    <a:pt x="9" y="14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21" name="Freeform 684"/>
            <p:cNvSpPr/>
            <p:nvPr/>
          </p:nvSpPr>
          <p:spPr bwMode="auto">
            <a:xfrm>
              <a:off x="2800350" y="1997076"/>
              <a:ext cx="12700" cy="185738"/>
            </a:xfrm>
            <a:custGeom>
              <a:avLst/>
              <a:gdLst>
                <a:gd name="T0" fmla="*/ 0 w 8"/>
                <a:gd name="T1" fmla="*/ 112 h 117"/>
                <a:gd name="T2" fmla="*/ 0 w 8"/>
                <a:gd name="T3" fmla="*/ 107 h 117"/>
                <a:gd name="T4" fmla="*/ 0 w 8"/>
                <a:gd name="T5" fmla="*/ 108 h 117"/>
                <a:gd name="T6" fmla="*/ 0 w 8"/>
                <a:gd name="T7" fmla="*/ 113 h 117"/>
                <a:gd name="T8" fmla="*/ 0 w 8"/>
                <a:gd name="T9" fmla="*/ 115 h 117"/>
                <a:gd name="T10" fmla="*/ 1 w 8"/>
                <a:gd name="T11" fmla="*/ 115 h 117"/>
                <a:gd name="T12" fmla="*/ 1 w 8"/>
                <a:gd name="T13" fmla="*/ 117 h 117"/>
                <a:gd name="T14" fmla="*/ 1 w 8"/>
                <a:gd name="T15" fmla="*/ 115 h 117"/>
                <a:gd name="T16" fmla="*/ 1 w 8"/>
                <a:gd name="T17" fmla="*/ 113 h 117"/>
                <a:gd name="T18" fmla="*/ 1 w 8"/>
                <a:gd name="T19" fmla="*/ 113 h 117"/>
                <a:gd name="T20" fmla="*/ 1 w 8"/>
                <a:gd name="T21" fmla="*/ 116 h 117"/>
                <a:gd name="T22" fmla="*/ 1 w 8"/>
                <a:gd name="T23" fmla="*/ 116 h 117"/>
                <a:gd name="T24" fmla="*/ 2 w 8"/>
                <a:gd name="T25" fmla="*/ 111 h 117"/>
                <a:gd name="T26" fmla="*/ 2 w 8"/>
                <a:gd name="T27" fmla="*/ 108 h 117"/>
                <a:gd name="T28" fmla="*/ 2 w 8"/>
                <a:gd name="T29" fmla="*/ 109 h 117"/>
                <a:gd name="T30" fmla="*/ 2 w 8"/>
                <a:gd name="T31" fmla="*/ 107 h 117"/>
                <a:gd name="T32" fmla="*/ 2 w 8"/>
                <a:gd name="T33" fmla="*/ 106 h 117"/>
                <a:gd name="T34" fmla="*/ 3 w 8"/>
                <a:gd name="T35" fmla="*/ 110 h 117"/>
                <a:gd name="T36" fmla="*/ 3 w 8"/>
                <a:gd name="T37" fmla="*/ 108 h 117"/>
                <a:gd name="T38" fmla="*/ 3 w 8"/>
                <a:gd name="T39" fmla="*/ 98 h 117"/>
                <a:gd name="T40" fmla="*/ 3 w 8"/>
                <a:gd name="T41" fmla="*/ 96 h 117"/>
                <a:gd name="T42" fmla="*/ 3 w 8"/>
                <a:gd name="T43" fmla="*/ 108 h 117"/>
                <a:gd name="T44" fmla="*/ 3 w 8"/>
                <a:gd name="T45" fmla="*/ 116 h 117"/>
                <a:gd name="T46" fmla="*/ 3 w 8"/>
                <a:gd name="T47" fmla="*/ 112 h 117"/>
                <a:gd name="T48" fmla="*/ 4 w 8"/>
                <a:gd name="T49" fmla="*/ 106 h 117"/>
                <a:gd name="T50" fmla="*/ 4 w 8"/>
                <a:gd name="T51" fmla="*/ 108 h 117"/>
                <a:gd name="T52" fmla="*/ 4 w 8"/>
                <a:gd name="T53" fmla="*/ 113 h 117"/>
                <a:gd name="T54" fmla="*/ 4 w 8"/>
                <a:gd name="T55" fmla="*/ 113 h 117"/>
                <a:gd name="T56" fmla="*/ 5 w 8"/>
                <a:gd name="T57" fmla="*/ 112 h 117"/>
                <a:gd name="T58" fmla="*/ 5 w 8"/>
                <a:gd name="T59" fmla="*/ 110 h 117"/>
                <a:gd name="T60" fmla="*/ 5 w 8"/>
                <a:gd name="T61" fmla="*/ 105 h 117"/>
                <a:gd name="T62" fmla="*/ 5 w 8"/>
                <a:gd name="T63" fmla="*/ 103 h 117"/>
                <a:gd name="T64" fmla="*/ 5 w 8"/>
                <a:gd name="T65" fmla="*/ 108 h 117"/>
                <a:gd name="T66" fmla="*/ 5 w 8"/>
                <a:gd name="T67" fmla="*/ 110 h 117"/>
                <a:gd name="T68" fmla="*/ 5 w 8"/>
                <a:gd name="T69" fmla="*/ 107 h 117"/>
                <a:gd name="T70" fmla="*/ 6 w 8"/>
                <a:gd name="T71" fmla="*/ 104 h 117"/>
                <a:gd name="T72" fmla="*/ 6 w 8"/>
                <a:gd name="T73" fmla="*/ 100 h 117"/>
                <a:gd name="T74" fmla="*/ 6 w 8"/>
                <a:gd name="T75" fmla="*/ 91 h 117"/>
                <a:gd name="T76" fmla="*/ 6 w 8"/>
                <a:gd name="T77" fmla="*/ 81 h 117"/>
                <a:gd name="T78" fmla="*/ 6 w 8"/>
                <a:gd name="T79" fmla="*/ 74 h 117"/>
                <a:gd name="T80" fmla="*/ 6 w 8"/>
                <a:gd name="T81" fmla="*/ 62 h 117"/>
                <a:gd name="T82" fmla="*/ 6 w 8"/>
                <a:gd name="T83" fmla="*/ 48 h 117"/>
                <a:gd name="T84" fmla="*/ 7 w 8"/>
                <a:gd name="T85" fmla="*/ 39 h 117"/>
                <a:gd name="T86" fmla="*/ 7 w 8"/>
                <a:gd name="T87" fmla="*/ 38 h 117"/>
                <a:gd name="T88" fmla="*/ 7 w 8"/>
                <a:gd name="T89" fmla="*/ 35 h 117"/>
                <a:gd name="T90" fmla="*/ 7 w 8"/>
                <a:gd name="T91" fmla="*/ 27 h 117"/>
                <a:gd name="T92" fmla="*/ 7 w 8"/>
                <a:gd name="T93" fmla="*/ 22 h 117"/>
                <a:gd name="T94" fmla="*/ 8 w 8"/>
                <a:gd name="T95" fmla="*/ 22 h 117"/>
                <a:gd name="T96" fmla="*/ 8 w 8"/>
                <a:gd name="T97" fmla="*/ 20 h 117"/>
                <a:gd name="T98" fmla="*/ 8 w 8"/>
                <a:gd name="T99" fmla="*/ 15 h 117"/>
                <a:gd name="T100" fmla="*/ 8 w 8"/>
                <a:gd name="T101" fmla="*/ 10 h 117"/>
                <a:gd name="T102" fmla="*/ 8 w 8"/>
                <a:gd name="T10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17">
                  <a:moveTo>
                    <a:pt x="0" y="112"/>
                  </a:moveTo>
                  <a:lnTo>
                    <a:pt x="0" y="107"/>
                  </a:lnTo>
                  <a:lnTo>
                    <a:pt x="0" y="108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5"/>
                  </a:lnTo>
                  <a:lnTo>
                    <a:pt x="1" y="117"/>
                  </a:lnTo>
                  <a:lnTo>
                    <a:pt x="1" y="115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1" y="116"/>
                  </a:lnTo>
                  <a:lnTo>
                    <a:pt x="1" y="116"/>
                  </a:lnTo>
                  <a:lnTo>
                    <a:pt x="2" y="111"/>
                  </a:lnTo>
                  <a:lnTo>
                    <a:pt x="2" y="108"/>
                  </a:lnTo>
                  <a:lnTo>
                    <a:pt x="2" y="109"/>
                  </a:lnTo>
                  <a:lnTo>
                    <a:pt x="2" y="107"/>
                  </a:lnTo>
                  <a:lnTo>
                    <a:pt x="2" y="106"/>
                  </a:lnTo>
                  <a:lnTo>
                    <a:pt x="3" y="110"/>
                  </a:lnTo>
                  <a:lnTo>
                    <a:pt x="3" y="108"/>
                  </a:lnTo>
                  <a:lnTo>
                    <a:pt x="3" y="98"/>
                  </a:lnTo>
                  <a:lnTo>
                    <a:pt x="3" y="96"/>
                  </a:lnTo>
                  <a:lnTo>
                    <a:pt x="3" y="108"/>
                  </a:lnTo>
                  <a:lnTo>
                    <a:pt x="3" y="116"/>
                  </a:lnTo>
                  <a:lnTo>
                    <a:pt x="3" y="112"/>
                  </a:lnTo>
                  <a:lnTo>
                    <a:pt x="4" y="106"/>
                  </a:lnTo>
                  <a:lnTo>
                    <a:pt x="4" y="108"/>
                  </a:lnTo>
                  <a:lnTo>
                    <a:pt x="4" y="113"/>
                  </a:lnTo>
                  <a:lnTo>
                    <a:pt x="4" y="113"/>
                  </a:lnTo>
                  <a:lnTo>
                    <a:pt x="5" y="112"/>
                  </a:lnTo>
                  <a:lnTo>
                    <a:pt x="5" y="110"/>
                  </a:lnTo>
                  <a:lnTo>
                    <a:pt x="5" y="105"/>
                  </a:lnTo>
                  <a:lnTo>
                    <a:pt x="5" y="103"/>
                  </a:lnTo>
                  <a:lnTo>
                    <a:pt x="5" y="108"/>
                  </a:lnTo>
                  <a:lnTo>
                    <a:pt x="5" y="110"/>
                  </a:lnTo>
                  <a:lnTo>
                    <a:pt x="5" y="107"/>
                  </a:lnTo>
                  <a:lnTo>
                    <a:pt x="6" y="104"/>
                  </a:lnTo>
                  <a:lnTo>
                    <a:pt x="6" y="100"/>
                  </a:lnTo>
                  <a:lnTo>
                    <a:pt x="6" y="91"/>
                  </a:lnTo>
                  <a:lnTo>
                    <a:pt x="6" y="81"/>
                  </a:lnTo>
                  <a:lnTo>
                    <a:pt x="6" y="74"/>
                  </a:lnTo>
                  <a:lnTo>
                    <a:pt x="6" y="62"/>
                  </a:lnTo>
                  <a:lnTo>
                    <a:pt x="6" y="48"/>
                  </a:lnTo>
                  <a:lnTo>
                    <a:pt x="7" y="39"/>
                  </a:lnTo>
                  <a:lnTo>
                    <a:pt x="7" y="38"/>
                  </a:lnTo>
                  <a:lnTo>
                    <a:pt x="7" y="35"/>
                  </a:lnTo>
                  <a:lnTo>
                    <a:pt x="7" y="27"/>
                  </a:lnTo>
                  <a:lnTo>
                    <a:pt x="7" y="22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8" y="15"/>
                  </a:lnTo>
                  <a:lnTo>
                    <a:pt x="8" y="10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22" name="Freeform 685"/>
            <p:cNvSpPr/>
            <p:nvPr/>
          </p:nvSpPr>
          <p:spPr bwMode="auto">
            <a:xfrm>
              <a:off x="2813050" y="1946276"/>
              <a:ext cx="12700" cy="66675"/>
            </a:xfrm>
            <a:custGeom>
              <a:avLst/>
              <a:gdLst>
                <a:gd name="T0" fmla="*/ 0 w 8"/>
                <a:gd name="T1" fmla="*/ 42 h 42"/>
                <a:gd name="T2" fmla="*/ 0 w 8"/>
                <a:gd name="T3" fmla="*/ 32 h 42"/>
                <a:gd name="T4" fmla="*/ 0 w 8"/>
                <a:gd name="T5" fmla="*/ 22 h 42"/>
                <a:gd name="T6" fmla="*/ 1 w 8"/>
                <a:gd name="T7" fmla="*/ 20 h 42"/>
                <a:gd name="T8" fmla="*/ 1 w 8"/>
                <a:gd name="T9" fmla="*/ 19 h 42"/>
                <a:gd name="T10" fmla="*/ 1 w 8"/>
                <a:gd name="T11" fmla="*/ 14 h 42"/>
                <a:gd name="T12" fmla="*/ 1 w 8"/>
                <a:gd name="T13" fmla="*/ 8 h 42"/>
                <a:gd name="T14" fmla="*/ 1 w 8"/>
                <a:gd name="T15" fmla="*/ 5 h 42"/>
                <a:gd name="T16" fmla="*/ 2 w 8"/>
                <a:gd name="T17" fmla="*/ 4 h 42"/>
                <a:gd name="T18" fmla="*/ 2 w 8"/>
                <a:gd name="T19" fmla="*/ 4 h 42"/>
                <a:gd name="T20" fmla="*/ 2 w 8"/>
                <a:gd name="T21" fmla="*/ 6 h 42"/>
                <a:gd name="T22" fmla="*/ 2 w 8"/>
                <a:gd name="T23" fmla="*/ 7 h 42"/>
                <a:gd name="T24" fmla="*/ 2 w 8"/>
                <a:gd name="T25" fmla="*/ 2 h 42"/>
                <a:gd name="T26" fmla="*/ 2 w 8"/>
                <a:gd name="T27" fmla="*/ 0 h 42"/>
                <a:gd name="T28" fmla="*/ 2 w 8"/>
                <a:gd name="T29" fmla="*/ 5 h 42"/>
                <a:gd name="T30" fmla="*/ 3 w 8"/>
                <a:gd name="T31" fmla="*/ 11 h 42"/>
                <a:gd name="T32" fmla="*/ 3 w 8"/>
                <a:gd name="T33" fmla="*/ 13 h 42"/>
                <a:gd name="T34" fmla="*/ 3 w 8"/>
                <a:gd name="T35" fmla="*/ 13 h 42"/>
                <a:gd name="T36" fmla="*/ 3 w 8"/>
                <a:gd name="T37" fmla="*/ 12 h 42"/>
                <a:gd name="T38" fmla="*/ 3 w 8"/>
                <a:gd name="T39" fmla="*/ 14 h 42"/>
                <a:gd name="T40" fmla="*/ 3 w 8"/>
                <a:gd name="T41" fmla="*/ 17 h 42"/>
                <a:gd name="T42" fmla="*/ 3 w 8"/>
                <a:gd name="T43" fmla="*/ 20 h 42"/>
                <a:gd name="T44" fmla="*/ 4 w 8"/>
                <a:gd name="T45" fmla="*/ 17 h 42"/>
                <a:gd name="T46" fmla="*/ 4 w 8"/>
                <a:gd name="T47" fmla="*/ 14 h 42"/>
                <a:gd name="T48" fmla="*/ 4 w 8"/>
                <a:gd name="T49" fmla="*/ 14 h 42"/>
                <a:gd name="T50" fmla="*/ 4 w 8"/>
                <a:gd name="T51" fmla="*/ 13 h 42"/>
                <a:gd name="T52" fmla="*/ 5 w 8"/>
                <a:gd name="T53" fmla="*/ 11 h 42"/>
                <a:gd name="T54" fmla="*/ 5 w 8"/>
                <a:gd name="T55" fmla="*/ 10 h 42"/>
                <a:gd name="T56" fmla="*/ 5 w 8"/>
                <a:gd name="T57" fmla="*/ 8 h 42"/>
                <a:gd name="T58" fmla="*/ 5 w 8"/>
                <a:gd name="T59" fmla="*/ 7 h 42"/>
                <a:gd name="T60" fmla="*/ 5 w 8"/>
                <a:gd name="T61" fmla="*/ 9 h 42"/>
                <a:gd name="T62" fmla="*/ 5 w 8"/>
                <a:gd name="T63" fmla="*/ 14 h 42"/>
                <a:gd name="T64" fmla="*/ 5 w 8"/>
                <a:gd name="T65" fmla="*/ 19 h 42"/>
                <a:gd name="T66" fmla="*/ 6 w 8"/>
                <a:gd name="T67" fmla="*/ 20 h 42"/>
                <a:gd name="T68" fmla="*/ 6 w 8"/>
                <a:gd name="T69" fmla="*/ 19 h 42"/>
                <a:gd name="T70" fmla="*/ 6 w 8"/>
                <a:gd name="T71" fmla="*/ 19 h 42"/>
                <a:gd name="T72" fmla="*/ 6 w 8"/>
                <a:gd name="T73" fmla="*/ 23 h 42"/>
                <a:gd name="T74" fmla="*/ 6 w 8"/>
                <a:gd name="T75" fmla="*/ 26 h 42"/>
                <a:gd name="T76" fmla="*/ 7 w 8"/>
                <a:gd name="T77" fmla="*/ 23 h 42"/>
                <a:gd name="T78" fmla="*/ 7 w 8"/>
                <a:gd name="T79" fmla="*/ 19 h 42"/>
                <a:gd name="T80" fmla="*/ 7 w 8"/>
                <a:gd name="T81" fmla="*/ 18 h 42"/>
                <a:gd name="T82" fmla="*/ 7 w 8"/>
                <a:gd name="T83" fmla="*/ 14 h 42"/>
                <a:gd name="T84" fmla="*/ 7 w 8"/>
                <a:gd name="T85" fmla="*/ 10 h 42"/>
                <a:gd name="T86" fmla="*/ 7 w 8"/>
                <a:gd name="T87" fmla="*/ 12 h 42"/>
                <a:gd name="T88" fmla="*/ 7 w 8"/>
                <a:gd name="T89" fmla="*/ 12 h 42"/>
                <a:gd name="T90" fmla="*/ 8 w 8"/>
                <a:gd name="T91" fmla="*/ 5 h 42"/>
                <a:gd name="T92" fmla="*/ 8 w 8"/>
                <a:gd name="T93" fmla="*/ 0 h 42"/>
                <a:gd name="T94" fmla="*/ 8 w 8"/>
                <a:gd name="T95" fmla="*/ 4 h 42"/>
                <a:gd name="T96" fmla="*/ 8 w 8"/>
                <a:gd name="T97" fmla="*/ 5 h 42"/>
                <a:gd name="T98" fmla="*/ 8 w 8"/>
                <a:gd name="T99" fmla="*/ 1 h 42"/>
                <a:gd name="T100" fmla="*/ 8 w 8"/>
                <a:gd name="T101" fmla="*/ 1 h 42"/>
                <a:gd name="T102" fmla="*/ 8 w 8"/>
                <a:gd name="T103" fmla="*/ 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2">
                  <a:moveTo>
                    <a:pt x="0" y="42"/>
                  </a:moveTo>
                  <a:lnTo>
                    <a:pt x="0" y="32"/>
                  </a:lnTo>
                  <a:lnTo>
                    <a:pt x="0" y="22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4"/>
                  </a:lnTo>
                  <a:lnTo>
                    <a:pt x="1" y="8"/>
                  </a:lnTo>
                  <a:lnTo>
                    <a:pt x="1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5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3" y="14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4" y="17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14"/>
                  </a:lnTo>
                  <a:lnTo>
                    <a:pt x="5" y="19"/>
                  </a:lnTo>
                  <a:lnTo>
                    <a:pt x="6" y="20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7" y="23"/>
                  </a:lnTo>
                  <a:lnTo>
                    <a:pt x="7" y="19"/>
                  </a:lnTo>
                  <a:lnTo>
                    <a:pt x="7" y="18"/>
                  </a:lnTo>
                  <a:lnTo>
                    <a:pt x="7" y="14"/>
                  </a:lnTo>
                  <a:lnTo>
                    <a:pt x="7" y="10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8" y="5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23" name="Freeform 686"/>
            <p:cNvSpPr/>
            <p:nvPr/>
          </p:nvSpPr>
          <p:spPr bwMode="auto">
            <a:xfrm>
              <a:off x="2825750" y="1857376"/>
              <a:ext cx="14288" cy="139700"/>
            </a:xfrm>
            <a:custGeom>
              <a:avLst/>
              <a:gdLst>
                <a:gd name="T0" fmla="*/ 0 w 9"/>
                <a:gd name="T1" fmla="*/ 57 h 88"/>
                <a:gd name="T2" fmla="*/ 0 w 9"/>
                <a:gd name="T3" fmla="*/ 60 h 88"/>
                <a:gd name="T4" fmla="*/ 1 w 9"/>
                <a:gd name="T5" fmla="*/ 63 h 88"/>
                <a:gd name="T6" fmla="*/ 1 w 9"/>
                <a:gd name="T7" fmla="*/ 67 h 88"/>
                <a:gd name="T8" fmla="*/ 1 w 9"/>
                <a:gd name="T9" fmla="*/ 69 h 88"/>
                <a:gd name="T10" fmla="*/ 1 w 9"/>
                <a:gd name="T11" fmla="*/ 68 h 88"/>
                <a:gd name="T12" fmla="*/ 2 w 9"/>
                <a:gd name="T13" fmla="*/ 70 h 88"/>
                <a:gd name="T14" fmla="*/ 2 w 9"/>
                <a:gd name="T15" fmla="*/ 73 h 88"/>
                <a:gd name="T16" fmla="*/ 2 w 9"/>
                <a:gd name="T17" fmla="*/ 75 h 88"/>
                <a:gd name="T18" fmla="*/ 2 w 9"/>
                <a:gd name="T19" fmla="*/ 75 h 88"/>
                <a:gd name="T20" fmla="*/ 2 w 9"/>
                <a:gd name="T21" fmla="*/ 74 h 88"/>
                <a:gd name="T22" fmla="*/ 2 w 9"/>
                <a:gd name="T23" fmla="*/ 75 h 88"/>
                <a:gd name="T24" fmla="*/ 2 w 9"/>
                <a:gd name="T25" fmla="*/ 79 h 88"/>
                <a:gd name="T26" fmla="*/ 3 w 9"/>
                <a:gd name="T27" fmla="*/ 85 h 88"/>
                <a:gd name="T28" fmla="*/ 3 w 9"/>
                <a:gd name="T29" fmla="*/ 87 h 88"/>
                <a:gd name="T30" fmla="*/ 3 w 9"/>
                <a:gd name="T31" fmla="*/ 86 h 88"/>
                <a:gd name="T32" fmla="*/ 3 w 9"/>
                <a:gd name="T33" fmla="*/ 86 h 88"/>
                <a:gd name="T34" fmla="*/ 3 w 9"/>
                <a:gd name="T35" fmla="*/ 88 h 88"/>
                <a:gd name="T36" fmla="*/ 4 w 9"/>
                <a:gd name="T37" fmla="*/ 87 h 88"/>
                <a:gd name="T38" fmla="*/ 4 w 9"/>
                <a:gd name="T39" fmla="*/ 84 h 88"/>
                <a:gd name="T40" fmla="*/ 4 w 9"/>
                <a:gd name="T41" fmla="*/ 85 h 88"/>
                <a:gd name="T42" fmla="*/ 4 w 9"/>
                <a:gd name="T43" fmla="*/ 85 h 88"/>
                <a:gd name="T44" fmla="*/ 4 w 9"/>
                <a:gd name="T45" fmla="*/ 81 h 88"/>
                <a:gd name="T46" fmla="*/ 4 w 9"/>
                <a:gd name="T47" fmla="*/ 80 h 88"/>
                <a:gd name="T48" fmla="*/ 4 w 9"/>
                <a:gd name="T49" fmla="*/ 83 h 88"/>
                <a:gd name="T50" fmla="*/ 5 w 9"/>
                <a:gd name="T51" fmla="*/ 83 h 88"/>
                <a:gd name="T52" fmla="*/ 5 w 9"/>
                <a:gd name="T53" fmla="*/ 80 h 88"/>
                <a:gd name="T54" fmla="*/ 5 w 9"/>
                <a:gd name="T55" fmla="*/ 81 h 88"/>
                <a:gd name="T56" fmla="*/ 5 w 9"/>
                <a:gd name="T57" fmla="*/ 78 h 88"/>
                <a:gd name="T58" fmla="*/ 5 w 9"/>
                <a:gd name="T59" fmla="*/ 74 h 88"/>
                <a:gd name="T60" fmla="*/ 5 w 9"/>
                <a:gd name="T61" fmla="*/ 72 h 88"/>
                <a:gd name="T62" fmla="*/ 6 w 9"/>
                <a:gd name="T63" fmla="*/ 70 h 88"/>
                <a:gd name="T64" fmla="*/ 6 w 9"/>
                <a:gd name="T65" fmla="*/ 64 h 88"/>
                <a:gd name="T66" fmla="*/ 6 w 9"/>
                <a:gd name="T67" fmla="*/ 58 h 88"/>
                <a:gd name="T68" fmla="*/ 6 w 9"/>
                <a:gd name="T69" fmla="*/ 56 h 88"/>
                <a:gd name="T70" fmla="*/ 6 w 9"/>
                <a:gd name="T71" fmla="*/ 54 h 88"/>
                <a:gd name="T72" fmla="*/ 7 w 9"/>
                <a:gd name="T73" fmla="*/ 52 h 88"/>
                <a:gd name="T74" fmla="*/ 7 w 9"/>
                <a:gd name="T75" fmla="*/ 48 h 88"/>
                <a:gd name="T76" fmla="*/ 7 w 9"/>
                <a:gd name="T77" fmla="*/ 44 h 88"/>
                <a:gd name="T78" fmla="*/ 7 w 9"/>
                <a:gd name="T79" fmla="*/ 38 h 88"/>
                <a:gd name="T80" fmla="*/ 7 w 9"/>
                <a:gd name="T81" fmla="*/ 32 h 88"/>
                <a:gd name="T82" fmla="*/ 7 w 9"/>
                <a:gd name="T83" fmla="*/ 28 h 88"/>
                <a:gd name="T84" fmla="*/ 7 w 9"/>
                <a:gd name="T85" fmla="*/ 22 h 88"/>
                <a:gd name="T86" fmla="*/ 8 w 9"/>
                <a:gd name="T87" fmla="*/ 14 h 88"/>
                <a:gd name="T88" fmla="*/ 8 w 9"/>
                <a:gd name="T89" fmla="*/ 7 h 88"/>
                <a:gd name="T90" fmla="*/ 8 w 9"/>
                <a:gd name="T91" fmla="*/ 6 h 88"/>
                <a:gd name="T92" fmla="*/ 8 w 9"/>
                <a:gd name="T93" fmla="*/ 5 h 88"/>
                <a:gd name="T94" fmla="*/ 9 w 9"/>
                <a:gd name="T95" fmla="*/ 1 h 88"/>
                <a:gd name="T96" fmla="*/ 9 w 9"/>
                <a:gd name="T97" fmla="*/ 0 h 88"/>
                <a:gd name="T98" fmla="*/ 9 w 9"/>
                <a:gd name="T99" fmla="*/ 1 h 88"/>
                <a:gd name="T100" fmla="*/ 9 w 9"/>
                <a:gd name="T101" fmla="*/ 2 h 88"/>
                <a:gd name="T102" fmla="*/ 9 w 9"/>
                <a:gd name="T103" fmla="*/ 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88">
                  <a:moveTo>
                    <a:pt x="0" y="57"/>
                  </a:moveTo>
                  <a:lnTo>
                    <a:pt x="0" y="60"/>
                  </a:lnTo>
                  <a:lnTo>
                    <a:pt x="1" y="63"/>
                  </a:lnTo>
                  <a:lnTo>
                    <a:pt x="1" y="67"/>
                  </a:lnTo>
                  <a:lnTo>
                    <a:pt x="1" y="69"/>
                  </a:lnTo>
                  <a:lnTo>
                    <a:pt x="1" y="68"/>
                  </a:lnTo>
                  <a:lnTo>
                    <a:pt x="2" y="70"/>
                  </a:lnTo>
                  <a:lnTo>
                    <a:pt x="2" y="73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2" y="74"/>
                  </a:lnTo>
                  <a:lnTo>
                    <a:pt x="2" y="75"/>
                  </a:lnTo>
                  <a:lnTo>
                    <a:pt x="2" y="79"/>
                  </a:lnTo>
                  <a:lnTo>
                    <a:pt x="3" y="85"/>
                  </a:lnTo>
                  <a:lnTo>
                    <a:pt x="3" y="87"/>
                  </a:lnTo>
                  <a:lnTo>
                    <a:pt x="3" y="86"/>
                  </a:lnTo>
                  <a:lnTo>
                    <a:pt x="3" y="86"/>
                  </a:lnTo>
                  <a:lnTo>
                    <a:pt x="3" y="88"/>
                  </a:lnTo>
                  <a:lnTo>
                    <a:pt x="4" y="87"/>
                  </a:lnTo>
                  <a:lnTo>
                    <a:pt x="4" y="84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1"/>
                  </a:lnTo>
                  <a:lnTo>
                    <a:pt x="4" y="80"/>
                  </a:lnTo>
                  <a:lnTo>
                    <a:pt x="4" y="83"/>
                  </a:lnTo>
                  <a:lnTo>
                    <a:pt x="5" y="83"/>
                  </a:lnTo>
                  <a:lnTo>
                    <a:pt x="5" y="80"/>
                  </a:lnTo>
                  <a:lnTo>
                    <a:pt x="5" y="81"/>
                  </a:lnTo>
                  <a:lnTo>
                    <a:pt x="5" y="78"/>
                  </a:lnTo>
                  <a:lnTo>
                    <a:pt x="5" y="74"/>
                  </a:lnTo>
                  <a:lnTo>
                    <a:pt x="5" y="72"/>
                  </a:lnTo>
                  <a:lnTo>
                    <a:pt x="6" y="70"/>
                  </a:lnTo>
                  <a:lnTo>
                    <a:pt x="6" y="64"/>
                  </a:lnTo>
                  <a:lnTo>
                    <a:pt x="6" y="58"/>
                  </a:lnTo>
                  <a:lnTo>
                    <a:pt x="6" y="56"/>
                  </a:lnTo>
                  <a:lnTo>
                    <a:pt x="6" y="54"/>
                  </a:lnTo>
                  <a:lnTo>
                    <a:pt x="7" y="52"/>
                  </a:lnTo>
                  <a:lnTo>
                    <a:pt x="7" y="48"/>
                  </a:lnTo>
                  <a:lnTo>
                    <a:pt x="7" y="44"/>
                  </a:lnTo>
                  <a:lnTo>
                    <a:pt x="7" y="38"/>
                  </a:lnTo>
                  <a:lnTo>
                    <a:pt x="7" y="32"/>
                  </a:lnTo>
                  <a:lnTo>
                    <a:pt x="7" y="28"/>
                  </a:lnTo>
                  <a:lnTo>
                    <a:pt x="7" y="22"/>
                  </a:lnTo>
                  <a:lnTo>
                    <a:pt x="8" y="14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5"/>
                  </a:lnTo>
                  <a:lnTo>
                    <a:pt x="9" y="1"/>
                  </a:lnTo>
                  <a:lnTo>
                    <a:pt x="9" y="0"/>
                  </a:lnTo>
                  <a:lnTo>
                    <a:pt x="9" y="1"/>
                  </a:lnTo>
                  <a:lnTo>
                    <a:pt x="9" y="2"/>
                  </a:lnTo>
                  <a:lnTo>
                    <a:pt x="9" y="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24" name="Freeform 687"/>
            <p:cNvSpPr/>
            <p:nvPr/>
          </p:nvSpPr>
          <p:spPr bwMode="auto">
            <a:xfrm>
              <a:off x="2840038" y="1860551"/>
              <a:ext cx="12700" cy="201613"/>
            </a:xfrm>
            <a:custGeom>
              <a:avLst/>
              <a:gdLst>
                <a:gd name="T0" fmla="*/ 0 w 8"/>
                <a:gd name="T1" fmla="*/ 0 h 127"/>
                <a:gd name="T2" fmla="*/ 0 w 8"/>
                <a:gd name="T3" fmla="*/ 3 h 127"/>
                <a:gd name="T4" fmla="*/ 0 w 8"/>
                <a:gd name="T5" fmla="*/ 4 h 127"/>
                <a:gd name="T6" fmla="*/ 0 w 8"/>
                <a:gd name="T7" fmla="*/ 7 h 127"/>
                <a:gd name="T8" fmla="*/ 1 w 8"/>
                <a:gd name="T9" fmla="*/ 10 h 127"/>
                <a:gd name="T10" fmla="*/ 1 w 8"/>
                <a:gd name="T11" fmla="*/ 12 h 127"/>
                <a:gd name="T12" fmla="*/ 1 w 8"/>
                <a:gd name="T13" fmla="*/ 13 h 127"/>
                <a:gd name="T14" fmla="*/ 1 w 8"/>
                <a:gd name="T15" fmla="*/ 18 h 127"/>
                <a:gd name="T16" fmla="*/ 1 w 8"/>
                <a:gd name="T17" fmla="*/ 21 h 127"/>
                <a:gd name="T18" fmla="*/ 1 w 8"/>
                <a:gd name="T19" fmla="*/ 21 h 127"/>
                <a:gd name="T20" fmla="*/ 1 w 8"/>
                <a:gd name="T21" fmla="*/ 23 h 127"/>
                <a:gd name="T22" fmla="*/ 2 w 8"/>
                <a:gd name="T23" fmla="*/ 27 h 127"/>
                <a:gd name="T24" fmla="*/ 2 w 8"/>
                <a:gd name="T25" fmla="*/ 29 h 127"/>
                <a:gd name="T26" fmla="*/ 2 w 8"/>
                <a:gd name="T27" fmla="*/ 29 h 127"/>
                <a:gd name="T28" fmla="*/ 2 w 8"/>
                <a:gd name="T29" fmla="*/ 31 h 127"/>
                <a:gd name="T30" fmla="*/ 2 w 8"/>
                <a:gd name="T31" fmla="*/ 36 h 127"/>
                <a:gd name="T32" fmla="*/ 3 w 8"/>
                <a:gd name="T33" fmla="*/ 39 h 127"/>
                <a:gd name="T34" fmla="*/ 3 w 8"/>
                <a:gd name="T35" fmla="*/ 42 h 127"/>
                <a:gd name="T36" fmla="*/ 3 w 8"/>
                <a:gd name="T37" fmla="*/ 47 h 127"/>
                <a:gd name="T38" fmla="*/ 3 w 8"/>
                <a:gd name="T39" fmla="*/ 51 h 127"/>
                <a:gd name="T40" fmla="*/ 3 w 8"/>
                <a:gd name="T41" fmla="*/ 53 h 127"/>
                <a:gd name="T42" fmla="*/ 3 w 8"/>
                <a:gd name="T43" fmla="*/ 57 h 127"/>
                <a:gd name="T44" fmla="*/ 3 w 8"/>
                <a:gd name="T45" fmla="*/ 61 h 127"/>
                <a:gd name="T46" fmla="*/ 4 w 8"/>
                <a:gd name="T47" fmla="*/ 62 h 127"/>
                <a:gd name="T48" fmla="*/ 4 w 8"/>
                <a:gd name="T49" fmla="*/ 63 h 127"/>
                <a:gd name="T50" fmla="*/ 4 w 8"/>
                <a:gd name="T51" fmla="*/ 64 h 127"/>
                <a:gd name="T52" fmla="*/ 4 w 8"/>
                <a:gd name="T53" fmla="*/ 64 h 127"/>
                <a:gd name="T54" fmla="*/ 5 w 8"/>
                <a:gd name="T55" fmla="*/ 60 h 127"/>
                <a:gd name="T56" fmla="*/ 5 w 8"/>
                <a:gd name="T57" fmla="*/ 59 h 127"/>
                <a:gd name="T58" fmla="*/ 5 w 8"/>
                <a:gd name="T59" fmla="*/ 60 h 127"/>
                <a:gd name="T60" fmla="*/ 5 w 8"/>
                <a:gd name="T61" fmla="*/ 59 h 127"/>
                <a:gd name="T62" fmla="*/ 5 w 8"/>
                <a:gd name="T63" fmla="*/ 59 h 127"/>
                <a:gd name="T64" fmla="*/ 5 w 8"/>
                <a:gd name="T65" fmla="*/ 61 h 127"/>
                <a:gd name="T66" fmla="*/ 5 w 8"/>
                <a:gd name="T67" fmla="*/ 64 h 127"/>
                <a:gd name="T68" fmla="*/ 6 w 8"/>
                <a:gd name="T69" fmla="*/ 66 h 127"/>
                <a:gd name="T70" fmla="*/ 6 w 8"/>
                <a:gd name="T71" fmla="*/ 68 h 127"/>
                <a:gd name="T72" fmla="*/ 6 w 8"/>
                <a:gd name="T73" fmla="*/ 72 h 127"/>
                <a:gd name="T74" fmla="*/ 6 w 8"/>
                <a:gd name="T75" fmla="*/ 76 h 127"/>
                <a:gd name="T76" fmla="*/ 6 w 8"/>
                <a:gd name="T77" fmla="*/ 79 h 127"/>
                <a:gd name="T78" fmla="*/ 6 w 8"/>
                <a:gd name="T79" fmla="*/ 85 h 127"/>
                <a:gd name="T80" fmla="*/ 6 w 8"/>
                <a:gd name="T81" fmla="*/ 87 h 127"/>
                <a:gd name="T82" fmla="*/ 7 w 8"/>
                <a:gd name="T83" fmla="*/ 87 h 127"/>
                <a:gd name="T84" fmla="*/ 7 w 8"/>
                <a:gd name="T85" fmla="*/ 95 h 127"/>
                <a:gd name="T86" fmla="*/ 7 w 8"/>
                <a:gd name="T87" fmla="*/ 106 h 127"/>
                <a:gd name="T88" fmla="*/ 7 w 8"/>
                <a:gd name="T89" fmla="*/ 108 h 127"/>
                <a:gd name="T90" fmla="*/ 7 w 8"/>
                <a:gd name="T91" fmla="*/ 106 h 127"/>
                <a:gd name="T92" fmla="*/ 8 w 8"/>
                <a:gd name="T93" fmla="*/ 111 h 127"/>
                <a:gd name="T94" fmla="*/ 8 w 8"/>
                <a:gd name="T95" fmla="*/ 117 h 127"/>
                <a:gd name="T96" fmla="*/ 8 w 8"/>
                <a:gd name="T97" fmla="*/ 116 h 127"/>
                <a:gd name="T98" fmla="*/ 8 w 8"/>
                <a:gd name="T99" fmla="*/ 116 h 127"/>
                <a:gd name="T100" fmla="*/ 8 w 8"/>
                <a:gd name="T101" fmla="*/ 122 h 127"/>
                <a:gd name="T102" fmla="*/ 8 w 8"/>
                <a:gd name="T103" fmla="*/ 12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27">
                  <a:moveTo>
                    <a:pt x="0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0" y="7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1" y="13"/>
                  </a:lnTo>
                  <a:lnTo>
                    <a:pt x="1" y="18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1" y="23"/>
                  </a:lnTo>
                  <a:lnTo>
                    <a:pt x="2" y="27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31"/>
                  </a:lnTo>
                  <a:lnTo>
                    <a:pt x="2" y="36"/>
                  </a:lnTo>
                  <a:lnTo>
                    <a:pt x="3" y="39"/>
                  </a:lnTo>
                  <a:lnTo>
                    <a:pt x="3" y="42"/>
                  </a:lnTo>
                  <a:lnTo>
                    <a:pt x="3" y="47"/>
                  </a:lnTo>
                  <a:lnTo>
                    <a:pt x="3" y="51"/>
                  </a:lnTo>
                  <a:lnTo>
                    <a:pt x="3" y="53"/>
                  </a:lnTo>
                  <a:lnTo>
                    <a:pt x="3" y="57"/>
                  </a:lnTo>
                  <a:lnTo>
                    <a:pt x="3" y="61"/>
                  </a:lnTo>
                  <a:lnTo>
                    <a:pt x="4" y="62"/>
                  </a:lnTo>
                  <a:lnTo>
                    <a:pt x="4" y="63"/>
                  </a:lnTo>
                  <a:lnTo>
                    <a:pt x="4" y="64"/>
                  </a:lnTo>
                  <a:lnTo>
                    <a:pt x="4" y="64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5" y="59"/>
                  </a:lnTo>
                  <a:lnTo>
                    <a:pt x="5" y="61"/>
                  </a:lnTo>
                  <a:lnTo>
                    <a:pt x="5" y="64"/>
                  </a:lnTo>
                  <a:lnTo>
                    <a:pt x="6" y="66"/>
                  </a:lnTo>
                  <a:lnTo>
                    <a:pt x="6" y="68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6" y="79"/>
                  </a:lnTo>
                  <a:lnTo>
                    <a:pt x="6" y="85"/>
                  </a:lnTo>
                  <a:lnTo>
                    <a:pt x="6" y="87"/>
                  </a:lnTo>
                  <a:lnTo>
                    <a:pt x="7" y="87"/>
                  </a:lnTo>
                  <a:lnTo>
                    <a:pt x="7" y="95"/>
                  </a:lnTo>
                  <a:lnTo>
                    <a:pt x="7" y="106"/>
                  </a:lnTo>
                  <a:lnTo>
                    <a:pt x="7" y="108"/>
                  </a:lnTo>
                  <a:lnTo>
                    <a:pt x="7" y="106"/>
                  </a:lnTo>
                  <a:lnTo>
                    <a:pt x="8" y="111"/>
                  </a:lnTo>
                  <a:lnTo>
                    <a:pt x="8" y="117"/>
                  </a:lnTo>
                  <a:lnTo>
                    <a:pt x="8" y="116"/>
                  </a:lnTo>
                  <a:lnTo>
                    <a:pt x="8" y="116"/>
                  </a:lnTo>
                  <a:lnTo>
                    <a:pt x="8" y="122"/>
                  </a:lnTo>
                  <a:lnTo>
                    <a:pt x="8" y="12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25" name="Freeform 688"/>
            <p:cNvSpPr/>
            <p:nvPr/>
          </p:nvSpPr>
          <p:spPr bwMode="auto">
            <a:xfrm>
              <a:off x="2852738" y="2054226"/>
              <a:ext cx="14288" cy="144463"/>
            </a:xfrm>
            <a:custGeom>
              <a:avLst/>
              <a:gdLst>
                <a:gd name="T0" fmla="*/ 0 w 9"/>
                <a:gd name="T1" fmla="*/ 0 h 91"/>
                <a:gd name="T2" fmla="*/ 0 w 9"/>
                <a:gd name="T3" fmla="*/ 5 h 91"/>
                <a:gd name="T4" fmla="*/ 0 w 9"/>
                <a:gd name="T5" fmla="*/ 4 h 91"/>
                <a:gd name="T6" fmla="*/ 1 w 9"/>
                <a:gd name="T7" fmla="*/ 7 h 91"/>
                <a:gd name="T8" fmla="*/ 1 w 9"/>
                <a:gd name="T9" fmla="*/ 14 h 91"/>
                <a:gd name="T10" fmla="*/ 1 w 9"/>
                <a:gd name="T11" fmla="*/ 18 h 91"/>
                <a:gd name="T12" fmla="*/ 1 w 9"/>
                <a:gd name="T13" fmla="*/ 23 h 91"/>
                <a:gd name="T14" fmla="*/ 2 w 9"/>
                <a:gd name="T15" fmla="*/ 30 h 91"/>
                <a:gd name="T16" fmla="*/ 2 w 9"/>
                <a:gd name="T17" fmla="*/ 35 h 91"/>
                <a:gd name="T18" fmla="*/ 2 w 9"/>
                <a:gd name="T19" fmla="*/ 37 h 91"/>
                <a:gd name="T20" fmla="*/ 2 w 9"/>
                <a:gd name="T21" fmla="*/ 40 h 91"/>
                <a:gd name="T22" fmla="*/ 2 w 9"/>
                <a:gd name="T23" fmla="*/ 46 h 91"/>
                <a:gd name="T24" fmla="*/ 2 w 9"/>
                <a:gd name="T25" fmla="*/ 48 h 91"/>
                <a:gd name="T26" fmla="*/ 2 w 9"/>
                <a:gd name="T27" fmla="*/ 50 h 91"/>
                <a:gd name="T28" fmla="*/ 3 w 9"/>
                <a:gd name="T29" fmla="*/ 56 h 91"/>
                <a:gd name="T30" fmla="*/ 3 w 9"/>
                <a:gd name="T31" fmla="*/ 59 h 91"/>
                <a:gd name="T32" fmla="*/ 3 w 9"/>
                <a:gd name="T33" fmla="*/ 60 h 91"/>
                <a:gd name="T34" fmla="*/ 3 w 9"/>
                <a:gd name="T35" fmla="*/ 61 h 91"/>
                <a:gd name="T36" fmla="*/ 3 w 9"/>
                <a:gd name="T37" fmla="*/ 63 h 91"/>
                <a:gd name="T38" fmla="*/ 4 w 9"/>
                <a:gd name="T39" fmla="*/ 66 h 91"/>
                <a:gd name="T40" fmla="*/ 4 w 9"/>
                <a:gd name="T41" fmla="*/ 66 h 91"/>
                <a:gd name="T42" fmla="*/ 4 w 9"/>
                <a:gd name="T43" fmla="*/ 65 h 91"/>
                <a:gd name="T44" fmla="*/ 4 w 9"/>
                <a:gd name="T45" fmla="*/ 65 h 91"/>
                <a:gd name="T46" fmla="*/ 4 w 9"/>
                <a:gd name="T47" fmla="*/ 66 h 91"/>
                <a:gd name="T48" fmla="*/ 4 w 9"/>
                <a:gd name="T49" fmla="*/ 65 h 91"/>
                <a:gd name="T50" fmla="*/ 5 w 9"/>
                <a:gd name="T51" fmla="*/ 66 h 91"/>
                <a:gd name="T52" fmla="*/ 5 w 9"/>
                <a:gd name="T53" fmla="*/ 67 h 91"/>
                <a:gd name="T54" fmla="*/ 5 w 9"/>
                <a:gd name="T55" fmla="*/ 66 h 91"/>
                <a:gd name="T56" fmla="*/ 5 w 9"/>
                <a:gd name="T57" fmla="*/ 64 h 91"/>
                <a:gd name="T58" fmla="*/ 5 w 9"/>
                <a:gd name="T59" fmla="*/ 65 h 91"/>
                <a:gd name="T60" fmla="*/ 5 w 9"/>
                <a:gd name="T61" fmla="*/ 65 h 91"/>
                <a:gd name="T62" fmla="*/ 5 w 9"/>
                <a:gd name="T63" fmla="*/ 62 h 91"/>
                <a:gd name="T64" fmla="*/ 6 w 9"/>
                <a:gd name="T65" fmla="*/ 63 h 91"/>
                <a:gd name="T66" fmla="*/ 6 w 9"/>
                <a:gd name="T67" fmla="*/ 66 h 91"/>
                <a:gd name="T68" fmla="*/ 6 w 9"/>
                <a:gd name="T69" fmla="*/ 63 h 91"/>
                <a:gd name="T70" fmla="*/ 6 w 9"/>
                <a:gd name="T71" fmla="*/ 64 h 91"/>
                <a:gd name="T72" fmla="*/ 6 w 9"/>
                <a:gd name="T73" fmla="*/ 79 h 91"/>
                <a:gd name="T74" fmla="*/ 7 w 9"/>
                <a:gd name="T75" fmla="*/ 88 h 91"/>
                <a:gd name="T76" fmla="*/ 7 w 9"/>
                <a:gd name="T77" fmla="*/ 80 h 91"/>
                <a:gd name="T78" fmla="*/ 7 w 9"/>
                <a:gd name="T79" fmla="*/ 76 h 91"/>
                <a:gd name="T80" fmla="*/ 7 w 9"/>
                <a:gd name="T81" fmla="*/ 85 h 91"/>
                <a:gd name="T82" fmla="*/ 7 w 9"/>
                <a:gd name="T83" fmla="*/ 91 h 91"/>
                <a:gd name="T84" fmla="*/ 7 w 9"/>
                <a:gd name="T85" fmla="*/ 86 h 91"/>
                <a:gd name="T86" fmla="*/ 7 w 9"/>
                <a:gd name="T87" fmla="*/ 80 h 91"/>
                <a:gd name="T88" fmla="*/ 8 w 9"/>
                <a:gd name="T89" fmla="*/ 75 h 91"/>
                <a:gd name="T90" fmla="*/ 8 w 9"/>
                <a:gd name="T91" fmla="*/ 71 h 91"/>
                <a:gd name="T92" fmla="*/ 8 w 9"/>
                <a:gd name="T93" fmla="*/ 72 h 91"/>
                <a:gd name="T94" fmla="*/ 8 w 9"/>
                <a:gd name="T95" fmla="*/ 76 h 91"/>
                <a:gd name="T96" fmla="*/ 9 w 9"/>
                <a:gd name="T97" fmla="*/ 75 h 91"/>
                <a:gd name="T98" fmla="*/ 9 w 9"/>
                <a:gd name="T99" fmla="*/ 70 h 91"/>
                <a:gd name="T100" fmla="*/ 9 w 9"/>
                <a:gd name="T101" fmla="*/ 70 h 91"/>
                <a:gd name="T102" fmla="*/ 9 w 9"/>
                <a:gd name="T103" fmla="*/ 6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91">
                  <a:moveTo>
                    <a:pt x="0" y="0"/>
                  </a:moveTo>
                  <a:lnTo>
                    <a:pt x="0" y="5"/>
                  </a:lnTo>
                  <a:lnTo>
                    <a:pt x="0" y="4"/>
                  </a:lnTo>
                  <a:lnTo>
                    <a:pt x="1" y="7"/>
                  </a:lnTo>
                  <a:lnTo>
                    <a:pt x="1" y="14"/>
                  </a:lnTo>
                  <a:lnTo>
                    <a:pt x="1" y="18"/>
                  </a:lnTo>
                  <a:lnTo>
                    <a:pt x="1" y="23"/>
                  </a:lnTo>
                  <a:lnTo>
                    <a:pt x="2" y="30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40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" y="50"/>
                  </a:lnTo>
                  <a:lnTo>
                    <a:pt x="3" y="56"/>
                  </a:lnTo>
                  <a:lnTo>
                    <a:pt x="3" y="59"/>
                  </a:lnTo>
                  <a:lnTo>
                    <a:pt x="3" y="60"/>
                  </a:lnTo>
                  <a:lnTo>
                    <a:pt x="3" y="61"/>
                  </a:lnTo>
                  <a:lnTo>
                    <a:pt x="3" y="63"/>
                  </a:lnTo>
                  <a:lnTo>
                    <a:pt x="4" y="66"/>
                  </a:lnTo>
                  <a:lnTo>
                    <a:pt x="4" y="66"/>
                  </a:lnTo>
                  <a:lnTo>
                    <a:pt x="4" y="65"/>
                  </a:lnTo>
                  <a:lnTo>
                    <a:pt x="4" y="65"/>
                  </a:lnTo>
                  <a:lnTo>
                    <a:pt x="4" y="66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5" y="67"/>
                  </a:lnTo>
                  <a:lnTo>
                    <a:pt x="5" y="66"/>
                  </a:lnTo>
                  <a:lnTo>
                    <a:pt x="5" y="64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5" y="62"/>
                  </a:lnTo>
                  <a:lnTo>
                    <a:pt x="6" y="63"/>
                  </a:lnTo>
                  <a:lnTo>
                    <a:pt x="6" y="66"/>
                  </a:lnTo>
                  <a:lnTo>
                    <a:pt x="6" y="63"/>
                  </a:lnTo>
                  <a:lnTo>
                    <a:pt x="6" y="64"/>
                  </a:lnTo>
                  <a:lnTo>
                    <a:pt x="6" y="79"/>
                  </a:lnTo>
                  <a:lnTo>
                    <a:pt x="7" y="88"/>
                  </a:lnTo>
                  <a:lnTo>
                    <a:pt x="7" y="80"/>
                  </a:lnTo>
                  <a:lnTo>
                    <a:pt x="7" y="76"/>
                  </a:lnTo>
                  <a:lnTo>
                    <a:pt x="7" y="85"/>
                  </a:lnTo>
                  <a:lnTo>
                    <a:pt x="7" y="91"/>
                  </a:lnTo>
                  <a:lnTo>
                    <a:pt x="7" y="86"/>
                  </a:lnTo>
                  <a:lnTo>
                    <a:pt x="7" y="80"/>
                  </a:lnTo>
                  <a:lnTo>
                    <a:pt x="8" y="75"/>
                  </a:lnTo>
                  <a:lnTo>
                    <a:pt x="8" y="71"/>
                  </a:lnTo>
                  <a:lnTo>
                    <a:pt x="8" y="72"/>
                  </a:lnTo>
                  <a:lnTo>
                    <a:pt x="8" y="76"/>
                  </a:lnTo>
                  <a:lnTo>
                    <a:pt x="9" y="75"/>
                  </a:lnTo>
                  <a:lnTo>
                    <a:pt x="9" y="70"/>
                  </a:lnTo>
                  <a:lnTo>
                    <a:pt x="9" y="70"/>
                  </a:lnTo>
                  <a:lnTo>
                    <a:pt x="9" y="6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26" name="Freeform 689"/>
            <p:cNvSpPr/>
            <p:nvPr/>
          </p:nvSpPr>
          <p:spPr bwMode="auto">
            <a:xfrm>
              <a:off x="2867025" y="1941514"/>
              <a:ext cx="12700" cy="223838"/>
            </a:xfrm>
            <a:custGeom>
              <a:avLst/>
              <a:gdLst>
                <a:gd name="T0" fmla="*/ 0 w 8"/>
                <a:gd name="T1" fmla="*/ 141 h 141"/>
                <a:gd name="T2" fmla="*/ 0 w 8"/>
                <a:gd name="T3" fmla="*/ 140 h 141"/>
                <a:gd name="T4" fmla="*/ 0 w 8"/>
                <a:gd name="T5" fmla="*/ 129 h 141"/>
                <a:gd name="T6" fmla="*/ 0 w 8"/>
                <a:gd name="T7" fmla="*/ 119 h 141"/>
                <a:gd name="T8" fmla="*/ 0 w 8"/>
                <a:gd name="T9" fmla="*/ 116 h 141"/>
                <a:gd name="T10" fmla="*/ 1 w 8"/>
                <a:gd name="T11" fmla="*/ 109 h 141"/>
                <a:gd name="T12" fmla="*/ 1 w 8"/>
                <a:gd name="T13" fmla="*/ 97 h 141"/>
                <a:gd name="T14" fmla="*/ 1 w 8"/>
                <a:gd name="T15" fmla="*/ 90 h 141"/>
                <a:gd name="T16" fmla="*/ 1 w 8"/>
                <a:gd name="T17" fmla="*/ 86 h 141"/>
                <a:gd name="T18" fmla="*/ 1 w 8"/>
                <a:gd name="T19" fmla="*/ 84 h 141"/>
                <a:gd name="T20" fmla="*/ 1 w 8"/>
                <a:gd name="T21" fmla="*/ 82 h 141"/>
                <a:gd name="T22" fmla="*/ 1 w 8"/>
                <a:gd name="T23" fmla="*/ 78 h 141"/>
                <a:gd name="T24" fmla="*/ 2 w 8"/>
                <a:gd name="T25" fmla="*/ 69 h 141"/>
                <a:gd name="T26" fmla="*/ 2 w 8"/>
                <a:gd name="T27" fmla="*/ 62 h 141"/>
                <a:gd name="T28" fmla="*/ 2 w 8"/>
                <a:gd name="T29" fmla="*/ 56 h 141"/>
                <a:gd name="T30" fmla="*/ 2 w 8"/>
                <a:gd name="T31" fmla="*/ 47 h 141"/>
                <a:gd name="T32" fmla="*/ 2 w 8"/>
                <a:gd name="T33" fmla="*/ 37 h 141"/>
                <a:gd name="T34" fmla="*/ 3 w 8"/>
                <a:gd name="T35" fmla="*/ 28 h 141"/>
                <a:gd name="T36" fmla="*/ 3 w 8"/>
                <a:gd name="T37" fmla="*/ 22 h 141"/>
                <a:gd name="T38" fmla="*/ 3 w 8"/>
                <a:gd name="T39" fmla="*/ 18 h 141"/>
                <a:gd name="T40" fmla="*/ 3 w 8"/>
                <a:gd name="T41" fmla="*/ 12 h 141"/>
                <a:gd name="T42" fmla="*/ 3 w 8"/>
                <a:gd name="T43" fmla="*/ 6 h 141"/>
                <a:gd name="T44" fmla="*/ 3 w 8"/>
                <a:gd name="T45" fmla="*/ 7 h 141"/>
                <a:gd name="T46" fmla="*/ 3 w 8"/>
                <a:gd name="T47" fmla="*/ 11 h 141"/>
                <a:gd name="T48" fmla="*/ 4 w 8"/>
                <a:gd name="T49" fmla="*/ 13 h 141"/>
                <a:gd name="T50" fmla="*/ 4 w 8"/>
                <a:gd name="T51" fmla="*/ 15 h 141"/>
                <a:gd name="T52" fmla="*/ 4 w 8"/>
                <a:gd name="T53" fmla="*/ 15 h 141"/>
                <a:gd name="T54" fmla="*/ 4 w 8"/>
                <a:gd name="T55" fmla="*/ 10 h 141"/>
                <a:gd name="T56" fmla="*/ 5 w 8"/>
                <a:gd name="T57" fmla="*/ 8 h 141"/>
                <a:gd name="T58" fmla="*/ 5 w 8"/>
                <a:gd name="T59" fmla="*/ 12 h 141"/>
                <a:gd name="T60" fmla="*/ 5 w 8"/>
                <a:gd name="T61" fmla="*/ 15 h 141"/>
                <a:gd name="T62" fmla="*/ 5 w 8"/>
                <a:gd name="T63" fmla="*/ 11 h 141"/>
                <a:gd name="T64" fmla="*/ 5 w 8"/>
                <a:gd name="T65" fmla="*/ 3 h 141"/>
                <a:gd name="T66" fmla="*/ 5 w 8"/>
                <a:gd name="T67" fmla="*/ 0 h 141"/>
                <a:gd name="T68" fmla="*/ 5 w 8"/>
                <a:gd name="T69" fmla="*/ 3 h 141"/>
                <a:gd name="T70" fmla="*/ 6 w 8"/>
                <a:gd name="T71" fmla="*/ 5 h 141"/>
                <a:gd name="T72" fmla="*/ 6 w 8"/>
                <a:gd name="T73" fmla="*/ 5 h 141"/>
                <a:gd name="T74" fmla="*/ 6 w 8"/>
                <a:gd name="T75" fmla="*/ 4 h 141"/>
                <a:gd name="T76" fmla="*/ 6 w 8"/>
                <a:gd name="T77" fmla="*/ 5 h 141"/>
                <a:gd name="T78" fmla="*/ 6 w 8"/>
                <a:gd name="T79" fmla="*/ 10 h 141"/>
                <a:gd name="T80" fmla="*/ 6 w 8"/>
                <a:gd name="T81" fmla="*/ 15 h 141"/>
                <a:gd name="T82" fmla="*/ 6 w 8"/>
                <a:gd name="T83" fmla="*/ 16 h 141"/>
                <a:gd name="T84" fmla="*/ 7 w 8"/>
                <a:gd name="T85" fmla="*/ 17 h 141"/>
                <a:gd name="T86" fmla="*/ 7 w 8"/>
                <a:gd name="T87" fmla="*/ 22 h 141"/>
                <a:gd name="T88" fmla="*/ 7 w 8"/>
                <a:gd name="T89" fmla="*/ 25 h 141"/>
                <a:gd name="T90" fmla="*/ 7 w 8"/>
                <a:gd name="T91" fmla="*/ 27 h 141"/>
                <a:gd name="T92" fmla="*/ 7 w 8"/>
                <a:gd name="T93" fmla="*/ 31 h 141"/>
                <a:gd name="T94" fmla="*/ 8 w 8"/>
                <a:gd name="T95" fmla="*/ 32 h 141"/>
                <a:gd name="T96" fmla="*/ 8 w 8"/>
                <a:gd name="T97" fmla="*/ 32 h 141"/>
                <a:gd name="T98" fmla="*/ 8 w 8"/>
                <a:gd name="T99" fmla="*/ 33 h 141"/>
                <a:gd name="T100" fmla="*/ 8 w 8"/>
                <a:gd name="T101" fmla="*/ 30 h 141"/>
                <a:gd name="T102" fmla="*/ 8 w 8"/>
                <a:gd name="T103" fmla="*/ 2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41">
                  <a:moveTo>
                    <a:pt x="0" y="141"/>
                  </a:moveTo>
                  <a:lnTo>
                    <a:pt x="0" y="140"/>
                  </a:lnTo>
                  <a:lnTo>
                    <a:pt x="0" y="129"/>
                  </a:lnTo>
                  <a:lnTo>
                    <a:pt x="0" y="119"/>
                  </a:lnTo>
                  <a:lnTo>
                    <a:pt x="0" y="116"/>
                  </a:lnTo>
                  <a:lnTo>
                    <a:pt x="1" y="109"/>
                  </a:lnTo>
                  <a:lnTo>
                    <a:pt x="1" y="97"/>
                  </a:lnTo>
                  <a:lnTo>
                    <a:pt x="1" y="90"/>
                  </a:lnTo>
                  <a:lnTo>
                    <a:pt x="1" y="86"/>
                  </a:lnTo>
                  <a:lnTo>
                    <a:pt x="1" y="84"/>
                  </a:lnTo>
                  <a:lnTo>
                    <a:pt x="1" y="82"/>
                  </a:lnTo>
                  <a:lnTo>
                    <a:pt x="1" y="78"/>
                  </a:lnTo>
                  <a:lnTo>
                    <a:pt x="2" y="69"/>
                  </a:lnTo>
                  <a:lnTo>
                    <a:pt x="2" y="62"/>
                  </a:lnTo>
                  <a:lnTo>
                    <a:pt x="2" y="56"/>
                  </a:lnTo>
                  <a:lnTo>
                    <a:pt x="2" y="47"/>
                  </a:lnTo>
                  <a:lnTo>
                    <a:pt x="2" y="37"/>
                  </a:lnTo>
                  <a:lnTo>
                    <a:pt x="3" y="28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3" y="12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11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0"/>
                  </a:lnTo>
                  <a:lnTo>
                    <a:pt x="5" y="8"/>
                  </a:lnTo>
                  <a:lnTo>
                    <a:pt x="5" y="12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5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6" y="5"/>
                  </a:lnTo>
                  <a:lnTo>
                    <a:pt x="6" y="5"/>
                  </a:lnTo>
                  <a:lnTo>
                    <a:pt x="6" y="4"/>
                  </a:lnTo>
                  <a:lnTo>
                    <a:pt x="6" y="5"/>
                  </a:lnTo>
                  <a:lnTo>
                    <a:pt x="6" y="10"/>
                  </a:lnTo>
                  <a:lnTo>
                    <a:pt x="6" y="15"/>
                  </a:lnTo>
                  <a:lnTo>
                    <a:pt x="6" y="16"/>
                  </a:lnTo>
                  <a:lnTo>
                    <a:pt x="7" y="17"/>
                  </a:lnTo>
                  <a:lnTo>
                    <a:pt x="7" y="22"/>
                  </a:lnTo>
                  <a:lnTo>
                    <a:pt x="7" y="25"/>
                  </a:lnTo>
                  <a:lnTo>
                    <a:pt x="7" y="27"/>
                  </a:lnTo>
                  <a:lnTo>
                    <a:pt x="7" y="31"/>
                  </a:lnTo>
                  <a:lnTo>
                    <a:pt x="8" y="32"/>
                  </a:lnTo>
                  <a:lnTo>
                    <a:pt x="8" y="32"/>
                  </a:lnTo>
                  <a:lnTo>
                    <a:pt x="8" y="33"/>
                  </a:lnTo>
                  <a:lnTo>
                    <a:pt x="8" y="30"/>
                  </a:lnTo>
                  <a:lnTo>
                    <a:pt x="8" y="2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27" name="Freeform 690"/>
            <p:cNvSpPr/>
            <p:nvPr/>
          </p:nvSpPr>
          <p:spPr bwMode="auto">
            <a:xfrm>
              <a:off x="2879725" y="1919289"/>
              <a:ext cx="12700" cy="69850"/>
            </a:xfrm>
            <a:custGeom>
              <a:avLst/>
              <a:gdLst>
                <a:gd name="T0" fmla="*/ 0 w 8"/>
                <a:gd name="T1" fmla="*/ 44 h 44"/>
                <a:gd name="T2" fmla="*/ 0 w 8"/>
                <a:gd name="T3" fmla="*/ 41 h 44"/>
                <a:gd name="T4" fmla="*/ 0 w 8"/>
                <a:gd name="T5" fmla="*/ 40 h 44"/>
                <a:gd name="T6" fmla="*/ 1 w 8"/>
                <a:gd name="T7" fmla="*/ 36 h 44"/>
                <a:gd name="T8" fmla="*/ 1 w 8"/>
                <a:gd name="T9" fmla="*/ 29 h 44"/>
                <a:gd name="T10" fmla="*/ 1 w 8"/>
                <a:gd name="T11" fmla="*/ 25 h 44"/>
                <a:gd name="T12" fmla="*/ 1 w 8"/>
                <a:gd name="T13" fmla="*/ 22 h 44"/>
                <a:gd name="T14" fmla="*/ 1 w 8"/>
                <a:gd name="T15" fmla="*/ 18 h 44"/>
                <a:gd name="T16" fmla="*/ 2 w 8"/>
                <a:gd name="T17" fmla="*/ 14 h 44"/>
                <a:gd name="T18" fmla="*/ 2 w 8"/>
                <a:gd name="T19" fmla="*/ 9 h 44"/>
                <a:gd name="T20" fmla="*/ 2 w 8"/>
                <a:gd name="T21" fmla="*/ 2 h 44"/>
                <a:gd name="T22" fmla="*/ 2 w 8"/>
                <a:gd name="T23" fmla="*/ 1 h 44"/>
                <a:gd name="T24" fmla="*/ 2 w 8"/>
                <a:gd name="T25" fmla="*/ 0 h 44"/>
                <a:gd name="T26" fmla="*/ 2 w 8"/>
                <a:gd name="T27" fmla="*/ 0 h 44"/>
                <a:gd name="T28" fmla="*/ 2 w 8"/>
                <a:gd name="T29" fmla="*/ 1 h 44"/>
                <a:gd name="T30" fmla="*/ 3 w 8"/>
                <a:gd name="T31" fmla="*/ 2 h 44"/>
                <a:gd name="T32" fmla="*/ 3 w 8"/>
                <a:gd name="T33" fmla="*/ 3 h 44"/>
                <a:gd name="T34" fmla="*/ 3 w 8"/>
                <a:gd name="T35" fmla="*/ 4 h 44"/>
                <a:gd name="T36" fmla="*/ 3 w 8"/>
                <a:gd name="T37" fmla="*/ 7 h 44"/>
                <a:gd name="T38" fmla="*/ 3 w 8"/>
                <a:gd name="T39" fmla="*/ 9 h 44"/>
                <a:gd name="T40" fmla="*/ 3 w 8"/>
                <a:gd name="T41" fmla="*/ 6 h 44"/>
                <a:gd name="T42" fmla="*/ 3 w 8"/>
                <a:gd name="T43" fmla="*/ 5 h 44"/>
                <a:gd name="T44" fmla="*/ 4 w 8"/>
                <a:gd name="T45" fmla="*/ 9 h 44"/>
                <a:gd name="T46" fmla="*/ 4 w 8"/>
                <a:gd name="T47" fmla="*/ 9 h 44"/>
                <a:gd name="T48" fmla="*/ 4 w 8"/>
                <a:gd name="T49" fmla="*/ 6 h 44"/>
                <a:gd name="T50" fmla="*/ 4 w 8"/>
                <a:gd name="T51" fmla="*/ 11 h 44"/>
                <a:gd name="T52" fmla="*/ 5 w 8"/>
                <a:gd name="T53" fmla="*/ 18 h 44"/>
                <a:gd name="T54" fmla="*/ 5 w 8"/>
                <a:gd name="T55" fmla="*/ 19 h 44"/>
                <a:gd name="T56" fmla="*/ 5 w 8"/>
                <a:gd name="T57" fmla="*/ 24 h 44"/>
                <a:gd name="T58" fmla="*/ 5 w 8"/>
                <a:gd name="T59" fmla="*/ 32 h 44"/>
                <a:gd name="T60" fmla="*/ 5 w 8"/>
                <a:gd name="T61" fmla="*/ 32 h 44"/>
                <a:gd name="T62" fmla="*/ 5 w 8"/>
                <a:gd name="T63" fmla="*/ 33 h 44"/>
                <a:gd name="T64" fmla="*/ 5 w 8"/>
                <a:gd name="T65" fmla="*/ 38 h 44"/>
                <a:gd name="T66" fmla="*/ 6 w 8"/>
                <a:gd name="T67" fmla="*/ 36 h 44"/>
                <a:gd name="T68" fmla="*/ 6 w 8"/>
                <a:gd name="T69" fmla="*/ 32 h 44"/>
                <a:gd name="T70" fmla="*/ 6 w 8"/>
                <a:gd name="T71" fmla="*/ 36 h 44"/>
                <a:gd name="T72" fmla="*/ 6 w 8"/>
                <a:gd name="T73" fmla="*/ 38 h 44"/>
                <a:gd name="T74" fmla="*/ 6 w 8"/>
                <a:gd name="T75" fmla="*/ 36 h 44"/>
                <a:gd name="T76" fmla="*/ 7 w 8"/>
                <a:gd name="T77" fmla="*/ 37 h 44"/>
                <a:gd name="T78" fmla="*/ 7 w 8"/>
                <a:gd name="T79" fmla="*/ 41 h 44"/>
                <a:gd name="T80" fmla="*/ 7 w 8"/>
                <a:gd name="T81" fmla="*/ 41 h 44"/>
                <a:gd name="T82" fmla="*/ 7 w 8"/>
                <a:gd name="T83" fmla="*/ 41 h 44"/>
                <a:gd name="T84" fmla="*/ 7 w 8"/>
                <a:gd name="T85" fmla="*/ 42 h 44"/>
                <a:gd name="T86" fmla="*/ 7 w 8"/>
                <a:gd name="T87" fmla="*/ 41 h 44"/>
                <a:gd name="T88" fmla="*/ 7 w 8"/>
                <a:gd name="T89" fmla="*/ 38 h 44"/>
                <a:gd name="T90" fmla="*/ 8 w 8"/>
                <a:gd name="T91" fmla="*/ 36 h 44"/>
                <a:gd name="T92" fmla="*/ 8 w 8"/>
                <a:gd name="T93" fmla="*/ 33 h 44"/>
                <a:gd name="T94" fmla="*/ 8 w 8"/>
                <a:gd name="T95" fmla="*/ 27 h 44"/>
                <a:gd name="T96" fmla="*/ 8 w 8"/>
                <a:gd name="T97" fmla="*/ 23 h 44"/>
                <a:gd name="T98" fmla="*/ 8 w 8"/>
                <a:gd name="T99" fmla="*/ 22 h 44"/>
                <a:gd name="T100" fmla="*/ 8 w 8"/>
                <a:gd name="T101" fmla="*/ 18 h 44"/>
                <a:gd name="T102" fmla="*/ 8 w 8"/>
                <a:gd name="T103" fmla="*/ 1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4">
                  <a:moveTo>
                    <a:pt x="0" y="44"/>
                  </a:moveTo>
                  <a:lnTo>
                    <a:pt x="0" y="41"/>
                  </a:lnTo>
                  <a:lnTo>
                    <a:pt x="0" y="40"/>
                  </a:lnTo>
                  <a:lnTo>
                    <a:pt x="1" y="36"/>
                  </a:lnTo>
                  <a:lnTo>
                    <a:pt x="1" y="29"/>
                  </a:lnTo>
                  <a:lnTo>
                    <a:pt x="1" y="25"/>
                  </a:lnTo>
                  <a:lnTo>
                    <a:pt x="1" y="22"/>
                  </a:lnTo>
                  <a:lnTo>
                    <a:pt x="1" y="18"/>
                  </a:lnTo>
                  <a:lnTo>
                    <a:pt x="2" y="14"/>
                  </a:lnTo>
                  <a:lnTo>
                    <a:pt x="2" y="9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6"/>
                  </a:lnTo>
                  <a:lnTo>
                    <a:pt x="3" y="5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6"/>
                  </a:lnTo>
                  <a:lnTo>
                    <a:pt x="4" y="11"/>
                  </a:lnTo>
                  <a:lnTo>
                    <a:pt x="5" y="18"/>
                  </a:lnTo>
                  <a:lnTo>
                    <a:pt x="5" y="19"/>
                  </a:lnTo>
                  <a:lnTo>
                    <a:pt x="5" y="24"/>
                  </a:lnTo>
                  <a:lnTo>
                    <a:pt x="5" y="32"/>
                  </a:lnTo>
                  <a:lnTo>
                    <a:pt x="5" y="32"/>
                  </a:lnTo>
                  <a:lnTo>
                    <a:pt x="5" y="33"/>
                  </a:lnTo>
                  <a:lnTo>
                    <a:pt x="5" y="38"/>
                  </a:lnTo>
                  <a:lnTo>
                    <a:pt x="6" y="36"/>
                  </a:lnTo>
                  <a:lnTo>
                    <a:pt x="6" y="32"/>
                  </a:lnTo>
                  <a:lnTo>
                    <a:pt x="6" y="36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7" y="37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7" y="42"/>
                  </a:lnTo>
                  <a:lnTo>
                    <a:pt x="7" y="41"/>
                  </a:lnTo>
                  <a:lnTo>
                    <a:pt x="7" y="38"/>
                  </a:lnTo>
                  <a:lnTo>
                    <a:pt x="8" y="36"/>
                  </a:lnTo>
                  <a:lnTo>
                    <a:pt x="8" y="33"/>
                  </a:lnTo>
                  <a:lnTo>
                    <a:pt x="8" y="27"/>
                  </a:lnTo>
                  <a:lnTo>
                    <a:pt x="8" y="23"/>
                  </a:lnTo>
                  <a:lnTo>
                    <a:pt x="8" y="22"/>
                  </a:lnTo>
                  <a:lnTo>
                    <a:pt x="8" y="18"/>
                  </a:lnTo>
                  <a:lnTo>
                    <a:pt x="8" y="1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28" name="Freeform 691"/>
            <p:cNvSpPr/>
            <p:nvPr/>
          </p:nvSpPr>
          <p:spPr bwMode="auto">
            <a:xfrm>
              <a:off x="2892425" y="1897064"/>
              <a:ext cx="14288" cy="109538"/>
            </a:xfrm>
            <a:custGeom>
              <a:avLst/>
              <a:gdLst>
                <a:gd name="T0" fmla="*/ 0 w 9"/>
                <a:gd name="T1" fmla="*/ 32 h 69"/>
                <a:gd name="T2" fmla="*/ 0 w 9"/>
                <a:gd name="T3" fmla="*/ 26 h 69"/>
                <a:gd name="T4" fmla="*/ 1 w 9"/>
                <a:gd name="T5" fmla="*/ 24 h 69"/>
                <a:gd name="T6" fmla="*/ 1 w 9"/>
                <a:gd name="T7" fmla="*/ 20 h 69"/>
                <a:gd name="T8" fmla="*/ 1 w 9"/>
                <a:gd name="T9" fmla="*/ 13 h 69"/>
                <a:gd name="T10" fmla="*/ 1 w 9"/>
                <a:gd name="T11" fmla="*/ 9 h 69"/>
                <a:gd name="T12" fmla="*/ 2 w 9"/>
                <a:gd name="T13" fmla="*/ 8 h 69"/>
                <a:gd name="T14" fmla="*/ 2 w 9"/>
                <a:gd name="T15" fmla="*/ 1 h 69"/>
                <a:gd name="T16" fmla="*/ 2 w 9"/>
                <a:gd name="T17" fmla="*/ 0 h 69"/>
                <a:gd name="T18" fmla="*/ 2 w 9"/>
                <a:gd name="T19" fmla="*/ 5 h 69"/>
                <a:gd name="T20" fmla="*/ 2 w 9"/>
                <a:gd name="T21" fmla="*/ 6 h 69"/>
                <a:gd name="T22" fmla="*/ 2 w 9"/>
                <a:gd name="T23" fmla="*/ 2 h 69"/>
                <a:gd name="T24" fmla="*/ 2 w 9"/>
                <a:gd name="T25" fmla="*/ 4 h 69"/>
                <a:gd name="T26" fmla="*/ 3 w 9"/>
                <a:gd name="T27" fmla="*/ 10 h 69"/>
                <a:gd name="T28" fmla="*/ 3 w 9"/>
                <a:gd name="T29" fmla="*/ 14 h 69"/>
                <a:gd name="T30" fmla="*/ 3 w 9"/>
                <a:gd name="T31" fmla="*/ 17 h 69"/>
                <a:gd name="T32" fmla="*/ 3 w 9"/>
                <a:gd name="T33" fmla="*/ 19 h 69"/>
                <a:gd name="T34" fmla="*/ 3 w 9"/>
                <a:gd name="T35" fmla="*/ 19 h 69"/>
                <a:gd name="T36" fmla="*/ 4 w 9"/>
                <a:gd name="T37" fmla="*/ 21 h 69"/>
                <a:gd name="T38" fmla="*/ 4 w 9"/>
                <a:gd name="T39" fmla="*/ 25 h 69"/>
                <a:gd name="T40" fmla="*/ 4 w 9"/>
                <a:gd name="T41" fmla="*/ 28 h 69"/>
                <a:gd name="T42" fmla="*/ 4 w 9"/>
                <a:gd name="T43" fmla="*/ 26 h 69"/>
                <a:gd name="T44" fmla="*/ 4 w 9"/>
                <a:gd name="T45" fmla="*/ 24 h 69"/>
                <a:gd name="T46" fmla="*/ 4 w 9"/>
                <a:gd name="T47" fmla="*/ 26 h 69"/>
                <a:gd name="T48" fmla="*/ 4 w 9"/>
                <a:gd name="T49" fmla="*/ 31 h 69"/>
                <a:gd name="T50" fmla="*/ 5 w 9"/>
                <a:gd name="T51" fmla="*/ 33 h 69"/>
                <a:gd name="T52" fmla="*/ 5 w 9"/>
                <a:gd name="T53" fmla="*/ 34 h 69"/>
                <a:gd name="T54" fmla="*/ 5 w 9"/>
                <a:gd name="T55" fmla="*/ 36 h 69"/>
                <a:gd name="T56" fmla="*/ 5 w 9"/>
                <a:gd name="T57" fmla="*/ 40 h 69"/>
                <a:gd name="T58" fmla="*/ 5 w 9"/>
                <a:gd name="T59" fmla="*/ 43 h 69"/>
                <a:gd name="T60" fmla="*/ 5 w 9"/>
                <a:gd name="T61" fmla="*/ 47 h 69"/>
                <a:gd name="T62" fmla="*/ 6 w 9"/>
                <a:gd name="T63" fmla="*/ 50 h 69"/>
                <a:gd name="T64" fmla="*/ 6 w 9"/>
                <a:gd name="T65" fmla="*/ 51 h 69"/>
                <a:gd name="T66" fmla="*/ 6 w 9"/>
                <a:gd name="T67" fmla="*/ 51 h 69"/>
                <a:gd name="T68" fmla="*/ 6 w 9"/>
                <a:gd name="T69" fmla="*/ 51 h 69"/>
                <a:gd name="T70" fmla="*/ 6 w 9"/>
                <a:gd name="T71" fmla="*/ 52 h 69"/>
                <a:gd name="T72" fmla="*/ 7 w 9"/>
                <a:gd name="T73" fmla="*/ 53 h 69"/>
                <a:gd name="T74" fmla="*/ 7 w 9"/>
                <a:gd name="T75" fmla="*/ 49 h 69"/>
                <a:gd name="T76" fmla="*/ 7 w 9"/>
                <a:gd name="T77" fmla="*/ 45 h 69"/>
                <a:gd name="T78" fmla="*/ 7 w 9"/>
                <a:gd name="T79" fmla="*/ 44 h 69"/>
                <a:gd name="T80" fmla="*/ 7 w 9"/>
                <a:gd name="T81" fmla="*/ 43 h 69"/>
                <a:gd name="T82" fmla="*/ 7 w 9"/>
                <a:gd name="T83" fmla="*/ 41 h 69"/>
                <a:gd name="T84" fmla="*/ 7 w 9"/>
                <a:gd name="T85" fmla="*/ 42 h 69"/>
                <a:gd name="T86" fmla="*/ 8 w 9"/>
                <a:gd name="T87" fmla="*/ 42 h 69"/>
                <a:gd name="T88" fmla="*/ 8 w 9"/>
                <a:gd name="T89" fmla="*/ 43 h 69"/>
                <a:gd name="T90" fmla="*/ 8 w 9"/>
                <a:gd name="T91" fmla="*/ 45 h 69"/>
                <a:gd name="T92" fmla="*/ 8 w 9"/>
                <a:gd name="T93" fmla="*/ 49 h 69"/>
                <a:gd name="T94" fmla="*/ 8 w 9"/>
                <a:gd name="T95" fmla="*/ 55 h 69"/>
                <a:gd name="T96" fmla="*/ 9 w 9"/>
                <a:gd name="T97" fmla="*/ 58 h 69"/>
                <a:gd name="T98" fmla="*/ 9 w 9"/>
                <a:gd name="T99" fmla="*/ 57 h 69"/>
                <a:gd name="T100" fmla="*/ 9 w 9"/>
                <a:gd name="T101" fmla="*/ 61 h 69"/>
                <a:gd name="T102" fmla="*/ 9 w 9"/>
                <a:gd name="T10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9">
                  <a:moveTo>
                    <a:pt x="0" y="32"/>
                  </a:moveTo>
                  <a:lnTo>
                    <a:pt x="0" y="26"/>
                  </a:lnTo>
                  <a:lnTo>
                    <a:pt x="1" y="24"/>
                  </a:lnTo>
                  <a:lnTo>
                    <a:pt x="1" y="20"/>
                  </a:lnTo>
                  <a:lnTo>
                    <a:pt x="1" y="13"/>
                  </a:lnTo>
                  <a:lnTo>
                    <a:pt x="1" y="9"/>
                  </a:lnTo>
                  <a:lnTo>
                    <a:pt x="2" y="8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4"/>
                  </a:lnTo>
                  <a:lnTo>
                    <a:pt x="3" y="10"/>
                  </a:lnTo>
                  <a:lnTo>
                    <a:pt x="3" y="14"/>
                  </a:lnTo>
                  <a:lnTo>
                    <a:pt x="3" y="17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4" y="21"/>
                  </a:lnTo>
                  <a:lnTo>
                    <a:pt x="4" y="25"/>
                  </a:lnTo>
                  <a:lnTo>
                    <a:pt x="4" y="28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4" y="26"/>
                  </a:lnTo>
                  <a:lnTo>
                    <a:pt x="4" y="31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5" y="36"/>
                  </a:lnTo>
                  <a:lnTo>
                    <a:pt x="5" y="40"/>
                  </a:lnTo>
                  <a:lnTo>
                    <a:pt x="5" y="43"/>
                  </a:lnTo>
                  <a:lnTo>
                    <a:pt x="5" y="47"/>
                  </a:lnTo>
                  <a:lnTo>
                    <a:pt x="6" y="50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6" y="52"/>
                  </a:lnTo>
                  <a:lnTo>
                    <a:pt x="7" y="53"/>
                  </a:lnTo>
                  <a:lnTo>
                    <a:pt x="7" y="49"/>
                  </a:lnTo>
                  <a:lnTo>
                    <a:pt x="7" y="45"/>
                  </a:lnTo>
                  <a:lnTo>
                    <a:pt x="7" y="44"/>
                  </a:lnTo>
                  <a:lnTo>
                    <a:pt x="7" y="43"/>
                  </a:lnTo>
                  <a:lnTo>
                    <a:pt x="7" y="41"/>
                  </a:lnTo>
                  <a:lnTo>
                    <a:pt x="7" y="42"/>
                  </a:lnTo>
                  <a:lnTo>
                    <a:pt x="8" y="42"/>
                  </a:lnTo>
                  <a:lnTo>
                    <a:pt x="8" y="43"/>
                  </a:lnTo>
                  <a:lnTo>
                    <a:pt x="8" y="45"/>
                  </a:lnTo>
                  <a:lnTo>
                    <a:pt x="8" y="49"/>
                  </a:lnTo>
                  <a:lnTo>
                    <a:pt x="8" y="55"/>
                  </a:lnTo>
                  <a:lnTo>
                    <a:pt x="9" y="58"/>
                  </a:lnTo>
                  <a:lnTo>
                    <a:pt x="9" y="57"/>
                  </a:lnTo>
                  <a:lnTo>
                    <a:pt x="9" y="61"/>
                  </a:lnTo>
                  <a:lnTo>
                    <a:pt x="9" y="6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29" name="Freeform 692"/>
            <p:cNvSpPr/>
            <p:nvPr/>
          </p:nvSpPr>
          <p:spPr bwMode="auto">
            <a:xfrm>
              <a:off x="2906713" y="1993901"/>
              <a:ext cx="12700" cy="190500"/>
            </a:xfrm>
            <a:custGeom>
              <a:avLst/>
              <a:gdLst>
                <a:gd name="T0" fmla="*/ 0 w 8"/>
                <a:gd name="T1" fmla="*/ 0 h 120"/>
                <a:gd name="T2" fmla="*/ 0 w 8"/>
                <a:gd name="T3" fmla="*/ 8 h 120"/>
                <a:gd name="T4" fmla="*/ 0 w 8"/>
                <a:gd name="T5" fmla="*/ 11 h 120"/>
                <a:gd name="T6" fmla="*/ 0 w 8"/>
                <a:gd name="T7" fmla="*/ 11 h 120"/>
                <a:gd name="T8" fmla="*/ 1 w 8"/>
                <a:gd name="T9" fmla="*/ 15 h 120"/>
                <a:gd name="T10" fmla="*/ 1 w 8"/>
                <a:gd name="T11" fmla="*/ 19 h 120"/>
                <a:gd name="T12" fmla="*/ 1 w 8"/>
                <a:gd name="T13" fmla="*/ 21 h 120"/>
                <a:gd name="T14" fmla="*/ 1 w 8"/>
                <a:gd name="T15" fmla="*/ 26 h 120"/>
                <a:gd name="T16" fmla="*/ 1 w 8"/>
                <a:gd name="T17" fmla="*/ 32 h 120"/>
                <a:gd name="T18" fmla="*/ 1 w 8"/>
                <a:gd name="T19" fmla="*/ 36 h 120"/>
                <a:gd name="T20" fmla="*/ 1 w 8"/>
                <a:gd name="T21" fmla="*/ 38 h 120"/>
                <a:gd name="T22" fmla="*/ 2 w 8"/>
                <a:gd name="T23" fmla="*/ 40 h 120"/>
                <a:gd name="T24" fmla="*/ 2 w 8"/>
                <a:gd name="T25" fmla="*/ 45 h 120"/>
                <a:gd name="T26" fmla="*/ 2 w 8"/>
                <a:gd name="T27" fmla="*/ 47 h 120"/>
                <a:gd name="T28" fmla="*/ 2 w 8"/>
                <a:gd name="T29" fmla="*/ 48 h 120"/>
                <a:gd name="T30" fmla="*/ 2 w 8"/>
                <a:gd name="T31" fmla="*/ 54 h 120"/>
                <a:gd name="T32" fmla="*/ 3 w 8"/>
                <a:gd name="T33" fmla="*/ 62 h 120"/>
                <a:gd name="T34" fmla="*/ 3 w 8"/>
                <a:gd name="T35" fmla="*/ 62 h 120"/>
                <a:gd name="T36" fmla="*/ 3 w 8"/>
                <a:gd name="T37" fmla="*/ 64 h 120"/>
                <a:gd name="T38" fmla="*/ 3 w 8"/>
                <a:gd name="T39" fmla="*/ 71 h 120"/>
                <a:gd name="T40" fmla="*/ 3 w 8"/>
                <a:gd name="T41" fmla="*/ 75 h 120"/>
                <a:gd name="T42" fmla="*/ 3 w 8"/>
                <a:gd name="T43" fmla="*/ 76 h 120"/>
                <a:gd name="T44" fmla="*/ 3 w 8"/>
                <a:gd name="T45" fmla="*/ 83 h 120"/>
                <a:gd name="T46" fmla="*/ 4 w 8"/>
                <a:gd name="T47" fmla="*/ 86 h 120"/>
                <a:gd name="T48" fmla="*/ 4 w 8"/>
                <a:gd name="T49" fmla="*/ 81 h 120"/>
                <a:gd name="T50" fmla="*/ 4 w 8"/>
                <a:gd name="T51" fmla="*/ 79 h 120"/>
                <a:gd name="T52" fmla="*/ 4 w 8"/>
                <a:gd name="T53" fmla="*/ 83 h 120"/>
                <a:gd name="T54" fmla="*/ 5 w 8"/>
                <a:gd name="T55" fmla="*/ 85 h 120"/>
                <a:gd name="T56" fmla="*/ 5 w 8"/>
                <a:gd name="T57" fmla="*/ 85 h 120"/>
                <a:gd name="T58" fmla="*/ 5 w 8"/>
                <a:gd name="T59" fmla="*/ 85 h 120"/>
                <a:gd name="T60" fmla="*/ 5 w 8"/>
                <a:gd name="T61" fmla="*/ 86 h 120"/>
                <a:gd name="T62" fmla="*/ 5 w 8"/>
                <a:gd name="T63" fmla="*/ 85 h 120"/>
                <a:gd name="T64" fmla="*/ 5 w 8"/>
                <a:gd name="T65" fmla="*/ 83 h 120"/>
                <a:gd name="T66" fmla="*/ 5 w 8"/>
                <a:gd name="T67" fmla="*/ 89 h 120"/>
                <a:gd name="T68" fmla="*/ 6 w 8"/>
                <a:gd name="T69" fmla="*/ 94 h 120"/>
                <a:gd name="T70" fmla="*/ 6 w 8"/>
                <a:gd name="T71" fmla="*/ 90 h 120"/>
                <a:gd name="T72" fmla="*/ 6 w 8"/>
                <a:gd name="T73" fmla="*/ 88 h 120"/>
                <a:gd name="T74" fmla="*/ 6 w 8"/>
                <a:gd name="T75" fmla="*/ 93 h 120"/>
                <a:gd name="T76" fmla="*/ 6 w 8"/>
                <a:gd name="T77" fmla="*/ 89 h 120"/>
                <a:gd name="T78" fmla="*/ 6 w 8"/>
                <a:gd name="T79" fmla="*/ 87 h 120"/>
                <a:gd name="T80" fmla="*/ 6 w 8"/>
                <a:gd name="T81" fmla="*/ 95 h 120"/>
                <a:gd name="T82" fmla="*/ 7 w 8"/>
                <a:gd name="T83" fmla="*/ 96 h 120"/>
                <a:gd name="T84" fmla="*/ 7 w 8"/>
                <a:gd name="T85" fmla="*/ 87 h 120"/>
                <a:gd name="T86" fmla="*/ 7 w 8"/>
                <a:gd name="T87" fmla="*/ 84 h 120"/>
                <a:gd name="T88" fmla="*/ 7 w 8"/>
                <a:gd name="T89" fmla="*/ 91 h 120"/>
                <a:gd name="T90" fmla="*/ 7 w 8"/>
                <a:gd name="T91" fmla="*/ 94 h 120"/>
                <a:gd name="T92" fmla="*/ 8 w 8"/>
                <a:gd name="T93" fmla="*/ 90 h 120"/>
                <a:gd name="T94" fmla="*/ 8 w 8"/>
                <a:gd name="T95" fmla="*/ 90 h 120"/>
                <a:gd name="T96" fmla="*/ 8 w 8"/>
                <a:gd name="T97" fmla="*/ 99 h 120"/>
                <a:gd name="T98" fmla="*/ 8 w 8"/>
                <a:gd name="T99" fmla="*/ 111 h 120"/>
                <a:gd name="T100" fmla="*/ 8 w 8"/>
                <a:gd name="T101" fmla="*/ 119 h 120"/>
                <a:gd name="T102" fmla="*/ 8 w 8"/>
                <a:gd name="T10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20">
                  <a:moveTo>
                    <a:pt x="0" y="0"/>
                  </a:moveTo>
                  <a:lnTo>
                    <a:pt x="0" y="8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1" y="15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1" y="26"/>
                  </a:lnTo>
                  <a:lnTo>
                    <a:pt x="1" y="32"/>
                  </a:lnTo>
                  <a:lnTo>
                    <a:pt x="1" y="36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2" y="45"/>
                  </a:lnTo>
                  <a:lnTo>
                    <a:pt x="2" y="47"/>
                  </a:lnTo>
                  <a:lnTo>
                    <a:pt x="2" y="48"/>
                  </a:lnTo>
                  <a:lnTo>
                    <a:pt x="2" y="54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3" y="64"/>
                  </a:lnTo>
                  <a:lnTo>
                    <a:pt x="3" y="71"/>
                  </a:lnTo>
                  <a:lnTo>
                    <a:pt x="3" y="75"/>
                  </a:lnTo>
                  <a:lnTo>
                    <a:pt x="3" y="76"/>
                  </a:lnTo>
                  <a:lnTo>
                    <a:pt x="3" y="83"/>
                  </a:lnTo>
                  <a:lnTo>
                    <a:pt x="4" y="86"/>
                  </a:lnTo>
                  <a:lnTo>
                    <a:pt x="4" y="81"/>
                  </a:lnTo>
                  <a:lnTo>
                    <a:pt x="4" y="79"/>
                  </a:lnTo>
                  <a:lnTo>
                    <a:pt x="4" y="83"/>
                  </a:lnTo>
                  <a:lnTo>
                    <a:pt x="5" y="85"/>
                  </a:lnTo>
                  <a:lnTo>
                    <a:pt x="5" y="85"/>
                  </a:lnTo>
                  <a:lnTo>
                    <a:pt x="5" y="85"/>
                  </a:lnTo>
                  <a:lnTo>
                    <a:pt x="5" y="86"/>
                  </a:lnTo>
                  <a:lnTo>
                    <a:pt x="5" y="85"/>
                  </a:lnTo>
                  <a:lnTo>
                    <a:pt x="5" y="83"/>
                  </a:lnTo>
                  <a:lnTo>
                    <a:pt x="5" y="89"/>
                  </a:lnTo>
                  <a:lnTo>
                    <a:pt x="6" y="94"/>
                  </a:lnTo>
                  <a:lnTo>
                    <a:pt x="6" y="90"/>
                  </a:lnTo>
                  <a:lnTo>
                    <a:pt x="6" y="88"/>
                  </a:lnTo>
                  <a:lnTo>
                    <a:pt x="6" y="93"/>
                  </a:lnTo>
                  <a:lnTo>
                    <a:pt x="6" y="89"/>
                  </a:lnTo>
                  <a:lnTo>
                    <a:pt x="6" y="87"/>
                  </a:lnTo>
                  <a:lnTo>
                    <a:pt x="6" y="95"/>
                  </a:lnTo>
                  <a:lnTo>
                    <a:pt x="7" y="96"/>
                  </a:lnTo>
                  <a:lnTo>
                    <a:pt x="7" y="87"/>
                  </a:lnTo>
                  <a:lnTo>
                    <a:pt x="7" y="84"/>
                  </a:lnTo>
                  <a:lnTo>
                    <a:pt x="7" y="91"/>
                  </a:lnTo>
                  <a:lnTo>
                    <a:pt x="7" y="94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8" y="99"/>
                  </a:lnTo>
                  <a:lnTo>
                    <a:pt x="8" y="111"/>
                  </a:lnTo>
                  <a:lnTo>
                    <a:pt x="8" y="119"/>
                  </a:lnTo>
                  <a:lnTo>
                    <a:pt x="8" y="12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0" name="Freeform 693"/>
            <p:cNvSpPr/>
            <p:nvPr/>
          </p:nvSpPr>
          <p:spPr bwMode="auto">
            <a:xfrm>
              <a:off x="2919413" y="1917701"/>
              <a:ext cx="14288" cy="276225"/>
            </a:xfrm>
            <a:custGeom>
              <a:avLst/>
              <a:gdLst>
                <a:gd name="T0" fmla="*/ 0 w 9"/>
                <a:gd name="T1" fmla="*/ 167 h 174"/>
                <a:gd name="T2" fmla="*/ 0 w 9"/>
                <a:gd name="T3" fmla="*/ 168 h 174"/>
                <a:gd name="T4" fmla="*/ 0 w 9"/>
                <a:gd name="T5" fmla="*/ 161 h 174"/>
                <a:gd name="T6" fmla="*/ 1 w 9"/>
                <a:gd name="T7" fmla="*/ 159 h 174"/>
                <a:gd name="T8" fmla="*/ 1 w 9"/>
                <a:gd name="T9" fmla="*/ 170 h 174"/>
                <a:gd name="T10" fmla="*/ 1 w 9"/>
                <a:gd name="T11" fmla="*/ 174 h 174"/>
                <a:gd name="T12" fmla="*/ 1 w 9"/>
                <a:gd name="T13" fmla="*/ 159 h 174"/>
                <a:gd name="T14" fmla="*/ 2 w 9"/>
                <a:gd name="T15" fmla="*/ 146 h 174"/>
                <a:gd name="T16" fmla="*/ 2 w 9"/>
                <a:gd name="T17" fmla="*/ 143 h 174"/>
                <a:gd name="T18" fmla="*/ 2 w 9"/>
                <a:gd name="T19" fmla="*/ 143 h 174"/>
                <a:gd name="T20" fmla="*/ 2 w 9"/>
                <a:gd name="T21" fmla="*/ 148 h 174"/>
                <a:gd name="T22" fmla="*/ 2 w 9"/>
                <a:gd name="T23" fmla="*/ 153 h 174"/>
                <a:gd name="T24" fmla="*/ 2 w 9"/>
                <a:gd name="T25" fmla="*/ 146 h 174"/>
                <a:gd name="T26" fmla="*/ 2 w 9"/>
                <a:gd name="T27" fmla="*/ 138 h 174"/>
                <a:gd name="T28" fmla="*/ 3 w 9"/>
                <a:gd name="T29" fmla="*/ 138 h 174"/>
                <a:gd name="T30" fmla="*/ 3 w 9"/>
                <a:gd name="T31" fmla="*/ 136 h 174"/>
                <a:gd name="T32" fmla="*/ 3 w 9"/>
                <a:gd name="T33" fmla="*/ 126 h 174"/>
                <a:gd name="T34" fmla="*/ 3 w 9"/>
                <a:gd name="T35" fmla="*/ 117 h 174"/>
                <a:gd name="T36" fmla="*/ 3 w 9"/>
                <a:gd name="T37" fmla="*/ 111 h 174"/>
                <a:gd name="T38" fmla="*/ 3 w 9"/>
                <a:gd name="T39" fmla="*/ 103 h 174"/>
                <a:gd name="T40" fmla="*/ 3 w 9"/>
                <a:gd name="T41" fmla="*/ 93 h 174"/>
                <a:gd name="T42" fmla="*/ 4 w 9"/>
                <a:gd name="T43" fmla="*/ 86 h 174"/>
                <a:gd name="T44" fmla="*/ 4 w 9"/>
                <a:gd name="T45" fmla="*/ 83 h 174"/>
                <a:gd name="T46" fmla="*/ 4 w 9"/>
                <a:gd name="T47" fmla="*/ 80 h 174"/>
                <a:gd name="T48" fmla="*/ 4 w 9"/>
                <a:gd name="T49" fmla="*/ 76 h 174"/>
                <a:gd name="T50" fmla="*/ 4 w 9"/>
                <a:gd name="T51" fmla="*/ 72 h 174"/>
                <a:gd name="T52" fmla="*/ 5 w 9"/>
                <a:gd name="T53" fmla="*/ 65 h 174"/>
                <a:gd name="T54" fmla="*/ 5 w 9"/>
                <a:gd name="T55" fmla="*/ 55 h 174"/>
                <a:gd name="T56" fmla="*/ 5 w 9"/>
                <a:gd name="T57" fmla="*/ 49 h 174"/>
                <a:gd name="T58" fmla="*/ 5 w 9"/>
                <a:gd name="T59" fmla="*/ 43 h 174"/>
                <a:gd name="T60" fmla="*/ 5 w 9"/>
                <a:gd name="T61" fmla="*/ 36 h 174"/>
                <a:gd name="T62" fmla="*/ 5 w 9"/>
                <a:gd name="T63" fmla="*/ 34 h 174"/>
                <a:gd name="T64" fmla="*/ 6 w 9"/>
                <a:gd name="T65" fmla="*/ 33 h 174"/>
                <a:gd name="T66" fmla="*/ 6 w 9"/>
                <a:gd name="T67" fmla="*/ 31 h 174"/>
                <a:gd name="T68" fmla="*/ 6 w 9"/>
                <a:gd name="T69" fmla="*/ 30 h 174"/>
                <a:gd name="T70" fmla="*/ 6 w 9"/>
                <a:gd name="T71" fmla="*/ 29 h 174"/>
                <a:gd name="T72" fmla="*/ 6 w 9"/>
                <a:gd name="T73" fmla="*/ 28 h 174"/>
                <a:gd name="T74" fmla="*/ 7 w 9"/>
                <a:gd name="T75" fmla="*/ 31 h 174"/>
                <a:gd name="T76" fmla="*/ 7 w 9"/>
                <a:gd name="T77" fmla="*/ 33 h 174"/>
                <a:gd name="T78" fmla="*/ 7 w 9"/>
                <a:gd name="T79" fmla="*/ 28 h 174"/>
                <a:gd name="T80" fmla="*/ 7 w 9"/>
                <a:gd name="T81" fmla="*/ 18 h 174"/>
                <a:gd name="T82" fmla="*/ 7 w 9"/>
                <a:gd name="T83" fmla="*/ 10 h 174"/>
                <a:gd name="T84" fmla="*/ 7 w 9"/>
                <a:gd name="T85" fmla="*/ 10 h 174"/>
                <a:gd name="T86" fmla="*/ 7 w 9"/>
                <a:gd name="T87" fmla="*/ 18 h 174"/>
                <a:gd name="T88" fmla="*/ 8 w 9"/>
                <a:gd name="T89" fmla="*/ 18 h 174"/>
                <a:gd name="T90" fmla="*/ 8 w 9"/>
                <a:gd name="T91" fmla="*/ 6 h 174"/>
                <a:gd name="T92" fmla="*/ 8 w 9"/>
                <a:gd name="T93" fmla="*/ 0 h 174"/>
                <a:gd name="T94" fmla="*/ 8 w 9"/>
                <a:gd name="T95" fmla="*/ 6 h 174"/>
                <a:gd name="T96" fmla="*/ 8 w 9"/>
                <a:gd name="T97" fmla="*/ 14 h 174"/>
                <a:gd name="T98" fmla="*/ 8 w 9"/>
                <a:gd name="T99" fmla="*/ 18 h 174"/>
                <a:gd name="T100" fmla="*/ 8 w 9"/>
                <a:gd name="T101" fmla="*/ 18 h 174"/>
                <a:gd name="T102" fmla="*/ 9 w 9"/>
                <a:gd name="T103" fmla="*/ 17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74">
                  <a:moveTo>
                    <a:pt x="0" y="167"/>
                  </a:moveTo>
                  <a:lnTo>
                    <a:pt x="0" y="168"/>
                  </a:lnTo>
                  <a:lnTo>
                    <a:pt x="0" y="161"/>
                  </a:lnTo>
                  <a:lnTo>
                    <a:pt x="1" y="159"/>
                  </a:lnTo>
                  <a:lnTo>
                    <a:pt x="1" y="170"/>
                  </a:lnTo>
                  <a:lnTo>
                    <a:pt x="1" y="174"/>
                  </a:lnTo>
                  <a:lnTo>
                    <a:pt x="1" y="159"/>
                  </a:lnTo>
                  <a:lnTo>
                    <a:pt x="2" y="146"/>
                  </a:lnTo>
                  <a:lnTo>
                    <a:pt x="2" y="143"/>
                  </a:lnTo>
                  <a:lnTo>
                    <a:pt x="2" y="143"/>
                  </a:lnTo>
                  <a:lnTo>
                    <a:pt x="2" y="148"/>
                  </a:lnTo>
                  <a:lnTo>
                    <a:pt x="2" y="153"/>
                  </a:lnTo>
                  <a:lnTo>
                    <a:pt x="2" y="146"/>
                  </a:lnTo>
                  <a:lnTo>
                    <a:pt x="2" y="138"/>
                  </a:lnTo>
                  <a:lnTo>
                    <a:pt x="3" y="138"/>
                  </a:lnTo>
                  <a:lnTo>
                    <a:pt x="3" y="136"/>
                  </a:lnTo>
                  <a:lnTo>
                    <a:pt x="3" y="126"/>
                  </a:lnTo>
                  <a:lnTo>
                    <a:pt x="3" y="117"/>
                  </a:lnTo>
                  <a:lnTo>
                    <a:pt x="3" y="111"/>
                  </a:lnTo>
                  <a:lnTo>
                    <a:pt x="3" y="103"/>
                  </a:lnTo>
                  <a:lnTo>
                    <a:pt x="3" y="93"/>
                  </a:lnTo>
                  <a:lnTo>
                    <a:pt x="4" y="86"/>
                  </a:lnTo>
                  <a:lnTo>
                    <a:pt x="4" y="83"/>
                  </a:lnTo>
                  <a:lnTo>
                    <a:pt x="4" y="80"/>
                  </a:lnTo>
                  <a:lnTo>
                    <a:pt x="4" y="76"/>
                  </a:lnTo>
                  <a:lnTo>
                    <a:pt x="4" y="72"/>
                  </a:lnTo>
                  <a:lnTo>
                    <a:pt x="5" y="65"/>
                  </a:lnTo>
                  <a:lnTo>
                    <a:pt x="5" y="55"/>
                  </a:lnTo>
                  <a:lnTo>
                    <a:pt x="5" y="49"/>
                  </a:lnTo>
                  <a:lnTo>
                    <a:pt x="5" y="43"/>
                  </a:lnTo>
                  <a:lnTo>
                    <a:pt x="5" y="36"/>
                  </a:lnTo>
                  <a:lnTo>
                    <a:pt x="5" y="34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30"/>
                  </a:lnTo>
                  <a:lnTo>
                    <a:pt x="6" y="29"/>
                  </a:lnTo>
                  <a:lnTo>
                    <a:pt x="6" y="28"/>
                  </a:lnTo>
                  <a:lnTo>
                    <a:pt x="7" y="31"/>
                  </a:lnTo>
                  <a:lnTo>
                    <a:pt x="7" y="33"/>
                  </a:lnTo>
                  <a:lnTo>
                    <a:pt x="7" y="28"/>
                  </a:lnTo>
                  <a:lnTo>
                    <a:pt x="7" y="1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7" y="18"/>
                  </a:lnTo>
                  <a:lnTo>
                    <a:pt x="8" y="18"/>
                  </a:lnTo>
                  <a:lnTo>
                    <a:pt x="8" y="6"/>
                  </a:lnTo>
                  <a:lnTo>
                    <a:pt x="8" y="0"/>
                  </a:lnTo>
                  <a:lnTo>
                    <a:pt x="8" y="6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9" y="1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1" name="Freeform 694"/>
            <p:cNvSpPr/>
            <p:nvPr/>
          </p:nvSpPr>
          <p:spPr bwMode="auto">
            <a:xfrm>
              <a:off x="2932113" y="1936751"/>
              <a:ext cx="14288" cy="52388"/>
            </a:xfrm>
            <a:custGeom>
              <a:avLst/>
              <a:gdLst>
                <a:gd name="T0" fmla="*/ 0 w 9"/>
                <a:gd name="T1" fmla="*/ 6 h 33"/>
                <a:gd name="T2" fmla="*/ 1 w 9"/>
                <a:gd name="T3" fmla="*/ 5 h 33"/>
                <a:gd name="T4" fmla="*/ 1 w 9"/>
                <a:gd name="T5" fmla="*/ 10 h 33"/>
                <a:gd name="T6" fmla="*/ 1 w 9"/>
                <a:gd name="T7" fmla="*/ 17 h 33"/>
                <a:gd name="T8" fmla="*/ 1 w 9"/>
                <a:gd name="T9" fmla="*/ 18 h 33"/>
                <a:gd name="T10" fmla="*/ 2 w 9"/>
                <a:gd name="T11" fmla="*/ 18 h 33"/>
                <a:gd name="T12" fmla="*/ 2 w 9"/>
                <a:gd name="T13" fmla="*/ 20 h 33"/>
                <a:gd name="T14" fmla="*/ 2 w 9"/>
                <a:gd name="T15" fmla="*/ 24 h 33"/>
                <a:gd name="T16" fmla="*/ 2 w 9"/>
                <a:gd name="T17" fmla="*/ 31 h 33"/>
                <a:gd name="T18" fmla="*/ 2 w 9"/>
                <a:gd name="T19" fmla="*/ 33 h 33"/>
                <a:gd name="T20" fmla="*/ 2 w 9"/>
                <a:gd name="T21" fmla="*/ 26 h 33"/>
                <a:gd name="T22" fmla="*/ 2 w 9"/>
                <a:gd name="T23" fmla="*/ 21 h 33"/>
                <a:gd name="T24" fmla="*/ 3 w 9"/>
                <a:gd name="T25" fmla="*/ 26 h 33"/>
                <a:gd name="T26" fmla="*/ 3 w 9"/>
                <a:gd name="T27" fmla="*/ 32 h 33"/>
                <a:gd name="T28" fmla="*/ 3 w 9"/>
                <a:gd name="T29" fmla="*/ 29 h 33"/>
                <a:gd name="T30" fmla="*/ 3 w 9"/>
                <a:gd name="T31" fmla="*/ 23 h 33"/>
                <a:gd name="T32" fmla="*/ 3 w 9"/>
                <a:gd name="T33" fmla="*/ 20 h 33"/>
                <a:gd name="T34" fmla="*/ 4 w 9"/>
                <a:gd name="T35" fmla="*/ 17 h 33"/>
                <a:gd name="T36" fmla="*/ 4 w 9"/>
                <a:gd name="T37" fmla="*/ 13 h 33"/>
                <a:gd name="T38" fmla="*/ 4 w 9"/>
                <a:gd name="T39" fmla="*/ 14 h 33"/>
                <a:gd name="T40" fmla="*/ 4 w 9"/>
                <a:gd name="T41" fmla="*/ 16 h 33"/>
                <a:gd name="T42" fmla="*/ 4 w 9"/>
                <a:gd name="T43" fmla="*/ 11 h 33"/>
                <a:gd name="T44" fmla="*/ 4 w 9"/>
                <a:gd name="T45" fmla="*/ 5 h 33"/>
                <a:gd name="T46" fmla="*/ 4 w 9"/>
                <a:gd name="T47" fmla="*/ 3 h 33"/>
                <a:gd name="T48" fmla="*/ 5 w 9"/>
                <a:gd name="T49" fmla="*/ 3 h 33"/>
                <a:gd name="T50" fmla="*/ 5 w 9"/>
                <a:gd name="T51" fmla="*/ 3 h 33"/>
                <a:gd name="T52" fmla="*/ 5 w 9"/>
                <a:gd name="T53" fmla="*/ 7 h 33"/>
                <a:gd name="T54" fmla="*/ 5 w 9"/>
                <a:gd name="T55" fmla="*/ 6 h 33"/>
                <a:gd name="T56" fmla="*/ 5 w 9"/>
                <a:gd name="T57" fmla="*/ 0 h 33"/>
                <a:gd name="T58" fmla="*/ 5 w 9"/>
                <a:gd name="T59" fmla="*/ 0 h 33"/>
                <a:gd name="T60" fmla="*/ 5 w 9"/>
                <a:gd name="T61" fmla="*/ 8 h 33"/>
                <a:gd name="T62" fmla="*/ 6 w 9"/>
                <a:gd name="T63" fmla="*/ 11 h 33"/>
                <a:gd name="T64" fmla="*/ 6 w 9"/>
                <a:gd name="T65" fmla="*/ 10 h 33"/>
                <a:gd name="T66" fmla="*/ 6 w 9"/>
                <a:gd name="T67" fmla="*/ 9 h 33"/>
                <a:gd name="T68" fmla="*/ 6 w 9"/>
                <a:gd name="T69" fmla="*/ 10 h 33"/>
                <a:gd name="T70" fmla="*/ 7 w 9"/>
                <a:gd name="T71" fmla="*/ 11 h 33"/>
                <a:gd name="T72" fmla="*/ 7 w 9"/>
                <a:gd name="T73" fmla="*/ 14 h 33"/>
                <a:gd name="T74" fmla="*/ 7 w 9"/>
                <a:gd name="T75" fmla="*/ 16 h 33"/>
                <a:gd name="T76" fmla="*/ 7 w 9"/>
                <a:gd name="T77" fmla="*/ 16 h 33"/>
                <a:gd name="T78" fmla="*/ 7 w 9"/>
                <a:gd name="T79" fmla="*/ 17 h 33"/>
                <a:gd name="T80" fmla="*/ 7 w 9"/>
                <a:gd name="T81" fmla="*/ 24 h 33"/>
                <a:gd name="T82" fmla="*/ 7 w 9"/>
                <a:gd name="T83" fmla="*/ 29 h 33"/>
                <a:gd name="T84" fmla="*/ 8 w 9"/>
                <a:gd name="T85" fmla="*/ 28 h 33"/>
                <a:gd name="T86" fmla="*/ 8 w 9"/>
                <a:gd name="T87" fmla="*/ 25 h 33"/>
                <a:gd name="T88" fmla="*/ 8 w 9"/>
                <a:gd name="T89" fmla="*/ 25 h 33"/>
                <a:gd name="T90" fmla="*/ 8 w 9"/>
                <a:gd name="T91" fmla="*/ 26 h 33"/>
                <a:gd name="T92" fmla="*/ 8 w 9"/>
                <a:gd name="T93" fmla="*/ 24 h 33"/>
                <a:gd name="T94" fmla="*/ 9 w 9"/>
                <a:gd name="T95" fmla="*/ 21 h 33"/>
                <a:gd name="T96" fmla="*/ 9 w 9"/>
                <a:gd name="T97" fmla="*/ 20 h 33"/>
                <a:gd name="T98" fmla="*/ 9 w 9"/>
                <a:gd name="T99" fmla="*/ 19 h 33"/>
                <a:gd name="T100" fmla="*/ 9 w 9"/>
                <a:gd name="T101" fmla="*/ 18 h 33"/>
                <a:gd name="T102" fmla="*/ 9 w 9"/>
                <a:gd name="T103" fmla="*/ 2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33">
                  <a:moveTo>
                    <a:pt x="0" y="6"/>
                  </a:moveTo>
                  <a:lnTo>
                    <a:pt x="1" y="5"/>
                  </a:lnTo>
                  <a:lnTo>
                    <a:pt x="1" y="10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2" y="24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26"/>
                  </a:lnTo>
                  <a:lnTo>
                    <a:pt x="2" y="21"/>
                  </a:lnTo>
                  <a:lnTo>
                    <a:pt x="3" y="26"/>
                  </a:lnTo>
                  <a:lnTo>
                    <a:pt x="3" y="32"/>
                  </a:lnTo>
                  <a:lnTo>
                    <a:pt x="3" y="29"/>
                  </a:lnTo>
                  <a:lnTo>
                    <a:pt x="3" y="23"/>
                  </a:lnTo>
                  <a:lnTo>
                    <a:pt x="3" y="20"/>
                  </a:lnTo>
                  <a:lnTo>
                    <a:pt x="4" y="17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4" y="16"/>
                  </a:lnTo>
                  <a:lnTo>
                    <a:pt x="4" y="11"/>
                  </a:lnTo>
                  <a:lnTo>
                    <a:pt x="4" y="5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8"/>
                  </a:lnTo>
                  <a:lnTo>
                    <a:pt x="6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6" y="10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7"/>
                  </a:lnTo>
                  <a:lnTo>
                    <a:pt x="7" y="24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1"/>
                  </a:lnTo>
                  <a:lnTo>
                    <a:pt x="9" y="20"/>
                  </a:lnTo>
                  <a:lnTo>
                    <a:pt x="9" y="19"/>
                  </a:lnTo>
                  <a:lnTo>
                    <a:pt x="9" y="18"/>
                  </a:lnTo>
                  <a:lnTo>
                    <a:pt x="9" y="2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2" name="Freeform 695"/>
            <p:cNvSpPr/>
            <p:nvPr/>
          </p:nvSpPr>
          <p:spPr bwMode="auto">
            <a:xfrm>
              <a:off x="2946400" y="1882776"/>
              <a:ext cx="12700" cy="103188"/>
            </a:xfrm>
            <a:custGeom>
              <a:avLst/>
              <a:gdLst>
                <a:gd name="T0" fmla="*/ 0 w 8"/>
                <a:gd name="T1" fmla="*/ 52 h 65"/>
                <a:gd name="T2" fmla="*/ 0 w 8"/>
                <a:gd name="T3" fmla="*/ 54 h 65"/>
                <a:gd name="T4" fmla="*/ 0 w 8"/>
                <a:gd name="T5" fmla="*/ 59 h 65"/>
                <a:gd name="T6" fmla="*/ 0 w 8"/>
                <a:gd name="T7" fmla="*/ 61 h 65"/>
                <a:gd name="T8" fmla="*/ 1 w 8"/>
                <a:gd name="T9" fmla="*/ 60 h 65"/>
                <a:gd name="T10" fmla="*/ 1 w 8"/>
                <a:gd name="T11" fmla="*/ 60 h 65"/>
                <a:gd name="T12" fmla="*/ 1 w 8"/>
                <a:gd name="T13" fmla="*/ 58 h 65"/>
                <a:gd name="T14" fmla="*/ 1 w 8"/>
                <a:gd name="T15" fmla="*/ 52 h 65"/>
                <a:gd name="T16" fmla="*/ 2 w 8"/>
                <a:gd name="T17" fmla="*/ 49 h 65"/>
                <a:gd name="T18" fmla="*/ 2 w 8"/>
                <a:gd name="T19" fmla="*/ 47 h 65"/>
                <a:gd name="T20" fmla="*/ 2 w 8"/>
                <a:gd name="T21" fmla="*/ 39 h 65"/>
                <a:gd name="T22" fmla="*/ 2 w 8"/>
                <a:gd name="T23" fmla="*/ 29 h 65"/>
                <a:gd name="T24" fmla="*/ 2 w 8"/>
                <a:gd name="T25" fmla="*/ 25 h 65"/>
                <a:gd name="T26" fmla="*/ 2 w 8"/>
                <a:gd name="T27" fmla="*/ 23 h 65"/>
                <a:gd name="T28" fmla="*/ 2 w 8"/>
                <a:gd name="T29" fmla="*/ 19 h 65"/>
                <a:gd name="T30" fmla="*/ 3 w 8"/>
                <a:gd name="T31" fmla="*/ 17 h 65"/>
                <a:gd name="T32" fmla="*/ 3 w 8"/>
                <a:gd name="T33" fmla="*/ 13 h 65"/>
                <a:gd name="T34" fmla="*/ 3 w 8"/>
                <a:gd name="T35" fmla="*/ 7 h 65"/>
                <a:gd name="T36" fmla="*/ 3 w 8"/>
                <a:gd name="T37" fmla="*/ 5 h 65"/>
                <a:gd name="T38" fmla="*/ 3 w 8"/>
                <a:gd name="T39" fmla="*/ 6 h 65"/>
                <a:gd name="T40" fmla="*/ 3 w 8"/>
                <a:gd name="T41" fmla="*/ 3 h 65"/>
                <a:gd name="T42" fmla="*/ 3 w 8"/>
                <a:gd name="T43" fmla="*/ 0 h 65"/>
                <a:gd name="T44" fmla="*/ 4 w 8"/>
                <a:gd name="T45" fmla="*/ 2 h 65"/>
                <a:gd name="T46" fmla="*/ 4 w 8"/>
                <a:gd name="T47" fmla="*/ 5 h 65"/>
                <a:gd name="T48" fmla="*/ 4 w 8"/>
                <a:gd name="T49" fmla="*/ 3 h 65"/>
                <a:gd name="T50" fmla="*/ 4 w 8"/>
                <a:gd name="T51" fmla="*/ 2 h 65"/>
                <a:gd name="T52" fmla="*/ 5 w 8"/>
                <a:gd name="T53" fmla="*/ 4 h 65"/>
                <a:gd name="T54" fmla="*/ 5 w 8"/>
                <a:gd name="T55" fmla="*/ 8 h 65"/>
                <a:gd name="T56" fmla="*/ 5 w 8"/>
                <a:gd name="T57" fmla="*/ 13 h 65"/>
                <a:gd name="T58" fmla="*/ 5 w 8"/>
                <a:gd name="T59" fmla="*/ 15 h 65"/>
                <a:gd name="T60" fmla="*/ 5 w 8"/>
                <a:gd name="T61" fmla="*/ 14 h 65"/>
                <a:gd name="T62" fmla="*/ 5 w 8"/>
                <a:gd name="T63" fmla="*/ 12 h 65"/>
                <a:gd name="T64" fmla="*/ 5 w 8"/>
                <a:gd name="T65" fmla="*/ 15 h 65"/>
                <a:gd name="T66" fmla="*/ 6 w 8"/>
                <a:gd name="T67" fmla="*/ 21 h 65"/>
                <a:gd name="T68" fmla="*/ 6 w 8"/>
                <a:gd name="T69" fmla="*/ 27 h 65"/>
                <a:gd name="T70" fmla="*/ 6 w 8"/>
                <a:gd name="T71" fmla="*/ 28 h 65"/>
                <a:gd name="T72" fmla="*/ 6 w 8"/>
                <a:gd name="T73" fmla="*/ 32 h 65"/>
                <a:gd name="T74" fmla="*/ 6 w 8"/>
                <a:gd name="T75" fmla="*/ 39 h 65"/>
                <a:gd name="T76" fmla="*/ 7 w 8"/>
                <a:gd name="T77" fmla="*/ 47 h 65"/>
                <a:gd name="T78" fmla="*/ 7 w 8"/>
                <a:gd name="T79" fmla="*/ 50 h 65"/>
                <a:gd name="T80" fmla="*/ 7 w 8"/>
                <a:gd name="T81" fmla="*/ 52 h 65"/>
                <a:gd name="T82" fmla="*/ 7 w 8"/>
                <a:gd name="T83" fmla="*/ 55 h 65"/>
                <a:gd name="T84" fmla="*/ 7 w 8"/>
                <a:gd name="T85" fmla="*/ 61 h 65"/>
                <a:gd name="T86" fmla="*/ 7 w 8"/>
                <a:gd name="T87" fmla="*/ 64 h 65"/>
                <a:gd name="T88" fmla="*/ 7 w 8"/>
                <a:gd name="T89" fmla="*/ 64 h 65"/>
                <a:gd name="T90" fmla="*/ 8 w 8"/>
                <a:gd name="T91" fmla="*/ 64 h 65"/>
                <a:gd name="T92" fmla="*/ 8 w 8"/>
                <a:gd name="T93" fmla="*/ 65 h 65"/>
                <a:gd name="T94" fmla="*/ 8 w 8"/>
                <a:gd name="T95" fmla="*/ 64 h 65"/>
                <a:gd name="T96" fmla="*/ 8 w 8"/>
                <a:gd name="T97" fmla="*/ 64 h 65"/>
                <a:gd name="T98" fmla="*/ 8 w 8"/>
                <a:gd name="T99" fmla="*/ 65 h 65"/>
                <a:gd name="T100" fmla="*/ 8 w 8"/>
                <a:gd name="T101" fmla="*/ 64 h 65"/>
                <a:gd name="T102" fmla="*/ 8 w 8"/>
                <a:gd name="T103" fmla="*/ 6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5">
                  <a:moveTo>
                    <a:pt x="0" y="52"/>
                  </a:moveTo>
                  <a:lnTo>
                    <a:pt x="0" y="54"/>
                  </a:lnTo>
                  <a:lnTo>
                    <a:pt x="0" y="59"/>
                  </a:lnTo>
                  <a:lnTo>
                    <a:pt x="0" y="61"/>
                  </a:lnTo>
                  <a:lnTo>
                    <a:pt x="1" y="60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2"/>
                  </a:lnTo>
                  <a:lnTo>
                    <a:pt x="2" y="49"/>
                  </a:lnTo>
                  <a:lnTo>
                    <a:pt x="2" y="47"/>
                  </a:lnTo>
                  <a:lnTo>
                    <a:pt x="2" y="39"/>
                  </a:lnTo>
                  <a:lnTo>
                    <a:pt x="2" y="29"/>
                  </a:lnTo>
                  <a:lnTo>
                    <a:pt x="2" y="25"/>
                  </a:lnTo>
                  <a:lnTo>
                    <a:pt x="2" y="23"/>
                  </a:lnTo>
                  <a:lnTo>
                    <a:pt x="2" y="19"/>
                  </a:lnTo>
                  <a:lnTo>
                    <a:pt x="3" y="17"/>
                  </a:lnTo>
                  <a:lnTo>
                    <a:pt x="3" y="13"/>
                  </a:lnTo>
                  <a:lnTo>
                    <a:pt x="3" y="7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3"/>
                  </a:lnTo>
                  <a:lnTo>
                    <a:pt x="3" y="0"/>
                  </a:lnTo>
                  <a:lnTo>
                    <a:pt x="4" y="2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2"/>
                  </a:lnTo>
                  <a:lnTo>
                    <a:pt x="5" y="4"/>
                  </a:lnTo>
                  <a:lnTo>
                    <a:pt x="5" y="8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5" y="12"/>
                  </a:lnTo>
                  <a:lnTo>
                    <a:pt x="5" y="15"/>
                  </a:lnTo>
                  <a:lnTo>
                    <a:pt x="6" y="21"/>
                  </a:lnTo>
                  <a:lnTo>
                    <a:pt x="6" y="27"/>
                  </a:lnTo>
                  <a:lnTo>
                    <a:pt x="6" y="28"/>
                  </a:lnTo>
                  <a:lnTo>
                    <a:pt x="6" y="32"/>
                  </a:lnTo>
                  <a:lnTo>
                    <a:pt x="6" y="39"/>
                  </a:lnTo>
                  <a:lnTo>
                    <a:pt x="7" y="47"/>
                  </a:lnTo>
                  <a:lnTo>
                    <a:pt x="7" y="50"/>
                  </a:lnTo>
                  <a:lnTo>
                    <a:pt x="7" y="52"/>
                  </a:lnTo>
                  <a:lnTo>
                    <a:pt x="7" y="55"/>
                  </a:lnTo>
                  <a:lnTo>
                    <a:pt x="7" y="61"/>
                  </a:lnTo>
                  <a:lnTo>
                    <a:pt x="7" y="64"/>
                  </a:lnTo>
                  <a:lnTo>
                    <a:pt x="7" y="64"/>
                  </a:lnTo>
                  <a:lnTo>
                    <a:pt x="8" y="64"/>
                  </a:lnTo>
                  <a:lnTo>
                    <a:pt x="8" y="65"/>
                  </a:lnTo>
                  <a:lnTo>
                    <a:pt x="8" y="64"/>
                  </a:lnTo>
                  <a:lnTo>
                    <a:pt x="8" y="64"/>
                  </a:lnTo>
                  <a:lnTo>
                    <a:pt x="8" y="65"/>
                  </a:lnTo>
                  <a:lnTo>
                    <a:pt x="8" y="64"/>
                  </a:lnTo>
                  <a:lnTo>
                    <a:pt x="8" y="6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3" name="Freeform 696"/>
            <p:cNvSpPr/>
            <p:nvPr/>
          </p:nvSpPr>
          <p:spPr bwMode="auto">
            <a:xfrm>
              <a:off x="2959100" y="1982789"/>
              <a:ext cx="14288" cy="187325"/>
            </a:xfrm>
            <a:custGeom>
              <a:avLst/>
              <a:gdLst>
                <a:gd name="T0" fmla="*/ 0 w 9"/>
                <a:gd name="T1" fmla="*/ 1 h 118"/>
                <a:gd name="T2" fmla="*/ 0 w 9"/>
                <a:gd name="T3" fmla="*/ 0 h 118"/>
                <a:gd name="T4" fmla="*/ 1 w 9"/>
                <a:gd name="T5" fmla="*/ 2 h 118"/>
                <a:gd name="T6" fmla="*/ 1 w 9"/>
                <a:gd name="T7" fmla="*/ 2 h 118"/>
                <a:gd name="T8" fmla="*/ 1 w 9"/>
                <a:gd name="T9" fmla="*/ 1 h 118"/>
                <a:gd name="T10" fmla="*/ 1 w 9"/>
                <a:gd name="T11" fmla="*/ 3 h 118"/>
                <a:gd name="T12" fmla="*/ 2 w 9"/>
                <a:gd name="T13" fmla="*/ 6 h 118"/>
                <a:gd name="T14" fmla="*/ 2 w 9"/>
                <a:gd name="T15" fmla="*/ 7 h 118"/>
                <a:gd name="T16" fmla="*/ 2 w 9"/>
                <a:gd name="T17" fmla="*/ 11 h 118"/>
                <a:gd name="T18" fmla="*/ 2 w 9"/>
                <a:gd name="T19" fmla="*/ 13 h 118"/>
                <a:gd name="T20" fmla="*/ 2 w 9"/>
                <a:gd name="T21" fmla="*/ 15 h 118"/>
                <a:gd name="T22" fmla="*/ 2 w 9"/>
                <a:gd name="T23" fmla="*/ 20 h 118"/>
                <a:gd name="T24" fmla="*/ 2 w 9"/>
                <a:gd name="T25" fmla="*/ 26 h 118"/>
                <a:gd name="T26" fmla="*/ 3 w 9"/>
                <a:gd name="T27" fmla="*/ 24 h 118"/>
                <a:gd name="T28" fmla="*/ 3 w 9"/>
                <a:gd name="T29" fmla="*/ 25 h 118"/>
                <a:gd name="T30" fmla="*/ 3 w 9"/>
                <a:gd name="T31" fmla="*/ 31 h 118"/>
                <a:gd name="T32" fmla="*/ 3 w 9"/>
                <a:gd name="T33" fmla="*/ 34 h 118"/>
                <a:gd name="T34" fmla="*/ 3 w 9"/>
                <a:gd name="T35" fmla="*/ 31 h 118"/>
                <a:gd name="T36" fmla="*/ 4 w 9"/>
                <a:gd name="T37" fmla="*/ 34 h 118"/>
                <a:gd name="T38" fmla="*/ 4 w 9"/>
                <a:gd name="T39" fmla="*/ 41 h 118"/>
                <a:gd name="T40" fmla="*/ 4 w 9"/>
                <a:gd name="T41" fmla="*/ 43 h 118"/>
                <a:gd name="T42" fmla="*/ 4 w 9"/>
                <a:gd name="T43" fmla="*/ 45 h 118"/>
                <a:gd name="T44" fmla="*/ 4 w 9"/>
                <a:gd name="T45" fmla="*/ 50 h 118"/>
                <a:gd name="T46" fmla="*/ 4 w 9"/>
                <a:gd name="T47" fmla="*/ 52 h 118"/>
                <a:gd name="T48" fmla="*/ 4 w 9"/>
                <a:gd name="T49" fmla="*/ 56 h 118"/>
                <a:gd name="T50" fmla="*/ 5 w 9"/>
                <a:gd name="T51" fmla="*/ 68 h 118"/>
                <a:gd name="T52" fmla="*/ 5 w 9"/>
                <a:gd name="T53" fmla="*/ 71 h 118"/>
                <a:gd name="T54" fmla="*/ 5 w 9"/>
                <a:gd name="T55" fmla="*/ 65 h 118"/>
                <a:gd name="T56" fmla="*/ 5 w 9"/>
                <a:gd name="T57" fmla="*/ 72 h 118"/>
                <a:gd name="T58" fmla="*/ 5 w 9"/>
                <a:gd name="T59" fmla="*/ 87 h 118"/>
                <a:gd name="T60" fmla="*/ 5 w 9"/>
                <a:gd name="T61" fmla="*/ 87 h 118"/>
                <a:gd name="T62" fmla="*/ 5 w 9"/>
                <a:gd name="T63" fmla="*/ 86 h 118"/>
                <a:gd name="T64" fmla="*/ 6 w 9"/>
                <a:gd name="T65" fmla="*/ 96 h 118"/>
                <a:gd name="T66" fmla="*/ 6 w 9"/>
                <a:gd name="T67" fmla="*/ 101 h 118"/>
                <a:gd name="T68" fmla="*/ 6 w 9"/>
                <a:gd name="T69" fmla="*/ 97 h 118"/>
                <a:gd name="T70" fmla="*/ 6 w 9"/>
                <a:gd name="T71" fmla="*/ 103 h 118"/>
                <a:gd name="T72" fmla="*/ 7 w 9"/>
                <a:gd name="T73" fmla="*/ 112 h 118"/>
                <a:gd name="T74" fmla="*/ 7 w 9"/>
                <a:gd name="T75" fmla="*/ 106 h 118"/>
                <a:gd name="T76" fmla="*/ 7 w 9"/>
                <a:gd name="T77" fmla="*/ 102 h 118"/>
                <a:gd name="T78" fmla="*/ 7 w 9"/>
                <a:gd name="T79" fmla="*/ 110 h 118"/>
                <a:gd name="T80" fmla="*/ 7 w 9"/>
                <a:gd name="T81" fmla="*/ 111 h 118"/>
                <a:gd name="T82" fmla="*/ 7 w 9"/>
                <a:gd name="T83" fmla="*/ 105 h 118"/>
                <a:gd name="T84" fmla="*/ 7 w 9"/>
                <a:gd name="T85" fmla="*/ 111 h 118"/>
                <a:gd name="T86" fmla="*/ 8 w 9"/>
                <a:gd name="T87" fmla="*/ 118 h 118"/>
                <a:gd name="T88" fmla="*/ 8 w 9"/>
                <a:gd name="T89" fmla="*/ 110 h 118"/>
                <a:gd name="T90" fmla="*/ 8 w 9"/>
                <a:gd name="T91" fmla="*/ 108 h 118"/>
                <a:gd name="T92" fmla="*/ 8 w 9"/>
                <a:gd name="T93" fmla="*/ 115 h 118"/>
                <a:gd name="T94" fmla="*/ 8 w 9"/>
                <a:gd name="T95" fmla="*/ 114 h 118"/>
                <a:gd name="T96" fmla="*/ 9 w 9"/>
                <a:gd name="T97" fmla="*/ 108 h 118"/>
                <a:gd name="T98" fmla="*/ 9 w 9"/>
                <a:gd name="T99" fmla="*/ 112 h 118"/>
                <a:gd name="T100" fmla="*/ 9 w 9"/>
                <a:gd name="T101" fmla="*/ 113 h 118"/>
                <a:gd name="T102" fmla="*/ 9 w 9"/>
                <a:gd name="T103" fmla="*/ 10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18">
                  <a:moveTo>
                    <a:pt x="0" y="1"/>
                  </a:moveTo>
                  <a:lnTo>
                    <a:pt x="0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3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2" y="20"/>
                  </a:lnTo>
                  <a:lnTo>
                    <a:pt x="2" y="26"/>
                  </a:lnTo>
                  <a:lnTo>
                    <a:pt x="3" y="24"/>
                  </a:lnTo>
                  <a:lnTo>
                    <a:pt x="3" y="25"/>
                  </a:lnTo>
                  <a:lnTo>
                    <a:pt x="3" y="31"/>
                  </a:lnTo>
                  <a:lnTo>
                    <a:pt x="3" y="34"/>
                  </a:lnTo>
                  <a:lnTo>
                    <a:pt x="3" y="31"/>
                  </a:lnTo>
                  <a:lnTo>
                    <a:pt x="4" y="34"/>
                  </a:lnTo>
                  <a:lnTo>
                    <a:pt x="4" y="41"/>
                  </a:lnTo>
                  <a:lnTo>
                    <a:pt x="4" y="43"/>
                  </a:lnTo>
                  <a:lnTo>
                    <a:pt x="4" y="45"/>
                  </a:lnTo>
                  <a:lnTo>
                    <a:pt x="4" y="50"/>
                  </a:lnTo>
                  <a:lnTo>
                    <a:pt x="4" y="52"/>
                  </a:lnTo>
                  <a:lnTo>
                    <a:pt x="4" y="56"/>
                  </a:lnTo>
                  <a:lnTo>
                    <a:pt x="5" y="68"/>
                  </a:lnTo>
                  <a:lnTo>
                    <a:pt x="5" y="71"/>
                  </a:lnTo>
                  <a:lnTo>
                    <a:pt x="5" y="65"/>
                  </a:lnTo>
                  <a:lnTo>
                    <a:pt x="5" y="72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5" y="86"/>
                  </a:lnTo>
                  <a:lnTo>
                    <a:pt x="6" y="96"/>
                  </a:lnTo>
                  <a:lnTo>
                    <a:pt x="6" y="101"/>
                  </a:lnTo>
                  <a:lnTo>
                    <a:pt x="6" y="97"/>
                  </a:lnTo>
                  <a:lnTo>
                    <a:pt x="6" y="103"/>
                  </a:lnTo>
                  <a:lnTo>
                    <a:pt x="7" y="112"/>
                  </a:lnTo>
                  <a:lnTo>
                    <a:pt x="7" y="106"/>
                  </a:lnTo>
                  <a:lnTo>
                    <a:pt x="7" y="102"/>
                  </a:lnTo>
                  <a:lnTo>
                    <a:pt x="7" y="110"/>
                  </a:lnTo>
                  <a:lnTo>
                    <a:pt x="7" y="111"/>
                  </a:lnTo>
                  <a:lnTo>
                    <a:pt x="7" y="105"/>
                  </a:lnTo>
                  <a:lnTo>
                    <a:pt x="7" y="111"/>
                  </a:lnTo>
                  <a:lnTo>
                    <a:pt x="8" y="118"/>
                  </a:lnTo>
                  <a:lnTo>
                    <a:pt x="8" y="110"/>
                  </a:lnTo>
                  <a:lnTo>
                    <a:pt x="8" y="108"/>
                  </a:lnTo>
                  <a:lnTo>
                    <a:pt x="8" y="115"/>
                  </a:lnTo>
                  <a:lnTo>
                    <a:pt x="8" y="114"/>
                  </a:lnTo>
                  <a:lnTo>
                    <a:pt x="9" y="108"/>
                  </a:lnTo>
                  <a:lnTo>
                    <a:pt x="9" y="112"/>
                  </a:lnTo>
                  <a:lnTo>
                    <a:pt x="9" y="113"/>
                  </a:lnTo>
                  <a:lnTo>
                    <a:pt x="9" y="10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4" name="Freeform 697"/>
            <p:cNvSpPr/>
            <p:nvPr/>
          </p:nvSpPr>
          <p:spPr bwMode="auto">
            <a:xfrm>
              <a:off x="2973388" y="1935164"/>
              <a:ext cx="12700" cy="268288"/>
            </a:xfrm>
            <a:custGeom>
              <a:avLst/>
              <a:gdLst>
                <a:gd name="T0" fmla="*/ 0 w 8"/>
                <a:gd name="T1" fmla="*/ 143 h 169"/>
                <a:gd name="T2" fmla="*/ 0 w 8"/>
                <a:gd name="T3" fmla="*/ 137 h 169"/>
                <a:gd name="T4" fmla="*/ 0 w 8"/>
                <a:gd name="T5" fmla="*/ 138 h 169"/>
                <a:gd name="T6" fmla="*/ 0 w 8"/>
                <a:gd name="T7" fmla="*/ 142 h 169"/>
                <a:gd name="T8" fmla="*/ 1 w 8"/>
                <a:gd name="T9" fmla="*/ 139 h 169"/>
                <a:gd name="T10" fmla="*/ 1 w 8"/>
                <a:gd name="T11" fmla="*/ 139 h 169"/>
                <a:gd name="T12" fmla="*/ 1 w 8"/>
                <a:gd name="T13" fmla="*/ 144 h 169"/>
                <a:gd name="T14" fmla="*/ 1 w 8"/>
                <a:gd name="T15" fmla="*/ 142 h 169"/>
                <a:gd name="T16" fmla="*/ 1 w 8"/>
                <a:gd name="T17" fmla="*/ 139 h 169"/>
                <a:gd name="T18" fmla="*/ 1 w 8"/>
                <a:gd name="T19" fmla="*/ 144 h 169"/>
                <a:gd name="T20" fmla="*/ 1 w 8"/>
                <a:gd name="T21" fmla="*/ 145 h 169"/>
                <a:gd name="T22" fmla="*/ 2 w 8"/>
                <a:gd name="T23" fmla="*/ 147 h 169"/>
                <a:gd name="T24" fmla="*/ 2 w 8"/>
                <a:gd name="T25" fmla="*/ 159 h 169"/>
                <a:gd name="T26" fmla="*/ 2 w 8"/>
                <a:gd name="T27" fmla="*/ 169 h 169"/>
                <a:gd name="T28" fmla="*/ 2 w 8"/>
                <a:gd name="T29" fmla="*/ 160 h 169"/>
                <a:gd name="T30" fmla="*/ 2 w 8"/>
                <a:gd name="T31" fmla="*/ 152 h 169"/>
                <a:gd name="T32" fmla="*/ 3 w 8"/>
                <a:gd name="T33" fmla="*/ 155 h 169"/>
                <a:gd name="T34" fmla="*/ 3 w 8"/>
                <a:gd name="T35" fmla="*/ 155 h 169"/>
                <a:gd name="T36" fmla="*/ 3 w 8"/>
                <a:gd name="T37" fmla="*/ 149 h 169"/>
                <a:gd name="T38" fmla="*/ 3 w 8"/>
                <a:gd name="T39" fmla="*/ 147 h 169"/>
                <a:gd name="T40" fmla="*/ 3 w 8"/>
                <a:gd name="T41" fmla="*/ 138 h 169"/>
                <a:gd name="T42" fmla="*/ 3 w 8"/>
                <a:gd name="T43" fmla="*/ 125 h 169"/>
                <a:gd name="T44" fmla="*/ 3 w 8"/>
                <a:gd name="T45" fmla="*/ 124 h 169"/>
                <a:gd name="T46" fmla="*/ 4 w 8"/>
                <a:gd name="T47" fmla="*/ 135 h 169"/>
                <a:gd name="T48" fmla="*/ 4 w 8"/>
                <a:gd name="T49" fmla="*/ 138 h 169"/>
                <a:gd name="T50" fmla="*/ 4 w 8"/>
                <a:gd name="T51" fmla="*/ 133 h 169"/>
                <a:gd name="T52" fmla="*/ 4 w 8"/>
                <a:gd name="T53" fmla="*/ 130 h 169"/>
                <a:gd name="T54" fmla="*/ 5 w 8"/>
                <a:gd name="T55" fmla="*/ 126 h 169"/>
                <a:gd name="T56" fmla="*/ 5 w 8"/>
                <a:gd name="T57" fmla="*/ 116 h 169"/>
                <a:gd name="T58" fmla="*/ 5 w 8"/>
                <a:gd name="T59" fmla="*/ 107 h 169"/>
                <a:gd name="T60" fmla="*/ 5 w 8"/>
                <a:gd name="T61" fmla="*/ 104 h 169"/>
                <a:gd name="T62" fmla="*/ 5 w 8"/>
                <a:gd name="T63" fmla="*/ 92 h 169"/>
                <a:gd name="T64" fmla="*/ 5 w 8"/>
                <a:gd name="T65" fmla="*/ 75 h 169"/>
                <a:gd name="T66" fmla="*/ 5 w 8"/>
                <a:gd name="T67" fmla="*/ 66 h 169"/>
                <a:gd name="T68" fmla="*/ 6 w 8"/>
                <a:gd name="T69" fmla="*/ 63 h 169"/>
                <a:gd name="T70" fmla="*/ 6 w 8"/>
                <a:gd name="T71" fmla="*/ 56 h 169"/>
                <a:gd name="T72" fmla="*/ 6 w 8"/>
                <a:gd name="T73" fmla="*/ 52 h 169"/>
                <a:gd name="T74" fmla="*/ 6 w 8"/>
                <a:gd name="T75" fmla="*/ 50 h 169"/>
                <a:gd name="T76" fmla="*/ 6 w 8"/>
                <a:gd name="T77" fmla="*/ 42 h 169"/>
                <a:gd name="T78" fmla="*/ 6 w 8"/>
                <a:gd name="T79" fmla="*/ 34 h 169"/>
                <a:gd name="T80" fmla="*/ 6 w 8"/>
                <a:gd name="T81" fmla="*/ 31 h 169"/>
                <a:gd name="T82" fmla="*/ 7 w 8"/>
                <a:gd name="T83" fmla="*/ 27 h 169"/>
                <a:gd name="T84" fmla="*/ 7 w 8"/>
                <a:gd name="T85" fmla="*/ 20 h 169"/>
                <a:gd name="T86" fmla="*/ 7 w 8"/>
                <a:gd name="T87" fmla="*/ 14 h 169"/>
                <a:gd name="T88" fmla="*/ 7 w 8"/>
                <a:gd name="T89" fmla="*/ 10 h 169"/>
                <a:gd name="T90" fmla="*/ 7 w 8"/>
                <a:gd name="T91" fmla="*/ 11 h 169"/>
                <a:gd name="T92" fmla="*/ 8 w 8"/>
                <a:gd name="T93" fmla="*/ 9 h 169"/>
                <a:gd name="T94" fmla="*/ 8 w 8"/>
                <a:gd name="T95" fmla="*/ 2 h 169"/>
                <a:gd name="T96" fmla="*/ 8 w 8"/>
                <a:gd name="T97" fmla="*/ 0 h 169"/>
                <a:gd name="T98" fmla="*/ 8 w 8"/>
                <a:gd name="T99" fmla="*/ 2 h 169"/>
                <a:gd name="T100" fmla="*/ 8 w 8"/>
                <a:gd name="T101" fmla="*/ 4 h 169"/>
                <a:gd name="T102" fmla="*/ 8 w 8"/>
                <a:gd name="T103" fmla="*/ 7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69">
                  <a:moveTo>
                    <a:pt x="0" y="143"/>
                  </a:moveTo>
                  <a:lnTo>
                    <a:pt x="0" y="137"/>
                  </a:lnTo>
                  <a:lnTo>
                    <a:pt x="0" y="138"/>
                  </a:lnTo>
                  <a:lnTo>
                    <a:pt x="0" y="142"/>
                  </a:lnTo>
                  <a:lnTo>
                    <a:pt x="1" y="139"/>
                  </a:lnTo>
                  <a:lnTo>
                    <a:pt x="1" y="139"/>
                  </a:lnTo>
                  <a:lnTo>
                    <a:pt x="1" y="144"/>
                  </a:lnTo>
                  <a:lnTo>
                    <a:pt x="1" y="142"/>
                  </a:lnTo>
                  <a:lnTo>
                    <a:pt x="1" y="139"/>
                  </a:lnTo>
                  <a:lnTo>
                    <a:pt x="1" y="144"/>
                  </a:lnTo>
                  <a:lnTo>
                    <a:pt x="1" y="145"/>
                  </a:lnTo>
                  <a:lnTo>
                    <a:pt x="2" y="147"/>
                  </a:lnTo>
                  <a:lnTo>
                    <a:pt x="2" y="159"/>
                  </a:lnTo>
                  <a:lnTo>
                    <a:pt x="2" y="169"/>
                  </a:lnTo>
                  <a:lnTo>
                    <a:pt x="2" y="160"/>
                  </a:lnTo>
                  <a:lnTo>
                    <a:pt x="2" y="152"/>
                  </a:lnTo>
                  <a:lnTo>
                    <a:pt x="3" y="155"/>
                  </a:lnTo>
                  <a:lnTo>
                    <a:pt x="3" y="155"/>
                  </a:lnTo>
                  <a:lnTo>
                    <a:pt x="3" y="149"/>
                  </a:lnTo>
                  <a:lnTo>
                    <a:pt x="3" y="147"/>
                  </a:lnTo>
                  <a:lnTo>
                    <a:pt x="3" y="138"/>
                  </a:lnTo>
                  <a:lnTo>
                    <a:pt x="3" y="125"/>
                  </a:lnTo>
                  <a:lnTo>
                    <a:pt x="3" y="124"/>
                  </a:lnTo>
                  <a:lnTo>
                    <a:pt x="4" y="135"/>
                  </a:lnTo>
                  <a:lnTo>
                    <a:pt x="4" y="138"/>
                  </a:lnTo>
                  <a:lnTo>
                    <a:pt x="4" y="133"/>
                  </a:lnTo>
                  <a:lnTo>
                    <a:pt x="4" y="130"/>
                  </a:lnTo>
                  <a:lnTo>
                    <a:pt x="5" y="126"/>
                  </a:lnTo>
                  <a:lnTo>
                    <a:pt x="5" y="116"/>
                  </a:lnTo>
                  <a:lnTo>
                    <a:pt x="5" y="107"/>
                  </a:lnTo>
                  <a:lnTo>
                    <a:pt x="5" y="104"/>
                  </a:lnTo>
                  <a:lnTo>
                    <a:pt x="5" y="92"/>
                  </a:lnTo>
                  <a:lnTo>
                    <a:pt x="5" y="75"/>
                  </a:lnTo>
                  <a:lnTo>
                    <a:pt x="5" y="66"/>
                  </a:lnTo>
                  <a:lnTo>
                    <a:pt x="6" y="63"/>
                  </a:lnTo>
                  <a:lnTo>
                    <a:pt x="6" y="56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6" y="42"/>
                  </a:lnTo>
                  <a:lnTo>
                    <a:pt x="6" y="34"/>
                  </a:lnTo>
                  <a:lnTo>
                    <a:pt x="6" y="31"/>
                  </a:lnTo>
                  <a:lnTo>
                    <a:pt x="7" y="27"/>
                  </a:lnTo>
                  <a:lnTo>
                    <a:pt x="7" y="20"/>
                  </a:lnTo>
                  <a:lnTo>
                    <a:pt x="7" y="14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8" y="9"/>
                  </a:lnTo>
                  <a:lnTo>
                    <a:pt x="8" y="2"/>
                  </a:lnTo>
                  <a:lnTo>
                    <a:pt x="8" y="0"/>
                  </a:lnTo>
                  <a:lnTo>
                    <a:pt x="8" y="2"/>
                  </a:lnTo>
                  <a:lnTo>
                    <a:pt x="8" y="4"/>
                  </a:lnTo>
                  <a:lnTo>
                    <a:pt x="8" y="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5" name="Freeform 698"/>
            <p:cNvSpPr/>
            <p:nvPr/>
          </p:nvSpPr>
          <p:spPr bwMode="auto">
            <a:xfrm>
              <a:off x="2986088" y="1889126"/>
              <a:ext cx="14288" cy="101600"/>
            </a:xfrm>
            <a:custGeom>
              <a:avLst/>
              <a:gdLst>
                <a:gd name="T0" fmla="*/ 0 w 9"/>
                <a:gd name="T1" fmla="*/ 33 h 64"/>
                <a:gd name="T2" fmla="*/ 0 w 9"/>
                <a:gd name="T3" fmla="*/ 36 h 64"/>
                <a:gd name="T4" fmla="*/ 0 w 9"/>
                <a:gd name="T5" fmla="*/ 38 h 64"/>
                <a:gd name="T6" fmla="*/ 1 w 9"/>
                <a:gd name="T7" fmla="*/ 31 h 64"/>
                <a:gd name="T8" fmla="*/ 1 w 9"/>
                <a:gd name="T9" fmla="*/ 26 h 64"/>
                <a:gd name="T10" fmla="*/ 1 w 9"/>
                <a:gd name="T11" fmla="*/ 31 h 64"/>
                <a:gd name="T12" fmla="*/ 1 w 9"/>
                <a:gd name="T13" fmla="*/ 35 h 64"/>
                <a:gd name="T14" fmla="*/ 2 w 9"/>
                <a:gd name="T15" fmla="*/ 32 h 64"/>
                <a:gd name="T16" fmla="*/ 2 w 9"/>
                <a:gd name="T17" fmla="*/ 29 h 64"/>
                <a:gd name="T18" fmla="*/ 2 w 9"/>
                <a:gd name="T19" fmla="*/ 31 h 64"/>
                <a:gd name="T20" fmla="*/ 2 w 9"/>
                <a:gd name="T21" fmla="*/ 35 h 64"/>
                <a:gd name="T22" fmla="*/ 2 w 9"/>
                <a:gd name="T23" fmla="*/ 37 h 64"/>
                <a:gd name="T24" fmla="*/ 2 w 9"/>
                <a:gd name="T25" fmla="*/ 38 h 64"/>
                <a:gd name="T26" fmla="*/ 2 w 9"/>
                <a:gd name="T27" fmla="*/ 47 h 64"/>
                <a:gd name="T28" fmla="*/ 3 w 9"/>
                <a:gd name="T29" fmla="*/ 57 h 64"/>
                <a:gd name="T30" fmla="*/ 3 w 9"/>
                <a:gd name="T31" fmla="*/ 60 h 64"/>
                <a:gd name="T32" fmla="*/ 3 w 9"/>
                <a:gd name="T33" fmla="*/ 59 h 64"/>
                <a:gd name="T34" fmla="*/ 3 w 9"/>
                <a:gd name="T35" fmla="*/ 59 h 64"/>
                <a:gd name="T36" fmla="*/ 3 w 9"/>
                <a:gd name="T37" fmla="*/ 59 h 64"/>
                <a:gd name="T38" fmla="*/ 3 w 9"/>
                <a:gd name="T39" fmla="*/ 61 h 64"/>
                <a:gd name="T40" fmla="*/ 3 w 9"/>
                <a:gd name="T41" fmla="*/ 64 h 64"/>
                <a:gd name="T42" fmla="*/ 4 w 9"/>
                <a:gd name="T43" fmla="*/ 63 h 64"/>
                <a:gd name="T44" fmla="*/ 4 w 9"/>
                <a:gd name="T45" fmla="*/ 59 h 64"/>
                <a:gd name="T46" fmla="*/ 4 w 9"/>
                <a:gd name="T47" fmla="*/ 54 h 64"/>
                <a:gd name="T48" fmla="*/ 4 w 9"/>
                <a:gd name="T49" fmla="*/ 51 h 64"/>
                <a:gd name="T50" fmla="*/ 4 w 9"/>
                <a:gd name="T51" fmla="*/ 50 h 64"/>
                <a:gd name="T52" fmla="*/ 5 w 9"/>
                <a:gd name="T53" fmla="*/ 47 h 64"/>
                <a:gd name="T54" fmla="*/ 5 w 9"/>
                <a:gd name="T55" fmla="*/ 42 h 64"/>
                <a:gd name="T56" fmla="*/ 5 w 9"/>
                <a:gd name="T57" fmla="*/ 38 h 64"/>
                <a:gd name="T58" fmla="*/ 5 w 9"/>
                <a:gd name="T59" fmla="*/ 34 h 64"/>
                <a:gd name="T60" fmla="*/ 5 w 9"/>
                <a:gd name="T61" fmla="*/ 27 h 64"/>
                <a:gd name="T62" fmla="*/ 5 w 9"/>
                <a:gd name="T63" fmla="*/ 23 h 64"/>
                <a:gd name="T64" fmla="*/ 6 w 9"/>
                <a:gd name="T65" fmla="*/ 24 h 64"/>
                <a:gd name="T66" fmla="*/ 6 w 9"/>
                <a:gd name="T67" fmla="*/ 22 h 64"/>
                <a:gd name="T68" fmla="*/ 6 w 9"/>
                <a:gd name="T69" fmla="*/ 18 h 64"/>
                <a:gd name="T70" fmla="*/ 6 w 9"/>
                <a:gd name="T71" fmla="*/ 13 h 64"/>
                <a:gd name="T72" fmla="*/ 6 w 9"/>
                <a:gd name="T73" fmla="*/ 5 h 64"/>
                <a:gd name="T74" fmla="*/ 7 w 9"/>
                <a:gd name="T75" fmla="*/ 1 h 64"/>
                <a:gd name="T76" fmla="*/ 7 w 9"/>
                <a:gd name="T77" fmla="*/ 4 h 64"/>
                <a:gd name="T78" fmla="*/ 7 w 9"/>
                <a:gd name="T79" fmla="*/ 7 h 64"/>
                <a:gd name="T80" fmla="*/ 7 w 9"/>
                <a:gd name="T81" fmla="*/ 4 h 64"/>
                <a:gd name="T82" fmla="*/ 7 w 9"/>
                <a:gd name="T83" fmla="*/ 0 h 64"/>
                <a:gd name="T84" fmla="*/ 7 w 9"/>
                <a:gd name="T85" fmla="*/ 4 h 64"/>
                <a:gd name="T86" fmla="*/ 7 w 9"/>
                <a:gd name="T87" fmla="*/ 13 h 64"/>
                <a:gd name="T88" fmla="*/ 8 w 9"/>
                <a:gd name="T89" fmla="*/ 19 h 64"/>
                <a:gd name="T90" fmla="*/ 8 w 9"/>
                <a:gd name="T91" fmla="*/ 19 h 64"/>
                <a:gd name="T92" fmla="*/ 8 w 9"/>
                <a:gd name="T93" fmla="*/ 21 h 64"/>
                <a:gd name="T94" fmla="*/ 8 w 9"/>
                <a:gd name="T95" fmla="*/ 24 h 64"/>
                <a:gd name="T96" fmla="*/ 8 w 9"/>
                <a:gd name="T97" fmla="*/ 25 h 64"/>
                <a:gd name="T98" fmla="*/ 8 w 9"/>
                <a:gd name="T99" fmla="*/ 27 h 64"/>
                <a:gd name="T100" fmla="*/ 8 w 9"/>
                <a:gd name="T101" fmla="*/ 28 h 64"/>
                <a:gd name="T102" fmla="*/ 9 w 9"/>
                <a:gd name="T103" fmla="*/ 2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4">
                  <a:moveTo>
                    <a:pt x="0" y="33"/>
                  </a:moveTo>
                  <a:lnTo>
                    <a:pt x="0" y="36"/>
                  </a:lnTo>
                  <a:lnTo>
                    <a:pt x="0" y="38"/>
                  </a:lnTo>
                  <a:lnTo>
                    <a:pt x="1" y="31"/>
                  </a:lnTo>
                  <a:lnTo>
                    <a:pt x="1" y="26"/>
                  </a:lnTo>
                  <a:lnTo>
                    <a:pt x="1" y="31"/>
                  </a:lnTo>
                  <a:lnTo>
                    <a:pt x="1" y="35"/>
                  </a:lnTo>
                  <a:lnTo>
                    <a:pt x="2" y="32"/>
                  </a:lnTo>
                  <a:lnTo>
                    <a:pt x="2" y="29"/>
                  </a:lnTo>
                  <a:lnTo>
                    <a:pt x="2" y="31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47"/>
                  </a:lnTo>
                  <a:lnTo>
                    <a:pt x="3" y="57"/>
                  </a:lnTo>
                  <a:lnTo>
                    <a:pt x="3" y="60"/>
                  </a:lnTo>
                  <a:lnTo>
                    <a:pt x="3" y="59"/>
                  </a:lnTo>
                  <a:lnTo>
                    <a:pt x="3" y="59"/>
                  </a:lnTo>
                  <a:lnTo>
                    <a:pt x="3" y="59"/>
                  </a:lnTo>
                  <a:lnTo>
                    <a:pt x="3" y="61"/>
                  </a:lnTo>
                  <a:lnTo>
                    <a:pt x="3" y="64"/>
                  </a:lnTo>
                  <a:lnTo>
                    <a:pt x="4" y="63"/>
                  </a:lnTo>
                  <a:lnTo>
                    <a:pt x="4" y="59"/>
                  </a:lnTo>
                  <a:lnTo>
                    <a:pt x="4" y="54"/>
                  </a:lnTo>
                  <a:lnTo>
                    <a:pt x="4" y="51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5" y="42"/>
                  </a:lnTo>
                  <a:lnTo>
                    <a:pt x="5" y="38"/>
                  </a:lnTo>
                  <a:lnTo>
                    <a:pt x="5" y="34"/>
                  </a:lnTo>
                  <a:lnTo>
                    <a:pt x="5" y="27"/>
                  </a:lnTo>
                  <a:lnTo>
                    <a:pt x="5" y="23"/>
                  </a:lnTo>
                  <a:lnTo>
                    <a:pt x="6" y="24"/>
                  </a:lnTo>
                  <a:lnTo>
                    <a:pt x="6" y="22"/>
                  </a:lnTo>
                  <a:lnTo>
                    <a:pt x="6" y="18"/>
                  </a:lnTo>
                  <a:lnTo>
                    <a:pt x="6" y="13"/>
                  </a:lnTo>
                  <a:lnTo>
                    <a:pt x="6" y="5"/>
                  </a:lnTo>
                  <a:lnTo>
                    <a:pt x="7" y="1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4"/>
                  </a:lnTo>
                  <a:lnTo>
                    <a:pt x="7" y="13"/>
                  </a:lnTo>
                  <a:lnTo>
                    <a:pt x="8" y="19"/>
                  </a:lnTo>
                  <a:lnTo>
                    <a:pt x="8" y="19"/>
                  </a:lnTo>
                  <a:lnTo>
                    <a:pt x="8" y="21"/>
                  </a:lnTo>
                  <a:lnTo>
                    <a:pt x="8" y="24"/>
                  </a:lnTo>
                  <a:lnTo>
                    <a:pt x="8" y="25"/>
                  </a:lnTo>
                  <a:lnTo>
                    <a:pt x="8" y="27"/>
                  </a:lnTo>
                  <a:lnTo>
                    <a:pt x="8" y="28"/>
                  </a:lnTo>
                  <a:lnTo>
                    <a:pt x="9" y="2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6" name="Freeform 699"/>
            <p:cNvSpPr/>
            <p:nvPr/>
          </p:nvSpPr>
          <p:spPr bwMode="auto">
            <a:xfrm>
              <a:off x="2998788" y="1868489"/>
              <a:ext cx="14288" cy="107950"/>
            </a:xfrm>
            <a:custGeom>
              <a:avLst/>
              <a:gdLst>
                <a:gd name="T0" fmla="*/ 0 w 9"/>
                <a:gd name="T1" fmla="*/ 41 h 68"/>
                <a:gd name="T2" fmla="*/ 1 w 9"/>
                <a:gd name="T3" fmla="*/ 38 h 68"/>
                <a:gd name="T4" fmla="*/ 1 w 9"/>
                <a:gd name="T5" fmla="*/ 39 h 68"/>
                <a:gd name="T6" fmla="*/ 1 w 9"/>
                <a:gd name="T7" fmla="*/ 46 h 68"/>
                <a:gd name="T8" fmla="*/ 1 w 9"/>
                <a:gd name="T9" fmla="*/ 51 h 68"/>
                <a:gd name="T10" fmla="*/ 2 w 9"/>
                <a:gd name="T11" fmla="*/ 49 h 68"/>
                <a:gd name="T12" fmla="*/ 2 w 9"/>
                <a:gd name="T13" fmla="*/ 48 h 68"/>
                <a:gd name="T14" fmla="*/ 2 w 9"/>
                <a:gd name="T15" fmla="*/ 50 h 68"/>
                <a:gd name="T16" fmla="*/ 2 w 9"/>
                <a:gd name="T17" fmla="*/ 53 h 68"/>
                <a:gd name="T18" fmla="*/ 2 w 9"/>
                <a:gd name="T19" fmla="*/ 52 h 68"/>
                <a:gd name="T20" fmla="*/ 2 w 9"/>
                <a:gd name="T21" fmla="*/ 49 h 68"/>
                <a:gd name="T22" fmla="*/ 2 w 9"/>
                <a:gd name="T23" fmla="*/ 49 h 68"/>
                <a:gd name="T24" fmla="*/ 3 w 9"/>
                <a:gd name="T25" fmla="*/ 48 h 68"/>
                <a:gd name="T26" fmla="*/ 3 w 9"/>
                <a:gd name="T27" fmla="*/ 47 h 68"/>
                <a:gd name="T28" fmla="*/ 3 w 9"/>
                <a:gd name="T29" fmla="*/ 50 h 68"/>
                <a:gd name="T30" fmla="*/ 3 w 9"/>
                <a:gd name="T31" fmla="*/ 51 h 68"/>
                <a:gd name="T32" fmla="*/ 3 w 9"/>
                <a:gd name="T33" fmla="*/ 48 h 68"/>
                <a:gd name="T34" fmla="*/ 4 w 9"/>
                <a:gd name="T35" fmla="*/ 46 h 68"/>
                <a:gd name="T36" fmla="*/ 4 w 9"/>
                <a:gd name="T37" fmla="*/ 44 h 68"/>
                <a:gd name="T38" fmla="*/ 4 w 9"/>
                <a:gd name="T39" fmla="*/ 40 h 68"/>
                <a:gd name="T40" fmla="*/ 4 w 9"/>
                <a:gd name="T41" fmla="*/ 34 h 68"/>
                <a:gd name="T42" fmla="*/ 4 w 9"/>
                <a:gd name="T43" fmla="*/ 28 h 68"/>
                <a:gd name="T44" fmla="*/ 4 w 9"/>
                <a:gd name="T45" fmla="*/ 21 h 68"/>
                <a:gd name="T46" fmla="*/ 4 w 9"/>
                <a:gd name="T47" fmla="*/ 15 h 68"/>
                <a:gd name="T48" fmla="*/ 5 w 9"/>
                <a:gd name="T49" fmla="*/ 8 h 68"/>
                <a:gd name="T50" fmla="*/ 5 w 9"/>
                <a:gd name="T51" fmla="*/ 1 h 68"/>
                <a:gd name="T52" fmla="*/ 5 w 9"/>
                <a:gd name="T53" fmla="*/ 0 h 68"/>
                <a:gd name="T54" fmla="*/ 5 w 9"/>
                <a:gd name="T55" fmla="*/ 2 h 68"/>
                <a:gd name="T56" fmla="*/ 5 w 9"/>
                <a:gd name="T57" fmla="*/ 1 h 68"/>
                <a:gd name="T58" fmla="*/ 5 w 9"/>
                <a:gd name="T59" fmla="*/ 1 h 68"/>
                <a:gd name="T60" fmla="*/ 5 w 9"/>
                <a:gd name="T61" fmla="*/ 2 h 68"/>
                <a:gd name="T62" fmla="*/ 6 w 9"/>
                <a:gd name="T63" fmla="*/ 3 h 68"/>
                <a:gd name="T64" fmla="*/ 6 w 9"/>
                <a:gd name="T65" fmla="*/ 6 h 68"/>
                <a:gd name="T66" fmla="*/ 6 w 9"/>
                <a:gd name="T67" fmla="*/ 11 h 68"/>
                <a:gd name="T68" fmla="*/ 6 w 9"/>
                <a:gd name="T69" fmla="*/ 11 h 68"/>
                <a:gd name="T70" fmla="*/ 7 w 9"/>
                <a:gd name="T71" fmla="*/ 9 h 68"/>
                <a:gd name="T72" fmla="*/ 7 w 9"/>
                <a:gd name="T73" fmla="*/ 11 h 68"/>
                <a:gd name="T74" fmla="*/ 7 w 9"/>
                <a:gd name="T75" fmla="*/ 14 h 68"/>
                <a:gd name="T76" fmla="*/ 7 w 9"/>
                <a:gd name="T77" fmla="*/ 14 h 68"/>
                <a:gd name="T78" fmla="*/ 7 w 9"/>
                <a:gd name="T79" fmla="*/ 13 h 68"/>
                <a:gd name="T80" fmla="*/ 7 w 9"/>
                <a:gd name="T81" fmla="*/ 16 h 68"/>
                <a:gd name="T82" fmla="*/ 7 w 9"/>
                <a:gd name="T83" fmla="*/ 20 h 68"/>
                <a:gd name="T84" fmla="*/ 8 w 9"/>
                <a:gd name="T85" fmla="*/ 23 h 68"/>
                <a:gd name="T86" fmla="*/ 8 w 9"/>
                <a:gd name="T87" fmla="*/ 28 h 68"/>
                <a:gd name="T88" fmla="*/ 8 w 9"/>
                <a:gd name="T89" fmla="*/ 32 h 68"/>
                <a:gd name="T90" fmla="*/ 8 w 9"/>
                <a:gd name="T91" fmla="*/ 34 h 68"/>
                <a:gd name="T92" fmla="*/ 8 w 9"/>
                <a:gd name="T93" fmla="*/ 41 h 68"/>
                <a:gd name="T94" fmla="*/ 9 w 9"/>
                <a:gd name="T95" fmla="*/ 51 h 68"/>
                <a:gd name="T96" fmla="*/ 9 w 9"/>
                <a:gd name="T97" fmla="*/ 55 h 68"/>
                <a:gd name="T98" fmla="*/ 9 w 9"/>
                <a:gd name="T99" fmla="*/ 57 h 68"/>
                <a:gd name="T100" fmla="*/ 9 w 9"/>
                <a:gd name="T101" fmla="*/ 63 h 68"/>
                <a:gd name="T102" fmla="*/ 9 w 9"/>
                <a:gd name="T103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8">
                  <a:moveTo>
                    <a:pt x="0" y="41"/>
                  </a:moveTo>
                  <a:lnTo>
                    <a:pt x="1" y="38"/>
                  </a:lnTo>
                  <a:lnTo>
                    <a:pt x="1" y="39"/>
                  </a:lnTo>
                  <a:lnTo>
                    <a:pt x="1" y="46"/>
                  </a:lnTo>
                  <a:lnTo>
                    <a:pt x="1" y="51"/>
                  </a:lnTo>
                  <a:lnTo>
                    <a:pt x="2" y="49"/>
                  </a:lnTo>
                  <a:lnTo>
                    <a:pt x="2" y="48"/>
                  </a:lnTo>
                  <a:lnTo>
                    <a:pt x="2" y="50"/>
                  </a:lnTo>
                  <a:lnTo>
                    <a:pt x="2" y="53"/>
                  </a:lnTo>
                  <a:lnTo>
                    <a:pt x="2" y="52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3" y="48"/>
                  </a:lnTo>
                  <a:lnTo>
                    <a:pt x="3" y="47"/>
                  </a:lnTo>
                  <a:lnTo>
                    <a:pt x="3" y="50"/>
                  </a:lnTo>
                  <a:lnTo>
                    <a:pt x="3" y="51"/>
                  </a:lnTo>
                  <a:lnTo>
                    <a:pt x="3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4" y="40"/>
                  </a:lnTo>
                  <a:lnTo>
                    <a:pt x="4" y="34"/>
                  </a:lnTo>
                  <a:lnTo>
                    <a:pt x="4" y="28"/>
                  </a:lnTo>
                  <a:lnTo>
                    <a:pt x="4" y="21"/>
                  </a:lnTo>
                  <a:lnTo>
                    <a:pt x="4" y="15"/>
                  </a:lnTo>
                  <a:lnTo>
                    <a:pt x="5" y="8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2"/>
                  </a:lnTo>
                  <a:lnTo>
                    <a:pt x="6" y="3"/>
                  </a:lnTo>
                  <a:lnTo>
                    <a:pt x="6" y="6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7" y="9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7" y="13"/>
                  </a:lnTo>
                  <a:lnTo>
                    <a:pt x="7" y="16"/>
                  </a:lnTo>
                  <a:lnTo>
                    <a:pt x="7" y="20"/>
                  </a:lnTo>
                  <a:lnTo>
                    <a:pt x="8" y="23"/>
                  </a:lnTo>
                  <a:lnTo>
                    <a:pt x="8" y="28"/>
                  </a:lnTo>
                  <a:lnTo>
                    <a:pt x="8" y="32"/>
                  </a:lnTo>
                  <a:lnTo>
                    <a:pt x="8" y="34"/>
                  </a:lnTo>
                  <a:lnTo>
                    <a:pt x="8" y="41"/>
                  </a:lnTo>
                  <a:lnTo>
                    <a:pt x="9" y="51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9" y="63"/>
                  </a:lnTo>
                  <a:lnTo>
                    <a:pt x="9" y="6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7" name="Freeform 700"/>
            <p:cNvSpPr/>
            <p:nvPr/>
          </p:nvSpPr>
          <p:spPr bwMode="auto">
            <a:xfrm>
              <a:off x="3013075" y="1968501"/>
              <a:ext cx="12700" cy="187325"/>
            </a:xfrm>
            <a:custGeom>
              <a:avLst/>
              <a:gdLst>
                <a:gd name="T0" fmla="*/ 0 w 8"/>
                <a:gd name="T1" fmla="*/ 0 h 118"/>
                <a:gd name="T2" fmla="*/ 0 w 8"/>
                <a:gd name="T3" fmla="*/ 5 h 118"/>
                <a:gd name="T4" fmla="*/ 0 w 8"/>
                <a:gd name="T5" fmla="*/ 6 h 118"/>
                <a:gd name="T6" fmla="*/ 0 w 8"/>
                <a:gd name="T7" fmla="*/ 8 h 118"/>
                <a:gd name="T8" fmla="*/ 1 w 8"/>
                <a:gd name="T9" fmla="*/ 11 h 118"/>
                <a:gd name="T10" fmla="*/ 1 w 8"/>
                <a:gd name="T11" fmla="*/ 11 h 118"/>
                <a:gd name="T12" fmla="*/ 1 w 8"/>
                <a:gd name="T13" fmla="*/ 10 h 118"/>
                <a:gd name="T14" fmla="*/ 1 w 8"/>
                <a:gd name="T15" fmla="*/ 11 h 118"/>
                <a:gd name="T16" fmla="*/ 1 w 8"/>
                <a:gd name="T17" fmla="*/ 10 h 118"/>
                <a:gd name="T18" fmla="*/ 1 w 8"/>
                <a:gd name="T19" fmla="*/ 6 h 118"/>
                <a:gd name="T20" fmla="*/ 1 w 8"/>
                <a:gd name="T21" fmla="*/ 6 h 118"/>
                <a:gd name="T22" fmla="*/ 2 w 8"/>
                <a:gd name="T23" fmla="*/ 6 h 118"/>
                <a:gd name="T24" fmla="*/ 2 w 8"/>
                <a:gd name="T25" fmla="*/ 2 h 118"/>
                <a:gd name="T26" fmla="*/ 2 w 8"/>
                <a:gd name="T27" fmla="*/ 1 h 118"/>
                <a:gd name="T28" fmla="*/ 2 w 8"/>
                <a:gd name="T29" fmla="*/ 4 h 118"/>
                <a:gd name="T30" fmla="*/ 3 w 8"/>
                <a:gd name="T31" fmla="*/ 5 h 118"/>
                <a:gd name="T32" fmla="*/ 3 w 8"/>
                <a:gd name="T33" fmla="*/ 5 h 118"/>
                <a:gd name="T34" fmla="*/ 3 w 8"/>
                <a:gd name="T35" fmla="*/ 8 h 118"/>
                <a:gd name="T36" fmla="*/ 3 w 8"/>
                <a:gd name="T37" fmla="*/ 12 h 118"/>
                <a:gd name="T38" fmla="*/ 3 w 8"/>
                <a:gd name="T39" fmla="*/ 15 h 118"/>
                <a:gd name="T40" fmla="*/ 3 w 8"/>
                <a:gd name="T41" fmla="*/ 20 h 118"/>
                <a:gd name="T42" fmla="*/ 3 w 8"/>
                <a:gd name="T43" fmla="*/ 28 h 118"/>
                <a:gd name="T44" fmla="*/ 4 w 8"/>
                <a:gd name="T45" fmla="*/ 34 h 118"/>
                <a:gd name="T46" fmla="*/ 4 w 8"/>
                <a:gd name="T47" fmla="*/ 37 h 118"/>
                <a:gd name="T48" fmla="*/ 4 w 8"/>
                <a:gd name="T49" fmla="*/ 39 h 118"/>
                <a:gd name="T50" fmla="*/ 4 w 8"/>
                <a:gd name="T51" fmla="*/ 46 h 118"/>
                <a:gd name="T52" fmla="*/ 4 w 8"/>
                <a:gd name="T53" fmla="*/ 51 h 118"/>
                <a:gd name="T54" fmla="*/ 5 w 8"/>
                <a:gd name="T55" fmla="*/ 54 h 118"/>
                <a:gd name="T56" fmla="*/ 5 w 8"/>
                <a:gd name="T57" fmla="*/ 56 h 118"/>
                <a:gd name="T58" fmla="*/ 5 w 8"/>
                <a:gd name="T59" fmla="*/ 60 h 118"/>
                <a:gd name="T60" fmla="*/ 5 w 8"/>
                <a:gd name="T61" fmla="*/ 62 h 118"/>
                <a:gd name="T62" fmla="*/ 5 w 8"/>
                <a:gd name="T63" fmla="*/ 69 h 118"/>
                <a:gd name="T64" fmla="*/ 5 w 8"/>
                <a:gd name="T65" fmla="*/ 76 h 118"/>
                <a:gd name="T66" fmla="*/ 6 w 8"/>
                <a:gd name="T67" fmla="*/ 78 h 118"/>
                <a:gd name="T68" fmla="*/ 6 w 8"/>
                <a:gd name="T69" fmla="*/ 80 h 118"/>
                <a:gd name="T70" fmla="*/ 6 w 8"/>
                <a:gd name="T71" fmla="*/ 89 h 118"/>
                <a:gd name="T72" fmla="*/ 6 w 8"/>
                <a:gd name="T73" fmla="*/ 99 h 118"/>
                <a:gd name="T74" fmla="*/ 6 w 8"/>
                <a:gd name="T75" fmla="*/ 100 h 118"/>
                <a:gd name="T76" fmla="*/ 6 w 8"/>
                <a:gd name="T77" fmla="*/ 99 h 118"/>
                <a:gd name="T78" fmla="*/ 6 w 8"/>
                <a:gd name="T79" fmla="*/ 101 h 118"/>
                <a:gd name="T80" fmla="*/ 7 w 8"/>
                <a:gd name="T81" fmla="*/ 102 h 118"/>
                <a:gd name="T82" fmla="*/ 7 w 8"/>
                <a:gd name="T83" fmla="*/ 103 h 118"/>
                <a:gd name="T84" fmla="*/ 7 w 8"/>
                <a:gd name="T85" fmla="*/ 107 h 118"/>
                <a:gd name="T86" fmla="*/ 7 w 8"/>
                <a:gd name="T87" fmla="*/ 108 h 118"/>
                <a:gd name="T88" fmla="*/ 7 w 8"/>
                <a:gd name="T89" fmla="*/ 107 h 118"/>
                <a:gd name="T90" fmla="*/ 8 w 8"/>
                <a:gd name="T91" fmla="*/ 109 h 118"/>
                <a:gd name="T92" fmla="*/ 8 w 8"/>
                <a:gd name="T93" fmla="*/ 113 h 118"/>
                <a:gd name="T94" fmla="*/ 8 w 8"/>
                <a:gd name="T95" fmla="*/ 113 h 118"/>
                <a:gd name="T96" fmla="*/ 8 w 8"/>
                <a:gd name="T97" fmla="*/ 113 h 118"/>
                <a:gd name="T98" fmla="*/ 8 w 8"/>
                <a:gd name="T99" fmla="*/ 116 h 118"/>
                <a:gd name="T100" fmla="*/ 8 w 8"/>
                <a:gd name="T101" fmla="*/ 118 h 118"/>
                <a:gd name="T102" fmla="*/ 8 w 8"/>
                <a:gd name="T103" fmla="*/ 11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18">
                  <a:moveTo>
                    <a:pt x="0" y="0"/>
                  </a:moveTo>
                  <a:lnTo>
                    <a:pt x="0" y="5"/>
                  </a:lnTo>
                  <a:lnTo>
                    <a:pt x="0" y="6"/>
                  </a:lnTo>
                  <a:lnTo>
                    <a:pt x="0" y="8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6"/>
                  </a:lnTo>
                  <a:lnTo>
                    <a:pt x="1" y="6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8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3" y="20"/>
                  </a:lnTo>
                  <a:lnTo>
                    <a:pt x="3" y="28"/>
                  </a:lnTo>
                  <a:lnTo>
                    <a:pt x="4" y="34"/>
                  </a:lnTo>
                  <a:lnTo>
                    <a:pt x="4" y="37"/>
                  </a:lnTo>
                  <a:lnTo>
                    <a:pt x="4" y="39"/>
                  </a:lnTo>
                  <a:lnTo>
                    <a:pt x="4" y="46"/>
                  </a:lnTo>
                  <a:lnTo>
                    <a:pt x="4" y="51"/>
                  </a:lnTo>
                  <a:lnTo>
                    <a:pt x="5" y="54"/>
                  </a:lnTo>
                  <a:lnTo>
                    <a:pt x="5" y="56"/>
                  </a:lnTo>
                  <a:lnTo>
                    <a:pt x="5" y="60"/>
                  </a:lnTo>
                  <a:lnTo>
                    <a:pt x="5" y="62"/>
                  </a:lnTo>
                  <a:lnTo>
                    <a:pt x="5" y="69"/>
                  </a:lnTo>
                  <a:lnTo>
                    <a:pt x="5" y="76"/>
                  </a:lnTo>
                  <a:lnTo>
                    <a:pt x="6" y="78"/>
                  </a:lnTo>
                  <a:lnTo>
                    <a:pt x="6" y="80"/>
                  </a:lnTo>
                  <a:lnTo>
                    <a:pt x="6" y="89"/>
                  </a:lnTo>
                  <a:lnTo>
                    <a:pt x="6" y="99"/>
                  </a:lnTo>
                  <a:lnTo>
                    <a:pt x="6" y="100"/>
                  </a:lnTo>
                  <a:lnTo>
                    <a:pt x="6" y="99"/>
                  </a:lnTo>
                  <a:lnTo>
                    <a:pt x="6" y="101"/>
                  </a:lnTo>
                  <a:lnTo>
                    <a:pt x="7" y="102"/>
                  </a:lnTo>
                  <a:lnTo>
                    <a:pt x="7" y="103"/>
                  </a:lnTo>
                  <a:lnTo>
                    <a:pt x="7" y="107"/>
                  </a:lnTo>
                  <a:lnTo>
                    <a:pt x="7" y="108"/>
                  </a:lnTo>
                  <a:lnTo>
                    <a:pt x="7" y="107"/>
                  </a:lnTo>
                  <a:lnTo>
                    <a:pt x="8" y="109"/>
                  </a:lnTo>
                  <a:lnTo>
                    <a:pt x="8" y="113"/>
                  </a:lnTo>
                  <a:lnTo>
                    <a:pt x="8" y="113"/>
                  </a:lnTo>
                  <a:lnTo>
                    <a:pt x="8" y="113"/>
                  </a:lnTo>
                  <a:lnTo>
                    <a:pt x="8" y="116"/>
                  </a:lnTo>
                  <a:lnTo>
                    <a:pt x="8" y="118"/>
                  </a:lnTo>
                  <a:lnTo>
                    <a:pt x="8" y="11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8" name="Freeform 701"/>
            <p:cNvSpPr/>
            <p:nvPr/>
          </p:nvSpPr>
          <p:spPr bwMode="auto">
            <a:xfrm>
              <a:off x="3025775" y="2005014"/>
              <a:ext cx="14288" cy="211138"/>
            </a:xfrm>
            <a:custGeom>
              <a:avLst/>
              <a:gdLst>
                <a:gd name="T0" fmla="*/ 0 w 9"/>
                <a:gd name="T1" fmla="*/ 95 h 133"/>
                <a:gd name="T2" fmla="*/ 0 w 9"/>
                <a:gd name="T3" fmla="*/ 92 h 133"/>
                <a:gd name="T4" fmla="*/ 1 w 9"/>
                <a:gd name="T5" fmla="*/ 91 h 133"/>
                <a:gd name="T6" fmla="*/ 1 w 9"/>
                <a:gd name="T7" fmla="*/ 91 h 133"/>
                <a:gd name="T8" fmla="*/ 1 w 9"/>
                <a:gd name="T9" fmla="*/ 89 h 133"/>
                <a:gd name="T10" fmla="*/ 1 w 9"/>
                <a:gd name="T11" fmla="*/ 88 h 133"/>
                <a:gd name="T12" fmla="*/ 2 w 9"/>
                <a:gd name="T13" fmla="*/ 89 h 133"/>
                <a:gd name="T14" fmla="*/ 2 w 9"/>
                <a:gd name="T15" fmla="*/ 90 h 133"/>
                <a:gd name="T16" fmla="*/ 2 w 9"/>
                <a:gd name="T17" fmla="*/ 86 h 133"/>
                <a:gd name="T18" fmla="*/ 2 w 9"/>
                <a:gd name="T19" fmla="*/ 85 h 133"/>
                <a:gd name="T20" fmla="*/ 2 w 9"/>
                <a:gd name="T21" fmla="*/ 89 h 133"/>
                <a:gd name="T22" fmla="*/ 2 w 9"/>
                <a:gd name="T23" fmla="*/ 90 h 133"/>
                <a:gd name="T24" fmla="*/ 2 w 9"/>
                <a:gd name="T25" fmla="*/ 88 h 133"/>
                <a:gd name="T26" fmla="*/ 3 w 9"/>
                <a:gd name="T27" fmla="*/ 90 h 133"/>
                <a:gd name="T28" fmla="*/ 3 w 9"/>
                <a:gd name="T29" fmla="*/ 96 h 133"/>
                <a:gd name="T30" fmla="*/ 3 w 9"/>
                <a:gd name="T31" fmla="*/ 100 h 133"/>
                <a:gd name="T32" fmla="*/ 3 w 9"/>
                <a:gd name="T33" fmla="*/ 99 h 133"/>
                <a:gd name="T34" fmla="*/ 3 w 9"/>
                <a:gd name="T35" fmla="*/ 96 h 133"/>
                <a:gd name="T36" fmla="*/ 3 w 9"/>
                <a:gd name="T37" fmla="*/ 100 h 133"/>
                <a:gd name="T38" fmla="*/ 3 w 9"/>
                <a:gd name="T39" fmla="*/ 110 h 133"/>
                <a:gd name="T40" fmla="*/ 4 w 9"/>
                <a:gd name="T41" fmla="*/ 113 h 133"/>
                <a:gd name="T42" fmla="*/ 4 w 9"/>
                <a:gd name="T43" fmla="*/ 108 h 133"/>
                <a:gd name="T44" fmla="*/ 4 w 9"/>
                <a:gd name="T45" fmla="*/ 103 h 133"/>
                <a:gd name="T46" fmla="*/ 4 w 9"/>
                <a:gd name="T47" fmla="*/ 105 h 133"/>
                <a:gd name="T48" fmla="*/ 4 w 9"/>
                <a:gd name="T49" fmla="*/ 118 h 133"/>
                <a:gd name="T50" fmla="*/ 5 w 9"/>
                <a:gd name="T51" fmla="*/ 133 h 133"/>
                <a:gd name="T52" fmla="*/ 5 w 9"/>
                <a:gd name="T53" fmla="*/ 130 h 133"/>
                <a:gd name="T54" fmla="*/ 5 w 9"/>
                <a:gd name="T55" fmla="*/ 115 h 133"/>
                <a:gd name="T56" fmla="*/ 5 w 9"/>
                <a:gd name="T57" fmla="*/ 110 h 133"/>
                <a:gd name="T58" fmla="*/ 5 w 9"/>
                <a:gd name="T59" fmla="*/ 116 h 133"/>
                <a:gd name="T60" fmla="*/ 5 w 9"/>
                <a:gd name="T61" fmla="*/ 118 h 133"/>
                <a:gd name="T62" fmla="*/ 5 w 9"/>
                <a:gd name="T63" fmla="*/ 113 h 133"/>
                <a:gd name="T64" fmla="*/ 6 w 9"/>
                <a:gd name="T65" fmla="*/ 106 h 133"/>
                <a:gd name="T66" fmla="*/ 6 w 9"/>
                <a:gd name="T67" fmla="*/ 101 h 133"/>
                <a:gd name="T68" fmla="*/ 6 w 9"/>
                <a:gd name="T69" fmla="*/ 99 h 133"/>
                <a:gd name="T70" fmla="*/ 6 w 9"/>
                <a:gd name="T71" fmla="*/ 101 h 133"/>
                <a:gd name="T72" fmla="*/ 7 w 9"/>
                <a:gd name="T73" fmla="*/ 105 h 133"/>
                <a:gd name="T74" fmla="*/ 7 w 9"/>
                <a:gd name="T75" fmla="*/ 105 h 133"/>
                <a:gd name="T76" fmla="*/ 7 w 9"/>
                <a:gd name="T77" fmla="*/ 102 h 133"/>
                <a:gd name="T78" fmla="*/ 7 w 9"/>
                <a:gd name="T79" fmla="*/ 100 h 133"/>
                <a:gd name="T80" fmla="*/ 7 w 9"/>
                <a:gd name="T81" fmla="*/ 92 h 133"/>
                <a:gd name="T82" fmla="*/ 7 w 9"/>
                <a:gd name="T83" fmla="*/ 73 h 133"/>
                <a:gd name="T84" fmla="*/ 7 w 9"/>
                <a:gd name="T85" fmla="*/ 60 h 133"/>
                <a:gd name="T86" fmla="*/ 8 w 9"/>
                <a:gd name="T87" fmla="*/ 58 h 133"/>
                <a:gd name="T88" fmla="*/ 8 w 9"/>
                <a:gd name="T89" fmla="*/ 49 h 133"/>
                <a:gd name="T90" fmla="*/ 8 w 9"/>
                <a:gd name="T91" fmla="*/ 32 h 133"/>
                <a:gd name="T92" fmla="*/ 8 w 9"/>
                <a:gd name="T93" fmla="*/ 21 h 133"/>
                <a:gd name="T94" fmla="*/ 8 w 9"/>
                <a:gd name="T95" fmla="*/ 14 h 133"/>
                <a:gd name="T96" fmla="*/ 8 w 9"/>
                <a:gd name="T97" fmla="*/ 10 h 133"/>
                <a:gd name="T98" fmla="*/ 8 w 9"/>
                <a:gd name="T99" fmla="*/ 9 h 133"/>
                <a:gd name="T100" fmla="*/ 9 w 9"/>
                <a:gd name="T101" fmla="*/ 7 h 133"/>
                <a:gd name="T102" fmla="*/ 9 w 9"/>
                <a:gd name="T103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33">
                  <a:moveTo>
                    <a:pt x="0" y="95"/>
                  </a:moveTo>
                  <a:lnTo>
                    <a:pt x="0" y="92"/>
                  </a:lnTo>
                  <a:lnTo>
                    <a:pt x="1" y="91"/>
                  </a:lnTo>
                  <a:lnTo>
                    <a:pt x="1" y="91"/>
                  </a:lnTo>
                  <a:lnTo>
                    <a:pt x="1" y="89"/>
                  </a:lnTo>
                  <a:lnTo>
                    <a:pt x="1" y="88"/>
                  </a:lnTo>
                  <a:lnTo>
                    <a:pt x="2" y="89"/>
                  </a:lnTo>
                  <a:lnTo>
                    <a:pt x="2" y="90"/>
                  </a:lnTo>
                  <a:lnTo>
                    <a:pt x="2" y="86"/>
                  </a:lnTo>
                  <a:lnTo>
                    <a:pt x="2" y="85"/>
                  </a:lnTo>
                  <a:lnTo>
                    <a:pt x="2" y="89"/>
                  </a:lnTo>
                  <a:lnTo>
                    <a:pt x="2" y="90"/>
                  </a:lnTo>
                  <a:lnTo>
                    <a:pt x="2" y="88"/>
                  </a:lnTo>
                  <a:lnTo>
                    <a:pt x="3" y="90"/>
                  </a:lnTo>
                  <a:lnTo>
                    <a:pt x="3" y="96"/>
                  </a:lnTo>
                  <a:lnTo>
                    <a:pt x="3" y="100"/>
                  </a:lnTo>
                  <a:lnTo>
                    <a:pt x="3" y="99"/>
                  </a:lnTo>
                  <a:lnTo>
                    <a:pt x="3" y="96"/>
                  </a:lnTo>
                  <a:lnTo>
                    <a:pt x="3" y="100"/>
                  </a:lnTo>
                  <a:lnTo>
                    <a:pt x="3" y="110"/>
                  </a:lnTo>
                  <a:lnTo>
                    <a:pt x="4" y="113"/>
                  </a:lnTo>
                  <a:lnTo>
                    <a:pt x="4" y="108"/>
                  </a:lnTo>
                  <a:lnTo>
                    <a:pt x="4" y="103"/>
                  </a:lnTo>
                  <a:lnTo>
                    <a:pt x="4" y="105"/>
                  </a:lnTo>
                  <a:lnTo>
                    <a:pt x="4" y="118"/>
                  </a:lnTo>
                  <a:lnTo>
                    <a:pt x="5" y="133"/>
                  </a:lnTo>
                  <a:lnTo>
                    <a:pt x="5" y="130"/>
                  </a:lnTo>
                  <a:lnTo>
                    <a:pt x="5" y="115"/>
                  </a:lnTo>
                  <a:lnTo>
                    <a:pt x="5" y="110"/>
                  </a:lnTo>
                  <a:lnTo>
                    <a:pt x="5" y="116"/>
                  </a:lnTo>
                  <a:lnTo>
                    <a:pt x="5" y="118"/>
                  </a:lnTo>
                  <a:lnTo>
                    <a:pt x="5" y="113"/>
                  </a:lnTo>
                  <a:lnTo>
                    <a:pt x="6" y="106"/>
                  </a:lnTo>
                  <a:lnTo>
                    <a:pt x="6" y="101"/>
                  </a:lnTo>
                  <a:lnTo>
                    <a:pt x="6" y="99"/>
                  </a:lnTo>
                  <a:lnTo>
                    <a:pt x="6" y="101"/>
                  </a:lnTo>
                  <a:lnTo>
                    <a:pt x="7" y="105"/>
                  </a:lnTo>
                  <a:lnTo>
                    <a:pt x="7" y="105"/>
                  </a:lnTo>
                  <a:lnTo>
                    <a:pt x="7" y="102"/>
                  </a:lnTo>
                  <a:lnTo>
                    <a:pt x="7" y="100"/>
                  </a:lnTo>
                  <a:lnTo>
                    <a:pt x="7" y="92"/>
                  </a:lnTo>
                  <a:lnTo>
                    <a:pt x="7" y="73"/>
                  </a:lnTo>
                  <a:lnTo>
                    <a:pt x="7" y="60"/>
                  </a:lnTo>
                  <a:lnTo>
                    <a:pt x="8" y="58"/>
                  </a:lnTo>
                  <a:lnTo>
                    <a:pt x="8" y="49"/>
                  </a:lnTo>
                  <a:lnTo>
                    <a:pt x="8" y="32"/>
                  </a:lnTo>
                  <a:lnTo>
                    <a:pt x="8" y="21"/>
                  </a:lnTo>
                  <a:lnTo>
                    <a:pt x="8" y="14"/>
                  </a:lnTo>
                  <a:lnTo>
                    <a:pt x="8" y="10"/>
                  </a:lnTo>
                  <a:lnTo>
                    <a:pt x="8" y="9"/>
                  </a:lnTo>
                  <a:lnTo>
                    <a:pt x="9" y="7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9" name="Freeform 702"/>
            <p:cNvSpPr/>
            <p:nvPr/>
          </p:nvSpPr>
          <p:spPr bwMode="auto">
            <a:xfrm>
              <a:off x="3040063" y="1916114"/>
              <a:ext cx="12700" cy="100013"/>
            </a:xfrm>
            <a:custGeom>
              <a:avLst/>
              <a:gdLst>
                <a:gd name="T0" fmla="*/ 0 w 8"/>
                <a:gd name="T1" fmla="*/ 63 h 63"/>
                <a:gd name="T2" fmla="*/ 0 w 8"/>
                <a:gd name="T3" fmla="*/ 56 h 63"/>
                <a:gd name="T4" fmla="*/ 0 w 8"/>
                <a:gd name="T5" fmla="*/ 53 h 63"/>
                <a:gd name="T6" fmla="*/ 0 w 8"/>
                <a:gd name="T7" fmla="*/ 52 h 63"/>
                <a:gd name="T8" fmla="*/ 0 w 8"/>
                <a:gd name="T9" fmla="*/ 48 h 63"/>
                <a:gd name="T10" fmla="*/ 1 w 8"/>
                <a:gd name="T11" fmla="*/ 40 h 63"/>
                <a:gd name="T12" fmla="*/ 1 w 8"/>
                <a:gd name="T13" fmla="*/ 33 h 63"/>
                <a:gd name="T14" fmla="*/ 1 w 8"/>
                <a:gd name="T15" fmla="*/ 31 h 63"/>
                <a:gd name="T16" fmla="*/ 1 w 8"/>
                <a:gd name="T17" fmla="*/ 32 h 63"/>
                <a:gd name="T18" fmla="*/ 1 w 8"/>
                <a:gd name="T19" fmla="*/ 27 h 63"/>
                <a:gd name="T20" fmla="*/ 1 w 8"/>
                <a:gd name="T21" fmla="*/ 16 h 63"/>
                <a:gd name="T22" fmla="*/ 2 w 8"/>
                <a:gd name="T23" fmla="*/ 9 h 63"/>
                <a:gd name="T24" fmla="*/ 2 w 8"/>
                <a:gd name="T25" fmla="*/ 16 h 63"/>
                <a:gd name="T26" fmla="*/ 2 w 8"/>
                <a:gd name="T27" fmla="*/ 26 h 63"/>
                <a:gd name="T28" fmla="*/ 2 w 8"/>
                <a:gd name="T29" fmla="*/ 26 h 63"/>
                <a:gd name="T30" fmla="*/ 2 w 8"/>
                <a:gd name="T31" fmla="*/ 19 h 63"/>
                <a:gd name="T32" fmla="*/ 3 w 8"/>
                <a:gd name="T33" fmla="*/ 14 h 63"/>
                <a:gd name="T34" fmla="*/ 3 w 8"/>
                <a:gd name="T35" fmla="*/ 16 h 63"/>
                <a:gd name="T36" fmla="*/ 3 w 8"/>
                <a:gd name="T37" fmla="*/ 19 h 63"/>
                <a:gd name="T38" fmla="*/ 3 w 8"/>
                <a:gd name="T39" fmla="*/ 23 h 63"/>
                <a:gd name="T40" fmla="*/ 3 w 8"/>
                <a:gd name="T41" fmla="*/ 20 h 63"/>
                <a:gd name="T42" fmla="*/ 3 w 8"/>
                <a:gd name="T43" fmla="*/ 15 h 63"/>
                <a:gd name="T44" fmla="*/ 3 w 8"/>
                <a:gd name="T45" fmla="*/ 19 h 63"/>
                <a:gd name="T46" fmla="*/ 4 w 8"/>
                <a:gd name="T47" fmla="*/ 29 h 63"/>
                <a:gd name="T48" fmla="*/ 4 w 8"/>
                <a:gd name="T49" fmla="*/ 33 h 63"/>
                <a:gd name="T50" fmla="*/ 4 w 8"/>
                <a:gd name="T51" fmla="*/ 34 h 63"/>
                <a:gd name="T52" fmla="*/ 4 w 8"/>
                <a:gd name="T53" fmla="*/ 41 h 63"/>
                <a:gd name="T54" fmla="*/ 4 w 8"/>
                <a:gd name="T55" fmla="*/ 50 h 63"/>
                <a:gd name="T56" fmla="*/ 5 w 8"/>
                <a:gd name="T57" fmla="*/ 53 h 63"/>
                <a:gd name="T58" fmla="*/ 5 w 8"/>
                <a:gd name="T59" fmla="*/ 52 h 63"/>
                <a:gd name="T60" fmla="*/ 5 w 8"/>
                <a:gd name="T61" fmla="*/ 48 h 63"/>
                <a:gd name="T62" fmla="*/ 5 w 8"/>
                <a:gd name="T63" fmla="*/ 43 h 63"/>
                <a:gd name="T64" fmla="*/ 5 w 8"/>
                <a:gd name="T65" fmla="*/ 47 h 63"/>
                <a:gd name="T66" fmla="*/ 5 w 8"/>
                <a:gd name="T67" fmla="*/ 54 h 63"/>
                <a:gd name="T68" fmla="*/ 6 w 8"/>
                <a:gd name="T69" fmla="*/ 51 h 63"/>
                <a:gd name="T70" fmla="*/ 6 w 8"/>
                <a:gd name="T71" fmla="*/ 44 h 63"/>
                <a:gd name="T72" fmla="*/ 6 w 8"/>
                <a:gd name="T73" fmla="*/ 41 h 63"/>
                <a:gd name="T74" fmla="*/ 6 w 8"/>
                <a:gd name="T75" fmla="*/ 40 h 63"/>
                <a:gd name="T76" fmla="*/ 6 w 8"/>
                <a:gd name="T77" fmla="*/ 40 h 63"/>
                <a:gd name="T78" fmla="*/ 6 w 8"/>
                <a:gd name="T79" fmla="*/ 40 h 63"/>
                <a:gd name="T80" fmla="*/ 6 w 8"/>
                <a:gd name="T81" fmla="*/ 38 h 63"/>
                <a:gd name="T82" fmla="*/ 7 w 8"/>
                <a:gd name="T83" fmla="*/ 33 h 63"/>
                <a:gd name="T84" fmla="*/ 7 w 8"/>
                <a:gd name="T85" fmla="*/ 28 h 63"/>
                <a:gd name="T86" fmla="*/ 7 w 8"/>
                <a:gd name="T87" fmla="*/ 21 h 63"/>
                <a:gd name="T88" fmla="*/ 7 w 8"/>
                <a:gd name="T89" fmla="*/ 19 h 63"/>
                <a:gd name="T90" fmla="*/ 7 w 8"/>
                <a:gd name="T91" fmla="*/ 21 h 63"/>
                <a:gd name="T92" fmla="*/ 8 w 8"/>
                <a:gd name="T93" fmla="*/ 20 h 63"/>
                <a:gd name="T94" fmla="*/ 8 w 8"/>
                <a:gd name="T95" fmla="*/ 11 h 63"/>
                <a:gd name="T96" fmla="*/ 8 w 8"/>
                <a:gd name="T97" fmla="*/ 4 h 63"/>
                <a:gd name="T98" fmla="*/ 8 w 8"/>
                <a:gd name="T99" fmla="*/ 1 h 63"/>
                <a:gd name="T100" fmla="*/ 8 w 8"/>
                <a:gd name="T101" fmla="*/ 0 h 63"/>
                <a:gd name="T102" fmla="*/ 8 w 8"/>
                <a:gd name="T103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3">
                  <a:moveTo>
                    <a:pt x="0" y="63"/>
                  </a:moveTo>
                  <a:lnTo>
                    <a:pt x="0" y="56"/>
                  </a:lnTo>
                  <a:lnTo>
                    <a:pt x="0" y="53"/>
                  </a:lnTo>
                  <a:lnTo>
                    <a:pt x="0" y="52"/>
                  </a:lnTo>
                  <a:lnTo>
                    <a:pt x="0" y="48"/>
                  </a:lnTo>
                  <a:lnTo>
                    <a:pt x="1" y="40"/>
                  </a:lnTo>
                  <a:lnTo>
                    <a:pt x="1" y="33"/>
                  </a:lnTo>
                  <a:lnTo>
                    <a:pt x="1" y="31"/>
                  </a:lnTo>
                  <a:lnTo>
                    <a:pt x="1" y="32"/>
                  </a:lnTo>
                  <a:lnTo>
                    <a:pt x="1" y="27"/>
                  </a:lnTo>
                  <a:lnTo>
                    <a:pt x="1" y="16"/>
                  </a:lnTo>
                  <a:lnTo>
                    <a:pt x="2" y="9"/>
                  </a:lnTo>
                  <a:lnTo>
                    <a:pt x="2" y="16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2" y="19"/>
                  </a:lnTo>
                  <a:lnTo>
                    <a:pt x="3" y="14"/>
                  </a:lnTo>
                  <a:lnTo>
                    <a:pt x="3" y="16"/>
                  </a:lnTo>
                  <a:lnTo>
                    <a:pt x="3" y="19"/>
                  </a:lnTo>
                  <a:lnTo>
                    <a:pt x="3" y="23"/>
                  </a:lnTo>
                  <a:lnTo>
                    <a:pt x="3" y="20"/>
                  </a:lnTo>
                  <a:lnTo>
                    <a:pt x="3" y="15"/>
                  </a:lnTo>
                  <a:lnTo>
                    <a:pt x="3" y="19"/>
                  </a:lnTo>
                  <a:lnTo>
                    <a:pt x="4" y="29"/>
                  </a:lnTo>
                  <a:lnTo>
                    <a:pt x="4" y="33"/>
                  </a:lnTo>
                  <a:lnTo>
                    <a:pt x="4" y="34"/>
                  </a:lnTo>
                  <a:lnTo>
                    <a:pt x="4" y="41"/>
                  </a:lnTo>
                  <a:lnTo>
                    <a:pt x="4" y="50"/>
                  </a:lnTo>
                  <a:lnTo>
                    <a:pt x="5" y="53"/>
                  </a:lnTo>
                  <a:lnTo>
                    <a:pt x="5" y="52"/>
                  </a:lnTo>
                  <a:lnTo>
                    <a:pt x="5" y="48"/>
                  </a:lnTo>
                  <a:lnTo>
                    <a:pt x="5" y="43"/>
                  </a:lnTo>
                  <a:lnTo>
                    <a:pt x="5" y="47"/>
                  </a:lnTo>
                  <a:lnTo>
                    <a:pt x="5" y="54"/>
                  </a:lnTo>
                  <a:lnTo>
                    <a:pt x="6" y="51"/>
                  </a:lnTo>
                  <a:lnTo>
                    <a:pt x="6" y="44"/>
                  </a:lnTo>
                  <a:lnTo>
                    <a:pt x="6" y="41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38"/>
                  </a:lnTo>
                  <a:lnTo>
                    <a:pt x="7" y="33"/>
                  </a:lnTo>
                  <a:lnTo>
                    <a:pt x="7" y="28"/>
                  </a:lnTo>
                  <a:lnTo>
                    <a:pt x="7" y="21"/>
                  </a:lnTo>
                  <a:lnTo>
                    <a:pt x="7" y="19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8" y="11"/>
                  </a:lnTo>
                  <a:lnTo>
                    <a:pt x="8" y="4"/>
                  </a:lnTo>
                  <a:lnTo>
                    <a:pt x="8" y="1"/>
                  </a:lnTo>
                  <a:lnTo>
                    <a:pt x="8" y="0"/>
                  </a:lnTo>
                  <a:lnTo>
                    <a:pt x="8" y="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0" name="Freeform 703"/>
            <p:cNvSpPr/>
            <p:nvPr/>
          </p:nvSpPr>
          <p:spPr bwMode="auto">
            <a:xfrm>
              <a:off x="3052763" y="1831976"/>
              <a:ext cx="14288" cy="125413"/>
            </a:xfrm>
            <a:custGeom>
              <a:avLst/>
              <a:gdLst>
                <a:gd name="T0" fmla="*/ 0 w 9"/>
                <a:gd name="T1" fmla="*/ 53 h 79"/>
                <a:gd name="T2" fmla="*/ 0 w 9"/>
                <a:gd name="T3" fmla="*/ 55 h 79"/>
                <a:gd name="T4" fmla="*/ 0 w 9"/>
                <a:gd name="T5" fmla="*/ 60 h 79"/>
                <a:gd name="T6" fmla="*/ 1 w 9"/>
                <a:gd name="T7" fmla="*/ 57 h 79"/>
                <a:gd name="T8" fmla="*/ 1 w 9"/>
                <a:gd name="T9" fmla="*/ 52 h 79"/>
                <a:gd name="T10" fmla="*/ 1 w 9"/>
                <a:gd name="T11" fmla="*/ 59 h 79"/>
                <a:gd name="T12" fmla="*/ 1 w 9"/>
                <a:gd name="T13" fmla="*/ 69 h 79"/>
                <a:gd name="T14" fmla="*/ 2 w 9"/>
                <a:gd name="T15" fmla="*/ 70 h 79"/>
                <a:gd name="T16" fmla="*/ 2 w 9"/>
                <a:gd name="T17" fmla="*/ 69 h 79"/>
                <a:gd name="T18" fmla="*/ 2 w 9"/>
                <a:gd name="T19" fmla="*/ 74 h 79"/>
                <a:gd name="T20" fmla="*/ 2 w 9"/>
                <a:gd name="T21" fmla="*/ 71 h 79"/>
                <a:gd name="T22" fmla="*/ 2 w 9"/>
                <a:gd name="T23" fmla="*/ 65 h 79"/>
                <a:gd name="T24" fmla="*/ 2 w 9"/>
                <a:gd name="T25" fmla="*/ 67 h 79"/>
                <a:gd name="T26" fmla="*/ 2 w 9"/>
                <a:gd name="T27" fmla="*/ 71 h 79"/>
                <a:gd name="T28" fmla="*/ 3 w 9"/>
                <a:gd name="T29" fmla="*/ 67 h 79"/>
                <a:gd name="T30" fmla="*/ 3 w 9"/>
                <a:gd name="T31" fmla="*/ 66 h 79"/>
                <a:gd name="T32" fmla="*/ 3 w 9"/>
                <a:gd name="T33" fmla="*/ 71 h 79"/>
                <a:gd name="T34" fmla="*/ 3 w 9"/>
                <a:gd name="T35" fmla="*/ 74 h 79"/>
                <a:gd name="T36" fmla="*/ 3 w 9"/>
                <a:gd name="T37" fmla="*/ 76 h 79"/>
                <a:gd name="T38" fmla="*/ 3 w 9"/>
                <a:gd name="T39" fmla="*/ 79 h 79"/>
                <a:gd name="T40" fmla="*/ 3 w 9"/>
                <a:gd name="T41" fmla="*/ 78 h 79"/>
                <a:gd name="T42" fmla="*/ 4 w 9"/>
                <a:gd name="T43" fmla="*/ 76 h 79"/>
                <a:gd name="T44" fmla="*/ 4 w 9"/>
                <a:gd name="T45" fmla="*/ 77 h 79"/>
                <a:gd name="T46" fmla="*/ 4 w 9"/>
                <a:gd name="T47" fmla="*/ 78 h 79"/>
                <a:gd name="T48" fmla="*/ 4 w 9"/>
                <a:gd name="T49" fmla="*/ 75 h 79"/>
                <a:gd name="T50" fmla="*/ 4 w 9"/>
                <a:gd name="T51" fmla="*/ 71 h 79"/>
                <a:gd name="T52" fmla="*/ 5 w 9"/>
                <a:gd name="T53" fmla="*/ 68 h 79"/>
                <a:gd name="T54" fmla="*/ 5 w 9"/>
                <a:gd name="T55" fmla="*/ 65 h 79"/>
                <a:gd name="T56" fmla="*/ 5 w 9"/>
                <a:gd name="T57" fmla="*/ 65 h 79"/>
                <a:gd name="T58" fmla="*/ 5 w 9"/>
                <a:gd name="T59" fmla="*/ 65 h 79"/>
                <a:gd name="T60" fmla="*/ 5 w 9"/>
                <a:gd name="T61" fmla="*/ 57 h 79"/>
                <a:gd name="T62" fmla="*/ 5 w 9"/>
                <a:gd name="T63" fmla="*/ 46 h 79"/>
                <a:gd name="T64" fmla="*/ 5 w 9"/>
                <a:gd name="T65" fmla="*/ 42 h 79"/>
                <a:gd name="T66" fmla="*/ 6 w 9"/>
                <a:gd name="T67" fmla="*/ 39 h 79"/>
                <a:gd name="T68" fmla="*/ 6 w 9"/>
                <a:gd name="T69" fmla="*/ 31 h 79"/>
                <a:gd name="T70" fmla="*/ 6 w 9"/>
                <a:gd name="T71" fmla="*/ 25 h 79"/>
                <a:gd name="T72" fmla="*/ 6 w 9"/>
                <a:gd name="T73" fmla="*/ 20 h 79"/>
                <a:gd name="T74" fmla="*/ 7 w 9"/>
                <a:gd name="T75" fmla="*/ 14 h 79"/>
                <a:gd name="T76" fmla="*/ 7 w 9"/>
                <a:gd name="T77" fmla="*/ 13 h 79"/>
                <a:gd name="T78" fmla="*/ 7 w 9"/>
                <a:gd name="T79" fmla="*/ 13 h 79"/>
                <a:gd name="T80" fmla="*/ 7 w 9"/>
                <a:gd name="T81" fmla="*/ 9 h 79"/>
                <a:gd name="T82" fmla="*/ 7 w 9"/>
                <a:gd name="T83" fmla="*/ 5 h 79"/>
                <a:gd name="T84" fmla="*/ 7 w 9"/>
                <a:gd name="T85" fmla="*/ 7 h 79"/>
                <a:gd name="T86" fmla="*/ 7 w 9"/>
                <a:gd name="T87" fmla="*/ 8 h 79"/>
                <a:gd name="T88" fmla="*/ 8 w 9"/>
                <a:gd name="T89" fmla="*/ 4 h 79"/>
                <a:gd name="T90" fmla="*/ 8 w 9"/>
                <a:gd name="T91" fmla="*/ 0 h 79"/>
                <a:gd name="T92" fmla="*/ 8 w 9"/>
                <a:gd name="T93" fmla="*/ 1 h 79"/>
                <a:gd name="T94" fmla="*/ 8 w 9"/>
                <a:gd name="T95" fmla="*/ 3 h 79"/>
                <a:gd name="T96" fmla="*/ 8 w 9"/>
                <a:gd name="T97" fmla="*/ 4 h 79"/>
                <a:gd name="T98" fmla="*/ 8 w 9"/>
                <a:gd name="T99" fmla="*/ 5 h 79"/>
                <a:gd name="T100" fmla="*/ 8 w 9"/>
                <a:gd name="T101" fmla="*/ 3 h 79"/>
                <a:gd name="T102" fmla="*/ 9 w 9"/>
                <a:gd name="T10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79">
                  <a:moveTo>
                    <a:pt x="0" y="53"/>
                  </a:moveTo>
                  <a:lnTo>
                    <a:pt x="0" y="55"/>
                  </a:lnTo>
                  <a:lnTo>
                    <a:pt x="0" y="60"/>
                  </a:lnTo>
                  <a:lnTo>
                    <a:pt x="1" y="57"/>
                  </a:lnTo>
                  <a:lnTo>
                    <a:pt x="1" y="52"/>
                  </a:lnTo>
                  <a:lnTo>
                    <a:pt x="1" y="59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2" y="69"/>
                  </a:lnTo>
                  <a:lnTo>
                    <a:pt x="2" y="74"/>
                  </a:lnTo>
                  <a:lnTo>
                    <a:pt x="2" y="71"/>
                  </a:lnTo>
                  <a:lnTo>
                    <a:pt x="2" y="65"/>
                  </a:lnTo>
                  <a:lnTo>
                    <a:pt x="2" y="67"/>
                  </a:lnTo>
                  <a:lnTo>
                    <a:pt x="2" y="71"/>
                  </a:lnTo>
                  <a:lnTo>
                    <a:pt x="3" y="67"/>
                  </a:lnTo>
                  <a:lnTo>
                    <a:pt x="3" y="66"/>
                  </a:lnTo>
                  <a:lnTo>
                    <a:pt x="3" y="71"/>
                  </a:lnTo>
                  <a:lnTo>
                    <a:pt x="3" y="74"/>
                  </a:lnTo>
                  <a:lnTo>
                    <a:pt x="3" y="76"/>
                  </a:lnTo>
                  <a:lnTo>
                    <a:pt x="3" y="79"/>
                  </a:lnTo>
                  <a:lnTo>
                    <a:pt x="3" y="78"/>
                  </a:lnTo>
                  <a:lnTo>
                    <a:pt x="4" y="76"/>
                  </a:lnTo>
                  <a:lnTo>
                    <a:pt x="4" y="77"/>
                  </a:lnTo>
                  <a:lnTo>
                    <a:pt x="4" y="78"/>
                  </a:lnTo>
                  <a:lnTo>
                    <a:pt x="4" y="75"/>
                  </a:lnTo>
                  <a:lnTo>
                    <a:pt x="4" y="71"/>
                  </a:lnTo>
                  <a:lnTo>
                    <a:pt x="5" y="68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5" y="57"/>
                  </a:lnTo>
                  <a:lnTo>
                    <a:pt x="5" y="46"/>
                  </a:lnTo>
                  <a:lnTo>
                    <a:pt x="5" y="42"/>
                  </a:lnTo>
                  <a:lnTo>
                    <a:pt x="6" y="39"/>
                  </a:lnTo>
                  <a:lnTo>
                    <a:pt x="6" y="31"/>
                  </a:lnTo>
                  <a:lnTo>
                    <a:pt x="6" y="25"/>
                  </a:lnTo>
                  <a:lnTo>
                    <a:pt x="6" y="20"/>
                  </a:lnTo>
                  <a:lnTo>
                    <a:pt x="7" y="14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7" y="9"/>
                  </a:lnTo>
                  <a:lnTo>
                    <a:pt x="7" y="5"/>
                  </a:lnTo>
                  <a:lnTo>
                    <a:pt x="7" y="7"/>
                  </a:lnTo>
                  <a:lnTo>
                    <a:pt x="7" y="8"/>
                  </a:lnTo>
                  <a:lnTo>
                    <a:pt x="8" y="4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3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3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1" name="Freeform 704"/>
            <p:cNvSpPr/>
            <p:nvPr/>
          </p:nvSpPr>
          <p:spPr bwMode="auto">
            <a:xfrm>
              <a:off x="3065463" y="1831976"/>
              <a:ext cx="14288" cy="292100"/>
            </a:xfrm>
            <a:custGeom>
              <a:avLst/>
              <a:gdLst>
                <a:gd name="T0" fmla="*/ 0 w 9"/>
                <a:gd name="T1" fmla="*/ 3 h 184"/>
                <a:gd name="T2" fmla="*/ 1 w 9"/>
                <a:gd name="T3" fmla="*/ 0 h 184"/>
                <a:gd name="T4" fmla="*/ 1 w 9"/>
                <a:gd name="T5" fmla="*/ 7 h 184"/>
                <a:gd name="T6" fmla="*/ 1 w 9"/>
                <a:gd name="T7" fmla="*/ 15 h 184"/>
                <a:gd name="T8" fmla="*/ 1 w 9"/>
                <a:gd name="T9" fmla="*/ 18 h 184"/>
                <a:gd name="T10" fmla="*/ 1 w 9"/>
                <a:gd name="T11" fmla="*/ 23 h 184"/>
                <a:gd name="T12" fmla="*/ 2 w 9"/>
                <a:gd name="T13" fmla="*/ 31 h 184"/>
                <a:gd name="T14" fmla="*/ 2 w 9"/>
                <a:gd name="T15" fmla="*/ 39 h 184"/>
                <a:gd name="T16" fmla="*/ 2 w 9"/>
                <a:gd name="T17" fmla="*/ 45 h 184"/>
                <a:gd name="T18" fmla="*/ 2 w 9"/>
                <a:gd name="T19" fmla="*/ 50 h 184"/>
                <a:gd name="T20" fmla="*/ 2 w 9"/>
                <a:gd name="T21" fmla="*/ 55 h 184"/>
                <a:gd name="T22" fmla="*/ 2 w 9"/>
                <a:gd name="T23" fmla="*/ 60 h 184"/>
                <a:gd name="T24" fmla="*/ 3 w 9"/>
                <a:gd name="T25" fmla="*/ 66 h 184"/>
                <a:gd name="T26" fmla="*/ 3 w 9"/>
                <a:gd name="T27" fmla="*/ 68 h 184"/>
                <a:gd name="T28" fmla="*/ 3 w 9"/>
                <a:gd name="T29" fmla="*/ 67 h 184"/>
                <a:gd name="T30" fmla="*/ 3 w 9"/>
                <a:gd name="T31" fmla="*/ 68 h 184"/>
                <a:gd name="T32" fmla="*/ 3 w 9"/>
                <a:gd name="T33" fmla="*/ 71 h 184"/>
                <a:gd name="T34" fmla="*/ 4 w 9"/>
                <a:gd name="T35" fmla="*/ 71 h 184"/>
                <a:gd name="T36" fmla="*/ 4 w 9"/>
                <a:gd name="T37" fmla="*/ 68 h 184"/>
                <a:gd name="T38" fmla="*/ 4 w 9"/>
                <a:gd name="T39" fmla="*/ 68 h 184"/>
                <a:gd name="T40" fmla="*/ 4 w 9"/>
                <a:gd name="T41" fmla="*/ 69 h 184"/>
                <a:gd name="T42" fmla="*/ 4 w 9"/>
                <a:gd name="T43" fmla="*/ 67 h 184"/>
                <a:gd name="T44" fmla="*/ 4 w 9"/>
                <a:gd name="T45" fmla="*/ 63 h 184"/>
                <a:gd name="T46" fmla="*/ 4 w 9"/>
                <a:gd name="T47" fmla="*/ 64 h 184"/>
                <a:gd name="T48" fmla="*/ 5 w 9"/>
                <a:gd name="T49" fmla="*/ 64 h 184"/>
                <a:gd name="T50" fmla="*/ 5 w 9"/>
                <a:gd name="T51" fmla="*/ 62 h 184"/>
                <a:gd name="T52" fmla="*/ 5 w 9"/>
                <a:gd name="T53" fmla="*/ 65 h 184"/>
                <a:gd name="T54" fmla="*/ 5 w 9"/>
                <a:gd name="T55" fmla="*/ 69 h 184"/>
                <a:gd name="T56" fmla="*/ 5 w 9"/>
                <a:gd name="T57" fmla="*/ 67 h 184"/>
                <a:gd name="T58" fmla="*/ 5 w 9"/>
                <a:gd name="T59" fmla="*/ 65 h 184"/>
                <a:gd name="T60" fmla="*/ 5 w 9"/>
                <a:gd name="T61" fmla="*/ 71 h 184"/>
                <a:gd name="T62" fmla="*/ 6 w 9"/>
                <a:gd name="T63" fmla="*/ 79 h 184"/>
                <a:gd name="T64" fmla="*/ 6 w 9"/>
                <a:gd name="T65" fmla="*/ 81 h 184"/>
                <a:gd name="T66" fmla="*/ 6 w 9"/>
                <a:gd name="T67" fmla="*/ 81 h 184"/>
                <a:gd name="T68" fmla="*/ 6 w 9"/>
                <a:gd name="T69" fmla="*/ 87 h 184"/>
                <a:gd name="T70" fmla="*/ 7 w 9"/>
                <a:gd name="T71" fmla="*/ 94 h 184"/>
                <a:gd name="T72" fmla="*/ 7 w 9"/>
                <a:gd name="T73" fmla="*/ 99 h 184"/>
                <a:gd name="T74" fmla="*/ 7 w 9"/>
                <a:gd name="T75" fmla="*/ 107 h 184"/>
                <a:gd name="T76" fmla="*/ 7 w 9"/>
                <a:gd name="T77" fmla="*/ 116 h 184"/>
                <a:gd name="T78" fmla="*/ 7 w 9"/>
                <a:gd name="T79" fmla="*/ 117 h 184"/>
                <a:gd name="T80" fmla="*/ 7 w 9"/>
                <a:gd name="T81" fmla="*/ 114 h 184"/>
                <a:gd name="T82" fmla="*/ 7 w 9"/>
                <a:gd name="T83" fmla="*/ 123 h 184"/>
                <a:gd name="T84" fmla="*/ 8 w 9"/>
                <a:gd name="T85" fmla="*/ 135 h 184"/>
                <a:gd name="T86" fmla="*/ 8 w 9"/>
                <a:gd name="T87" fmla="*/ 139 h 184"/>
                <a:gd name="T88" fmla="*/ 8 w 9"/>
                <a:gd name="T89" fmla="*/ 141 h 184"/>
                <a:gd name="T90" fmla="*/ 8 w 9"/>
                <a:gd name="T91" fmla="*/ 150 h 184"/>
                <a:gd name="T92" fmla="*/ 8 w 9"/>
                <a:gd name="T93" fmla="*/ 158 h 184"/>
                <a:gd name="T94" fmla="*/ 9 w 9"/>
                <a:gd name="T95" fmla="*/ 163 h 184"/>
                <a:gd name="T96" fmla="*/ 9 w 9"/>
                <a:gd name="T97" fmla="*/ 175 h 184"/>
                <a:gd name="T98" fmla="*/ 9 w 9"/>
                <a:gd name="T99" fmla="*/ 184 h 184"/>
                <a:gd name="T100" fmla="*/ 9 w 9"/>
                <a:gd name="T101" fmla="*/ 182 h 184"/>
                <a:gd name="T102" fmla="*/ 9 w 9"/>
                <a:gd name="T10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84">
                  <a:moveTo>
                    <a:pt x="0" y="3"/>
                  </a:moveTo>
                  <a:lnTo>
                    <a:pt x="1" y="0"/>
                  </a:lnTo>
                  <a:lnTo>
                    <a:pt x="1" y="7"/>
                  </a:lnTo>
                  <a:lnTo>
                    <a:pt x="1" y="15"/>
                  </a:lnTo>
                  <a:lnTo>
                    <a:pt x="1" y="18"/>
                  </a:lnTo>
                  <a:lnTo>
                    <a:pt x="1" y="23"/>
                  </a:lnTo>
                  <a:lnTo>
                    <a:pt x="2" y="31"/>
                  </a:lnTo>
                  <a:lnTo>
                    <a:pt x="2" y="39"/>
                  </a:lnTo>
                  <a:lnTo>
                    <a:pt x="2" y="45"/>
                  </a:lnTo>
                  <a:lnTo>
                    <a:pt x="2" y="50"/>
                  </a:lnTo>
                  <a:lnTo>
                    <a:pt x="2" y="55"/>
                  </a:lnTo>
                  <a:lnTo>
                    <a:pt x="2" y="60"/>
                  </a:lnTo>
                  <a:lnTo>
                    <a:pt x="3" y="66"/>
                  </a:lnTo>
                  <a:lnTo>
                    <a:pt x="3" y="68"/>
                  </a:lnTo>
                  <a:lnTo>
                    <a:pt x="3" y="67"/>
                  </a:lnTo>
                  <a:lnTo>
                    <a:pt x="3" y="68"/>
                  </a:lnTo>
                  <a:lnTo>
                    <a:pt x="3" y="71"/>
                  </a:lnTo>
                  <a:lnTo>
                    <a:pt x="4" y="71"/>
                  </a:lnTo>
                  <a:lnTo>
                    <a:pt x="4" y="68"/>
                  </a:lnTo>
                  <a:lnTo>
                    <a:pt x="4" y="68"/>
                  </a:lnTo>
                  <a:lnTo>
                    <a:pt x="4" y="69"/>
                  </a:lnTo>
                  <a:lnTo>
                    <a:pt x="4" y="67"/>
                  </a:lnTo>
                  <a:lnTo>
                    <a:pt x="4" y="63"/>
                  </a:lnTo>
                  <a:lnTo>
                    <a:pt x="4" y="64"/>
                  </a:lnTo>
                  <a:lnTo>
                    <a:pt x="5" y="64"/>
                  </a:lnTo>
                  <a:lnTo>
                    <a:pt x="5" y="62"/>
                  </a:lnTo>
                  <a:lnTo>
                    <a:pt x="5" y="65"/>
                  </a:lnTo>
                  <a:lnTo>
                    <a:pt x="5" y="69"/>
                  </a:lnTo>
                  <a:lnTo>
                    <a:pt x="5" y="67"/>
                  </a:lnTo>
                  <a:lnTo>
                    <a:pt x="5" y="65"/>
                  </a:lnTo>
                  <a:lnTo>
                    <a:pt x="5" y="71"/>
                  </a:lnTo>
                  <a:lnTo>
                    <a:pt x="6" y="79"/>
                  </a:lnTo>
                  <a:lnTo>
                    <a:pt x="6" y="81"/>
                  </a:lnTo>
                  <a:lnTo>
                    <a:pt x="6" y="81"/>
                  </a:lnTo>
                  <a:lnTo>
                    <a:pt x="6" y="87"/>
                  </a:lnTo>
                  <a:lnTo>
                    <a:pt x="7" y="94"/>
                  </a:lnTo>
                  <a:lnTo>
                    <a:pt x="7" y="99"/>
                  </a:lnTo>
                  <a:lnTo>
                    <a:pt x="7" y="107"/>
                  </a:lnTo>
                  <a:lnTo>
                    <a:pt x="7" y="116"/>
                  </a:lnTo>
                  <a:lnTo>
                    <a:pt x="7" y="117"/>
                  </a:lnTo>
                  <a:lnTo>
                    <a:pt x="7" y="114"/>
                  </a:lnTo>
                  <a:lnTo>
                    <a:pt x="7" y="123"/>
                  </a:lnTo>
                  <a:lnTo>
                    <a:pt x="8" y="135"/>
                  </a:lnTo>
                  <a:lnTo>
                    <a:pt x="8" y="139"/>
                  </a:lnTo>
                  <a:lnTo>
                    <a:pt x="8" y="141"/>
                  </a:lnTo>
                  <a:lnTo>
                    <a:pt x="8" y="150"/>
                  </a:lnTo>
                  <a:lnTo>
                    <a:pt x="8" y="158"/>
                  </a:lnTo>
                  <a:lnTo>
                    <a:pt x="9" y="163"/>
                  </a:lnTo>
                  <a:lnTo>
                    <a:pt x="9" y="175"/>
                  </a:lnTo>
                  <a:lnTo>
                    <a:pt x="9" y="184"/>
                  </a:lnTo>
                  <a:lnTo>
                    <a:pt x="9" y="182"/>
                  </a:lnTo>
                  <a:lnTo>
                    <a:pt x="9" y="18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2" name="Freeform 705"/>
            <p:cNvSpPr/>
            <p:nvPr/>
          </p:nvSpPr>
          <p:spPr bwMode="auto">
            <a:xfrm>
              <a:off x="3079750" y="2120901"/>
              <a:ext cx="12700" cy="98425"/>
            </a:xfrm>
            <a:custGeom>
              <a:avLst/>
              <a:gdLst>
                <a:gd name="T0" fmla="*/ 0 w 8"/>
                <a:gd name="T1" fmla="*/ 0 h 62"/>
                <a:gd name="T2" fmla="*/ 0 w 8"/>
                <a:gd name="T3" fmla="*/ 2 h 62"/>
                <a:gd name="T4" fmla="*/ 0 w 8"/>
                <a:gd name="T5" fmla="*/ 10 h 62"/>
                <a:gd name="T6" fmla="*/ 0 w 8"/>
                <a:gd name="T7" fmla="*/ 12 h 62"/>
                <a:gd name="T8" fmla="*/ 1 w 8"/>
                <a:gd name="T9" fmla="*/ 10 h 62"/>
                <a:gd name="T10" fmla="*/ 1 w 8"/>
                <a:gd name="T11" fmla="*/ 14 h 62"/>
                <a:gd name="T12" fmla="*/ 1 w 8"/>
                <a:gd name="T13" fmla="*/ 20 h 62"/>
                <a:gd name="T14" fmla="*/ 1 w 8"/>
                <a:gd name="T15" fmla="*/ 22 h 62"/>
                <a:gd name="T16" fmla="*/ 1 w 8"/>
                <a:gd name="T17" fmla="*/ 27 h 62"/>
                <a:gd name="T18" fmla="*/ 1 w 8"/>
                <a:gd name="T19" fmla="*/ 33 h 62"/>
                <a:gd name="T20" fmla="*/ 1 w 8"/>
                <a:gd name="T21" fmla="*/ 37 h 62"/>
                <a:gd name="T22" fmla="*/ 2 w 8"/>
                <a:gd name="T23" fmla="*/ 35 h 62"/>
                <a:gd name="T24" fmla="*/ 2 w 8"/>
                <a:gd name="T25" fmla="*/ 37 h 62"/>
                <a:gd name="T26" fmla="*/ 2 w 8"/>
                <a:gd name="T27" fmla="*/ 44 h 62"/>
                <a:gd name="T28" fmla="*/ 2 w 8"/>
                <a:gd name="T29" fmla="*/ 41 h 62"/>
                <a:gd name="T30" fmla="*/ 3 w 8"/>
                <a:gd name="T31" fmla="*/ 32 h 62"/>
                <a:gd name="T32" fmla="*/ 3 w 8"/>
                <a:gd name="T33" fmla="*/ 32 h 62"/>
                <a:gd name="T34" fmla="*/ 3 w 8"/>
                <a:gd name="T35" fmla="*/ 37 h 62"/>
                <a:gd name="T36" fmla="*/ 3 w 8"/>
                <a:gd name="T37" fmla="*/ 33 h 62"/>
                <a:gd name="T38" fmla="*/ 3 w 8"/>
                <a:gd name="T39" fmla="*/ 30 h 62"/>
                <a:gd name="T40" fmla="*/ 3 w 8"/>
                <a:gd name="T41" fmla="*/ 33 h 62"/>
                <a:gd name="T42" fmla="*/ 3 w 8"/>
                <a:gd name="T43" fmla="*/ 33 h 62"/>
                <a:gd name="T44" fmla="*/ 4 w 8"/>
                <a:gd name="T45" fmla="*/ 28 h 62"/>
                <a:gd name="T46" fmla="*/ 4 w 8"/>
                <a:gd name="T47" fmla="*/ 30 h 62"/>
                <a:gd name="T48" fmla="*/ 4 w 8"/>
                <a:gd name="T49" fmla="*/ 36 h 62"/>
                <a:gd name="T50" fmla="*/ 4 w 8"/>
                <a:gd name="T51" fmla="*/ 38 h 62"/>
                <a:gd name="T52" fmla="*/ 4 w 8"/>
                <a:gd name="T53" fmla="*/ 35 h 62"/>
                <a:gd name="T54" fmla="*/ 5 w 8"/>
                <a:gd name="T55" fmla="*/ 37 h 62"/>
                <a:gd name="T56" fmla="*/ 5 w 8"/>
                <a:gd name="T57" fmla="*/ 43 h 62"/>
                <a:gd name="T58" fmla="*/ 5 w 8"/>
                <a:gd name="T59" fmla="*/ 40 h 62"/>
                <a:gd name="T60" fmla="*/ 5 w 8"/>
                <a:gd name="T61" fmla="*/ 38 h 62"/>
                <a:gd name="T62" fmla="*/ 5 w 8"/>
                <a:gd name="T63" fmla="*/ 48 h 62"/>
                <a:gd name="T64" fmla="*/ 5 w 8"/>
                <a:gd name="T65" fmla="*/ 48 h 62"/>
                <a:gd name="T66" fmla="*/ 5 w 8"/>
                <a:gd name="T67" fmla="*/ 36 h 62"/>
                <a:gd name="T68" fmla="*/ 6 w 8"/>
                <a:gd name="T69" fmla="*/ 39 h 62"/>
                <a:gd name="T70" fmla="*/ 6 w 8"/>
                <a:gd name="T71" fmla="*/ 57 h 62"/>
                <a:gd name="T72" fmla="*/ 6 w 8"/>
                <a:gd name="T73" fmla="*/ 62 h 62"/>
                <a:gd name="T74" fmla="*/ 6 w 8"/>
                <a:gd name="T75" fmla="*/ 60 h 62"/>
                <a:gd name="T76" fmla="*/ 6 w 8"/>
                <a:gd name="T77" fmla="*/ 62 h 62"/>
                <a:gd name="T78" fmla="*/ 6 w 8"/>
                <a:gd name="T79" fmla="*/ 60 h 62"/>
                <a:gd name="T80" fmla="*/ 7 w 8"/>
                <a:gd name="T81" fmla="*/ 57 h 62"/>
                <a:gd name="T82" fmla="*/ 7 w 8"/>
                <a:gd name="T83" fmla="*/ 61 h 62"/>
                <a:gd name="T84" fmla="*/ 7 w 8"/>
                <a:gd name="T85" fmla="*/ 61 h 62"/>
                <a:gd name="T86" fmla="*/ 7 w 8"/>
                <a:gd name="T87" fmla="*/ 47 h 62"/>
                <a:gd name="T88" fmla="*/ 7 w 8"/>
                <a:gd name="T89" fmla="*/ 37 h 62"/>
                <a:gd name="T90" fmla="*/ 8 w 8"/>
                <a:gd name="T91" fmla="*/ 42 h 62"/>
                <a:gd name="T92" fmla="*/ 8 w 8"/>
                <a:gd name="T93" fmla="*/ 49 h 62"/>
                <a:gd name="T94" fmla="*/ 8 w 8"/>
                <a:gd name="T95" fmla="*/ 45 h 62"/>
                <a:gd name="T96" fmla="*/ 8 w 8"/>
                <a:gd name="T97" fmla="*/ 41 h 62"/>
                <a:gd name="T98" fmla="*/ 8 w 8"/>
                <a:gd name="T99" fmla="*/ 42 h 62"/>
                <a:gd name="T100" fmla="*/ 8 w 8"/>
                <a:gd name="T101" fmla="*/ 36 h 62"/>
                <a:gd name="T102" fmla="*/ 8 w 8"/>
                <a:gd name="T103" fmla="*/ 2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2">
                  <a:moveTo>
                    <a:pt x="0" y="0"/>
                  </a:moveTo>
                  <a:lnTo>
                    <a:pt x="0" y="2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1" y="10"/>
                  </a:lnTo>
                  <a:lnTo>
                    <a:pt x="1" y="14"/>
                  </a:lnTo>
                  <a:lnTo>
                    <a:pt x="1" y="20"/>
                  </a:lnTo>
                  <a:lnTo>
                    <a:pt x="1" y="22"/>
                  </a:lnTo>
                  <a:lnTo>
                    <a:pt x="1" y="27"/>
                  </a:lnTo>
                  <a:lnTo>
                    <a:pt x="1" y="33"/>
                  </a:lnTo>
                  <a:lnTo>
                    <a:pt x="1" y="37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44"/>
                  </a:lnTo>
                  <a:lnTo>
                    <a:pt x="2" y="41"/>
                  </a:lnTo>
                  <a:lnTo>
                    <a:pt x="3" y="32"/>
                  </a:lnTo>
                  <a:lnTo>
                    <a:pt x="3" y="32"/>
                  </a:lnTo>
                  <a:lnTo>
                    <a:pt x="3" y="37"/>
                  </a:lnTo>
                  <a:lnTo>
                    <a:pt x="3" y="33"/>
                  </a:lnTo>
                  <a:lnTo>
                    <a:pt x="3" y="30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4" y="28"/>
                  </a:lnTo>
                  <a:lnTo>
                    <a:pt x="4" y="30"/>
                  </a:lnTo>
                  <a:lnTo>
                    <a:pt x="4" y="36"/>
                  </a:lnTo>
                  <a:lnTo>
                    <a:pt x="4" y="38"/>
                  </a:lnTo>
                  <a:lnTo>
                    <a:pt x="4" y="35"/>
                  </a:lnTo>
                  <a:lnTo>
                    <a:pt x="5" y="37"/>
                  </a:lnTo>
                  <a:lnTo>
                    <a:pt x="5" y="43"/>
                  </a:lnTo>
                  <a:lnTo>
                    <a:pt x="5" y="40"/>
                  </a:lnTo>
                  <a:lnTo>
                    <a:pt x="5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5" y="36"/>
                  </a:lnTo>
                  <a:lnTo>
                    <a:pt x="6" y="39"/>
                  </a:lnTo>
                  <a:lnTo>
                    <a:pt x="6" y="57"/>
                  </a:lnTo>
                  <a:lnTo>
                    <a:pt x="6" y="62"/>
                  </a:lnTo>
                  <a:lnTo>
                    <a:pt x="6" y="60"/>
                  </a:lnTo>
                  <a:lnTo>
                    <a:pt x="6" y="62"/>
                  </a:lnTo>
                  <a:lnTo>
                    <a:pt x="6" y="60"/>
                  </a:lnTo>
                  <a:lnTo>
                    <a:pt x="7" y="57"/>
                  </a:lnTo>
                  <a:lnTo>
                    <a:pt x="7" y="61"/>
                  </a:lnTo>
                  <a:lnTo>
                    <a:pt x="7" y="61"/>
                  </a:lnTo>
                  <a:lnTo>
                    <a:pt x="7" y="47"/>
                  </a:lnTo>
                  <a:lnTo>
                    <a:pt x="7" y="37"/>
                  </a:lnTo>
                  <a:lnTo>
                    <a:pt x="8" y="42"/>
                  </a:lnTo>
                  <a:lnTo>
                    <a:pt x="8" y="49"/>
                  </a:lnTo>
                  <a:lnTo>
                    <a:pt x="8" y="45"/>
                  </a:lnTo>
                  <a:lnTo>
                    <a:pt x="8" y="41"/>
                  </a:lnTo>
                  <a:lnTo>
                    <a:pt x="8" y="42"/>
                  </a:lnTo>
                  <a:lnTo>
                    <a:pt x="8" y="36"/>
                  </a:lnTo>
                  <a:lnTo>
                    <a:pt x="8" y="2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3" name="Freeform 706"/>
            <p:cNvSpPr/>
            <p:nvPr/>
          </p:nvSpPr>
          <p:spPr bwMode="auto">
            <a:xfrm>
              <a:off x="3092450" y="1917701"/>
              <a:ext cx="14288" cy="260350"/>
            </a:xfrm>
            <a:custGeom>
              <a:avLst/>
              <a:gdLst>
                <a:gd name="T0" fmla="*/ 0 w 9"/>
                <a:gd name="T1" fmla="*/ 164 h 164"/>
                <a:gd name="T2" fmla="*/ 0 w 9"/>
                <a:gd name="T3" fmla="*/ 152 h 164"/>
                <a:gd name="T4" fmla="*/ 1 w 9"/>
                <a:gd name="T5" fmla="*/ 143 h 164"/>
                <a:gd name="T6" fmla="*/ 1 w 9"/>
                <a:gd name="T7" fmla="*/ 125 h 164"/>
                <a:gd name="T8" fmla="*/ 1 w 9"/>
                <a:gd name="T9" fmla="*/ 101 h 164"/>
                <a:gd name="T10" fmla="*/ 1 w 9"/>
                <a:gd name="T11" fmla="*/ 89 h 164"/>
                <a:gd name="T12" fmla="*/ 2 w 9"/>
                <a:gd name="T13" fmla="*/ 87 h 164"/>
                <a:gd name="T14" fmla="*/ 2 w 9"/>
                <a:gd name="T15" fmla="*/ 79 h 164"/>
                <a:gd name="T16" fmla="*/ 2 w 9"/>
                <a:gd name="T17" fmla="*/ 67 h 164"/>
                <a:gd name="T18" fmla="*/ 2 w 9"/>
                <a:gd name="T19" fmla="*/ 63 h 164"/>
                <a:gd name="T20" fmla="*/ 2 w 9"/>
                <a:gd name="T21" fmla="*/ 59 h 164"/>
                <a:gd name="T22" fmla="*/ 2 w 9"/>
                <a:gd name="T23" fmla="*/ 52 h 164"/>
                <a:gd name="T24" fmla="*/ 2 w 9"/>
                <a:gd name="T25" fmla="*/ 49 h 164"/>
                <a:gd name="T26" fmla="*/ 3 w 9"/>
                <a:gd name="T27" fmla="*/ 50 h 164"/>
                <a:gd name="T28" fmla="*/ 3 w 9"/>
                <a:gd name="T29" fmla="*/ 43 h 164"/>
                <a:gd name="T30" fmla="*/ 3 w 9"/>
                <a:gd name="T31" fmla="*/ 28 h 164"/>
                <a:gd name="T32" fmla="*/ 3 w 9"/>
                <a:gd name="T33" fmla="*/ 18 h 164"/>
                <a:gd name="T34" fmla="*/ 3 w 9"/>
                <a:gd name="T35" fmla="*/ 20 h 164"/>
                <a:gd name="T36" fmla="*/ 3 w 9"/>
                <a:gd name="T37" fmla="*/ 21 h 164"/>
                <a:gd name="T38" fmla="*/ 3 w 9"/>
                <a:gd name="T39" fmla="*/ 17 h 164"/>
                <a:gd name="T40" fmla="*/ 4 w 9"/>
                <a:gd name="T41" fmla="*/ 12 h 164"/>
                <a:gd name="T42" fmla="*/ 4 w 9"/>
                <a:gd name="T43" fmla="*/ 5 h 164"/>
                <a:gd name="T44" fmla="*/ 4 w 9"/>
                <a:gd name="T45" fmla="*/ 0 h 164"/>
                <a:gd name="T46" fmla="*/ 4 w 9"/>
                <a:gd name="T47" fmla="*/ 5 h 164"/>
                <a:gd name="T48" fmla="*/ 4 w 9"/>
                <a:gd name="T49" fmla="*/ 16 h 164"/>
                <a:gd name="T50" fmla="*/ 5 w 9"/>
                <a:gd name="T51" fmla="*/ 17 h 164"/>
                <a:gd name="T52" fmla="*/ 5 w 9"/>
                <a:gd name="T53" fmla="*/ 11 h 164"/>
                <a:gd name="T54" fmla="*/ 5 w 9"/>
                <a:gd name="T55" fmla="*/ 9 h 164"/>
                <a:gd name="T56" fmla="*/ 5 w 9"/>
                <a:gd name="T57" fmla="*/ 16 h 164"/>
                <a:gd name="T58" fmla="*/ 5 w 9"/>
                <a:gd name="T59" fmla="*/ 23 h 164"/>
                <a:gd name="T60" fmla="*/ 5 w 9"/>
                <a:gd name="T61" fmla="*/ 26 h 164"/>
                <a:gd name="T62" fmla="*/ 5 w 9"/>
                <a:gd name="T63" fmla="*/ 25 h 164"/>
                <a:gd name="T64" fmla="*/ 6 w 9"/>
                <a:gd name="T65" fmla="*/ 25 h 164"/>
                <a:gd name="T66" fmla="*/ 6 w 9"/>
                <a:gd name="T67" fmla="*/ 29 h 164"/>
                <a:gd name="T68" fmla="*/ 6 w 9"/>
                <a:gd name="T69" fmla="*/ 37 h 164"/>
                <a:gd name="T70" fmla="*/ 6 w 9"/>
                <a:gd name="T71" fmla="*/ 44 h 164"/>
                <a:gd name="T72" fmla="*/ 7 w 9"/>
                <a:gd name="T73" fmla="*/ 46 h 164"/>
                <a:gd name="T74" fmla="*/ 7 w 9"/>
                <a:gd name="T75" fmla="*/ 45 h 164"/>
                <a:gd name="T76" fmla="*/ 7 w 9"/>
                <a:gd name="T77" fmla="*/ 52 h 164"/>
                <a:gd name="T78" fmla="*/ 7 w 9"/>
                <a:gd name="T79" fmla="*/ 60 h 164"/>
                <a:gd name="T80" fmla="*/ 7 w 9"/>
                <a:gd name="T81" fmla="*/ 58 h 164"/>
                <a:gd name="T82" fmla="*/ 7 w 9"/>
                <a:gd name="T83" fmla="*/ 50 h 164"/>
                <a:gd name="T84" fmla="*/ 7 w 9"/>
                <a:gd name="T85" fmla="*/ 50 h 164"/>
                <a:gd name="T86" fmla="*/ 8 w 9"/>
                <a:gd name="T87" fmla="*/ 51 h 164"/>
                <a:gd name="T88" fmla="*/ 8 w 9"/>
                <a:gd name="T89" fmla="*/ 51 h 164"/>
                <a:gd name="T90" fmla="*/ 8 w 9"/>
                <a:gd name="T91" fmla="*/ 53 h 164"/>
                <a:gd name="T92" fmla="*/ 8 w 9"/>
                <a:gd name="T93" fmla="*/ 53 h 164"/>
                <a:gd name="T94" fmla="*/ 8 w 9"/>
                <a:gd name="T95" fmla="*/ 46 h 164"/>
                <a:gd name="T96" fmla="*/ 8 w 9"/>
                <a:gd name="T97" fmla="*/ 38 h 164"/>
                <a:gd name="T98" fmla="*/ 8 w 9"/>
                <a:gd name="T99" fmla="*/ 38 h 164"/>
                <a:gd name="T100" fmla="*/ 9 w 9"/>
                <a:gd name="T101" fmla="*/ 42 h 164"/>
                <a:gd name="T102" fmla="*/ 9 w 9"/>
                <a:gd name="T103" fmla="*/ 4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64">
                  <a:moveTo>
                    <a:pt x="0" y="164"/>
                  </a:moveTo>
                  <a:lnTo>
                    <a:pt x="0" y="152"/>
                  </a:lnTo>
                  <a:lnTo>
                    <a:pt x="1" y="143"/>
                  </a:lnTo>
                  <a:lnTo>
                    <a:pt x="1" y="125"/>
                  </a:lnTo>
                  <a:lnTo>
                    <a:pt x="1" y="101"/>
                  </a:lnTo>
                  <a:lnTo>
                    <a:pt x="1" y="89"/>
                  </a:lnTo>
                  <a:lnTo>
                    <a:pt x="2" y="87"/>
                  </a:lnTo>
                  <a:lnTo>
                    <a:pt x="2" y="79"/>
                  </a:lnTo>
                  <a:lnTo>
                    <a:pt x="2" y="67"/>
                  </a:lnTo>
                  <a:lnTo>
                    <a:pt x="2" y="63"/>
                  </a:lnTo>
                  <a:lnTo>
                    <a:pt x="2" y="59"/>
                  </a:lnTo>
                  <a:lnTo>
                    <a:pt x="2" y="52"/>
                  </a:lnTo>
                  <a:lnTo>
                    <a:pt x="2" y="49"/>
                  </a:lnTo>
                  <a:lnTo>
                    <a:pt x="3" y="50"/>
                  </a:lnTo>
                  <a:lnTo>
                    <a:pt x="3" y="43"/>
                  </a:lnTo>
                  <a:lnTo>
                    <a:pt x="3" y="28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17"/>
                  </a:lnTo>
                  <a:lnTo>
                    <a:pt x="4" y="12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5"/>
                  </a:lnTo>
                  <a:lnTo>
                    <a:pt x="4" y="16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9"/>
                  </a:lnTo>
                  <a:lnTo>
                    <a:pt x="5" y="16"/>
                  </a:lnTo>
                  <a:lnTo>
                    <a:pt x="5" y="23"/>
                  </a:lnTo>
                  <a:lnTo>
                    <a:pt x="5" y="26"/>
                  </a:lnTo>
                  <a:lnTo>
                    <a:pt x="5" y="25"/>
                  </a:lnTo>
                  <a:lnTo>
                    <a:pt x="6" y="25"/>
                  </a:lnTo>
                  <a:lnTo>
                    <a:pt x="6" y="29"/>
                  </a:lnTo>
                  <a:lnTo>
                    <a:pt x="6" y="37"/>
                  </a:lnTo>
                  <a:lnTo>
                    <a:pt x="6" y="44"/>
                  </a:lnTo>
                  <a:lnTo>
                    <a:pt x="7" y="46"/>
                  </a:lnTo>
                  <a:lnTo>
                    <a:pt x="7" y="45"/>
                  </a:lnTo>
                  <a:lnTo>
                    <a:pt x="7" y="52"/>
                  </a:lnTo>
                  <a:lnTo>
                    <a:pt x="7" y="60"/>
                  </a:lnTo>
                  <a:lnTo>
                    <a:pt x="7" y="58"/>
                  </a:lnTo>
                  <a:lnTo>
                    <a:pt x="7" y="50"/>
                  </a:lnTo>
                  <a:lnTo>
                    <a:pt x="7" y="50"/>
                  </a:lnTo>
                  <a:lnTo>
                    <a:pt x="8" y="51"/>
                  </a:lnTo>
                  <a:lnTo>
                    <a:pt x="8" y="51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8" y="46"/>
                  </a:lnTo>
                  <a:lnTo>
                    <a:pt x="8" y="38"/>
                  </a:lnTo>
                  <a:lnTo>
                    <a:pt x="8" y="38"/>
                  </a:lnTo>
                  <a:lnTo>
                    <a:pt x="9" y="42"/>
                  </a:lnTo>
                  <a:lnTo>
                    <a:pt x="9" y="4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4" name="Freeform 707"/>
            <p:cNvSpPr/>
            <p:nvPr/>
          </p:nvSpPr>
          <p:spPr bwMode="auto">
            <a:xfrm>
              <a:off x="3106738" y="1882776"/>
              <a:ext cx="12700" cy="131763"/>
            </a:xfrm>
            <a:custGeom>
              <a:avLst/>
              <a:gdLst>
                <a:gd name="T0" fmla="*/ 0 w 8"/>
                <a:gd name="T1" fmla="*/ 64 h 83"/>
                <a:gd name="T2" fmla="*/ 0 w 8"/>
                <a:gd name="T3" fmla="*/ 62 h 83"/>
                <a:gd name="T4" fmla="*/ 0 w 8"/>
                <a:gd name="T5" fmla="*/ 58 h 83"/>
                <a:gd name="T6" fmla="*/ 0 w 8"/>
                <a:gd name="T7" fmla="*/ 53 h 83"/>
                <a:gd name="T8" fmla="*/ 0 w 8"/>
                <a:gd name="T9" fmla="*/ 47 h 83"/>
                <a:gd name="T10" fmla="*/ 1 w 8"/>
                <a:gd name="T11" fmla="*/ 45 h 83"/>
                <a:gd name="T12" fmla="*/ 1 w 8"/>
                <a:gd name="T13" fmla="*/ 51 h 83"/>
                <a:gd name="T14" fmla="*/ 1 w 8"/>
                <a:gd name="T15" fmla="*/ 53 h 83"/>
                <a:gd name="T16" fmla="*/ 1 w 8"/>
                <a:gd name="T17" fmla="*/ 44 h 83"/>
                <a:gd name="T18" fmla="*/ 1 w 8"/>
                <a:gd name="T19" fmla="*/ 38 h 83"/>
                <a:gd name="T20" fmla="*/ 1 w 8"/>
                <a:gd name="T21" fmla="*/ 36 h 83"/>
                <a:gd name="T22" fmla="*/ 1 w 8"/>
                <a:gd name="T23" fmla="*/ 38 h 83"/>
                <a:gd name="T24" fmla="*/ 2 w 8"/>
                <a:gd name="T25" fmla="*/ 44 h 83"/>
                <a:gd name="T26" fmla="*/ 2 w 8"/>
                <a:gd name="T27" fmla="*/ 47 h 83"/>
                <a:gd name="T28" fmla="*/ 2 w 8"/>
                <a:gd name="T29" fmla="*/ 44 h 83"/>
                <a:gd name="T30" fmla="*/ 2 w 8"/>
                <a:gd name="T31" fmla="*/ 48 h 83"/>
                <a:gd name="T32" fmla="*/ 3 w 8"/>
                <a:gd name="T33" fmla="*/ 60 h 83"/>
                <a:gd name="T34" fmla="*/ 3 w 8"/>
                <a:gd name="T35" fmla="*/ 68 h 83"/>
                <a:gd name="T36" fmla="*/ 3 w 8"/>
                <a:gd name="T37" fmla="*/ 70 h 83"/>
                <a:gd name="T38" fmla="*/ 3 w 8"/>
                <a:gd name="T39" fmla="*/ 72 h 83"/>
                <a:gd name="T40" fmla="*/ 3 w 8"/>
                <a:gd name="T41" fmla="*/ 74 h 83"/>
                <a:gd name="T42" fmla="*/ 3 w 8"/>
                <a:gd name="T43" fmla="*/ 74 h 83"/>
                <a:gd name="T44" fmla="*/ 3 w 8"/>
                <a:gd name="T45" fmla="*/ 74 h 83"/>
                <a:gd name="T46" fmla="*/ 4 w 8"/>
                <a:gd name="T47" fmla="*/ 73 h 83"/>
                <a:gd name="T48" fmla="*/ 4 w 8"/>
                <a:gd name="T49" fmla="*/ 69 h 83"/>
                <a:gd name="T50" fmla="*/ 4 w 8"/>
                <a:gd name="T51" fmla="*/ 67 h 83"/>
                <a:gd name="T52" fmla="*/ 4 w 8"/>
                <a:gd name="T53" fmla="*/ 71 h 83"/>
                <a:gd name="T54" fmla="*/ 4 w 8"/>
                <a:gd name="T55" fmla="*/ 79 h 83"/>
                <a:gd name="T56" fmla="*/ 4 w 8"/>
                <a:gd name="T57" fmla="*/ 83 h 83"/>
                <a:gd name="T58" fmla="*/ 4 w 8"/>
                <a:gd name="T59" fmla="*/ 83 h 83"/>
                <a:gd name="T60" fmla="*/ 5 w 8"/>
                <a:gd name="T61" fmla="*/ 80 h 83"/>
                <a:gd name="T62" fmla="*/ 5 w 8"/>
                <a:gd name="T63" fmla="*/ 79 h 83"/>
                <a:gd name="T64" fmla="*/ 5 w 8"/>
                <a:gd name="T65" fmla="*/ 82 h 83"/>
                <a:gd name="T66" fmla="*/ 5 w 8"/>
                <a:gd name="T67" fmla="*/ 83 h 83"/>
                <a:gd name="T68" fmla="*/ 6 w 8"/>
                <a:gd name="T69" fmla="*/ 77 h 83"/>
                <a:gd name="T70" fmla="*/ 6 w 8"/>
                <a:gd name="T71" fmla="*/ 69 h 83"/>
                <a:gd name="T72" fmla="*/ 6 w 8"/>
                <a:gd name="T73" fmla="*/ 63 h 83"/>
                <a:gd name="T74" fmla="*/ 6 w 8"/>
                <a:gd name="T75" fmla="*/ 59 h 83"/>
                <a:gd name="T76" fmla="*/ 6 w 8"/>
                <a:gd name="T77" fmla="*/ 58 h 83"/>
                <a:gd name="T78" fmla="*/ 6 w 8"/>
                <a:gd name="T79" fmla="*/ 60 h 83"/>
                <a:gd name="T80" fmla="*/ 6 w 8"/>
                <a:gd name="T81" fmla="*/ 56 h 83"/>
                <a:gd name="T82" fmla="*/ 7 w 8"/>
                <a:gd name="T83" fmla="*/ 45 h 83"/>
                <a:gd name="T84" fmla="*/ 7 w 8"/>
                <a:gd name="T85" fmla="*/ 37 h 83"/>
                <a:gd name="T86" fmla="*/ 7 w 8"/>
                <a:gd name="T87" fmla="*/ 32 h 83"/>
                <a:gd name="T88" fmla="*/ 7 w 8"/>
                <a:gd name="T89" fmla="*/ 25 h 83"/>
                <a:gd name="T90" fmla="*/ 7 w 8"/>
                <a:gd name="T91" fmla="*/ 17 h 83"/>
                <a:gd name="T92" fmla="*/ 8 w 8"/>
                <a:gd name="T93" fmla="*/ 12 h 83"/>
                <a:gd name="T94" fmla="*/ 8 w 8"/>
                <a:gd name="T95" fmla="*/ 7 h 83"/>
                <a:gd name="T96" fmla="*/ 8 w 8"/>
                <a:gd name="T97" fmla="*/ 3 h 83"/>
                <a:gd name="T98" fmla="*/ 8 w 8"/>
                <a:gd name="T99" fmla="*/ 2 h 83"/>
                <a:gd name="T100" fmla="*/ 8 w 8"/>
                <a:gd name="T101" fmla="*/ 2 h 83"/>
                <a:gd name="T102" fmla="*/ 8 w 8"/>
                <a:gd name="T103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3">
                  <a:moveTo>
                    <a:pt x="0" y="64"/>
                  </a:moveTo>
                  <a:lnTo>
                    <a:pt x="0" y="62"/>
                  </a:lnTo>
                  <a:lnTo>
                    <a:pt x="0" y="58"/>
                  </a:lnTo>
                  <a:lnTo>
                    <a:pt x="0" y="53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51"/>
                  </a:lnTo>
                  <a:lnTo>
                    <a:pt x="1" y="53"/>
                  </a:lnTo>
                  <a:lnTo>
                    <a:pt x="1" y="44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8"/>
                  </a:lnTo>
                  <a:lnTo>
                    <a:pt x="2" y="44"/>
                  </a:lnTo>
                  <a:lnTo>
                    <a:pt x="2" y="47"/>
                  </a:lnTo>
                  <a:lnTo>
                    <a:pt x="2" y="44"/>
                  </a:lnTo>
                  <a:lnTo>
                    <a:pt x="2" y="48"/>
                  </a:lnTo>
                  <a:lnTo>
                    <a:pt x="3" y="60"/>
                  </a:lnTo>
                  <a:lnTo>
                    <a:pt x="3" y="68"/>
                  </a:lnTo>
                  <a:lnTo>
                    <a:pt x="3" y="70"/>
                  </a:lnTo>
                  <a:lnTo>
                    <a:pt x="3" y="72"/>
                  </a:lnTo>
                  <a:lnTo>
                    <a:pt x="3" y="74"/>
                  </a:lnTo>
                  <a:lnTo>
                    <a:pt x="3" y="74"/>
                  </a:lnTo>
                  <a:lnTo>
                    <a:pt x="3" y="74"/>
                  </a:lnTo>
                  <a:lnTo>
                    <a:pt x="4" y="73"/>
                  </a:lnTo>
                  <a:lnTo>
                    <a:pt x="4" y="69"/>
                  </a:lnTo>
                  <a:lnTo>
                    <a:pt x="4" y="67"/>
                  </a:lnTo>
                  <a:lnTo>
                    <a:pt x="4" y="71"/>
                  </a:lnTo>
                  <a:lnTo>
                    <a:pt x="4" y="79"/>
                  </a:lnTo>
                  <a:lnTo>
                    <a:pt x="4" y="83"/>
                  </a:lnTo>
                  <a:lnTo>
                    <a:pt x="4" y="83"/>
                  </a:lnTo>
                  <a:lnTo>
                    <a:pt x="5" y="80"/>
                  </a:lnTo>
                  <a:lnTo>
                    <a:pt x="5" y="79"/>
                  </a:lnTo>
                  <a:lnTo>
                    <a:pt x="5" y="82"/>
                  </a:lnTo>
                  <a:lnTo>
                    <a:pt x="5" y="83"/>
                  </a:lnTo>
                  <a:lnTo>
                    <a:pt x="6" y="77"/>
                  </a:lnTo>
                  <a:lnTo>
                    <a:pt x="6" y="69"/>
                  </a:lnTo>
                  <a:lnTo>
                    <a:pt x="6" y="63"/>
                  </a:lnTo>
                  <a:lnTo>
                    <a:pt x="6" y="59"/>
                  </a:lnTo>
                  <a:lnTo>
                    <a:pt x="6" y="58"/>
                  </a:lnTo>
                  <a:lnTo>
                    <a:pt x="6" y="60"/>
                  </a:lnTo>
                  <a:lnTo>
                    <a:pt x="6" y="56"/>
                  </a:lnTo>
                  <a:lnTo>
                    <a:pt x="7" y="45"/>
                  </a:lnTo>
                  <a:lnTo>
                    <a:pt x="7" y="37"/>
                  </a:lnTo>
                  <a:lnTo>
                    <a:pt x="7" y="32"/>
                  </a:lnTo>
                  <a:lnTo>
                    <a:pt x="7" y="25"/>
                  </a:lnTo>
                  <a:lnTo>
                    <a:pt x="7" y="17"/>
                  </a:lnTo>
                  <a:lnTo>
                    <a:pt x="8" y="12"/>
                  </a:lnTo>
                  <a:lnTo>
                    <a:pt x="8" y="7"/>
                  </a:lnTo>
                  <a:lnTo>
                    <a:pt x="8" y="3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5" name="Freeform 708"/>
            <p:cNvSpPr/>
            <p:nvPr/>
          </p:nvSpPr>
          <p:spPr bwMode="auto">
            <a:xfrm>
              <a:off x="3119438" y="1868489"/>
              <a:ext cx="14288" cy="149225"/>
            </a:xfrm>
            <a:custGeom>
              <a:avLst/>
              <a:gdLst>
                <a:gd name="T0" fmla="*/ 0 w 9"/>
                <a:gd name="T1" fmla="*/ 11 h 94"/>
                <a:gd name="T2" fmla="*/ 0 w 9"/>
                <a:gd name="T3" fmla="*/ 9 h 94"/>
                <a:gd name="T4" fmla="*/ 0 w 9"/>
                <a:gd name="T5" fmla="*/ 8 h 94"/>
                <a:gd name="T6" fmla="*/ 1 w 9"/>
                <a:gd name="T7" fmla="*/ 7 h 94"/>
                <a:gd name="T8" fmla="*/ 1 w 9"/>
                <a:gd name="T9" fmla="*/ 7 h 94"/>
                <a:gd name="T10" fmla="*/ 1 w 9"/>
                <a:gd name="T11" fmla="*/ 5 h 94"/>
                <a:gd name="T12" fmla="*/ 1 w 9"/>
                <a:gd name="T13" fmla="*/ 3 h 94"/>
                <a:gd name="T14" fmla="*/ 1 w 9"/>
                <a:gd name="T15" fmla="*/ 0 h 94"/>
                <a:gd name="T16" fmla="*/ 1 w 9"/>
                <a:gd name="T17" fmla="*/ 2 h 94"/>
                <a:gd name="T18" fmla="*/ 1 w 9"/>
                <a:gd name="T19" fmla="*/ 7 h 94"/>
                <a:gd name="T20" fmla="*/ 2 w 9"/>
                <a:gd name="T21" fmla="*/ 9 h 94"/>
                <a:gd name="T22" fmla="*/ 2 w 9"/>
                <a:gd name="T23" fmla="*/ 6 h 94"/>
                <a:gd name="T24" fmla="*/ 2 w 9"/>
                <a:gd name="T25" fmla="*/ 5 h 94"/>
                <a:gd name="T26" fmla="*/ 2 w 9"/>
                <a:gd name="T27" fmla="*/ 7 h 94"/>
                <a:gd name="T28" fmla="*/ 3 w 9"/>
                <a:gd name="T29" fmla="*/ 11 h 94"/>
                <a:gd name="T30" fmla="*/ 3 w 9"/>
                <a:gd name="T31" fmla="*/ 16 h 94"/>
                <a:gd name="T32" fmla="*/ 3 w 9"/>
                <a:gd name="T33" fmla="*/ 20 h 94"/>
                <a:gd name="T34" fmla="*/ 3 w 9"/>
                <a:gd name="T35" fmla="*/ 21 h 94"/>
                <a:gd name="T36" fmla="*/ 3 w 9"/>
                <a:gd name="T37" fmla="*/ 24 h 94"/>
                <a:gd name="T38" fmla="*/ 3 w 9"/>
                <a:gd name="T39" fmla="*/ 27 h 94"/>
                <a:gd name="T40" fmla="*/ 3 w 9"/>
                <a:gd name="T41" fmla="*/ 30 h 94"/>
                <a:gd name="T42" fmla="*/ 4 w 9"/>
                <a:gd name="T43" fmla="*/ 36 h 94"/>
                <a:gd name="T44" fmla="*/ 4 w 9"/>
                <a:gd name="T45" fmla="*/ 41 h 94"/>
                <a:gd name="T46" fmla="*/ 4 w 9"/>
                <a:gd name="T47" fmla="*/ 39 h 94"/>
                <a:gd name="T48" fmla="*/ 4 w 9"/>
                <a:gd name="T49" fmla="*/ 37 h 94"/>
                <a:gd name="T50" fmla="*/ 4 w 9"/>
                <a:gd name="T51" fmla="*/ 37 h 94"/>
                <a:gd name="T52" fmla="*/ 5 w 9"/>
                <a:gd name="T53" fmla="*/ 37 h 94"/>
                <a:gd name="T54" fmla="*/ 5 w 9"/>
                <a:gd name="T55" fmla="*/ 37 h 94"/>
                <a:gd name="T56" fmla="*/ 5 w 9"/>
                <a:gd name="T57" fmla="*/ 33 h 94"/>
                <a:gd name="T58" fmla="*/ 5 w 9"/>
                <a:gd name="T59" fmla="*/ 28 h 94"/>
                <a:gd name="T60" fmla="*/ 5 w 9"/>
                <a:gd name="T61" fmla="*/ 27 h 94"/>
                <a:gd name="T62" fmla="*/ 5 w 9"/>
                <a:gd name="T63" fmla="*/ 26 h 94"/>
                <a:gd name="T64" fmla="*/ 5 w 9"/>
                <a:gd name="T65" fmla="*/ 25 h 94"/>
                <a:gd name="T66" fmla="*/ 6 w 9"/>
                <a:gd name="T67" fmla="*/ 24 h 94"/>
                <a:gd name="T68" fmla="*/ 6 w 9"/>
                <a:gd name="T69" fmla="*/ 20 h 94"/>
                <a:gd name="T70" fmla="*/ 6 w 9"/>
                <a:gd name="T71" fmla="*/ 20 h 94"/>
                <a:gd name="T72" fmla="*/ 6 w 9"/>
                <a:gd name="T73" fmla="*/ 26 h 94"/>
                <a:gd name="T74" fmla="*/ 6 w 9"/>
                <a:gd name="T75" fmla="*/ 29 h 94"/>
                <a:gd name="T76" fmla="*/ 6 w 9"/>
                <a:gd name="T77" fmla="*/ 27 h 94"/>
                <a:gd name="T78" fmla="*/ 6 w 9"/>
                <a:gd name="T79" fmla="*/ 29 h 94"/>
                <a:gd name="T80" fmla="*/ 7 w 9"/>
                <a:gd name="T81" fmla="*/ 34 h 94"/>
                <a:gd name="T82" fmla="*/ 7 w 9"/>
                <a:gd name="T83" fmla="*/ 37 h 94"/>
                <a:gd name="T84" fmla="*/ 7 w 9"/>
                <a:gd name="T85" fmla="*/ 40 h 94"/>
                <a:gd name="T86" fmla="*/ 7 w 9"/>
                <a:gd name="T87" fmla="*/ 44 h 94"/>
                <a:gd name="T88" fmla="*/ 8 w 9"/>
                <a:gd name="T89" fmla="*/ 44 h 94"/>
                <a:gd name="T90" fmla="*/ 8 w 9"/>
                <a:gd name="T91" fmla="*/ 49 h 94"/>
                <a:gd name="T92" fmla="*/ 8 w 9"/>
                <a:gd name="T93" fmla="*/ 62 h 94"/>
                <a:gd name="T94" fmla="*/ 8 w 9"/>
                <a:gd name="T95" fmla="*/ 71 h 94"/>
                <a:gd name="T96" fmla="*/ 8 w 9"/>
                <a:gd name="T97" fmla="*/ 72 h 94"/>
                <a:gd name="T98" fmla="*/ 8 w 9"/>
                <a:gd name="T99" fmla="*/ 76 h 94"/>
                <a:gd name="T100" fmla="*/ 8 w 9"/>
                <a:gd name="T101" fmla="*/ 86 h 94"/>
                <a:gd name="T102" fmla="*/ 9 w 9"/>
                <a:gd name="T103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94">
                  <a:moveTo>
                    <a:pt x="0" y="11"/>
                  </a:moveTo>
                  <a:lnTo>
                    <a:pt x="0" y="9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7"/>
                  </a:lnTo>
                  <a:lnTo>
                    <a:pt x="2" y="9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7"/>
                  </a:lnTo>
                  <a:lnTo>
                    <a:pt x="3" y="11"/>
                  </a:lnTo>
                  <a:lnTo>
                    <a:pt x="3" y="16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3" y="30"/>
                  </a:lnTo>
                  <a:lnTo>
                    <a:pt x="4" y="36"/>
                  </a:lnTo>
                  <a:lnTo>
                    <a:pt x="4" y="41"/>
                  </a:lnTo>
                  <a:lnTo>
                    <a:pt x="4" y="39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5" y="37"/>
                  </a:lnTo>
                  <a:lnTo>
                    <a:pt x="5" y="37"/>
                  </a:lnTo>
                  <a:lnTo>
                    <a:pt x="5" y="33"/>
                  </a:lnTo>
                  <a:lnTo>
                    <a:pt x="5" y="28"/>
                  </a:lnTo>
                  <a:lnTo>
                    <a:pt x="5" y="27"/>
                  </a:lnTo>
                  <a:lnTo>
                    <a:pt x="5" y="26"/>
                  </a:lnTo>
                  <a:lnTo>
                    <a:pt x="5" y="25"/>
                  </a:lnTo>
                  <a:lnTo>
                    <a:pt x="6" y="24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26"/>
                  </a:lnTo>
                  <a:lnTo>
                    <a:pt x="6" y="29"/>
                  </a:lnTo>
                  <a:lnTo>
                    <a:pt x="6" y="27"/>
                  </a:lnTo>
                  <a:lnTo>
                    <a:pt x="6" y="29"/>
                  </a:lnTo>
                  <a:lnTo>
                    <a:pt x="7" y="34"/>
                  </a:lnTo>
                  <a:lnTo>
                    <a:pt x="7" y="37"/>
                  </a:lnTo>
                  <a:lnTo>
                    <a:pt x="7" y="40"/>
                  </a:lnTo>
                  <a:lnTo>
                    <a:pt x="7" y="44"/>
                  </a:lnTo>
                  <a:lnTo>
                    <a:pt x="8" y="44"/>
                  </a:lnTo>
                  <a:lnTo>
                    <a:pt x="8" y="49"/>
                  </a:lnTo>
                  <a:lnTo>
                    <a:pt x="8" y="62"/>
                  </a:lnTo>
                  <a:lnTo>
                    <a:pt x="8" y="71"/>
                  </a:lnTo>
                  <a:lnTo>
                    <a:pt x="8" y="72"/>
                  </a:lnTo>
                  <a:lnTo>
                    <a:pt x="8" y="76"/>
                  </a:lnTo>
                  <a:lnTo>
                    <a:pt x="8" y="86"/>
                  </a:lnTo>
                  <a:lnTo>
                    <a:pt x="9" y="9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6" name="Freeform 709"/>
            <p:cNvSpPr/>
            <p:nvPr/>
          </p:nvSpPr>
          <p:spPr bwMode="auto">
            <a:xfrm>
              <a:off x="3132138" y="2005014"/>
              <a:ext cx="14288" cy="211138"/>
            </a:xfrm>
            <a:custGeom>
              <a:avLst/>
              <a:gdLst>
                <a:gd name="T0" fmla="*/ 0 w 9"/>
                <a:gd name="T1" fmla="*/ 0 h 133"/>
                <a:gd name="T2" fmla="*/ 1 w 9"/>
                <a:gd name="T3" fmla="*/ 8 h 133"/>
                <a:gd name="T4" fmla="*/ 1 w 9"/>
                <a:gd name="T5" fmla="*/ 9 h 133"/>
                <a:gd name="T6" fmla="*/ 1 w 9"/>
                <a:gd name="T7" fmla="*/ 12 h 133"/>
                <a:gd name="T8" fmla="*/ 1 w 9"/>
                <a:gd name="T9" fmla="*/ 18 h 133"/>
                <a:gd name="T10" fmla="*/ 1 w 9"/>
                <a:gd name="T11" fmla="*/ 21 h 133"/>
                <a:gd name="T12" fmla="*/ 2 w 9"/>
                <a:gd name="T13" fmla="*/ 22 h 133"/>
                <a:gd name="T14" fmla="*/ 2 w 9"/>
                <a:gd name="T15" fmla="*/ 27 h 133"/>
                <a:gd name="T16" fmla="*/ 2 w 9"/>
                <a:gd name="T17" fmla="*/ 33 h 133"/>
                <a:gd name="T18" fmla="*/ 2 w 9"/>
                <a:gd name="T19" fmla="*/ 32 h 133"/>
                <a:gd name="T20" fmla="*/ 2 w 9"/>
                <a:gd name="T21" fmla="*/ 34 h 133"/>
                <a:gd name="T22" fmla="*/ 2 w 9"/>
                <a:gd name="T23" fmla="*/ 43 h 133"/>
                <a:gd name="T24" fmla="*/ 3 w 9"/>
                <a:gd name="T25" fmla="*/ 46 h 133"/>
                <a:gd name="T26" fmla="*/ 3 w 9"/>
                <a:gd name="T27" fmla="*/ 42 h 133"/>
                <a:gd name="T28" fmla="*/ 3 w 9"/>
                <a:gd name="T29" fmla="*/ 42 h 133"/>
                <a:gd name="T30" fmla="*/ 3 w 9"/>
                <a:gd name="T31" fmla="*/ 47 h 133"/>
                <a:gd name="T32" fmla="*/ 3 w 9"/>
                <a:gd name="T33" fmla="*/ 50 h 133"/>
                <a:gd name="T34" fmla="*/ 3 w 9"/>
                <a:gd name="T35" fmla="*/ 49 h 133"/>
                <a:gd name="T36" fmla="*/ 3 w 9"/>
                <a:gd name="T37" fmla="*/ 51 h 133"/>
                <a:gd name="T38" fmla="*/ 4 w 9"/>
                <a:gd name="T39" fmla="*/ 61 h 133"/>
                <a:gd name="T40" fmla="*/ 4 w 9"/>
                <a:gd name="T41" fmla="*/ 67 h 133"/>
                <a:gd name="T42" fmla="*/ 4 w 9"/>
                <a:gd name="T43" fmla="*/ 63 h 133"/>
                <a:gd name="T44" fmla="*/ 4 w 9"/>
                <a:gd name="T45" fmla="*/ 65 h 133"/>
                <a:gd name="T46" fmla="*/ 4 w 9"/>
                <a:gd name="T47" fmla="*/ 72 h 133"/>
                <a:gd name="T48" fmla="*/ 5 w 9"/>
                <a:gd name="T49" fmla="*/ 71 h 133"/>
                <a:gd name="T50" fmla="*/ 5 w 9"/>
                <a:gd name="T51" fmla="*/ 68 h 133"/>
                <a:gd name="T52" fmla="*/ 5 w 9"/>
                <a:gd name="T53" fmla="*/ 70 h 133"/>
                <a:gd name="T54" fmla="*/ 5 w 9"/>
                <a:gd name="T55" fmla="*/ 65 h 133"/>
                <a:gd name="T56" fmla="*/ 5 w 9"/>
                <a:gd name="T57" fmla="*/ 59 h 133"/>
                <a:gd name="T58" fmla="*/ 5 w 9"/>
                <a:gd name="T59" fmla="*/ 63 h 133"/>
                <a:gd name="T60" fmla="*/ 5 w 9"/>
                <a:gd name="T61" fmla="*/ 73 h 133"/>
                <a:gd name="T62" fmla="*/ 6 w 9"/>
                <a:gd name="T63" fmla="*/ 74 h 133"/>
                <a:gd name="T64" fmla="*/ 6 w 9"/>
                <a:gd name="T65" fmla="*/ 68 h 133"/>
                <a:gd name="T66" fmla="*/ 6 w 9"/>
                <a:gd name="T67" fmla="*/ 67 h 133"/>
                <a:gd name="T68" fmla="*/ 6 w 9"/>
                <a:gd name="T69" fmla="*/ 77 h 133"/>
                <a:gd name="T70" fmla="*/ 7 w 9"/>
                <a:gd name="T71" fmla="*/ 86 h 133"/>
                <a:gd name="T72" fmla="*/ 7 w 9"/>
                <a:gd name="T73" fmla="*/ 88 h 133"/>
                <a:gd name="T74" fmla="*/ 7 w 9"/>
                <a:gd name="T75" fmla="*/ 93 h 133"/>
                <a:gd name="T76" fmla="*/ 7 w 9"/>
                <a:gd name="T77" fmla="*/ 97 h 133"/>
                <a:gd name="T78" fmla="*/ 7 w 9"/>
                <a:gd name="T79" fmla="*/ 98 h 133"/>
                <a:gd name="T80" fmla="*/ 7 w 9"/>
                <a:gd name="T81" fmla="*/ 103 h 133"/>
                <a:gd name="T82" fmla="*/ 7 w 9"/>
                <a:gd name="T83" fmla="*/ 110 h 133"/>
                <a:gd name="T84" fmla="*/ 8 w 9"/>
                <a:gd name="T85" fmla="*/ 111 h 133"/>
                <a:gd name="T86" fmla="*/ 8 w 9"/>
                <a:gd name="T87" fmla="*/ 109 h 133"/>
                <a:gd name="T88" fmla="*/ 8 w 9"/>
                <a:gd name="T89" fmla="*/ 106 h 133"/>
                <a:gd name="T90" fmla="*/ 8 w 9"/>
                <a:gd name="T91" fmla="*/ 106 h 133"/>
                <a:gd name="T92" fmla="*/ 8 w 9"/>
                <a:gd name="T93" fmla="*/ 108 h 133"/>
                <a:gd name="T94" fmla="*/ 9 w 9"/>
                <a:gd name="T95" fmla="*/ 110 h 133"/>
                <a:gd name="T96" fmla="*/ 9 w 9"/>
                <a:gd name="T97" fmla="*/ 119 h 133"/>
                <a:gd name="T98" fmla="*/ 9 w 9"/>
                <a:gd name="T99" fmla="*/ 131 h 133"/>
                <a:gd name="T100" fmla="*/ 9 w 9"/>
                <a:gd name="T101" fmla="*/ 133 h 133"/>
                <a:gd name="T102" fmla="*/ 9 w 9"/>
                <a:gd name="T103" fmla="*/ 12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33">
                  <a:moveTo>
                    <a:pt x="0" y="0"/>
                  </a:moveTo>
                  <a:lnTo>
                    <a:pt x="1" y="8"/>
                  </a:lnTo>
                  <a:lnTo>
                    <a:pt x="1" y="9"/>
                  </a:lnTo>
                  <a:lnTo>
                    <a:pt x="1" y="12"/>
                  </a:lnTo>
                  <a:lnTo>
                    <a:pt x="1" y="18"/>
                  </a:lnTo>
                  <a:lnTo>
                    <a:pt x="1" y="21"/>
                  </a:lnTo>
                  <a:lnTo>
                    <a:pt x="2" y="22"/>
                  </a:lnTo>
                  <a:lnTo>
                    <a:pt x="2" y="27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2" y="43"/>
                  </a:lnTo>
                  <a:lnTo>
                    <a:pt x="3" y="46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7"/>
                  </a:lnTo>
                  <a:lnTo>
                    <a:pt x="3" y="50"/>
                  </a:lnTo>
                  <a:lnTo>
                    <a:pt x="3" y="49"/>
                  </a:lnTo>
                  <a:lnTo>
                    <a:pt x="3" y="51"/>
                  </a:lnTo>
                  <a:lnTo>
                    <a:pt x="4" y="61"/>
                  </a:lnTo>
                  <a:lnTo>
                    <a:pt x="4" y="67"/>
                  </a:lnTo>
                  <a:lnTo>
                    <a:pt x="4" y="63"/>
                  </a:lnTo>
                  <a:lnTo>
                    <a:pt x="4" y="65"/>
                  </a:lnTo>
                  <a:lnTo>
                    <a:pt x="4" y="72"/>
                  </a:lnTo>
                  <a:lnTo>
                    <a:pt x="5" y="71"/>
                  </a:lnTo>
                  <a:lnTo>
                    <a:pt x="5" y="68"/>
                  </a:lnTo>
                  <a:lnTo>
                    <a:pt x="5" y="70"/>
                  </a:lnTo>
                  <a:lnTo>
                    <a:pt x="5" y="65"/>
                  </a:lnTo>
                  <a:lnTo>
                    <a:pt x="5" y="59"/>
                  </a:lnTo>
                  <a:lnTo>
                    <a:pt x="5" y="63"/>
                  </a:lnTo>
                  <a:lnTo>
                    <a:pt x="5" y="73"/>
                  </a:lnTo>
                  <a:lnTo>
                    <a:pt x="6" y="74"/>
                  </a:lnTo>
                  <a:lnTo>
                    <a:pt x="6" y="68"/>
                  </a:lnTo>
                  <a:lnTo>
                    <a:pt x="6" y="67"/>
                  </a:lnTo>
                  <a:lnTo>
                    <a:pt x="6" y="77"/>
                  </a:lnTo>
                  <a:lnTo>
                    <a:pt x="7" y="86"/>
                  </a:lnTo>
                  <a:lnTo>
                    <a:pt x="7" y="88"/>
                  </a:lnTo>
                  <a:lnTo>
                    <a:pt x="7" y="93"/>
                  </a:lnTo>
                  <a:lnTo>
                    <a:pt x="7" y="97"/>
                  </a:lnTo>
                  <a:lnTo>
                    <a:pt x="7" y="98"/>
                  </a:lnTo>
                  <a:lnTo>
                    <a:pt x="7" y="103"/>
                  </a:lnTo>
                  <a:lnTo>
                    <a:pt x="7" y="110"/>
                  </a:lnTo>
                  <a:lnTo>
                    <a:pt x="8" y="111"/>
                  </a:lnTo>
                  <a:lnTo>
                    <a:pt x="8" y="109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9" y="119"/>
                  </a:lnTo>
                  <a:lnTo>
                    <a:pt x="9" y="131"/>
                  </a:lnTo>
                  <a:lnTo>
                    <a:pt x="9" y="133"/>
                  </a:lnTo>
                  <a:lnTo>
                    <a:pt x="9" y="12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7" name="Freeform 710"/>
            <p:cNvSpPr/>
            <p:nvPr/>
          </p:nvSpPr>
          <p:spPr bwMode="auto">
            <a:xfrm>
              <a:off x="3146425" y="1938339"/>
              <a:ext cx="12700" cy="277813"/>
            </a:xfrm>
            <a:custGeom>
              <a:avLst/>
              <a:gdLst>
                <a:gd name="T0" fmla="*/ 0 w 8"/>
                <a:gd name="T1" fmla="*/ 175 h 175"/>
                <a:gd name="T2" fmla="*/ 0 w 8"/>
                <a:gd name="T3" fmla="*/ 171 h 175"/>
                <a:gd name="T4" fmla="*/ 0 w 8"/>
                <a:gd name="T5" fmla="*/ 174 h 175"/>
                <a:gd name="T6" fmla="*/ 0 w 8"/>
                <a:gd name="T7" fmla="*/ 175 h 175"/>
                <a:gd name="T8" fmla="*/ 1 w 8"/>
                <a:gd name="T9" fmla="*/ 171 h 175"/>
                <a:gd name="T10" fmla="*/ 1 w 8"/>
                <a:gd name="T11" fmla="*/ 169 h 175"/>
                <a:gd name="T12" fmla="*/ 1 w 8"/>
                <a:gd name="T13" fmla="*/ 163 h 175"/>
                <a:gd name="T14" fmla="*/ 1 w 8"/>
                <a:gd name="T15" fmla="*/ 152 h 175"/>
                <a:gd name="T16" fmla="*/ 1 w 8"/>
                <a:gd name="T17" fmla="*/ 148 h 175"/>
                <a:gd name="T18" fmla="*/ 1 w 8"/>
                <a:gd name="T19" fmla="*/ 152 h 175"/>
                <a:gd name="T20" fmla="*/ 1 w 8"/>
                <a:gd name="T21" fmla="*/ 155 h 175"/>
                <a:gd name="T22" fmla="*/ 2 w 8"/>
                <a:gd name="T23" fmla="*/ 153 h 175"/>
                <a:gd name="T24" fmla="*/ 2 w 8"/>
                <a:gd name="T25" fmla="*/ 148 h 175"/>
                <a:gd name="T26" fmla="*/ 2 w 8"/>
                <a:gd name="T27" fmla="*/ 142 h 175"/>
                <a:gd name="T28" fmla="*/ 2 w 8"/>
                <a:gd name="T29" fmla="*/ 130 h 175"/>
                <a:gd name="T30" fmla="*/ 3 w 8"/>
                <a:gd name="T31" fmla="*/ 114 h 175"/>
                <a:gd name="T32" fmla="*/ 3 w 8"/>
                <a:gd name="T33" fmla="*/ 99 h 175"/>
                <a:gd name="T34" fmla="*/ 3 w 8"/>
                <a:gd name="T35" fmla="*/ 88 h 175"/>
                <a:gd name="T36" fmla="*/ 3 w 8"/>
                <a:gd name="T37" fmla="*/ 78 h 175"/>
                <a:gd name="T38" fmla="*/ 3 w 8"/>
                <a:gd name="T39" fmla="*/ 68 h 175"/>
                <a:gd name="T40" fmla="*/ 3 w 8"/>
                <a:gd name="T41" fmla="*/ 61 h 175"/>
                <a:gd name="T42" fmla="*/ 3 w 8"/>
                <a:gd name="T43" fmla="*/ 53 h 175"/>
                <a:gd name="T44" fmla="*/ 4 w 8"/>
                <a:gd name="T45" fmla="*/ 49 h 175"/>
                <a:gd name="T46" fmla="*/ 4 w 8"/>
                <a:gd name="T47" fmla="*/ 50 h 175"/>
                <a:gd name="T48" fmla="*/ 4 w 8"/>
                <a:gd name="T49" fmla="*/ 51 h 175"/>
                <a:gd name="T50" fmla="*/ 4 w 8"/>
                <a:gd name="T51" fmla="*/ 47 h 175"/>
                <a:gd name="T52" fmla="*/ 4 w 8"/>
                <a:gd name="T53" fmla="*/ 42 h 175"/>
                <a:gd name="T54" fmla="*/ 5 w 8"/>
                <a:gd name="T55" fmla="*/ 36 h 175"/>
                <a:gd name="T56" fmla="*/ 5 w 8"/>
                <a:gd name="T57" fmla="*/ 30 h 175"/>
                <a:gd name="T58" fmla="*/ 5 w 8"/>
                <a:gd name="T59" fmla="*/ 26 h 175"/>
                <a:gd name="T60" fmla="*/ 5 w 8"/>
                <a:gd name="T61" fmla="*/ 19 h 175"/>
                <a:gd name="T62" fmla="*/ 5 w 8"/>
                <a:gd name="T63" fmla="*/ 14 h 175"/>
                <a:gd name="T64" fmla="*/ 5 w 8"/>
                <a:gd name="T65" fmla="*/ 15 h 175"/>
                <a:gd name="T66" fmla="*/ 5 w 8"/>
                <a:gd name="T67" fmla="*/ 12 h 175"/>
                <a:gd name="T68" fmla="*/ 6 w 8"/>
                <a:gd name="T69" fmla="*/ 3 h 175"/>
                <a:gd name="T70" fmla="*/ 6 w 8"/>
                <a:gd name="T71" fmla="*/ 0 h 175"/>
                <a:gd name="T72" fmla="*/ 6 w 8"/>
                <a:gd name="T73" fmla="*/ 4 h 175"/>
                <a:gd name="T74" fmla="*/ 6 w 8"/>
                <a:gd name="T75" fmla="*/ 9 h 175"/>
                <a:gd name="T76" fmla="*/ 6 w 8"/>
                <a:gd name="T77" fmla="*/ 14 h 175"/>
                <a:gd name="T78" fmla="*/ 6 w 8"/>
                <a:gd name="T79" fmla="*/ 14 h 175"/>
                <a:gd name="T80" fmla="*/ 7 w 8"/>
                <a:gd name="T81" fmla="*/ 12 h 175"/>
                <a:gd name="T82" fmla="*/ 7 w 8"/>
                <a:gd name="T83" fmla="*/ 13 h 175"/>
                <a:gd name="T84" fmla="*/ 7 w 8"/>
                <a:gd name="T85" fmla="*/ 15 h 175"/>
                <a:gd name="T86" fmla="*/ 7 w 8"/>
                <a:gd name="T87" fmla="*/ 19 h 175"/>
                <a:gd name="T88" fmla="*/ 7 w 8"/>
                <a:gd name="T89" fmla="*/ 20 h 175"/>
                <a:gd name="T90" fmla="*/ 8 w 8"/>
                <a:gd name="T91" fmla="*/ 19 h 175"/>
                <a:gd name="T92" fmla="*/ 8 w 8"/>
                <a:gd name="T93" fmla="*/ 20 h 175"/>
                <a:gd name="T94" fmla="*/ 8 w 8"/>
                <a:gd name="T95" fmla="*/ 21 h 175"/>
                <a:gd name="T96" fmla="*/ 8 w 8"/>
                <a:gd name="T97" fmla="*/ 17 h 175"/>
                <a:gd name="T98" fmla="*/ 8 w 8"/>
                <a:gd name="T99" fmla="*/ 18 h 175"/>
                <a:gd name="T100" fmla="*/ 8 w 8"/>
                <a:gd name="T101" fmla="*/ 28 h 175"/>
                <a:gd name="T102" fmla="*/ 8 w 8"/>
                <a:gd name="T103" fmla="*/ 3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75">
                  <a:moveTo>
                    <a:pt x="0" y="175"/>
                  </a:moveTo>
                  <a:lnTo>
                    <a:pt x="0" y="171"/>
                  </a:lnTo>
                  <a:lnTo>
                    <a:pt x="0" y="174"/>
                  </a:lnTo>
                  <a:lnTo>
                    <a:pt x="0" y="175"/>
                  </a:lnTo>
                  <a:lnTo>
                    <a:pt x="1" y="171"/>
                  </a:lnTo>
                  <a:lnTo>
                    <a:pt x="1" y="169"/>
                  </a:lnTo>
                  <a:lnTo>
                    <a:pt x="1" y="163"/>
                  </a:lnTo>
                  <a:lnTo>
                    <a:pt x="1" y="152"/>
                  </a:lnTo>
                  <a:lnTo>
                    <a:pt x="1" y="148"/>
                  </a:lnTo>
                  <a:lnTo>
                    <a:pt x="1" y="152"/>
                  </a:lnTo>
                  <a:lnTo>
                    <a:pt x="1" y="155"/>
                  </a:lnTo>
                  <a:lnTo>
                    <a:pt x="2" y="153"/>
                  </a:lnTo>
                  <a:lnTo>
                    <a:pt x="2" y="148"/>
                  </a:lnTo>
                  <a:lnTo>
                    <a:pt x="2" y="142"/>
                  </a:lnTo>
                  <a:lnTo>
                    <a:pt x="2" y="130"/>
                  </a:lnTo>
                  <a:lnTo>
                    <a:pt x="3" y="114"/>
                  </a:lnTo>
                  <a:lnTo>
                    <a:pt x="3" y="99"/>
                  </a:lnTo>
                  <a:lnTo>
                    <a:pt x="3" y="88"/>
                  </a:lnTo>
                  <a:lnTo>
                    <a:pt x="3" y="78"/>
                  </a:lnTo>
                  <a:lnTo>
                    <a:pt x="3" y="68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4" y="49"/>
                  </a:lnTo>
                  <a:lnTo>
                    <a:pt x="4" y="50"/>
                  </a:lnTo>
                  <a:lnTo>
                    <a:pt x="4" y="51"/>
                  </a:lnTo>
                  <a:lnTo>
                    <a:pt x="4" y="47"/>
                  </a:lnTo>
                  <a:lnTo>
                    <a:pt x="4" y="42"/>
                  </a:lnTo>
                  <a:lnTo>
                    <a:pt x="5" y="36"/>
                  </a:lnTo>
                  <a:lnTo>
                    <a:pt x="5" y="30"/>
                  </a:lnTo>
                  <a:lnTo>
                    <a:pt x="5" y="26"/>
                  </a:lnTo>
                  <a:lnTo>
                    <a:pt x="5" y="19"/>
                  </a:lnTo>
                  <a:lnTo>
                    <a:pt x="5" y="14"/>
                  </a:lnTo>
                  <a:lnTo>
                    <a:pt x="5" y="15"/>
                  </a:lnTo>
                  <a:lnTo>
                    <a:pt x="5" y="12"/>
                  </a:lnTo>
                  <a:lnTo>
                    <a:pt x="6" y="3"/>
                  </a:lnTo>
                  <a:lnTo>
                    <a:pt x="6" y="0"/>
                  </a:lnTo>
                  <a:lnTo>
                    <a:pt x="6" y="4"/>
                  </a:lnTo>
                  <a:lnTo>
                    <a:pt x="6" y="9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7" y="12"/>
                  </a:lnTo>
                  <a:lnTo>
                    <a:pt x="7" y="13"/>
                  </a:lnTo>
                  <a:lnTo>
                    <a:pt x="7" y="15"/>
                  </a:lnTo>
                  <a:lnTo>
                    <a:pt x="7" y="19"/>
                  </a:lnTo>
                  <a:lnTo>
                    <a:pt x="7" y="20"/>
                  </a:lnTo>
                  <a:lnTo>
                    <a:pt x="8" y="19"/>
                  </a:lnTo>
                  <a:lnTo>
                    <a:pt x="8" y="20"/>
                  </a:lnTo>
                  <a:lnTo>
                    <a:pt x="8" y="21"/>
                  </a:lnTo>
                  <a:lnTo>
                    <a:pt x="8" y="17"/>
                  </a:lnTo>
                  <a:lnTo>
                    <a:pt x="8" y="18"/>
                  </a:lnTo>
                  <a:lnTo>
                    <a:pt x="8" y="28"/>
                  </a:lnTo>
                  <a:lnTo>
                    <a:pt x="8" y="3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8" name="Freeform 711"/>
            <p:cNvSpPr/>
            <p:nvPr/>
          </p:nvSpPr>
          <p:spPr bwMode="auto">
            <a:xfrm>
              <a:off x="3159125" y="1933576"/>
              <a:ext cx="14288" cy="63500"/>
            </a:xfrm>
            <a:custGeom>
              <a:avLst/>
              <a:gdLst>
                <a:gd name="T0" fmla="*/ 0 w 9"/>
                <a:gd name="T1" fmla="*/ 31 h 40"/>
                <a:gd name="T2" fmla="*/ 0 w 9"/>
                <a:gd name="T3" fmla="*/ 39 h 40"/>
                <a:gd name="T4" fmla="*/ 1 w 9"/>
                <a:gd name="T5" fmla="*/ 39 h 40"/>
                <a:gd name="T6" fmla="*/ 1 w 9"/>
                <a:gd name="T7" fmla="*/ 34 h 40"/>
                <a:gd name="T8" fmla="*/ 1 w 9"/>
                <a:gd name="T9" fmla="*/ 32 h 40"/>
                <a:gd name="T10" fmla="*/ 1 w 9"/>
                <a:gd name="T11" fmla="*/ 34 h 40"/>
                <a:gd name="T12" fmla="*/ 1 w 9"/>
                <a:gd name="T13" fmla="*/ 37 h 40"/>
                <a:gd name="T14" fmla="*/ 2 w 9"/>
                <a:gd name="T15" fmla="*/ 40 h 40"/>
                <a:gd name="T16" fmla="*/ 2 w 9"/>
                <a:gd name="T17" fmla="*/ 37 h 40"/>
                <a:gd name="T18" fmla="*/ 2 w 9"/>
                <a:gd name="T19" fmla="*/ 27 h 40"/>
                <a:gd name="T20" fmla="*/ 2 w 9"/>
                <a:gd name="T21" fmla="*/ 20 h 40"/>
                <a:gd name="T22" fmla="*/ 2 w 9"/>
                <a:gd name="T23" fmla="*/ 21 h 40"/>
                <a:gd name="T24" fmla="*/ 2 w 9"/>
                <a:gd name="T25" fmla="*/ 20 h 40"/>
                <a:gd name="T26" fmla="*/ 3 w 9"/>
                <a:gd name="T27" fmla="*/ 16 h 40"/>
                <a:gd name="T28" fmla="*/ 3 w 9"/>
                <a:gd name="T29" fmla="*/ 17 h 40"/>
                <a:gd name="T30" fmla="*/ 3 w 9"/>
                <a:gd name="T31" fmla="*/ 16 h 40"/>
                <a:gd name="T32" fmla="*/ 3 w 9"/>
                <a:gd name="T33" fmla="*/ 9 h 40"/>
                <a:gd name="T34" fmla="*/ 3 w 9"/>
                <a:gd name="T35" fmla="*/ 4 h 40"/>
                <a:gd name="T36" fmla="*/ 3 w 9"/>
                <a:gd name="T37" fmla="*/ 7 h 40"/>
                <a:gd name="T38" fmla="*/ 3 w 9"/>
                <a:gd name="T39" fmla="*/ 11 h 40"/>
                <a:gd name="T40" fmla="*/ 4 w 9"/>
                <a:gd name="T41" fmla="*/ 9 h 40"/>
                <a:gd name="T42" fmla="*/ 4 w 9"/>
                <a:gd name="T43" fmla="*/ 6 h 40"/>
                <a:gd name="T44" fmla="*/ 4 w 9"/>
                <a:gd name="T45" fmla="*/ 5 h 40"/>
                <a:gd name="T46" fmla="*/ 4 w 9"/>
                <a:gd name="T47" fmla="*/ 4 h 40"/>
                <a:gd name="T48" fmla="*/ 4 w 9"/>
                <a:gd name="T49" fmla="*/ 4 h 40"/>
                <a:gd name="T50" fmla="*/ 5 w 9"/>
                <a:gd name="T51" fmla="*/ 10 h 40"/>
                <a:gd name="T52" fmla="*/ 5 w 9"/>
                <a:gd name="T53" fmla="*/ 12 h 40"/>
                <a:gd name="T54" fmla="*/ 5 w 9"/>
                <a:gd name="T55" fmla="*/ 11 h 40"/>
                <a:gd name="T56" fmla="*/ 5 w 9"/>
                <a:gd name="T57" fmla="*/ 17 h 40"/>
                <a:gd name="T58" fmla="*/ 5 w 9"/>
                <a:gd name="T59" fmla="*/ 26 h 40"/>
                <a:gd name="T60" fmla="*/ 5 w 9"/>
                <a:gd name="T61" fmla="*/ 28 h 40"/>
                <a:gd name="T62" fmla="*/ 5 w 9"/>
                <a:gd name="T63" fmla="*/ 24 h 40"/>
                <a:gd name="T64" fmla="*/ 6 w 9"/>
                <a:gd name="T65" fmla="*/ 23 h 40"/>
                <a:gd name="T66" fmla="*/ 6 w 9"/>
                <a:gd name="T67" fmla="*/ 26 h 40"/>
                <a:gd name="T68" fmla="*/ 6 w 9"/>
                <a:gd name="T69" fmla="*/ 28 h 40"/>
                <a:gd name="T70" fmla="*/ 6 w 9"/>
                <a:gd name="T71" fmla="*/ 23 h 40"/>
                <a:gd name="T72" fmla="*/ 7 w 9"/>
                <a:gd name="T73" fmla="*/ 17 h 40"/>
                <a:gd name="T74" fmla="*/ 7 w 9"/>
                <a:gd name="T75" fmla="*/ 11 h 40"/>
                <a:gd name="T76" fmla="*/ 7 w 9"/>
                <a:gd name="T77" fmla="*/ 10 h 40"/>
                <a:gd name="T78" fmla="*/ 7 w 9"/>
                <a:gd name="T79" fmla="*/ 18 h 40"/>
                <a:gd name="T80" fmla="*/ 7 w 9"/>
                <a:gd name="T81" fmla="*/ 29 h 40"/>
                <a:gd name="T82" fmla="*/ 7 w 9"/>
                <a:gd name="T83" fmla="*/ 32 h 40"/>
                <a:gd name="T84" fmla="*/ 7 w 9"/>
                <a:gd name="T85" fmla="*/ 30 h 40"/>
                <a:gd name="T86" fmla="*/ 8 w 9"/>
                <a:gd name="T87" fmla="*/ 31 h 40"/>
                <a:gd name="T88" fmla="*/ 8 w 9"/>
                <a:gd name="T89" fmla="*/ 35 h 40"/>
                <a:gd name="T90" fmla="*/ 8 w 9"/>
                <a:gd name="T91" fmla="*/ 34 h 40"/>
                <a:gd name="T92" fmla="*/ 8 w 9"/>
                <a:gd name="T93" fmla="*/ 27 h 40"/>
                <a:gd name="T94" fmla="*/ 8 w 9"/>
                <a:gd name="T95" fmla="*/ 22 h 40"/>
                <a:gd name="T96" fmla="*/ 8 w 9"/>
                <a:gd name="T97" fmla="*/ 17 h 40"/>
                <a:gd name="T98" fmla="*/ 8 w 9"/>
                <a:gd name="T99" fmla="*/ 7 h 40"/>
                <a:gd name="T100" fmla="*/ 9 w 9"/>
                <a:gd name="T101" fmla="*/ 0 h 40"/>
                <a:gd name="T102" fmla="*/ 9 w 9"/>
                <a:gd name="T103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0">
                  <a:moveTo>
                    <a:pt x="0" y="31"/>
                  </a:moveTo>
                  <a:lnTo>
                    <a:pt x="0" y="39"/>
                  </a:lnTo>
                  <a:lnTo>
                    <a:pt x="1" y="39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4"/>
                  </a:lnTo>
                  <a:lnTo>
                    <a:pt x="1" y="37"/>
                  </a:lnTo>
                  <a:lnTo>
                    <a:pt x="2" y="40"/>
                  </a:lnTo>
                  <a:lnTo>
                    <a:pt x="2" y="37"/>
                  </a:lnTo>
                  <a:lnTo>
                    <a:pt x="2" y="27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3" y="9"/>
                  </a:lnTo>
                  <a:lnTo>
                    <a:pt x="3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4" y="9"/>
                  </a:lnTo>
                  <a:lnTo>
                    <a:pt x="4" y="6"/>
                  </a:lnTo>
                  <a:lnTo>
                    <a:pt x="4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5" y="26"/>
                  </a:lnTo>
                  <a:lnTo>
                    <a:pt x="5" y="28"/>
                  </a:lnTo>
                  <a:lnTo>
                    <a:pt x="5" y="24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6" y="28"/>
                  </a:lnTo>
                  <a:lnTo>
                    <a:pt x="6" y="23"/>
                  </a:lnTo>
                  <a:lnTo>
                    <a:pt x="7" y="17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7" y="18"/>
                  </a:lnTo>
                  <a:lnTo>
                    <a:pt x="7" y="29"/>
                  </a:lnTo>
                  <a:lnTo>
                    <a:pt x="7" y="32"/>
                  </a:lnTo>
                  <a:lnTo>
                    <a:pt x="7" y="30"/>
                  </a:lnTo>
                  <a:lnTo>
                    <a:pt x="8" y="31"/>
                  </a:lnTo>
                  <a:lnTo>
                    <a:pt x="8" y="35"/>
                  </a:lnTo>
                  <a:lnTo>
                    <a:pt x="8" y="34"/>
                  </a:lnTo>
                  <a:lnTo>
                    <a:pt x="8" y="27"/>
                  </a:lnTo>
                  <a:lnTo>
                    <a:pt x="8" y="22"/>
                  </a:lnTo>
                  <a:lnTo>
                    <a:pt x="8" y="17"/>
                  </a:lnTo>
                  <a:lnTo>
                    <a:pt x="8" y="7"/>
                  </a:lnTo>
                  <a:lnTo>
                    <a:pt x="9" y="0"/>
                  </a:lnTo>
                  <a:lnTo>
                    <a:pt x="9" y="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9" name="Freeform 712"/>
            <p:cNvSpPr/>
            <p:nvPr/>
          </p:nvSpPr>
          <p:spPr bwMode="auto">
            <a:xfrm>
              <a:off x="3173413" y="1895476"/>
              <a:ext cx="12700" cy="82550"/>
            </a:xfrm>
            <a:custGeom>
              <a:avLst/>
              <a:gdLst>
                <a:gd name="T0" fmla="*/ 0 w 8"/>
                <a:gd name="T1" fmla="*/ 24 h 52"/>
                <a:gd name="T2" fmla="*/ 0 w 8"/>
                <a:gd name="T3" fmla="*/ 25 h 52"/>
                <a:gd name="T4" fmla="*/ 0 w 8"/>
                <a:gd name="T5" fmla="*/ 22 h 52"/>
                <a:gd name="T6" fmla="*/ 0 w 8"/>
                <a:gd name="T7" fmla="*/ 19 h 52"/>
                <a:gd name="T8" fmla="*/ 0 w 8"/>
                <a:gd name="T9" fmla="*/ 20 h 52"/>
                <a:gd name="T10" fmla="*/ 1 w 8"/>
                <a:gd name="T11" fmla="*/ 18 h 52"/>
                <a:gd name="T12" fmla="*/ 1 w 8"/>
                <a:gd name="T13" fmla="*/ 11 h 52"/>
                <a:gd name="T14" fmla="*/ 1 w 8"/>
                <a:gd name="T15" fmla="*/ 8 h 52"/>
                <a:gd name="T16" fmla="*/ 1 w 8"/>
                <a:gd name="T17" fmla="*/ 8 h 52"/>
                <a:gd name="T18" fmla="*/ 1 w 8"/>
                <a:gd name="T19" fmla="*/ 7 h 52"/>
                <a:gd name="T20" fmla="*/ 1 w 8"/>
                <a:gd name="T21" fmla="*/ 4 h 52"/>
                <a:gd name="T22" fmla="*/ 1 w 8"/>
                <a:gd name="T23" fmla="*/ 2 h 52"/>
                <a:gd name="T24" fmla="*/ 2 w 8"/>
                <a:gd name="T25" fmla="*/ 1 h 52"/>
                <a:gd name="T26" fmla="*/ 2 w 8"/>
                <a:gd name="T27" fmla="*/ 0 h 52"/>
                <a:gd name="T28" fmla="*/ 2 w 8"/>
                <a:gd name="T29" fmla="*/ 2 h 52"/>
                <a:gd name="T30" fmla="*/ 2 w 8"/>
                <a:gd name="T31" fmla="*/ 7 h 52"/>
                <a:gd name="T32" fmla="*/ 3 w 8"/>
                <a:gd name="T33" fmla="*/ 10 h 52"/>
                <a:gd name="T34" fmla="*/ 3 w 8"/>
                <a:gd name="T35" fmla="*/ 9 h 52"/>
                <a:gd name="T36" fmla="*/ 3 w 8"/>
                <a:gd name="T37" fmla="*/ 7 h 52"/>
                <a:gd name="T38" fmla="*/ 3 w 8"/>
                <a:gd name="T39" fmla="*/ 8 h 52"/>
                <a:gd name="T40" fmla="*/ 3 w 8"/>
                <a:gd name="T41" fmla="*/ 12 h 52"/>
                <a:gd name="T42" fmla="*/ 3 w 8"/>
                <a:gd name="T43" fmla="*/ 19 h 52"/>
                <a:gd name="T44" fmla="*/ 3 w 8"/>
                <a:gd name="T45" fmla="*/ 22 h 52"/>
                <a:gd name="T46" fmla="*/ 4 w 8"/>
                <a:gd name="T47" fmla="*/ 22 h 52"/>
                <a:gd name="T48" fmla="*/ 4 w 8"/>
                <a:gd name="T49" fmla="*/ 22 h 52"/>
                <a:gd name="T50" fmla="*/ 4 w 8"/>
                <a:gd name="T51" fmla="*/ 24 h 52"/>
                <a:gd name="T52" fmla="*/ 4 w 8"/>
                <a:gd name="T53" fmla="*/ 27 h 52"/>
                <a:gd name="T54" fmla="*/ 4 w 8"/>
                <a:gd name="T55" fmla="*/ 31 h 52"/>
                <a:gd name="T56" fmla="*/ 4 w 8"/>
                <a:gd name="T57" fmla="*/ 36 h 52"/>
                <a:gd name="T58" fmla="*/ 4 w 8"/>
                <a:gd name="T59" fmla="*/ 39 h 52"/>
                <a:gd name="T60" fmla="*/ 5 w 8"/>
                <a:gd name="T61" fmla="*/ 41 h 52"/>
                <a:gd name="T62" fmla="*/ 5 w 8"/>
                <a:gd name="T63" fmla="*/ 42 h 52"/>
                <a:gd name="T64" fmla="*/ 5 w 8"/>
                <a:gd name="T65" fmla="*/ 46 h 52"/>
                <a:gd name="T66" fmla="*/ 5 w 8"/>
                <a:gd name="T67" fmla="*/ 47 h 52"/>
                <a:gd name="T68" fmla="*/ 5 w 8"/>
                <a:gd name="T69" fmla="*/ 49 h 52"/>
                <a:gd name="T70" fmla="*/ 6 w 8"/>
                <a:gd name="T71" fmla="*/ 52 h 52"/>
                <a:gd name="T72" fmla="*/ 6 w 8"/>
                <a:gd name="T73" fmla="*/ 51 h 52"/>
                <a:gd name="T74" fmla="*/ 6 w 8"/>
                <a:gd name="T75" fmla="*/ 46 h 52"/>
                <a:gd name="T76" fmla="*/ 6 w 8"/>
                <a:gd name="T77" fmla="*/ 42 h 52"/>
                <a:gd name="T78" fmla="*/ 6 w 8"/>
                <a:gd name="T79" fmla="*/ 38 h 52"/>
                <a:gd name="T80" fmla="*/ 6 w 8"/>
                <a:gd name="T81" fmla="*/ 32 h 52"/>
                <a:gd name="T82" fmla="*/ 7 w 8"/>
                <a:gd name="T83" fmla="*/ 29 h 52"/>
                <a:gd name="T84" fmla="*/ 7 w 8"/>
                <a:gd name="T85" fmla="*/ 30 h 52"/>
                <a:gd name="T86" fmla="*/ 7 w 8"/>
                <a:gd name="T87" fmla="*/ 32 h 52"/>
                <a:gd name="T88" fmla="*/ 7 w 8"/>
                <a:gd name="T89" fmla="*/ 28 h 52"/>
                <a:gd name="T90" fmla="*/ 7 w 8"/>
                <a:gd name="T91" fmla="*/ 24 h 52"/>
                <a:gd name="T92" fmla="*/ 8 w 8"/>
                <a:gd name="T93" fmla="*/ 27 h 52"/>
                <a:gd name="T94" fmla="*/ 8 w 8"/>
                <a:gd name="T95" fmla="*/ 34 h 52"/>
                <a:gd name="T96" fmla="*/ 8 w 8"/>
                <a:gd name="T97" fmla="*/ 34 h 52"/>
                <a:gd name="T98" fmla="*/ 8 w 8"/>
                <a:gd name="T99" fmla="*/ 37 h 52"/>
                <a:gd name="T100" fmla="*/ 8 w 8"/>
                <a:gd name="T101" fmla="*/ 39 h 52"/>
                <a:gd name="T102" fmla="*/ 8 w 8"/>
                <a:gd name="T103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52">
                  <a:moveTo>
                    <a:pt x="0" y="24"/>
                  </a:moveTo>
                  <a:lnTo>
                    <a:pt x="0" y="25"/>
                  </a:lnTo>
                  <a:lnTo>
                    <a:pt x="0" y="22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1" y="18"/>
                  </a:lnTo>
                  <a:lnTo>
                    <a:pt x="1" y="11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7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7"/>
                  </a:lnTo>
                  <a:lnTo>
                    <a:pt x="3" y="8"/>
                  </a:lnTo>
                  <a:lnTo>
                    <a:pt x="3" y="12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4" y="27"/>
                  </a:lnTo>
                  <a:lnTo>
                    <a:pt x="4" y="31"/>
                  </a:lnTo>
                  <a:lnTo>
                    <a:pt x="4" y="36"/>
                  </a:lnTo>
                  <a:lnTo>
                    <a:pt x="4" y="39"/>
                  </a:lnTo>
                  <a:lnTo>
                    <a:pt x="5" y="41"/>
                  </a:lnTo>
                  <a:lnTo>
                    <a:pt x="5" y="42"/>
                  </a:lnTo>
                  <a:lnTo>
                    <a:pt x="5" y="46"/>
                  </a:lnTo>
                  <a:lnTo>
                    <a:pt x="5" y="47"/>
                  </a:lnTo>
                  <a:lnTo>
                    <a:pt x="5" y="49"/>
                  </a:lnTo>
                  <a:lnTo>
                    <a:pt x="6" y="52"/>
                  </a:lnTo>
                  <a:lnTo>
                    <a:pt x="6" y="51"/>
                  </a:lnTo>
                  <a:lnTo>
                    <a:pt x="6" y="46"/>
                  </a:lnTo>
                  <a:lnTo>
                    <a:pt x="6" y="42"/>
                  </a:lnTo>
                  <a:lnTo>
                    <a:pt x="6" y="38"/>
                  </a:lnTo>
                  <a:lnTo>
                    <a:pt x="6" y="32"/>
                  </a:lnTo>
                  <a:lnTo>
                    <a:pt x="7" y="29"/>
                  </a:lnTo>
                  <a:lnTo>
                    <a:pt x="7" y="30"/>
                  </a:lnTo>
                  <a:lnTo>
                    <a:pt x="7" y="32"/>
                  </a:lnTo>
                  <a:lnTo>
                    <a:pt x="7" y="28"/>
                  </a:lnTo>
                  <a:lnTo>
                    <a:pt x="7" y="24"/>
                  </a:lnTo>
                  <a:lnTo>
                    <a:pt x="8" y="27"/>
                  </a:lnTo>
                  <a:lnTo>
                    <a:pt x="8" y="34"/>
                  </a:lnTo>
                  <a:lnTo>
                    <a:pt x="8" y="34"/>
                  </a:lnTo>
                  <a:lnTo>
                    <a:pt x="8" y="37"/>
                  </a:lnTo>
                  <a:lnTo>
                    <a:pt x="8" y="39"/>
                  </a:lnTo>
                  <a:lnTo>
                    <a:pt x="8" y="3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0" name="Freeform 713"/>
            <p:cNvSpPr/>
            <p:nvPr/>
          </p:nvSpPr>
          <p:spPr bwMode="auto">
            <a:xfrm>
              <a:off x="3186113" y="1943101"/>
              <a:ext cx="14288" cy="228600"/>
            </a:xfrm>
            <a:custGeom>
              <a:avLst/>
              <a:gdLst>
                <a:gd name="T0" fmla="*/ 0 w 9"/>
                <a:gd name="T1" fmla="*/ 9 h 144"/>
                <a:gd name="T2" fmla="*/ 0 w 9"/>
                <a:gd name="T3" fmla="*/ 3 h 144"/>
                <a:gd name="T4" fmla="*/ 0 w 9"/>
                <a:gd name="T5" fmla="*/ 0 h 144"/>
                <a:gd name="T6" fmla="*/ 1 w 9"/>
                <a:gd name="T7" fmla="*/ 10 h 144"/>
                <a:gd name="T8" fmla="*/ 1 w 9"/>
                <a:gd name="T9" fmla="*/ 21 h 144"/>
                <a:gd name="T10" fmla="*/ 1 w 9"/>
                <a:gd name="T11" fmla="*/ 20 h 144"/>
                <a:gd name="T12" fmla="*/ 1 w 9"/>
                <a:gd name="T13" fmla="*/ 21 h 144"/>
                <a:gd name="T14" fmla="*/ 1 w 9"/>
                <a:gd name="T15" fmla="*/ 31 h 144"/>
                <a:gd name="T16" fmla="*/ 1 w 9"/>
                <a:gd name="T17" fmla="*/ 39 h 144"/>
                <a:gd name="T18" fmla="*/ 1 w 9"/>
                <a:gd name="T19" fmla="*/ 44 h 144"/>
                <a:gd name="T20" fmla="*/ 2 w 9"/>
                <a:gd name="T21" fmla="*/ 54 h 144"/>
                <a:gd name="T22" fmla="*/ 2 w 9"/>
                <a:gd name="T23" fmla="*/ 64 h 144"/>
                <a:gd name="T24" fmla="*/ 2 w 9"/>
                <a:gd name="T25" fmla="*/ 64 h 144"/>
                <a:gd name="T26" fmla="*/ 2 w 9"/>
                <a:gd name="T27" fmla="*/ 63 h 144"/>
                <a:gd name="T28" fmla="*/ 3 w 9"/>
                <a:gd name="T29" fmla="*/ 72 h 144"/>
                <a:gd name="T30" fmla="*/ 3 w 9"/>
                <a:gd name="T31" fmla="*/ 81 h 144"/>
                <a:gd name="T32" fmla="*/ 3 w 9"/>
                <a:gd name="T33" fmla="*/ 79 h 144"/>
                <a:gd name="T34" fmla="*/ 3 w 9"/>
                <a:gd name="T35" fmla="*/ 78 h 144"/>
                <a:gd name="T36" fmla="*/ 3 w 9"/>
                <a:gd name="T37" fmla="*/ 88 h 144"/>
                <a:gd name="T38" fmla="*/ 3 w 9"/>
                <a:gd name="T39" fmla="*/ 97 h 144"/>
                <a:gd name="T40" fmla="*/ 3 w 9"/>
                <a:gd name="T41" fmla="*/ 94 h 144"/>
                <a:gd name="T42" fmla="*/ 4 w 9"/>
                <a:gd name="T43" fmla="*/ 94 h 144"/>
                <a:gd name="T44" fmla="*/ 4 w 9"/>
                <a:gd name="T45" fmla="*/ 101 h 144"/>
                <a:gd name="T46" fmla="*/ 4 w 9"/>
                <a:gd name="T47" fmla="*/ 103 h 144"/>
                <a:gd name="T48" fmla="*/ 4 w 9"/>
                <a:gd name="T49" fmla="*/ 103 h 144"/>
                <a:gd name="T50" fmla="*/ 4 w 9"/>
                <a:gd name="T51" fmla="*/ 108 h 144"/>
                <a:gd name="T52" fmla="*/ 5 w 9"/>
                <a:gd name="T53" fmla="*/ 112 h 144"/>
                <a:gd name="T54" fmla="*/ 5 w 9"/>
                <a:gd name="T55" fmla="*/ 107 h 144"/>
                <a:gd name="T56" fmla="*/ 5 w 9"/>
                <a:gd name="T57" fmla="*/ 103 h 144"/>
                <a:gd name="T58" fmla="*/ 5 w 9"/>
                <a:gd name="T59" fmla="*/ 112 h 144"/>
                <a:gd name="T60" fmla="*/ 5 w 9"/>
                <a:gd name="T61" fmla="*/ 119 h 144"/>
                <a:gd name="T62" fmla="*/ 5 w 9"/>
                <a:gd name="T63" fmla="*/ 116 h 144"/>
                <a:gd name="T64" fmla="*/ 5 w 9"/>
                <a:gd name="T65" fmla="*/ 115 h 144"/>
                <a:gd name="T66" fmla="*/ 6 w 9"/>
                <a:gd name="T67" fmla="*/ 121 h 144"/>
                <a:gd name="T68" fmla="*/ 6 w 9"/>
                <a:gd name="T69" fmla="*/ 119 h 144"/>
                <a:gd name="T70" fmla="*/ 6 w 9"/>
                <a:gd name="T71" fmla="*/ 113 h 144"/>
                <a:gd name="T72" fmla="*/ 6 w 9"/>
                <a:gd name="T73" fmla="*/ 119 h 144"/>
                <a:gd name="T74" fmla="*/ 6 w 9"/>
                <a:gd name="T75" fmla="*/ 122 h 144"/>
                <a:gd name="T76" fmla="*/ 6 w 9"/>
                <a:gd name="T77" fmla="*/ 112 h 144"/>
                <a:gd name="T78" fmla="*/ 6 w 9"/>
                <a:gd name="T79" fmla="*/ 107 h 144"/>
                <a:gd name="T80" fmla="*/ 7 w 9"/>
                <a:gd name="T81" fmla="*/ 109 h 144"/>
                <a:gd name="T82" fmla="*/ 7 w 9"/>
                <a:gd name="T83" fmla="*/ 110 h 144"/>
                <a:gd name="T84" fmla="*/ 7 w 9"/>
                <a:gd name="T85" fmla="*/ 112 h 144"/>
                <a:gd name="T86" fmla="*/ 7 w 9"/>
                <a:gd name="T87" fmla="*/ 116 h 144"/>
                <a:gd name="T88" fmla="*/ 8 w 9"/>
                <a:gd name="T89" fmla="*/ 118 h 144"/>
                <a:gd name="T90" fmla="*/ 8 w 9"/>
                <a:gd name="T91" fmla="*/ 118 h 144"/>
                <a:gd name="T92" fmla="*/ 8 w 9"/>
                <a:gd name="T93" fmla="*/ 122 h 144"/>
                <a:gd name="T94" fmla="*/ 8 w 9"/>
                <a:gd name="T95" fmla="*/ 132 h 144"/>
                <a:gd name="T96" fmla="*/ 8 w 9"/>
                <a:gd name="T97" fmla="*/ 140 h 144"/>
                <a:gd name="T98" fmla="*/ 8 w 9"/>
                <a:gd name="T99" fmla="*/ 140 h 144"/>
                <a:gd name="T100" fmla="*/ 8 w 9"/>
                <a:gd name="T101" fmla="*/ 137 h 144"/>
                <a:gd name="T102" fmla="*/ 9 w 9"/>
                <a:gd name="T103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44">
                  <a:moveTo>
                    <a:pt x="0" y="9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1" y="10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1" y="31"/>
                  </a:lnTo>
                  <a:lnTo>
                    <a:pt x="1" y="39"/>
                  </a:lnTo>
                  <a:lnTo>
                    <a:pt x="1" y="44"/>
                  </a:lnTo>
                  <a:lnTo>
                    <a:pt x="2" y="54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3" y="72"/>
                  </a:lnTo>
                  <a:lnTo>
                    <a:pt x="3" y="81"/>
                  </a:lnTo>
                  <a:lnTo>
                    <a:pt x="3" y="79"/>
                  </a:lnTo>
                  <a:lnTo>
                    <a:pt x="3" y="78"/>
                  </a:lnTo>
                  <a:lnTo>
                    <a:pt x="3" y="88"/>
                  </a:lnTo>
                  <a:lnTo>
                    <a:pt x="3" y="97"/>
                  </a:lnTo>
                  <a:lnTo>
                    <a:pt x="3" y="94"/>
                  </a:lnTo>
                  <a:lnTo>
                    <a:pt x="4" y="94"/>
                  </a:lnTo>
                  <a:lnTo>
                    <a:pt x="4" y="101"/>
                  </a:lnTo>
                  <a:lnTo>
                    <a:pt x="4" y="103"/>
                  </a:lnTo>
                  <a:lnTo>
                    <a:pt x="4" y="103"/>
                  </a:lnTo>
                  <a:lnTo>
                    <a:pt x="4" y="108"/>
                  </a:lnTo>
                  <a:lnTo>
                    <a:pt x="5" y="112"/>
                  </a:lnTo>
                  <a:lnTo>
                    <a:pt x="5" y="107"/>
                  </a:lnTo>
                  <a:lnTo>
                    <a:pt x="5" y="103"/>
                  </a:lnTo>
                  <a:lnTo>
                    <a:pt x="5" y="112"/>
                  </a:lnTo>
                  <a:lnTo>
                    <a:pt x="5" y="119"/>
                  </a:lnTo>
                  <a:lnTo>
                    <a:pt x="5" y="116"/>
                  </a:lnTo>
                  <a:lnTo>
                    <a:pt x="5" y="115"/>
                  </a:lnTo>
                  <a:lnTo>
                    <a:pt x="6" y="121"/>
                  </a:lnTo>
                  <a:lnTo>
                    <a:pt x="6" y="119"/>
                  </a:lnTo>
                  <a:lnTo>
                    <a:pt x="6" y="113"/>
                  </a:lnTo>
                  <a:lnTo>
                    <a:pt x="6" y="119"/>
                  </a:lnTo>
                  <a:lnTo>
                    <a:pt x="6" y="122"/>
                  </a:lnTo>
                  <a:lnTo>
                    <a:pt x="6" y="112"/>
                  </a:lnTo>
                  <a:lnTo>
                    <a:pt x="6" y="107"/>
                  </a:lnTo>
                  <a:lnTo>
                    <a:pt x="7" y="109"/>
                  </a:lnTo>
                  <a:lnTo>
                    <a:pt x="7" y="110"/>
                  </a:lnTo>
                  <a:lnTo>
                    <a:pt x="7" y="112"/>
                  </a:lnTo>
                  <a:lnTo>
                    <a:pt x="7" y="116"/>
                  </a:lnTo>
                  <a:lnTo>
                    <a:pt x="8" y="118"/>
                  </a:lnTo>
                  <a:lnTo>
                    <a:pt x="8" y="118"/>
                  </a:lnTo>
                  <a:lnTo>
                    <a:pt x="8" y="122"/>
                  </a:lnTo>
                  <a:lnTo>
                    <a:pt x="8" y="132"/>
                  </a:lnTo>
                  <a:lnTo>
                    <a:pt x="8" y="140"/>
                  </a:lnTo>
                  <a:lnTo>
                    <a:pt x="8" y="140"/>
                  </a:lnTo>
                  <a:lnTo>
                    <a:pt x="8" y="137"/>
                  </a:lnTo>
                  <a:lnTo>
                    <a:pt x="9" y="14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1" name="Freeform 714"/>
            <p:cNvSpPr/>
            <p:nvPr/>
          </p:nvSpPr>
          <p:spPr bwMode="auto">
            <a:xfrm>
              <a:off x="3198813" y="1924051"/>
              <a:ext cx="14288" cy="303213"/>
            </a:xfrm>
            <a:custGeom>
              <a:avLst/>
              <a:gdLst>
                <a:gd name="T0" fmla="*/ 0 w 9"/>
                <a:gd name="T1" fmla="*/ 149 h 191"/>
                <a:gd name="T2" fmla="*/ 1 w 9"/>
                <a:gd name="T3" fmla="*/ 156 h 191"/>
                <a:gd name="T4" fmla="*/ 1 w 9"/>
                <a:gd name="T5" fmla="*/ 163 h 191"/>
                <a:gd name="T6" fmla="*/ 1 w 9"/>
                <a:gd name="T7" fmla="*/ 159 h 191"/>
                <a:gd name="T8" fmla="*/ 1 w 9"/>
                <a:gd name="T9" fmla="*/ 150 h 191"/>
                <a:gd name="T10" fmla="*/ 1 w 9"/>
                <a:gd name="T11" fmla="*/ 150 h 191"/>
                <a:gd name="T12" fmla="*/ 2 w 9"/>
                <a:gd name="T13" fmla="*/ 153 h 191"/>
                <a:gd name="T14" fmla="*/ 2 w 9"/>
                <a:gd name="T15" fmla="*/ 159 h 191"/>
                <a:gd name="T16" fmla="*/ 2 w 9"/>
                <a:gd name="T17" fmla="*/ 172 h 191"/>
                <a:gd name="T18" fmla="*/ 2 w 9"/>
                <a:gd name="T19" fmla="*/ 178 h 191"/>
                <a:gd name="T20" fmla="*/ 2 w 9"/>
                <a:gd name="T21" fmla="*/ 170 h 191"/>
                <a:gd name="T22" fmla="*/ 2 w 9"/>
                <a:gd name="T23" fmla="*/ 169 h 191"/>
                <a:gd name="T24" fmla="*/ 2 w 9"/>
                <a:gd name="T25" fmla="*/ 183 h 191"/>
                <a:gd name="T26" fmla="*/ 3 w 9"/>
                <a:gd name="T27" fmla="*/ 191 h 191"/>
                <a:gd name="T28" fmla="*/ 3 w 9"/>
                <a:gd name="T29" fmla="*/ 182 h 191"/>
                <a:gd name="T30" fmla="*/ 3 w 9"/>
                <a:gd name="T31" fmla="*/ 169 h 191"/>
                <a:gd name="T32" fmla="*/ 3 w 9"/>
                <a:gd name="T33" fmla="*/ 159 h 191"/>
                <a:gd name="T34" fmla="*/ 3 w 9"/>
                <a:gd name="T35" fmla="*/ 152 h 191"/>
                <a:gd name="T36" fmla="*/ 3 w 9"/>
                <a:gd name="T37" fmla="*/ 146 h 191"/>
                <a:gd name="T38" fmla="*/ 4 w 9"/>
                <a:gd name="T39" fmla="*/ 149 h 191"/>
                <a:gd name="T40" fmla="*/ 4 w 9"/>
                <a:gd name="T41" fmla="*/ 149 h 191"/>
                <a:gd name="T42" fmla="*/ 4 w 9"/>
                <a:gd name="T43" fmla="*/ 137 h 191"/>
                <a:gd name="T44" fmla="*/ 4 w 9"/>
                <a:gd name="T45" fmla="*/ 134 h 191"/>
                <a:gd name="T46" fmla="*/ 4 w 9"/>
                <a:gd name="T47" fmla="*/ 137 h 191"/>
                <a:gd name="T48" fmla="*/ 5 w 9"/>
                <a:gd name="T49" fmla="*/ 121 h 191"/>
                <a:gd name="T50" fmla="*/ 5 w 9"/>
                <a:gd name="T51" fmla="*/ 101 h 191"/>
                <a:gd name="T52" fmla="*/ 5 w 9"/>
                <a:gd name="T53" fmla="*/ 94 h 191"/>
                <a:gd name="T54" fmla="*/ 5 w 9"/>
                <a:gd name="T55" fmla="*/ 82 h 191"/>
                <a:gd name="T56" fmla="*/ 5 w 9"/>
                <a:gd name="T57" fmla="*/ 63 h 191"/>
                <a:gd name="T58" fmla="*/ 5 w 9"/>
                <a:gd name="T59" fmla="*/ 55 h 191"/>
                <a:gd name="T60" fmla="*/ 5 w 9"/>
                <a:gd name="T61" fmla="*/ 48 h 191"/>
                <a:gd name="T62" fmla="*/ 6 w 9"/>
                <a:gd name="T63" fmla="*/ 38 h 191"/>
                <a:gd name="T64" fmla="*/ 6 w 9"/>
                <a:gd name="T65" fmla="*/ 36 h 191"/>
                <a:gd name="T66" fmla="*/ 6 w 9"/>
                <a:gd name="T67" fmla="*/ 39 h 191"/>
                <a:gd name="T68" fmla="*/ 6 w 9"/>
                <a:gd name="T69" fmla="*/ 36 h 191"/>
                <a:gd name="T70" fmla="*/ 7 w 9"/>
                <a:gd name="T71" fmla="*/ 29 h 191"/>
                <a:gd name="T72" fmla="*/ 7 w 9"/>
                <a:gd name="T73" fmla="*/ 28 h 191"/>
                <a:gd name="T74" fmla="*/ 7 w 9"/>
                <a:gd name="T75" fmla="*/ 29 h 191"/>
                <a:gd name="T76" fmla="*/ 7 w 9"/>
                <a:gd name="T77" fmla="*/ 21 h 191"/>
                <a:gd name="T78" fmla="*/ 7 w 9"/>
                <a:gd name="T79" fmla="*/ 10 h 191"/>
                <a:gd name="T80" fmla="*/ 7 w 9"/>
                <a:gd name="T81" fmla="*/ 12 h 191"/>
                <a:gd name="T82" fmla="*/ 7 w 9"/>
                <a:gd name="T83" fmla="*/ 15 h 191"/>
                <a:gd name="T84" fmla="*/ 8 w 9"/>
                <a:gd name="T85" fmla="*/ 10 h 191"/>
                <a:gd name="T86" fmla="*/ 8 w 9"/>
                <a:gd name="T87" fmla="*/ 6 h 191"/>
                <a:gd name="T88" fmla="*/ 8 w 9"/>
                <a:gd name="T89" fmla="*/ 4 h 191"/>
                <a:gd name="T90" fmla="*/ 8 w 9"/>
                <a:gd name="T91" fmla="*/ 0 h 191"/>
                <a:gd name="T92" fmla="*/ 8 w 9"/>
                <a:gd name="T93" fmla="*/ 4 h 191"/>
                <a:gd name="T94" fmla="*/ 8 w 9"/>
                <a:gd name="T95" fmla="*/ 13 h 191"/>
                <a:gd name="T96" fmla="*/ 8 w 9"/>
                <a:gd name="T97" fmla="*/ 14 h 191"/>
                <a:gd name="T98" fmla="*/ 9 w 9"/>
                <a:gd name="T99" fmla="*/ 10 h 191"/>
                <a:gd name="T100" fmla="*/ 9 w 9"/>
                <a:gd name="T101" fmla="*/ 10 h 191"/>
                <a:gd name="T102" fmla="*/ 9 w 9"/>
                <a:gd name="T103" fmla="*/ 18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91">
                  <a:moveTo>
                    <a:pt x="0" y="149"/>
                  </a:moveTo>
                  <a:lnTo>
                    <a:pt x="1" y="156"/>
                  </a:lnTo>
                  <a:lnTo>
                    <a:pt x="1" y="163"/>
                  </a:lnTo>
                  <a:lnTo>
                    <a:pt x="1" y="159"/>
                  </a:lnTo>
                  <a:lnTo>
                    <a:pt x="1" y="150"/>
                  </a:lnTo>
                  <a:lnTo>
                    <a:pt x="1" y="150"/>
                  </a:lnTo>
                  <a:lnTo>
                    <a:pt x="2" y="153"/>
                  </a:lnTo>
                  <a:lnTo>
                    <a:pt x="2" y="159"/>
                  </a:lnTo>
                  <a:lnTo>
                    <a:pt x="2" y="172"/>
                  </a:lnTo>
                  <a:lnTo>
                    <a:pt x="2" y="178"/>
                  </a:lnTo>
                  <a:lnTo>
                    <a:pt x="2" y="170"/>
                  </a:lnTo>
                  <a:lnTo>
                    <a:pt x="2" y="169"/>
                  </a:lnTo>
                  <a:lnTo>
                    <a:pt x="2" y="183"/>
                  </a:lnTo>
                  <a:lnTo>
                    <a:pt x="3" y="191"/>
                  </a:lnTo>
                  <a:lnTo>
                    <a:pt x="3" y="182"/>
                  </a:lnTo>
                  <a:lnTo>
                    <a:pt x="3" y="169"/>
                  </a:lnTo>
                  <a:lnTo>
                    <a:pt x="3" y="159"/>
                  </a:lnTo>
                  <a:lnTo>
                    <a:pt x="3" y="152"/>
                  </a:lnTo>
                  <a:lnTo>
                    <a:pt x="3" y="146"/>
                  </a:lnTo>
                  <a:lnTo>
                    <a:pt x="4" y="149"/>
                  </a:lnTo>
                  <a:lnTo>
                    <a:pt x="4" y="149"/>
                  </a:lnTo>
                  <a:lnTo>
                    <a:pt x="4" y="137"/>
                  </a:lnTo>
                  <a:lnTo>
                    <a:pt x="4" y="134"/>
                  </a:lnTo>
                  <a:lnTo>
                    <a:pt x="4" y="137"/>
                  </a:lnTo>
                  <a:lnTo>
                    <a:pt x="5" y="121"/>
                  </a:lnTo>
                  <a:lnTo>
                    <a:pt x="5" y="101"/>
                  </a:lnTo>
                  <a:lnTo>
                    <a:pt x="5" y="94"/>
                  </a:lnTo>
                  <a:lnTo>
                    <a:pt x="5" y="82"/>
                  </a:lnTo>
                  <a:lnTo>
                    <a:pt x="5" y="63"/>
                  </a:lnTo>
                  <a:lnTo>
                    <a:pt x="5" y="55"/>
                  </a:lnTo>
                  <a:lnTo>
                    <a:pt x="5" y="48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9"/>
                  </a:lnTo>
                  <a:lnTo>
                    <a:pt x="6" y="36"/>
                  </a:lnTo>
                  <a:lnTo>
                    <a:pt x="7" y="29"/>
                  </a:lnTo>
                  <a:lnTo>
                    <a:pt x="7" y="28"/>
                  </a:lnTo>
                  <a:lnTo>
                    <a:pt x="7" y="29"/>
                  </a:lnTo>
                  <a:lnTo>
                    <a:pt x="7" y="21"/>
                  </a:lnTo>
                  <a:lnTo>
                    <a:pt x="7" y="10"/>
                  </a:lnTo>
                  <a:lnTo>
                    <a:pt x="7" y="12"/>
                  </a:lnTo>
                  <a:lnTo>
                    <a:pt x="7" y="15"/>
                  </a:lnTo>
                  <a:lnTo>
                    <a:pt x="8" y="10"/>
                  </a:lnTo>
                  <a:lnTo>
                    <a:pt x="8" y="6"/>
                  </a:lnTo>
                  <a:lnTo>
                    <a:pt x="8" y="4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13"/>
                  </a:lnTo>
                  <a:lnTo>
                    <a:pt x="8" y="14"/>
                  </a:lnTo>
                  <a:lnTo>
                    <a:pt x="9" y="10"/>
                  </a:lnTo>
                  <a:lnTo>
                    <a:pt x="9" y="10"/>
                  </a:lnTo>
                  <a:lnTo>
                    <a:pt x="9" y="1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2" name="Freeform 715"/>
            <p:cNvSpPr/>
            <p:nvPr/>
          </p:nvSpPr>
          <p:spPr bwMode="auto">
            <a:xfrm>
              <a:off x="3213100" y="1925639"/>
              <a:ext cx="12700" cy="65088"/>
            </a:xfrm>
            <a:custGeom>
              <a:avLst/>
              <a:gdLst>
                <a:gd name="T0" fmla="*/ 0 w 8"/>
                <a:gd name="T1" fmla="*/ 9 h 41"/>
                <a:gd name="T2" fmla="*/ 0 w 8"/>
                <a:gd name="T3" fmla="*/ 17 h 41"/>
                <a:gd name="T4" fmla="*/ 0 w 8"/>
                <a:gd name="T5" fmla="*/ 24 h 41"/>
                <a:gd name="T6" fmla="*/ 0 w 8"/>
                <a:gd name="T7" fmla="*/ 22 h 41"/>
                <a:gd name="T8" fmla="*/ 1 w 8"/>
                <a:gd name="T9" fmla="*/ 19 h 41"/>
                <a:gd name="T10" fmla="*/ 1 w 8"/>
                <a:gd name="T11" fmla="*/ 22 h 41"/>
                <a:gd name="T12" fmla="*/ 1 w 8"/>
                <a:gd name="T13" fmla="*/ 22 h 41"/>
                <a:gd name="T14" fmla="*/ 1 w 8"/>
                <a:gd name="T15" fmla="*/ 19 h 41"/>
                <a:gd name="T16" fmla="*/ 1 w 8"/>
                <a:gd name="T17" fmla="*/ 19 h 41"/>
                <a:gd name="T18" fmla="*/ 1 w 8"/>
                <a:gd name="T19" fmla="*/ 18 h 41"/>
                <a:gd name="T20" fmla="*/ 1 w 8"/>
                <a:gd name="T21" fmla="*/ 20 h 41"/>
                <a:gd name="T22" fmla="*/ 2 w 8"/>
                <a:gd name="T23" fmla="*/ 28 h 41"/>
                <a:gd name="T24" fmla="*/ 2 w 8"/>
                <a:gd name="T25" fmla="*/ 29 h 41"/>
                <a:gd name="T26" fmla="*/ 2 w 8"/>
                <a:gd name="T27" fmla="*/ 22 h 41"/>
                <a:gd name="T28" fmla="*/ 2 w 8"/>
                <a:gd name="T29" fmla="*/ 18 h 41"/>
                <a:gd name="T30" fmla="*/ 3 w 8"/>
                <a:gd name="T31" fmla="*/ 22 h 41"/>
                <a:gd name="T32" fmla="*/ 3 w 8"/>
                <a:gd name="T33" fmla="*/ 27 h 41"/>
                <a:gd name="T34" fmla="*/ 3 w 8"/>
                <a:gd name="T35" fmla="*/ 27 h 41"/>
                <a:gd name="T36" fmla="*/ 3 w 8"/>
                <a:gd name="T37" fmla="*/ 19 h 41"/>
                <a:gd name="T38" fmla="*/ 3 w 8"/>
                <a:gd name="T39" fmla="*/ 12 h 41"/>
                <a:gd name="T40" fmla="*/ 3 w 8"/>
                <a:gd name="T41" fmla="*/ 10 h 41"/>
                <a:gd name="T42" fmla="*/ 3 w 8"/>
                <a:gd name="T43" fmla="*/ 11 h 41"/>
                <a:gd name="T44" fmla="*/ 4 w 8"/>
                <a:gd name="T45" fmla="*/ 10 h 41"/>
                <a:gd name="T46" fmla="*/ 4 w 8"/>
                <a:gd name="T47" fmla="*/ 9 h 41"/>
                <a:gd name="T48" fmla="*/ 4 w 8"/>
                <a:gd name="T49" fmla="*/ 6 h 41"/>
                <a:gd name="T50" fmla="*/ 4 w 8"/>
                <a:gd name="T51" fmla="*/ 0 h 41"/>
                <a:gd name="T52" fmla="*/ 4 w 8"/>
                <a:gd name="T53" fmla="*/ 1 h 41"/>
                <a:gd name="T54" fmla="*/ 4 w 8"/>
                <a:gd name="T55" fmla="*/ 6 h 41"/>
                <a:gd name="T56" fmla="*/ 4 w 8"/>
                <a:gd name="T57" fmla="*/ 8 h 41"/>
                <a:gd name="T58" fmla="*/ 5 w 8"/>
                <a:gd name="T59" fmla="*/ 9 h 41"/>
                <a:gd name="T60" fmla="*/ 5 w 8"/>
                <a:gd name="T61" fmla="*/ 11 h 41"/>
                <a:gd name="T62" fmla="*/ 5 w 8"/>
                <a:gd name="T63" fmla="*/ 8 h 41"/>
                <a:gd name="T64" fmla="*/ 5 w 8"/>
                <a:gd name="T65" fmla="*/ 7 h 41"/>
                <a:gd name="T66" fmla="*/ 5 w 8"/>
                <a:gd name="T67" fmla="*/ 15 h 41"/>
                <a:gd name="T68" fmla="*/ 6 w 8"/>
                <a:gd name="T69" fmla="*/ 23 h 41"/>
                <a:gd name="T70" fmla="*/ 6 w 8"/>
                <a:gd name="T71" fmla="*/ 23 h 41"/>
                <a:gd name="T72" fmla="*/ 6 w 8"/>
                <a:gd name="T73" fmla="*/ 22 h 41"/>
                <a:gd name="T74" fmla="*/ 6 w 8"/>
                <a:gd name="T75" fmla="*/ 24 h 41"/>
                <a:gd name="T76" fmla="*/ 6 w 8"/>
                <a:gd name="T77" fmla="*/ 30 h 41"/>
                <a:gd name="T78" fmla="*/ 6 w 8"/>
                <a:gd name="T79" fmla="*/ 38 h 41"/>
                <a:gd name="T80" fmla="*/ 6 w 8"/>
                <a:gd name="T81" fmla="*/ 41 h 41"/>
                <a:gd name="T82" fmla="*/ 7 w 8"/>
                <a:gd name="T83" fmla="*/ 41 h 41"/>
                <a:gd name="T84" fmla="*/ 7 w 8"/>
                <a:gd name="T85" fmla="*/ 41 h 41"/>
                <a:gd name="T86" fmla="*/ 7 w 8"/>
                <a:gd name="T87" fmla="*/ 40 h 41"/>
                <a:gd name="T88" fmla="*/ 7 w 8"/>
                <a:gd name="T89" fmla="*/ 39 h 41"/>
                <a:gd name="T90" fmla="*/ 8 w 8"/>
                <a:gd name="T91" fmla="*/ 38 h 41"/>
                <a:gd name="T92" fmla="*/ 8 w 8"/>
                <a:gd name="T93" fmla="*/ 31 h 41"/>
                <a:gd name="T94" fmla="*/ 8 w 8"/>
                <a:gd name="T95" fmla="*/ 27 h 41"/>
                <a:gd name="T96" fmla="*/ 8 w 8"/>
                <a:gd name="T97" fmla="*/ 30 h 41"/>
                <a:gd name="T98" fmla="*/ 8 w 8"/>
                <a:gd name="T99" fmla="*/ 30 h 41"/>
                <a:gd name="T100" fmla="*/ 8 w 8"/>
                <a:gd name="T101" fmla="*/ 29 h 41"/>
                <a:gd name="T102" fmla="*/ 8 w 8"/>
                <a:gd name="T103" fmla="*/ 3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41">
                  <a:moveTo>
                    <a:pt x="0" y="9"/>
                  </a:moveTo>
                  <a:lnTo>
                    <a:pt x="0" y="17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1" y="19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9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2" y="28"/>
                  </a:lnTo>
                  <a:lnTo>
                    <a:pt x="2" y="29"/>
                  </a:lnTo>
                  <a:lnTo>
                    <a:pt x="2" y="22"/>
                  </a:lnTo>
                  <a:lnTo>
                    <a:pt x="2" y="18"/>
                  </a:lnTo>
                  <a:lnTo>
                    <a:pt x="3" y="22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3" y="19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4" y="10"/>
                  </a:lnTo>
                  <a:lnTo>
                    <a:pt x="4" y="9"/>
                  </a:lnTo>
                  <a:lnTo>
                    <a:pt x="4" y="6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6"/>
                  </a:lnTo>
                  <a:lnTo>
                    <a:pt x="4" y="8"/>
                  </a:lnTo>
                  <a:lnTo>
                    <a:pt x="5" y="9"/>
                  </a:lnTo>
                  <a:lnTo>
                    <a:pt x="5" y="11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15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6" y="22"/>
                  </a:lnTo>
                  <a:lnTo>
                    <a:pt x="6" y="24"/>
                  </a:lnTo>
                  <a:lnTo>
                    <a:pt x="6" y="30"/>
                  </a:lnTo>
                  <a:lnTo>
                    <a:pt x="6" y="38"/>
                  </a:lnTo>
                  <a:lnTo>
                    <a:pt x="6" y="41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7" y="40"/>
                  </a:lnTo>
                  <a:lnTo>
                    <a:pt x="7" y="39"/>
                  </a:lnTo>
                  <a:lnTo>
                    <a:pt x="8" y="38"/>
                  </a:lnTo>
                  <a:lnTo>
                    <a:pt x="8" y="31"/>
                  </a:lnTo>
                  <a:lnTo>
                    <a:pt x="8" y="27"/>
                  </a:lnTo>
                  <a:lnTo>
                    <a:pt x="8" y="30"/>
                  </a:lnTo>
                  <a:lnTo>
                    <a:pt x="8" y="30"/>
                  </a:lnTo>
                  <a:lnTo>
                    <a:pt x="8" y="29"/>
                  </a:lnTo>
                  <a:lnTo>
                    <a:pt x="8" y="3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3" name="Freeform 716"/>
            <p:cNvSpPr/>
            <p:nvPr/>
          </p:nvSpPr>
          <p:spPr bwMode="auto">
            <a:xfrm>
              <a:off x="3225800" y="1892301"/>
              <a:ext cx="14288" cy="88900"/>
            </a:xfrm>
            <a:custGeom>
              <a:avLst/>
              <a:gdLst>
                <a:gd name="T0" fmla="*/ 0 w 9"/>
                <a:gd name="T1" fmla="*/ 50 h 56"/>
                <a:gd name="T2" fmla="*/ 0 w 9"/>
                <a:gd name="T3" fmla="*/ 54 h 56"/>
                <a:gd name="T4" fmla="*/ 1 w 9"/>
                <a:gd name="T5" fmla="*/ 56 h 56"/>
                <a:gd name="T6" fmla="*/ 1 w 9"/>
                <a:gd name="T7" fmla="*/ 53 h 56"/>
                <a:gd name="T8" fmla="*/ 1 w 9"/>
                <a:gd name="T9" fmla="*/ 53 h 56"/>
                <a:gd name="T10" fmla="*/ 1 w 9"/>
                <a:gd name="T11" fmla="*/ 52 h 56"/>
                <a:gd name="T12" fmla="*/ 1 w 9"/>
                <a:gd name="T13" fmla="*/ 47 h 56"/>
                <a:gd name="T14" fmla="*/ 1 w 9"/>
                <a:gd name="T15" fmla="*/ 42 h 56"/>
                <a:gd name="T16" fmla="*/ 1 w 9"/>
                <a:gd name="T17" fmla="*/ 33 h 56"/>
                <a:gd name="T18" fmla="*/ 2 w 9"/>
                <a:gd name="T19" fmla="*/ 22 h 56"/>
                <a:gd name="T20" fmla="*/ 2 w 9"/>
                <a:gd name="T21" fmla="*/ 15 h 56"/>
                <a:gd name="T22" fmla="*/ 2 w 9"/>
                <a:gd name="T23" fmla="*/ 13 h 56"/>
                <a:gd name="T24" fmla="*/ 2 w 9"/>
                <a:gd name="T25" fmla="*/ 11 h 56"/>
                <a:gd name="T26" fmla="*/ 3 w 9"/>
                <a:gd name="T27" fmla="*/ 8 h 56"/>
                <a:gd name="T28" fmla="*/ 3 w 9"/>
                <a:gd name="T29" fmla="*/ 4 h 56"/>
                <a:gd name="T30" fmla="*/ 3 w 9"/>
                <a:gd name="T31" fmla="*/ 0 h 56"/>
                <a:gd name="T32" fmla="*/ 3 w 9"/>
                <a:gd name="T33" fmla="*/ 1 h 56"/>
                <a:gd name="T34" fmla="*/ 3 w 9"/>
                <a:gd name="T35" fmla="*/ 2 h 56"/>
                <a:gd name="T36" fmla="*/ 3 w 9"/>
                <a:gd name="T37" fmla="*/ 1 h 56"/>
                <a:gd name="T38" fmla="*/ 3 w 9"/>
                <a:gd name="T39" fmla="*/ 1 h 56"/>
                <a:gd name="T40" fmla="*/ 4 w 9"/>
                <a:gd name="T41" fmla="*/ 2 h 56"/>
                <a:gd name="T42" fmla="*/ 4 w 9"/>
                <a:gd name="T43" fmla="*/ 2 h 56"/>
                <a:gd name="T44" fmla="*/ 4 w 9"/>
                <a:gd name="T45" fmla="*/ 2 h 56"/>
                <a:gd name="T46" fmla="*/ 4 w 9"/>
                <a:gd name="T47" fmla="*/ 4 h 56"/>
                <a:gd name="T48" fmla="*/ 4 w 9"/>
                <a:gd name="T49" fmla="*/ 6 h 56"/>
                <a:gd name="T50" fmla="*/ 5 w 9"/>
                <a:gd name="T51" fmla="*/ 10 h 56"/>
                <a:gd name="T52" fmla="*/ 5 w 9"/>
                <a:gd name="T53" fmla="*/ 10 h 56"/>
                <a:gd name="T54" fmla="*/ 5 w 9"/>
                <a:gd name="T55" fmla="*/ 8 h 56"/>
                <a:gd name="T56" fmla="*/ 5 w 9"/>
                <a:gd name="T57" fmla="*/ 7 h 56"/>
                <a:gd name="T58" fmla="*/ 5 w 9"/>
                <a:gd name="T59" fmla="*/ 7 h 56"/>
                <a:gd name="T60" fmla="*/ 5 w 9"/>
                <a:gd name="T61" fmla="*/ 11 h 56"/>
                <a:gd name="T62" fmla="*/ 5 w 9"/>
                <a:gd name="T63" fmla="*/ 17 h 56"/>
                <a:gd name="T64" fmla="*/ 6 w 9"/>
                <a:gd name="T65" fmla="*/ 18 h 56"/>
                <a:gd name="T66" fmla="*/ 6 w 9"/>
                <a:gd name="T67" fmla="*/ 16 h 56"/>
                <a:gd name="T68" fmla="*/ 6 w 9"/>
                <a:gd name="T69" fmla="*/ 18 h 56"/>
                <a:gd name="T70" fmla="*/ 6 w 9"/>
                <a:gd name="T71" fmla="*/ 21 h 56"/>
                <a:gd name="T72" fmla="*/ 7 w 9"/>
                <a:gd name="T73" fmla="*/ 22 h 56"/>
                <a:gd name="T74" fmla="*/ 7 w 9"/>
                <a:gd name="T75" fmla="*/ 24 h 56"/>
                <a:gd name="T76" fmla="*/ 7 w 9"/>
                <a:gd name="T77" fmla="*/ 24 h 56"/>
                <a:gd name="T78" fmla="*/ 7 w 9"/>
                <a:gd name="T79" fmla="*/ 22 h 56"/>
                <a:gd name="T80" fmla="*/ 7 w 9"/>
                <a:gd name="T81" fmla="*/ 24 h 56"/>
                <a:gd name="T82" fmla="*/ 7 w 9"/>
                <a:gd name="T83" fmla="*/ 26 h 56"/>
                <a:gd name="T84" fmla="*/ 7 w 9"/>
                <a:gd name="T85" fmla="*/ 30 h 56"/>
                <a:gd name="T86" fmla="*/ 8 w 9"/>
                <a:gd name="T87" fmla="*/ 34 h 56"/>
                <a:gd name="T88" fmla="*/ 8 w 9"/>
                <a:gd name="T89" fmla="*/ 34 h 56"/>
                <a:gd name="T90" fmla="*/ 8 w 9"/>
                <a:gd name="T91" fmla="*/ 33 h 56"/>
                <a:gd name="T92" fmla="*/ 8 w 9"/>
                <a:gd name="T93" fmla="*/ 32 h 56"/>
                <a:gd name="T94" fmla="*/ 8 w 9"/>
                <a:gd name="T95" fmla="*/ 30 h 56"/>
                <a:gd name="T96" fmla="*/ 8 w 9"/>
                <a:gd name="T97" fmla="*/ 28 h 56"/>
                <a:gd name="T98" fmla="*/ 8 w 9"/>
                <a:gd name="T99" fmla="*/ 28 h 56"/>
                <a:gd name="T100" fmla="*/ 9 w 9"/>
                <a:gd name="T101" fmla="*/ 26 h 56"/>
                <a:gd name="T102" fmla="*/ 9 w 9"/>
                <a:gd name="T103" fmla="*/ 2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6">
                  <a:moveTo>
                    <a:pt x="0" y="50"/>
                  </a:moveTo>
                  <a:lnTo>
                    <a:pt x="0" y="54"/>
                  </a:lnTo>
                  <a:lnTo>
                    <a:pt x="1" y="56"/>
                  </a:lnTo>
                  <a:lnTo>
                    <a:pt x="1" y="53"/>
                  </a:lnTo>
                  <a:lnTo>
                    <a:pt x="1" y="53"/>
                  </a:lnTo>
                  <a:lnTo>
                    <a:pt x="1" y="52"/>
                  </a:lnTo>
                  <a:lnTo>
                    <a:pt x="1" y="47"/>
                  </a:lnTo>
                  <a:lnTo>
                    <a:pt x="1" y="42"/>
                  </a:lnTo>
                  <a:lnTo>
                    <a:pt x="1" y="33"/>
                  </a:lnTo>
                  <a:lnTo>
                    <a:pt x="2" y="22"/>
                  </a:lnTo>
                  <a:lnTo>
                    <a:pt x="2" y="15"/>
                  </a:lnTo>
                  <a:lnTo>
                    <a:pt x="2" y="13"/>
                  </a:lnTo>
                  <a:lnTo>
                    <a:pt x="2" y="11"/>
                  </a:lnTo>
                  <a:lnTo>
                    <a:pt x="3" y="8"/>
                  </a:lnTo>
                  <a:lnTo>
                    <a:pt x="3" y="4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6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6" y="18"/>
                  </a:lnTo>
                  <a:lnTo>
                    <a:pt x="6" y="16"/>
                  </a:lnTo>
                  <a:lnTo>
                    <a:pt x="6" y="18"/>
                  </a:lnTo>
                  <a:lnTo>
                    <a:pt x="6" y="21"/>
                  </a:lnTo>
                  <a:lnTo>
                    <a:pt x="7" y="22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7" y="24"/>
                  </a:lnTo>
                  <a:lnTo>
                    <a:pt x="7" y="26"/>
                  </a:lnTo>
                  <a:lnTo>
                    <a:pt x="7" y="30"/>
                  </a:lnTo>
                  <a:lnTo>
                    <a:pt x="8" y="34"/>
                  </a:lnTo>
                  <a:lnTo>
                    <a:pt x="8" y="34"/>
                  </a:lnTo>
                  <a:lnTo>
                    <a:pt x="8" y="33"/>
                  </a:lnTo>
                  <a:lnTo>
                    <a:pt x="8" y="32"/>
                  </a:lnTo>
                  <a:lnTo>
                    <a:pt x="8" y="30"/>
                  </a:lnTo>
                  <a:lnTo>
                    <a:pt x="8" y="28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4" name="Freeform 717"/>
            <p:cNvSpPr/>
            <p:nvPr/>
          </p:nvSpPr>
          <p:spPr bwMode="auto">
            <a:xfrm>
              <a:off x="3240088" y="1927226"/>
              <a:ext cx="12700" cy="227013"/>
            </a:xfrm>
            <a:custGeom>
              <a:avLst/>
              <a:gdLst>
                <a:gd name="T0" fmla="*/ 0 w 8"/>
                <a:gd name="T1" fmla="*/ 4 h 143"/>
                <a:gd name="T2" fmla="*/ 0 w 8"/>
                <a:gd name="T3" fmla="*/ 0 h 143"/>
                <a:gd name="T4" fmla="*/ 0 w 8"/>
                <a:gd name="T5" fmla="*/ 0 h 143"/>
                <a:gd name="T6" fmla="*/ 0 w 8"/>
                <a:gd name="T7" fmla="*/ 4 h 143"/>
                <a:gd name="T8" fmla="*/ 0 w 8"/>
                <a:gd name="T9" fmla="*/ 9 h 143"/>
                <a:gd name="T10" fmla="*/ 1 w 8"/>
                <a:gd name="T11" fmla="*/ 14 h 143"/>
                <a:gd name="T12" fmla="*/ 1 w 8"/>
                <a:gd name="T13" fmla="*/ 15 h 143"/>
                <a:gd name="T14" fmla="*/ 1 w 8"/>
                <a:gd name="T15" fmla="*/ 18 h 143"/>
                <a:gd name="T16" fmla="*/ 1 w 8"/>
                <a:gd name="T17" fmla="*/ 21 h 143"/>
                <a:gd name="T18" fmla="*/ 1 w 8"/>
                <a:gd name="T19" fmla="*/ 22 h 143"/>
                <a:gd name="T20" fmla="*/ 1 w 8"/>
                <a:gd name="T21" fmla="*/ 26 h 143"/>
                <a:gd name="T22" fmla="*/ 1 w 8"/>
                <a:gd name="T23" fmla="*/ 34 h 143"/>
                <a:gd name="T24" fmla="*/ 2 w 8"/>
                <a:gd name="T25" fmla="*/ 36 h 143"/>
                <a:gd name="T26" fmla="*/ 2 w 8"/>
                <a:gd name="T27" fmla="*/ 37 h 143"/>
                <a:gd name="T28" fmla="*/ 2 w 8"/>
                <a:gd name="T29" fmla="*/ 46 h 143"/>
                <a:gd name="T30" fmla="*/ 2 w 8"/>
                <a:gd name="T31" fmla="*/ 55 h 143"/>
                <a:gd name="T32" fmla="*/ 3 w 8"/>
                <a:gd name="T33" fmla="*/ 60 h 143"/>
                <a:gd name="T34" fmla="*/ 3 w 8"/>
                <a:gd name="T35" fmla="*/ 64 h 143"/>
                <a:gd name="T36" fmla="*/ 3 w 8"/>
                <a:gd name="T37" fmla="*/ 70 h 143"/>
                <a:gd name="T38" fmla="*/ 3 w 8"/>
                <a:gd name="T39" fmla="*/ 74 h 143"/>
                <a:gd name="T40" fmla="*/ 3 w 8"/>
                <a:gd name="T41" fmla="*/ 76 h 143"/>
                <a:gd name="T42" fmla="*/ 3 w 8"/>
                <a:gd name="T43" fmla="*/ 84 h 143"/>
                <a:gd name="T44" fmla="*/ 3 w 8"/>
                <a:gd name="T45" fmla="*/ 95 h 143"/>
                <a:gd name="T46" fmla="*/ 4 w 8"/>
                <a:gd name="T47" fmla="*/ 96 h 143"/>
                <a:gd name="T48" fmla="*/ 4 w 8"/>
                <a:gd name="T49" fmla="*/ 92 h 143"/>
                <a:gd name="T50" fmla="*/ 4 w 8"/>
                <a:gd name="T51" fmla="*/ 100 h 143"/>
                <a:gd name="T52" fmla="*/ 4 w 8"/>
                <a:gd name="T53" fmla="*/ 106 h 143"/>
                <a:gd name="T54" fmla="*/ 4 w 8"/>
                <a:gd name="T55" fmla="*/ 105 h 143"/>
                <a:gd name="T56" fmla="*/ 4 w 8"/>
                <a:gd name="T57" fmla="*/ 105 h 143"/>
                <a:gd name="T58" fmla="*/ 4 w 8"/>
                <a:gd name="T59" fmla="*/ 106 h 143"/>
                <a:gd name="T60" fmla="*/ 5 w 8"/>
                <a:gd name="T61" fmla="*/ 101 h 143"/>
                <a:gd name="T62" fmla="*/ 5 w 8"/>
                <a:gd name="T63" fmla="*/ 99 h 143"/>
                <a:gd name="T64" fmla="*/ 5 w 8"/>
                <a:gd name="T65" fmla="*/ 104 h 143"/>
                <a:gd name="T66" fmla="*/ 5 w 8"/>
                <a:gd name="T67" fmla="*/ 110 h 143"/>
                <a:gd name="T68" fmla="*/ 5 w 8"/>
                <a:gd name="T69" fmla="*/ 106 h 143"/>
                <a:gd name="T70" fmla="*/ 6 w 8"/>
                <a:gd name="T71" fmla="*/ 100 h 143"/>
                <a:gd name="T72" fmla="*/ 6 w 8"/>
                <a:gd name="T73" fmla="*/ 107 h 143"/>
                <a:gd name="T74" fmla="*/ 6 w 8"/>
                <a:gd name="T75" fmla="*/ 120 h 143"/>
                <a:gd name="T76" fmla="*/ 6 w 8"/>
                <a:gd name="T77" fmla="*/ 118 h 143"/>
                <a:gd name="T78" fmla="*/ 6 w 8"/>
                <a:gd name="T79" fmla="*/ 115 h 143"/>
                <a:gd name="T80" fmla="*/ 6 w 8"/>
                <a:gd name="T81" fmla="*/ 121 h 143"/>
                <a:gd name="T82" fmla="*/ 7 w 8"/>
                <a:gd name="T83" fmla="*/ 121 h 143"/>
                <a:gd name="T84" fmla="*/ 7 w 8"/>
                <a:gd name="T85" fmla="*/ 121 h 143"/>
                <a:gd name="T86" fmla="*/ 7 w 8"/>
                <a:gd name="T87" fmla="*/ 131 h 143"/>
                <a:gd name="T88" fmla="*/ 7 w 8"/>
                <a:gd name="T89" fmla="*/ 132 h 143"/>
                <a:gd name="T90" fmla="*/ 7 w 8"/>
                <a:gd name="T91" fmla="*/ 126 h 143"/>
                <a:gd name="T92" fmla="*/ 8 w 8"/>
                <a:gd name="T93" fmla="*/ 127 h 143"/>
                <a:gd name="T94" fmla="*/ 8 w 8"/>
                <a:gd name="T95" fmla="*/ 135 h 143"/>
                <a:gd name="T96" fmla="*/ 8 w 8"/>
                <a:gd name="T97" fmla="*/ 140 h 143"/>
                <a:gd name="T98" fmla="*/ 8 w 8"/>
                <a:gd name="T99" fmla="*/ 136 h 143"/>
                <a:gd name="T100" fmla="*/ 8 w 8"/>
                <a:gd name="T101" fmla="*/ 131 h 143"/>
                <a:gd name="T102" fmla="*/ 8 w 8"/>
                <a:gd name="T10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43">
                  <a:moveTo>
                    <a:pt x="0" y="4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1" y="14"/>
                  </a:lnTo>
                  <a:lnTo>
                    <a:pt x="1" y="15"/>
                  </a:lnTo>
                  <a:lnTo>
                    <a:pt x="1" y="18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1" y="26"/>
                  </a:lnTo>
                  <a:lnTo>
                    <a:pt x="1" y="34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2" y="46"/>
                  </a:lnTo>
                  <a:lnTo>
                    <a:pt x="2" y="55"/>
                  </a:lnTo>
                  <a:lnTo>
                    <a:pt x="3" y="60"/>
                  </a:lnTo>
                  <a:lnTo>
                    <a:pt x="3" y="64"/>
                  </a:lnTo>
                  <a:lnTo>
                    <a:pt x="3" y="70"/>
                  </a:lnTo>
                  <a:lnTo>
                    <a:pt x="3" y="74"/>
                  </a:lnTo>
                  <a:lnTo>
                    <a:pt x="3" y="76"/>
                  </a:lnTo>
                  <a:lnTo>
                    <a:pt x="3" y="84"/>
                  </a:lnTo>
                  <a:lnTo>
                    <a:pt x="3" y="95"/>
                  </a:lnTo>
                  <a:lnTo>
                    <a:pt x="4" y="96"/>
                  </a:lnTo>
                  <a:lnTo>
                    <a:pt x="4" y="92"/>
                  </a:lnTo>
                  <a:lnTo>
                    <a:pt x="4" y="100"/>
                  </a:lnTo>
                  <a:lnTo>
                    <a:pt x="4" y="106"/>
                  </a:lnTo>
                  <a:lnTo>
                    <a:pt x="4" y="105"/>
                  </a:lnTo>
                  <a:lnTo>
                    <a:pt x="4" y="105"/>
                  </a:lnTo>
                  <a:lnTo>
                    <a:pt x="4" y="106"/>
                  </a:lnTo>
                  <a:lnTo>
                    <a:pt x="5" y="101"/>
                  </a:lnTo>
                  <a:lnTo>
                    <a:pt x="5" y="99"/>
                  </a:lnTo>
                  <a:lnTo>
                    <a:pt x="5" y="104"/>
                  </a:lnTo>
                  <a:lnTo>
                    <a:pt x="5" y="110"/>
                  </a:lnTo>
                  <a:lnTo>
                    <a:pt x="5" y="106"/>
                  </a:lnTo>
                  <a:lnTo>
                    <a:pt x="6" y="100"/>
                  </a:lnTo>
                  <a:lnTo>
                    <a:pt x="6" y="107"/>
                  </a:lnTo>
                  <a:lnTo>
                    <a:pt x="6" y="120"/>
                  </a:lnTo>
                  <a:lnTo>
                    <a:pt x="6" y="118"/>
                  </a:lnTo>
                  <a:lnTo>
                    <a:pt x="6" y="115"/>
                  </a:lnTo>
                  <a:lnTo>
                    <a:pt x="6" y="121"/>
                  </a:lnTo>
                  <a:lnTo>
                    <a:pt x="7" y="121"/>
                  </a:lnTo>
                  <a:lnTo>
                    <a:pt x="7" y="121"/>
                  </a:lnTo>
                  <a:lnTo>
                    <a:pt x="7" y="131"/>
                  </a:lnTo>
                  <a:lnTo>
                    <a:pt x="7" y="132"/>
                  </a:lnTo>
                  <a:lnTo>
                    <a:pt x="7" y="126"/>
                  </a:lnTo>
                  <a:lnTo>
                    <a:pt x="8" y="127"/>
                  </a:lnTo>
                  <a:lnTo>
                    <a:pt x="8" y="135"/>
                  </a:lnTo>
                  <a:lnTo>
                    <a:pt x="8" y="140"/>
                  </a:lnTo>
                  <a:lnTo>
                    <a:pt x="8" y="136"/>
                  </a:lnTo>
                  <a:lnTo>
                    <a:pt x="8" y="131"/>
                  </a:lnTo>
                  <a:lnTo>
                    <a:pt x="8" y="14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5" name="Freeform 718"/>
            <p:cNvSpPr/>
            <p:nvPr/>
          </p:nvSpPr>
          <p:spPr bwMode="auto">
            <a:xfrm>
              <a:off x="3252788" y="1935164"/>
              <a:ext cx="14288" cy="295275"/>
            </a:xfrm>
            <a:custGeom>
              <a:avLst/>
              <a:gdLst>
                <a:gd name="T0" fmla="*/ 0 w 9"/>
                <a:gd name="T1" fmla="*/ 126 h 186"/>
                <a:gd name="T2" fmla="*/ 0 w 9"/>
                <a:gd name="T3" fmla="*/ 138 h 186"/>
                <a:gd name="T4" fmla="*/ 0 w 9"/>
                <a:gd name="T5" fmla="*/ 150 h 186"/>
                <a:gd name="T6" fmla="*/ 1 w 9"/>
                <a:gd name="T7" fmla="*/ 144 h 186"/>
                <a:gd name="T8" fmla="*/ 1 w 9"/>
                <a:gd name="T9" fmla="*/ 144 h 186"/>
                <a:gd name="T10" fmla="*/ 1 w 9"/>
                <a:gd name="T11" fmla="*/ 154 h 186"/>
                <a:gd name="T12" fmla="*/ 1 w 9"/>
                <a:gd name="T13" fmla="*/ 156 h 186"/>
                <a:gd name="T14" fmla="*/ 1 w 9"/>
                <a:gd name="T15" fmla="*/ 159 h 186"/>
                <a:gd name="T16" fmla="*/ 1 w 9"/>
                <a:gd name="T17" fmla="*/ 171 h 186"/>
                <a:gd name="T18" fmla="*/ 1 w 9"/>
                <a:gd name="T19" fmla="*/ 174 h 186"/>
                <a:gd name="T20" fmla="*/ 2 w 9"/>
                <a:gd name="T21" fmla="*/ 164 h 186"/>
                <a:gd name="T22" fmla="*/ 2 w 9"/>
                <a:gd name="T23" fmla="*/ 165 h 186"/>
                <a:gd name="T24" fmla="*/ 2 w 9"/>
                <a:gd name="T25" fmla="*/ 179 h 186"/>
                <a:gd name="T26" fmla="*/ 2 w 9"/>
                <a:gd name="T27" fmla="*/ 179 h 186"/>
                <a:gd name="T28" fmla="*/ 3 w 9"/>
                <a:gd name="T29" fmla="*/ 165 h 186"/>
                <a:gd name="T30" fmla="*/ 3 w 9"/>
                <a:gd name="T31" fmla="*/ 160 h 186"/>
                <a:gd name="T32" fmla="*/ 3 w 9"/>
                <a:gd name="T33" fmla="*/ 163 h 186"/>
                <a:gd name="T34" fmla="*/ 3 w 9"/>
                <a:gd name="T35" fmla="*/ 153 h 186"/>
                <a:gd name="T36" fmla="*/ 3 w 9"/>
                <a:gd name="T37" fmla="*/ 152 h 186"/>
                <a:gd name="T38" fmla="*/ 3 w 9"/>
                <a:gd name="T39" fmla="*/ 175 h 186"/>
                <a:gd name="T40" fmla="*/ 3 w 9"/>
                <a:gd name="T41" fmla="*/ 186 h 186"/>
                <a:gd name="T42" fmla="*/ 4 w 9"/>
                <a:gd name="T43" fmla="*/ 171 h 186"/>
                <a:gd name="T44" fmla="*/ 4 w 9"/>
                <a:gd name="T45" fmla="*/ 164 h 186"/>
                <a:gd name="T46" fmla="*/ 4 w 9"/>
                <a:gd name="T47" fmla="*/ 171 h 186"/>
                <a:gd name="T48" fmla="*/ 4 w 9"/>
                <a:gd name="T49" fmla="*/ 172 h 186"/>
                <a:gd name="T50" fmla="*/ 4 w 9"/>
                <a:gd name="T51" fmla="*/ 169 h 186"/>
                <a:gd name="T52" fmla="*/ 5 w 9"/>
                <a:gd name="T53" fmla="*/ 167 h 186"/>
                <a:gd name="T54" fmla="*/ 5 w 9"/>
                <a:gd name="T55" fmla="*/ 150 h 186"/>
                <a:gd name="T56" fmla="*/ 5 w 9"/>
                <a:gd name="T57" fmla="*/ 123 h 186"/>
                <a:gd name="T58" fmla="*/ 5 w 9"/>
                <a:gd name="T59" fmla="*/ 120 h 186"/>
                <a:gd name="T60" fmla="*/ 5 w 9"/>
                <a:gd name="T61" fmla="*/ 140 h 186"/>
                <a:gd name="T62" fmla="*/ 5 w 9"/>
                <a:gd name="T63" fmla="*/ 139 h 186"/>
                <a:gd name="T64" fmla="*/ 5 w 9"/>
                <a:gd name="T65" fmla="*/ 120 h 186"/>
                <a:gd name="T66" fmla="*/ 6 w 9"/>
                <a:gd name="T67" fmla="*/ 113 h 186"/>
                <a:gd name="T68" fmla="*/ 6 w 9"/>
                <a:gd name="T69" fmla="*/ 112 h 186"/>
                <a:gd name="T70" fmla="*/ 6 w 9"/>
                <a:gd name="T71" fmla="*/ 98 h 186"/>
                <a:gd name="T72" fmla="*/ 6 w 9"/>
                <a:gd name="T73" fmla="*/ 85 h 186"/>
                <a:gd name="T74" fmla="*/ 6 w 9"/>
                <a:gd name="T75" fmla="*/ 77 h 186"/>
                <a:gd name="T76" fmla="*/ 6 w 9"/>
                <a:gd name="T77" fmla="*/ 62 h 186"/>
                <a:gd name="T78" fmla="*/ 6 w 9"/>
                <a:gd name="T79" fmla="*/ 46 h 186"/>
                <a:gd name="T80" fmla="*/ 7 w 9"/>
                <a:gd name="T81" fmla="*/ 45 h 186"/>
                <a:gd name="T82" fmla="*/ 7 w 9"/>
                <a:gd name="T83" fmla="*/ 46 h 186"/>
                <a:gd name="T84" fmla="*/ 7 w 9"/>
                <a:gd name="T85" fmla="*/ 39 h 186"/>
                <a:gd name="T86" fmla="*/ 7 w 9"/>
                <a:gd name="T87" fmla="*/ 32 h 186"/>
                <a:gd name="T88" fmla="*/ 8 w 9"/>
                <a:gd name="T89" fmla="*/ 34 h 186"/>
                <a:gd name="T90" fmla="*/ 8 w 9"/>
                <a:gd name="T91" fmla="*/ 36 h 186"/>
                <a:gd name="T92" fmla="*/ 8 w 9"/>
                <a:gd name="T93" fmla="*/ 29 h 186"/>
                <a:gd name="T94" fmla="*/ 8 w 9"/>
                <a:gd name="T95" fmla="*/ 24 h 186"/>
                <a:gd name="T96" fmla="*/ 8 w 9"/>
                <a:gd name="T97" fmla="*/ 22 h 186"/>
                <a:gd name="T98" fmla="*/ 8 w 9"/>
                <a:gd name="T99" fmla="*/ 15 h 186"/>
                <a:gd name="T100" fmla="*/ 8 w 9"/>
                <a:gd name="T101" fmla="*/ 3 h 186"/>
                <a:gd name="T102" fmla="*/ 9 w 9"/>
                <a:gd name="T103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86">
                  <a:moveTo>
                    <a:pt x="0" y="126"/>
                  </a:moveTo>
                  <a:lnTo>
                    <a:pt x="0" y="138"/>
                  </a:lnTo>
                  <a:lnTo>
                    <a:pt x="0" y="150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1" y="154"/>
                  </a:lnTo>
                  <a:lnTo>
                    <a:pt x="1" y="156"/>
                  </a:lnTo>
                  <a:lnTo>
                    <a:pt x="1" y="159"/>
                  </a:lnTo>
                  <a:lnTo>
                    <a:pt x="1" y="171"/>
                  </a:lnTo>
                  <a:lnTo>
                    <a:pt x="1" y="174"/>
                  </a:lnTo>
                  <a:lnTo>
                    <a:pt x="2" y="164"/>
                  </a:lnTo>
                  <a:lnTo>
                    <a:pt x="2" y="165"/>
                  </a:lnTo>
                  <a:lnTo>
                    <a:pt x="2" y="179"/>
                  </a:lnTo>
                  <a:lnTo>
                    <a:pt x="2" y="179"/>
                  </a:lnTo>
                  <a:lnTo>
                    <a:pt x="3" y="165"/>
                  </a:lnTo>
                  <a:lnTo>
                    <a:pt x="3" y="160"/>
                  </a:lnTo>
                  <a:lnTo>
                    <a:pt x="3" y="163"/>
                  </a:lnTo>
                  <a:lnTo>
                    <a:pt x="3" y="153"/>
                  </a:lnTo>
                  <a:lnTo>
                    <a:pt x="3" y="152"/>
                  </a:lnTo>
                  <a:lnTo>
                    <a:pt x="3" y="175"/>
                  </a:lnTo>
                  <a:lnTo>
                    <a:pt x="3" y="186"/>
                  </a:lnTo>
                  <a:lnTo>
                    <a:pt x="4" y="171"/>
                  </a:lnTo>
                  <a:lnTo>
                    <a:pt x="4" y="164"/>
                  </a:lnTo>
                  <a:lnTo>
                    <a:pt x="4" y="171"/>
                  </a:lnTo>
                  <a:lnTo>
                    <a:pt x="4" y="172"/>
                  </a:lnTo>
                  <a:lnTo>
                    <a:pt x="4" y="169"/>
                  </a:lnTo>
                  <a:lnTo>
                    <a:pt x="5" y="167"/>
                  </a:lnTo>
                  <a:lnTo>
                    <a:pt x="5" y="150"/>
                  </a:lnTo>
                  <a:lnTo>
                    <a:pt x="5" y="123"/>
                  </a:lnTo>
                  <a:lnTo>
                    <a:pt x="5" y="120"/>
                  </a:lnTo>
                  <a:lnTo>
                    <a:pt x="5" y="140"/>
                  </a:lnTo>
                  <a:lnTo>
                    <a:pt x="5" y="139"/>
                  </a:lnTo>
                  <a:lnTo>
                    <a:pt x="5" y="120"/>
                  </a:lnTo>
                  <a:lnTo>
                    <a:pt x="6" y="113"/>
                  </a:lnTo>
                  <a:lnTo>
                    <a:pt x="6" y="112"/>
                  </a:lnTo>
                  <a:lnTo>
                    <a:pt x="6" y="98"/>
                  </a:lnTo>
                  <a:lnTo>
                    <a:pt x="6" y="85"/>
                  </a:lnTo>
                  <a:lnTo>
                    <a:pt x="6" y="77"/>
                  </a:lnTo>
                  <a:lnTo>
                    <a:pt x="6" y="62"/>
                  </a:lnTo>
                  <a:lnTo>
                    <a:pt x="6" y="46"/>
                  </a:lnTo>
                  <a:lnTo>
                    <a:pt x="7" y="45"/>
                  </a:lnTo>
                  <a:lnTo>
                    <a:pt x="7" y="46"/>
                  </a:lnTo>
                  <a:lnTo>
                    <a:pt x="7" y="39"/>
                  </a:lnTo>
                  <a:lnTo>
                    <a:pt x="7" y="32"/>
                  </a:lnTo>
                  <a:lnTo>
                    <a:pt x="8" y="34"/>
                  </a:lnTo>
                  <a:lnTo>
                    <a:pt x="8" y="36"/>
                  </a:lnTo>
                  <a:lnTo>
                    <a:pt x="8" y="29"/>
                  </a:lnTo>
                  <a:lnTo>
                    <a:pt x="8" y="24"/>
                  </a:lnTo>
                  <a:lnTo>
                    <a:pt x="8" y="22"/>
                  </a:lnTo>
                  <a:lnTo>
                    <a:pt x="8" y="15"/>
                  </a:lnTo>
                  <a:lnTo>
                    <a:pt x="8" y="3"/>
                  </a:lnTo>
                  <a:lnTo>
                    <a:pt x="9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6" name="Freeform 719"/>
            <p:cNvSpPr/>
            <p:nvPr/>
          </p:nvSpPr>
          <p:spPr bwMode="auto">
            <a:xfrm>
              <a:off x="3265488" y="1919289"/>
              <a:ext cx="14288" cy="65088"/>
            </a:xfrm>
            <a:custGeom>
              <a:avLst/>
              <a:gdLst>
                <a:gd name="T0" fmla="*/ 0 w 9"/>
                <a:gd name="T1" fmla="*/ 13 h 41"/>
                <a:gd name="T2" fmla="*/ 1 w 9"/>
                <a:gd name="T3" fmla="*/ 10 h 41"/>
                <a:gd name="T4" fmla="*/ 1 w 9"/>
                <a:gd name="T5" fmla="*/ 17 h 41"/>
                <a:gd name="T6" fmla="*/ 1 w 9"/>
                <a:gd name="T7" fmla="*/ 18 h 41"/>
                <a:gd name="T8" fmla="*/ 1 w 9"/>
                <a:gd name="T9" fmla="*/ 10 h 41"/>
                <a:gd name="T10" fmla="*/ 1 w 9"/>
                <a:gd name="T11" fmla="*/ 3 h 41"/>
                <a:gd name="T12" fmla="*/ 2 w 9"/>
                <a:gd name="T13" fmla="*/ 3 h 41"/>
                <a:gd name="T14" fmla="*/ 2 w 9"/>
                <a:gd name="T15" fmla="*/ 5 h 41"/>
                <a:gd name="T16" fmla="*/ 2 w 9"/>
                <a:gd name="T17" fmla="*/ 12 h 41"/>
                <a:gd name="T18" fmla="*/ 2 w 9"/>
                <a:gd name="T19" fmla="*/ 17 h 41"/>
                <a:gd name="T20" fmla="*/ 2 w 9"/>
                <a:gd name="T21" fmla="*/ 10 h 41"/>
                <a:gd name="T22" fmla="*/ 2 w 9"/>
                <a:gd name="T23" fmla="*/ 0 h 41"/>
                <a:gd name="T24" fmla="*/ 2 w 9"/>
                <a:gd name="T25" fmla="*/ 7 h 41"/>
                <a:gd name="T26" fmla="*/ 3 w 9"/>
                <a:gd name="T27" fmla="*/ 19 h 41"/>
                <a:gd name="T28" fmla="*/ 3 w 9"/>
                <a:gd name="T29" fmla="*/ 19 h 41"/>
                <a:gd name="T30" fmla="*/ 3 w 9"/>
                <a:gd name="T31" fmla="*/ 13 h 41"/>
                <a:gd name="T32" fmla="*/ 3 w 9"/>
                <a:gd name="T33" fmla="*/ 13 h 41"/>
                <a:gd name="T34" fmla="*/ 3 w 9"/>
                <a:gd name="T35" fmla="*/ 18 h 41"/>
                <a:gd name="T36" fmla="*/ 3 w 9"/>
                <a:gd name="T37" fmla="*/ 17 h 41"/>
                <a:gd name="T38" fmla="*/ 4 w 9"/>
                <a:gd name="T39" fmla="*/ 18 h 41"/>
                <a:gd name="T40" fmla="*/ 4 w 9"/>
                <a:gd name="T41" fmla="*/ 24 h 41"/>
                <a:gd name="T42" fmla="*/ 4 w 9"/>
                <a:gd name="T43" fmla="*/ 27 h 41"/>
                <a:gd name="T44" fmla="*/ 4 w 9"/>
                <a:gd name="T45" fmla="*/ 30 h 41"/>
                <a:gd name="T46" fmla="*/ 4 w 9"/>
                <a:gd name="T47" fmla="*/ 34 h 41"/>
                <a:gd name="T48" fmla="*/ 5 w 9"/>
                <a:gd name="T49" fmla="*/ 31 h 41"/>
                <a:gd name="T50" fmla="*/ 5 w 9"/>
                <a:gd name="T51" fmla="*/ 26 h 41"/>
                <a:gd name="T52" fmla="*/ 5 w 9"/>
                <a:gd name="T53" fmla="*/ 31 h 41"/>
                <a:gd name="T54" fmla="*/ 5 w 9"/>
                <a:gd name="T55" fmla="*/ 41 h 41"/>
                <a:gd name="T56" fmla="*/ 5 w 9"/>
                <a:gd name="T57" fmla="*/ 41 h 41"/>
                <a:gd name="T58" fmla="*/ 5 w 9"/>
                <a:gd name="T59" fmla="*/ 36 h 41"/>
                <a:gd name="T60" fmla="*/ 5 w 9"/>
                <a:gd name="T61" fmla="*/ 33 h 41"/>
                <a:gd name="T62" fmla="*/ 6 w 9"/>
                <a:gd name="T63" fmla="*/ 30 h 41"/>
                <a:gd name="T64" fmla="*/ 6 w 9"/>
                <a:gd name="T65" fmla="*/ 27 h 41"/>
                <a:gd name="T66" fmla="*/ 6 w 9"/>
                <a:gd name="T67" fmla="*/ 27 h 41"/>
                <a:gd name="T68" fmla="*/ 6 w 9"/>
                <a:gd name="T69" fmla="*/ 26 h 41"/>
                <a:gd name="T70" fmla="*/ 6 w 9"/>
                <a:gd name="T71" fmla="*/ 22 h 41"/>
                <a:gd name="T72" fmla="*/ 7 w 9"/>
                <a:gd name="T73" fmla="*/ 21 h 41"/>
                <a:gd name="T74" fmla="*/ 7 w 9"/>
                <a:gd name="T75" fmla="*/ 17 h 41"/>
                <a:gd name="T76" fmla="*/ 7 w 9"/>
                <a:gd name="T77" fmla="*/ 13 h 41"/>
                <a:gd name="T78" fmla="*/ 7 w 9"/>
                <a:gd name="T79" fmla="*/ 17 h 41"/>
                <a:gd name="T80" fmla="*/ 7 w 9"/>
                <a:gd name="T81" fmla="*/ 27 h 41"/>
                <a:gd name="T82" fmla="*/ 7 w 9"/>
                <a:gd name="T83" fmla="*/ 26 h 41"/>
                <a:gd name="T84" fmla="*/ 8 w 9"/>
                <a:gd name="T85" fmla="*/ 20 h 41"/>
                <a:gd name="T86" fmla="*/ 8 w 9"/>
                <a:gd name="T87" fmla="*/ 18 h 41"/>
                <a:gd name="T88" fmla="*/ 8 w 9"/>
                <a:gd name="T89" fmla="*/ 19 h 41"/>
                <a:gd name="T90" fmla="*/ 8 w 9"/>
                <a:gd name="T91" fmla="*/ 22 h 41"/>
                <a:gd name="T92" fmla="*/ 8 w 9"/>
                <a:gd name="T93" fmla="*/ 26 h 41"/>
                <a:gd name="T94" fmla="*/ 8 w 9"/>
                <a:gd name="T95" fmla="*/ 24 h 41"/>
                <a:gd name="T96" fmla="*/ 8 w 9"/>
                <a:gd name="T97" fmla="*/ 16 h 41"/>
                <a:gd name="T98" fmla="*/ 9 w 9"/>
                <a:gd name="T99" fmla="*/ 18 h 41"/>
                <a:gd name="T100" fmla="*/ 9 w 9"/>
                <a:gd name="T101" fmla="*/ 28 h 41"/>
                <a:gd name="T102" fmla="*/ 9 w 9"/>
                <a:gd name="T103" fmla="*/ 3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41">
                  <a:moveTo>
                    <a:pt x="0" y="13"/>
                  </a:moveTo>
                  <a:lnTo>
                    <a:pt x="1" y="10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1" y="10"/>
                  </a:lnTo>
                  <a:lnTo>
                    <a:pt x="1" y="3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12"/>
                  </a:lnTo>
                  <a:lnTo>
                    <a:pt x="2" y="17"/>
                  </a:lnTo>
                  <a:lnTo>
                    <a:pt x="2" y="10"/>
                  </a:lnTo>
                  <a:lnTo>
                    <a:pt x="2" y="0"/>
                  </a:lnTo>
                  <a:lnTo>
                    <a:pt x="2" y="7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4" y="18"/>
                  </a:lnTo>
                  <a:lnTo>
                    <a:pt x="4" y="24"/>
                  </a:lnTo>
                  <a:lnTo>
                    <a:pt x="4" y="27"/>
                  </a:lnTo>
                  <a:lnTo>
                    <a:pt x="4" y="30"/>
                  </a:lnTo>
                  <a:lnTo>
                    <a:pt x="4" y="34"/>
                  </a:lnTo>
                  <a:lnTo>
                    <a:pt x="5" y="31"/>
                  </a:lnTo>
                  <a:lnTo>
                    <a:pt x="5" y="26"/>
                  </a:lnTo>
                  <a:lnTo>
                    <a:pt x="5" y="31"/>
                  </a:lnTo>
                  <a:lnTo>
                    <a:pt x="5" y="41"/>
                  </a:lnTo>
                  <a:lnTo>
                    <a:pt x="5" y="41"/>
                  </a:lnTo>
                  <a:lnTo>
                    <a:pt x="5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26"/>
                  </a:lnTo>
                  <a:lnTo>
                    <a:pt x="6" y="22"/>
                  </a:lnTo>
                  <a:lnTo>
                    <a:pt x="7" y="21"/>
                  </a:lnTo>
                  <a:lnTo>
                    <a:pt x="7" y="17"/>
                  </a:lnTo>
                  <a:lnTo>
                    <a:pt x="7" y="13"/>
                  </a:lnTo>
                  <a:lnTo>
                    <a:pt x="7" y="17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8" y="20"/>
                  </a:lnTo>
                  <a:lnTo>
                    <a:pt x="8" y="18"/>
                  </a:lnTo>
                  <a:lnTo>
                    <a:pt x="8" y="19"/>
                  </a:lnTo>
                  <a:lnTo>
                    <a:pt x="8" y="22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9" y="18"/>
                  </a:lnTo>
                  <a:lnTo>
                    <a:pt x="9" y="28"/>
                  </a:lnTo>
                  <a:lnTo>
                    <a:pt x="9" y="3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7" name="Freeform 720"/>
            <p:cNvSpPr/>
            <p:nvPr/>
          </p:nvSpPr>
          <p:spPr bwMode="auto">
            <a:xfrm>
              <a:off x="3279775" y="1865314"/>
              <a:ext cx="12700" cy="103188"/>
            </a:xfrm>
            <a:custGeom>
              <a:avLst/>
              <a:gdLst>
                <a:gd name="T0" fmla="*/ 0 w 8"/>
                <a:gd name="T1" fmla="*/ 62 h 65"/>
                <a:gd name="T2" fmla="*/ 0 w 8"/>
                <a:gd name="T3" fmla="*/ 65 h 65"/>
                <a:gd name="T4" fmla="*/ 0 w 8"/>
                <a:gd name="T5" fmla="*/ 58 h 65"/>
                <a:gd name="T6" fmla="*/ 0 w 8"/>
                <a:gd name="T7" fmla="*/ 57 h 65"/>
                <a:gd name="T8" fmla="*/ 1 w 8"/>
                <a:gd name="T9" fmla="*/ 59 h 65"/>
                <a:gd name="T10" fmla="*/ 1 w 8"/>
                <a:gd name="T11" fmla="*/ 54 h 65"/>
                <a:gd name="T12" fmla="*/ 1 w 8"/>
                <a:gd name="T13" fmla="*/ 49 h 65"/>
                <a:gd name="T14" fmla="*/ 1 w 8"/>
                <a:gd name="T15" fmla="*/ 47 h 65"/>
                <a:gd name="T16" fmla="*/ 1 w 8"/>
                <a:gd name="T17" fmla="*/ 46 h 65"/>
                <a:gd name="T18" fmla="*/ 1 w 8"/>
                <a:gd name="T19" fmla="*/ 49 h 65"/>
                <a:gd name="T20" fmla="*/ 1 w 8"/>
                <a:gd name="T21" fmla="*/ 56 h 65"/>
                <a:gd name="T22" fmla="*/ 2 w 8"/>
                <a:gd name="T23" fmla="*/ 57 h 65"/>
                <a:gd name="T24" fmla="*/ 2 w 8"/>
                <a:gd name="T25" fmla="*/ 54 h 65"/>
                <a:gd name="T26" fmla="*/ 2 w 8"/>
                <a:gd name="T27" fmla="*/ 57 h 65"/>
                <a:gd name="T28" fmla="*/ 2 w 8"/>
                <a:gd name="T29" fmla="*/ 61 h 65"/>
                <a:gd name="T30" fmla="*/ 3 w 8"/>
                <a:gd name="T31" fmla="*/ 61 h 65"/>
                <a:gd name="T32" fmla="*/ 3 w 8"/>
                <a:gd name="T33" fmla="*/ 55 h 65"/>
                <a:gd name="T34" fmla="*/ 3 w 8"/>
                <a:gd name="T35" fmla="*/ 48 h 65"/>
                <a:gd name="T36" fmla="*/ 3 w 8"/>
                <a:gd name="T37" fmla="*/ 43 h 65"/>
                <a:gd name="T38" fmla="*/ 3 w 8"/>
                <a:gd name="T39" fmla="*/ 39 h 65"/>
                <a:gd name="T40" fmla="*/ 3 w 8"/>
                <a:gd name="T41" fmla="*/ 32 h 65"/>
                <a:gd name="T42" fmla="*/ 3 w 8"/>
                <a:gd name="T43" fmla="*/ 22 h 65"/>
                <a:gd name="T44" fmla="*/ 4 w 8"/>
                <a:gd name="T45" fmla="*/ 19 h 65"/>
                <a:gd name="T46" fmla="*/ 4 w 8"/>
                <a:gd name="T47" fmla="*/ 24 h 65"/>
                <a:gd name="T48" fmla="*/ 4 w 8"/>
                <a:gd name="T49" fmla="*/ 22 h 65"/>
                <a:gd name="T50" fmla="*/ 4 w 8"/>
                <a:gd name="T51" fmla="*/ 14 h 65"/>
                <a:gd name="T52" fmla="*/ 4 w 8"/>
                <a:gd name="T53" fmla="*/ 11 h 65"/>
                <a:gd name="T54" fmla="*/ 4 w 8"/>
                <a:gd name="T55" fmla="*/ 9 h 65"/>
                <a:gd name="T56" fmla="*/ 4 w 8"/>
                <a:gd name="T57" fmla="*/ 6 h 65"/>
                <a:gd name="T58" fmla="*/ 5 w 8"/>
                <a:gd name="T59" fmla="*/ 8 h 65"/>
                <a:gd name="T60" fmla="*/ 5 w 8"/>
                <a:gd name="T61" fmla="*/ 11 h 65"/>
                <a:gd name="T62" fmla="*/ 5 w 8"/>
                <a:gd name="T63" fmla="*/ 6 h 65"/>
                <a:gd name="T64" fmla="*/ 5 w 8"/>
                <a:gd name="T65" fmla="*/ 2 h 65"/>
                <a:gd name="T66" fmla="*/ 5 w 8"/>
                <a:gd name="T67" fmla="*/ 11 h 65"/>
                <a:gd name="T68" fmla="*/ 6 w 8"/>
                <a:gd name="T69" fmla="*/ 14 h 65"/>
                <a:gd name="T70" fmla="*/ 6 w 8"/>
                <a:gd name="T71" fmla="*/ 5 h 65"/>
                <a:gd name="T72" fmla="*/ 6 w 8"/>
                <a:gd name="T73" fmla="*/ 6 h 65"/>
                <a:gd name="T74" fmla="*/ 6 w 8"/>
                <a:gd name="T75" fmla="*/ 14 h 65"/>
                <a:gd name="T76" fmla="*/ 6 w 8"/>
                <a:gd name="T77" fmla="*/ 8 h 65"/>
                <a:gd name="T78" fmla="*/ 6 w 8"/>
                <a:gd name="T79" fmla="*/ 0 h 65"/>
                <a:gd name="T80" fmla="*/ 6 w 8"/>
                <a:gd name="T81" fmla="*/ 4 h 65"/>
                <a:gd name="T82" fmla="*/ 7 w 8"/>
                <a:gd name="T83" fmla="*/ 8 h 65"/>
                <a:gd name="T84" fmla="*/ 7 w 8"/>
                <a:gd name="T85" fmla="*/ 9 h 65"/>
                <a:gd name="T86" fmla="*/ 7 w 8"/>
                <a:gd name="T87" fmla="*/ 17 h 65"/>
                <a:gd name="T88" fmla="*/ 7 w 8"/>
                <a:gd name="T89" fmla="*/ 21 h 65"/>
                <a:gd name="T90" fmla="*/ 8 w 8"/>
                <a:gd name="T91" fmla="*/ 14 h 65"/>
                <a:gd name="T92" fmla="*/ 8 w 8"/>
                <a:gd name="T93" fmla="*/ 14 h 65"/>
                <a:gd name="T94" fmla="*/ 8 w 8"/>
                <a:gd name="T95" fmla="*/ 24 h 65"/>
                <a:gd name="T96" fmla="*/ 8 w 8"/>
                <a:gd name="T97" fmla="*/ 28 h 65"/>
                <a:gd name="T98" fmla="*/ 8 w 8"/>
                <a:gd name="T99" fmla="*/ 24 h 65"/>
                <a:gd name="T100" fmla="*/ 8 w 8"/>
                <a:gd name="T101" fmla="*/ 21 h 65"/>
                <a:gd name="T102" fmla="*/ 8 w 8"/>
                <a:gd name="T103" fmla="*/ 2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65">
                  <a:moveTo>
                    <a:pt x="0" y="62"/>
                  </a:moveTo>
                  <a:lnTo>
                    <a:pt x="0" y="65"/>
                  </a:lnTo>
                  <a:lnTo>
                    <a:pt x="0" y="58"/>
                  </a:lnTo>
                  <a:lnTo>
                    <a:pt x="0" y="57"/>
                  </a:lnTo>
                  <a:lnTo>
                    <a:pt x="1" y="59"/>
                  </a:lnTo>
                  <a:lnTo>
                    <a:pt x="1" y="54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6"/>
                  </a:lnTo>
                  <a:lnTo>
                    <a:pt x="1" y="49"/>
                  </a:lnTo>
                  <a:lnTo>
                    <a:pt x="1" y="56"/>
                  </a:lnTo>
                  <a:lnTo>
                    <a:pt x="2" y="57"/>
                  </a:lnTo>
                  <a:lnTo>
                    <a:pt x="2" y="54"/>
                  </a:lnTo>
                  <a:lnTo>
                    <a:pt x="2" y="57"/>
                  </a:lnTo>
                  <a:lnTo>
                    <a:pt x="2" y="61"/>
                  </a:lnTo>
                  <a:lnTo>
                    <a:pt x="3" y="61"/>
                  </a:lnTo>
                  <a:lnTo>
                    <a:pt x="3" y="55"/>
                  </a:lnTo>
                  <a:lnTo>
                    <a:pt x="3" y="48"/>
                  </a:lnTo>
                  <a:lnTo>
                    <a:pt x="3" y="43"/>
                  </a:lnTo>
                  <a:lnTo>
                    <a:pt x="3" y="39"/>
                  </a:lnTo>
                  <a:lnTo>
                    <a:pt x="3" y="32"/>
                  </a:lnTo>
                  <a:lnTo>
                    <a:pt x="3" y="22"/>
                  </a:lnTo>
                  <a:lnTo>
                    <a:pt x="4" y="19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4" y="14"/>
                  </a:lnTo>
                  <a:lnTo>
                    <a:pt x="4" y="11"/>
                  </a:lnTo>
                  <a:lnTo>
                    <a:pt x="4" y="9"/>
                  </a:lnTo>
                  <a:lnTo>
                    <a:pt x="4" y="6"/>
                  </a:lnTo>
                  <a:lnTo>
                    <a:pt x="5" y="8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11"/>
                  </a:lnTo>
                  <a:lnTo>
                    <a:pt x="6" y="14"/>
                  </a:lnTo>
                  <a:lnTo>
                    <a:pt x="6" y="5"/>
                  </a:lnTo>
                  <a:lnTo>
                    <a:pt x="6" y="6"/>
                  </a:lnTo>
                  <a:lnTo>
                    <a:pt x="6" y="14"/>
                  </a:lnTo>
                  <a:lnTo>
                    <a:pt x="6" y="8"/>
                  </a:lnTo>
                  <a:lnTo>
                    <a:pt x="6" y="0"/>
                  </a:lnTo>
                  <a:lnTo>
                    <a:pt x="6" y="4"/>
                  </a:lnTo>
                  <a:lnTo>
                    <a:pt x="7" y="8"/>
                  </a:lnTo>
                  <a:lnTo>
                    <a:pt x="7" y="9"/>
                  </a:lnTo>
                  <a:lnTo>
                    <a:pt x="7" y="17"/>
                  </a:lnTo>
                  <a:lnTo>
                    <a:pt x="7" y="21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24"/>
                  </a:lnTo>
                  <a:lnTo>
                    <a:pt x="8" y="28"/>
                  </a:lnTo>
                  <a:lnTo>
                    <a:pt x="8" y="24"/>
                  </a:lnTo>
                  <a:lnTo>
                    <a:pt x="8" y="21"/>
                  </a:lnTo>
                  <a:lnTo>
                    <a:pt x="8" y="2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8" name="Freeform 721"/>
            <p:cNvSpPr/>
            <p:nvPr/>
          </p:nvSpPr>
          <p:spPr bwMode="auto">
            <a:xfrm>
              <a:off x="3292475" y="1898651"/>
              <a:ext cx="14288" cy="258763"/>
            </a:xfrm>
            <a:custGeom>
              <a:avLst/>
              <a:gdLst>
                <a:gd name="T0" fmla="*/ 0 w 9"/>
                <a:gd name="T1" fmla="*/ 0 h 163"/>
                <a:gd name="T2" fmla="*/ 0 w 9"/>
                <a:gd name="T3" fmla="*/ 4 h 163"/>
                <a:gd name="T4" fmla="*/ 1 w 9"/>
                <a:gd name="T5" fmla="*/ 8 h 163"/>
                <a:gd name="T6" fmla="*/ 1 w 9"/>
                <a:gd name="T7" fmla="*/ 9 h 163"/>
                <a:gd name="T8" fmla="*/ 1 w 9"/>
                <a:gd name="T9" fmla="*/ 12 h 163"/>
                <a:gd name="T10" fmla="*/ 1 w 9"/>
                <a:gd name="T11" fmla="*/ 19 h 163"/>
                <a:gd name="T12" fmla="*/ 1 w 9"/>
                <a:gd name="T13" fmla="*/ 24 h 163"/>
                <a:gd name="T14" fmla="*/ 1 w 9"/>
                <a:gd name="T15" fmla="*/ 24 h 163"/>
                <a:gd name="T16" fmla="*/ 1 w 9"/>
                <a:gd name="T17" fmla="*/ 25 h 163"/>
                <a:gd name="T18" fmla="*/ 2 w 9"/>
                <a:gd name="T19" fmla="*/ 24 h 163"/>
                <a:gd name="T20" fmla="*/ 2 w 9"/>
                <a:gd name="T21" fmla="*/ 25 h 163"/>
                <a:gd name="T22" fmla="*/ 2 w 9"/>
                <a:gd name="T23" fmla="*/ 27 h 163"/>
                <a:gd name="T24" fmla="*/ 2 w 9"/>
                <a:gd name="T25" fmla="*/ 27 h 163"/>
                <a:gd name="T26" fmla="*/ 2 w 9"/>
                <a:gd name="T27" fmla="*/ 27 h 163"/>
                <a:gd name="T28" fmla="*/ 3 w 9"/>
                <a:gd name="T29" fmla="*/ 27 h 163"/>
                <a:gd name="T30" fmla="*/ 3 w 9"/>
                <a:gd name="T31" fmla="*/ 30 h 163"/>
                <a:gd name="T32" fmla="*/ 3 w 9"/>
                <a:gd name="T33" fmla="*/ 37 h 163"/>
                <a:gd name="T34" fmla="*/ 3 w 9"/>
                <a:gd name="T35" fmla="*/ 39 h 163"/>
                <a:gd name="T36" fmla="*/ 3 w 9"/>
                <a:gd name="T37" fmla="*/ 38 h 163"/>
                <a:gd name="T38" fmla="*/ 3 w 9"/>
                <a:gd name="T39" fmla="*/ 41 h 163"/>
                <a:gd name="T40" fmla="*/ 4 w 9"/>
                <a:gd name="T41" fmla="*/ 47 h 163"/>
                <a:gd name="T42" fmla="*/ 4 w 9"/>
                <a:gd name="T43" fmla="*/ 48 h 163"/>
                <a:gd name="T44" fmla="*/ 4 w 9"/>
                <a:gd name="T45" fmla="*/ 48 h 163"/>
                <a:gd name="T46" fmla="*/ 4 w 9"/>
                <a:gd name="T47" fmla="*/ 54 h 163"/>
                <a:gd name="T48" fmla="*/ 4 w 9"/>
                <a:gd name="T49" fmla="*/ 60 h 163"/>
                <a:gd name="T50" fmla="*/ 5 w 9"/>
                <a:gd name="T51" fmla="*/ 62 h 163"/>
                <a:gd name="T52" fmla="*/ 5 w 9"/>
                <a:gd name="T53" fmla="*/ 67 h 163"/>
                <a:gd name="T54" fmla="*/ 5 w 9"/>
                <a:gd name="T55" fmla="*/ 74 h 163"/>
                <a:gd name="T56" fmla="*/ 5 w 9"/>
                <a:gd name="T57" fmla="*/ 77 h 163"/>
                <a:gd name="T58" fmla="*/ 5 w 9"/>
                <a:gd name="T59" fmla="*/ 82 h 163"/>
                <a:gd name="T60" fmla="*/ 5 w 9"/>
                <a:gd name="T61" fmla="*/ 89 h 163"/>
                <a:gd name="T62" fmla="*/ 5 w 9"/>
                <a:gd name="T63" fmla="*/ 92 h 163"/>
                <a:gd name="T64" fmla="*/ 6 w 9"/>
                <a:gd name="T65" fmla="*/ 98 h 163"/>
                <a:gd name="T66" fmla="*/ 6 w 9"/>
                <a:gd name="T67" fmla="*/ 106 h 163"/>
                <a:gd name="T68" fmla="*/ 6 w 9"/>
                <a:gd name="T69" fmla="*/ 109 h 163"/>
                <a:gd name="T70" fmla="*/ 6 w 9"/>
                <a:gd name="T71" fmla="*/ 109 h 163"/>
                <a:gd name="T72" fmla="*/ 6 w 9"/>
                <a:gd name="T73" fmla="*/ 113 h 163"/>
                <a:gd name="T74" fmla="*/ 6 w 9"/>
                <a:gd name="T75" fmla="*/ 115 h 163"/>
                <a:gd name="T76" fmla="*/ 6 w 9"/>
                <a:gd name="T77" fmla="*/ 118 h 163"/>
                <a:gd name="T78" fmla="*/ 7 w 9"/>
                <a:gd name="T79" fmla="*/ 124 h 163"/>
                <a:gd name="T80" fmla="*/ 7 w 9"/>
                <a:gd name="T81" fmla="*/ 123 h 163"/>
                <a:gd name="T82" fmla="*/ 7 w 9"/>
                <a:gd name="T83" fmla="*/ 120 h 163"/>
                <a:gd name="T84" fmla="*/ 7 w 9"/>
                <a:gd name="T85" fmla="*/ 123 h 163"/>
                <a:gd name="T86" fmla="*/ 8 w 9"/>
                <a:gd name="T87" fmla="*/ 128 h 163"/>
                <a:gd name="T88" fmla="*/ 8 w 9"/>
                <a:gd name="T89" fmla="*/ 132 h 163"/>
                <a:gd name="T90" fmla="*/ 8 w 9"/>
                <a:gd name="T91" fmla="*/ 136 h 163"/>
                <a:gd name="T92" fmla="*/ 8 w 9"/>
                <a:gd name="T93" fmla="*/ 143 h 163"/>
                <a:gd name="T94" fmla="*/ 8 w 9"/>
                <a:gd name="T95" fmla="*/ 148 h 163"/>
                <a:gd name="T96" fmla="*/ 8 w 9"/>
                <a:gd name="T97" fmla="*/ 150 h 163"/>
                <a:gd name="T98" fmla="*/ 8 w 9"/>
                <a:gd name="T99" fmla="*/ 150 h 163"/>
                <a:gd name="T100" fmla="*/ 9 w 9"/>
                <a:gd name="T101" fmla="*/ 156 h 163"/>
                <a:gd name="T102" fmla="*/ 9 w 9"/>
                <a:gd name="T103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63">
                  <a:moveTo>
                    <a:pt x="0" y="0"/>
                  </a:moveTo>
                  <a:lnTo>
                    <a:pt x="0" y="4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12"/>
                  </a:lnTo>
                  <a:lnTo>
                    <a:pt x="1" y="19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5"/>
                  </a:lnTo>
                  <a:lnTo>
                    <a:pt x="2" y="24"/>
                  </a:lnTo>
                  <a:lnTo>
                    <a:pt x="2" y="25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3" y="27"/>
                  </a:lnTo>
                  <a:lnTo>
                    <a:pt x="3" y="30"/>
                  </a:lnTo>
                  <a:lnTo>
                    <a:pt x="3" y="37"/>
                  </a:lnTo>
                  <a:lnTo>
                    <a:pt x="3" y="39"/>
                  </a:lnTo>
                  <a:lnTo>
                    <a:pt x="3" y="38"/>
                  </a:lnTo>
                  <a:lnTo>
                    <a:pt x="3" y="41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4" y="48"/>
                  </a:lnTo>
                  <a:lnTo>
                    <a:pt x="4" y="54"/>
                  </a:lnTo>
                  <a:lnTo>
                    <a:pt x="4" y="60"/>
                  </a:lnTo>
                  <a:lnTo>
                    <a:pt x="5" y="62"/>
                  </a:lnTo>
                  <a:lnTo>
                    <a:pt x="5" y="67"/>
                  </a:lnTo>
                  <a:lnTo>
                    <a:pt x="5" y="74"/>
                  </a:lnTo>
                  <a:lnTo>
                    <a:pt x="5" y="77"/>
                  </a:lnTo>
                  <a:lnTo>
                    <a:pt x="5" y="82"/>
                  </a:lnTo>
                  <a:lnTo>
                    <a:pt x="5" y="89"/>
                  </a:lnTo>
                  <a:lnTo>
                    <a:pt x="5" y="92"/>
                  </a:lnTo>
                  <a:lnTo>
                    <a:pt x="6" y="98"/>
                  </a:lnTo>
                  <a:lnTo>
                    <a:pt x="6" y="106"/>
                  </a:lnTo>
                  <a:lnTo>
                    <a:pt x="6" y="109"/>
                  </a:lnTo>
                  <a:lnTo>
                    <a:pt x="6" y="109"/>
                  </a:lnTo>
                  <a:lnTo>
                    <a:pt x="6" y="113"/>
                  </a:lnTo>
                  <a:lnTo>
                    <a:pt x="6" y="115"/>
                  </a:lnTo>
                  <a:lnTo>
                    <a:pt x="6" y="118"/>
                  </a:lnTo>
                  <a:lnTo>
                    <a:pt x="7" y="124"/>
                  </a:lnTo>
                  <a:lnTo>
                    <a:pt x="7" y="123"/>
                  </a:lnTo>
                  <a:lnTo>
                    <a:pt x="7" y="120"/>
                  </a:lnTo>
                  <a:lnTo>
                    <a:pt x="7" y="123"/>
                  </a:lnTo>
                  <a:lnTo>
                    <a:pt x="8" y="128"/>
                  </a:lnTo>
                  <a:lnTo>
                    <a:pt x="8" y="132"/>
                  </a:lnTo>
                  <a:lnTo>
                    <a:pt x="8" y="136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8" y="150"/>
                  </a:lnTo>
                  <a:lnTo>
                    <a:pt x="8" y="150"/>
                  </a:lnTo>
                  <a:lnTo>
                    <a:pt x="9" y="156"/>
                  </a:lnTo>
                  <a:lnTo>
                    <a:pt x="9" y="163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9" name="Freeform 722"/>
            <p:cNvSpPr/>
            <p:nvPr/>
          </p:nvSpPr>
          <p:spPr bwMode="auto">
            <a:xfrm>
              <a:off x="3306763" y="1992314"/>
              <a:ext cx="12700" cy="234950"/>
            </a:xfrm>
            <a:custGeom>
              <a:avLst/>
              <a:gdLst>
                <a:gd name="T0" fmla="*/ 0 w 8"/>
                <a:gd name="T1" fmla="*/ 97 h 148"/>
                <a:gd name="T2" fmla="*/ 0 w 8"/>
                <a:gd name="T3" fmla="*/ 104 h 148"/>
                <a:gd name="T4" fmla="*/ 0 w 8"/>
                <a:gd name="T5" fmla="*/ 106 h 148"/>
                <a:gd name="T6" fmla="*/ 0 w 8"/>
                <a:gd name="T7" fmla="*/ 108 h 148"/>
                <a:gd name="T8" fmla="*/ 0 w 8"/>
                <a:gd name="T9" fmla="*/ 108 h 148"/>
                <a:gd name="T10" fmla="*/ 1 w 8"/>
                <a:gd name="T11" fmla="*/ 104 h 148"/>
                <a:gd name="T12" fmla="*/ 1 w 8"/>
                <a:gd name="T13" fmla="*/ 104 h 148"/>
                <a:gd name="T14" fmla="*/ 1 w 8"/>
                <a:gd name="T15" fmla="*/ 111 h 148"/>
                <a:gd name="T16" fmla="*/ 1 w 8"/>
                <a:gd name="T17" fmla="*/ 116 h 148"/>
                <a:gd name="T18" fmla="*/ 1 w 8"/>
                <a:gd name="T19" fmla="*/ 111 h 148"/>
                <a:gd name="T20" fmla="*/ 1 w 8"/>
                <a:gd name="T21" fmla="*/ 106 h 148"/>
                <a:gd name="T22" fmla="*/ 1 w 8"/>
                <a:gd name="T23" fmla="*/ 111 h 148"/>
                <a:gd name="T24" fmla="*/ 2 w 8"/>
                <a:gd name="T25" fmla="*/ 118 h 148"/>
                <a:gd name="T26" fmla="*/ 2 w 8"/>
                <a:gd name="T27" fmla="*/ 119 h 148"/>
                <a:gd name="T28" fmla="*/ 2 w 8"/>
                <a:gd name="T29" fmla="*/ 121 h 148"/>
                <a:gd name="T30" fmla="*/ 2 w 8"/>
                <a:gd name="T31" fmla="*/ 122 h 148"/>
                <a:gd name="T32" fmla="*/ 2 w 8"/>
                <a:gd name="T33" fmla="*/ 122 h 148"/>
                <a:gd name="T34" fmla="*/ 2 w 8"/>
                <a:gd name="T35" fmla="*/ 124 h 148"/>
                <a:gd name="T36" fmla="*/ 2 w 8"/>
                <a:gd name="T37" fmla="*/ 129 h 148"/>
                <a:gd name="T38" fmla="*/ 3 w 8"/>
                <a:gd name="T39" fmla="*/ 133 h 148"/>
                <a:gd name="T40" fmla="*/ 3 w 8"/>
                <a:gd name="T41" fmla="*/ 131 h 148"/>
                <a:gd name="T42" fmla="*/ 3 w 8"/>
                <a:gd name="T43" fmla="*/ 126 h 148"/>
                <a:gd name="T44" fmla="*/ 3 w 8"/>
                <a:gd name="T45" fmla="*/ 129 h 148"/>
                <a:gd name="T46" fmla="*/ 4 w 8"/>
                <a:gd name="T47" fmla="*/ 134 h 148"/>
                <a:gd name="T48" fmla="*/ 4 w 8"/>
                <a:gd name="T49" fmla="*/ 126 h 148"/>
                <a:gd name="T50" fmla="*/ 4 w 8"/>
                <a:gd name="T51" fmla="*/ 119 h 148"/>
                <a:gd name="T52" fmla="*/ 4 w 8"/>
                <a:gd name="T53" fmla="*/ 120 h 148"/>
                <a:gd name="T54" fmla="*/ 4 w 8"/>
                <a:gd name="T55" fmla="*/ 116 h 148"/>
                <a:gd name="T56" fmla="*/ 4 w 8"/>
                <a:gd name="T57" fmla="*/ 122 h 148"/>
                <a:gd name="T58" fmla="*/ 4 w 8"/>
                <a:gd name="T59" fmla="*/ 143 h 148"/>
                <a:gd name="T60" fmla="*/ 5 w 8"/>
                <a:gd name="T61" fmla="*/ 148 h 148"/>
                <a:gd name="T62" fmla="*/ 5 w 8"/>
                <a:gd name="T63" fmla="*/ 133 h 148"/>
                <a:gd name="T64" fmla="*/ 5 w 8"/>
                <a:gd name="T65" fmla="*/ 127 h 148"/>
                <a:gd name="T66" fmla="*/ 5 w 8"/>
                <a:gd name="T67" fmla="*/ 134 h 148"/>
                <a:gd name="T68" fmla="*/ 5 w 8"/>
                <a:gd name="T69" fmla="*/ 142 h 148"/>
                <a:gd name="T70" fmla="*/ 6 w 8"/>
                <a:gd name="T71" fmla="*/ 141 h 148"/>
                <a:gd name="T72" fmla="*/ 6 w 8"/>
                <a:gd name="T73" fmla="*/ 127 h 148"/>
                <a:gd name="T74" fmla="*/ 6 w 8"/>
                <a:gd name="T75" fmla="*/ 113 h 148"/>
                <a:gd name="T76" fmla="*/ 6 w 8"/>
                <a:gd name="T77" fmla="*/ 103 h 148"/>
                <a:gd name="T78" fmla="*/ 6 w 8"/>
                <a:gd name="T79" fmla="*/ 100 h 148"/>
                <a:gd name="T80" fmla="*/ 6 w 8"/>
                <a:gd name="T81" fmla="*/ 107 h 148"/>
                <a:gd name="T82" fmla="*/ 6 w 8"/>
                <a:gd name="T83" fmla="*/ 104 h 148"/>
                <a:gd name="T84" fmla="*/ 7 w 8"/>
                <a:gd name="T85" fmla="*/ 90 h 148"/>
                <a:gd name="T86" fmla="*/ 7 w 8"/>
                <a:gd name="T87" fmla="*/ 86 h 148"/>
                <a:gd name="T88" fmla="*/ 7 w 8"/>
                <a:gd name="T89" fmla="*/ 82 h 148"/>
                <a:gd name="T90" fmla="*/ 7 w 8"/>
                <a:gd name="T91" fmla="*/ 60 h 148"/>
                <a:gd name="T92" fmla="*/ 7 w 8"/>
                <a:gd name="T93" fmla="*/ 45 h 148"/>
                <a:gd name="T94" fmla="*/ 7 w 8"/>
                <a:gd name="T95" fmla="*/ 43 h 148"/>
                <a:gd name="T96" fmla="*/ 8 w 8"/>
                <a:gd name="T97" fmla="*/ 32 h 148"/>
                <a:gd name="T98" fmla="*/ 8 w 8"/>
                <a:gd name="T99" fmla="*/ 18 h 148"/>
                <a:gd name="T100" fmla="*/ 8 w 8"/>
                <a:gd name="T101" fmla="*/ 9 h 148"/>
                <a:gd name="T102" fmla="*/ 8 w 8"/>
                <a:gd name="T103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48">
                  <a:moveTo>
                    <a:pt x="0" y="97"/>
                  </a:moveTo>
                  <a:lnTo>
                    <a:pt x="0" y="104"/>
                  </a:lnTo>
                  <a:lnTo>
                    <a:pt x="0" y="106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104"/>
                  </a:lnTo>
                  <a:lnTo>
                    <a:pt x="1" y="104"/>
                  </a:lnTo>
                  <a:lnTo>
                    <a:pt x="1" y="111"/>
                  </a:lnTo>
                  <a:lnTo>
                    <a:pt x="1" y="116"/>
                  </a:lnTo>
                  <a:lnTo>
                    <a:pt x="1" y="111"/>
                  </a:lnTo>
                  <a:lnTo>
                    <a:pt x="1" y="106"/>
                  </a:lnTo>
                  <a:lnTo>
                    <a:pt x="1" y="111"/>
                  </a:lnTo>
                  <a:lnTo>
                    <a:pt x="2" y="118"/>
                  </a:lnTo>
                  <a:lnTo>
                    <a:pt x="2" y="119"/>
                  </a:lnTo>
                  <a:lnTo>
                    <a:pt x="2" y="121"/>
                  </a:lnTo>
                  <a:lnTo>
                    <a:pt x="2" y="122"/>
                  </a:lnTo>
                  <a:lnTo>
                    <a:pt x="2" y="122"/>
                  </a:lnTo>
                  <a:lnTo>
                    <a:pt x="2" y="124"/>
                  </a:lnTo>
                  <a:lnTo>
                    <a:pt x="2" y="129"/>
                  </a:lnTo>
                  <a:lnTo>
                    <a:pt x="3" y="133"/>
                  </a:lnTo>
                  <a:lnTo>
                    <a:pt x="3" y="131"/>
                  </a:lnTo>
                  <a:lnTo>
                    <a:pt x="3" y="126"/>
                  </a:lnTo>
                  <a:lnTo>
                    <a:pt x="3" y="129"/>
                  </a:lnTo>
                  <a:lnTo>
                    <a:pt x="4" y="134"/>
                  </a:lnTo>
                  <a:lnTo>
                    <a:pt x="4" y="126"/>
                  </a:lnTo>
                  <a:lnTo>
                    <a:pt x="4" y="119"/>
                  </a:lnTo>
                  <a:lnTo>
                    <a:pt x="4" y="120"/>
                  </a:lnTo>
                  <a:lnTo>
                    <a:pt x="4" y="116"/>
                  </a:lnTo>
                  <a:lnTo>
                    <a:pt x="4" y="122"/>
                  </a:lnTo>
                  <a:lnTo>
                    <a:pt x="4" y="143"/>
                  </a:lnTo>
                  <a:lnTo>
                    <a:pt x="5" y="148"/>
                  </a:lnTo>
                  <a:lnTo>
                    <a:pt x="5" y="133"/>
                  </a:lnTo>
                  <a:lnTo>
                    <a:pt x="5" y="127"/>
                  </a:lnTo>
                  <a:lnTo>
                    <a:pt x="5" y="134"/>
                  </a:lnTo>
                  <a:lnTo>
                    <a:pt x="5" y="142"/>
                  </a:lnTo>
                  <a:lnTo>
                    <a:pt x="6" y="141"/>
                  </a:lnTo>
                  <a:lnTo>
                    <a:pt x="6" y="127"/>
                  </a:lnTo>
                  <a:lnTo>
                    <a:pt x="6" y="113"/>
                  </a:lnTo>
                  <a:lnTo>
                    <a:pt x="6" y="103"/>
                  </a:lnTo>
                  <a:lnTo>
                    <a:pt x="6" y="100"/>
                  </a:lnTo>
                  <a:lnTo>
                    <a:pt x="6" y="107"/>
                  </a:lnTo>
                  <a:lnTo>
                    <a:pt x="6" y="104"/>
                  </a:lnTo>
                  <a:lnTo>
                    <a:pt x="7" y="90"/>
                  </a:lnTo>
                  <a:lnTo>
                    <a:pt x="7" y="86"/>
                  </a:lnTo>
                  <a:lnTo>
                    <a:pt x="7" y="82"/>
                  </a:lnTo>
                  <a:lnTo>
                    <a:pt x="7" y="60"/>
                  </a:lnTo>
                  <a:lnTo>
                    <a:pt x="7" y="45"/>
                  </a:lnTo>
                  <a:lnTo>
                    <a:pt x="7" y="43"/>
                  </a:lnTo>
                  <a:lnTo>
                    <a:pt x="8" y="32"/>
                  </a:lnTo>
                  <a:lnTo>
                    <a:pt x="8" y="18"/>
                  </a:lnTo>
                  <a:lnTo>
                    <a:pt x="8" y="9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0" name="Freeform 723"/>
            <p:cNvSpPr/>
            <p:nvPr/>
          </p:nvSpPr>
          <p:spPr bwMode="auto">
            <a:xfrm>
              <a:off x="3319463" y="1917701"/>
              <a:ext cx="14288" cy="88900"/>
            </a:xfrm>
            <a:custGeom>
              <a:avLst/>
              <a:gdLst>
                <a:gd name="T0" fmla="*/ 0 w 9"/>
                <a:gd name="T1" fmla="*/ 56 h 56"/>
                <a:gd name="T2" fmla="*/ 0 w 9"/>
                <a:gd name="T3" fmla="*/ 47 h 56"/>
                <a:gd name="T4" fmla="*/ 0 w 9"/>
                <a:gd name="T5" fmla="*/ 43 h 56"/>
                <a:gd name="T6" fmla="*/ 1 w 9"/>
                <a:gd name="T7" fmla="*/ 42 h 56"/>
                <a:gd name="T8" fmla="*/ 1 w 9"/>
                <a:gd name="T9" fmla="*/ 38 h 56"/>
                <a:gd name="T10" fmla="*/ 1 w 9"/>
                <a:gd name="T11" fmla="*/ 29 h 56"/>
                <a:gd name="T12" fmla="*/ 1 w 9"/>
                <a:gd name="T13" fmla="*/ 24 h 56"/>
                <a:gd name="T14" fmla="*/ 1 w 9"/>
                <a:gd name="T15" fmla="*/ 27 h 56"/>
                <a:gd name="T16" fmla="*/ 1 w 9"/>
                <a:gd name="T17" fmla="*/ 28 h 56"/>
                <a:gd name="T18" fmla="*/ 1 w 9"/>
                <a:gd name="T19" fmla="*/ 17 h 56"/>
                <a:gd name="T20" fmla="*/ 2 w 9"/>
                <a:gd name="T21" fmla="*/ 8 h 56"/>
                <a:gd name="T22" fmla="*/ 2 w 9"/>
                <a:gd name="T23" fmla="*/ 14 h 56"/>
                <a:gd name="T24" fmla="*/ 2 w 9"/>
                <a:gd name="T25" fmla="*/ 19 h 56"/>
                <a:gd name="T26" fmla="*/ 2 w 9"/>
                <a:gd name="T27" fmla="*/ 14 h 56"/>
                <a:gd name="T28" fmla="*/ 3 w 9"/>
                <a:gd name="T29" fmla="*/ 7 h 56"/>
                <a:gd name="T30" fmla="*/ 3 w 9"/>
                <a:gd name="T31" fmla="*/ 0 h 56"/>
                <a:gd name="T32" fmla="*/ 3 w 9"/>
                <a:gd name="T33" fmla="*/ 1 h 56"/>
                <a:gd name="T34" fmla="*/ 3 w 9"/>
                <a:gd name="T35" fmla="*/ 18 h 56"/>
                <a:gd name="T36" fmla="*/ 3 w 9"/>
                <a:gd name="T37" fmla="*/ 32 h 56"/>
                <a:gd name="T38" fmla="*/ 3 w 9"/>
                <a:gd name="T39" fmla="*/ 22 h 56"/>
                <a:gd name="T40" fmla="*/ 3 w 9"/>
                <a:gd name="T41" fmla="*/ 11 h 56"/>
                <a:gd name="T42" fmla="*/ 4 w 9"/>
                <a:gd name="T43" fmla="*/ 21 h 56"/>
                <a:gd name="T44" fmla="*/ 4 w 9"/>
                <a:gd name="T45" fmla="*/ 38 h 56"/>
                <a:gd name="T46" fmla="*/ 4 w 9"/>
                <a:gd name="T47" fmla="*/ 42 h 56"/>
                <a:gd name="T48" fmla="*/ 4 w 9"/>
                <a:gd name="T49" fmla="*/ 37 h 56"/>
                <a:gd name="T50" fmla="*/ 4 w 9"/>
                <a:gd name="T51" fmla="*/ 32 h 56"/>
                <a:gd name="T52" fmla="*/ 4 w 9"/>
                <a:gd name="T53" fmla="*/ 30 h 56"/>
                <a:gd name="T54" fmla="*/ 4 w 9"/>
                <a:gd name="T55" fmla="*/ 32 h 56"/>
                <a:gd name="T56" fmla="*/ 5 w 9"/>
                <a:gd name="T57" fmla="*/ 37 h 56"/>
                <a:gd name="T58" fmla="*/ 5 w 9"/>
                <a:gd name="T59" fmla="*/ 38 h 56"/>
                <a:gd name="T60" fmla="*/ 5 w 9"/>
                <a:gd name="T61" fmla="*/ 38 h 56"/>
                <a:gd name="T62" fmla="*/ 5 w 9"/>
                <a:gd name="T63" fmla="*/ 44 h 56"/>
                <a:gd name="T64" fmla="*/ 5 w 9"/>
                <a:gd name="T65" fmla="*/ 53 h 56"/>
                <a:gd name="T66" fmla="*/ 6 w 9"/>
                <a:gd name="T67" fmla="*/ 49 h 56"/>
                <a:gd name="T68" fmla="*/ 6 w 9"/>
                <a:gd name="T69" fmla="*/ 38 h 56"/>
                <a:gd name="T70" fmla="*/ 6 w 9"/>
                <a:gd name="T71" fmla="*/ 38 h 56"/>
                <a:gd name="T72" fmla="*/ 6 w 9"/>
                <a:gd name="T73" fmla="*/ 49 h 56"/>
                <a:gd name="T74" fmla="*/ 6 w 9"/>
                <a:gd name="T75" fmla="*/ 49 h 56"/>
                <a:gd name="T76" fmla="*/ 6 w 9"/>
                <a:gd name="T77" fmla="*/ 45 h 56"/>
                <a:gd name="T78" fmla="*/ 6 w 9"/>
                <a:gd name="T79" fmla="*/ 44 h 56"/>
                <a:gd name="T80" fmla="*/ 7 w 9"/>
                <a:gd name="T81" fmla="*/ 39 h 56"/>
                <a:gd name="T82" fmla="*/ 7 w 9"/>
                <a:gd name="T83" fmla="*/ 30 h 56"/>
                <a:gd name="T84" fmla="*/ 7 w 9"/>
                <a:gd name="T85" fmla="*/ 28 h 56"/>
                <a:gd name="T86" fmla="*/ 7 w 9"/>
                <a:gd name="T87" fmla="*/ 28 h 56"/>
                <a:gd name="T88" fmla="*/ 8 w 9"/>
                <a:gd name="T89" fmla="*/ 27 h 56"/>
                <a:gd name="T90" fmla="*/ 8 w 9"/>
                <a:gd name="T91" fmla="*/ 24 h 56"/>
                <a:gd name="T92" fmla="*/ 8 w 9"/>
                <a:gd name="T93" fmla="*/ 18 h 56"/>
                <a:gd name="T94" fmla="*/ 8 w 9"/>
                <a:gd name="T95" fmla="*/ 13 h 56"/>
                <a:gd name="T96" fmla="*/ 8 w 9"/>
                <a:gd name="T97" fmla="*/ 15 h 56"/>
                <a:gd name="T98" fmla="*/ 8 w 9"/>
                <a:gd name="T99" fmla="*/ 27 h 56"/>
                <a:gd name="T100" fmla="*/ 8 w 9"/>
                <a:gd name="T101" fmla="*/ 39 h 56"/>
                <a:gd name="T102" fmla="*/ 9 w 9"/>
                <a:gd name="T103" fmla="*/ 4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56">
                  <a:moveTo>
                    <a:pt x="0" y="56"/>
                  </a:moveTo>
                  <a:lnTo>
                    <a:pt x="0" y="47"/>
                  </a:lnTo>
                  <a:lnTo>
                    <a:pt x="0" y="43"/>
                  </a:lnTo>
                  <a:lnTo>
                    <a:pt x="1" y="42"/>
                  </a:lnTo>
                  <a:lnTo>
                    <a:pt x="1" y="38"/>
                  </a:lnTo>
                  <a:lnTo>
                    <a:pt x="1" y="29"/>
                  </a:lnTo>
                  <a:lnTo>
                    <a:pt x="1" y="24"/>
                  </a:lnTo>
                  <a:lnTo>
                    <a:pt x="1" y="27"/>
                  </a:lnTo>
                  <a:lnTo>
                    <a:pt x="1" y="28"/>
                  </a:lnTo>
                  <a:lnTo>
                    <a:pt x="1" y="17"/>
                  </a:lnTo>
                  <a:lnTo>
                    <a:pt x="2" y="8"/>
                  </a:lnTo>
                  <a:lnTo>
                    <a:pt x="2" y="14"/>
                  </a:lnTo>
                  <a:lnTo>
                    <a:pt x="2" y="19"/>
                  </a:lnTo>
                  <a:lnTo>
                    <a:pt x="2" y="14"/>
                  </a:lnTo>
                  <a:lnTo>
                    <a:pt x="3" y="7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8"/>
                  </a:lnTo>
                  <a:lnTo>
                    <a:pt x="3" y="32"/>
                  </a:lnTo>
                  <a:lnTo>
                    <a:pt x="3" y="22"/>
                  </a:lnTo>
                  <a:lnTo>
                    <a:pt x="3" y="11"/>
                  </a:lnTo>
                  <a:lnTo>
                    <a:pt x="4" y="21"/>
                  </a:lnTo>
                  <a:lnTo>
                    <a:pt x="4" y="38"/>
                  </a:lnTo>
                  <a:lnTo>
                    <a:pt x="4" y="42"/>
                  </a:lnTo>
                  <a:lnTo>
                    <a:pt x="4" y="37"/>
                  </a:lnTo>
                  <a:lnTo>
                    <a:pt x="4" y="32"/>
                  </a:lnTo>
                  <a:lnTo>
                    <a:pt x="4" y="30"/>
                  </a:lnTo>
                  <a:lnTo>
                    <a:pt x="4" y="32"/>
                  </a:lnTo>
                  <a:lnTo>
                    <a:pt x="5" y="37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5" y="44"/>
                  </a:lnTo>
                  <a:lnTo>
                    <a:pt x="5" y="53"/>
                  </a:lnTo>
                  <a:lnTo>
                    <a:pt x="6" y="49"/>
                  </a:lnTo>
                  <a:lnTo>
                    <a:pt x="6" y="38"/>
                  </a:lnTo>
                  <a:lnTo>
                    <a:pt x="6" y="38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6" y="45"/>
                  </a:lnTo>
                  <a:lnTo>
                    <a:pt x="6" y="44"/>
                  </a:lnTo>
                  <a:lnTo>
                    <a:pt x="7" y="39"/>
                  </a:lnTo>
                  <a:lnTo>
                    <a:pt x="7" y="30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8" y="27"/>
                  </a:lnTo>
                  <a:lnTo>
                    <a:pt x="8" y="24"/>
                  </a:lnTo>
                  <a:lnTo>
                    <a:pt x="8" y="18"/>
                  </a:lnTo>
                  <a:lnTo>
                    <a:pt x="8" y="13"/>
                  </a:lnTo>
                  <a:lnTo>
                    <a:pt x="8" y="15"/>
                  </a:lnTo>
                  <a:lnTo>
                    <a:pt x="8" y="27"/>
                  </a:lnTo>
                  <a:lnTo>
                    <a:pt x="8" y="39"/>
                  </a:lnTo>
                  <a:lnTo>
                    <a:pt x="9" y="4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1" name="Freeform 724"/>
            <p:cNvSpPr/>
            <p:nvPr/>
          </p:nvSpPr>
          <p:spPr bwMode="auto">
            <a:xfrm>
              <a:off x="3332163" y="1863726"/>
              <a:ext cx="14288" cy="146050"/>
            </a:xfrm>
            <a:custGeom>
              <a:avLst/>
              <a:gdLst>
                <a:gd name="T0" fmla="*/ 0 w 9"/>
                <a:gd name="T1" fmla="*/ 73 h 92"/>
                <a:gd name="T2" fmla="*/ 1 w 9"/>
                <a:gd name="T3" fmla="*/ 74 h 92"/>
                <a:gd name="T4" fmla="*/ 1 w 9"/>
                <a:gd name="T5" fmla="*/ 68 h 92"/>
                <a:gd name="T6" fmla="*/ 1 w 9"/>
                <a:gd name="T7" fmla="*/ 68 h 92"/>
                <a:gd name="T8" fmla="*/ 1 w 9"/>
                <a:gd name="T9" fmla="*/ 76 h 92"/>
                <a:gd name="T10" fmla="*/ 1 w 9"/>
                <a:gd name="T11" fmla="*/ 79 h 92"/>
                <a:gd name="T12" fmla="*/ 2 w 9"/>
                <a:gd name="T13" fmla="*/ 77 h 92"/>
                <a:gd name="T14" fmla="*/ 2 w 9"/>
                <a:gd name="T15" fmla="*/ 75 h 92"/>
                <a:gd name="T16" fmla="*/ 2 w 9"/>
                <a:gd name="T17" fmla="*/ 77 h 92"/>
                <a:gd name="T18" fmla="*/ 2 w 9"/>
                <a:gd name="T19" fmla="*/ 81 h 92"/>
                <a:gd name="T20" fmla="*/ 2 w 9"/>
                <a:gd name="T21" fmla="*/ 83 h 92"/>
                <a:gd name="T22" fmla="*/ 2 w 9"/>
                <a:gd name="T23" fmla="*/ 85 h 92"/>
                <a:gd name="T24" fmla="*/ 2 w 9"/>
                <a:gd name="T25" fmla="*/ 89 h 92"/>
                <a:gd name="T26" fmla="*/ 3 w 9"/>
                <a:gd name="T27" fmla="*/ 92 h 92"/>
                <a:gd name="T28" fmla="*/ 3 w 9"/>
                <a:gd name="T29" fmla="*/ 92 h 92"/>
                <a:gd name="T30" fmla="*/ 3 w 9"/>
                <a:gd name="T31" fmla="*/ 89 h 92"/>
                <a:gd name="T32" fmla="*/ 3 w 9"/>
                <a:gd name="T33" fmla="*/ 81 h 92"/>
                <a:gd name="T34" fmla="*/ 3 w 9"/>
                <a:gd name="T35" fmla="*/ 74 h 92"/>
                <a:gd name="T36" fmla="*/ 3 w 9"/>
                <a:gd name="T37" fmla="*/ 75 h 92"/>
                <a:gd name="T38" fmla="*/ 3 w 9"/>
                <a:gd name="T39" fmla="*/ 77 h 92"/>
                <a:gd name="T40" fmla="*/ 4 w 9"/>
                <a:gd name="T41" fmla="*/ 76 h 92"/>
                <a:gd name="T42" fmla="*/ 4 w 9"/>
                <a:gd name="T43" fmla="*/ 76 h 92"/>
                <a:gd name="T44" fmla="*/ 4 w 9"/>
                <a:gd name="T45" fmla="*/ 76 h 92"/>
                <a:gd name="T46" fmla="*/ 4 w 9"/>
                <a:gd name="T47" fmla="*/ 71 h 92"/>
                <a:gd name="T48" fmla="*/ 5 w 9"/>
                <a:gd name="T49" fmla="*/ 67 h 92"/>
                <a:gd name="T50" fmla="*/ 5 w 9"/>
                <a:gd name="T51" fmla="*/ 66 h 92"/>
                <a:gd name="T52" fmla="*/ 5 w 9"/>
                <a:gd name="T53" fmla="*/ 64 h 92"/>
                <a:gd name="T54" fmla="*/ 5 w 9"/>
                <a:gd name="T55" fmla="*/ 60 h 92"/>
                <a:gd name="T56" fmla="*/ 5 w 9"/>
                <a:gd name="T57" fmla="*/ 51 h 92"/>
                <a:gd name="T58" fmla="*/ 5 w 9"/>
                <a:gd name="T59" fmla="*/ 41 h 92"/>
                <a:gd name="T60" fmla="*/ 5 w 9"/>
                <a:gd name="T61" fmla="*/ 32 h 92"/>
                <a:gd name="T62" fmla="*/ 6 w 9"/>
                <a:gd name="T63" fmla="*/ 30 h 92"/>
                <a:gd name="T64" fmla="*/ 6 w 9"/>
                <a:gd name="T65" fmla="*/ 30 h 92"/>
                <a:gd name="T66" fmla="*/ 6 w 9"/>
                <a:gd name="T67" fmla="*/ 24 h 92"/>
                <a:gd name="T68" fmla="*/ 6 w 9"/>
                <a:gd name="T69" fmla="*/ 12 h 92"/>
                <a:gd name="T70" fmla="*/ 6 w 9"/>
                <a:gd name="T71" fmla="*/ 7 h 92"/>
                <a:gd name="T72" fmla="*/ 7 w 9"/>
                <a:gd name="T73" fmla="*/ 7 h 92"/>
                <a:gd name="T74" fmla="*/ 7 w 9"/>
                <a:gd name="T75" fmla="*/ 7 h 92"/>
                <a:gd name="T76" fmla="*/ 7 w 9"/>
                <a:gd name="T77" fmla="*/ 5 h 92"/>
                <a:gd name="T78" fmla="*/ 7 w 9"/>
                <a:gd name="T79" fmla="*/ 1 h 92"/>
                <a:gd name="T80" fmla="*/ 7 w 9"/>
                <a:gd name="T81" fmla="*/ 0 h 92"/>
                <a:gd name="T82" fmla="*/ 7 w 9"/>
                <a:gd name="T83" fmla="*/ 7 h 92"/>
                <a:gd name="T84" fmla="*/ 7 w 9"/>
                <a:gd name="T85" fmla="*/ 15 h 92"/>
                <a:gd name="T86" fmla="*/ 8 w 9"/>
                <a:gd name="T87" fmla="*/ 15 h 92"/>
                <a:gd name="T88" fmla="*/ 8 w 9"/>
                <a:gd name="T89" fmla="*/ 10 h 92"/>
                <a:gd name="T90" fmla="*/ 8 w 9"/>
                <a:gd name="T91" fmla="*/ 10 h 92"/>
                <a:gd name="T92" fmla="*/ 8 w 9"/>
                <a:gd name="T93" fmla="*/ 12 h 92"/>
                <a:gd name="T94" fmla="*/ 8 w 9"/>
                <a:gd name="T95" fmla="*/ 12 h 92"/>
                <a:gd name="T96" fmla="*/ 8 w 9"/>
                <a:gd name="T97" fmla="*/ 7 h 92"/>
                <a:gd name="T98" fmla="*/ 9 w 9"/>
                <a:gd name="T99" fmla="*/ 1 h 92"/>
                <a:gd name="T100" fmla="*/ 9 w 9"/>
                <a:gd name="T101" fmla="*/ 0 h 92"/>
                <a:gd name="T102" fmla="*/ 9 w 9"/>
                <a:gd name="T103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92">
                  <a:moveTo>
                    <a:pt x="0" y="73"/>
                  </a:moveTo>
                  <a:lnTo>
                    <a:pt x="1" y="74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1" y="76"/>
                  </a:lnTo>
                  <a:lnTo>
                    <a:pt x="1" y="79"/>
                  </a:lnTo>
                  <a:lnTo>
                    <a:pt x="2" y="77"/>
                  </a:lnTo>
                  <a:lnTo>
                    <a:pt x="2" y="75"/>
                  </a:lnTo>
                  <a:lnTo>
                    <a:pt x="2" y="77"/>
                  </a:lnTo>
                  <a:lnTo>
                    <a:pt x="2" y="81"/>
                  </a:lnTo>
                  <a:lnTo>
                    <a:pt x="2" y="83"/>
                  </a:lnTo>
                  <a:lnTo>
                    <a:pt x="2" y="85"/>
                  </a:lnTo>
                  <a:lnTo>
                    <a:pt x="2" y="89"/>
                  </a:lnTo>
                  <a:lnTo>
                    <a:pt x="3" y="92"/>
                  </a:lnTo>
                  <a:lnTo>
                    <a:pt x="3" y="92"/>
                  </a:lnTo>
                  <a:lnTo>
                    <a:pt x="3" y="89"/>
                  </a:lnTo>
                  <a:lnTo>
                    <a:pt x="3" y="81"/>
                  </a:lnTo>
                  <a:lnTo>
                    <a:pt x="3" y="74"/>
                  </a:lnTo>
                  <a:lnTo>
                    <a:pt x="3" y="75"/>
                  </a:lnTo>
                  <a:lnTo>
                    <a:pt x="3" y="77"/>
                  </a:lnTo>
                  <a:lnTo>
                    <a:pt x="4" y="76"/>
                  </a:lnTo>
                  <a:lnTo>
                    <a:pt x="4" y="76"/>
                  </a:lnTo>
                  <a:lnTo>
                    <a:pt x="4" y="76"/>
                  </a:lnTo>
                  <a:lnTo>
                    <a:pt x="4" y="71"/>
                  </a:lnTo>
                  <a:lnTo>
                    <a:pt x="5" y="67"/>
                  </a:lnTo>
                  <a:lnTo>
                    <a:pt x="5" y="66"/>
                  </a:lnTo>
                  <a:lnTo>
                    <a:pt x="5" y="64"/>
                  </a:lnTo>
                  <a:lnTo>
                    <a:pt x="5" y="60"/>
                  </a:lnTo>
                  <a:lnTo>
                    <a:pt x="5" y="51"/>
                  </a:lnTo>
                  <a:lnTo>
                    <a:pt x="5" y="41"/>
                  </a:lnTo>
                  <a:lnTo>
                    <a:pt x="5" y="32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6" y="24"/>
                  </a:lnTo>
                  <a:lnTo>
                    <a:pt x="6" y="12"/>
                  </a:lnTo>
                  <a:lnTo>
                    <a:pt x="6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7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7"/>
                  </a:lnTo>
                  <a:lnTo>
                    <a:pt x="9" y="1"/>
                  </a:lnTo>
                  <a:lnTo>
                    <a:pt x="9" y="0"/>
                  </a:lnTo>
                  <a:lnTo>
                    <a:pt x="9" y="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2" name="Freeform 725"/>
            <p:cNvSpPr/>
            <p:nvPr/>
          </p:nvSpPr>
          <p:spPr bwMode="auto">
            <a:xfrm>
              <a:off x="3346450" y="1858964"/>
              <a:ext cx="12700" cy="190500"/>
            </a:xfrm>
            <a:custGeom>
              <a:avLst/>
              <a:gdLst>
                <a:gd name="T0" fmla="*/ 0 w 8"/>
                <a:gd name="T1" fmla="*/ 3 h 120"/>
                <a:gd name="T2" fmla="*/ 0 w 8"/>
                <a:gd name="T3" fmla="*/ 8 h 120"/>
                <a:gd name="T4" fmla="*/ 0 w 8"/>
                <a:gd name="T5" fmla="*/ 13 h 120"/>
                <a:gd name="T6" fmla="*/ 0 w 8"/>
                <a:gd name="T7" fmla="*/ 14 h 120"/>
                <a:gd name="T8" fmla="*/ 1 w 8"/>
                <a:gd name="T9" fmla="*/ 15 h 120"/>
                <a:gd name="T10" fmla="*/ 1 w 8"/>
                <a:gd name="T11" fmla="*/ 15 h 120"/>
                <a:gd name="T12" fmla="*/ 1 w 8"/>
                <a:gd name="T13" fmla="*/ 13 h 120"/>
                <a:gd name="T14" fmla="*/ 1 w 8"/>
                <a:gd name="T15" fmla="*/ 13 h 120"/>
                <a:gd name="T16" fmla="*/ 1 w 8"/>
                <a:gd name="T17" fmla="*/ 13 h 120"/>
                <a:gd name="T18" fmla="*/ 1 w 8"/>
                <a:gd name="T19" fmla="*/ 10 h 120"/>
                <a:gd name="T20" fmla="*/ 1 w 8"/>
                <a:gd name="T21" fmla="*/ 8 h 120"/>
                <a:gd name="T22" fmla="*/ 2 w 8"/>
                <a:gd name="T23" fmla="*/ 9 h 120"/>
                <a:gd name="T24" fmla="*/ 2 w 8"/>
                <a:gd name="T25" fmla="*/ 5 h 120"/>
                <a:gd name="T26" fmla="*/ 2 w 8"/>
                <a:gd name="T27" fmla="*/ 0 h 120"/>
                <a:gd name="T28" fmla="*/ 2 w 8"/>
                <a:gd name="T29" fmla="*/ 5 h 120"/>
                <a:gd name="T30" fmla="*/ 3 w 8"/>
                <a:gd name="T31" fmla="*/ 12 h 120"/>
                <a:gd name="T32" fmla="*/ 3 w 8"/>
                <a:gd name="T33" fmla="*/ 10 h 120"/>
                <a:gd name="T34" fmla="*/ 3 w 8"/>
                <a:gd name="T35" fmla="*/ 9 h 120"/>
                <a:gd name="T36" fmla="*/ 3 w 8"/>
                <a:gd name="T37" fmla="*/ 12 h 120"/>
                <a:gd name="T38" fmla="*/ 3 w 8"/>
                <a:gd name="T39" fmla="*/ 10 h 120"/>
                <a:gd name="T40" fmla="*/ 3 w 8"/>
                <a:gd name="T41" fmla="*/ 10 h 120"/>
                <a:gd name="T42" fmla="*/ 3 w 8"/>
                <a:gd name="T43" fmla="*/ 15 h 120"/>
                <a:gd name="T44" fmla="*/ 4 w 8"/>
                <a:gd name="T45" fmla="*/ 17 h 120"/>
                <a:gd name="T46" fmla="*/ 4 w 8"/>
                <a:gd name="T47" fmla="*/ 16 h 120"/>
                <a:gd name="T48" fmla="*/ 4 w 8"/>
                <a:gd name="T49" fmla="*/ 21 h 120"/>
                <a:gd name="T50" fmla="*/ 4 w 8"/>
                <a:gd name="T51" fmla="*/ 28 h 120"/>
                <a:gd name="T52" fmla="*/ 4 w 8"/>
                <a:gd name="T53" fmla="*/ 28 h 120"/>
                <a:gd name="T54" fmla="*/ 4 w 8"/>
                <a:gd name="T55" fmla="*/ 29 h 120"/>
                <a:gd name="T56" fmla="*/ 4 w 8"/>
                <a:gd name="T57" fmla="*/ 39 h 120"/>
                <a:gd name="T58" fmla="*/ 5 w 8"/>
                <a:gd name="T59" fmla="*/ 43 h 120"/>
                <a:gd name="T60" fmla="*/ 5 w 8"/>
                <a:gd name="T61" fmla="*/ 39 h 120"/>
                <a:gd name="T62" fmla="*/ 5 w 8"/>
                <a:gd name="T63" fmla="*/ 45 h 120"/>
                <a:gd name="T64" fmla="*/ 5 w 8"/>
                <a:gd name="T65" fmla="*/ 59 h 120"/>
                <a:gd name="T66" fmla="*/ 5 w 8"/>
                <a:gd name="T67" fmla="*/ 64 h 120"/>
                <a:gd name="T68" fmla="*/ 6 w 8"/>
                <a:gd name="T69" fmla="*/ 64 h 120"/>
                <a:gd name="T70" fmla="*/ 6 w 8"/>
                <a:gd name="T71" fmla="*/ 72 h 120"/>
                <a:gd name="T72" fmla="*/ 6 w 8"/>
                <a:gd name="T73" fmla="*/ 77 h 120"/>
                <a:gd name="T74" fmla="*/ 6 w 8"/>
                <a:gd name="T75" fmla="*/ 74 h 120"/>
                <a:gd name="T76" fmla="*/ 6 w 8"/>
                <a:gd name="T77" fmla="*/ 84 h 120"/>
                <a:gd name="T78" fmla="*/ 6 w 8"/>
                <a:gd name="T79" fmla="*/ 98 h 120"/>
                <a:gd name="T80" fmla="*/ 6 w 8"/>
                <a:gd name="T81" fmla="*/ 94 h 120"/>
                <a:gd name="T82" fmla="*/ 7 w 8"/>
                <a:gd name="T83" fmla="*/ 87 h 120"/>
                <a:gd name="T84" fmla="*/ 7 w 8"/>
                <a:gd name="T85" fmla="*/ 98 h 120"/>
                <a:gd name="T86" fmla="*/ 7 w 8"/>
                <a:gd name="T87" fmla="*/ 109 h 120"/>
                <a:gd name="T88" fmla="*/ 7 w 8"/>
                <a:gd name="T89" fmla="*/ 110 h 120"/>
                <a:gd name="T90" fmla="*/ 8 w 8"/>
                <a:gd name="T91" fmla="*/ 111 h 120"/>
                <a:gd name="T92" fmla="*/ 8 w 8"/>
                <a:gd name="T93" fmla="*/ 115 h 120"/>
                <a:gd name="T94" fmla="*/ 8 w 8"/>
                <a:gd name="T95" fmla="*/ 109 h 120"/>
                <a:gd name="T96" fmla="*/ 8 w 8"/>
                <a:gd name="T97" fmla="*/ 105 h 120"/>
                <a:gd name="T98" fmla="*/ 8 w 8"/>
                <a:gd name="T99" fmla="*/ 116 h 120"/>
                <a:gd name="T100" fmla="*/ 8 w 8"/>
                <a:gd name="T101" fmla="*/ 120 h 120"/>
                <a:gd name="T102" fmla="*/ 8 w 8"/>
                <a:gd name="T103" fmla="*/ 107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20">
                  <a:moveTo>
                    <a:pt x="0" y="3"/>
                  </a:moveTo>
                  <a:lnTo>
                    <a:pt x="0" y="8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0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5"/>
                  </a:lnTo>
                  <a:lnTo>
                    <a:pt x="2" y="0"/>
                  </a:lnTo>
                  <a:lnTo>
                    <a:pt x="2" y="5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5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4" y="21"/>
                  </a:lnTo>
                  <a:lnTo>
                    <a:pt x="4" y="28"/>
                  </a:lnTo>
                  <a:lnTo>
                    <a:pt x="4" y="28"/>
                  </a:lnTo>
                  <a:lnTo>
                    <a:pt x="4" y="29"/>
                  </a:lnTo>
                  <a:lnTo>
                    <a:pt x="4" y="39"/>
                  </a:lnTo>
                  <a:lnTo>
                    <a:pt x="5" y="43"/>
                  </a:lnTo>
                  <a:lnTo>
                    <a:pt x="5" y="39"/>
                  </a:lnTo>
                  <a:lnTo>
                    <a:pt x="5" y="45"/>
                  </a:lnTo>
                  <a:lnTo>
                    <a:pt x="5" y="59"/>
                  </a:lnTo>
                  <a:lnTo>
                    <a:pt x="5" y="64"/>
                  </a:lnTo>
                  <a:lnTo>
                    <a:pt x="6" y="64"/>
                  </a:lnTo>
                  <a:lnTo>
                    <a:pt x="6" y="72"/>
                  </a:lnTo>
                  <a:lnTo>
                    <a:pt x="6" y="77"/>
                  </a:lnTo>
                  <a:lnTo>
                    <a:pt x="6" y="74"/>
                  </a:lnTo>
                  <a:lnTo>
                    <a:pt x="6" y="84"/>
                  </a:lnTo>
                  <a:lnTo>
                    <a:pt x="6" y="98"/>
                  </a:lnTo>
                  <a:lnTo>
                    <a:pt x="6" y="94"/>
                  </a:lnTo>
                  <a:lnTo>
                    <a:pt x="7" y="87"/>
                  </a:lnTo>
                  <a:lnTo>
                    <a:pt x="7" y="98"/>
                  </a:lnTo>
                  <a:lnTo>
                    <a:pt x="7" y="109"/>
                  </a:lnTo>
                  <a:lnTo>
                    <a:pt x="7" y="110"/>
                  </a:lnTo>
                  <a:lnTo>
                    <a:pt x="8" y="111"/>
                  </a:lnTo>
                  <a:lnTo>
                    <a:pt x="8" y="115"/>
                  </a:lnTo>
                  <a:lnTo>
                    <a:pt x="8" y="109"/>
                  </a:lnTo>
                  <a:lnTo>
                    <a:pt x="8" y="105"/>
                  </a:lnTo>
                  <a:lnTo>
                    <a:pt x="8" y="116"/>
                  </a:lnTo>
                  <a:lnTo>
                    <a:pt x="8" y="120"/>
                  </a:lnTo>
                  <a:lnTo>
                    <a:pt x="8" y="10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3" name="Freeform 726"/>
            <p:cNvSpPr/>
            <p:nvPr/>
          </p:nvSpPr>
          <p:spPr bwMode="auto">
            <a:xfrm>
              <a:off x="3359150" y="2022476"/>
              <a:ext cx="14288" cy="247650"/>
            </a:xfrm>
            <a:custGeom>
              <a:avLst/>
              <a:gdLst>
                <a:gd name="T0" fmla="*/ 0 w 9"/>
                <a:gd name="T1" fmla="*/ 17 h 156"/>
                <a:gd name="T2" fmla="*/ 0 w 9"/>
                <a:gd name="T3" fmla="*/ 4 h 156"/>
                <a:gd name="T4" fmla="*/ 1 w 9"/>
                <a:gd name="T5" fmla="*/ 0 h 156"/>
                <a:gd name="T6" fmla="*/ 1 w 9"/>
                <a:gd name="T7" fmla="*/ 16 h 156"/>
                <a:gd name="T8" fmla="*/ 1 w 9"/>
                <a:gd name="T9" fmla="*/ 23 h 156"/>
                <a:gd name="T10" fmla="*/ 1 w 9"/>
                <a:gd name="T11" fmla="*/ 19 h 156"/>
                <a:gd name="T12" fmla="*/ 1 w 9"/>
                <a:gd name="T13" fmla="*/ 23 h 156"/>
                <a:gd name="T14" fmla="*/ 1 w 9"/>
                <a:gd name="T15" fmla="*/ 33 h 156"/>
                <a:gd name="T16" fmla="*/ 1 w 9"/>
                <a:gd name="T17" fmla="*/ 37 h 156"/>
                <a:gd name="T18" fmla="*/ 2 w 9"/>
                <a:gd name="T19" fmla="*/ 43 h 156"/>
                <a:gd name="T20" fmla="*/ 2 w 9"/>
                <a:gd name="T21" fmla="*/ 50 h 156"/>
                <a:gd name="T22" fmla="*/ 2 w 9"/>
                <a:gd name="T23" fmla="*/ 48 h 156"/>
                <a:gd name="T24" fmla="*/ 2 w 9"/>
                <a:gd name="T25" fmla="*/ 47 h 156"/>
                <a:gd name="T26" fmla="*/ 2 w 9"/>
                <a:gd name="T27" fmla="*/ 59 h 156"/>
                <a:gd name="T28" fmla="*/ 3 w 9"/>
                <a:gd name="T29" fmla="*/ 73 h 156"/>
                <a:gd name="T30" fmla="*/ 3 w 9"/>
                <a:gd name="T31" fmla="*/ 75 h 156"/>
                <a:gd name="T32" fmla="*/ 3 w 9"/>
                <a:gd name="T33" fmla="*/ 70 h 156"/>
                <a:gd name="T34" fmla="*/ 3 w 9"/>
                <a:gd name="T35" fmla="*/ 79 h 156"/>
                <a:gd name="T36" fmla="*/ 3 w 9"/>
                <a:gd name="T37" fmla="*/ 92 h 156"/>
                <a:gd name="T38" fmla="*/ 3 w 9"/>
                <a:gd name="T39" fmla="*/ 89 h 156"/>
                <a:gd name="T40" fmla="*/ 3 w 9"/>
                <a:gd name="T41" fmla="*/ 82 h 156"/>
                <a:gd name="T42" fmla="*/ 4 w 9"/>
                <a:gd name="T43" fmla="*/ 93 h 156"/>
                <a:gd name="T44" fmla="*/ 4 w 9"/>
                <a:gd name="T45" fmla="*/ 114 h 156"/>
                <a:gd name="T46" fmla="*/ 4 w 9"/>
                <a:gd name="T47" fmla="*/ 119 h 156"/>
                <a:gd name="T48" fmla="*/ 4 w 9"/>
                <a:gd name="T49" fmla="*/ 110 h 156"/>
                <a:gd name="T50" fmla="*/ 5 w 9"/>
                <a:gd name="T51" fmla="*/ 108 h 156"/>
                <a:gd name="T52" fmla="*/ 5 w 9"/>
                <a:gd name="T53" fmla="*/ 119 h 156"/>
                <a:gd name="T54" fmla="*/ 5 w 9"/>
                <a:gd name="T55" fmla="*/ 132 h 156"/>
                <a:gd name="T56" fmla="*/ 5 w 9"/>
                <a:gd name="T57" fmla="*/ 140 h 156"/>
                <a:gd name="T58" fmla="*/ 5 w 9"/>
                <a:gd name="T59" fmla="*/ 142 h 156"/>
                <a:gd name="T60" fmla="*/ 5 w 9"/>
                <a:gd name="T61" fmla="*/ 131 h 156"/>
                <a:gd name="T62" fmla="*/ 5 w 9"/>
                <a:gd name="T63" fmla="*/ 120 h 156"/>
                <a:gd name="T64" fmla="*/ 6 w 9"/>
                <a:gd name="T65" fmla="*/ 137 h 156"/>
                <a:gd name="T66" fmla="*/ 6 w 9"/>
                <a:gd name="T67" fmla="*/ 156 h 156"/>
                <a:gd name="T68" fmla="*/ 6 w 9"/>
                <a:gd name="T69" fmla="*/ 138 h 156"/>
                <a:gd name="T70" fmla="*/ 6 w 9"/>
                <a:gd name="T71" fmla="*/ 115 h 156"/>
                <a:gd name="T72" fmla="*/ 6 w 9"/>
                <a:gd name="T73" fmla="*/ 123 h 156"/>
                <a:gd name="T74" fmla="*/ 6 w 9"/>
                <a:gd name="T75" fmla="*/ 128 h 156"/>
                <a:gd name="T76" fmla="*/ 6 w 9"/>
                <a:gd name="T77" fmla="*/ 117 h 156"/>
                <a:gd name="T78" fmla="*/ 7 w 9"/>
                <a:gd name="T79" fmla="*/ 128 h 156"/>
                <a:gd name="T80" fmla="*/ 7 w 9"/>
                <a:gd name="T81" fmla="*/ 146 h 156"/>
                <a:gd name="T82" fmla="*/ 7 w 9"/>
                <a:gd name="T83" fmla="*/ 133 h 156"/>
                <a:gd name="T84" fmla="*/ 7 w 9"/>
                <a:gd name="T85" fmla="*/ 122 h 156"/>
                <a:gd name="T86" fmla="*/ 8 w 9"/>
                <a:gd name="T87" fmla="*/ 141 h 156"/>
                <a:gd name="T88" fmla="*/ 8 w 9"/>
                <a:gd name="T89" fmla="*/ 151 h 156"/>
                <a:gd name="T90" fmla="*/ 8 w 9"/>
                <a:gd name="T91" fmla="*/ 134 h 156"/>
                <a:gd name="T92" fmla="*/ 8 w 9"/>
                <a:gd name="T93" fmla="*/ 129 h 156"/>
                <a:gd name="T94" fmla="*/ 8 w 9"/>
                <a:gd name="T95" fmla="*/ 132 h 156"/>
                <a:gd name="T96" fmla="*/ 8 w 9"/>
                <a:gd name="T97" fmla="*/ 109 h 156"/>
                <a:gd name="T98" fmla="*/ 8 w 9"/>
                <a:gd name="T99" fmla="*/ 86 h 156"/>
                <a:gd name="T100" fmla="*/ 9 w 9"/>
                <a:gd name="T101" fmla="*/ 100 h 156"/>
                <a:gd name="T102" fmla="*/ 9 w 9"/>
                <a:gd name="T103" fmla="*/ 11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56">
                  <a:moveTo>
                    <a:pt x="0" y="17"/>
                  </a:moveTo>
                  <a:lnTo>
                    <a:pt x="0" y="4"/>
                  </a:lnTo>
                  <a:lnTo>
                    <a:pt x="1" y="0"/>
                  </a:lnTo>
                  <a:lnTo>
                    <a:pt x="1" y="16"/>
                  </a:lnTo>
                  <a:lnTo>
                    <a:pt x="1" y="23"/>
                  </a:lnTo>
                  <a:lnTo>
                    <a:pt x="1" y="19"/>
                  </a:lnTo>
                  <a:lnTo>
                    <a:pt x="1" y="23"/>
                  </a:lnTo>
                  <a:lnTo>
                    <a:pt x="1" y="33"/>
                  </a:lnTo>
                  <a:lnTo>
                    <a:pt x="1" y="37"/>
                  </a:lnTo>
                  <a:lnTo>
                    <a:pt x="2" y="43"/>
                  </a:lnTo>
                  <a:lnTo>
                    <a:pt x="2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2" y="59"/>
                  </a:lnTo>
                  <a:lnTo>
                    <a:pt x="3" y="73"/>
                  </a:lnTo>
                  <a:lnTo>
                    <a:pt x="3" y="75"/>
                  </a:lnTo>
                  <a:lnTo>
                    <a:pt x="3" y="70"/>
                  </a:lnTo>
                  <a:lnTo>
                    <a:pt x="3" y="79"/>
                  </a:lnTo>
                  <a:lnTo>
                    <a:pt x="3" y="92"/>
                  </a:lnTo>
                  <a:lnTo>
                    <a:pt x="3" y="89"/>
                  </a:lnTo>
                  <a:lnTo>
                    <a:pt x="3" y="82"/>
                  </a:lnTo>
                  <a:lnTo>
                    <a:pt x="4" y="93"/>
                  </a:lnTo>
                  <a:lnTo>
                    <a:pt x="4" y="114"/>
                  </a:lnTo>
                  <a:lnTo>
                    <a:pt x="4" y="119"/>
                  </a:lnTo>
                  <a:lnTo>
                    <a:pt x="4" y="110"/>
                  </a:lnTo>
                  <a:lnTo>
                    <a:pt x="5" y="108"/>
                  </a:lnTo>
                  <a:lnTo>
                    <a:pt x="5" y="119"/>
                  </a:lnTo>
                  <a:lnTo>
                    <a:pt x="5" y="132"/>
                  </a:lnTo>
                  <a:lnTo>
                    <a:pt x="5" y="140"/>
                  </a:lnTo>
                  <a:lnTo>
                    <a:pt x="5" y="142"/>
                  </a:lnTo>
                  <a:lnTo>
                    <a:pt x="5" y="131"/>
                  </a:lnTo>
                  <a:lnTo>
                    <a:pt x="5" y="120"/>
                  </a:lnTo>
                  <a:lnTo>
                    <a:pt x="6" y="137"/>
                  </a:lnTo>
                  <a:lnTo>
                    <a:pt x="6" y="156"/>
                  </a:lnTo>
                  <a:lnTo>
                    <a:pt x="6" y="138"/>
                  </a:lnTo>
                  <a:lnTo>
                    <a:pt x="6" y="115"/>
                  </a:lnTo>
                  <a:lnTo>
                    <a:pt x="6" y="123"/>
                  </a:lnTo>
                  <a:lnTo>
                    <a:pt x="6" y="128"/>
                  </a:lnTo>
                  <a:lnTo>
                    <a:pt x="6" y="117"/>
                  </a:lnTo>
                  <a:lnTo>
                    <a:pt x="7" y="128"/>
                  </a:lnTo>
                  <a:lnTo>
                    <a:pt x="7" y="146"/>
                  </a:lnTo>
                  <a:lnTo>
                    <a:pt x="7" y="133"/>
                  </a:lnTo>
                  <a:lnTo>
                    <a:pt x="7" y="122"/>
                  </a:lnTo>
                  <a:lnTo>
                    <a:pt x="8" y="141"/>
                  </a:lnTo>
                  <a:lnTo>
                    <a:pt x="8" y="151"/>
                  </a:lnTo>
                  <a:lnTo>
                    <a:pt x="8" y="134"/>
                  </a:lnTo>
                  <a:lnTo>
                    <a:pt x="8" y="129"/>
                  </a:lnTo>
                  <a:lnTo>
                    <a:pt x="8" y="132"/>
                  </a:lnTo>
                  <a:lnTo>
                    <a:pt x="8" y="109"/>
                  </a:lnTo>
                  <a:lnTo>
                    <a:pt x="8" y="86"/>
                  </a:lnTo>
                  <a:lnTo>
                    <a:pt x="9" y="100"/>
                  </a:lnTo>
                  <a:lnTo>
                    <a:pt x="9" y="11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4" name="Freeform 727"/>
            <p:cNvSpPr/>
            <p:nvPr/>
          </p:nvSpPr>
          <p:spPr bwMode="auto">
            <a:xfrm>
              <a:off x="3373438" y="1909764"/>
              <a:ext cx="12700" cy="287338"/>
            </a:xfrm>
            <a:custGeom>
              <a:avLst/>
              <a:gdLst>
                <a:gd name="T0" fmla="*/ 0 w 8"/>
                <a:gd name="T1" fmla="*/ 171 h 181"/>
                <a:gd name="T2" fmla="*/ 0 w 8"/>
                <a:gd name="T3" fmla="*/ 181 h 181"/>
                <a:gd name="T4" fmla="*/ 0 w 8"/>
                <a:gd name="T5" fmla="*/ 152 h 181"/>
                <a:gd name="T6" fmla="*/ 0 w 8"/>
                <a:gd name="T7" fmla="*/ 138 h 181"/>
                <a:gd name="T8" fmla="*/ 0 w 8"/>
                <a:gd name="T9" fmla="*/ 157 h 181"/>
                <a:gd name="T10" fmla="*/ 1 w 8"/>
                <a:gd name="T11" fmla="*/ 153 h 181"/>
                <a:gd name="T12" fmla="*/ 1 w 8"/>
                <a:gd name="T13" fmla="*/ 126 h 181"/>
                <a:gd name="T14" fmla="*/ 1 w 8"/>
                <a:gd name="T15" fmla="*/ 118 h 181"/>
                <a:gd name="T16" fmla="*/ 1 w 8"/>
                <a:gd name="T17" fmla="*/ 109 h 181"/>
                <a:gd name="T18" fmla="*/ 1 w 8"/>
                <a:gd name="T19" fmla="*/ 79 h 181"/>
                <a:gd name="T20" fmla="*/ 1 w 8"/>
                <a:gd name="T21" fmla="*/ 68 h 181"/>
                <a:gd name="T22" fmla="*/ 1 w 8"/>
                <a:gd name="T23" fmla="*/ 80 h 181"/>
                <a:gd name="T24" fmla="*/ 2 w 8"/>
                <a:gd name="T25" fmla="*/ 67 h 181"/>
                <a:gd name="T26" fmla="*/ 2 w 8"/>
                <a:gd name="T27" fmla="*/ 39 h 181"/>
                <a:gd name="T28" fmla="*/ 2 w 8"/>
                <a:gd name="T29" fmla="*/ 42 h 181"/>
                <a:gd name="T30" fmla="*/ 2 w 8"/>
                <a:gd name="T31" fmla="*/ 54 h 181"/>
                <a:gd name="T32" fmla="*/ 2 w 8"/>
                <a:gd name="T33" fmla="*/ 38 h 181"/>
                <a:gd name="T34" fmla="*/ 2 w 8"/>
                <a:gd name="T35" fmla="*/ 24 h 181"/>
                <a:gd name="T36" fmla="*/ 2 w 8"/>
                <a:gd name="T37" fmla="*/ 35 h 181"/>
                <a:gd name="T38" fmla="*/ 3 w 8"/>
                <a:gd name="T39" fmla="*/ 38 h 181"/>
                <a:gd name="T40" fmla="*/ 3 w 8"/>
                <a:gd name="T41" fmla="*/ 20 h 181"/>
                <a:gd name="T42" fmla="*/ 3 w 8"/>
                <a:gd name="T43" fmla="*/ 10 h 181"/>
                <a:gd name="T44" fmla="*/ 3 w 8"/>
                <a:gd name="T45" fmla="*/ 14 h 181"/>
                <a:gd name="T46" fmla="*/ 4 w 8"/>
                <a:gd name="T47" fmla="*/ 11 h 181"/>
                <a:gd name="T48" fmla="*/ 4 w 8"/>
                <a:gd name="T49" fmla="*/ 9 h 181"/>
                <a:gd name="T50" fmla="*/ 4 w 8"/>
                <a:gd name="T51" fmla="*/ 17 h 181"/>
                <a:gd name="T52" fmla="*/ 4 w 8"/>
                <a:gd name="T53" fmla="*/ 16 h 181"/>
                <a:gd name="T54" fmla="*/ 4 w 8"/>
                <a:gd name="T55" fmla="*/ 0 h 181"/>
                <a:gd name="T56" fmla="*/ 4 w 8"/>
                <a:gd name="T57" fmla="*/ 1 h 181"/>
                <a:gd name="T58" fmla="*/ 4 w 8"/>
                <a:gd name="T59" fmla="*/ 25 h 181"/>
                <a:gd name="T60" fmla="*/ 5 w 8"/>
                <a:gd name="T61" fmla="*/ 30 h 181"/>
                <a:gd name="T62" fmla="*/ 5 w 8"/>
                <a:gd name="T63" fmla="*/ 13 h 181"/>
                <a:gd name="T64" fmla="*/ 5 w 8"/>
                <a:gd name="T65" fmla="*/ 16 h 181"/>
                <a:gd name="T66" fmla="*/ 5 w 8"/>
                <a:gd name="T67" fmla="*/ 35 h 181"/>
                <a:gd name="T68" fmla="*/ 5 w 8"/>
                <a:gd name="T69" fmla="*/ 34 h 181"/>
                <a:gd name="T70" fmla="*/ 6 w 8"/>
                <a:gd name="T71" fmla="*/ 25 h 181"/>
                <a:gd name="T72" fmla="*/ 6 w 8"/>
                <a:gd name="T73" fmla="*/ 35 h 181"/>
                <a:gd name="T74" fmla="*/ 6 w 8"/>
                <a:gd name="T75" fmla="*/ 45 h 181"/>
                <a:gd name="T76" fmla="*/ 6 w 8"/>
                <a:gd name="T77" fmla="*/ 36 h 181"/>
                <a:gd name="T78" fmla="*/ 6 w 8"/>
                <a:gd name="T79" fmla="*/ 31 h 181"/>
                <a:gd name="T80" fmla="*/ 6 w 8"/>
                <a:gd name="T81" fmla="*/ 37 h 181"/>
                <a:gd name="T82" fmla="*/ 6 w 8"/>
                <a:gd name="T83" fmla="*/ 40 h 181"/>
                <a:gd name="T84" fmla="*/ 7 w 8"/>
                <a:gd name="T85" fmla="*/ 44 h 181"/>
                <a:gd name="T86" fmla="*/ 7 w 8"/>
                <a:gd name="T87" fmla="*/ 57 h 181"/>
                <a:gd name="T88" fmla="*/ 7 w 8"/>
                <a:gd name="T89" fmla="*/ 57 h 181"/>
                <a:gd name="T90" fmla="*/ 7 w 8"/>
                <a:gd name="T91" fmla="*/ 39 h 181"/>
                <a:gd name="T92" fmla="*/ 7 w 8"/>
                <a:gd name="T93" fmla="*/ 38 h 181"/>
                <a:gd name="T94" fmla="*/ 7 w 8"/>
                <a:gd name="T95" fmla="*/ 61 h 181"/>
                <a:gd name="T96" fmla="*/ 7 w 8"/>
                <a:gd name="T97" fmla="*/ 69 h 181"/>
                <a:gd name="T98" fmla="*/ 8 w 8"/>
                <a:gd name="T99" fmla="*/ 51 h 181"/>
                <a:gd name="T100" fmla="*/ 8 w 8"/>
                <a:gd name="T101" fmla="*/ 42 h 181"/>
                <a:gd name="T102" fmla="*/ 8 w 8"/>
                <a:gd name="T103" fmla="*/ 44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81">
                  <a:moveTo>
                    <a:pt x="0" y="171"/>
                  </a:moveTo>
                  <a:lnTo>
                    <a:pt x="0" y="181"/>
                  </a:lnTo>
                  <a:lnTo>
                    <a:pt x="0" y="152"/>
                  </a:lnTo>
                  <a:lnTo>
                    <a:pt x="0" y="138"/>
                  </a:lnTo>
                  <a:lnTo>
                    <a:pt x="0" y="157"/>
                  </a:lnTo>
                  <a:lnTo>
                    <a:pt x="1" y="153"/>
                  </a:lnTo>
                  <a:lnTo>
                    <a:pt x="1" y="126"/>
                  </a:lnTo>
                  <a:lnTo>
                    <a:pt x="1" y="118"/>
                  </a:lnTo>
                  <a:lnTo>
                    <a:pt x="1" y="109"/>
                  </a:lnTo>
                  <a:lnTo>
                    <a:pt x="1" y="79"/>
                  </a:lnTo>
                  <a:lnTo>
                    <a:pt x="1" y="68"/>
                  </a:lnTo>
                  <a:lnTo>
                    <a:pt x="1" y="80"/>
                  </a:lnTo>
                  <a:lnTo>
                    <a:pt x="2" y="67"/>
                  </a:lnTo>
                  <a:lnTo>
                    <a:pt x="2" y="39"/>
                  </a:lnTo>
                  <a:lnTo>
                    <a:pt x="2" y="42"/>
                  </a:lnTo>
                  <a:lnTo>
                    <a:pt x="2" y="54"/>
                  </a:lnTo>
                  <a:lnTo>
                    <a:pt x="2" y="38"/>
                  </a:lnTo>
                  <a:lnTo>
                    <a:pt x="2" y="24"/>
                  </a:lnTo>
                  <a:lnTo>
                    <a:pt x="2" y="35"/>
                  </a:lnTo>
                  <a:lnTo>
                    <a:pt x="3" y="38"/>
                  </a:lnTo>
                  <a:lnTo>
                    <a:pt x="3" y="20"/>
                  </a:lnTo>
                  <a:lnTo>
                    <a:pt x="3" y="10"/>
                  </a:lnTo>
                  <a:lnTo>
                    <a:pt x="3" y="14"/>
                  </a:lnTo>
                  <a:lnTo>
                    <a:pt x="4" y="11"/>
                  </a:lnTo>
                  <a:lnTo>
                    <a:pt x="4" y="9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25"/>
                  </a:lnTo>
                  <a:lnTo>
                    <a:pt x="5" y="30"/>
                  </a:lnTo>
                  <a:lnTo>
                    <a:pt x="5" y="13"/>
                  </a:lnTo>
                  <a:lnTo>
                    <a:pt x="5" y="16"/>
                  </a:lnTo>
                  <a:lnTo>
                    <a:pt x="5" y="35"/>
                  </a:lnTo>
                  <a:lnTo>
                    <a:pt x="5" y="34"/>
                  </a:lnTo>
                  <a:lnTo>
                    <a:pt x="6" y="25"/>
                  </a:lnTo>
                  <a:lnTo>
                    <a:pt x="6" y="35"/>
                  </a:lnTo>
                  <a:lnTo>
                    <a:pt x="6" y="45"/>
                  </a:lnTo>
                  <a:lnTo>
                    <a:pt x="6" y="36"/>
                  </a:lnTo>
                  <a:lnTo>
                    <a:pt x="6" y="31"/>
                  </a:lnTo>
                  <a:lnTo>
                    <a:pt x="6" y="37"/>
                  </a:lnTo>
                  <a:lnTo>
                    <a:pt x="6" y="40"/>
                  </a:lnTo>
                  <a:lnTo>
                    <a:pt x="7" y="44"/>
                  </a:lnTo>
                  <a:lnTo>
                    <a:pt x="7" y="57"/>
                  </a:lnTo>
                  <a:lnTo>
                    <a:pt x="7" y="57"/>
                  </a:lnTo>
                  <a:lnTo>
                    <a:pt x="7" y="39"/>
                  </a:lnTo>
                  <a:lnTo>
                    <a:pt x="7" y="38"/>
                  </a:lnTo>
                  <a:lnTo>
                    <a:pt x="7" y="61"/>
                  </a:lnTo>
                  <a:lnTo>
                    <a:pt x="7" y="69"/>
                  </a:lnTo>
                  <a:lnTo>
                    <a:pt x="8" y="51"/>
                  </a:lnTo>
                  <a:lnTo>
                    <a:pt x="8" y="42"/>
                  </a:lnTo>
                  <a:lnTo>
                    <a:pt x="8" y="4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5" name="Freeform 728"/>
            <p:cNvSpPr/>
            <p:nvPr/>
          </p:nvSpPr>
          <p:spPr bwMode="auto">
            <a:xfrm>
              <a:off x="3386138" y="1922464"/>
              <a:ext cx="14288" cy="106363"/>
            </a:xfrm>
            <a:custGeom>
              <a:avLst/>
              <a:gdLst>
                <a:gd name="T0" fmla="*/ 0 w 9"/>
                <a:gd name="T1" fmla="*/ 34 h 67"/>
                <a:gd name="T2" fmla="*/ 0 w 9"/>
                <a:gd name="T3" fmla="*/ 36 h 67"/>
                <a:gd name="T4" fmla="*/ 0 w 9"/>
                <a:gd name="T5" fmla="*/ 30 h 67"/>
                <a:gd name="T6" fmla="*/ 1 w 9"/>
                <a:gd name="T7" fmla="*/ 22 h 67"/>
                <a:gd name="T8" fmla="*/ 1 w 9"/>
                <a:gd name="T9" fmla="*/ 25 h 67"/>
                <a:gd name="T10" fmla="*/ 1 w 9"/>
                <a:gd name="T11" fmla="*/ 19 h 67"/>
                <a:gd name="T12" fmla="*/ 1 w 9"/>
                <a:gd name="T13" fmla="*/ 6 h 67"/>
                <a:gd name="T14" fmla="*/ 1 w 9"/>
                <a:gd name="T15" fmla="*/ 8 h 67"/>
                <a:gd name="T16" fmla="*/ 1 w 9"/>
                <a:gd name="T17" fmla="*/ 16 h 67"/>
                <a:gd name="T18" fmla="*/ 1 w 9"/>
                <a:gd name="T19" fmla="*/ 13 h 67"/>
                <a:gd name="T20" fmla="*/ 2 w 9"/>
                <a:gd name="T21" fmla="*/ 17 h 67"/>
                <a:gd name="T22" fmla="*/ 2 w 9"/>
                <a:gd name="T23" fmla="*/ 34 h 67"/>
                <a:gd name="T24" fmla="*/ 2 w 9"/>
                <a:gd name="T25" fmla="*/ 40 h 67"/>
                <a:gd name="T26" fmla="*/ 2 w 9"/>
                <a:gd name="T27" fmla="*/ 30 h 67"/>
                <a:gd name="T28" fmla="*/ 2 w 9"/>
                <a:gd name="T29" fmla="*/ 28 h 67"/>
                <a:gd name="T30" fmla="*/ 3 w 9"/>
                <a:gd name="T31" fmla="*/ 38 h 67"/>
                <a:gd name="T32" fmla="*/ 3 w 9"/>
                <a:gd name="T33" fmla="*/ 46 h 67"/>
                <a:gd name="T34" fmla="*/ 3 w 9"/>
                <a:gd name="T35" fmla="*/ 44 h 67"/>
                <a:gd name="T36" fmla="*/ 3 w 9"/>
                <a:gd name="T37" fmla="*/ 36 h 67"/>
                <a:gd name="T38" fmla="*/ 3 w 9"/>
                <a:gd name="T39" fmla="*/ 33 h 67"/>
                <a:gd name="T40" fmla="*/ 3 w 9"/>
                <a:gd name="T41" fmla="*/ 41 h 67"/>
                <a:gd name="T42" fmla="*/ 4 w 9"/>
                <a:gd name="T43" fmla="*/ 54 h 67"/>
                <a:gd name="T44" fmla="*/ 4 w 9"/>
                <a:gd name="T45" fmla="*/ 62 h 67"/>
                <a:gd name="T46" fmla="*/ 4 w 9"/>
                <a:gd name="T47" fmla="*/ 62 h 67"/>
                <a:gd name="T48" fmla="*/ 4 w 9"/>
                <a:gd name="T49" fmla="*/ 59 h 67"/>
                <a:gd name="T50" fmla="*/ 4 w 9"/>
                <a:gd name="T51" fmla="*/ 62 h 67"/>
                <a:gd name="T52" fmla="*/ 4 w 9"/>
                <a:gd name="T53" fmla="*/ 67 h 67"/>
                <a:gd name="T54" fmla="*/ 4 w 9"/>
                <a:gd name="T55" fmla="*/ 65 h 67"/>
                <a:gd name="T56" fmla="*/ 5 w 9"/>
                <a:gd name="T57" fmla="*/ 58 h 67"/>
                <a:gd name="T58" fmla="*/ 5 w 9"/>
                <a:gd name="T59" fmla="*/ 55 h 67"/>
                <a:gd name="T60" fmla="*/ 5 w 9"/>
                <a:gd name="T61" fmla="*/ 56 h 67"/>
                <a:gd name="T62" fmla="*/ 5 w 9"/>
                <a:gd name="T63" fmla="*/ 55 h 67"/>
                <a:gd name="T64" fmla="*/ 5 w 9"/>
                <a:gd name="T65" fmla="*/ 52 h 67"/>
                <a:gd name="T66" fmla="*/ 6 w 9"/>
                <a:gd name="T67" fmla="*/ 51 h 67"/>
                <a:gd name="T68" fmla="*/ 6 w 9"/>
                <a:gd name="T69" fmla="*/ 53 h 67"/>
                <a:gd name="T70" fmla="*/ 6 w 9"/>
                <a:gd name="T71" fmla="*/ 56 h 67"/>
                <a:gd name="T72" fmla="*/ 6 w 9"/>
                <a:gd name="T73" fmla="*/ 51 h 67"/>
                <a:gd name="T74" fmla="*/ 6 w 9"/>
                <a:gd name="T75" fmla="*/ 42 h 67"/>
                <a:gd name="T76" fmla="*/ 6 w 9"/>
                <a:gd name="T77" fmla="*/ 39 h 67"/>
                <a:gd name="T78" fmla="*/ 6 w 9"/>
                <a:gd name="T79" fmla="*/ 35 h 67"/>
                <a:gd name="T80" fmla="*/ 7 w 9"/>
                <a:gd name="T81" fmla="*/ 29 h 67"/>
                <a:gd name="T82" fmla="*/ 7 w 9"/>
                <a:gd name="T83" fmla="*/ 23 h 67"/>
                <a:gd name="T84" fmla="*/ 7 w 9"/>
                <a:gd name="T85" fmla="*/ 15 h 67"/>
                <a:gd name="T86" fmla="*/ 7 w 9"/>
                <a:gd name="T87" fmla="*/ 10 h 67"/>
                <a:gd name="T88" fmla="*/ 8 w 9"/>
                <a:gd name="T89" fmla="*/ 14 h 67"/>
                <a:gd name="T90" fmla="*/ 8 w 9"/>
                <a:gd name="T91" fmla="*/ 14 h 67"/>
                <a:gd name="T92" fmla="*/ 8 w 9"/>
                <a:gd name="T93" fmla="*/ 5 h 67"/>
                <a:gd name="T94" fmla="*/ 8 w 9"/>
                <a:gd name="T95" fmla="*/ 0 h 67"/>
                <a:gd name="T96" fmla="*/ 8 w 9"/>
                <a:gd name="T97" fmla="*/ 0 h 67"/>
                <a:gd name="T98" fmla="*/ 8 w 9"/>
                <a:gd name="T99" fmla="*/ 1 h 67"/>
                <a:gd name="T100" fmla="*/ 8 w 9"/>
                <a:gd name="T101" fmla="*/ 3 h 67"/>
                <a:gd name="T102" fmla="*/ 9 w 9"/>
                <a:gd name="T103" fmla="*/ 4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67">
                  <a:moveTo>
                    <a:pt x="0" y="34"/>
                  </a:moveTo>
                  <a:lnTo>
                    <a:pt x="0" y="36"/>
                  </a:lnTo>
                  <a:lnTo>
                    <a:pt x="0" y="30"/>
                  </a:lnTo>
                  <a:lnTo>
                    <a:pt x="1" y="22"/>
                  </a:lnTo>
                  <a:lnTo>
                    <a:pt x="1" y="25"/>
                  </a:lnTo>
                  <a:lnTo>
                    <a:pt x="1" y="19"/>
                  </a:lnTo>
                  <a:lnTo>
                    <a:pt x="1" y="6"/>
                  </a:lnTo>
                  <a:lnTo>
                    <a:pt x="1" y="8"/>
                  </a:lnTo>
                  <a:lnTo>
                    <a:pt x="1" y="16"/>
                  </a:lnTo>
                  <a:lnTo>
                    <a:pt x="1" y="13"/>
                  </a:lnTo>
                  <a:lnTo>
                    <a:pt x="2" y="17"/>
                  </a:lnTo>
                  <a:lnTo>
                    <a:pt x="2" y="34"/>
                  </a:lnTo>
                  <a:lnTo>
                    <a:pt x="2" y="40"/>
                  </a:lnTo>
                  <a:lnTo>
                    <a:pt x="2" y="30"/>
                  </a:lnTo>
                  <a:lnTo>
                    <a:pt x="2" y="28"/>
                  </a:lnTo>
                  <a:lnTo>
                    <a:pt x="3" y="38"/>
                  </a:lnTo>
                  <a:lnTo>
                    <a:pt x="3" y="46"/>
                  </a:lnTo>
                  <a:lnTo>
                    <a:pt x="3" y="44"/>
                  </a:lnTo>
                  <a:lnTo>
                    <a:pt x="3" y="36"/>
                  </a:lnTo>
                  <a:lnTo>
                    <a:pt x="3" y="33"/>
                  </a:lnTo>
                  <a:lnTo>
                    <a:pt x="3" y="41"/>
                  </a:lnTo>
                  <a:lnTo>
                    <a:pt x="4" y="54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4" y="59"/>
                  </a:lnTo>
                  <a:lnTo>
                    <a:pt x="4" y="62"/>
                  </a:lnTo>
                  <a:lnTo>
                    <a:pt x="4" y="67"/>
                  </a:lnTo>
                  <a:lnTo>
                    <a:pt x="4" y="65"/>
                  </a:lnTo>
                  <a:lnTo>
                    <a:pt x="5" y="58"/>
                  </a:lnTo>
                  <a:lnTo>
                    <a:pt x="5" y="55"/>
                  </a:lnTo>
                  <a:lnTo>
                    <a:pt x="5" y="56"/>
                  </a:lnTo>
                  <a:lnTo>
                    <a:pt x="5" y="55"/>
                  </a:lnTo>
                  <a:lnTo>
                    <a:pt x="5" y="52"/>
                  </a:lnTo>
                  <a:lnTo>
                    <a:pt x="6" y="51"/>
                  </a:lnTo>
                  <a:lnTo>
                    <a:pt x="6" y="53"/>
                  </a:lnTo>
                  <a:lnTo>
                    <a:pt x="6" y="56"/>
                  </a:lnTo>
                  <a:lnTo>
                    <a:pt x="6" y="51"/>
                  </a:lnTo>
                  <a:lnTo>
                    <a:pt x="6" y="42"/>
                  </a:lnTo>
                  <a:lnTo>
                    <a:pt x="6" y="39"/>
                  </a:lnTo>
                  <a:lnTo>
                    <a:pt x="6" y="35"/>
                  </a:lnTo>
                  <a:lnTo>
                    <a:pt x="7" y="29"/>
                  </a:lnTo>
                  <a:lnTo>
                    <a:pt x="7" y="23"/>
                  </a:lnTo>
                  <a:lnTo>
                    <a:pt x="7" y="15"/>
                  </a:lnTo>
                  <a:lnTo>
                    <a:pt x="7" y="10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5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3"/>
                  </a:lnTo>
                  <a:lnTo>
                    <a:pt x="9" y="4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6" name="Freeform 729"/>
            <p:cNvSpPr/>
            <p:nvPr/>
          </p:nvSpPr>
          <p:spPr bwMode="auto">
            <a:xfrm>
              <a:off x="3398838" y="1889126"/>
              <a:ext cx="14288" cy="128588"/>
            </a:xfrm>
            <a:custGeom>
              <a:avLst/>
              <a:gdLst>
                <a:gd name="T0" fmla="*/ 0 w 9"/>
                <a:gd name="T1" fmla="*/ 24 h 81"/>
                <a:gd name="T2" fmla="*/ 1 w 9"/>
                <a:gd name="T3" fmla="*/ 25 h 81"/>
                <a:gd name="T4" fmla="*/ 1 w 9"/>
                <a:gd name="T5" fmla="*/ 25 h 81"/>
                <a:gd name="T6" fmla="*/ 1 w 9"/>
                <a:gd name="T7" fmla="*/ 29 h 81"/>
                <a:gd name="T8" fmla="*/ 1 w 9"/>
                <a:gd name="T9" fmla="*/ 33 h 81"/>
                <a:gd name="T10" fmla="*/ 1 w 9"/>
                <a:gd name="T11" fmla="*/ 29 h 81"/>
                <a:gd name="T12" fmla="*/ 1 w 9"/>
                <a:gd name="T13" fmla="*/ 26 h 81"/>
                <a:gd name="T14" fmla="*/ 1 w 9"/>
                <a:gd name="T15" fmla="*/ 30 h 81"/>
                <a:gd name="T16" fmla="*/ 2 w 9"/>
                <a:gd name="T17" fmla="*/ 30 h 81"/>
                <a:gd name="T18" fmla="*/ 2 w 9"/>
                <a:gd name="T19" fmla="*/ 21 h 81"/>
                <a:gd name="T20" fmla="*/ 2 w 9"/>
                <a:gd name="T21" fmla="*/ 13 h 81"/>
                <a:gd name="T22" fmla="*/ 2 w 9"/>
                <a:gd name="T23" fmla="*/ 14 h 81"/>
                <a:gd name="T24" fmla="*/ 2 w 9"/>
                <a:gd name="T25" fmla="*/ 20 h 81"/>
                <a:gd name="T26" fmla="*/ 3 w 9"/>
                <a:gd name="T27" fmla="*/ 25 h 81"/>
                <a:gd name="T28" fmla="*/ 3 w 9"/>
                <a:gd name="T29" fmla="*/ 31 h 81"/>
                <a:gd name="T30" fmla="*/ 3 w 9"/>
                <a:gd name="T31" fmla="*/ 31 h 81"/>
                <a:gd name="T32" fmla="*/ 3 w 9"/>
                <a:gd name="T33" fmla="*/ 22 h 81"/>
                <a:gd name="T34" fmla="*/ 3 w 9"/>
                <a:gd name="T35" fmla="*/ 21 h 81"/>
                <a:gd name="T36" fmla="*/ 3 w 9"/>
                <a:gd name="T37" fmla="*/ 30 h 81"/>
                <a:gd name="T38" fmla="*/ 3 w 9"/>
                <a:gd name="T39" fmla="*/ 26 h 81"/>
                <a:gd name="T40" fmla="*/ 4 w 9"/>
                <a:gd name="T41" fmla="*/ 11 h 81"/>
                <a:gd name="T42" fmla="*/ 4 w 9"/>
                <a:gd name="T43" fmla="*/ 5 h 81"/>
                <a:gd name="T44" fmla="*/ 4 w 9"/>
                <a:gd name="T45" fmla="*/ 6 h 81"/>
                <a:gd name="T46" fmla="*/ 4 w 9"/>
                <a:gd name="T47" fmla="*/ 2 h 81"/>
                <a:gd name="T48" fmla="*/ 5 w 9"/>
                <a:gd name="T49" fmla="*/ 0 h 81"/>
                <a:gd name="T50" fmla="*/ 5 w 9"/>
                <a:gd name="T51" fmla="*/ 8 h 81"/>
                <a:gd name="T52" fmla="*/ 5 w 9"/>
                <a:gd name="T53" fmla="*/ 14 h 81"/>
                <a:gd name="T54" fmla="*/ 5 w 9"/>
                <a:gd name="T55" fmla="*/ 15 h 81"/>
                <a:gd name="T56" fmla="*/ 5 w 9"/>
                <a:gd name="T57" fmla="*/ 17 h 81"/>
                <a:gd name="T58" fmla="*/ 5 w 9"/>
                <a:gd name="T59" fmla="*/ 16 h 81"/>
                <a:gd name="T60" fmla="*/ 5 w 9"/>
                <a:gd name="T61" fmla="*/ 11 h 81"/>
                <a:gd name="T62" fmla="*/ 6 w 9"/>
                <a:gd name="T63" fmla="*/ 13 h 81"/>
                <a:gd name="T64" fmla="*/ 6 w 9"/>
                <a:gd name="T65" fmla="*/ 21 h 81"/>
                <a:gd name="T66" fmla="*/ 6 w 9"/>
                <a:gd name="T67" fmla="*/ 20 h 81"/>
                <a:gd name="T68" fmla="*/ 6 w 9"/>
                <a:gd name="T69" fmla="*/ 11 h 81"/>
                <a:gd name="T70" fmla="*/ 6 w 9"/>
                <a:gd name="T71" fmla="*/ 13 h 81"/>
                <a:gd name="T72" fmla="*/ 6 w 9"/>
                <a:gd name="T73" fmla="*/ 22 h 81"/>
                <a:gd name="T74" fmla="*/ 6 w 9"/>
                <a:gd name="T75" fmla="*/ 24 h 81"/>
                <a:gd name="T76" fmla="*/ 7 w 9"/>
                <a:gd name="T77" fmla="*/ 27 h 81"/>
                <a:gd name="T78" fmla="*/ 7 w 9"/>
                <a:gd name="T79" fmla="*/ 38 h 81"/>
                <a:gd name="T80" fmla="*/ 7 w 9"/>
                <a:gd name="T81" fmla="*/ 44 h 81"/>
                <a:gd name="T82" fmla="*/ 7 w 9"/>
                <a:gd name="T83" fmla="*/ 40 h 81"/>
                <a:gd name="T84" fmla="*/ 7 w 9"/>
                <a:gd name="T85" fmla="*/ 38 h 81"/>
                <a:gd name="T86" fmla="*/ 8 w 9"/>
                <a:gd name="T87" fmla="*/ 46 h 81"/>
                <a:gd name="T88" fmla="*/ 8 w 9"/>
                <a:gd name="T89" fmla="*/ 54 h 81"/>
                <a:gd name="T90" fmla="*/ 8 w 9"/>
                <a:gd name="T91" fmla="*/ 58 h 81"/>
                <a:gd name="T92" fmla="*/ 8 w 9"/>
                <a:gd name="T93" fmla="*/ 59 h 81"/>
                <a:gd name="T94" fmla="*/ 8 w 9"/>
                <a:gd name="T95" fmla="*/ 60 h 81"/>
                <a:gd name="T96" fmla="*/ 8 w 9"/>
                <a:gd name="T97" fmla="*/ 62 h 81"/>
                <a:gd name="T98" fmla="*/ 9 w 9"/>
                <a:gd name="T99" fmla="*/ 67 h 81"/>
                <a:gd name="T100" fmla="*/ 9 w 9"/>
                <a:gd name="T101" fmla="*/ 76 h 81"/>
                <a:gd name="T102" fmla="*/ 9 w 9"/>
                <a:gd name="T10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81">
                  <a:moveTo>
                    <a:pt x="0" y="24"/>
                  </a:moveTo>
                  <a:lnTo>
                    <a:pt x="1" y="25"/>
                  </a:lnTo>
                  <a:lnTo>
                    <a:pt x="1" y="25"/>
                  </a:lnTo>
                  <a:lnTo>
                    <a:pt x="1" y="29"/>
                  </a:lnTo>
                  <a:lnTo>
                    <a:pt x="1" y="33"/>
                  </a:lnTo>
                  <a:lnTo>
                    <a:pt x="1" y="29"/>
                  </a:lnTo>
                  <a:lnTo>
                    <a:pt x="1" y="26"/>
                  </a:lnTo>
                  <a:lnTo>
                    <a:pt x="1" y="30"/>
                  </a:lnTo>
                  <a:lnTo>
                    <a:pt x="2" y="30"/>
                  </a:lnTo>
                  <a:lnTo>
                    <a:pt x="2" y="21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20"/>
                  </a:lnTo>
                  <a:lnTo>
                    <a:pt x="3" y="25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3" y="22"/>
                  </a:lnTo>
                  <a:lnTo>
                    <a:pt x="3" y="21"/>
                  </a:lnTo>
                  <a:lnTo>
                    <a:pt x="3" y="30"/>
                  </a:lnTo>
                  <a:lnTo>
                    <a:pt x="3" y="26"/>
                  </a:lnTo>
                  <a:lnTo>
                    <a:pt x="4" y="11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2"/>
                  </a:lnTo>
                  <a:lnTo>
                    <a:pt x="5" y="0"/>
                  </a:lnTo>
                  <a:lnTo>
                    <a:pt x="5" y="8"/>
                  </a:lnTo>
                  <a:lnTo>
                    <a:pt x="5" y="14"/>
                  </a:lnTo>
                  <a:lnTo>
                    <a:pt x="5" y="15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5" y="11"/>
                  </a:lnTo>
                  <a:lnTo>
                    <a:pt x="6" y="13"/>
                  </a:lnTo>
                  <a:lnTo>
                    <a:pt x="6" y="21"/>
                  </a:lnTo>
                  <a:lnTo>
                    <a:pt x="6" y="20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6" y="22"/>
                  </a:lnTo>
                  <a:lnTo>
                    <a:pt x="6" y="24"/>
                  </a:lnTo>
                  <a:lnTo>
                    <a:pt x="7" y="27"/>
                  </a:lnTo>
                  <a:lnTo>
                    <a:pt x="7" y="38"/>
                  </a:lnTo>
                  <a:lnTo>
                    <a:pt x="7" y="44"/>
                  </a:lnTo>
                  <a:lnTo>
                    <a:pt x="7" y="40"/>
                  </a:lnTo>
                  <a:lnTo>
                    <a:pt x="7" y="38"/>
                  </a:lnTo>
                  <a:lnTo>
                    <a:pt x="8" y="46"/>
                  </a:lnTo>
                  <a:lnTo>
                    <a:pt x="8" y="54"/>
                  </a:lnTo>
                  <a:lnTo>
                    <a:pt x="8" y="58"/>
                  </a:lnTo>
                  <a:lnTo>
                    <a:pt x="8" y="59"/>
                  </a:lnTo>
                  <a:lnTo>
                    <a:pt x="8" y="60"/>
                  </a:lnTo>
                  <a:lnTo>
                    <a:pt x="8" y="62"/>
                  </a:lnTo>
                  <a:lnTo>
                    <a:pt x="9" y="67"/>
                  </a:lnTo>
                  <a:lnTo>
                    <a:pt x="9" y="76"/>
                  </a:lnTo>
                  <a:lnTo>
                    <a:pt x="9" y="8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7" name="Freeform 730"/>
            <p:cNvSpPr/>
            <p:nvPr/>
          </p:nvSpPr>
          <p:spPr bwMode="auto">
            <a:xfrm>
              <a:off x="3413125" y="2009776"/>
              <a:ext cx="12700" cy="200025"/>
            </a:xfrm>
            <a:custGeom>
              <a:avLst/>
              <a:gdLst>
                <a:gd name="T0" fmla="*/ 0 w 8"/>
                <a:gd name="T1" fmla="*/ 0 h 126"/>
                <a:gd name="T2" fmla="*/ 0 w 8"/>
                <a:gd name="T3" fmla="*/ 5 h 126"/>
                <a:gd name="T4" fmla="*/ 0 w 8"/>
                <a:gd name="T5" fmla="*/ 2 h 126"/>
                <a:gd name="T6" fmla="*/ 0 w 8"/>
                <a:gd name="T7" fmla="*/ 3 h 126"/>
                <a:gd name="T8" fmla="*/ 1 w 8"/>
                <a:gd name="T9" fmla="*/ 7 h 126"/>
                <a:gd name="T10" fmla="*/ 1 w 8"/>
                <a:gd name="T11" fmla="*/ 5 h 126"/>
                <a:gd name="T12" fmla="*/ 1 w 8"/>
                <a:gd name="T13" fmla="*/ 4 h 126"/>
                <a:gd name="T14" fmla="*/ 1 w 8"/>
                <a:gd name="T15" fmla="*/ 9 h 126"/>
                <a:gd name="T16" fmla="*/ 1 w 8"/>
                <a:gd name="T17" fmla="*/ 10 h 126"/>
                <a:gd name="T18" fmla="*/ 1 w 8"/>
                <a:gd name="T19" fmla="*/ 6 h 126"/>
                <a:gd name="T20" fmla="*/ 1 w 8"/>
                <a:gd name="T21" fmla="*/ 3 h 126"/>
                <a:gd name="T22" fmla="*/ 2 w 8"/>
                <a:gd name="T23" fmla="*/ 1 h 126"/>
                <a:gd name="T24" fmla="*/ 2 w 8"/>
                <a:gd name="T25" fmla="*/ 1 h 126"/>
                <a:gd name="T26" fmla="*/ 2 w 8"/>
                <a:gd name="T27" fmla="*/ 7 h 126"/>
                <a:gd name="T28" fmla="*/ 2 w 8"/>
                <a:gd name="T29" fmla="*/ 13 h 126"/>
                <a:gd name="T30" fmla="*/ 2 w 8"/>
                <a:gd name="T31" fmla="*/ 11 h 126"/>
                <a:gd name="T32" fmla="*/ 2 w 8"/>
                <a:gd name="T33" fmla="*/ 11 h 126"/>
                <a:gd name="T34" fmla="*/ 2 w 8"/>
                <a:gd name="T35" fmla="*/ 21 h 126"/>
                <a:gd name="T36" fmla="*/ 3 w 8"/>
                <a:gd name="T37" fmla="*/ 30 h 126"/>
                <a:gd name="T38" fmla="*/ 3 w 8"/>
                <a:gd name="T39" fmla="*/ 28 h 126"/>
                <a:gd name="T40" fmla="*/ 3 w 8"/>
                <a:gd name="T41" fmla="*/ 30 h 126"/>
                <a:gd name="T42" fmla="*/ 3 w 8"/>
                <a:gd name="T43" fmla="*/ 39 h 126"/>
                <a:gd name="T44" fmla="*/ 4 w 8"/>
                <a:gd name="T45" fmla="*/ 42 h 126"/>
                <a:gd name="T46" fmla="*/ 4 w 8"/>
                <a:gd name="T47" fmla="*/ 43 h 126"/>
                <a:gd name="T48" fmla="*/ 4 w 8"/>
                <a:gd name="T49" fmla="*/ 49 h 126"/>
                <a:gd name="T50" fmla="*/ 4 w 8"/>
                <a:gd name="T51" fmla="*/ 53 h 126"/>
                <a:gd name="T52" fmla="*/ 4 w 8"/>
                <a:gd name="T53" fmla="*/ 52 h 126"/>
                <a:gd name="T54" fmla="*/ 4 w 8"/>
                <a:gd name="T55" fmla="*/ 57 h 126"/>
                <a:gd name="T56" fmla="*/ 4 w 8"/>
                <a:gd name="T57" fmla="*/ 64 h 126"/>
                <a:gd name="T58" fmla="*/ 5 w 8"/>
                <a:gd name="T59" fmla="*/ 66 h 126"/>
                <a:gd name="T60" fmla="*/ 5 w 8"/>
                <a:gd name="T61" fmla="*/ 67 h 126"/>
                <a:gd name="T62" fmla="*/ 5 w 8"/>
                <a:gd name="T63" fmla="*/ 73 h 126"/>
                <a:gd name="T64" fmla="*/ 5 w 8"/>
                <a:gd name="T65" fmla="*/ 80 h 126"/>
                <a:gd name="T66" fmla="*/ 5 w 8"/>
                <a:gd name="T67" fmla="*/ 78 h 126"/>
                <a:gd name="T68" fmla="*/ 6 w 8"/>
                <a:gd name="T69" fmla="*/ 79 h 126"/>
                <a:gd name="T70" fmla="*/ 6 w 8"/>
                <a:gd name="T71" fmla="*/ 90 h 126"/>
                <a:gd name="T72" fmla="*/ 6 w 8"/>
                <a:gd name="T73" fmla="*/ 100 h 126"/>
                <a:gd name="T74" fmla="*/ 6 w 8"/>
                <a:gd name="T75" fmla="*/ 99 h 126"/>
                <a:gd name="T76" fmla="*/ 6 w 8"/>
                <a:gd name="T77" fmla="*/ 95 h 126"/>
                <a:gd name="T78" fmla="*/ 6 w 8"/>
                <a:gd name="T79" fmla="*/ 97 h 126"/>
                <a:gd name="T80" fmla="*/ 6 w 8"/>
                <a:gd name="T81" fmla="*/ 102 h 126"/>
                <a:gd name="T82" fmla="*/ 7 w 8"/>
                <a:gd name="T83" fmla="*/ 105 h 126"/>
                <a:gd name="T84" fmla="*/ 7 w 8"/>
                <a:gd name="T85" fmla="*/ 109 h 126"/>
                <a:gd name="T86" fmla="*/ 7 w 8"/>
                <a:gd name="T87" fmla="*/ 108 h 126"/>
                <a:gd name="T88" fmla="*/ 7 w 8"/>
                <a:gd name="T89" fmla="*/ 99 h 126"/>
                <a:gd name="T90" fmla="*/ 7 w 8"/>
                <a:gd name="T91" fmla="*/ 97 h 126"/>
                <a:gd name="T92" fmla="*/ 7 w 8"/>
                <a:gd name="T93" fmla="*/ 108 h 126"/>
                <a:gd name="T94" fmla="*/ 7 w 8"/>
                <a:gd name="T95" fmla="*/ 109 h 126"/>
                <a:gd name="T96" fmla="*/ 8 w 8"/>
                <a:gd name="T97" fmla="*/ 92 h 126"/>
                <a:gd name="T98" fmla="*/ 8 w 8"/>
                <a:gd name="T99" fmla="*/ 90 h 126"/>
                <a:gd name="T100" fmla="*/ 8 w 8"/>
                <a:gd name="T101" fmla="*/ 113 h 126"/>
                <a:gd name="T102" fmla="*/ 8 w 8"/>
                <a:gd name="T103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26">
                  <a:moveTo>
                    <a:pt x="0" y="0"/>
                  </a:moveTo>
                  <a:lnTo>
                    <a:pt x="0" y="5"/>
                  </a:lnTo>
                  <a:lnTo>
                    <a:pt x="0" y="2"/>
                  </a:lnTo>
                  <a:lnTo>
                    <a:pt x="0" y="3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6"/>
                  </a:lnTo>
                  <a:lnTo>
                    <a:pt x="1" y="3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7"/>
                  </a:lnTo>
                  <a:lnTo>
                    <a:pt x="2" y="13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21"/>
                  </a:lnTo>
                  <a:lnTo>
                    <a:pt x="3" y="30"/>
                  </a:lnTo>
                  <a:lnTo>
                    <a:pt x="3" y="28"/>
                  </a:lnTo>
                  <a:lnTo>
                    <a:pt x="3" y="30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4" y="43"/>
                  </a:lnTo>
                  <a:lnTo>
                    <a:pt x="4" y="49"/>
                  </a:lnTo>
                  <a:lnTo>
                    <a:pt x="4" y="53"/>
                  </a:lnTo>
                  <a:lnTo>
                    <a:pt x="4" y="52"/>
                  </a:lnTo>
                  <a:lnTo>
                    <a:pt x="4" y="57"/>
                  </a:lnTo>
                  <a:lnTo>
                    <a:pt x="4" y="64"/>
                  </a:lnTo>
                  <a:lnTo>
                    <a:pt x="5" y="66"/>
                  </a:lnTo>
                  <a:lnTo>
                    <a:pt x="5" y="67"/>
                  </a:lnTo>
                  <a:lnTo>
                    <a:pt x="5" y="73"/>
                  </a:lnTo>
                  <a:lnTo>
                    <a:pt x="5" y="80"/>
                  </a:lnTo>
                  <a:lnTo>
                    <a:pt x="5" y="78"/>
                  </a:lnTo>
                  <a:lnTo>
                    <a:pt x="6" y="79"/>
                  </a:lnTo>
                  <a:lnTo>
                    <a:pt x="6" y="90"/>
                  </a:lnTo>
                  <a:lnTo>
                    <a:pt x="6" y="100"/>
                  </a:lnTo>
                  <a:lnTo>
                    <a:pt x="6" y="99"/>
                  </a:lnTo>
                  <a:lnTo>
                    <a:pt x="6" y="95"/>
                  </a:lnTo>
                  <a:lnTo>
                    <a:pt x="6" y="97"/>
                  </a:lnTo>
                  <a:lnTo>
                    <a:pt x="6" y="102"/>
                  </a:lnTo>
                  <a:lnTo>
                    <a:pt x="7" y="105"/>
                  </a:lnTo>
                  <a:lnTo>
                    <a:pt x="7" y="109"/>
                  </a:lnTo>
                  <a:lnTo>
                    <a:pt x="7" y="108"/>
                  </a:lnTo>
                  <a:lnTo>
                    <a:pt x="7" y="99"/>
                  </a:lnTo>
                  <a:lnTo>
                    <a:pt x="7" y="97"/>
                  </a:lnTo>
                  <a:lnTo>
                    <a:pt x="7" y="108"/>
                  </a:lnTo>
                  <a:lnTo>
                    <a:pt x="7" y="109"/>
                  </a:lnTo>
                  <a:lnTo>
                    <a:pt x="8" y="92"/>
                  </a:lnTo>
                  <a:lnTo>
                    <a:pt x="8" y="90"/>
                  </a:lnTo>
                  <a:lnTo>
                    <a:pt x="8" y="113"/>
                  </a:lnTo>
                  <a:lnTo>
                    <a:pt x="8" y="12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8" name="Freeform 731"/>
            <p:cNvSpPr/>
            <p:nvPr/>
          </p:nvSpPr>
          <p:spPr bwMode="auto">
            <a:xfrm>
              <a:off x="3425825" y="1933576"/>
              <a:ext cx="14288" cy="293688"/>
            </a:xfrm>
            <a:custGeom>
              <a:avLst/>
              <a:gdLst>
                <a:gd name="T0" fmla="*/ 0 w 9"/>
                <a:gd name="T1" fmla="*/ 161 h 185"/>
                <a:gd name="T2" fmla="*/ 0 w 9"/>
                <a:gd name="T3" fmla="*/ 174 h 185"/>
                <a:gd name="T4" fmla="*/ 1 w 9"/>
                <a:gd name="T5" fmla="*/ 165 h 185"/>
                <a:gd name="T6" fmla="*/ 1 w 9"/>
                <a:gd name="T7" fmla="*/ 164 h 185"/>
                <a:gd name="T8" fmla="*/ 1 w 9"/>
                <a:gd name="T9" fmla="*/ 175 h 185"/>
                <a:gd name="T10" fmla="*/ 1 w 9"/>
                <a:gd name="T11" fmla="*/ 182 h 185"/>
                <a:gd name="T12" fmla="*/ 1 w 9"/>
                <a:gd name="T13" fmla="*/ 185 h 185"/>
                <a:gd name="T14" fmla="*/ 1 w 9"/>
                <a:gd name="T15" fmla="*/ 183 h 185"/>
                <a:gd name="T16" fmla="*/ 1 w 9"/>
                <a:gd name="T17" fmla="*/ 160 h 185"/>
                <a:gd name="T18" fmla="*/ 2 w 9"/>
                <a:gd name="T19" fmla="*/ 139 h 185"/>
                <a:gd name="T20" fmla="*/ 2 w 9"/>
                <a:gd name="T21" fmla="*/ 147 h 185"/>
                <a:gd name="T22" fmla="*/ 2 w 9"/>
                <a:gd name="T23" fmla="*/ 156 h 185"/>
                <a:gd name="T24" fmla="*/ 2 w 9"/>
                <a:gd name="T25" fmla="*/ 139 h 185"/>
                <a:gd name="T26" fmla="*/ 2 w 9"/>
                <a:gd name="T27" fmla="*/ 119 h 185"/>
                <a:gd name="T28" fmla="*/ 3 w 9"/>
                <a:gd name="T29" fmla="*/ 122 h 185"/>
                <a:gd name="T30" fmla="*/ 3 w 9"/>
                <a:gd name="T31" fmla="*/ 127 h 185"/>
                <a:gd name="T32" fmla="*/ 3 w 9"/>
                <a:gd name="T33" fmla="*/ 119 h 185"/>
                <a:gd name="T34" fmla="*/ 3 w 9"/>
                <a:gd name="T35" fmla="*/ 108 h 185"/>
                <a:gd name="T36" fmla="*/ 3 w 9"/>
                <a:gd name="T37" fmla="*/ 96 h 185"/>
                <a:gd name="T38" fmla="*/ 3 w 9"/>
                <a:gd name="T39" fmla="*/ 76 h 185"/>
                <a:gd name="T40" fmla="*/ 3 w 9"/>
                <a:gd name="T41" fmla="*/ 61 h 185"/>
                <a:gd name="T42" fmla="*/ 4 w 9"/>
                <a:gd name="T43" fmla="*/ 55 h 185"/>
                <a:gd name="T44" fmla="*/ 4 w 9"/>
                <a:gd name="T45" fmla="*/ 42 h 185"/>
                <a:gd name="T46" fmla="*/ 4 w 9"/>
                <a:gd name="T47" fmla="*/ 24 h 185"/>
                <a:gd name="T48" fmla="*/ 4 w 9"/>
                <a:gd name="T49" fmla="*/ 20 h 185"/>
                <a:gd name="T50" fmla="*/ 5 w 9"/>
                <a:gd name="T51" fmla="*/ 21 h 185"/>
                <a:gd name="T52" fmla="*/ 5 w 9"/>
                <a:gd name="T53" fmla="*/ 11 h 185"/>
                <a:gd name="T54" fmla="*/ 5 w 9"/>
                <a:gd name="T55" fmla="*/ 3 h 185"/>
                <a:gd name="T56" fmla="*/ 5 w 9"/>
                <a:gd name="T57" fmla="*/ 6 h 185"/>
                <a:gd name="T58" fmla="*/ 5 w 9"/>
                <a:gd name="T59" fmla="*/ 11 h 185"/>
                <a:gd name="T60" fmla="*/ 5 w 9"/>
                <a:gd name="T61" fmla="*/ 8 h 185"/>
                <a:gd name="T62" fmla="*/ 5 w 9"/>
                <a:gd name="T63" fmla="*/ 2 h 185"/>
                <a:gd name="T64" fmla="*/ 6 w 9"/>
                <a:gd name="T65" fmla="*/ 1 h 185"/>
                <a:gd name="T66" fmla="*/ 6 w 9"/>
                <a:gd name="T67" fmla="*/ 6 h 185"/>
                <a:gd name="T68" fmla="*/ 6 w 9"/>
                <a:gd name="T69" fmla="*/ 7 h 185"/>
                <a:gd name="T70" fmla="*/ 6 w 9"/>
                <a:gd name="T71" fmla="*/ 4 h 185"/>
                <a:gd name="T72" fmla="*/ 6 w 9"/>
                <a:gd name="T73" fmla="*/ 1 h 185"/>
                <a:gd name="T74" fmla="*/ 6 w 9"/>
                <a:gd name="T75" fmla="*/ 0 h 185"/>
                <a:gd name="T76" fmla="*/ 6 w 9"/>
                <a:gd name="T77" fmla="*/ 6 h 185"/>
                <a:gd name="T78" fmla="*/ 7 w 9"/>
                <a:gd name="T79" fmla="*/ 17 h 185"/>
                <a:gd name="T80" fmla="*/ 7 w 9"/>
                <a:gd name="T81" fmla="*/ 25 h 185"/>
                <a:gd name="T82" fmla="*/ 7 w 9"/>
                <a:gd name="T83" fmla="*/ 27 h 185"/>
                <a:gd name="T84" fmla="*/ 7 w 9"/>
                <a:gd name="T85" fmla="*/ 29 h 185"/>
                <a:gd name="T86" fmla="*/ 7 w 9"/>
                <a:gd name="T87" fmla="*/ 34 h 185"/>
                <a:gd name="T88" fmla="*/ 8 w 9"/>
                <a:gd name="T89" fmla="*/ 39 h 185"/>
                <a:gd name="T90" fmla="*/ 8 w 9"/>
                <a:gd name="T91" fmla="*/ 42 h 185"/>
                <a:gd name="T92" fmla="*/ 8 w 9"/>
                <a:gd name="T93" fmla="*/ 45 h 185"/>
                <a:gd name="T94" fmla="*/ 8 w 9"/>
                <a:gd name="T95" fmla="*/ 45 h 185"/>
                <a:gd name="T96" fmla="*/ 8 w 9"/>
                <a:gd name="T97" fmla="*/ 39 h 185"/>
                <a:gd name="T98" fmla="*/ 8 w 9"/>
                <a:gd name="T99" fmla="*/ 33 h 185"/>
                <a:gd name="T100" fmla="*/ 9 w 9"/>
                <a:gd name="T101" fmla="*/ 35 h 185"/>
                <a:gd name="T102" fmla="*/ 9 w 9"/>
                <a:gd name="T103" fmla="*/ 4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85">
                  <a:moveTo>
                    <a:pt x="0" y="161"/>
                  </a:moveTo>
                  <a:lnTo>
                    <a:pt x="0" y="174"/>
                  </a:lnTo>
                  <a:lnTo>
                    <a:pt x="1" y="165"/>
                  </a:lnTo>
                  <a:lnTo>
                    <a:pt x="1" y="164"/>
                  </a:lnTo>
                  <a:lnTo>
                    <a:pt x="1" y="175"/>
                  </a:lnTo>
                  <a:lnTo>
                    <a:pt x="1" y="182"/>
                  </a:lnTo>
                  <a:lnTo>
                    <a:pt x="1" y="185"/>
                  </a:lnTo>
                  <a:lnTo>
                    <a:pt x="1" y="183"/>
                  </a:lnTo>
                  <a:lnTo>
                    <a:pt x="1" y="160"/>
                  </a:lnTo>
                  <a:lnTo>
                    <a:pt x="2" y="139"/>
                  </a:lnTo>
                  <a:lnTo>
                    <a:pt x="2" y="147"/>
                  </a:lnTo>
                  <a:lnTo>
                    <a:pt x="2" y="156"/>
                  </a:lnTo>
                  <a:lnTo>
                    <a:pt x="2" y="139"/>
                  </a:lnTo>
                  <a:lnTo>
                    <a:pt x="2" y="119"/>
                  </a:lnTo>
                  <a:lnTo>
                    <a:pt x="3" y="122"/>
                  </a:lnTo>
                  <a:lnTo>
                    <a:pt x="3" y="127"/>
                  </a:lnTo>
                  <a:lnTo>
                    <a:pt x="3" y="119"/>
                  </a:lnTo>
                  <a:lnTo>
                    <a:pt x="3" y="108"/>
                  </a:lnTo>
                  <a:lnTo>
                    <a:pt x="3" y="96"/>
                  </a:lnTo>
                  <a:lnTo>
                    <a:pt x="3" y="76"/>
                  </a:lnTo>
                  <a:lnTo>
                    <a:pt x="3" y="61"/>
                  </a:lnTo>
                  <a:lnTo>
                    <a:pt x="4" y="55"/>
                  </a:lnTo>
                  <a:lnTo>
                    <a:pt x="4" y="42"/>
                  </a:lnTo>
                  <a:lnTo>
                    <a:pt x="4" y="24"/>
                  </a:lnTo>
                  <a:lnTo>
                    <a:pt x="4" y="20"/>
                  </a:lnTo>
                  <a:lnTo>
                    <a:pt x="5" y="21"/>
                  </a:lnTo>
                  <a:lnTo>
                    <a:pt x="5" y="11"/>
                  </a:lnTo>
                  <a:lnTo>
                    <a:pt x="5" y="3"/>
                  </a:lnTo>
                  <a:lnTo>
                    <a:pt x="5" y="6"/>
                  </a:lnTo>
                  <a:lnTo>
                    <a:pt x="5" y="11"/>
                  </a:lnTo>
                  <a:lnTo>
                    <a:pt x="5" y="8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6"/>
                  </a:lnTo>
                  <a:lnTo>
                    <a:pt x="6" y="7"/>
                  </a:lnTo>
                  <a:lnTo>
                    <a:pt x="6" y="4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6"/>
                  </a:lnTo>
                  <a:lnTo>
                    <a:pt x="7" y="17"/>
                  </a:lnTo>
                  <a:lnTo>
                    <a:pt x="7" y="25"/>
                  </a:lnTo>
                  <a:lnTo>
                    <a:pt x="7" y="27"/>
                  </a:lnTo>
                  <a:lnTo>
                    <a:pt x="7" y="29"/>
                  </a:lnTo>
                  <a:lnTo>
                    <a:pt x="7" y="34"/>
                  </a:lnTo>
                  <a:lnTo>
                    <a:pt x="8" y="39"/>
                  </a:lnTo>
                  <a:lnTo>
                    <a:pt x="8" y="42"/>
                  </a:lnTo>
                  <a:lnTo>
                    <a:pt x="8" y="45"/>
                  </a:lnTo>
                  <a:lnTo>
                    <a:pt x="8" y="45"/>
                  </a:lnTo>
                  <a:lnTo>
                    <a:pt x="8" y="39"/>
                  </a:lnTo>
                  <a:lnTo>
                    <a:pt x="8" y="33"/>
                  </a:lnTo>
                  <a:lnTo>
                    <a:pt x="9" y="35"/>
                  </a:lnTo>
                  <a:lnTo>
                    <a:pt x="9" y="4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9" name="Freeform 732"/>
            <p:cNvSpPr/>
            <p:nvPr/>
          </p:nvSpPr>
          <p:spPr bwMode="auto">
            <a:xfrm>
              <a:off x="3440113" y="1912939"/>
              <a:ext cx="12700" cy="127000"/>
            </a:xfrm>
            <a:custGeom>
              <a:avLst/>
              <a:gdLst>
                <a:gd name="T0" fmla="*/ 0 w 8"/>
                <a:gd name="T1" fmla="*/ 48 h 80"/>
                <a:gd name="T2" fmla="*/ 0 w 8"/>
                <a:gd name="T3" fmla="*/ 53 h 80"/>
                <a:gd name="T4" fmla="*/ 0 w 8"/>
                <a:gd name="T5" fmla="*/ 57 h 80"/>
                <a:gd name="T6" fmla="*/ 0 w 8"/>
                <a:gd name="T7" fmla="*/ 58 h 80"/>
                <a:gd name="T8" fmla="*/ 0 w 8"/>
                <a:gd name="T9" fmla="*/ 56 h 80"/>
                <a:gd name="T10" fmla="*/ 1 w 8"/>
                <a:gd name="T11" fmla="*/ 49 h 80"/>
                <a:gd name="T12" fmla="*/ 1 w 8"/>
                <a:gd name="T13" fmla="*/ 47 h 80"/>
                <a:gd name="T14" fmla="*/ 1 w 8"/>
                <a:gd name="T15" fmla="*/ 50 h 80"/>
                <a:gd name="T16" fmla="*/ 1 w 8"/>
                <a:gd name="T17" fmla="*/ 50 h 80"/>
                <a:gd name="T18" fmla="*/ 1 w 8"/>
                <a:gd name="T19" fmla="*/ 43 h 80"/>
                <a:gd name="T20" fmla="*/ 1 w 8"/>
                <a:gd name="T21" fmla="*/ 40 h 80"/>
                <a:gd name="T22" fmla="*/ 1 w 8"/>
                <a:gd name="T23" fmla="*/ 39 h 80"/>
                <a:gd name="T24" fmla="*/ 2 w 8"/>
                <a:gd name="T25" fmla="*/ 35 h 80"/>
                <a:gd name="T26" fmla="*/ 2 w 8"/>
                <a:gd name="T27" fmla="*/ 28 h 80"/>
                <a:gd name="T28" fmla="*/ 2 w 8"/>
                <a:gd name="T29" fmla="*/ 21 h 80"/>
                <a:gd name="T30" fmla="*/ 2 w 8"/>
                <a:gd name="T31" fmla="*/ 21 h 80"/>
                <a:gd name="T32" fmla="*/ 2 w 8"/>
                <a:gd name="T33" fmla="*/ 21 h 80"/>
                <a:gd name="T34" fmla="*/ 2 w 8"/>
                <a:gd name="T35" fmla="*/ 13 h 80"/>
                <a:gd name="T36" fmla="*/ 2 w 8"/>
                <a:gd name="T37" fmla="*/ 6 h 80"/>
                <a:gd name="T38" fmla="*/ 3 w 8"/>
                <a:gd name="T39" fmla="*/ 8 h 80"/>
                <a:gd name="T40" fmla="*/ 3 w 8"/>
                <a:gd name="T41" fmla="*/ 19 h 80"/>
                <a:gd name="T42" fmla="*/ 3 w 8"/>
                <a:gd name="T43" fmla="*/ 36 h 80"/>
                <a:gd name="T44" fmla="*/ 3 w 8"/>
                <a:gd name="T45" fmla="*/ 45 h 80"/>
                <a:gd name="T46" fmla="*/ 4 w 8"/>
                <a:gd name="T47" fmla="*/ 42 h 80"/>
                <a:gd name="T48" fmla="*/ 4 w 8"/>
                <a:gd name="T49" fmla="*/ 42 h 80"/>
                <a:gd name="T50" fmla="*/ 4 w 8"/>
                <a:gd name="T51" fmla="*/ 52 h 80"/>
                <a:gd name="T52" fmla="*/ 4 w 8"/>
                <a:gd name="T53" fmla="*/ 61 h 80"/>
                <a:gd name="T54" fmla="*/ 4 w 8"/>
                <a:gd name="T55" fmla="*/ 63 h 80"/>
                <a:gd name="T56" fmla="*/ 4 w 8"/>
                <a:gd name="T57" fmla="*/ 59 h 80"/>
                <a:gd name="T58" fmla="*/ 4 w 8"/>
                <a:gd name="T59" fmla="*/ 52 h 80"/>
                <a:gd name="T60" fmla="*/ 5 w 8"/>
                <a:gd name="T61" fmla="*/ 52 h 80"/>
                <a:gd name="T62" fmla="*/ 5 w 8"/>
                <a:gd name="T63" fmla="*/ 60 h 80"/>
                <a:gd name="T64" fmla="*/ 5 w 8"/>
                <a:gd name="T65" fmla="*/ 67 h 80"/>
                <a:gd name="T66" fmla="*/ 5 w 8"/>
                <a:gd name="T67" fmla="*/ 70 h 80"/>
                <a:gd name="T68" fmla="*/ 5 w 8"/>
                <a:gd name="T69" fmla="*/ 72 h 80"/>
                <a:gd name="T70" fmla="*/ 6 w 8"/>
                <a:gd name="T71" fmla="*/ 75 h 80"/>
                <a:gd name="T72" fmla="*/ 6 w 8"/>
                <a:gd name="T73" fmla="*/ 80 h 80"/>
                <a:gd name="T74" fmla="*/ 6 w 8"/>
                <a:gd name="T75" fmla="*/ 75 h 80"/>
                <a:gd name="T76" fmla="*/ 6 w 8"/>
                <a:gd name="T77" fmla="*/ 64 h 80"/>
                <a:gd name="T78" fmla="*/ 6 w 8"/>
                <a:gd name="T79" fmla="*/ 63 h 80"/>
                <a:gd name="T80" fmla="*/ 6 w 8"/>
                <a:gd name="T81" fmla="*/ 63 h 80"/>
                <a:gd name="T82" fmla="*/ 6 w 8"/>
                <a:gd name="T83" fmla="*/ 51 h 80"/>
                <a:gd name="T84" fmla="*/ 7 w 8"/>
                <a:gd name="T85" fmla="*/ 38 h 80"/>
                <a:gd name="T86" fmla="*/ 7 w 8"/>
                <a:gd name="T87" fmla="*/ 38 h 80"/>
                <a:gd name="T88" fmla="*/ 7 w 8"/>
                <a:gd name="T89" fmla="*/ 40 h 80"/>
                <a:gd name="T90" fmla="*/ 7 w 8"/>
                <a:gd name="T91" fmla="*/ 33 h 80"/>
                <a:gd name="T92" fmla="*/ 7 w 8"/>
                <a:gd name="T93" fmla="*/ 25 h 80"/>
                <a:gd name="T94" fmla="*/ 7 w 8"/>
                <a:gd name="T95" fmla="*/ 25 h 80"/>
                <a:gd name="T96" fmla="*/ 7 w 8"/>
                <a:gd name="T97" fmla="*/ 25 h 80"/>
                <a:gd name="T98" fmla="*/ 8 w 8"/>
                <a:gd name="T99" fmla="*/ 17 h 80"/>
                <a:gd name="T100" fmla="*/ 8 w 8"/>
                <a:gd name="T101" fmla="*/ 8 h 80"/>
                <a:gd name="T102" fmla="*/ 8 w 8"/>
                <a:gd name="T10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80">
                  <a:moveTo>
                    <a:pt x="0" y="48"/>
                  </a:moveTo>
                  <a:lnTo>
                    <a:pt x="0" y="53"/>
                  </a:lnTo>
                  <a:lnTo>
                    <a:pt x="0" y="57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50"/>
                  </a:lnTo>
                  <a:lnTo>
                    <a:pt x="1" y="50"/>
                  </a:lnTo>
                  <a:lnTo>
                    <a:pt x="1" y="43"/>
                  </a:lnTo>
                  <a:lnTo>
                    <a:pt x="1" y="40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28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2" y="13"/>
                  </a:lnTo>
                  <a:lnTo>
                    <a:pt x="2" y="6"/>
                  </a:lnTo>
                  <a:lnTo>
                    <a:pt x="3" y="8"/>
                  </a:lnTo>
                  <a:lnTo>
                    <a:pt x="3" y="19"/>
                  </a:lnTo>
                  <a:lnTo>
                    <a:pt x="3" y="36"/>
                  </a:lnTo>
                  <a:lnTo>
                    <a:pt x="3" y="45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4" y="52"/>
                  </a:lnTo>
                  <a:lnTo>
                    <a:pt x="4" y="61"/>
                  </a:lnTo>
                  <a:lnTo>
                    <a:pt x="4" y="63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5" y="52"/>
                  </a:lnTo>
                  <a:lnTo>
                    <a:pt x="5" y="60"/>
                  </a:lnTo>
                  <a:lnTo>
                    <a:pt x="5" y="67"/>
                  </a:lnTo>
                  <a:lnTo>
                    <a:pt x="5" y="70"/>
                  </a:lnTo>
                  <a:lnTo>
                    <a:pt x="5" y="72"/>
                  </a:lnTo>
                  <a:lnTo>
                    <a:pt x="6" y="75"/>
                  </a:lnTo>
                  <a:lnTo>
                    <a:pt x="6" y="80"/>
                  </a:lnTo>
                  <a:lnTo>
                    <a:pt x="6" y="75"/>
                  </a:lnTo>
                  <a:lnTo>
                    <a:pt x="6" y="64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6" y="51"/>
                  </a:lnTo>
                  <a:lnTo>
                    <a:pt x="7" y="38"/>
                  </a:lnTo>
                  <a:lnTo>
                    <a:pt x="7" y="38"/>
                  </a:lnTo>
                  <a:lnTo>
                    <a:pt x="7" y="40"/>
                  </a:lnTo>
                  <a:lnTo>
                    <a:pt x="7" y="33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8" y="17"/>
                  </a:lnTo>
                  <a:lnTo>
                    <a:pt x="8" y="8"/>
                  </a:lnTo>
                  <a:lnTo>
                    <a:pt x="8" y="0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0" name="Freeform 733"/>
            <p:cNvSpPr/>
            <p:nvPr/>
          </p:nvSpPr>
          <p:spPr bwMode="auto">
            <a:xfrm>
              <a:off x="3452813" y="1885951"/>
              <a:ext cx="14288" cy="119063"/>
            </a:xfrm>
            <a:custGeom>
              <a:avLst/>
              <a:gdLst>
                <a:gd name="T0" fmla="*/ 0 w 9"/>
                <a:gd name="T1" fmla="*/ 25 h 75"/>
                <a:gd name="T2" fmla="*/ 0 w 9"/>
                <a:gd name="T3" fmla="*/ 17 h 75"/>
                <a:gd name="T4" fmla="*/ 0 w 9"/>
                <a:gd name="T5" fmla="*/ 11 h 75"/>
                <a:gd name="T6" fmla="*/ 1 w 9"/>
                <a:gd name="T7" fmla="*/ 12 h 75"/>
                <a:gd name="T8" fmla="*/ 1 w 9"/>
                <a:gd name="T9" fmla="*/ 16 h 75"/>
                <a:gd name="T10" fmla="*/ 1 w 9"/>
                <a:gd name="T11" fmla="*/ 13 h 75"/>
                <a:gd name="T12" fmla="*/ 1 w 9"/>
                <a:gd name="T13" fmla="*/ 3 h 75"/>
                <a:gd name="T14" fmla="*/ 1 w 9"/>
                <a:gd name="T15" fmla="*/ 0 h 75"/>
                <a:gd name="T16" fmla="*/ 1 w 9"/>
                <a:gd name="T17" fmla="*/ 8 h 75"/>
                <a:gd name="T18" fmla="*/ 1 w 9"/>
                <a:gd name="T19" fmla="*/ 12 h 75"/>
                <a:gd name="T20" fmla="*/ 2 w 9"/>
                <a:gd name="T21" fmla="*/ 10 h 75"/>
                <a:gd name="T22" fmla="*/ 2 w 9"/>
                <a:gd name="T23" fmla="*/ 11 h 75"/>
                <a:gd name="T24" fmla="*/ 2 w 9"/>
                <a:gd name="T25" fmla="*/ 18 h 75"/>
                <a:gd name="T26" fmla="*/ 2 w 9"/>
                <a:gd name="T27" fmla="*/ 22 h 75"/>
                <a:gd name="T28" fmla="*/ 2 w 9"/>
                <a:gd name="T29" fmla="*/ 22 h 75"/>
                <a:gd name="T30" fmla="*/ 3 w 9"/>
                <a:gd name="T31" fmla="*/ 24 h 75"/>
                <a:gd name="T32" fmla="*/ 3 w 9"/>
                <a:gd name="T33" fmla="*/ 27 h 75"/>
                <a:gd name="T34" fmla="*/ 3 w 9"/>
                <a:gd name="T35" fmla="*/ 31 h 75"/>
                <a:gd name="T36" fmla="*/ 3 w 9"/>
                <a:gd name="T37" fmla="*/ 32 h 75"/>
                <a:gd name="T38" fmla="*/ 3 w 9"/>
                <a:gd name="T39" fmla="*/ 26 h 75"/>
                <a:gd name="T40" fmla="*/ 3 w 9"/>
                <a:gd name="T41" fmla="*/ 15 h 75"/>
                <a:gd name="T42" fmla="*/ 3 w 9"/>
                <a:gd name="T43" fmla="*/ 11 h 75"/>
                <a:gd name="T44" fmla="*/ 4 w 9"/>
                <a:gd name="T45" fmla="*/ 16 h 75"/>
                <a:gd name="T46" fmla="*/ 4 w 9"/>
                <a:gd name="T47" fmla="*/ 23 h 75"/>
                <a:gd name="T48" fmla="*/ 4 w 9"/>
                <a:gd name="T49" fmla="*/ 23 h 75"/>
                <a:gd name="T50" fmla="*/ 4 w 9"/>
                <a:gd name="T51" fmla="*/ 18 h 75"/>
                <a:gd name="T52" fmla="*/ 4 w 9"/>
                <a:gd name="T53" fmla="*/ 16 h 75"/>
                <a:gd name="T54" fmla="*/ 4 w 9"/>
                <a:gd name="T55" fmla="*/ 19 h 75"/>
                <a:gd name="T56" fmla="*/ 5 w 9"/>
                <a:gd name="T57" fmla="*/ 21 h 75"/>
                <a:gd name="T58" fmla="*/ 5 w 9"/>
                <a:gd name="T59" fmla="*/ 18 h 75"/>
                <a:gd name="T60" fmla="*/ 5 w 9"/>
                <a:gd name="T61" fmla="*/ 15 h 75"/>
                <a:gd name="T62" fmla="*/ 5 w 9"/>
                <a:gd name="T63" fmla="*/ 10 h 75"/>
                <a:gd name="T64" fmla="*/ 5 w 9"/>
                <a:gd name="T65" fmla="*/ 3 h 75"/>
                <a:gd name="T66" fmla="*/ 6 w 9"/>
                <a:gd name="T67" fmla="*/ 1 h 75"/>
                <a:gd name="T68" fmla="*/ 6 w 9"/>
                <a:gd name="T69" fmla="*/ 2 h 75"/>
                <a:gd name="T70" fmla="*/ 6 w 9"/>
                <a:gd name="T71" fmla="*/ 6 h 75"/>
                <a:gd name="T72" fmla="*/ 6 w 9"/>
                <a:gd name="T73" fmla="*/ 12 h 75"/>
                <a:gd name="T74" fmla="*/ 6 w 9"/>
                <a:gd name="T75" fmla="*/ 18 h 75"/>
                <a:gd name="T76" fmla="*/ 6 w 9"/>
                <a:gd name="T77" fmla="*/ 19 h 75"/>
                <a:gd name="T78" fmla="*/ 6 w 9"/>
                <a:gd name="T79" fmla="*/ 20 h 75"/>
                <a:gd name="T80" fmla="*/ 7 w 9"/>
                <a:gd name="T81" fmla="*/ 26 h 75"/>
                <a:gd name="T82" fmla="*/ 7 w 9"/>
                <a:gd name="T83" fmla="*/ 36 h 75"/>
                <a:gd name="T84" fmla="*/ 7 w 9"/>
                <a:gd name="T85" fmla="*/ 44 h 75"/>
                <a:gd name="T86" fmla="*/ 7 w 9"/>
                <a:gd name="T87" fmla="*/ 47 h 75"/>
                <a:gd name="T88" fmla="*/ 8 w 9"/>
                <a:gd name="T89" fmla="*/ 48 h 75"/>
                <a:gd name="T90" fmla="*/ 8 w 9"/>
                <a:gd name="T91" fmla="*/ 52 h 75"/>
                <a:gd name="T92" fmla="*/ 8 w 9"/>
                <a:gd name="T93" fmla="*/ 58 h 75"/>
                <a:gd name="T94" fmla="*/ 8 w 9"/>
                <a:gd name="T95" fmla="*/ 61 h 75"/>
                <a:gd name="T96" fmla="*/ 8 w 9"/>
                <a:gd name="T97" fmla="*/ 64 h 75"/>
                <a:gd name="T98" fmla="*/ 8 w 9"/>
                <a:gd name="T99" fmla="*/ 70 h 75"/>
                <a:gd name="T100" fmla="*/ 8 w 9"/>
                <a:gd name="T101" fmla="*/ 75 h 75"/>
                <a:gd name="T102" fmla="*/ 9 w 9"/>
                <a:gd name="T103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75">
                  <a:moveTo>
                    <a:pt x="0" y="25"/>
                  </a:moveTo>
                  <a:lnTo>
                    <a:pt x="0" y="17"/>
                  </a:lnTo>
                  <a:lnTo>
                    <a:pt x="0" y="11"/>
                  </a:lnTo>
                  <a:lnTo>
                    <a:pt x="1" y="12"/>
                  </a:lnTo>
                  <a:lnTo>
                    <a:pt x="1" y="16"/>
                  </a:lnTo>
                  <a:lnTo>
                    <a:pt x="1" y="13"/>
                  </a:lnTo>
                  <a:lnTo>
                    <a:pt x="1" y="3"/>
                  </a:lnTo>
                  <a:lnTo>
                    <a:pt x="1" y="0"/>
                  </a:lnTo>
                  <a:lnTo>
                    <a:pt x="1" y="8"/>
                  </a:lnTo>
                  <a:lnTo>
                    <a:pt x="1" y="12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2" y="18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3" y="31"/>
                  </a:lnTo>
                  <a:lnTo>
                    <a:pt x="3" y="32"/>
                  </a:lnTo>
                  <a:lnTo>
                    <a:pt x="3" y="26"/>
                  </a:lnTo>
                  <a:lnTo>
                    <a:pt x="3" y="15"/>
                  </a:lnTo>
                  <a:lnTo>
                    <a:pt x="3" y="11"/>
                  </a:lnTo>
                  <a:lnTo>
                    <a:pt x="4" y="16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4" y="18"/>
                  </a:lnTo>
                  <a:lnTo>
                    <a:pt x="4" y="16"/>
                  </a:lnTo>
                  <a:lnTo>
                    <a:pt x="4" y="19"/>
                  </a:lnTo>
                  <a:lnTo>
                    <a:pt x="5" y="21"/>
                  </a:lnTo>
                  <a:lnTo>
                    <a:pt x="5" y="18"/>
                  </a:lnTo>
                  <a:lnTo>
                    <a:pt x="5" y="15"/>
                  </a:lnTo>
                  <a:lnTo>
                    <a:pt x="5" y="10"/>
                  </a:lnTo>
                  <a:lnTo>
                    <a:pt x="5" y="3"/>
                  </a:lnTo>
                  <a:lnTo>
                    <a:pt x="6" y="1"/>
                  </a:lnTo>
                  <a:lnTo>
                    <a:pt x="6" y="2"/>
                  </a:lnTo>
                  <a:lnTo>
                    <a:pt x="6" y="6"/>
                  </a:lnTo>
                  <a:lnTo>
                    <a:pt x="6" y="12"/>
                  </a:lnTo>
                  <a:lnTo>
                    <a:pt x="6" y="18"/>
                  </a:lnTo>
                  <a:lnTo>
                    <a:pt x="6" y="19"/>
                  </a:lnTo>
                  <a:lnTo>
                    <a:pt x="6" y="20"/>
                  </a:lnTo>
                  <a:lnTo>
                    <a:pt x="7" y="26"/>
                  </a:lnTo>
                  <a:lnTo>
                    <a:pt x="7" y="36"/>
                  </a:lnTo>
                  <a:lnTo>
                    <a:pt x="7" y="44"/>
                  </a:lnTo>
                  <a:lnTo>
                    <a:pt x="7" y="47"/>
                  </a:lnTo>
                  <a:lnTo>
                    <a:pt x="8" y="48"/>
                  </a:lnTo>
                  <a:lnTo>
                    <a:pt x="8" y="52"/>
                  </a:lnTo>
                  <a:lnTo>
                    <a:pt x="8" y="58"/>
                  </a:lnTo>
                  <a:lnTo>
                    <a:pt x="8" y="61"/>
                  </a:lnTo>
                  <a:lnTo>
                    <a:pt x="8" y="64"/>
                  </a:lnTo>
                  <a:lnTo>
                    <a:pt x="8" y="70"/>
                  </a:lnTo>
                  <a:lnTo>
                    <a:pt x="8" y="75"/>
                  </a:lnTo>
                  <a:lnTo>
                    <a:pt x="9" y="75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1" name="Freeform 734"/>
            <p:cNvSpPr/>
            <p:nvPr/>
          </p:nvSpPr>
          <p:spPr bwMode="auto">
            <a:xfrm>
              <a:off x="3465513" y="2005014"/>
              <a:ext cx="14288" cy="176213"/>
            </a:xfrm>
            <a:custGeom>
              <a:avLst/>
              <a:gdLst>
                <a:gd name="T0" fmla="*/ 0 w 9"/>
                <a:gd name="T1" fmla="*/ 0 h 111"/>
                <a:gd name="T2" fmla="*/ 1 w 9"/>
                <a:gd name="T3" fmla="*/ 0 h 111"/>
                <a:gd name="T4" fmla="*/ 1 w 9"/>
                <a:gd name="T5" fmla="*/ 5 h 111"/>
                <a:gd name="T6" fmla="*/ 1 w 9"/>
                <a:gd name="T7" fmla="*/ 11 h 111"/>
                <a:gd name="T8" fmla="*/ 1 w 9"/>
                <a:gd name="T9" fmla="*/ 16 h 111"/>
                <a:gd name="T10" fmla="*/ 1 w 9"/>
                <a:gd name="T11" fmla="*/ 23 h 111"/>
                <a:gd name="T12" fmla="*/ 1 w 9"/>
                <a:gd name="T13" fmla="*/ 27 h 111"/>
                <a:gd name="T14" fmla="*/ 1 w 9"/>
                <a:gd name="T15" fmla="*/ 24 h 111"/>
                <a:gd name="T16" fmla="*/ 2 w 9"/>
                <a:gd name="T17" fmla="*/ 25 h 111"/>
                <a:gd name="T18" fmla="*/ 2 w 9"/>
                <a:gd name="T19" fmla="*/ 31 h 111"/>
                <a:gd name="T20" fmla="*/ 2 w 9"/>
                <a:gd name="T21" fmla="*/ 31 h 111"/>
                <a:gd name="T22" fmla="*/ 2 w 9"/>
                <a:gd name="T23" fmla="*/ 25 h 111"/>
                <a:gd name="T24" fmla="*/ 2 w 9"/>
                <a:gd name="T25" fmla="*/ 20 h 111"/>
                <a:gd name="T26" fmla="*/ 3 w 9"/>
                <a:gd name="T27" fmla="*/ 21 h 111"/>
                <a:gd name="T28" fmla="*/ 3 w 9"/>
                <a:gd name="T29" fmla="*/ 27 h 111"/>
                <a:gd name="T30" fmla="*/ 3 w 9"/>
                <a:gd name="T31" fmla="*/ 26 h 111"/>
                <a:gd name="T32" fmla="*/ 3 w 9"/>
                <a:gd name="T33" fmla="*/ 18 h 111"/>
                <a:gd name="T34" fmla="*/ 3 w 9"/>
                <a:gd name="T35" fmla="*/ 16 h 111"/>
                <a:gd name="T36" fmla="*/ 3 w 9"/>
                <a:gd name="T37" fmla="*/ 20 h 111"/>
                <a:gd name="T38" fmla="*/ 3 w 9"/>
                <a:gd name="T39" fmla="*/ 19 h 111"/>
                <a:gd name="T40" fmla="*/ 4 w 9"/>
                <a:gd name="T41" fmla="*/ 14 h 111"/>
                <a:gd name="T42" fmla="*/ 4 w 9"/>
                <a:gd name="T43" fmla="*/ 12 h 111"/>
                <a:gd name="T44" fmla="*/ 4 w 9"/>
                <a:gd name="T45" fmla="*/ 12 h 111"/>
                <a:gd name="T46" fmla="*/ 4 w 9"/>
                <a:gd name="T47" fmla="*/ 14 h 111"/>
                <a:gd name="T48" fmla="*/ 5 w 9"/>
                <a:gd name="T49" fmla="*/ 15 h 111"/>
                <a:gd name="T50" fmla="*/ 5 w 9"/>
                <a:gd name="T51" fmla="*/ 21 h 111"/>
                <a:gd name="T52" fmla="*/ 5 w 9"/>
                <a:gd name="T53" fmla="*/ 32 h 111"/>
                <a:gd name="T54" fmla="*/ 5 w 9"/>
                <a:gd name="T55" fmla="*/ 34 h 111"/>
                <a:gd name="T56" fmla="*/ 5 w 9"/>
                <a:gd name="T57" fmla="*/ 32 h 111"/>
                <a:gd name="T58" fmla="*/ 5 w 9"/>
                <a:gd name="T59" fmla="*/ 42 h 111"/>
                <a:gd name="T60" fmla="*/ 5 w 9"/>
                <a:gd name="T61" fmla="*/ 52 h 111"/>
                <a:gd name="T62" fmla="*/ 6 w 9"/>
                <a:gd name="T63" fmla="*/ 51 h 111"/>
                <a:gd name="T64" fmla="*/ 6 w 9"/>
                <a:gd name="T65" fmla="*/ 60 h 111"/>
                <a:gd name="T66" fmla="*/ 6 w 9"/>
                <a:gd name="T67" fmla="*/ 73 h 111"/>
                <a:gd name="T68" fmla="*/ 6 w 9"/>
                <a:gd name="T69" fmla="*/ 70 h 111"/>
                <a:gd name="T70" fmla="*/ 6 w 9"/>
                <a:gd name="T71" fmla="*/ 68 h 111"/>
                <a:gd name="T72" fmla="*/ 6 w 9"/>
                <a:gd name="T73" fmla="*/ 81 h 111"/>
                <a:gd name="T74" fmla="*/ 6 w 9"/>
                <a:gd name="T75" fmla="*/ 88 h 111"/>
                <a:gd name="T76" fmla="*/ 7 w 9"/>
                <a:gd name="T77" fmla="*/ 89 h 111"/>
                <a:gd name="T78" fmla="*/ 7 w 9"/>
                <a:gd name="T79" fmla="*/ 91 h 111"/>
                <a:gd name="T80" fmla="*/ 7 w 9"/>
                <a:gd name="T81" fmla="*/ 85 h 111"/>
                <a:gd name="T82" fmla="*/ 7 w 9"/>
                <a:gd name="T83" fmla="*/ 79 h 111"/>
                <a:gd name="T84" fmla="*/ 7 w 9"/>
                <a:gd name="T85" fmla="*/ 86 h 111"/>
                <a:gd name="T86" fmla="*/ 8 w 9"/>
                <a:gd name="T87" fmla="*/ 93 h 111"/>
                <a:gd name="T88" fmla="*/ 8 w 9"/>
                <a:gd name="T89" fmla="*/ 95 h 111"/>
                <a:gd name="T90" fmla="*/ 8 w 9"/>
                <a:gd name="T91" fmla="*/ 96 h 111"/>
                <a:gd name="T92" fmla="*/ 8 w 9"/>
                <a:gd name="T93" fmla="*/ 94 h 111"/>
                <a:gd name="T94" fmla="*/ 8 w 9"/>
                <a:gd name="T95" fmla="*/ 97 h 111"/>
                <a:gd name="T96" fmla="*/ 8 w 9"/>
                <a:gd name="T97" fmla="*/ 106 h 111"/>
                <a:gd name="T98" fmla="*/ 8 w 9"/>
                <a:gd name="T99" fmla="*/ 111 h 111"/>
                <a:gd name="T100" fmla="*/ 9 w 9"/>
                <a:gd name="T101" fmla="*/ 109 h 111"/>
                <a:gd name="T102" fmla="*/ 9 w 9"/>
                <a:gd name="T103" fmla="*/ 109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111">
                  <a:moveTo>
                    <a:pt x="0" y="0"/>
                  </a:moveTo>
                  <a:lnTo>
                    <a:pt x="1" y="0"/>
                  </a:lnTo>
                  <a:lnTo>
                    <a:pt x="1" y="5"/>
                  </a:lnTo>
                  <a:lnTo>
                    <a:pt x="1" y="11"/>
                  </a:lnTo>
                  <a:lnTo>
                    <a:pt x="1" y="16"/>
                  </a:lnTo>
                  <a:lnTo>
                    <a:pt x="1" y="23"/>
                  </a:lnTo>
                  <a:lnTo>
                    <a:pt x="1" y="27"/>
                  </a:lnTo>
                  <a:lnTo>
                    <a:pt x="1" y="24"/>
                  </a:lnTo>
                  <a:lnTo>
                    <a:pt x="2" y="25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25"/>
                  </a:lnTo>
                  <a:lnTo>
                    <a:pt x="2" y="20"/>
                  </a:lnTo>
                  <a:lnTo>
                    <a:pt x="3" y="21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3" y="18"/>
                  </a:lnTo>
                  <a:lnTo>
                    <a:pt x="3" y="16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5" y="15"/>
                  </a:lnTo>
                  <a:lnTo>
                    <a:pt x="5" y="21"/>
                  </a:lnTo>
                  <a:lnTo>
                    <a:pt x="5" y="32"/>
                  </a:lnTo>
                  <a:lnTo>
                    <a:pt x="5" y="34"/>
                  </a:lnTo>
                  <a:lnTo>
                    <a:pt x="5" y="32"/>
                  </a:lnTo>
                  <a:lnTo>
                    <a:pt x="5" y="42"/>
                  </a:lnTo>
                  <a:lnTo>
                    <a:pt x="5" y="52"/>
                  </a:lnTo>
                  <a:lnTo>
                    <a:pt x="6" y="51"/>
                  </a:lnTo>
                  <a:lnTo>
                    <a:pt x="6" y="60"/>
                  </a:lnTo>
                  <a:lnTo>
                    <a:pt x="6" y="73"/>
                  </a:lnTo>
                  <a:lnTo>
                    <a:pt x="6" y="70"/>
                  </a:lnTo>
                  <a:lnTo>
                    <a:pt x="6" y="68"/>
                  </a:lnTo>
                  <a:lnTo>
                    <a:pt x="6" y="81"/>
                  </a:lnTo>
                  <a:lnTo>
                    <a:pt x="6" y="88"/>
                  </a:lnTo>
                  <a:lnTo>
                    <a:pt x="7" y="89"/>
                  </a:lnTo>
                  <a:lnTo>
                    <a:pt x="7" y="91"/>
                  </a:lnTo>
                  <a:lnTo>
                    <a:pt x="7" y="85"/>
                  </a:lnTo>
                  <a:lnTo>
                    <a:pt x="7" y="79"/>
                  </a:lnTo>
                  <a:lnTo>
                    <a:pt x="7" y="86"/>
                  </a:lnTo>
                  <a:lnTo>
                    <a:pt x="8" y="93"/>
                  </a:lnTo>
                  <a:lnTo>
                    <a:pt x="8" y="95"/>
                  </a:lnTo>
                  <a:lnTo>
                    <a:pt x="8" y="96"/>
                  </a:lnTo>
                  <a:lnTo>
                    <a:pt x="8" y="94"/>
                  </a:lnTo>
                  <a:lnTo>
                    <a:pt x="8" y="97"/>
                  </a:lnTo>
                  <a:lnTo>
                    <a:pt x="8" y="106"/>
                  </a:lnTo>
                  <a:lnTo>
                    <a:pt x="8" y="111"/>
                  </a:lnTo>
                  <a:lnTo>
                    <a:pt x="9" y="109"/>
                  </a:lnTo>
                  <a:lnTo>
                    <a:pt x="9" y="109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2" name="Freeform 735"/>
            <p:cNvSpPr/>
            <p:nvPr/>
          </p:nvSpPr>
          <p:spPr bwMode="auto">
            <a:xfrm>
              <a:off x="3479800" y="1874839"/>
              <a:ext cx="12700" cy="361950"/>
            </a:xfrm>
            <a:custGeom>
              <a:avLst/>
              <a:gdLst>
                <a:gd name="T0" fmla="*/ 0 w 8"/>
                <a:gd name="T1" fmla="*/ 191 h 228"/>
                <a:gd name="T2" fmla="*/ 0 w 8"/>
                <a:gd name="T3" fmla="*/ 191 h 228"/>
                <a:gd name="T4" fmla="*/ 0 w 8"/>
                <a:gd name="T5" fmla="*/ 185 h 228"/>
                <a:gd name="T6" fmla="*/ 0 w 8"/>
                <a:gd name="T7" fmla="*/ 177 h 228"/>
                <a:gd name="T8" fmla="*/ 1 w 8"/>
                <a:gd name="T9" fmla="*/ 176 h 228"/>
                <a:gd name="T10" fmla="*/ 1 w 8"/>
                <a:gd name="T11" fmla="*/ 180 h 228"/>
                <a:gd name="T12" fmla="*/ 1 w 8"/>
                <a:gd name="T13" fmla="*/ 181 h 228"/>
                <a:gd name="T14" fmla="*/ 1 w 8"/>
                <a:gd name="T15" fmla="*/ 180 h 228"/>
                <a:gd name="T16" fmla="*/ 1 w 8"/>
                <a:gd name="T17" fmla="*/ 178 h 228"/>
                <a:gd name="T18" fmla="*/ 1 w 8"/>
                <a:gd name="T19" fmla="*/ 171 h 228"/>
                <a:gd name="T20" fmla="*/ 1 w 8"/>
                <a:gd name="T21" fmla="*/ 166 h 228"/>
                <a:gd name="T22" fmla="*/ 2 w 8"/>
                <a:gd name="T23" fmla="*/ 178 h 228"/>
                <a:gd name="T24" fmla="*/ 2 w 8"/>
                <a:gd name="T25" fmla="*/ 208 h 228"/>
                <a:gd name="T26" fmla="*/ 2 w 8"/>
                <a:gd name="T27" fmla="*/ 226 h 228"/>
                <a:gd name="T28" fmla="*/ 2 w 8"/>
                <a:gd name="T29" fmla="*/ 215 h 228"/>
                <a:gd name="T30" fmla="*/ 2 w 8"/>
                <a:gd name="T31" fmla="*/ 209 h 228"/>
                <a:gd name="T32" fmla="*/ 2 w 8"/>
                <a:gd name="T33" fmla="*/ 221 h 228"/>
                <a:gd name="T34" fmla="*/ 2 w 8"/>
                <a:gd name="T35" fmla="*/ 226 h 228"/>
                <a:gd name="T36" fmla="*/ 3 w 8"/>
                <a:gd name="T37" fmla="*/ 227 h 228"/>
                <a:gd name="T38" fmla="*/ 3 w 8"/>
                <a:gd name="T39" fmla="*/ 228 h 228"/>
                <a:gd name="T40" fmla="*/ 3 w 8"/>
                <a:gd name="T41" fmla="*/ 207 h 228"/>
                <a:gd name="T42" fmla="*/ 3 w 8"/>
                <a:gd name="T43" fmla="*/ 172 h 228"/>
                <a:gd name="T44" fmla="*/ 4 w 8"/>
                <a:gd name="T45" fmla="*/ 171 h 228"/>
                <a:gd name="T46" fmla="*/ 4 w 8"/>
                <a:gd name="T47" fmla="*/ 190 h 228"/>
                <a:gd name="T48" fmla="*/ 4 w 8"/>
                <a:gd name="T49" fmla="*/ 184 h 228"/>
                <a:gd name="T50" fmla="*/ 4 w 8"/>
                <a:gd name="T51" fmla="*/ 162 h 228"/>
                <a:gd name="T52" fmla="*/ 4 w 8"/>
                <a:gd name="T53" fmla="*/ 153 h 228"/>
                <a:gd name="T54" fmla="*/ 4 w 8"/>
                <a:gd name="T55" fmla="*/ 153 h 228"/>
                <a:gd name="T56" fmla="*/ 4 w 8"/>
                <a:gd name="T57" fmla="*/ 144 h 228"/>
                <a:gd name="T58" fmla="*/ 5 w 8"/>
                <a:gd name="T59" fmla="*/ 131 h 228"/>
                <a:gd name="T60" fmla="*/ 5 w 8"/>
                <a:gd name="T61" fmla="*/ 116 h 228"/>
                <a:gd name="T62" fmla="*/ 5 w 8"/>
                <a:gd name="T63" fmla="*/ 89 h 228"/>
                <a:gd name="T64" fmla="*/ 5 w 8"/>
                <a:gd name="T65" fmla="*/ 62 h 228"/>
                <a:gd name="T66" fmla="*/ 5 w 8"/>
                <a:gd name="T67" fmla="*/ 58 h 228"/>
                <a:gd name="T68" fmla="*/ 6 w 8"/>
                <a:gd name="T69" fmla="*/ 55 h 228"/>
                <a:gd name="T70" fmla="*/ 6 w 8"/>
                <a:gd name="T71" fmla="*/ 35 h 228"/>
                <a:gd name="T72" fmla="*/ 6 w 8"/>
                <a:gd name="T73" fmla="*/ 18 h 228"/>
                <a:gd name="T74" fmla="*/ 6 w 8"/>
                <a:gd name="T75" fmla="*/ 15 h 228"/>
                <a:gd name="T76" fmla="*/ 6 w 8"/>
                <a:gd name="T77" fmla="*/ 8 h 228"/>
                <a:gd name="T78" fmla="*/ 6 w 8"/>
                <a:gd name="T79" fmla="*/ 5 h 228"/>
                <a:gd name="T80" fmla="*/ 6 w 8"/>
                <a:gd name="T81" fmla="*/ 12 h 228"/>
                <a:gd name="T82" fmla="*/ 7 w 8"/>
                <a:gd name="T83" fmla="*/ 11 h 228"/>
                <a:gd name="T84" fmla="*/ 7 w 8"/>
                <a:gd name="T85" fmla="*/ 4 h 228"/>
                <a:gd name="T86" fmla="*/ 7 w 8"/>
                <a:gd name="T87" fmla="*/ 0 h 228"/>
                <a:gd name="T88" fmla="*/ 7 w 8"/>
                <a:gd name="T89" fmla="*/ 2 h 228"/>
                <a:gd name="T90" fmla="*/ 7 w 8"/>
                <a:gd name="T91" fmla="*/ 17 h 228"/>
                <a:gd name="T92" fmla="*/ 7 w 8"/>
                <a:gd name="T93" fmla="*/ 27 h 228"/>
                <a:gd name="T94" fmla="*/ 7 w 8"/>
                <a:gd name="T95" fmla="*/ 23 h 228"/>
                <a:gd name="T96" fmla="*/ 8 w 8"/>
                <a:gd name="T97" fmla="*/ 16 h 228"/>
                <a:gd name="T98" fmla="*/ 8 w 8"/>
                <a:gd name="T99" fmla="*/ 12 h 228"/>
                <a:gd name="T100" fmla="*/ 8 w 8"/>
                <a:gd name="T101" fmla="*/ 13 h 228"/>
                <a:gd name="T102" fmla="*/ 8 w 8"/>
                <a:gd name="T103" fmla="*/ 31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228">
                  <a:moveTo>
                    <a:pt x="0" y="191"/>
                  </a:moveTo>
                  <a:lnTo>
                    <a:pt x="0" y="191"/>
                  </a:lnTo>
                  <a:lnTo>
                    <a:pt x="0" y="185"/>
                  </a:lnTo>
                  <a:lnTo>
                    <a:pt x="0" y="177"/>
                  </a:lnTo>
                  <a:lnTo>
                    <a:pt x="1" y="176"/>
                  </a:lnTo>
                  <a:lnTo>
                    <a:pt x="1" y="180"/>
                  </a:lnTo>
                  <a:lnTo>
                    <a:pt x="1" y="181"/>
                  </a:lnTo>
                  <a:lnTo>
                    <a:pt x="1" y="180"/>
                  </a:lnTo>
                  <a:lnTo>
                    <a:pt x="1" y="178"/>
                  </a:lnTo>
                  <a:lnTo>
                    <a:pt x="1" y="171"/>
                  </a:lnTo>
                  <a:lnTo>
                    <a:pt x="1" y="166"/>
                  </a:lnTo>
                  <a:lnTo>
                    <a:pt x="2" y="178"/>
                  </a:lnTo>
                  <a:lnTo>
                    <a:pt x="2" y="208"/>
                  </a:lnTo>
                  <a:lnTo>
                    <a:pt x="2" y="226"/>
                  </a:lnTo>
                  <a:lnTo>
                    <a:pt x="2" y="215"/>
                  </a:lnTo>
                  <a:lnTo>
                    <a:pt x="2" y="209"/>
                  </a:lnTo>
                  <a:lnTo>
                    <a:pt x="2" y="221"/>
                  </a:lnTo>
                  <a:lnTo>
                    <a:pt x="2" y="226"/>
                  </a:lnTo>
                  <a:lnTo>
                    <a:pt x="3" y="227"/>
                  </a:lnTo>
                  <a:lnTo>
                    <a:pt x="3" y="228"/>
                  </a:lnTo>
                  <a:lnTo>
                    <a:pt x="3" y="207"/>
                  </a:lnTo>
                  <a:lnTo>
                    <a:pt x="3" y="172"/>
                  </a:lnTo>
                  <a:lnTo>
                    <a:pt x="4" y="171"/>
                  </a:lnTo>
                  <a:lnTo>
                    <a:pt x="4" y="190"/>
                  </a:lnTo>
                  <a:lnTo>
                    <a:pt x="4" y="184"/>
                  </a:lnTo>
                  <a:lnTo>
                    <a:pt x="4" y="162"/>
                  </a:lnTo>
                  <a:lnTo>
                    <a:pt x="4" y="153"/>
                  </a:lnTo>
                  <a:lnTo>
                    <a:pt x="4" y="153"/>
                  </a:lnTo>
                  <a:lnTo>
                    <a:pt x="4" y="144"/>
                  </a:lnTo>
                  <a:lnTo>
                    <a:pt x="5" y="131"/>
                  </a:lnTo>
                  <a:lnTo>
                    <a:pt x="5" y="116"/>
                  </a:lnTo>
                  <a:lnTo>
                    <a:pt x="5" y="89"/>
                  </a:lnTo>
                  <a:lnTo>
                    <a:pt x="5" y="62"/>
                  </a:lnTo>
                  <a:lnTo>
                    <a:pt x="5" y="58"/>
                  </a:lnTo>
                  <a:lnTo>
                    <a:pt x="6" y="55"/>
                  </a:lnTo>
                  <a:lnTo>
                    <a:pt x="6" y="35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6" y="8"/>
                  </a:lnTo>
                  <a:lnTo>
                    <a:pt x="6" y="5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2"/>
                  </a:lnTo>
                  <a:lnTo>
                    <a:pt x="7" y="17"/>
                  </a:lnTo>
                  <a:lnTo>
                    <a:pt x="7" y="27"/>
                  </a:lnTo>
                  <a:lnTo>
                    <a:pt x="7" y="23"/>
                  </a:lnTo>
                  <a:lnTo>
                    <a:pt x="8" y="16"/>
                  </a:lnTo>
                  <a:lnTo>
                    <a:pt x="8" y="12"/>
                  </a:lnTo>
                  <a:lnTo>
                    <a:pt x="8" y="13"/>
                  </a:lnTo>
                  <a:lnTo>
                    <a:pt x="8" y="31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3" name="Freeform 736"/>
            <p:cNvSpPr/>
            <p:nvPr/>
          </p:nvSpPr>
          <p:spPr bwMode="auto">
            <a:xfrm>
              <a:off x="3492500" y="1895476"/>
              <a:ext cx="14288" cy="141288"/>
            </a:xfrm>
            <a:custGeom>
              <a:avLst/>
              <a:gdLst>
                <a:gd name="T0" fmla="*/ 0 w 9"/>
                <a:gd name="T1" fmla="*/ 0 h 89"/>
                <a:gd name="T2" fmla="*/ 0 w 9"/>
                <a:gd name="T3" fmla="*/ 18 h 89"/>
                <a:gd name="T4" fmla="*/ 1 w 9"/>
                <a:gd name="T5" fmla="*/ 36 h 89"/>
                <a:gd name="T6" fmla="*/ 1 w 9"/>
                <a:gd name="T7" fmla="*/ 36 h 89"/>
                <a:gd name="T8" fmla="*/ 1 w 9"/>
                <a:gd name="T9" fmla="*/ 34 h 89"/>
                <a:gd name="T10" fmla="*/ 1 w 9"/>
                <a:gd name="T11" fmla="*/ 40 h 89"/>
                <a:gd name="T12" fmla="*/ 1 w 9"/>
                <a:gd name="T13" fmla="*/ 46 h 89"/>
                <a:gd name="T14" fmla="*/ 1 w 9"/>
                <a:gd name="T15" fmla="*/ 56 h 89"/>
                <a:gd name="T16" fmla="*/ 1 w 9"/>
                <a:gd name="T17" fmla="*/ 68 h 89"/>
                <a:gd name="T18" fmla="*/ 2 w 9"/>
                <a:gd name="T19" fmla="*/ 73 h 89"/>
                <a:gd name="T20" fmla="*/ 2 w 9"/>
                <a:gd name="T21" fmla="*/ 68 h 89"/>
                <a:gd name="T22" fmla="*/ 2 w 9"/>
                <a:gd name="T23" fmla="*/ 52 h 89"/>
                <a:gd name="T24" fmla="*/ 2 w 9"/>
                <a:gd name="T25" fmla="*/ 44 h 89"/>
                <a:gd name="T26" fmla="*/ 2 w 9"/>
                <a:gd name="T27" fmla="*/ 51 h 89"/>
                <a:gd name="T28" fmla="*/ 3 w 9"/>
                <a:gd name="T29" fmla="*/ 57 h 89"/>
                <a:gd name="T30" fmla="*/ 3 w 9"/>
                <a:gd name="T31" fmla="*/ 56 h 89"/>
                <a:gd name="T32" fmla="*/ 3 w 9"/>
                <a:gd name="T33" fmla="*/ 56 h 89"/>
                <a:gd name="T34" fmla="*/ 3 w 9"/>
                <a:gd name="T35" fmla="*/ 46 h 89"/>
                <a:gd name="T36" fmla="*/ 3 w 9"/>
                <a:gd name="T37" fmla="*/ 31 h 89"/>
                <a:gd name="T38" fmla="*/ 3 w 9"/>
                <a:gd name="T39" fmla="*/ 36 h 89"/>
                <a:gd name="T40" fmla="*/ 3 w 9"/>
                <a:gd name="T41" fmla="*/ 47 h 89"/>
                <a:gd name="T42" fmla="*/ 4 w 9"/>
                <a:gd name="T43" fmla="*/ 42 h 89"/>
                <a:gd name="T44" fmla="*/ 4 w 9"/>
                <a:gd name="T45" fmla="*/ 34 h 89"/>
                <a:gd name="T46" fmla="*/ 4 w 9"/>
                <a:gd name="T47" fmla="*/ 32 h 89"/>
                <a:gd name="T48" fmla="*/ 4 w 9"/>
                <a:gd name="T49" fmla="*/ 26 h 89"/>
                <a:gd name="T50" fmla="*/ 4 w 9"/>
                <a:gd name="T51" fmla="*/ 19 h 89"/>
                <a:gd name="T52" fmla="*/ 4 w 9"/>
                <a:gd name="T53" fmla="*/ 20 h 89"/>
                <a:gd name="T54" fmla="*/ 4 w 9"/>
                <a:gd name="T55" fmla="*/ 21 h 89"/>
                <a:gd name="T56" fmla="*/ 5 w 9"/>
                <a:gd name="T57" fmla="*/ 21 h 89"/>
                <a:gd name="T58" fmla="*/ 5 w 9"/>
                <a:gd name="T59" fmla="*/ 23 h 89"/>
                <a:gd name="T60" fmla="*/ 5 w 9"/>
                <a:gd name="T61" fmla="*/ 21 h 89"/>
                <a:gd name="T62" fmla="*/ 5 w 9"/>
                <a:gd name="T63" fmla="*/ 22 h 89"/>
                <a:gd name="T64" fmla="*/ 6 w 9"/>
                <a:gd name="T65" fmla="*/ 36 h 89"/>
                <a:gd name="T66" fmla="*/ 6 w 9"/>
                <a:gd name="T67" fmla="*/ 52 h 89"/>
                <a:gd name="T68" fmla="*/ 6 w 9"/>
                <a:gd name="T69" fmla="*/ 63 h 89"/>
                <a:gd name="T70" fmla="*/ 6 w 9"/>
                <a:gd name="T71" fmla="*/ 70 h 89"/>
                <a:gd name="T72" fmla="*/ 6 w 9"/>
                <a:gd name="T73" fmla="*/ 72 h 89"/>
                <a:gd name="T74" fmla="*/ 6 w 9"/>
                <a:gd name="T75" fmla="*/ 71 h 89"/>
                <a:gd name="T76" fmla="*/ 6 w 9"/>
                <a:gd name="T77" fmla="*/ 77 h 89"/>
                <a:gd name="T78" fmla="*/ 7 w 9"/>
                <a:gd name="T79" fmla="*/ 84 h 89"/>
                <a:gd name="T80" fmla="*/ 7 w 9"/>
                <a:gd name="T81" fmla="*/ 80 h 89"/>
                <a:gd name="T82" fmla="*/ 7 w 9"/>
                <a:gd name="T83" fmla="*/ 67 h 89"/>
                <a:gd name="T84" fmla="*/ 7 w 9"/>
                <a:gd name="T85" fmla="*/ 65 h 89"/>
                <a:gd name="T86" fmla="*/ 7 w 9"/>
                <a:gd name="T87" fmla="*/ 74 h 89"/>
                <a:gd name="T88" fmla="*/ 8 w 9"/>
                <a:gd name="T89" fmla="*/ 76 h 89"/>
                <a:gd name="T90" fmla="*/ 8 w 9"/>
                <a:gd name="T91" fmla="*/ 74 h 89"/>
                <a:gd name="T92" fmla="*/ 8 w 9"/>
                <a:gd name="T93" fmla="*/ 75 h 89"/>
                <a:gd name="T94" fmla="*/ 8 w 9"/>
                <a:gd name="T95" fmla="*/ 78 h 89"/>
                <a:gd name="T96" fmla="*/ 8 w 9"/>
                <a:gd name="T97" fmla="*/ 82 h 89"/>
                <a:gd name="T98" fmla="*/ 8 w 9"/>
                <a:gd name="T99" fmla="*/ 89 h 89"/>
                <a:gd name="T100" fmla="*/ 9 w 9"/>
                <a:gd name="T101" fmla="*/ 79 h 89"/>
                <a:gd name="T102" fmla="*/ 9 w 9"/>
                <a:gd name="T103" fmla="*/ 5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" h="89">
                  <a:moveTo>
                    <a:pt x="0" y="0"/>
                  </a:moveTo>
                  <a:lnTo>
                    <a:pt x="0" y="18"/>
                  </a:lnTo>
                  <a:lnTo>
                    <a:pt x="1" y="36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40"/>
                  </a:lnTo>
                  <a:lnTo>
                    <a:pt x="1" y="46"/>
                  </a:lnTo>
                  <a:lnTo>
                    <a:pt x="1" y="56"/>
                  </a:lnTo>
                  <a:lnTo>
                    <a:pt x="1" y="68"/>
                  </a:lnTo>
                  <a:lnTo>
                    <a:pt x="2" y="73"/>
                  </a:lnTo>
                  <a:lnTo>
                    <a:pt x="2" y="68"/>
                  </a:lnTo>
                  <a:lnTo>
                    <a:pt x="2" y="52"/>
                  </a:lnTo>
                  <a:lnTo>
                    <a:pt x="2" y="44"/>
                  </a:lnTo>
                  <a:lnTo>
                    <a:pt x="2" y="51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6"/>
                  </a:lnTo>
                  <a:lnTo>
                    <a:pt x="3" y="46"/>
                  </a:lnTo>
                  <a:lnTo>
                    <a:pt x="3" y="31"/>
                  </a:lnTo>
                  <a:lnTo>
                    <a:pt x="3" y="36"/>
                  </a:lnTo>
                  <a:lnTo>
                    <a:pt x="3" y="47"/>
                  </a:lnTo>
                  <a:lnTo>
                    <a:pt x="4" y="42"/>
                  </a:lnTo>
                  <a:lnTo>
                    <a:pt x="4" y="34"/>
                  </a:lnTo>
                  <a:lnTo>
                    <a:pt x="4" y="32"/>
                  </a:lnTo>
                  <a:lnTo>
                    <a:pt x="4" y="26"/>
                  </a:lnTo>
                  <a:lnTo>
                    <a:pt x="4" y="19"/>
                  </a:lnTo>
                  <a:lnTo>
                    <a:pt x="4" y="20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5" y="23"/>
                  </a:lnTo>
                  <a:lnTo>
                    <a:pt x="5" y="21"/>
                  </a:lnTo>
                  <a:lnTo>
                    <a:pt x="5" y="22"/>
                  </a:lnTo>
                  <a:lnTo>
                    <a:pt x="6" y="36"/>
                  </a:lnTo>
                  <a:lnTo>
                    <a:pt x="6" y="52"/>
                  </a:lnTo>
                  <a:lnTo>
                    <a:pt x="6" y="63"/>
                  </a:lnTo>
                  <a:lnTo>
                    <a:pt x="6" y="70"/>
                  </a:lnTo>
                  <a:lnTo>
                    <a:pt x="6" y="72"/>
                  </a:lnTo>
                  <a:lnTo>
                    <a:pt x="6" y="71"/>
                  </a:lnTo>
                  <a:lnTo>
                    <a:pt x="6" y="77"/>
                  </a:lnTo>
                  <a:lnTo>
                    <a:pt x="7" y="84"/>
                  </a:lnTo>
                  <a:lnTo>
                    <a:pt x="7" y="80"/>
                  </a:lnTo>
                  <a:lnTo>
                    <a:pt x="7" y="67"/>
                  </a:lnTo>
                  <a:lnTo>
                    <a:pt x="7" y="65"/>
                  </a:lnTo>
                  <a:lnTo>
                    <a:pt x="7" y="74"/>
                  </a:lnTo>
                  <a:lnTo>
                    <a:pt x="8" y="76"/>
                  </a:lnTo>
                  <a:lnTo>
                    <a:pt x="8" y="74"/>
                  </a:lnTo>
                  <a:lnTo>
                    <a:pt x="8" y="75"/>
                  </a:lnTo>
                  <a:lnTo>
                    <a:pt x="8" y="78"/>
                  </a:lnTo>
                  <a:lnTo>
                    <a:pt x="8" y="82"/>
                  </a:lnTo>
                  <a:lnTo>
                    <a:pt x="8" y="89"/>
                  </a:lnTo>
                  <a:lnTo>
                    <a:pt x="9" y="79"/>
                  </a:lnTo>
                  <a:lnTo>
                    <a:pt x="9" y="58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4" name="Freeform 737"/>
            <p:cNvSpPr/>
            <p:nvPr/>
          </p:nvSpPr>
          <p:spPr bwMode="auto">
            <a:xfrm>
              <a:off x="3506788" y="1858964"/>
              <a:ext cx="12700" cy="161925"/>
            </a:xfrm>
            <a:custGeom>
              <a:avLst/>
              <a:gdLst>
                <a:gd name="T0" fmla="*/ 0 w 8"/>
                <a:gd name="T1" fmla="*/ 102 h 102"/>
                <a:gd name="T2" fmla="*/ 0 w 8"/>
                <a:gd name="T3" fmla="*/ 81 h 102"/>
                <a:gd name="T4" fmla="*/ 0 w 8"/>
                <a:gd name="T5" fmla="*/ 75 h 102"/>
                <a:gd name="T6" fmla="*/ 0 w 8"/>
                <a:gd name="T7" fmla="*/ 79 h 102"/>
                <a:gd name="T8" fmla="*/ 0 w 8"/>
                <a:gd name="T9" fmla="*/ 73 h 102"/>
                <a:gd name="T10" fmla="*/ 0 w 8"/>
                <a:gd name="T11" fmla="*/ 67 h 102"/>
                <a:gd name="T12" fmla="*/ 0 w 8"/>
                <a:gd name="T13" fmla="*/ 61 h 102"/>
                <a:gd name="T14" fmla="*/ 1 w 8"/>
                <a:gd name="T15" fmla="*/ 48 h 102"/>
                <a:gd name="T16" fmla="*/ 1 w 8"/>
                <a:gd name="T17" fmla="*/ 42 h 102"/>
                <a:gd name="T18" fmla="*/ 1 w 8"/>
                <a:gd name="T19" fmla="*/ 49 h 102"/>
                <a:gd name="T20" fmla="*/ 1 w 8"/>
                <a:gd name="T21" fmla="*/ 45 h 102"/>
                <a:gd name="T22" fmla="*/ 1 w 8"/>
                <a:gd name="T23" fmla="*/ 33 h 102"/>
                <a:gd name="T24" fmla="*/ 2 w 8"/>
                <a:gd name="T25" fmla="*/ 37 h 102"/>
                <a:gd name="T26" fmla="*/ 2 w 8"/>
                <a:gd name="T27" fmla="*/ 40 h 102"/>
                <a:gd name="T28" fmla="*/ 2 w 8"/>
                <a:gd name="T29" fmla="*/ 31 h 102"/>
                <a:gd name="T30" fmla="*/ 2 w 8"/>
                <a:gd name="T31" fmla="*/ 29 h 102"/>
                <a:gd name="T32" fmla="*/ 2 w 8"/>
                <a:gd name="T33" fmla="*/ 37 h 102"/>
                <a:gd name="T34" fmla="*/ 2 w 8"/>
                <a:gd name="T35" fmla="*/ 40 h 102"/>
                <a:gd name="T36" fmla="*/ 2 w 8"/>
                <a:gd name="T37" fmla="*/ 43 h 102"/>
                <a:gd name="T38" fmla="*/ 3 w 8"/>
                <a:gd name="T39" fmla="*/ 44 h 102"/>
                <a:gd name="T40" fmla="*/ 3 w 8"/>
                <a:gd name="T41" fmla="*/ 34 h 102"/>
                <a:gd name="T42" fmla="*/ 3 w 8"/>
                <a:gd name="T43" fmla="*/ 24 h 102"/>
                <a:gd name="T44" fmla="*/ 3 w 8"/>
                <a:gd name="T45" fmla="*/ 32 h 102"/>
                <a:gd name="T46" fmla="*/ 4 w 8"/>
                <a:gd name="T47" fmla="*/ 43 h 102"/>
                <a:gd name="T48" fmla="*/ 4 w 8"/>
                <a:gd name="T49" fmla="*/ 42 h 102"/>
                <a:gd name="T50" fmla="*/ 4 w 8"/>
                <a:gd name="T51" fmla="*/ 39 h 102"/>
                <a:gd name="T52" fmla="*/ 4 w 8"/>
                <a:gd name="T53" fmla="*/ 43 h 102"/>
                <a:gd name="T54" fmla="*/ 4 w 8"/>
                <a:gd name="T55" fmla="*/ 45 h 102"/>
                <a:gd name="T56" fmla="*/ 4 w 8"/>
                <a:gd name="T57" fmla="*/ 42 h 102"/>
                <a:gd name="T58" fmla="*/ 4 w 8"/>
                <a:gd name="T59" fmla="*/ 47 h 102"/>
                <a:gd name="T60" fmla="*/ 5 w 8"/>
                <a:gd name="T61" fmla="*/ 48 h 102"/>
                <a:gd name="T62" fmla="*/ 5 w 8"/>
                <a:gd name="T63" fmla="*/ 34 h 102"/>
                <a:gd name="T64" fmla="*/ 5 w 8"/>
                <a:gd name="T65" fmla="*/ 23 h 102"/>
                <a:gd name="T66" fmla="*/ 5 w 8"/>
                <a:gd name="T67" fmla="*/ 13 h 102"/>
                <a:gd name="T68" fmla="*/ 5 w 8"/>
                <a:gd name="T69" fmla="*/ 1 h 102"/>
                <a:gd name="T70" fmla="*/ 5 w 8"/>
                <a:gd name="T71" fmla="*/ 2 h 102"/>
                <a:gd name="T72" fmla="*/ 5 w 8"/>
                <a:gd name="T73" fmla="*/ 12 h 102"/>
                <a:gd name="T74" fmla="*/ 6 w 8"/>
                <a:gd name="T75" fmla="*/ 11 h 102"/>
                <a:gd name="T76" fmla="*/ 6 w 8"/>
                <a:gd name="T77" fmla="*/ 3 h 102"/>
                <a:gd name="T78" fmla="*/ 6 w 8"/>
                <a:gd name="T79" fmla="*/ 1 h 102"/>
                <a:gd name="T80" fmla="*/ 6 w 8"/>
                <a:gd name="T81" fmla="*/ 2 h 102"/>
                <a:gd name="T82" fmla="*/ 6 w 8"/>
                <a:gd name="T83" fmla="*/ 5 h 102"/>
                <a:gd name="T84" fmla="*/ 7 w 8"/>
                <a:gd name="T85" fmla="*/ 11 h 102"/>
                <a:gd name="T86" fmla="*/ 7 w 8"/>
                <a:gd name="T87" fmla="*/ 11 h 102"/>
                <a:gd name="T88" fmla="*/ 7 w 8"/>
                <a:gd name="T89" fmla="*/ 2 h 102"/>
                <a:gd name="T90" fmla="*/ 7 w 8"/>
                <a:gd name="T91" fmla="*/ 0 h 102"/>
                <a:gd name="T92" fmla="*/ 7 w 8"/>
                <a:gd name="T93" fmla="*/ 6 h 102"/>
                <a:gd name="T94" fmla="*/ 7 w 8"/>
                <a:gd name="T95" fmla="*/ 10 h 102"/>
                <a:gd name="T96" fmla="*/ 7 w 8"/>
                <a:gd name="T97" fmla="*/ 11 h 102"/>
                <a:gd name="T98" fmla="*/ 8 w 8"/>
                <a:gd name="T99" fmla="*/ 23 h 102"/>
                <a:gd name="T100" fmla="*/ 8 w 8"/>
                <a:gd name="T101" fmla="*/ 35 h 102"/>
                <a:gd name="T102" fmla="*/ 8 w 8"/>
                <a:gd name="T103" fmla="*/ 36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" h="102">
                  <a:moveTo>
                    <a:pt x="0" y="102"/>
                  </a:moveTo>
                  <a:lnTo>
                    <a:pt x="0" y="81"/>
                  </a:lnTo>
                  <a:lnTo>
                    <a:pt x="0" y="75"/>
                  </a:lnTo>
                  <a:lnTo>
                    <a:pt x="0" y="79"/>
                  </a:lnTo>
                  <a:lnTo>
                    <a:pt x="0" y="73"/>
                  </a:lnTo>
                  <a:lnTo>
                    <a:pt x="0" y="67"/>
                  </a:lnTo>
                  <a:lnTo>
                    <a:pt x="0" y="61"/>
                  </a:lnTo>
                  <a:lnTo>
                    <a:pt x="1" y="48"/>
                  </a:lnTo>
                  <a:lnTo>
                    <a:pt x="1" y="42"/>
                  </a:lnTo>
                  <a:lnTo>
                    <a:pt x="1" y="49"/>
                  </a:lnTo>
                  <a:lnTo>
                    <a:pt x="1" y="45"/>
                  </a:lnTo>
                  <a:lnTo>
                    <a:pt x="1" y="33"/>
                  </a:lnTo>
                  <a:lnTo>
                    <a:pt x="2" y="37"/>
                  </a:lnTo>
                  <a:lnTo>
                    <a:pt x="2" y="40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2" y="37"/>
                  </a:lnTo>
                  <a:lnTo>
                    <a:pt x="2" y="40"/>
                  </a:lnTo>
                  <a:lnTo>
                    <a:pt x="2" y="43"/>
                  </a:lnTo>
                  <a:lnTo>
                    <a:pt x="3" y="44"/>
                  </a:lnTo>
                  <a:lnTo>
                    <a:pt x="3" y="34"/>
                  </a:lnTo>
                  <a:lnTo>
                    <a:pt x="3" y="24"/>
                  </a:lnTo>
                  <a:lnTo>
                    <a:pt x="3" y="32"/>
                  </a:lnTo>
                  <a:lnTo>
                    <a:pt x="4" y="43"/>
                  </a:lnTo>
                  <a:lnTo>
                    <a:pt x="4" y="42"/>
                  </a:lnTo>
                  <a:lnTo>
                    <a:pt x="4" y="39"/>
                  </a:lnTo>
                  <a:lnTo>
                    <a:pt x="4" y="43"/>
                  </a:lnTo>
                  <a:lnTo>
                    <a:pt x="4" y="45"/>
                  </a:lnTo>
                  <a:lnTo>
                    <a:pt x="4" y="42"/>
                  </a:lnTo>
                  <a:lnTo>
                    <a:pt x="4" y="47"/>
                  </a:lnTo>
                  <a:lnTo>
                    <a:pt x="5" y="48"/>
                  </a:lnTo>
                  <a:lnTo>
                    <a:pt x="5" y="34"/>
                  </a:lnTo>
                  <a:lnTo>
                    <a:pt x="5" y="23"/>
                  </a:lnTo>
                  <a:lnTo>
                    <a:pt x="5" y="13"/>
                  </a:lnTo>
                  <a:lnTo>
                    <a:pt x="5" y="1"/>
                  </a:lnTo>
                  <a:lnTo>
                    <a:pt x="5" y="2"/>
                  </a:lnTo>
                  <a:lnTo>
                    <a:pt x="5" y="12"/>
                  </a:lnTo>
                  <a:lnTo>
                    <a:pt x="6" y="11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2"/>
                  </a:lnTo>
                  <a:lnTo>
                    <a:pt x="6" y="5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2"/>
                  </a:lnTo>
                  <a:lnTo>
                    <a:pt x="7" y="0"/>
                  </a:lnTo>
                  <a:lnTo>
                    <a:pt x="7" y="6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8" y="23"/>
                  </a:lnTo>
                  <a:lnTo>
                    <a:pt x="8" y="35"/>
                  </a:lnTo>
                  <a:lnTo>
                    <a:pt x="8" y="3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5" name="Freeform 738"/>
            <p:cNvSpPr/>
            <p:nvPr/>
          </p:nvSpPr>
          <p:spPr bwMode="auto">
            <a:xfrm>
              <a:off x="3519488" y="1914526"/>
              <a:ext cx="7938" cy="109538"/>
            </a:xfrm>
            <a:custGeom>
              <a:avLst/>
              <a:gdLst>
                <a:gd name="T0" fmla="*/ 0 w 5"/>
                <a:gd name="T1" fmla="*/ 0 h 69"/>
                <a:gd name="T2" fmla="*/ 0 w 5"/>
                <a:gd name="T3" fmla="*/ 1 h 69"/>
                <a:gd name="T4" fmla="*/ 0 w 5"/>
                <a:gd name="T5" fmla="*/ 3 h 69"/>
                <a:gd name="T6" fmla="*/ 1 w 5"/>
                <a:gd name="T7" fmla="*/ 11 h 69"/>
                <a:gd name="T8" fmla="*/ 1 w 5"/>
                <a:gd name="T9" fmla="*/ 21 h 69"/>
                <a:gd name="T10" fmla="*/ 1 w 5"/>
                <a:gd name="T11" fmla="*/ 30 h 69"/>
                <a:gd name="T12" fmla="*/ 1 w 5"/>
                <a:gd name="T13" fmla="*/ 33 h 69"/>
                <a:gd name="T14" fmla="*/ 1 w 5"/>
                <a:gd name="T15" fmla="*/ 31 h 69"/>
                <a:gd name="T16" fmla="*/ 1 w 5"/>
                <a:gd name="T17" fmla="*/ 32 h 69"/>
                <a:gd name="T18" fmla="*/ 1 w 5"/>
                <a:gd name="T19" fmla="*/ 38 h 69"/>
                <a:gd name="T20" fmla="*/ 2 w 5"/>
                <a:gd name="T21" fmla="*/ 42 h 69"/>
                <a:gd name="T22" fmla="*/ 2 w 5"/>
                <a:gd name="T23" fmla="*/ 39 h 69"/>
                <a:gd name="T24" fmla="*/ 2 w 5"/>
                <a:gd name="T25" fmla="*/ 40 h 69"/>
                <a:gd name="T26" fmla="*/ 2 w 5"/>
                <a:gd name="T27" fmla="*/ 47 h 69"/>
                <a:gd name="T28" fmla="*/ 2 w 5"/>
                <a:gd name="T29" fmla="*/ 49 h 69"/>
                <a:gd name="T30" fmla="*/ 3 w 5"/>
                <a:gd name="T31" fmla="*/ 50 h 69"/>
                <a:gd name="T32" fmla="*/ 3 w 5"/>
                <a:gd name="T33" fmla="*/ 53 h 69"/>
                <a:gd name="T34" fmla="*/ 3 w 5"/>
                <a:gd name="T35" fmla="*/ 49 h 69"/>
                <a:gd name="T36" fmla="*/ 3 w 5"/>
                <a:gd name="T37" fmla="*/ 49 h 69"/>
                <a:gd name="T38" fmla="*/ 3 w 5"/>
                <a:gd name="T39" fmla="*/ 63 h 69"/>
                <a:gd name="T40" fmla="*/ 3 w 5"/>
                <a:gd name="T41" fmla="*/ 69 h 69"/>
                <a:gd name="T42" fmla="*/ 3 w 5"/>
                <a:gd name="T43" fmla="*/ 58 h 69"/>
                <a:gd name="T44" fmla="*/ 4 w 5"/>
                <a:gd name="T45" fmla="*/ 56 h 69"/>
                <a:gd name="T46" fmla="*/ 4 w 5"/>
                <a:gd name="T47" fmla="*/ 63 h 69"/>
                <a:gd name="T48" fmla="*/ 4 w 5"/>
                <a:gd name="T49" fmla="*/ 61 h 69"/>
                <a:gd name="T50" fmla="*/ 4 w 5"/>
                <a:gd name="T51" fmla="*/ 51 h 69"/>
                <a:gd name="T52" fmla="*/ 4 w 5"/>
                <a:gd name="T53" fmla="*/ 51 h 69"/>
                <a:gd name="T54" fmla="*/ 4 w 5"/>
                <a:gd name="T55" fmla="*/ 62 h 69"/>
                <a:gd name="T56" fmla="*/ 5 w 5"/>
                <a:gd name="T57" fmla="*/ 59 h 69"/>
                <a:gd name="T58" fmla="*/ 5 w 5"/>
                <a:gd name="T59" fmla="*/ 50 h 69"/>
                <a:gd name="T60" fmla="*/ 5 w 5"/>
                <a:gd name="T61" fmla="*/ 55 h 69"/>
                <a:gd name="T62" fmla="*/ 5 w 5"/>
                <a:gd name="T63" fmla="*/ 62 h 69"/>
                <a:gd name="T64" fmla="*/ 5 w 5"/>
                <a:gd name="T65" fmla="*/ 6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" h="69">
                  <a:moveTo>
                    <a:pt x="0" y="0"/>
                  </a:moveTo>
                  <a:lnTo>
                    <a:pt x="0" y="1"/>
                  </a:lnTo>
                  <a:lnTo>
                    <a:pt x="0" y="3"/>
                  </a:lnTo>
                  <a:lnTo>
                    <a:pt x="1" y="11"/>
                  </a:lnTo>
                  <a:lnTo>
                    <a:pt x="1" y="21"/>
                  </a:lnTo>
                  <a:lnTo>
                    <a:pt x="1" y="30"/>
                  </a:lnTo>
                  <a:lnTo>
                    <a:pt x="1" y="33"/>
                  </a:lnTo>
                  <a:lnTo>
                    <a:pt x="1" y="31"/>
                  </a:lnTo>
                  <a:lnTo>
                    <a:pt x="1" y="32"/>
                  </a:lnTo>
                  <a:lnTo>
                    <a:pt x="1" y="38"/>
                  </a:lnTo>
                  <a:lnTo>
                    <a:pt x="2" y="42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7"/>
                  </a:lnTo>
                  <a:lnTo>
                    <a:pt x="2" y="49"/>
                  </a:lnTo>
                  <a:lnTo>
                    <a:pt x="3" y="50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3" y="63"/>
                  </a:lnTo>
                  <a:lnTo>
                    <a:pt x="3" y="69"/>
                  </a:lnTo>
                  <a:lnTo>
                    <a:pt x="3" y="58"/>
                  </a:lnTo>
                  <a:lnTo>
                    <a:pt x="4" y="56"/>
                  </a:lnTo>
                  <a:lnTo>
                    <a:pt x="4" y="63"/>
                  </a:lnTo>
                  <a:lnTo>
                    <a:pt x="4" y="61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4" y="62"/>
                  </a:lnTo>
                  <a:lnTo>
                    <a:pt x="5" y="59"/>
                  </a:lnTo>
                  <a:lnTo>
                    <a:pt x="5" y="50"/>
                  </a:lnTo>
                  <a:lnTo>
                    <a:pt x="5" y="55"/>
                  </a:lnTo>
                  <a:lnTo>
                    <a:pt x="5" y="62"/>
                  </a:lnTo>
                  <a:lnTo>
                    <a:pt x="5" y="67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6" name="Freeform 739"/>
            <p:cNvSpPr>
              <a:spLocks noEditPoints="1"/>
            </p:cNvSpPr>
            <p:nvPr/>
          </p:nvSpPr>
          <p:spPr bwMode="auto">
            <a:xfrm>
              <a:off x="1398588" y="1858964"/>
              <a:ext cx="688975" cy="300038"/>
            </a:xfrm>
            <a:custGeom>
              <a:avLst/>
              <a:gdLst>
                <a:gd name="T0" fmla="*/ 196 w 434"/>
                <a:gd name="T1" fmla="*/ 189 h 189"/>
                <a:gd name="T2" fmla="*/ 356 w 434"/>
                <a:gd name="T3" fmla="*/ 189 h 189"/>
                <a:gd name="T4" fmla="*/ 412 w 434"/>
                <a:gd name="T5" fmla="*/ 189 h 189"/>
                <a:gd name="T6" fmla="*/ 420 w 434"/>
                <a:gd name="T7" fmla="*/ 188 h 189"/>
                <a:gd name="T8" fmla="*/ 427 w 434"/>
                <a:gd name="T9" fmla="*/ 186 h 189"/>
                <a:gd name="T10" fmla="*/ 431 w 434"/>
                <a:gd name="T11" fmla="*/ 183 h 189"/>
                <a:gd name="T12" fmla="*/ 433 w 434"/>
                <a:gd name="T13" fmla="*/ 181 h 189"/>
                <a:gd name="T14" fmla="*/ 434 w 434"/>
                <a:gd name="T15" fmla="*/ 178 h 189"/>
                <a:gd name="T16" fmla="*/ 432 w 434"/>
                <a:gd name="T17" fmla="*/ 178 h 189"/>
                <a:gd name="T18" fmla="*/ 432 w 434"/>
                <a:gd name="T19" fmla="*/ 179 h 189"/>
                <a:gd name="T20" fmla="*/ 431 w 434"/>
                <a:gd name="T21" fmla="*/ 180 h 189"/>
                <a:gd name="T22" fmla="*/ 430 w 434"/>
                <a:gd name="T23" fmla="*/ 181 h 189"/>
                <a:gd name="T24" fmla="*/ 429 w 434"/>
                <a:gd name="T25" fmla="*/ 182 h 189"/>
                <a:gd name="T26" fmla="*/ 423 w 434"/>
                <a:gd name="T27" fmla="*/ 183 h 189"/>
                <a:gd name="T28" fmla="*/ 417 w 434"/>
                <a:gd name="T29" fmla="*/ 185 h 189"/>
                <a:gd name="T30" fmla="*/ 393 w 434"/>
                <a:gd name="T31" fmla="*/ 185 h 189"/>
                <a:gd name="T32" fmla="*/ 434 w 434"/>
                <a:gd name="T33" fmla="*/ 122 h 189"/>
                <a:gd name="T34" fmla="*/ 434 w 434"/>
                <a:gd name="T35" fmla="*/ 10 h 189"/>
                <a:gd name="T36" fmla="*/ 432 w 434"/>
                <a:gd name="T37" fmla="*/ 7 h 189"/>
                <a:gd name="T38" fmla="*/ 430 w 434"/>
                <a:gd name="T39" fmla="*/ 5 h 189"/>
                <a:gd name="T40" fmla="*/ 425 w 434"/>
                <a:gd name="T41" fmla="*/ 2 h 189"/>
                <a:gd name="T42" fmla="*/ 417 w 434"/>
                <a:gd name="T43" fmla="*/ 0 h 189"/>
                <a:gd name="T44" fmla="*/ 385 w 434"/>
                <a:gd name="T45" fmla="*/ 0 h 189"/>
                <a:gd name="T46" fmla="*/ 415 w 434"/>
                <a:gd name="T47" fmla="*/ 5 h 189"/>
                <a:gd name="T48" fmla="*/ 423 w 434"/>
                <a:gd name="T49" fmla="*/ 6 h 189"/>
                <a:gd name="T50" fmla="*/ 428 w 434"/>
                <a:gd name="T51" fmla="*/ 8 h 189"/>
                <a:gd name="T52" fmla="*/ 428 w 434"/>
                <a:gd name="T53" fmla="*/ 9 h 189"/>
                <a:gd name="T54" fmla="*/ 429 w 434"/>
                <a:gd name="T55" fmla="*/ 10 h 189"/>
                <a:gd name="T56" fmla="*/ 430 w 434"/>
                <a:gd name="T57" fmla="*/ 11 h 189"/>
                <a:gd name="T58" fmla="*/ 430 w 434"/>
                <a:gd name="T59" fmla="*/ 11 h 189"/>
                <a:gd name="T60" fmla="*/ 287 w 434"/>
                <a:gd name="T61" fmla="*/ 0 h 189"/>
                <a:gd name="T62" fmla="*/ 188 w 434"/>
                <a:gd name="T63" fmla="*/ 4 h 189"/>
                <a:gd name="T64" fmla="*/ 151 w 434"/>
                <a:gd name="T65" fmla="*/ 4 h 189"/>
                <a:gd name="T66" fmla="*/ 19 w 434"/>
                <a:gd name="T67" fmla="*/ 0 h 189"/>
                <a:gd name="T68" fmla="*/ 11 w 434"/>
                <a:gd name="T69" fmla="*/ 1 h 189"/>
                <a:gd name="T70" fmla="*/ 4 w 434"/>
                <a:gd name="T71" fmla="*/ 5 h 189"/>
                <a:gd name="T72" fmla="*/ 2 w 434"/>
                <a:gd name="T73" fmla="*/ 6 h 189"/>
                <a:gd name="T74" fmla="*/ 0 w 434"/>
                <a:gd name="T75" fmla="*/ 9 h 189"/>
                <a:gd name="T76" fmla="*/ 0 w 434"/>
                <a:gd name="T77" fmla="*/ 11 h 189"/>
                <a:gd name="T78" fmla="*/ 4 w 434"/>
                <a:gd name="T79" fmla="*/ 11 h 189"/>
                <a:gd name="T80" fmla="*/ 4 w 434"/>
                <a:gd name="T81" fmla="*/ 10 h 189"/>
                <a:gd name="T82" fmla="*/ 5 w 434"/>
                <a:gd name="T83" fmla="*/ 10 h 189"/>
                <a:gd name="T84" fmla="*/ 6 w 434"/>
                <a:gd name="T85" fmla="*/ 9 h 189"/>
                <a:gd name="T86" fmla="*/ 7 w 434"/>
                <a:gd name="T87" fmla="*/ 8 h 189"/>
                <a:gd name="T88" fmla="*/ 12 w 434"/>
                <a:gd name="T89" fmla="*/ 6 h 189"/>
                <a:gd name="T90" fmla="*/ 20 w 434"/>
                <a:gd name="T91" fmla="*/ 4 h 189"/>
                <a:gd name="T92" fmla="*/ 0 w 434"/>
                <a:gd name="T93" fmla="*/ 55 h 189"/>
                <a:gd name="T94" fmla="*/ 0 w 434"/>
                <a:gd name="T95" fmla="*/ 178 h 189"/>
                <a:gd name="T96" fmla="*/ 0 w 434"/>
                <a:gd name="T97" fmla="*/ 180 h 189"/>
                <a:gd name="T98" fmla="*/ 2 w 434"/>
                <a:gd name="T99" fmla="*/ 183 h 189"/>
                <a:gd name="T100" fmla="*/ 4 w 434"/>
                <a:gd name="T101" fmla="*/ 185 h 189"/>
                <a:gd name="T102" fmla="*/ 11 w 434"/>
                <a:gd name="T103" fmla="*/ 188 h 189"/>
                <a:gd name="T104" fmla="*/ 19 w 434"/>
                <a:gd name="T105" fmla="*/ 189 h 189"/>
                <a:gd name="T106" fmla="*/ 23 w 434"/>
                <a:gd name="T107" fmla="*/ 185 h 189"/>
                <a:gd name="T108" fmla="*/ 16 w 434"/>
                <a:gd name="T109" fmla="*/ 184 h 189"/>
                <a:gd name="T110" fmla="*/ 9 w 434"/>
                <a:gd name="T111" fmla="*/ 182 h 189"/>
                <a:gd name="T112" fmla="*/ 6 w 434"/>
                <a:gd name="T113" fmla="*/ 181 h 189"/>
                <a:gd name="T114" fmla="*/ 5 w 434"/>
                <a:gd name="T115" fmla="*/ 180 h 189"/>
                <a:gd name="T116" fmla="*/ 4 w 434"/>
                <a:gd name="T117" fmla="*/ 179 h 189"/>
                <a:gd name="T118" fmla="*/ 4 w 434"/>
                <a:gd name="T119" fmla="*/ 178 h 189"/>
                <a:gd name="T120" fmla="*/ 4 w 434"/>
                <a:gd name="T121" fmla="*/ 17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34" h="189">
                  <a:moveTo>
                    <a:pt x="97" y="189"/>
                  </a:moveTo>
                  <a:lnTo>
                    <a:pt x="159" y="189"/>
                  </a:lnTo>
                  <a:lnTo>
                    <a:pt x="159" y="185"/>
                  </a:lnTo>
                  <a:lnTo>
                    <a:pt x="97" y="185"/>
                  </a:lnTo>
                  <a:lnTo>
                    <a:pt x="97" y="189"/>
                  </a:lnTo>
                  <a:close/>
                  <a:moveTo>
                    <a:pt x="196" y="189"/>
                  </a:moveTo>
                  <a:lnTo>
                    <a:pt x="257" y="189"/>
                  </a:lnTo>
                  <a:lnTo>
                    <a:pt x="257" y="185"/>
                  </a:lnTo>
                  <a:lnTo>
                    <a:pt x="196" y="185"/>
                  </a:lnTo>
                  <a:lnTo>
                    <a:pt x="196" y="189"/>
                  </a:lnTo>
                  <a:close/>
                  <a:moveTo>
                    <a:pt x="294" y="189"/>
                  </a:moveTo>
                  <a:lnTo>
                    <a:pt x="356" y="189"/>
                  </a:lnTo>
                  <a:lnTo>
                    <a:pt x="356" y="185"/>
                  </a:lnTo>
                  <a:lnTo>
                    <a:pt x="294" y="185"/>
                  </a:lnTo>
                  <a:lnTo>
                    <a:pt x="294" y="189"/>
                  </a:lnTo>
                  <a:close/>
                  <a:moveTo>
                    <a:pt x="393" y="189"/>
                  </a:moveTo>
                  <a:lnTo>
                    <a:pt x="410" y="189"/>
                  </a:lnTo>
                  <a:lnTo>
                    <a:pt x="412" y="189"/>
                  </a:lnTo>
                  <a:lnTo>
                    <a:pt x="413" y="189"/>
                  </a:lnTo>
                  <a:lnTo>
                    <a:pt x="415" y="189"/>
                  </a:lnTo>
                  <a:lnTo>
                    <a:pt x="416" y="189"/>
                  </a:lnTo>
                  <a:lnTo>
                    <a:pt x="417" y="188"/>
                  </a:lnTo>
                  <a:lnTo>
                    <a:pt x="419" y="188"/>
                  </a:lnTo>
                  <a:lnTo>
                    <a:pt x="420" y="188"/>
                  </a:lnTo>
                  <a:lnTo>
                    <a:pt x="422" y="188"/>
                  </a:lnTo>
                  <a:lnTo>
                    <a:pt x="423" y="188"/>
                  </a:lnTo>
                  <a:lnTo>
                    <a:pt x="424" y="187"/>
                  </a:lnTo>
                  <a:lnTo>
                    <a:pt x="425" y="187"/>
                  </a:lnTo>
                  <a:lnTo>
                    <a:pt x="426" y="186"/>
                  </a:lnTo>
                  <a:lnTo>
                    <a:pt x="427" y="186"/>
                  </a:lnTo>
                  <a:lnTo>
                    <a:pt x="428" y="185"/>
                  </a:lnTo>
                  <a:lnTo>
                    <a:pt x="429" y="185"/>
                  </a:lnTo>
                  <a:lnTo>
                    <a:pt x="430" y="184"/>
                  </a:lnTo>
                  <a:lnTo>
                    <a:pt x="430" y="184"/>
                  </a:lnTo>
                  <a:lnTo>
                    <a:pt x="431" y="183"/>
                  </a:lnTo>
                  <a:lnTo>
                    <a:pt x="431" y="183"/>
                  </a:lnTo>
                  <a:lnTo>
                    <a:pt x="432" y="183"/>
                  </a:lnTo>
                  <a:lnTo>
                    <a:pt x="432" y="183"/>
                  </a:lnTo>
                  <a:lnTo>
                    <a:pt x="432" y="182"/>
                  </a:lnTo>
                  <a:lnTo>
                    <a:pt x="432" y="182"/>
                  </a:lnTo>
                  <a:lnTo>
                    <a:pt x="433" y="181"/>
                  </a:lnTo>
                  <a:lnTo>
                    <a:pt x="433" y="181"/>
                  </a:lnTo>
                  <a:lnTo>
                    <a:pt x="433" y="181"/>
                  </a:lnTo>
                  <a:lnTo>
                    <a:pt x="433" y="180"/>
                  </a:lnTo>
                  <a:lnTo>
                    <a:pt x="434" y="180"/>
                  </a:lnTo>
                  <a:lnTo>
                    <a:pt x="434" y="180"/>
                  </a:lnTo>
                  <a:lnTo>
                    <a:pt x="434" y="179"/>
                  </a:lnTo>
                  <a:lnTo>
                    <a:pt x="434" y="178"/>
                  </a:lnTo>
                  <a:lnTo>
                    <a:pt x="434" y="178"/>
                  </a:lnTo>
                  <a:lnTo>
                    <a:pt x="434" y="178"/>
                  </a:lnTo>
                  <a:lnTo>
                    <a:pt x="434" y="159"/>
                  </a:lnTo>
                  <a:lnTo>
                    <a:pt x="430" y="159"/>
                  </a:lnTo>
                  <a:lnTo>
                    <a:pt x="430" y="178"/>
                  </a:lnTo>
                  <a:lnTo>
                    <a:pt x="432" y="178"/>
                  </a:lnTo>
                  <a:lnTo>
                    <a:pt x="430" y="178"/>
                  </a:lnTo>
                  <a:lnTo>
                    <a:pt x="430" y="178"/>
                  </a:lnTo>
                  <a:lnTo>
                    <a:pt x="432" y="178"/>
                  </a:lnTo>
                  <a:lnTo>
                    <a:pt x="430" y="178"/>
                  </a:lnTo>
                  <a:lnTo>
                    <a:pt x="430" y="178"/>
                  </a:lnTo>
                  <a:lnTo>
                    <a:pt x="432" y="179"/>
                  </a:lnTo>
                  <a:lnTo>
                    <a:pt x="430" y="178"/>
                  </a:lnTo>
                  <a:lnTo>
                    <a:pt x="429" y="179"/>
                  </a:lnTo>
                  <a:lnTo>
                    <a:pt x="431" y="180"/>
                  </a:lnTo>
                  <a:lnTo>
                    <a:pt x="429" y="179"/>
                  </a:lnTo>
                  <a:lnTo>
                    <a:pt x="429" y="179"/>
                  </a:lnTo>
                  <a:lnTo>
                    <a:pt x="431" y="180"/>
                  </a:lnTo>
                  <a:lnTo>
                    <a:pt x="429" y="179"/>
                  </a:lnTo>
                  <a:lnTo>
                    <a:pt x="429" y="180"/>
                  </a:lnTo>
                  <a:lnTo>
                    <a:pt x="430" y="181"/>
                  </a:lnTo>
                  <a:lnTo>
                    <a:pt x="429" y="180"/>
                  </a:lnTo>
                  <a:lnTo>
                    <a:pt x="428" y="180"/>
                  </a:lnTo>
                  <a:lnTo>
                    <a:pt x="430" y="181"/>
                  </a:lnTo>
                  <a:lnTo>
                    <a:pt x="428" y="180"/>
                  </a:lnTo>
                  <a:lnTo>
                    <a:pt x="428" y="180"/>
                  </a:lnTo>
                  <a:lnTo>
                    <a:pt x="429" y="182"/>
                  </a:lnTo>
                  <a:lnTo>
                    <a:pt x="428" y="180"/>
                  </a:lnTo>
                  <a:lnTo>
                    <a:pt x="427" y="181"/>
                  </a:lnTo>
                  <a:lnTo>
                    <a:pt x="429" y="182"/>
                  </a:lnTo>
                  <a:lnTo>
                    <a:pt x="428" y="181"/>
                  </a:lnTo>
                  <a:lnTo>
                    <a:pt x="427" y="181"/>
                  </a:lnTo>
                  <a:lnTo>
                    <a:pt x="426" y="182"/>
                  </a:lnTo>
                  <a:lnTo>
                    <a:pt x="425" y="182"/>
                  </a:lnTo>
                  <a:lnTo>
                    <a:pt x="425" y="183"/>
                  </a:lnTo>
                  <a:lnTo>
                    <a:pt x="423" y="183"/>
                  </a:lnTo>
                  <a:lnTo>
                    <a:pt x="423" y="183"/>
                  </a:lnTo>
                  <a:lnTo>
                    <a:pt x="422" y="183"/>
                  </a:lnTo>
                  <a:lnTo>
                    <a:pt x="420" y="184"/>
                  </a:lnTo>
                  <a:lnTo>
                    <a:pt x="419" y="184"/>
                  </a:lnTo>
                  <a:lnTo>
                    <a:pt x="418" y="184"/>
                  </a:lnTo>
                  <a:lnTo>
                    <a:pt x="417" y="185"/>
                  </a:lnTo>
                  <a:lnTo>
                    <a:pt x="415" y="185"/>
                  </a:lnTo>
                  <a:lnTo>
                    <a:pt x="414" y="185"/>
                  </a:lnTo>
                  <a:lnTo>
                    <a:pt x="413" y="185"/>
                  </a:lnTo>
                  <a:lnTo>
                    <a:pt x="412" y="185"/>
                  </a:lnTo>
                  <a:lnTo>
                    <a:pt x="410" y="185"/>
                  </a:lnTo>
                  <a:lnTo>
                    <a:pt x="393" y="185"/>
                  </a:lnTo>
                  <a:lnTo>
                    <a:pt x="393" y="189"/>
                  </a:lnTo>
                  <a:close/>
                  <a:moveTo>
                    <a:pt x="434" y="122"/>
                  </a:moveTo>
                  <a:lnTo>
                    <a:pt x="434" y="60"/>
                  </a:lnTo>
                  <a:lnTo>
                    <a:pt x="430" y="60"/>
                  </a:lnTo>
                  <a:lnTo>
                    <a:pt x="430" y="122"/>
                  </a:lnTo>
                  <a:lnTo>
                    <a:pt x="434" y="122"/>
                  </a:lnTo>
                  <a:close/>
                  <a:moveTo>
                    <a:pt x="434" y="23"/>
                  </a:moveTo>
                  <a:lnTo>
                    <a:pt x="434" y="11"/>
                  </a:lnTo>
                  <a:lnTo>
                    <a:pt x="434" y="11"/>
                  </a:lnTo>
                  <a:lnTo>
                    <a:pt x="434" y="10"/>
                  </a:lnTo>
                  <a:lnTo>
                    <a:pt x="434" y="10"/>
                  </a:lnTo>
                  <a:lnTo>
                    <a:pt x="434" y="10"/>
                  </a:lnTo>
                  <a:lnTo>
                    <a:pt x="434" y="9"/>
                  </a:lnTo>
                  <a:lnTo>
                    <a:pt x="433" y="9"/>
                  </a:lnTo>
                  <a:lnTo>
                    <a:pt x="433" y="8"/>
                  </a:lnTo>
                  <a:lnTo>
                    <a:pt x="433" y="8"/>
                  </a:lnTo>
                  <a:lnTo>
                    <a:pt x="433" y="8"/>
                  </a:lnTo>
                  <a:lnTo>
                    <a:pt x="432" y="7"/>
                  </a:lnTo>
                  <a:lnTo>
                    <a:pt x="432" y="7"/>
                  </a:lnTo>
                  <a:lnTo>
                    <a:pt x="432" y="6"/>
                  </a:lnTo>
                  <a:lnTo>
                    <a:pt x="432" y="6"/>
                  </a:lnTo>
                  <a:lnTo>
                    <a:pt x="431" y="6"/>
                  </a:lnTo>
                  <a:lnTo>
                    <a:pt x="431" y="6"/>
                  </a:lnTo>
                  <a:lnTo>
                    <a:pt x="430" y="5"/>
                  </a:lnTo>
                  <a:lnTo>
                    <a:pt x="430" y="5"/>
                  </a:lnTo>
                  <a:lnTo>
                    <a:pt x="429" y="5"/>
                  </a:lnTo>
                  <a:lnTo>
                    <a:pt x="428" y="4"/>
                  </a:lnTo>
                  <a:lnTo>
                    <a:pt x="427" y="3"/>
                  </a:lnTo>
                  <a:lnTo>
                    <a:pt x="426" y="3"/>
                  </a:lnTo>
                  <a:lnTo>
                    <a:pt x="425" y="2"/>
                  </a:lnTo>
                  <a:lnTo>
                    <a:pt x="424" y="2"/>
                  </a:lnTo>
                  <a:lnTo>
                    <a:pt x="423" y="1"/>
                  </a:lnTo>
                  <a:lnTo>
                    <a:pt x="422" y="1"/>
                  </a:lnTo>
                  <a:lnTo>
                    <a:pt x="420" y="1"/>
                  </a:lnTo>
                  <a:lnTo>
                    <a:pt x="419" y="1"/>
                  </a:lnTo>
                  <a:lnTo>
                    <a:pt x="417" y="0"/>
                  </a:lnTo>
                  <a:lnTo>
                    <a:pt x="416" y="0"/>
                  </a:lnTo>
                  <a:lnTo>
                    <a:pt x="415" y="0"/>
                  </a:lnTo>
                  <a:lnTo>
                    <a:pt x="413" y="0"/>
                  </a:lnTo>
                  <a:lnTo>
                    <a:pt x="412" y="0"/>
                  </a:lnTo>
                  <a:lnTo>
                    <a:pt x="410" y="0"/>
                  </a:lnTo>
                  <a:lnTo>
                    <a:pt x="385" y="0"/>
                  </a:lnTo>
                  <a:lnTo>
                    <a:pt x="385" y="4"/>
                  </a:lnTo>
                  <a:lnTo>
                    <a:pt x="410" y="4"/>
                  </a:lnTo>
                  <a:lnTo>
                    <a:pt x="412" y="4"/>
                  </a:lnTo>
                  <a:lnTo>
                    <a:pt x="413" y="4"/>
                  </a:lnTo>
                  <a:lnTo>
                    <a:pt x="414" y="4"/>
                  </a:lnTo>
                  <a:lnTo>
                    <a:pt x="415" y="5"/>
                  </a:lnTo>
                  <a:lnTo>
                    <a:pt x="417" y="5"/>
                  </a:lnTo>
                  <a:lnTo>
                    <a:pt x="418" y="5"/>
                  </a:lnTo>
                  <a:lnTo>
                    <a:pt x="419" y="5"/>
                  </a:lnTo>
                  <a:lnTo>
                    <a:pt x="420" y="5"/>
                  </a:lnTo>
                  <a:lnTo>
                    <a:pt x="422" y="6"/>
                  </a:lnTo>
                  <a:lnTo>
                    <a:pt x="423" y="6"/>
                  </a:lnTo>
                  <a:lnTo>
                    <a:pt x="423" y="6"/>
                  </a:lnTo>
                  <a:lnTo>
                    <a:pt x="425" y="6"/>
                  </a:lnTo>
                  <a:lnTo>
                    <a:pt x="425" y="7"/>
                  </a:lnTo>
                  <a:lnTo>
                    <a:pt x="426" y="8"/>
                  </a:lnTo>
                  <a:lnTo>
                    <a:pt x="427" y="8"/>
                  </a:lnTo>
                  <a:lnTo>
                    <a:pt x="428" y="8"/>
                  </a:lnTo>
                  <a:lnTo>
                    <a:pt x="429" y="6"/>
                  </a:lnTo>
                  <a:lnTo>
                    <a:pt x="427" y="8"/>
                  </a:lnTo>
                  <a:lnTo>
                    <a:pt x="428" y="9"/>
                  </a:lnTo>
                  <a:lnTo>
                    <a:pt x="429" y="7"/>
                  </a:lnTo>
                  <a:lnTo>
                    <a:pt x="428" y="9"/>
                  </a:lnTo>
                  <a:lnTo>
                    <a:pt x="428" y="9"/>
                  </a:lnTo>
                  <a:lnTo>
                    <a:pt x="430" y="8"/>
                  </a:lnTo>
                  <a:lnTo>
                    <a:pt x="428" y="9"/>
                  </a:lnTo>
                  <a:lnTo>
                    <a:pt x="429" y="10"/>
                  </a:lnTo>
                  <a:lnTo>
                    <a:pt x="430" y="8"/>
                  </a:lnTo>
                  <a:lnTo>
                    <a:pt x="429" y="10"/>
                  </a:lnTo>
                  <a:lnTo>
                    <a:pt x="429" y="10"/>
                  </a:lnTo>
                  <a:lnTo>
                    <a:pt x="431" y="9"/>
                  </a:lnTo>
                  <a:lnTo>
                    <a:pt x="429" y="10"/>
                  </a:lnTo>
                  <a:lnTo>
                    <a:pt x="429" y="10"/>
                  </a:lnTo>
                  <a:lnTo>
                    <a:pt x="431" y="10"/>
                  </a:lnTo>
                  <a:lnTo>
                    <a:pt x="429" y="10"/>
                  </a:lnTo>
                  <a:lnTo>
                    <a:pt x="430" y="11"/>
                  </a:lnTo>
                  <a:lnTo>
                    <a:pt x="432" y="10"/>
                  </a:lnTo>
                  <a:lnTo>
                    <a:pt x="430" y="11"/>
                  </a:lnTo>
                  <a:lnTo>
                    <a:pt x="430" y="11"/>
                  </a:lnTo>
                  <a:lnTo>
                    <a:pt x="432" y="11"/>
                  </a:lnTo>
                  <a:lnTo>
                    <a:pt x="430" y="11"/>
                  </a:lnTo>
                  <a:lnTo>
                    <a:pt x="430" y="11"/>
                  </a:lnTo>
                  <a:lnTo>
                    <a:pt x="432" y="11"/>
                  </a:lnTo>
                  <a:lnTo>
                    <a:pt x="430" y="11"/>
                  </a:lnTo>
                  <a:lnTo>
                    <a:pt x="430" y="23"/>
                  </a:lnTo>
                  <a:lnTo>
                    <a:pt x="434" y="23"/>
                  </a:lnTo>
                  <a:close/>
                  <a:moveTo>
                    <a:pt x="348" y="0"/>
                  </a:moveTo>
                  <a:lnTo>
                    <a:pt x="287" y="0"/>
                  </a:lnTo>
                  <a:lnTo>
                    <a:pt x="287" y="4"/>
                  </a:lnTo>
                  <a:lnTo>
                    <a:pt x="348" y="4"/>
                  </a:lnTo>
                  <a:lnTo>
                    <a:pt x="348" y="0"/>
                  </a:lnTo>
                  <a:close/>
                  <a:moveTo>
                    <a:pt x="250" y="0"/>
                  </a:moveTo>
                  <a:lnTo>
                    <a:pt x="188" y="0"/>
                  </a:lnTo>
                  <a:lnTo>
                    <a:pt x="188" y="4"/>
                  </a:lnTo>
                  <a:lnTo>
                    <a:pt x="250" y="4"/>
                  </a:lnTo>
                  <a:lnTo>
                    <a:pt x="250" y="0"/>
                  </a:lnTo>
                  <a:close/>
                  <a:moveTo>
                    <a:pt x="151" y="0"/>
                  </a:moveTo>
                  <a:lnTo>
                    <a:pt x="90" y="0"/>
                  </a:lnTo>
                  <a:lnTo>
                    <a:pt x="90" y="4"/>
                  </a:lnTo>
                  <a:lnTo>
                    <a:pt x="151" y="4"/>
                  </a:lnTo>
                  <a:lnTo>
                    <a:pt x="151" y="0"/>
                  </a:lnTo>
                  <a:close/>
                  <a:moveTo>
                    <a:pt x="53" y="0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3"/>
                  </a:lnTo>
                  <a:lnTo>
                    <a:pt x="6" y="3"/>
                  </a:lnTo>
                  <a:lnTo>
                    <a:pt x="5" y="4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4" y="18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3" y="8"/>
                  </a:lnTo>
                  <a:lnTo>
                    <a:pt x="4" y="10"/>
                  </a:lnTo>
                  <a:lnTo>
                    <a:pt x="5" y="9"/>
                  </a:lnTo>
                  <a:lnTo>
                    <a:pt x="4" y="8"/>
                  </a:lnTo>
                  <a:lnTo>
                    <a:pt x="5" y="9"/>
                  </a:lnTo>
                  <a:lnTo>
                    <a:pt x="6" y="9"/>
                  </a:lnTo>
                  <a:lnTo>
                    <a:pt x="4" y="7"/>
                  </a:lnTo>
                  <a:lnTo>
                    <a:pt x="5" y="9"/>
                  </a:lnTo>
                  <a:lnTo>
                    <a:pt x="6" y="8"/>
                  </a:lnTo>
                  <a:lnTo>
                    <a:pt x="5" y="6"/>
                  </a:lnTo>
                  <a:lnTo>
                    <a:pt x="6" y="8"/>
                  </a:lnTo>
                  <a:lnTo>
                    <a:pt x="7" y="8"/>
                  </a:lnTo>
                  <a:lnTo>
                    <a:pt x="8" y="7"/>
                  </a:lnTo>
                  <a:lnTo>
                    <a:pt x="8" y="7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20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4"/>
                  </a:lnTo>
                  <a:lnTo>
                    <a:pt x="53" y="4"/>
                  </a:lnTo>
                  <a:lnTo>
                    <a:pt x="53" y="0"/>
                  </a:lnTo>
                  <a:close/>
                  <a:moveTo>
                    <a:pt x="0" y="55"/>
                  </a:moveTo>
                  <a:lnTo>
                    <a:pt x="0" y="117"/>
                  </a:lnTo>
                  <a:lnTo>
                    <a:pt x="4" y="117"/>
                  </a:lnTo>
                  <a:lnTo>
                    <a:pt x="4" y="55"/>
                  </a:lnTo>
                  <a:lnTo>
                    <a:pt x="0" y="55"/>
                  </a:lnTo>
                  <a:close/>
                  <a:moveTo>
                    <a:pt x="0" y="154"/>
                  </a:moveTo>
                  <a:lnTo>
                    <a:pt x="0" y="178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1" y="181"/>
                  </a:lnTo>
                  <a:lnTo>
                    <a:pt x="1" y="181"/>
                  </a:lnTo>
                  <a:lnTo>
                    <a:pt x="1" y="181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4" y="184"/>
                  </a:lnTo>
                  <a:lnTo>
                    <a:pt x="4" y="184"/>
                  </a:lnTo>
                  <a:lnTo>
                    <a:pt x="4" y="185"/>
                  </a:lnTo>
                  <a:lnTo>
                    <a:pt x="5" y="185"/>
                  </a:lnTo>
                  <a:lnTo>
                    <a:pt x="6" y="186"/>
                  </a:lnTo>
                  <a:lnTo>
                    <a:pt x="8" y="186"/>
                  </a:lnTo>
                  <a:lnTo>
                    <a:pt x="8" y="186"/>
                  </a:lnTo>
                  <a:lnTo>
                    <a:pt x="9" y="187"/>
                  </a:lnTo>
                  <a:lnTo>
                    <a:pt x="11" y="188"/>
                  </a:lnTo>
                  <a:lnTo>
                    <a:pt x="12" y="188"/>
                  </a:lnTo>
                  <a:lnTo>
                    <a:pt x="13" y="188"/>
                  </a:lnTo>
                  <a:lnTo>
                    <a:pt x="15" y="188"/>
                  </a:lnTo>
                  <a:lnTo>
                    <a:pt x="16" y="188"/>
                  </a:lnTo>
                  <a:lnTo>
                    <a:pt x="18" y="189"/>
                  </a:lnTo>
                  <a:lnTo>
                    <a:pt x="19" y="189"/>
                  </a:lnTo>
                  <a:lnTo>
                    <a:pt x="21" y="189"/>
                  </a:lnTo>
                  <a:lnTo>
                    <a:pt x="22" y="189"/>
                  </a:lnTo>
                  <a:lnTo>
                    <a:pt x="23" y="189"/>
                  </a:lnTo>
                  <a:lnTo>
                    <a:pt x="60" y="189"/>
                  </a:lnTo>
                  <a:lnTo>
                    <a:pt x="60" y="185"/>
                  </a:lnTo>
                  <a:lnTo>
                    <a:pt x="23" y="185"/>
                  </a:lnTo>
                  <a:lnTo>
                    <a:pt x="22" y="185"/>
                  </a:lnTo>
                  <a:lnTo>
                    <a:pt x="21" y="185"/>
                  </a:lnTo>
                  <a:lnTo>
                    <a:pt x="20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6" y="184"/>
                  </a:lnTo>
                  <a:lnTo>
                    <a:pt x="15" y="184"/>
                  </a:lnTo>
                  <a:lnTo>
                    <a:pt x="13" y="184"/>
                  </a:lnTo>
                  <a:lnTo>
                    <a:pt x="12" y="183"/>
                  </a:lnTo>
                  <a:lnTo>
                    <a:pt x="11" y="183"/>
                  </a:lnTo>
                  <a:lnTo>
                    <a:pt x="10" y="183"/>
                  </a:lnTo>
                  <a:lnTo>
                    <a:pt x="9" y="182"/>
                  </a:lnTo>
                  <a:lnTo>
                    <a:pt x="8" y="182"/>
                  </a:lnTo>
                  <a:lnTo>
                    <a:pt x="7" y="181"/>
                  </a:lnTo>
                  <a:lnTo>
                    <a:pt x="7" y="181"/>
                  </a:lnTo>
                  <a:lnTo>
                    <a:pt x="6" y="181"/>
                  </a:lnTo>
                  <a:lnTo>
                    <a:pt x="5" y="182"/>
                  </a:lnTo>
                  <a:lnTo>
                    <a:pt x="6" y="181"/>
                  </a:lnTo>
                  <a:lnTo>
                    <a:pt x="5" y="180"/>
                  </a:lnTo>
                  <a:lnTo>
                    <a:pt x="4" y="182"/>
                  </a:lnTo>
                  <a:lnTo>
                    <a:pt x="6" y="180"/>
                  </a:lnTo>
                  <a:lnTo>
                    <a:pt x="5" y="180"/>
                  </a:lnTo>
                  <a:lnTo>
                    <a:pt x="4" y="181"/>
                  </a:lnTo>
                  <a:lnTo>
                    <a:pt x="5" y="180"/>
                  </a:lnTo>
                  <a:lnTo>
                    <a:pt x="4" y="180"/>
                  </a:lnTo>
                  <a:lnTo>
                    <a:pt x="3" y="181"/>
                  </a:lnTo>
                  <a:lnTo>
                    <a:pt x="5" y="180"/>
                  </a:lnTo>
                  <a:lnTo>
                    <a:pt x="4" y="179"/>
                  </a:lnTo>
                  <a:lnTo>
                    <a:pt x="3" y="180"/>
                  </a:lnTo>
                  <a:lnTo>
                    <a:pt x="4" y="179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2" y="179"/>
                  </a:lnTo>
                  <a:lnTo>
                    <a:pt x="4" y="178"/>
                  </a:lnTo>
                  <a:lnTo>
                    <a:pt x="4" y="178"/>
                  </a:lnTo>
                  <a:lnTo>
                    <a:pt x="2" y="178"/>
                  </a:lnTo>
                  <a:lnTo>
                    <a:pt x="4" y="178"/>
                  </a:lnTo>
                  <a:lnTo>
                    <a:pt x="4" y="178"/>
                  </a:lnTo>
                  <a:lnTo>
                    <a:pt x="2" y="178"/>
                  </a:lnTo>
                  <a:lnTo>
                    <a:pt x="4" y="178"/>
                  </a:lnTo>
                  <a:lnTo>
                    <a:pt x="4" y="154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7" name="Freeform 740"/>
            <p:cNvSpPr>
              <a:spLocks noEditPoints="1"/>
            </p:cNvSpPr>
            <p:nvPr/>
          </p:nvSpPr>
          <p:spPr bwMode="auto">
            <a:xfrm>
              <a:off x="2081213" y="1858964"/>
              <a:ext cx="687388" cy="300038"/>
            </a:xfrm>
            <a:custGeom>
              <a:avLst/>
              <a:gdLst>
                <a:gd name="T0" fmla="*/ 195 w 433"/>
                <a:gd name="T1" fmla="*/ 189 h 189"/>
                <a:gd name="T2" fmla="*/ 355 w 433"/>
                <a:gd name="T3" fmla="*/ 189 h 189"/>
                <a:gd name="T4" fmla="*/ 411 w 433"/>
                <a:gd name="T5" fmla="*/ 189 h 189"/>
                <a:gd name="T6" fmla="*/ 420 w 433"/>
                <a:gd name="T7" fmla="*/ 188 h 189"/>
                <a:gd name="T8" fmla="*/ 427 w 433"/>
                <a:gd name="T9" fmla="*/ 186 h 189"/>
                <a:gd name="T10" fmla="*/ 431 w 433"/>
                <a:gd name="T11" fmla="*/ 183 h 189"/>
                <a:gd name="T12" fmla="*/ 433 w 433"/>
                <a:gd name="T13" fmla="*/ 181 h 189"/>
                <a:gd name="T14" fmla="*/ 433 w 433"/>
                <a:gd name="T15" fmla="*/ 178 h 189"/>
                <a:gd name="T16" fmla="*/ 431 w 433"/>
                <a:gd name="T17" fmla="*/ 178 h 189"/>
                <a:gd name="T18" fmla="*/ 431 w 433"/>
                <a:gd name="T19" fmla="*/ 179 h 189"/>
                <a:gd name="T20" fmla="*/ 431 w 433"/>
                <a:gd name="T21" fmla="*/ 180 h 189"/>
                <a:gd name="T22" fmla="*/ 430 w 433"/>
                <a:gd name="T23" fmla="*/ 181 h 189"/>
                <a:gd name="T24" fmla="*/ 429 w 433"/>
                <a:gd name="T25" fmla="*/ 182 h 189"/>
                <a:gd name="T26" fmla="*/ 423 w 433"/>
                <a:gd name="T27" fmla="*/ 183 h 189"/>
                <a:gd name="T28" fmla="*/ 416 w 433"/>
                <a:gd name="T29" fmla="*/ 185 h 189"/>
                <a:gd name="T30" fmla="*/ 392 w 433"/>
                <a:gd name="T31" fmla="*/ 185 h 189"/>
                <a:gd name="T32" fmla="*/ 433 w 433"/>
                <a:gd name="T33" fmla="*/ 122 h 189"/>
                <a:gd name="T34" fmla="*/ 433 w 433"/>
                <a:gd name="T35" fmla="*/ 10 h 189"/>
                <a:gd name="T36" fmla="*/ 432 w 433"/>
                <a:gd name="T37" fmla="*/ 7 h 189"/>
                <a:gd name="T38" fmla="*/ 430 w 433"/>
                <a:gd name="T39" fmla="*/ 5 h 189"/>
                <a:gd name="T40" fmla="*/ 425 w 433"/>
                <a:gd name="T41" fmla="*/ 2 h 189"/>
                <a:gd name="T42" fmla="*/ 417 w 433"/>
                <a:gd name="T43" fmla="*/ 0 h 189"/>
                <a:gd name="T44" fmla="*/ 385 w 433"/>
                <a:gd name="T45" fmla="*/ 0 h 189"/>
                <a:gd name="T46" fmla="*/ 415 w 433"/>
                <a:gd name="T47" fmla="*/ 5 h 189"/>
                <a:gd name="T48" fmla="*/ 422 w 433"/>
                <a:gd name="T49" fmla="*/ 6 h 189"/>
                <a:gd name="T50" fmla="*/ 428 w 433"/>
                <a:gd name="T51" fmla="*/ 8 h 189"/>
                <a:gd name="T52" fmla="*/ 428 w 433"/>
                <a:gd name="T53" fmla="*/ 9 h 189"/>
                <a:gd name="T54" fmla="*/ 429 w 433"/>
                <a:gd name="T55" fmla="*/ 10 h 189"/>
                <a:gd name="T56" fmla="*/ 429 w 433"/>
                <a:gd name="T57" fmla="*/ 11 h 189"/>
                <a:gd name="T58" fmla="*/ 429 w 433"/>
                <a:gd name="T59" fmla="*/ 11 h 189"/>
                <a:gd name="T60" fmla="*/ 287 w 433"/>
                <a:gd name="T61" fmla="*/ 0 h 189"/>
                <a:gd name="T62" fmla="*/ 188 w 433"/>
                <a:gd name="T63" fmla="*/ 4 h 189"/>
                <a:gd name="T64" fmla="*/ 151 w 433"/>
                <a:gd name="T65" fmla="*/ 4 h 189"/>
                <a:gd name="T66" fmla="*/ 19 w 433"/>
                <a:gd name="T67" fmla="*/ 0 h 189"/>
                <a:gd name="T68" fmla="*/ 11 w 433"/>
                <a:gd name="T69" fmla="*/ 1 h 189"/>
                <a:gd name="T70" fmla="*/ 4 w 433"/>
                <a:gd name="T71" fmla="*/ 5 h 189"/>
                <a:gd name="T72" fmla="*/ 2 w 433"/>
                <a:gd name="T73" fmla="*/ 6 h 189"/>
                <a:gd name="T74" fmla="*/ 0 w 433"/>
                <a:gd name="T75" fmla="*/ 9 h 189"/>
                <a:gd name="T76" fmla="*/ 0 w 433"/>
                <a:gd name="T77" fmla="*/ 11 h 189"/>
                <a:gd name="T78" fmla="*/ 4 w 433"/>
                <a:gd name="T79" fmla="*/ 11 h 189"/>
                <a:gd name="T80" fmla="*/ 4 w 433"/>
                <a:gd name="T81" fmla="*/ 10 h 189"/>
                <a:gd name="T82" fmla="*/ 5 w 433"/>
                <a:gd name="T83" fmla="*/ 10 h 189"/>
                <a:gd name="T84" fmla="*/ 5 w 433"/>
                <a:gd name="T85" fmla="*/ 9 h 189"/>
                <a:gd name="T86" fmla="*/ 7 w 433"/>
                <a:gd name="T87" fmla="*/ 8 h 189"/>
                <a:gd name="T88" fmla="*/ 12 w 433"/>
                <a:gd name="T89" fmla="*/ 6 h 189"/>
                <a:gd name="T90" fmla="*/ 19 w 433"/>
                <a:gd name="T91" fmla="*/ 4 h 189"/>
                <a:gd name="T92" fmla="*/ 0 w 433"/>
                <a:gd name="T93" fmla="*/ 55 h 189"/>
                <a:gd name="T94" fmla="*/ 0 w 433"/>
                <a:gd name="T95" fmla="*/ 178 h 189"/>
                <a:gd name="T96" fmla="*/ 0 w 433"/>
                <a:gd name="T97" fmla="*/ 180 h 189"/>
                <a:gd name="T98" fmla="*/ 2 w 433"/>
                <a:gd name="T99" fmla="*/ 183 h 189"/>
                <a:gd name="T100" fmla="*/ 4 w 433"/>
                <a:gd name="T101" fmla="*/ 185 h 189"/>
                <a:gd name="T102" fmla="*/ 10 w 433"/>
                <a:gd name="T103" fmla="*/ 188 h 189"/>
                <a:gd name="T104" fmla="*/ 19 w 433"/>
                <a:gd name="T105" fmla="*/ 189 h 189"/>
                <a:gd name="T106" fmla="*/ 23 w 433"/>
                <a:gd name="T107" fmla="*/ 185 h 189"/>
                <a:gd name="T108" fmla="*/ 15 w 433"/>
                <a:gd name="T109" fmla="*/ 184 h 189"/>
                <a:gd name="T110" fmla="*/ 9 w 433"/>
                <a:gd name="T111" fmla="*/ 182 h 189"/>
                <a:gd name="T112" fmla="*/ 6 w 433"/>
                <a:gd name="T113" fmla="*/ 181 h 189"/>
                <a:gd name="T114" fmla="*/ 5 w 433"/>
                <a:gd name="T115" fmla="*/ 180 h 189"/>
                <a:gd name="T116" fmla="*/ 4 w 433"/>
                <a:gd name="T117" fmla="*/ 179 h 189"/>
                <a:gd name="T118" fmla="*/ 4 w 433"/>
                <a:gd name="T119" fmla="*/ 178 h 189"/>
                <a:gd name="T120" fmla="*/ 4 w 433"/>
                <a:gd name="T121" fmla="*/ 17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33" h="189">
                  <a:moveTo>
                    <a:pt x="97" y="189"/>
                  </a:moveTo>
                  <a:lnTo>
                    <a:pt x="158" y="189"/>
                  </a:lnTo>
                  <a:lnTo>
                    <a:pt x="158" y="185"/>
                  </a:lnTo>
                  <a:lnTo>
                    <a:pt x="97" y="185"/>
                  </a:lnTo>
                  <a:lnTo>
                    <a:pt x="97" y="189"/>
                  </a:lnTo>
                  <a:close/>
                  <a:moveTo>
                    <a:pt x="195" y="189"/>
                  </a:moveTo>
                  <a:lnTo>
                    <a:pt x="257" y="189"/>
                  </a:lnTo>
                  <a:lnTo>
                    <a:pt x="257" y="185"/>
                  </a:lnTo>
                  <a:lnTo>
                    <a:pt x="195" y="185"/>
                  </a:lnTo>
                  <a:lnTo>
                    <a:pt x="195" y="189"/>
                  </a:lnTo>
                  <a:close/>
                  <a:moveTo>
                    <a:pt x="294" y="189"/>
                  </a:moveTo>
                  <a:lnTo>
                    <a:pt x="355" y="189"/>
                  </a:lnTo>
                  <a:lnTo>
                    <a:pt x="355" y="185"/>
                  </a:lnTo>
                  <a:lnTo>
                    <a:pt x="294" y="185"/>
                  </a:lnTo>
                  <a:lnTo>
                    <a:pt x="294" y="189"/>
                  </a:lnTo>
                  <a:close/>
                  <a:moveTo>
                    <a:pt x="392" y="189"/>
                  </a:moveTo>
                  <a:lnTo>
                    <a:pt x="410" y="189"/>
                  </a:lnTo>
                  <a:lnTo>
                    <a:pt x="411" y="189"/>
                  </a:lnTo>
                  <a:lnTo>
                    <a:pt x="413" y="189"/>
                  </a:lnTo>
                  <a:lnTo>
                    <a:pt x="414" y="189"/>
                  </a:lnTo>
                  <a:lnTo>
                    <a:pt x="416" y="189"/>
                  </a:lnTo>
                  <a:lnTo>
                    <a:pt x="417" y="188"/>
                  </a:lnTo>
                  <a:lnTo>
                    <a:pt x="418" y="188"/>
                  </a:lnTo>
                  <a:lnTo>
                    <a:pt x="420" y="188"/>
                  </a:lnTo>
                  <a:lnTo>
                    <a:pt x="421" y="188"/>
                  </a:lnTo>
                  <a:lnTo>
                    <a:pt x="422" y="188"/>
                  </a:lnTo>
                  <a:lnTo>
                    <a:pt x="424" y="187"/>
                  </a:lnTo>
                  <a:lnTo>
                    <a:pt x="425" y="187"/>
                  </a:lnTo>
                  <a:lnTo>
                    <a:pt x="426" y="186"/>
                  </a:lnTo>
                  <a:lnTo>
                    <a:pt x="427" y="186"/>
                  </a:lnTo>
                  <a:lnTo>
                    <a:pt x="428" y="185"/>
                  </a:lnTo>
                  <a:lnTo>
                    <a:pt x="429" y="185"/>
                  </a:lnTo>
                  <a:lnTo>
                    <a:pt x="430" y="184"/>
                  </a:lnTo>
                  <a:lnTo>
                    <a:pt x="430" y="184"/>
                  </a:lnTo>
                  <a:lnTo>
                    <a:pt x="431" y="183"/>
                  </a:lnTo>
                  <a:lnTo>
                    <a:pt x="431" y="183"/>
                  </a:lnTo>
                  <a:lnTo>
                    <a:pt x="431" y="183"/>
                  </a:lnTo>
                  <a:lnTo>
                    <a:pt x="431" y="183"/>
                  </a:lnTo>
                  <a:lnTo>
                    <a:pt x="432" y="182"/>
                  </a:lnTo>
                  <a:lnTo>
                    <a:pt x="432" y="182"/>
                  </a:lnTo>
                  <a:lnTo>
                    <a:pt x="433" y="181"/>
                  </a:lnTo>
                  <a:lnTo>
                    <a:pt x="433" y="181"/>
                  </a:lnTo>
                  <a:lnTo>
                    <a:pt x="433" y="181"/>
                  </a:lnTo>
                  <a:lnTo>
                    <a:pt x="433" y="180"/>
                  </a:lnTo>
                  <a:lnTo>
                    <a:pt x="433" y="180"/>
                  </a:lnTo>
                  <a:lnTo>
                    <a:pt x="433" y="180"/>
                  </a:lnTo>
                  <a:lnTo>
                    <a:pt x="433" y="179"/>
                  </a:lnTo>
                  <a:lnTo>
                    <a:pt x="433" y="178"/>
                  </a:lnTo>
                  <a:lnTo>
                    <a:pt x="433" y="178"/>
                  </a:lnTo>
                  <a:lnTo>
                    <a:pt x="433" y="178"/>
                  </a:lnTo>
                  <a:lnTo>
                    <a:pt x="433" y="159"/>
                  </a:lnTo>
                  <a:lnTo>
                    <a:pt x="429" y="159"/>
                  </a:lnTo>
                  <a:lnTo>
                    <a:pt x="429" y="178"/>
                  </a:lnTo>
                  <a:lnTo>
                    <a:pt x="431" y="178"/>
                  </a:lnTo>
                  <a:lnTo>
                    <a:pt x="429" y="178"/>
                  </a:lnTo>
                  <a:lnTo>
                    <a:pt x="429" y="178"/>
                  </a:lnTo>
                  <a:lnTo>
                    <a:pt x="431" y="178"/>
                  </a:lnTo>
                  <a:lnTo>
                    <a:pt x="429" y="178"/>
                  </a:lnTo>
                  <a:lnTo>
                    <a:pt x="429" y="178"/>
                  </a:lnTo>
                  <a:lnTo>
                    <a:pt x="431" y="179"/>
                  </a:lnTo>
                  <a:lnTo>
                    <a:pt x="429" y="178"/>
                  </a:lnTo>
                  <a:lnTo>
                    <a:pt x="429" y="179"/>
                  </a:lnTo>
                  <a:lnTo>
                    <a:pt x="431" y="180"/>
                  </a:lnTo>
                  <a:lnTo>
                    <a:pt x="429" y="179"/>
                  </a:lnTo>
                  <a:lnTo>
                    <a:pt x="429" y="179"/>
                  </a:lnTo>
                  <a:lnTo>
                    <a:pt x="431" y="180"/>
                  </a:lnTo>
                  <a:lnTo>
                    <a:pt x="429" y="179"/>
                  </a:lnTo>
                  <a:lnTo>
                    <a:pt x="429" y="180"/>
                  </a:lnTo>
                  <a:lnTo>
                    <a:pt x="430" y="181"/>
                  </a:lnTo>
                  <a:lnTo>
                    <a:pt x="429" y="180"/>
                  </a:lnTo>
                  <a:lnTo>
                    <a:pt x="428" y="180"/>
                  </a:lnTo>
                  <a:lnTo>
                    <a:pt x="430" y="181"/>
                  </a:lnTo>
                  <a:lnTo>
                    <a:pt x="428" y="180"/>
                  </a:lnTo>
                  <a:lnTo>
                    <a:pt x="428" y="180"/>
                  </a:lnTo>
                  <a:lnTo>
                    <a:pt x="429" y="182"/>
                  </a:lnTo>
                  <a:lnTo>
                    <a:pt x="428" y="180"/>
                  </a:lnTo>
                  <a:lnTo>
                    <a:pt x="427" y="181"/>
                  </a:lnTo>
                  <a:lnTo>
                    <a:pt x="429" y="182"/>
                  </a:lnTo>
                  <a:lnTo>
                    <a:pt x="428" y="181"/>
                  </a:lnTo>
                  <a:lnTo>
                    <a:pt x="427" y="181"/>
                  </a:lnTo>
                  <a:lnTo>
                    <a:pt x="426" y="182"/>
                  </a:lnTo>
                  <a:lnTo>
                    <a:pt x="425" y="182"/>
                  </a:lnTo>
                  <a:lnTo>
                    <a:pt x="424" y="183"/>
                  </a:lnTo>
                  <a:lnTo>
                    <a:pt x="423" y="183"/>
                  </a:lnTo>
                  <a:lnTo>
                    <a:pt x="422" y="183"/>
                  </a:lnTo>
                  <a:lnTo>
                    <a:pt x="421" y="183"/>
                  </a:lnTo>
                  <a:lnTo>
                    <a:pt x="420" y="184"/>
                  </a:lnTo>
                  <a:lnTo>
                    <a:pt x="419" y="184"/>
                  </a:lnTo>
                  <a:lnTo>
                    <a:pt x="418" y="184"/>
                  </a:lnTo>
                  <a:lnTo>
                    <a:pt x="416" y="185"/>
                  </a:lnTo>
                  <a:lnTo>
                    <a:pt x="415" y="185"/>
                  </a:lnTo>
                  <a:lnTo>
                    <a:pt x="414" y="185"/>
                  </a:lnTo>
                  <a:lnTo>
                    <a:pt x="412" y="185"/>
                  </a:lnTo>
                  <a:lnTo>
                    <a:pt x="411" y="185"/>
                  </a:lnTo>
                  <a:lnTo>
                    <a:pt x="410" y="185"/>
                  </a:lnTo>
                  <a:lnTo>
                    <a:pt x="392" y="185"/>
                  </a:lnTo>
                  <a:lnTo>
                    <a:pt x="392" y="189"/>
                  </a:lnTo>
                  <a:close/>
                  <a:moveTo>
                    <a:pt x="433" y="122"/>
                  </a:moveTo>
                  <a:lnTo>
                    <a:pt x="433" y="60"/>
                  </a:lnTo>
                  <a:lnTo>
                    <a:pt x="429" y="60"/>
                  </a:lnTo>
                  <a:lnTo>
                    <a:pt x="429" y="122"/>
                  </a:lnTo>
                  <a:lnTo>
                    <a:pt x="433" y="122"/>
                  </a:lnTo>
                  <a:close/>
                  <a:moveTo>
                    <a:pt x="433" y="23"/>
                  </a:moveTo>
                  <a:lnTo>
                    <a:pt x="433" y="11"/>
                  </a:lnTo>
                  <a:lnTo>
                    <a:pt x="433" y="11"/>
                  </a:lnTo>
                  <a:lnTo>
                    <a:pt x="433" y="10"/>
                  </a:lnTo>
                  <a:lnTo>
                    <a:pt x="433" y="10"/>
                  </a:lnTo>
                  <a:lnTo>
                    <a:pt x="433" y="10"/>
                  </a:lnTo>
                  <a:lnTo>
                    <a:pt x="433" y="9"/>
                  </a:lnTo>
                  <a:lnTo>
                    <a:pt x="433" y="9"/>
                  </a:lnTo>
                  <a:lnTo>
                    <a:pt x="433" y="8"/>
                  </a:lnTo>
                  <a:lnTo>
                    <a:pt x="433" y="8"/>
                  </a:lnTo>
                  <a:lnTo>
                    <a:pt x="433" y="8"/>
                  </a:lnTo>
                  <a:lnTo>
                    <a:pt x="432" y="7"/>
                  </a:lnTo>
                  <a:lnTo>
                    <a:pt x="432" y="7"/>
                  </a:lnTo>
                  <a:lnTo>
                    <a:pt x="431" y="6"/>
                  </a:lnTo>
                  <a:lnTo>
                    <a:pt x="431" y="6"/>
                  </a:lnTo>
                  <a:lnTo>
                    <a:pt x="431" y="6"/>
                  </a:lnTo>
                  <a:lnTo>
                    <a:pt x="431" y="6"/>
                  </a:lnTo>
                  <a:lnTo>
                    <a:pt x="430" y="5"/>
                  </a:lnTo>
                  <a:lnTo>
                    <a:pt x="430" y="5"/>
                  </a:lnTo>
                  <a:lnTo>
                    <a:pt x="429" y="5"/>
                  </a:lnTo>
                  <a:lnTo>
                    <a:pt x="428" y="4"/>
                  </a:lnTo>
                  <a:lnTo>
                    <a:pt x="427" y="3"/>
                  </a:lnTo>
                  <a:lnTo>
                    <a:pt x="426" y="3"/>
                  </a:lnTo>
                  <a:lnTo>
                    <a:pt x="425" y="2"/>
                  </a:lnTo>
                  <a:lnTo>
                    <a:pt x="424" y="2"/>
                  </a:lnTo>
                  <a:lnTo>
                    <a:pt x="422" y="1"/>
                  </a:lnTo>
                  <a:lnTo>
                    <a:pt x="421" y="1"/>
                  </a:lnTo>
                  <a:lnTo>
                    <a:pt x="420" y="1"/>
                  </a:lnTo>
                  <a:lnTo>
                    <a:pt x="419" y="1"/>
                  </a:lnTo>
                  <a:lnTo>
                    <a:pt x="417" y="0"/>
                  </a:lnTo>
                  <a:lnTo>
                    <a:pt x="416" y="0"/>
                  </a:lnTo>
                  <a:lnTo>
                    <a:pt x="414" y="0"/>
                  </a:lnTo>
                  <a:lnTo>
                    <a:pt x="413" y="0"/>
                  </a:lnTo>
                  <a:lnTo>
                    <a:pt x="411" y="0"/>
                  </a:lnTo>
                  <a:lnTo>
                    <a:pt x="410" y="0"/>
                  </a:lnTo>
                  <a:lnTo>
                    <a:pt x="385" y="0"/>
                  </a:lnTo>
                  <a:lnTo>
                    <a:pt x="385" y="4"/>
                  </a:lnTo>
                  <a:lnTo>
                    <a:pt x="410" y="4"/>
                  </a:lnTo>
                  <a:lnTo>
                    <a:pt x="411" y="4"/>
                  </a:lnTo>
                  <a:lnTo>
                    <a:pt x="412" y="4"/>
                  </a:lnTo>
                  <a:lnTo>
                    <a:pt x="414" y="4"/>
                  </a:lnTo>
                  <a:lnTo>
                    <a:pt x="415" y="5"/>
                  </a:lnTo>
                  <a:lnTo>
                    <a:pt x="417" y="5"/>
                  </a:lnTo>
                  <a:lnTo>
                    <a:pt x="418" y="5"/>
                  </a:lnTo>
                  <a:lnTo>
                    <a:pt x="419" y="5"/>
                  </a:lnTo>
                  <a:lnTo>
                    <a:pt x="420" y="5"/>
                  </a:lnTo>
                  <a:lnTo>
                    <a:pt x="421" y="6"/>
                  </a:lnTo>
                  <a:lnTo>
                    <a:pt x="422" y="6"/>
                  </a:lnTo>
                  <a:lnTo>
                    <a:pt x="423" y="6"/>
                  </a:lnTo>
                  <a:lnTo>
                    <a:pt x="424" y="6"/>
                  </a:lnTo>
                  <a:lnTo>
                    <a:pt x="425" y="7"/>
                  </a:lnTo>
                  <a:lnTo>
                    <a:pt x="426" y="8"/>
                  </a:lnTo>
                  <a:lnTo>
                    <a:pt x="427" y="8"/>
                  </a:lnTo>
                  <a:lnTo>
                    <a:pt x="428" y="8"/>
                  </a:lnTo>
                  <a:lnTo>
                    <a:pt x="429" y="6"/>
                  </a:lnTo>
                  <a:lnTo>
                    <a:pt x="427" y="8"/>
                  </a:lnTo>
                  <a:lnTo>
                    <a:pt x="428" y="9"/>
                  </a:lnTo>
                  <a:lnTo>
                    <a:pt x="429" y="7"/>
                  </a:lnTo>
                  <a:lnTo>
                    <a:pt x="428" y="9"/>
                  </a:lnTo>
                  <a:lnTo>
                    <a:pt x="428" y="9"/>
                  </a:lnTo>
                  <a:lnTo>
                    <a:pt x="430" y="8"/>
                  </a:lnTo>
                  <a:lnTo>
                    <a:pt x="428" y="9"/>
                  </a:lnTo>
                  <a:lnTo>
                    <a:pt x="429" y="10"/>
                  </a:lnTo>
                  <a:lnTo>
                    <a:pt x="430" y="8"/>
                  </a:lnTo>
                  <a:lnTo>
                    <a:pt x="429" y="10"/>
                  </a:lnTo>
                  <a:lnTo>
                    <a:pt x="429" y="10"/>
                  </a:lnTo>
                  <a:lnTo>
                    <a:pt x="431" y="9"/>
                  </a:lnTo>
                  <a:lnTo>
                    <a:pt x="429" y="10"/>
                  </a:lnTo>
                  <a:lnTo>
                    <a:pt x="429" y="10"/>
                  </a:lnTo>
                  <a:lnTo>
                    <a:pt x="431" y="10"/>
                  </a:lnTo>
                  <a:lnTo>
                    <a:pt x="429" y="10"/>
                  </a:lnTo>
                  <a:lnTo>
                    <a:pt x="429" y="11"/>
                  </a:lnTo>
                  <a:lnTo>
                    <a:pt x="431" y="10"/>
                  </a:lnTo>
                  <a:lnTo>
                    <a:pt x="429" y="11"/>
                  </a:lnTo>
                  <a:lnTo>
                    <a:pt x="429" y="11"/>
                  </a:lnTo>
                  <a:lnTo>
                    <a:pt x="431" y="11"/>
                  </a:lnTo>
                  <a:lnTo>
                    <a:pt x="429" y="11"/>
                  </a:lnTo>
                  <a:lnTo>
                    <a:pt x="429" y="11"/>
                  </a:lnTo>
                  <a:lnTo>
                    <a:pt x="431" y="11"/>
                  </a:lnTo>
                  <a:lnTo>
                    <a:pt x="429" y="11"/>
                  </a:lnTo>
                  <a:lnTo>
                    <a:pt x="429" y="23"/>
                  </a:lnTo>
                  <a:lnTo>
                    <a:pt x="433" y="23"/>
                  </a:lnTo>
                  <a:close/>
                  <a:moveTo>
                    <a:pt x="348" y="0"/>
                  </a:moveTo>
                  <a:lnTo>
                    <a:pt x="287" y="0"/>
                  </a:lnTo>
                  <a:lnTo>
                    <a:pt x="287" y="4"/>
                  </a:lnTo>
                  <a:lnTo>
                    <a:pt x="348" y="4"/>
                  </a:lnTo>
                  <a:lnTo>
                    <a:pt x="348" y="0"/>
                  </a:lnTo>
                  <a:close/>
                  <a:moveTo>
                    <a:pt x="250" y="0"/>
                  </a:moveTo>
                  <a:lnTo>
                    <a:pt x="188" y="0"/>
                  </a:lnTo>
                  <a:lnTo>
                    <a:pt x="188" y="4"/>
                  </a:lnTo>
                  <a:lnTo>
                    <a:pt x="250" y="4"/>
                  </a:lnTo>
                  <a:lnTo>
                    <a:pt x="250" y="0"/>
                  </a:lnTo>
                  <a:close/>
                  <a:moveTo>
                    <a:pt x="151" y="0"/>
                  </a:moveTo>
                  <a:lnTo>
                    <a:pt x="89" y="0"/>
                  </a:lnTo>
                  <a:lnTo>
                    <a:pt x="89" y="4"/>
                  </a:lnTo>
                  <a:lnTo>
                    <a:pt x="151" y="4"/>
                  </a:lnTo>
                  <a:lnTo>
                    <a:pt x="151" y="0"/>
                  </a:lnTo>
                  <a:close/>
                  <a:moveTo>
                    <a:pt x="52" y="0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3"/>
                  </a:lnTo>
                  <a:lnTo>
                    <a:pt x="6" y="3"/>
                  </a:lnTo>
                  <a:lnTo>
                    <a:pt x="5" y="4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4" y="18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2" y="9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3" y="8"/>
                  </a:lnTo>
                  <a:lnTo>
                    <a:pt x="4" y="10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9"/>
                  </a:lnTo>
                  <a:lnTo>
                    <a:pt x="5" y="9"/>
                  </a:lnTo>
                  <a:lnTo>
                    <a:pt x="4" y="7"/>
                  </a:lnTo>
                  <a:lnTo>
                    <a:pt x="5" y="9"/>
                  </a:lnTo>
                  <a:lnTo>
                    <a:pt x="6" y="8"/>
                  </a:lnTo>
                  <a:lnTo>
                    <a:pt x="5" y="6"/>
                  </a:lnTo>
                  <a:lnTo>
                    <a:pt x="6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7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4"/>
                  </a:lnTo>
                  <a:lnTo>
                    <a:pt x="52" y="4"/>
                  </a:lnTo>
                  <a:lnTo>
                    <a:pt x="52" y="0"/>
                  </a:lnTo>
                  <a:close/>
                  <a:moveTo>
                    <a:pt x="0" y="55"/>
                  </a:moveTo>
                  <a:lnTo>
                    <a:pt x="0" y="117"/>
                  </a:lnTo>
                  <a:lnTo>
                    <a:pt x="4" y="117"/>
                  </a:lnTo>
                  <a:lnTo>
                    <a:pt x="4" y="55"/>
                  </a:lnTo>
                  <a:lnTo>
                    <a:pt x="0" y="55"/>
                  </a:lnTo>
                  <a:close/>
                  <a:moveTo>
                    <a:pt x="0" y="154"/>
                  </a:moveTo>
                  <a:lnTo>
                    <a:pt x="0" y="178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1" y="181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3" y="183"/>
                  </a:lnTo>
                  <a:lnTo>
                    <a:pt x="3" y="184"/>
                  </a:lnTo>
                  <a:lnTo>
                    <a:pt x="4" y="184"/>
                  </a:lnTo>
                  <a:lnTo>
                    <a:pt x="4" y="185"/>
                  </a:lnTo>
                  <a:lnTo>
                    <a:pt x="5" y="185"/>
                  </a:lnTo>
                  <a:lnTo>
                    <a:pt x="6" y="186"/>
                  </a:lnTo>
                  <a:lnTo>
                    <a:pt x="7" y="186"/>
                  </a:lnTo>
                  <a:lnTo>
                    <a:pt x="8" y="186"/>
                  </a:lnTo>
                  <a:lnTo>
                    <a:pt x="9" y="187"/>
                  </a:lnTo>
                  <a:lnTo>
                    <a:pt x="10" y="188"/>
                  </a:lnTo>
                  <a:lnTo>
                    <a:pt x="12" y="188"/>
                  </a:lnTo>
                  <a:lnTo>
                    <a:pt x="13" y="188"/>
                  </a:lnTo>
                  <a:lnTo>
                    <a:pt x="15" y="188"/>
                  </a:lnTo>
                  <a:lnTo>
                    <a:pt x="16" y="188"/>
                  </a:lnTo>
                  <a:lnTo>
                    <a:pt x="17" y="189"/>
                  </a:lnTo>
                  <a:lnTo>
                    <a:pt x="19" y="189"/>
                  </a:lnTo>
                  <a:lnTo>
                    <a:pt x="20" y="189"/>
                  </a:lnTo>
                  <a:lnTo>
                    <a:pt x="22" y="189"/>
                  </a:lnTo>
                  <a:lnTo>
                    <a:pt x="23" y="189"/>
                  </a:lnTo>
                  <a:lnTo>
                    <a:pt x="60" y="189"/>
                  </a:lnTo>
                  <a:lnTo>
                    <a:pt x="60" y="185"/>
                  </a:lnTo>
                  <a:lnTo>
                    <a:pt x="23" y="185"/>
                  </a:lnTo>
                  <a:lnTo>
                    <a:pt x="22" y="185"/>
                  </a:lnTo>
                  <a:lnTo>
                    <a:pt x="20" y="185"/>
                  </a:lnTo>
                  <a:lnTo>
                    <a:pt x="19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5" y="184"/>
                  </a:lnTo>
                  <a:lnTo>
                    <a:pt x="14" y="184"/>
                  </a:lnTo>
                  <a:lnTo>
                    <a:pt x="13" y="184"/>
                  </a:lnTo>
                  <a:lnTo>
                    <a:pt x="12" y="183"/>
                  </a:lnTo>
                  <a:lnTo>
                    <a:pt x="11" y="183"/>
                  </a:lnTo>
                  <a:lnTo>
                    <a:pt x="10" y="183"/>
                  </a:lnTo>
                  <a:lnTo>
                    <a:pt x="9" y="182"/>
                  </a:lnTo>
                  <a:lnTo>
                    <a:pt x="8" y="182"/>
                  </a:lnTo>
                  <a:lnTo>
                    <a:pt x="7" y="181"/>
                  </a:lnTo>
                  <a:lnTo>
                    <a:pt x="6" y="181"/>
                  </a:lnTo>
                  <a:lnTo>
                    <a:pt x="6" y="181"/>
                  </a:lnTo>
                  <a:lnTo>
                    <a:pt x="5" y="182"/>
                  </a:lnTo>
                  <a:lnTo>
                    <a:pt x="6" y="181"/>
                  </a:lnTo>
                  <a:lnTo>
                    <a:pt x="5" y="180"/>
                  </a:lnTo>
                  <a:lnTo>
                    <a:pt x="4" y="182"/>
                  </a:lnTo>
                  <a:lnTo>
                    <a:pt x="5" y="180"/>
                  </a:lnTo>
                  <a:lnTo>
                    <a:pt x="5" y="180"/>
                  </a:lnTo>
                  <a:lnTo>
                    <a:pt x="3" y="181"/>
                  </a:lnTo>
                  <a:lnTo>
                    <a:pt x="5" y="180"/>
                  </a:lnTo>
                  <a:lnTo>
                    <a:pt x="4" y="180"/>
                  </a:lnTo>
                  <a:lnTo>
                    <a:pt x="3" y="181"/>
                  </a:lnTo>
                  <a:lnTo>
                    <a:pt x="5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79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2" y="179"/>
                  </a:lnTo>
                  <a:lnTo>
                    <a:pt x="4" y="178"/>
                  </a:lnTo>
                  <a:lnTo>
                    <a:pt x="4" y="178"/>
                  </a:lnTo>
                  <a:lnTo>
                    <a:pt x="2" y="178"/>
                  </a:lnTo>
                  <a:lnTo>
                    <a:pt x="4" y="178"/>
                  </a:lnTo>
                  <a:lnTo>
                    <a:pt x="4" y="178"/>
                  </a:lnTo>
                  <a:lnTo>
                    <a:pt x="2" y="178"/>
                  </a:lnTo>
                  <a:lnTo>
                    <a:pt x="4" y="178"/>
                  </a:lnTo>
                  <a:lnTo>
                    <a:pt x="4" y="154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8" name="Freeform 741"/>
            <p:cNvSpPr>
              <a:spLocks noEditPoints="1"/>
            </p:cNvSpPr>
            <p:nvPr/>
          </p:nvSpPr>
          <p:spPr bwMode="auto">
            <a:xfrm>
              <a:off x="2762250" y="1858964"/>
              <a:ext cx="688975" cy="300038"/>
            </a:xfrm>
            <a:custGeom>
              <a:avLst/>
              <a:gdLst>
                <a:gd name="T0" fmla="*/ 196 w 434"/>
                <a:gd name="T1" fmla="*/ 189 h 189"/>
                <a:gd name="T2" fmla="*/ 356 w 434"/>
                <a:gd name="T3" fmla="*/ 189 h 189"/>
                <a:gd name="T4" fmla="*/ 412 w 434"/>
                <a:gd name="T5" fmla="*/ 189 h 189"/>
                <a:gd name="T6" fmla="*/ 421 w 434"/>
                <a:gd name="T7" fmla="*/ 188 h 189"/>
                <a:gd name="T8" fmla="*/ 428 w 434"/>
                <a:gd name="T9" fmla="*/ 186 h 189"/>
                <a:gd name="T10" fmla="*/ 431 w 434"/>
                <a:gd name="T11" fmla="*/ 183 h 189"/>
                <a:gd name="T12" fmla="*/ 433 w 434"/>
                <a:gd name="T13" fmla="*/ 181 h 189"/>
                <a:gd name="T14" fmla="*/ 434 w 434"/>
                <a:gd name="T15" fmla="*/ 178 h 189"/>
                <a:gd name="T16" fmla="*/ 432 w 434"/>
                <a:gd name="T17" fmla="*/ 178 h 189"/>
                <a:gd name="T18" fmla="*/ 432 w 434"/>
                <a:gd name="T19" fmla="*/ 179 h 189"/>
                <a:gd name="T20" fmla="*/ 431 w 434"/>
                <a:gd name="T21" fmla="*/ 180 h 189"/>
                <a:gd name="T22" fmla="*/ 431 w 434"/>
                <a:gd name="T23" fmla="*/ 181 h 189"/>
                <a:gd name="T24" fmla="*/ 429 w 434"/>
                <a:gd name="T25" fmla="*/ 182 h 189"/>
                <a:gd name="T26" fmla="*/ 424 w 434"/>
                <a:gd name="T27" fmla="*/ 183 h 189"/>
                <a:gd name="T28" fmla="*/ 417 w 434"/>
                <a:gd name="T29" fmla="*/ 185 h 189"/>
                <a:gd name="T30" fmla="*/ 393 w 434"/>
                <a:gd name="T31" fmla="*/ 185 h 189"/>
                <a:gd name="T32" fmla="*/ 434 w 434"/>
                <a:gd name="T33" fmla="*/ 122 h 189"/>
                <a:gd name="T34" fmla="*/ 434 w 434"/>
                <a:gd name="T35" fmla="*/ 10 h 189"/>
                <a:gd name="T36" fmla="*/ 433 w 434"/>
                <a:gd name="T37" fmla="*/ 7 h 189"/>
                <a:gd name="T38" fmla="*/ 431 w 434"/>
                <a:gd name="T39" fmla="*/ 5 h 189"/>
                <a:gd name="T40" fmla="*/ 426 w 434"/>
                <a:gd name="T41" fmla="*/ 2 h 189"/>
                <a:gd name="T42" fmla="*/ 418 w 434"/>
                <a:gd name="T43" fmla="*/ 0 h 189"/>
                <a:gd name="T44" fmla="*/ 386 w 434"/>
                <a:gd name="T45" fmla="*/ 0 h 189"/>
                <a:gd name="T46" fmla="*/ 416 w 434"/>
                <a:gd name="T47" fmla="*/ 5 h 189"/>
                <a:gd name="T48" fmla="*/ 423 w 434"/>
                <a:gd name="T49" fmla="*/ 6 h 189"/>
                <a:gd name="T50" fmla="*/ 428 w 434"/>
                <a:gd name="T51" fmla="*/ 8 h 189"/>
                <a:gd name="T52" fmla="*/ 429 w 434"/>
                <a:gd name="T53" fmla="*/ 9 h 189"/>
                <a:gd name="T54" fmla="*/ 430 w 434"/>
                <a:gd name="T55" fmla="*/ 10 h 189"/>
                <a:gd name="T56" fmla="*/ 430 w 434"/>
                <a:gd name="T57" fmla="*/ 11 h 189"/>
                <a:gd name="T58" fmla="*/ 430 w 434"/>
                <a:gd name="T59" fmla="*/ 11 h 189"/>
                <a:gd name="T60" fmla="*/ 287 w 434"/>
                <a:gd name="T61" fmla="*/ 0 h 189"/>
                <a:gd name="T62" fmla="*/ 189 w 434"/>
                <a:gd name="T63" fmla="*/ 4 h 189"/>
                <a:gd name="T64" fmla="*/ 152 w 434"/>
                <a:gd name="T65" fmla="*/ 4 h 189"/>
                <a:gd name="T66" fmla="*/ 20 w 434"/>
                <a:gd name="T67" fmla="*/ 0 h 189"/>
                <a:gd name="T68" fmla="*/ 12 w 434"/>
                <a:gd name="T69" fmla="*/ 1 h 189"/>
                <a:gd name="T70" fmla="*/ 5 w 434"/>
                <a:gd name="T71" fmla="*/ 5 h 189"/>
                <a:gd name="T72" fmla="*/ 2 w 434"/>
                <a:gd name="T73" fmla="*/ 6 h 189"/>
                <a:gd name="T74" fmla="*/ 1 w 434"/>
                <a:gd name="T75" fmla="*/ 9 h 189"/>
                <a:gd name="T76" fmla="*/ 0 w 434"/>
                <a:gd name="T77" fmla="*/ 11 h 189"/>
                <a:gd name="T78" fmla="*/ 5 w 434"/>
                <a:gd name="T79" fmla="*/ 11 h 189"/>
                <a:gd name="T80" fmla="*/ 5 w 434"/>
                <a:gd name="T81" fmla="*/ 10 h 189"/>
                <a:gd name="T82" fmla="*/ 5 w 434"/>
                <a:gd name="T83" fmla="*/ 10 h 189"/>
                <a:gd name="T84" fmla="*/ 6 w 434"/>
                <a:gd name="T85" fmla="*/ 9 h 189"/>
                <a:gd name="T86" fmla="*/ 7 w 434"/>
                <a:gd name="T87" fmla="*/ 8 h 189"/>
                <a:gd name="T88" fmla="*/ 12 w 434"/>
                <a:gd name="T89" fmla="*/ 6 h 189"/>
                <a:gd name="T90" fmla="*/ 20 w 434"/>
                <a:gd name="T91" fmla="*/ 4 h 189"/>
                <a:gd name="T92" fmla="*/ 0 w 434"/>
                <a:gd name="T93" fmla="*/ 55 h 189"/>
                <a:gd name="T94" fmla="*/ 0 w 434"/>
                <a:gd name="T95" fmla="*/ 178 h 189"/>
                <a:gd name="T96" fmla="*/ 1 w 434"/>
                <a:gd name="T97" fmla="*/ 180 h 189"/>
                <a:gd name="T98" fmla="*/ 2 w 434"/>
                <a:gd name="T99" fmla="*/ 183 h 189"/>
                <a:gd name="T100" fmla="*/ 5 w 434"/>
                <a:gd name="T101" fmla="*/ 185 h 189"/>
                <a:gd name="T102" fmla="*/ 11 w 434"/>
                <a:gd name="T103" fmla="*/ 188 h 189"/>
                <a:gd name="T104" fmla="*/ 19 w 434"/>
                <a:gd name="T105" fmla="*/ 189 h 189"/>
                <a:gd name="T106" fmla="*/ 24 w 434"/>
                <a:gd name="T107" fmla="*/ 185 h 189"/>
                <a:gd name="T108" fmla="*/ 16 w 434"/>
                <a:gd name="T109" fmla="*/ 184 h 189"/>
                <a:gd name="T110" fmla="*/ 9 w 434"/>
                <a:gd name="T111" fmla="*/ 182 h 189"/>
                <a:gd name="T112" fmla="*/ 7 w 434"/>
                <a:gd name="T113" fmla="*/ 181 h 189"/>
                <a:gd name="T114" fmla="*/ 5 w 434"/>
                <a:gd name="T115" fmla="*/ 180 h 189"/>
                <a:gd name="T116" fmla="*/ 5 w 434"/>
                <a:gd name="T117" fmla="*/ 179 h 189"/>
                <a:gd name="T118" fmla="*/ 5 w 434"/>
                <a:gd name="T119" fmla="*/ 178 h 189"/>
                <a:gd name="T120" fmla="*/ 4 w 434"/>
                <a:gd name="T121" fmla="*/ 17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34" h="189">
                  <a:moveTo>
                    <a:pt x="97" y="189"/>
                  </a:moveTo>
                  <a:lnTo>
                    <a:pt x="159" y="189"/>
                  </a:lnTo>
                  <a:lnTo>
                    <a:pt x="159" y="185"/>
                  </a:lnTo>
                  <a:lnTo>
                    <a:pt x="97" y="185"/>
                  </a:lnTo>
                  <a:lnTo>
                    <a:pt x="97" y="189"/>
                  </a:lnTo>
                  <a:close/>
                  <a:moveTo>
                    <a:pt x="196" y="189"/>
                  </a:moveTo>
                  <a:lnTo>
                    <a:pt x="258" y="189"/>
                  </a:lnTo>
                  <a:lnTo>
                    <a:pt x="258" y="185"/>
                  </a:lnTo>
                  <a:lnTo>
                    <a:pt x="196" y="185"/>
                  </a:lnTo>
                  <a:lnTo>
                    <a:pt x="196" y="189"/>
                  </a:lnTo>
                  <a:close/>
                  <a:moveTo>
                    <a:pt x="295" y="189"/>
                  </a:moveTo>
                  <a:lnTo>
                    <a:pt x="356" y="189"/>
                  </a:lnTo>
                  <a:lnTo>
                    <a:pt x="356" y="185"/>
                  </a:lnTo>
                  <a:lnTo>
                    <a:pt x="295" y="185"/>
                  </a:lnTo>
                  <a:lnTo>
                    <a:pt x="295" y="189"/>
                  </a:lnTo>
                  <a:close/>
                  <a:moveTo>
                    <a:pt x="393" y="189"/>
                  </a:moveTo>
                  <a:lnTo>
                    <a:pt x="411" y="189"/>
                  </a:lnTo>
                  <a:lnTo>
                    <a:pt x="412" y="189"/>
                  </a:lnTo>
                  <a:lnTo>
                    <a:pt x="414" y="189"/>
                  </a:lnTo>
                  <a:lnTo>
                    <a:pt x="415" y="189"/>
                  </a:lnTo>
                  <a:lnTo>
                    <a:pt x="416" y="189"/>
                  </a:lnTo>
                  <a:lnTo>
                    <a:pt x="418" y="188"/>
                  </a:lnTo>
                  <a:lnTo>
                    <a:pt x="419" y="188"/>
                  </a:lnTo>
                  <a:lnTo>
                    <a:pt x="421" y="188"/>
                  </a:lnTo>
                  <a:lnTo>
                    <a:pt x="422" y="188"/>
                  </a:lnTo>
                  <a:lnTo>
                    <a:pt x="423" y="188"/>
                  </a:lnTo>
                  <a:lnTo>
                    <a:pt x="424" y="187"/>
                  </a:lnTo>
                  <a:lnTo>
                    <a:pt x="426" y="187"/>
                  </a:lnTo>
                  <a:lnTo>
                    <a:pt x="427" y="186"/>
                  </a:lnTo>
                  <a:lnTo>
                    <a:pt x="428" y="186"/>
                  </a:lnTo>
                  <a:lnTo>
                    <a:pt x="429" y="185"/>
                  </a:lnTo>
                  <a:lnTo>
                    <a:pt x="429" y="185"/>
                  </a:lnTo>
                  <a:lnTo>
                    <a:pt x="430" y="184"/>
                  </a:lnTo>
                  <a:lnTo>
                    <a:pt x="431" y="184"/>
                  </a:lnTo>
                  <a:lnTo>
                    <a:pt x="431" y="183"/>
                  </a:lnTo>
                  <a:lnTo>
                    <a:pt x="431" y="183"/>
                  </a:lnTo>
                  <a:lnTo>
                    <a:pt x="432" y="183"/>
                  </a:lnTo>
                  <a:lnTo>
                    <a:pt x="432" y="183"/>
                  </a:lnTo>
                  <a:lnTo>
                    <a:pt x="433" y="182"/>
                  </a:lnTo>
                  <a:lnTo>
                    <a:pt x="433" y="182"/>
                  </a:lnTo>
                  <a:lnTo>
                    <a:pt x="433" y="181"/>
                  </a:lnTo>
                  <a:lnTo>
                    <a:pt x="433" y="181"/>
                  </a:lnTo>
                  <a:lnTo>
                    <a:pt x="434" y="181"/>
                  </a:lnTo>
                  <a:lnTo>
                    <a:pt x="434" y="180"/>
                  </a:lnTo>
                  <a:lnTo>
                    <a:pt x="434" y="180"/>
                  </a:lnTo>
                  <a:lnTo>
                    <a:pt x="434" y="180"/>
                  </a:lnTo>
                  <a:lnTo>
                    <a:pt x="434" y="179"/>
                  </a:lnTo>
                  <a:lnTo>
                    <a:pt x="434" y="178"/>
                  </a:lnTo>
                  <a:lnTo>
                    <a:pt x="434" y="178"/>
                  </a:lnTo>
                  <a:lnTo>
                    <a:pt x="434" y="178"/>
                  </a:lnTo>
                  <a:lnTo>
                    <a:pt x="434" y="159"/>
                  </a:lnTo>
                  <a:lnTo>
                    <a:pt x="430" y="159"/>
                  </a:lnTo>
                  <a:lnTo>
                    <a:pt x="430" y="178"/>
                  </a:lnTo>
                  <a:lnTo>
                    <a:pt x="432" y="178"/>
                  </a:lnTo>
                  <a:lnTo>
                    <a:pt x="430" y="178"/>
                  </a:lnTo>
                  <a:lnTo>
                    <a:pt x="430" y="178"/>
                  </a:lnTo>
                  <a:lnTo>
                    <a:pt x="432" y="178"/>
                  </a:lnTo>
                  <a:lnTo>
                    <a:pt x="430" y="178"/>
                  </a:lnTo>
                  <a:lnTo>
                    <a:pt x="430" y="178"/>
                  </a:lnTo>
                  <a:lnTo>
                    <a:pt x="432" y="179"/>
                  </a:lnTo>
                  <a:lnTo>
                    <a:pt x="430" y="178"/>
                  </a:lnTo>
                  <a:lnTo>
                    <a:pt x="430" y="179"/>
                  </a:lnTo>
                  <a:lnTo>
                    <a:pt x="432" y="180"/>
                  </a:lnTo>
                  <a:lnTo>
                    <a:pt x="430" y="179"/>
                  </a:lnTo>
                  <a:lnTo>
                    <a:pt x="429" y="179"/>
                  </a:lnTo>
                  <a:lnTo>
                    <a:pt x="431" y="180"/>
                  </a:lnTo>
                  <a:lnTo>
                    <a:pt x="430" y="179"/>
                  </a:lnTo>
                  <a:lnTo>
                    <a:pt x="429" y="180"/>
                  </a:lnTo>
                  <a:lnTo>
                    <a:pt x="431" y="181"/>
                  </a:lnTo>
                  <a:lnTo>
                    <a:pt x="429" y="180"/>
                  </a:lnTo>
                  <a:lnTo>
                    <a:pt x="429" y="180"/>
                  </a:lnTo>
                  <a:lnTo>
                    <a:pt x="431" y="181"/>
                  </a:lnTo>
                  <a:lnTo>
                    <a:pt x="429" y="180"/>
                  </a:lnTo>
                  <a:lnTo>
                    <a:pt x="429" y="180"/>
                  </a:lnTo>
                  <a:lnTo>
                    <a:pt x="430" y="182"/>
                  </a:lnTo>
                  <a:lnTo>
                    <a:pt x="429" y="180"/>
                  </a:lnTo>
                  <a:lnTo>
                    <a:pt x="428" y="181"/>
                  </a:lnTo>
                  <a:lnTo>
                    <a:pt x="429" y="182"/>
                  </a:lnTo>
                  <a:lnTo>
                    <a:pt x="428" y="181"/>
                  </a:lnTo>
                  <a:lnTo>
                    <a:pt x="427" y="181"/>
                  </a:lnTo>
                  <a:lnTo>
                    <a:pt x="427" y="182"/>
                  </a:lnTo>
                  <a:lnTo>
                    <a:pt x="426" y="182"/>
                  </a:lnTo>
                  <a:lnTo>
                    <a:pt x="425" y="183"/>
                  </a:lnTo>
                  <a:lnTo>
                    <a:pt x="424" y="183"/>
                  </a:lnTo>
                  <a:lnTo>
                    <a:pt x="423" y="183"/>
                  </a:lnTo>
                  <a:lnTo>
                    <a:pt x="422" y="183"/>
                  </a:lnTo>
                  <a:lnTo>
                    <a:pt x="421" y="184"/>
                  </a:lnTo>
                  <a:lnTo>
                    <a:pt x="420" y="184"/>
                  </a:lnTo>
                  <a:lnTo>
                    <a:pt x="418" y="184"/>
                  </a:lnTo>
                  <a:lnTo>
                    <a:pt x="417" y="185"/>
                  </a:lnTo>
                  <a:lnTo>
                    <a:pt x="416" y="185"/>
                  </a:lnTo>
                  <a:lnTo>
                    <a:pt x="414" y="185"/>
                  </a:lnTo>
                  <a:lnTo>
                    <a:pt x="413" y="185"/>
                  </a:lnTo>
                  <a:lnTo>
                    <a:pt x="412" y="185"/>
                  </a:lnTo>
                  <a:lnTo>
                    <a:pt x="411" y="185"/>
                  </a:lnTo>
                  <a:lnTo>
                    <a:pt x="393" y="185"/>
                  </a:lnTo>
                  <a:lnTo>
                    <a:pt x="393" y="189"/>
                  </a:lnTo>
                  <a:close/>
                  <a:moveTo>
                    <a:pt x="434" y="122"/>
                  </a:moveTo>
                  <a:lnTo>
                    <a:pt x="434" y="60"/>
                  </a:lnTo>
                  <a:lnTo>
                    <a:pt x="430" y="60"/>
                  </a:lnTo>
                  <a:lnTo>
                    <a:pt x="430" y="122"/>
                  </a:lnTo>
                  <a:lnTo>
                    <a:pt x="434" y="122"/>
                  </a:lnTo>
                  <a:close/>
                  <a:moveTo>
                    <a:pt x="434" y="23"/>
                  </a:moveTo>
                  <a:lnTo>
                    <a:pt x="434" y="11"/>
                  </a:lnTo>
                  <a:lnTo>
                    <a:pt x="434" y="11"/>
                  </a:lnTo>
                  <a:lnTo>
                    <a:pt x="434" y="10"/>
                  </a:lnTo>
                  <a:lnTo>
                    <a:pt x="434" y="10"/>
                  </a:lnTo>
                  <a:lnTo>
                    <a:pt x="434" y="10"/>
                  </a:lnTo>
                  <a:lnTo>
                    <a:pt x="434" y="9"/>
                  </a:lnTo>
                  <a:lnTo>
                    <a:pt x="434" y="9"/>
                  </a:lnTo>
                  <a:lnTo>
                    <a:pt x="434" y="8"/>
                  </a:lnTo>
                  <a:lnTo>
                    <a:pt x="433" y="8"/>
                  </a:lnTo>
                  <a:lnTo>
                    <a:pt x="433" y="8"/>
                  </a:lnTo>
                  <a:lnTo>
                    <a:pt x="433" y="7"/>
                  </a:lnTo>
                  <a:lnTo>
                    <a:pt x="433" y="7"/>
                  </a:lnTo>
                  <a:lnTo>
                    <a:pt x="432" y="6"/>
                  </a:lnTo>
                  <a:lnTo>
                    <a:pt x="432" y="6"/>
                  </a:lnTo>
                  <a:lnTo>
                    <a:pt x="431" y="6"/>
                  </a:lnTo>
                  <a:lnTo>
                    <a:pt x="431" y="6"/>
                  </a:lnTo>
                  <a:lnTo>
                    <a:pt x="431" y="5"/>
                  </a:lnTo>
                  <a:lnTo>
                    <a:pt x="430" y="5"/>
                  </a:lnTo>
                  <a:lnTo>
                    <a:pt x="430" y="5"/>
                  </a:lnTo>
                  <a:lnTo>
                    <a:pt x="429" y="4"/>
                  </a:lnTo>
                  <a:lnTo>
                    <a:pt x="428" y="3"/>
                  </a:lnTo>
                  <a:lnTo>
                    <a:pt x="427" y="3"/>
                  </a:lnTo>
                  <a:lnTo>
                    <a:pt x="426" y="2"/>
                  </a:lnTo>
                  <a:lnTo>
                    <a:pt x="424" y="2"/>
                  </a:lnTo>
                  <a:lnTo>
                    <a:pt x="423" y="1"/>
                  </a:lnTo>
                  <a:lnTo>
                    <a:pt x="422" y="1"/>
                  </a:lnTo>
                  <a:lnTo>
                    <a:pt x="421" y="1"/>
                  </a:lnTo>
                  <a:lnTo>
                    <a:pt x="419" y="1"/>
                  </a:lnTo>
                  <a:lnTo>
                    <a:pt x="418" y="0"/>
                  </a:lnTo>
                  <a:lnTo>
                    <a:pt x="416" y="0"/>
                  </a:lnTo>
                  <a:lnTo>
                    <a:pt x="415" y="0"/>
                  </a:lnTo>
                  <a:lnTo>
                    <a:pt x="414" y="0"/>
                  </a:lnTo>
                  <a:lnTo>
                    <a:pt x="412" y="0"/>
                  </a:lnTo>
                  <a:lnTo>
                    <a:pt x="411" y="0"/>
                  </a:lnTo>
                  <a:lnTo>
                    <a:pt x="386" y="0"/>
                  </a:lnTo>
                  <a:lnTo>
                    <a:pt x="386" y="4"/>
                  </a:lnTo>
                  <a:lnTo>
                    <a:pt x="411" y="4"/>
                  </a:lnTo>
                  <a:lnTo>
                    <a:pt x="412" y="4"/>
                  </a:lnTo>
                  <a:lnTo>
                    <a:pt x="413" y="4"/>
                  </a:lnTo>
                  <a:lnTo>
                    <a:pt x="415" y="4"/>
                  </a:lnTo>
                  <a:lnTo>
                    <a:pt x="416" y="5"/>
                  </a:lnTo>
                  <a:lnTo>
                    <a:pt x="417" y="5"/>
                  </a:lnTo>
                  <a:lnTo>
                    <a:pt x="419" y="5"/>
                  </a:lnTo>
                  <a:lnTo>
                    <a:pt x="420" y="5"/>
                  </a:lnTo>
                  <a:lnTo>
                    <a:pt x="421" y="5"/>
                  </a:lnTo>
                  <a:lnTo>
                    <a:pt x="422" y="6"/>
                  </a:lnTo>
                  <a:lnTo>
                    <a:pt x="423" y="6"/>
                  </a:lnTo>
                  <a:lnTo>
                    <a:pt x="424" y="6"/>
                  </a:lnTo>
                  <a:lnTo>
                    <a:pt x="425" y="6"/>
                  </a:lnTo>
                  <a:lnTo>
                    <a:pt x="426" y="7"/>
                  </a:lnTo>
                  <a:lnTo>
                    <a:pt x="427" y="8"/>
                  </a:lnTo>
                  <a:lnTo>
                    <a:pt x="428" y="8"/>
                  </a:lnTo>
                  <a:lnTo>
                    <a:pt x="428" y="8"/>
                  </a:lnTo>
                  <a:lnTo>
                    <a:pt x="429" y="6"/>
                  </a:lnTo>
                  <a:lnTo>
                    <a:pt x="428" y="8"/>
                  </a:lnTo>
                  <a:lnTo>
                    <a:pt x="429" y="9"/>
                  </a:lnTo>
                  <a:lnTo>
                    <a:pt x="430" y="7"/>
                  </a:lnTo>
                  <a:lnTo>
                    <a:pt x="429" y="9"/>
                  </a:lnTo>
                  <a:lnTo>
                    <a:pt x="429" y="9"/>
                  </a:lnTo>
                  <a:lnTo>
                    <a:pt x="431" y="8"/>
                  </a:lnTo>
                  <a:lnTo>
                    <a:pt x="429" y="9"/>
                  </a:lnTo>
                  <a:lnTo>
                    <a:pt x="429" y="10"/>
                  </a:lnTo>
                  <a:lnTo>
                    <a:pt x="431" y="8"/>
                  </a:lnTo>
                  <a:lnTo>
                    <a:pt x="429" y="10"/>
                  </a:lnTo>
                  <a:lnTo>
                    <a:pt x="430" y="10"/>
                  </a:lnTo>
                  <a:lnTo>
                    <a:pt x="431" y="9"/>
                  </a:lnTo>
                  <a:lnTo>
                    <a:pt x="429" y="10"/>
                  </a:lnTo>
                  <a:lnTo>
                    <a:pt x="430" y="10"/>
                  </a:lnTo>
                  <a:lnTo>
                    <a:pt x="432" y="10"/>
                  </a:lnTo>
                  <a:lnTo>
                    <a:pt x="430" y="10"/>
                  </a:lnTo>
                  <a:lnTo>
                    <a:pt x="430" y="11"/>
                  </a:lnTo>
                  <a:lnTo>
                    <a:pt x="432" y="10"/>
                  </a:lnTo>
                  <a:lnTo>
                    <a:pt x="430" y="11"/>
                  </a:lnTo>
                  <a:lnTo>
                    <a:pt x="430" y="11"/>
                  </a:lnTo>
                  <a:lnTo>
                    <a:pt x="432" y="11"/>
                  </a:lnTo>
                  <a:lnTo>
                    <a:pt x="430" y="11"/>
                  </a:lnTo>
                  <a:lnTo>
                    <a:pt x="430" y="11"/>
                  </a:lnTo>
                  <a:lnTo>
                    <a:pt x="432" y="11"/>
                  </a:lnTo>
                  <a:lnTo>
                    <a:pt x="430" y="11"/>
                  </a:lnTo>
                  <a:lnTo>
                    <a:pt x="430" y="23"/>
                  </a:lnTo>
                  <a:lnTo>
                    <a:pt x="434" y="23"/>
                  </a:lnTo>
                  <a:close/>
                  <a:moveTo>
                    <a:pt x="349" y="0"/>
                  </a:moveTo>
                  <a:lnTo>
                    <a:pt x="287" y="0"/>
                  </a:lnTo>
                  <a:lnTo>
                    <a:pt x="287" y="4"/>
                  </a:lnTo>
                  <a:lnTo>
                    <a:pt x="349" y="4"/>
                  </a:lnTo>
                  <a:lnTo>
                    <a:pt x="349" y="0"/>
                  </a:lnTo>
                  <a:close/>
                  <a:moveTo>
                    <a:pt x="250" y="0"/>
                  </a:moveTo>
                  <a:lnTo>
                    <a:pt x="189" y="0"/>
                  </a:lnTo>
                  <a:lnTo>
                    <a:pt x="189" y="4"/>
                  </a:lnTo>
                  <a:lnTo>
                    <a:pt x="250" y="4"/>
                  </a:lnTo>
                  <a:lnTo>
                    <a:pt x="250" y="0"/>
                  </a:lnTo>
                  <a:close/>
                  <a:moveTo>
                    <a:pt x="152" y="0"/>
                  </a:moveTo>
                  <a:lnTo>
                    <a:pt x="90" y="0"/>
                  </a:lnTo>
                  <a:lnTo>
                    <a:pt x="90" y="4"/>
                  </a:lnTo>
                  <a:lnTo>
                    <a:pt x="152" y="4"/>
                  </a:lnTo>
                  <a:lnTo>
                    <a:pt x="152" y="0"/>
                  </a:lnTo>
                  <a:close/>
                  <a:moveTo>
                    <a:pt x="53" y="0"/>
                  </a:moveTo>
                  <a:lnTo>
                    <a:pt x="24" y="0"/>
                  </a:lnTo>
                  <a:lnTo>
                    <a:pt x="22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3"/>
                  </a:lnTo>
                  <a:lnTo>
                    <a:pt x="7" y="3"/>
                  </a:lnTo>
                  <a:lnTo>
                    <a:pt x="6" y="4"/>
                  </a:lnTo>
                  <a:lnTo>
                    <a:pt x="5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4" y="18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3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3" y="9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4" y="8"/>
                  </a:lnTo>
                  <a:lnTo>
                    <a:pt x="5" y="10"/>
                  </a:lnTo>
                  <a:lnTo>
                    <a:pt x="5" y="9"/>
                  </a:lnTo>
                  <a:lnTo>
                    <a:pt x="4" y="8"/>
                  </a:lnTo>
                  <a:lnTo>
                    <a:pt x="5" y="9"/>
                  </a:lnTo>
                  <a:lnTo>
                    <a:pt x="6" y="9"/>
                  </a:lnTo>
                  <a:lnTo>
                    <a:pt x="5" y="7"/>
                  </a:lnTo>
                  <a:lnTo>
                    <a:pt x="6" y="9"/>
                  </a:lnTo>
                  <a:lnTo>
                    <a:pt x="7" y="8"/>
                  </a:lnTo>
                  <a:lnTo>
                    <a:pt x="5" y="6"/>
                  </a:lnTo>
                  <a:lnTo>
                    <a:pt x="7" y="8"/>
                  </a:lnTo>
                  <a:lnTo>
                    <a:pt x="7" y="8"/>
                  </a:lnTo>
                  <a:lnTo>
                    <a:pt x="8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9" y="5"/>
                  </a:lnTo>
                  <a:lnTo>
                    <a:pt x="20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4" y="4"/>
                  </a:lnTo>
                  <a:lnTo>
                    <a:pt x="53" y="4"/>
                  </a:lnTo>
                  <a:lnTo>
                    <a:pt x="53" y="0"/>
                  </a:lnTo>
                  <a:close/>
                  <a:moveTo>
                    <a:pt x="0" y="55"/>
                  </a:moveTo>
                  <a:lnTo>
                    <a:pt x="0" y="117"/>
                  </a:lnTo>
                  <a:lnTo>
                    <a:pt x="4" y="117"/>
                  </a:lnTo>
                  <a:lnTo>
                    <a:pt x="4" y="55"/>
                  </a:lnTo>
                  <a:lnTo>
                    <a:pt x="0" y="55"/>
                  </a:lnTo>
                  <a:close/>
                  <a:moveTo>
                    <a:pt x="0" y="154"/>
                  </a:moveTo>
                  <a:lnTo>
                    <a:pt x="0" y="178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" y="181"/>
                  </a:lnTo>
                  <a:lnTo>
                    <a:pt x="1" y="181"/>
                  </a:lnTo>
                  <a:lnTo>
                    <a:pt x="2" y="181"/>
                  </a:lnTo>
                  <a:lnTo>
                    <a:pt x="2" y="182"/>
                  </a:lnTo>
                  <a:lnTo>
                    <a:pt x="2" y="182"/>
                  </a:lnTo>
                  <a:lnTo>
                    <a:pt x="2" y="18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4" y="184"/>
                  </a:lnTo>
                  <a:lnTo>
                    <a:pt x="4" y="184"/>
                  </a:lnTo>
                  <a:lnTo>
                    <a:pt x="5" y="185"/>
                  </a:lnTo>
                  <a:lnTo>
                    <a:pt x="6" y="185"/>
                  </a:lnTo>
                  <a:lnTo>
                    <a:pt x="7" y="186"/>
                  </a:lnTo>
                  <a:lnTo>
                    <a:pt x="8" y="186"/>
                  </a:lnTo>
                  <a:lnTo>
                    <a:pt x="9" y="186"/>
                  </a:lnTo>
                  <a:lnTo>
                    <a:pt x="10" y="187"/>
                  </a:lnTo>
                  <a:lnTo>
                    <a:pt x="11" y="188"/>
                  </a:lnTo>
                  <a:lnTo>
                    <a:pt x="13" y="188"/>
                  </a:lnTo>
                  <a:lnTo>
                    <a:pt x="14" y="188"/>
                  </a:lnTo>
                  <a:lnTo>
                    <a:pt x="15" y="188"/>
                  </a:lnTo>
                  <a:lnTo>
                    <a:pt x="17" y="188"/>
                  </a:lnTo>
                  <a:lnTo>
                    <a:pt x="18" y="189"/>
                  </a:lnTo>
                  <a:lnTo>
                    <a:pt x="19" y="189"/>
                  </a:lnTo>
                  <a:lnTo>
                    <a:pt x="21" y="189"/>
                  </a:lnTo>
                  <a:lnTo>
                    <a:pt x="22" y="189"/>
                  </a:lnTo>
                  <a:lnTo>
                    <a:pt x="24" y="189"/>
                  </a:lnTo>
                  <a:lnTo>
                    <a:pt x="61" y="189"/>
                  </a:lnTo>
                  <a:lnTo>
                    <a:pt x="61" y="185"/>
                  </a:lnTo>
                  <a:lnTo>
                    <a:pt x="24" y="185"/>
                  </a:lnTo>
                  <a:lnTo>
                    <a:pt x="22" y="185"/>
                  </a:lnTo>
                  <a:lnTo>
                    <a:pt x="21" y="185"/>
                  </a:lnTo>
                  <a:lnTo>
                    <a:pt x="20" y="185"/>
                  </a:lnTo>
                  <a:lnTo>
                    <a:pt x="19" y="185"/>
                  </a:lnTo>
                  <a:lnTo>
                    <a:pt x="17" y="185"/>
                  </a:lnTo>
                  <a:lnTo>
                    <a:pt x="16" y="184"/>
                  </a:lnTo>
                  <a:lnTo>
                    <a:pt x="15" y="184"/>
                  </a:lnTo>
                  <a:lnTo>
                    <a:pt x="14" y="184"/>
                  </a:lnTo>
                  <a:lnTo>
                    <a:pt x="12" y="183"/>
                  </a:lnTo>
                  <a:lnTo>
                    <a:pt x="11" y="183"/>
                  </a:lnTo>
                  <a:lnTo>
                    <a:pt x="10" y="183"/>
                  </a:lnTo>
                  <a:lnTo>
                    <a:pt x="9" y="182"/>
                  </a:lnTo>
                  <a:lnTo>
                    <a:pt x="9" y="182"/>
                  </a:lnTo>
                  <a:lnTo>
                    <a:pt x="8" y="181"/>
                  </a:lnTo>
                  <a:lnTo>
                    <a:pt x="7" y="181"/>
                  </a:lnTo>
                  <a:lnTo>
                    <a:pt x="7" y="181"/>
                  </a:lnTo>
                  <a:lnTo>
                    <a:pt x="5" y="182"/>
                  </a:lnTo>
                  <a:lnTo>
                    <a:pt x="7" y="181"/>
                  </a:lnTo>
                  <a:lnTo>
                    <a:pt x="6" y="180"/>
                  </a:lnTo>
                  <a:lnTo>
                    <a:pt x="5" y="182"/>
                  </a:lnTo>
                  <a:lnTo>
                    <a:pt x="6" y="180"/>
                  </a:lnTo>
                  <a:lnTo>
                    <a:pt x="5" y="180"/>
                  </a:lnTo>
                  <a:lnTo>
                    <a:pt x="4" y="181"/>
                  </a:lnTo>
                  <a:lnTo>
                    <a:pt x="5" y="180"/>
                  </a:lnTo>
                  <a:lnTo>
                    <a:pt x="5" y="180"/>
                  </a:lnTo>
                  <a:lnTo>
                    <a:pt x="4" y="181"/>
                  </a:lnTo>
                  <a:lnTo>
                    <a:pt x="5" y="180"/>
                  </a:lnTo>
                  <a:lnTo>
                    <a:pt x="5" y="179"/>
                  </a:lnTo>
                  <a:lnTo>
                    <a:pt x="3" y="180"/>
                  </a:lnTo>
                  <a:lnTo>
                    <a:pt x="5" y="179"/>
                  </a:lnTo>
                  <a:lnTo>
                    <a:pt x="5" y="179"/>
                  </a:lnTo>
                  <a:lnTo>
                    <a:pt x="3" y="180"/>
                  </a:lnTo>
                  <a:lnTo>
                    <a:pt x="5" y="179"/>
                  </a:lnTo>
                  <a:lnTo>
                    <a:pt x="5" y="178"/>
                  </a:lnTo>
                  <a:lnTo>
                    <a:pt x="3" y="179"/>
                  </a:lnTo>
                  <a:lnTo>
                    <a:pt x="5" y="178"/>
                  </a:lnTo>
                  <a:lnTo>
                    <a:pt x="4" y="178"/>
                  </a:lnTo>
                  <a:lnTo>
                    <a:pt x="2" y="178"/>
                  </a:lnTo>
                  <a:lnTo>
                    <a:pt x="5" y="178"/>
                  </a:lnTo>
                  <a:lnTo>
                    <a:pt x="4" y="178"/>
                  </a:lnTo>
                  <a:lnTo>
                    <a:pt x="2" y="178"/>
                  </a:lnTo>
                  <a:lnTo>
                    <a:pt x="4" y="178"/>
                  </a:lnTo>
                  <a:lnTo>
                    <a:pt x="4" y="154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grpSp>
        <p:nvGrpSpPr>
          <p:cNvPr id="179" name="组合 178"/>
          <p:cNvGrpSpPr/>
          <p:nvPr/>
        </p:nvGrpSpPr>
        <p:grpSpPr>
          <a:xfrm rot="0">
            <a:off x="3122930" y="3908425"/>
            <a:ext cx="955675" cy="530225"/>
            <a:chOff x="2227263" y="2671764"/>
            <a:chExt cx="955675" cy="530225"/>
          </a:xfrm>
        </p:grpSpPr>
        <p:sp>
          <p:nvSpPr>
            <p:cNvPr id="180" name="Freeform 742"/>
            <p:cNvSpPr/>
            <p:nvPr/>
          </p:nvSpPr>
          <p:spPr bwMode="auto">
            <a:xfrm>
              <a:off x="2227263" y="2671764"/>
              <a:ext cx="474663" cy="528638"/>
            </a:xfrm>
            <a:custGeom>
              <a:avLst/>
              <a:gdLst>
                <a:gd name="T0" fmla="*/ 0 w 299"/>
                <a:gd name="T1" fmla="*/ 331 h 333"/>
                <a:gd name="T2" fmla="*/ 7 w 299"/>
                <a:gd name="T3" fmla="*/ 328 h 333"/>
                <a:gd name="T4" fmla="*/ 13 w 299"/>
                <a:gd name="T5" fmla="*/ 324 h 333"/>
                <a:gd name="T6" fmla="*/ 19 w 299"/>
                <a:gd name="T7" fmla="*/ 314 h 333"/>
                <a:gd name="T8" fmla="*/ 25 w 299"/>
                <a:gd name="T9" fmla="*/ 225 h 333"/>
                <a:gd name="T10" fmla="*/ 31 w 299"/>
                <a:gd name="T11" fmla="*/ 0 h 333"/>
                <a:gd name="T12" fmla="*/ 37 w 299"/>
                <a:gd name="T13" fmla="*/ 280 h 333"/>
                <a:gd name="T14" fmla="*/ 43 w 299"/>
                <a:gd name="T15" fmla="*/ 290 h 333"/>
                <a:gd name="T16" fmla="*/ 49 w 299"/>
                <a:gd name="T17" fmla="*/ 277 h 333"/>
                <a:gd name="T18" fmla="*/ 55 w 299"/>
                <a:gd name="T19" fmla="*/ 199 h 333"/>
                <a:gd name="T20" fmla="*/ 61 w 299"/>
                <a:gd name="T21" fmla="*/ 162 h 333"/>
                <a:gd name="T22" fmla="*/ 67 w 299"/>
                <a:gd name="T23" fmla="*/ 307 h 333"/>
                <a:gd name="T24" fmla="*/ 74 w 299"/>
                <a:gd name="T25" fmla="*/ 326 h 333"/>
                <a:gd name="T26" fmla="*/ 80 w 299"/>
                <a:gd name="T27" fmla="*/ 316 h 333"/>
                <a:gd name="T28" fmla="*/ 86 w 299"/>
                <a:gd name="T29" fmla="*/ 247 h 333"/>
                <a:gd name="T30" fmla="*/ 92 w 299"/>
                <a:gd name="T31" fmla="*/ 240 h 333"/>
                <a:gd name="T32" fmla="*/ 98 w 299"/>
                <a:gd name="T33" fmla="*/ 299 h 333"/>
                <a:gd name="T34" fmla="*/ 104 w 299"/>
                <a:gd name="T35" fmla="*/ 304 h 333"/>
                <a:gd name="T36" fmla="*/ 110 w 299"/>
                <a:gd name="T37" fmla="*/ 310 h 333"/>
                <a:gd name="T38" fmla="*/ 116 w 299"/>
                <a:gd name="T39" fmla="*/ 270 h 333"/>
                <a:gd name="T40" fmla="*/ 122 w 299"/>
                <a:gd name="T41" fmla="*/ 311 h 333"/>
                <a:gd name="T42" fmla="*/ 128 w 299"/>
                <a:gd name="T43" fmla="*/ 326 h 333"/>
                <a:gd name="T44" fmla="*/ 134 w 299"/>
                <a:gd name="T45" fmla="*/ 323 h 333"/>
                <a:gd name="T46" fmla="*/ 140 w 299"/>
                <a:gd name="T47" fmla="*/ 317 h 333"/>
                <a:gd name="T48" fmla="*/ 146 w 299"/>
                <a:gd name="T49" fmla="*/ 287 h 333"/>
                <a:gd name="T50" fmla="*/ 153 w 299"/>
                <a:gd name="T51" fmla="*/ 329 h 333"/>
                <a:gd name="T52" fmla="*/ 159 w 299"/>
                <a:gd name="T53" fmla="*/ 333 h 333"/>
                <a:gd name="T54" fmla="*/ 165 w 299"/>
                <a:gd name="T55" fmla="*/ 317 h 333"/>
                <a:gd name="T56" fmla="*/ 171 w 299"/>
                <a:gd name="T57" fmla="*/ 321 h 333"/>
                <a:gd name="T58" fmla="*/ 177 w 299"/>
                <a:gd name="T59" fmla="*/ 264 h 333"/>
                <a:gd name="T60" fmla="*/ 183 w 299"/>
                <a:gd name="T61" fmla="*/ 285 h 333"/>
                <a:gd name="T62" fmla="*/ 189 w 299"/>
                <a:gd name="T63" fmla="*/ 317 h 333"/>
                <a:gd name="T64" fmla="*/ 195 w 299"/>
                <a:gd name="T65" fmla="*/ 330 h 333"/>
                <a:gd name="T66" fmla="*/ 201 w 299"/>
                <a:gd name="T67" fmla="*/ 332 h 333"/>
                <a:gd name="T68" fmla="*/ 207 w 299"/>
                <a:gd name="T69" fmla="*/ 310 h 333"/>
                <a:gd name="T70" fmla="*/ 213 w 299"/>
                <a:gd name="T71" fmla="*/ 325 h 333"/>
                <a:gd name="T72" fmla="*/ 220 w 299"/>
                <a:gd name="T73" fmla="*/ 329 h 333"/>
                <a:gd name="T74" fmla="*/ 225 w 299"/>
                <a:gd name="T75" fmla="*/ 332 h 333"/>
                <a:gd name="T76" fmla="*/ 232 w 299"/>
                <a:gd name="T77" fmla="*/ 332 h 333"/>
                <a:gd name="T78" fmla="*/ 238 w 299"/>
                <a:gd name="T79" fmla="*/ 326 h 333"/>
                <a:gd name="T80" fmla="*/ 244 w 299"/>
                <a:gd name="T81" fmla="*/ 329 h 333"/>
                <a:gd name="T82" fmla="*/ 250 w 299"/>
                <a:gd name="T83" fmla="*/ 331 h 333"/>
                <a:gd name="T84" fmla="*/ 256 w 299"/>
                <a:gd name="T85" fmla="*/ 332 h 333"/>
                <a:gd name="T86" fmla="*/ 262 w 299"/>
                <a:gd name="T87" fmla="*/ 328 h 333"/>
                <a:gd name="T88" fmla="*/ 268 w 299"/>
                <a:gd name="T89" fmla="*/ 326 h 333"/>
                <a:gd name="T90" fmla="*/ 274 w 299"/>
                <a:gd name="T91" fmla="*/ 332 h 333"/>
                <a:gd name="T92" fmla="*/ 280 w 299"/>
                <a:gd name="T93" fmla="*/ 331 h 333"/>
                <a:gd name="T94" fmla="*/ 286 w 299"/>
                <a:gd name="T95" fmla="*/ 329 h 333"/>
                <a:gd name="T96" fmla="*/ 292 w 299"/>
                <a:gd name="T97" fmla="*/ 323 h 333"/>
                <a:gd name="T98" fmla="*/ 299 w 299"/>
                <a:gd name="T99" fmla="*/ 326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99" h="333">
                  <a:moveTo>
                    <a:pt x="0" y="331"/>
                  </a:moveTo>
                  <a:lnTo>
                    <a:pt x="7" y="328"/>
                  </a:lnTo>
                  <a:lnTo>
                    <a:pt x="13" y="324"/>
                  </a:lnTo>
                  <a:lnTo>
                    <a:pt x="19" y="314"/>
                  </a:lnTo>
                  <a:lnTo>
                    <a:pt x="25" y="225"/>
                  </a:lnTo>
                  <a:lnTo>
                    <a:pt x="31" y="0"/>
                  </a:lnTo>
                  <a:lnTo>
                    <a:pt x="37" y="280"/>
                  </a:lnTo>
                  <a:lnTo>
                    <a:pt x="43" y="290"/>
                  </a:lnTo>
                  <a:lnTo>
                    <a:pt x="49" y="277"/>
                  </a:lnTo>
                  <a:lnTo>
                    <a:pt x="55" y="199"/>
                  </a:lnTo>
                  <a:lnTo>
                    <a:pt x="61" y="162"/>
                  </a:lnTo>
                  <a:lnTo>
                    <a:pt x="67" y="307"/>
                  </a:lnTo>
                  <a:lnTo>
                    <a:pt x="74" y="326"/>
                  </a:lnTo>
                  <a:lnTo>
                    <a:pt x="80" y="316"/>
                  </a:lnTo>
                  <a:lnTo>
                    <a:pt x="86" y="247"/>
                  </a:lnTo>
                  <a:lnTo>
                    <a:pt x="92" y="240"/>
                  </a:lnTo>
                  <a:lnTo>
                    <a:pt x="98" y="299"/>
                  </a:lnTo>
                  <a:lnTo>
                    <a:pt x="104" y="304"/>
                  </a:lnTo>
                  <a:lnTo>
                    <a:pt x="110" y="310"/>
                  </a:lnTo>
                  <a:lnTo>
                    <a:pt x="116" y="270"/>
                  </a:lnTo>
                  <a:lnTo>
                    <a:pt x="122" y="311"/>
                  </a:lnTo>
                  <a:lnTo>
                    <a:pt x="128" y="326"/>
                  </a:lnTo>
                  <a:lnTo>
                    <a:pt x="134" y="323"/>
                  </a:lnTo>
                  <a:lnTo>
                    <a:pt x="140" y="317"/>
                  </a:lnTo>
                  <a:lnTo>
                    <a:pt x="146" y="287"/>
                  </a:lnTo>
                  <a:lnTo>
                    <a:pt x="153" y="329"/>
                  </a:lnTo>
                  <a:lnTo>
                    <a:pt x="159" y="333"/>
                  </a:lnTo>
                  <a:lnTo>
                    <a:pt x="165" y="317"/>
                  </a:lnTo>
                  <a:lnTo>
                    <a:pt x="171" y="321"/>
                  </a:lnTo>
                  <a:lnTo>
                    <a:pt x="177" y="264"/>
                  </a:lnTo>
                  <a:lnTo>
                    <a:pt x="183" y="285"/>
                  </a:lnTo>
                  <a:lnTo>
                    <a:pt x="189" y="317"/>
                  </a:lnTo>
                  <a:lnTo>
                    <a:pt x="195" y="330"/>
                  </a:lnTo>
                  <a:lnTo>
                    <a:pt x="201" y="332"/>
                  </a:lnTo>
                  <a:lnTo>
                    <a:pt x="207" y="310"/>
                  </a:lnTo>
                  <a:lnTo>
                    <a:pt x="213" y="325"/>
                  </a:lnTo>
                  <a:lnTo>
                    <a:pt x="220" y="329"/>
                  </a:lnTo>
                  <a:lnTo>
                    <a:pt x="225" y="332"/>
                  </a:lnTo>
                  <a:lnTo>
                    <a:pt x="232" y="332"/>
                  </a:lnTo>
                  <a:lnTo>
                    <a:pt x="238" y="326"/>
                  </a:lnTo>
                  <a:lnTo>
                    <a:pt x="244" y="329"/>
                  </a:lnTo>
                  <a:lnTo>
                    <a:pt x="250" y="331"/>
                  </a:lnTo>
                  <a:lnTo>
                    <a:pt x="256" y="332"/>
                  </a:lnTo>
                  <a:lnTo>
                    <a:pt x="262" y="328"/>
                  </a:lnTo>
                  <a:lnTo>
                    <a:pt x="268" y="326"/>
                  </a:lnTo>
                  <a:lnTo>
                    <a:pt x="274" y="332"/>
                  </a:lnTo>
                  <a:lnTo>
                    <a:pt x="280" y="331"/>
                  </a:lnTo>
                  <a:lnTo>
                    <a:pt x="286" y="329"/>
                  </a:lnTo>
                  <a:lnTo>
                    <a:pt x="292" y="323"/>
                  </a:lnTo>
                  <a:lnTo>
                    <a:pt x="299" y="326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1" name="Freeform 743"/>
            <p:cNvSpPr/>
            <p:nvPr/>
          </p:nvSpPr>
          <p:spPr bwMode="auto">
            <a:xfrm>
              <a:off x="2690813" y="3151189"/>
              <a:ext cx="492125" cy="50800"/>
            </a:xfrm>
            <a:custGeom>
              <a:avLst/>
              <a:gdLst>
                <a:gd name="T0" fmla="*/ 0 w 310"/>
                <a:gd name="T1" fmla="*/ 21 h 32"/>
                <a:gd name="T2" fmla="*/ 7 w 310"/>
                <a:gd name="T3" fmla="*/ 24 h 32"/>
                <a:gd name="T4" fmla="*/ 13 w 310"/>
                <a:gd name="T5" fmla="*/ 32 h 32"/>
                <a:gd name="T6" fmla="*/ 18 w 310"/>
                <a:gd name="T7" fmla="*/ 31 h 32"/>
                <a:gd name="T8" fmla="*/ 25 w 310"/>
                <a:gd name="T9" fmla="*/ 31 h 32"/>
                <a:gd name="T10" fmla="*/ 31 w 310"/>
                <a:gd name="T11" fmla="*/ 29 h 32"/>
                <a:gd name="T12" fmla="*/ 37 w 310"/>
                <a:gd name="T13" fmla="*/ 32 h 32"/>
                <a:gd name="T14" fmla="*/ 43 w 310"/>
                <a:gd name="T15" fmla="*/ 32 h 32"/>
                <a:gd name="T16" fmla="*/ 49 w 310"/>
                <a:gd name="T17" fmla="*/ 31 h 32"/>
                <a:gd name="T18" fmla="*/ 55 w 310"/>
                <a:gd name="T19" fmla="*/ 31 h 32"/>
                <a:gd name="T20" fmla="*/ 61 w 310"/>
                <a:gd name="T21" fmla="*/ 29 h 32"/>
                <a:gd name="T22" fmla="*/ 67 w 310"/>
                <a:gd name="T23" fmla="*/ 23 h 32"/>
                <a:gd name="T24" fmla="*/ 73 w 310"/>
                <a:gd name="T25" fmla="*/ 30 h 32"/>
                <a:gd name="T26" fmla="*/ 79 w 310"/>
                <a:gd name="T27" fmla="*/ 30 h 32"/>
                <a:gd name="T28" fmla="*/ 85 w 310"/>
                <a:gd name="T29" fmla="*/ 31 h 32"/>
                <a:gd name="T30" fmla="*/ 92 w 310"/>
                <a:gd name="T31" fmla="*/ 27 h 32"/>
                <a:gd name="T32" fmla="*/ 98 w 310"/>
                <a:gd name="T33" fmla="*/ 31 h 32"/>
                <a:gd name="T34" fmla="*/ 104 w 310"/>
                <a:gd name="T35" fmla="*/ 30 h 32"/>
                <a:gd name="T36" fmla="*/ 110 w 310"/>
                <a:gd name="T37" fmla="*/ 29 h 32"/>
                <a:gd name="T38" fmla="*/ 116 w 310"/>
                <a:gd name="T39" fmla="*/ 25 h 32"/>
                <a:gd name="T40" fmla="*/ 122 w 310"/>
                <a:gd name="T41" fmla="*/ 29 h 32"/>
                <a:gd name="T42" fmla="*/ 128 w 310"/>
                <a:gd name="T43" fmla="*/ 29 h 32"/>
                <a:gd name="T44" fmla="*/ 134 w 310"/>
                <a:gd name="T45" fmla="*/ 27 h 32"/>
                <a:gd name="T46" fmla="*/ 140 w 310"/>
                <a:gd name="T47" fmla="*/ 24 h 32"/>
                <a:gd name="T48" fmla="*/ 146 w 310"/>
                <a:gd name="T49" fmla="*/ 0 h 32"/>
                <a:gd name="T50" fmla="*/ 152 w 310"/>
                <a:gd name="T51" fmla="*/ 32 h 32"/>
                <a:gd name="T52" fmla="*/ 158 w 310"/>
                <a:gd name="T53" fmla="*/ 31 h 32"/>
                <a:gd name="T54" fmla="*/ 164 w 310"/>
                <a:gd name="T55" fmla="*/ 31 h 32"/>
                <a:gd name="T56" fmla="*/ 171 w 310"/>
                <a:gd name="T57" fmla="*/ 30 h 32"/>
                <a:gd name="T58" fmla="*/ 177 w 310"/>
                <a:gd name="T59" fmla="*/ 25 h 32"/>
                <a:gd name="T60" fmla="*/ 183 w 310"/>
                <a:gd name="T61" fmla="*/ 31 h 32"/>
                <a:gd name="T62" fmla="*/ 189 w 310"/>
                <a:gd name="T63" fmla="*/ 30 h 32"/>
                <a:gd name="T64" fmla="*/ 195 w 310"/>
                <a:gd name="T65" fmla="*/ 32 h 32"/>
                <a:gd name="T66" fmla="*/ 201 w 310"/>
                <a:gd name="T67" fmla="*/ 32 h 32"/>
                <a:gd name="T68" fmla="*/ 207 w 310"/>
                <a:gd name="T69" fmla="*/ 29 h 32"/>
                <a:gd name="T70" fmla="*/ 213 w 310"/>
                <a:gd name="T71" fmla="*/ 32 h 32"/>
                <a:gd name="T72" fmla="*/ 219 w 310"/>
                <a:gd name="T73" fmla="*/ 32 h 32"/>
                <a:gd name="T74" fmla="*/ 225 w 310"/>
                <a:gd name="T75" fmla="*/ 31 h 32"/>
                <a:gd name="T76" fmla="*/ 231 w 310"/>
                <a:gd name="T77" fmla="*/ 32 h 32"/>
                <a:gd name="T78" fmla="*/ 238 w 310"/>
                <a:gd name="T79" fmla="*/ 28 h 32"/>
                <a:gd name="T80" fmla="*/ 243 w 310"/>
                <a:gd name="T81" fmla="*/ 30 h 32"/>
                <a:gd name="T82" fmla="*/ 250 w 310"/>
                <a:gd name="T83" fmla="*/ 29 h 32"/>
                <a:gd name="T84" fmla="*/ 256 w 310"/>
                <a:gd name="T85" fmla="*/ 30 h 32"/>
                <a:gd name="T86" fmla="*/ 262 w 310"/>
                <a:gd name="T87" fmla="*/ 27 h 32"/>
                <a:gd name="T88" fmla="*/ 268 w 310"/>
                <a:gd name="T89" fmla="*/ 26 h 32"/>
                <a:gd name="T90" fmla="*/ 274 w 310"/>
                <a:gd name="T91" fmla="*/ 30 h 32"/>
                <a:gd name="T92" fmla="*/ 280 w 310"/>
                <a:gd name="T93" fmla="*/ 31 h 32"/>
                <a:gd name="T94" fmla="*/ 286 w 310"/>
                <a:gd name="T95" fmla="*/ 32 h 32"/>
                <a:gd name="T96" fmla="*/ 292 w 310"/>
                <a:gd name="T97" fmla="*/ 26 h 32"/>
                <a:gd name="T98" fmla="*/ 298 w 310"/>
                <a:gd name="T99" fmla="*/ 31 h 32"/>
                <a:gd name="T100" fmla="*/ 304 w 310"/>
                <a:gd name="T101" fmla="*/ 32 h 32"/>
                <a:gd name="T102" fmla="*/ 310 w 310"/>
                <a:gd name="T10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0" h="32">
                  <a:moveTo>
                    <a:pt x="0" y="21"/>
                  </a:moveTo>
                  <a:lnTo>
                    <a:pt x="7" y="24"/>
                  </a:lnTo>
                  <a:lnTo>
                    <a:pt x="13" y="32"/>
                  </a:lnTo>
                  <a:lnTo>
                    <a:pt x="18" y="31"/>
                  </a:lnTo>
                  <a:lnTo>
                    <a:pt x="25" y="31"/>
                  </a:lnTo>
                  <a:lnTo>
                    <a:pt x="31" y="29"/>
                  </a:lnTo>
                  <a:lnTo>
                    <a:pt x="37" y="32"/>
                  </a:lnTo>
                  <a:lnTo>
                    <a:pt x="43" y="32"/>
                  </a:lnTo>
                  <a:lnTo>
                    <a:pt x="49" y="31"/>
                  </a:lnTo>
                  <a:lnTo>
                    <a:pt x="55" y="31"/>
                  </a:lnTo>
                  <a:lnTo>
                    <a:pt x="61" y="29"/>
                  </a:lnTo>
                  <a:lnTo>
                    <a:pt x="67" y="23"/>
                  </a:lnTo>
                  <a:lnTo>
                    <a:pt x="73" y="30"/>
                  </a:lnTo>
                  <a:lnTo>
                    <a:pt x="79" y="30"/>
                  </a:lnTo>
                  <a:lnTo>
                    <a:pt x="85" y="31"/>
                  </a:lnTo>
                  <a:lnTo>
                    <a:pt x="92" y="27"/>
                  </a:lnTo>
                  <a:lnTo>
                    <a:pt x="98" y="31"/>
                  </a:lnTo>
                  <a:lnTo>
                    <a:pt x="104" y="30"/>
                  </a:lnTo>
                  <a:lnTo>
                    <a:pt x="110" y="29"/>
                  </a:lnTo>
                  <a:lnTo>
                    <a:pt x="116" y="25"/>
                  </a:lnTo>
                  <a:lnTo>
                    <a:pt x="122" y="29"/>
                  </a:lnTo>
                  <a:lnTo>
                    <a:pt x="128" y="29"/>
                  </a:lnTo>
                  <a:lnTo>
                    <a:pt x="134" y="27"/>
                  </a:lnTo>
                  <a:lnTo>
                    <a:pt x="140" y="24"/>
                  </a:lnTo>
                  <a:lnTo>
                    <a:pt x="146" y="0"/>
                  </a:lnTo>
                  <a:lnTo>
                    <a:pt x="152" y="32"/>
                  </a:lnTo>
                  <a:lnTo>
                    <a:pt x="158" y="31"/>
                  </a:lnTo>
                  <a:lnTo>
                    <a:pt x="164" y="31"/>
                  </a:lnTo>
                  <a:lnTo>
                    <a:pt x="171" y="30"/>
                  </a:lnTo>
                  <a:lnTo>
                    <a:pt x="177" y="25"/>
                  </a:lnTo>
                  <a:lnTo>
                    <a:pt x="183" y="31"/>
                  </a:lnTo>
                  <a:lnTo>
                    <a:pt x="189" y="30"/>
                  </a:lnTo>
                  <a:lnTo>
                    <a:pt x="195" y="32"/>
                  </a:lnTo>
                  <a:lnTo>
                    <a:pt x="201" y="32"/>
                  </a:lnTo>
                  <a:lnTo>
                    <a:pt x="207" y="29"/>
                  </a:lnTo>
                  <a:lnTo>
                    <a:pt x="213" y="32"/>
                  </a:lnTo>
                  <a:lnTo>
                    <a:pt x="219" y="32"/>
                  </a:lnTo>
                  <a:lnTo>
                    <a:pt x="225" y="31"/>
                  </a:lnTo>
                  <a:lnTo>
                    <a:pt x="231" y="32"/>
                  </a:lnTo>
                  <a:lnTo>
                    <a:pt x="238" y="28"/>
                  </a:lnTo>
                  <a:lnTo>
                    <a:pt x="243" y="30"/>
                  </a:lnTo>
                  <a:lnTo>
                    <a:pt x="250" y="29"/>
                  </a:lnTo>
                  <a:lnTo>
                    <a:pt x="256" y="30"/>
                  </a:lnTo>
                  <a:lnTo>
                    <a:pt x="262" y="27"/>
                  </a:lnTo>
                  <a:lnTo>
                    <a:pt x="268" y="26"/>
                  </a:lnTo>
                  <a:lnTo>
                    <a:pt x="274" y="30"/>
                  </a:lnTo>
                  <a:lnTo>
                    <a:pt x="280" y="31"/>
                  </a:lnTo>
                  <a:lnTo>
                    <a:pt x="286" y="32"/>
                  </a:lnTo>
                  <a:lnTo>
                    <a:pt x="292" y="26"/>
                  </a:lnTo>
                  <a:lnTo>
                    <a:pt x="298" y="31"/>
                  </a:lnTo>
                  <a:lnTo>
                    <a:pt x="304" y="32"/>
                  </a:lnTo>
                  <a:lnTo>
                    <a:pt x="310" y="32"/>
                  </a:lnTo>
                </a:path>
              </a:pathLst>
            </a:cu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2" name="Line 744"/>
            <p:cNvSpPr>
              <a:spLocks noChangeShapeType="1"/>
            </p:cNvSpPr>
            <p:nvPr/>
          </p:nvSpPr>
          <p:spPr bwMode="auto">
            <a:xfrm>
              <a:off x="3173413" y="3201989"/>
              <a:ext cx="9525" cy="0"/>
            </a:xfrm>
            <a:prstGeom prst="line">
              <a:avLst/>
            </a:prstGeom>
            <a:noFill/>
            <a:ln w="6350" cap="flat">
              <a:solidFill>
                <a:srgbClr val="0072B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grpSp>
        <p:nvGrpSpPr>
          <p:cNvPr id="183" name="组合 182"/>
          <p:cNvGrpSpPr/>
          <p:nvPr/>
        </p:nvGrpSpPr>
        <p:grpSpPr>
          <a:xfrm rot="0">
            <a:off x="3148965" y="4879975"/>
            <a:ext cx="955675" cy="500380"/>
            <a:chOff x="2227263" y="3602039"/>
            <a:chExt cx="955675" cy="500063"/>
          </a:xfrm>
        </p:grpSpPr>
        <p:sp>
          <p:nvSpPr>
            <p:cNvPr id="184" name="Freeform 745"/>
            <p:cNvSpPr/>
            <p:nvPr/>
          </p:nvSpPr>
          <p:spPr bwMode="auto">
            <a:xfrm>
              <a:off x="2227263" y="3602039"/>
              <a:ext cx="474663" cy="500063"/>
            </a:xfrm>
            <a:custGeom>
              <a:avLst/>
              <a:gdLst>
                <a:gd name="T0" fmla="*/ 0 w 299"/>
                <a:gd name="T1" fmla="*/ 307 h 315"/>
                <a:gd name="T2" fmla="*/ 7 w 299"/>
                <a:gd name="T3" fmla="*/ 274 h 315"/>
                <a:gd name="T4" fmla="*/ 13 w 299"/>
                <a:gd name="T5" fmla="*/ 299 h 315"/>
                <a:gd name="T6" fmla="*/ 19 w 299"/>
                <a:gd name="T7" fmla="*/ 287 h 315"/>
                <a:gd name="T8" fmla="*/ 25 w 299"/>
                <a:gd name="T9" fmla="*/ 260 h 315"/>
                <a:gd name="T10" fmla="*/ 31 w 299"/>
                <a:gd name="T11" fmla="*/ 125 h 315"/>
                <a:gd name="T12" fmla="*/ 37 w 299"/>
                <a:gd name="T13" fmla="*/ 293 h 315"/>
                <a:gd name="T14" fmla="*/ 43 w 299"/>
                <a:gd name="T15" fmla="*/ 276 h 315"/>
                <a:gd name="T16" fmla="*/ 49 w 299"/>
                <a:gd name="T17" fmla="*/ 164 h 315"/>
                <a:gd name="T18" fmla="*/ 55 w 299"/>
                <a:gd name="T19" fmla="*/ 81 h 315"/>
                <a:gd name="T20" fmla="*/ 61 w 299"/>
                <a:gd name="T21" fmla="*/ 0 h 315"/>
                <a:gd name="T22" fmla="*/ 67 w 299"/>
                <a:gd name="T23" fmla="*/ 211 h 315"/>
                <a:gd name="T24" fmla="*/ 74 w 299"/>
                <a:gd name="T25" fmla="*/ 310 h 315"/>
                <a:gd name="T26" fmla="*/ 80 w 299"/>
                <a:gd name="T27" fmla="*/ 304 h 315"/>
                <a:gd name="T28" fmla="*/ 86 w 299"/>
                <a:gd name="T29" fmla="*/ 268 h 315"/>
                <a:gd name="T30" fmla="*/ 92 w 299"/>
                <a:gd name="T31" fmla="*/ 281 h 315"/>
                <a:gd name="T32" fmla="*/ 98 w 299"/>
                <a:gd name="T33" fmla="*/ 274 h 315"/>
                <a:gd name="T34" fmla="*/ 104 w 299"/>
                <a:gd name="T35" fmla="*/ 296 h 315"/>
                <a:gd name="T36" fmla="*/ 110 w 299"/>
                <a:gd name="T37" fmla="*/ 287 h 315"/>
                <a:gd name="T38" fmla="*/ 116 w 299"/>
                <a:gd name="T39" fmla="*/ 239 h 315"/>
                <a:gd name="T40" fmla="*/ 122 w 299"/>
                <a:gd name="T41" fmla="*/ 299 h 315"/>
                <a:gd name="T42" fmla="*/ 128 w 299"/>
                <a:gd name="T43" fmla="*/ 307 h 315"/>
                <a:gd name="T44" fmla="*/ 134 w 299"/>
                <a:gd name="T45" fmla="*/ 303 h 315"/>
                <a:gd name="T46" fmla="*/ 140 w 299"/>
                <a:gd name="T47" fmla="*/ 307 h 315"/>
                <a:gd name="T48" fmla="*/ 146 w 299"/>
                <a:gd name="T49" fmla="*/ 303 h 315"/>
                <a:gd name="T50" fmla="*/ 153 w 299"/>
                <a:gd name="T51" fmla="*/ 297 h 315"/>
                <a:gd name="T52" fmla="*/ 159 w 299"/>
                <a:gd name="T53" fmla="*/ 294 h 315"/>
                <a:gd name="T54" fmla="*/ 165 w 299"/>
                <a:gd name="T55" fmla="*/ 291 h 315"/>
                <a:gd name="T56" fmla="*/ 171 w 299"/>
                <a:gd name="T57" fmla="*/ 315 h 315"/>
                <a:gd name="T58" fmla="*/ 177 w 299"/>
                <a:gd name="T59" fmla="*/ 302 h 315"/>
                <a:gd name="T60" fmla="*/ 183 w 299"/>
                <a:gd name="T61" fmla="*/ 291 h 315"/>
                <a:gd name="T62" fmla="*/ 189 w 299"/>
                <a:gd name="T63" fmla="*/ 309 h 315"/>
                <a:gd name="T64" fmla="*/ 195 w 299"/>
                <a:gd name="T65" fmla="*/ 311 h 315"/>
                <a:gd name="T66" fmla="*/ 201 w 299"/>
                <a:gd name="T67" fmla="*/ 313 h 315"/>
                <a:gd name="T68" fmla="*/ 207 w 299"/>
                <a:gd name="T69" fmla="*/ 283 h 315"/>
                <a:gd name="T70" fmla="*/ 213 w 299"/>
                <a:gd name="T71" fmla="*/ 293 h 315"/>
                <a:gd name="T72" fmla="*/ 220 w 299"/>
                <a:gd name="T73" fmla="*/ 308 h 315"/>
                <a:gd name="T74" fmla="*/ 225 w 299"/>
                <a:gd name="T75" fmla="*/ 308 h 315"/>
                <a:gd name="T76" fmla="*/ 232 w 299"/>
                <a:gd name="T77" fmla="*/ 284 h 315"/>
                <a:gd name="T78" fmla="*/ 238 w 299"/>
                <a:gd name="T79" fmla="*/ 284 h 315"/>
                <a:gd name="T80" fmla="*/ 244 w 299"/>
                <a:gd name="T81" fmla="*/ 310 h 315"/>
                <a:gd name="T82" fmla="*/ 250 w 299"/>
                <a:gd name="T83" fmla="*/ 305 h 315"/>
                <a:gd name="T84" fmla="*/ 256 w 299"/>
                <a:gd name="T85" fmla="*/ 302 h 315"/>
                <a:gd name="T86" fmla="*/ 262 w 299"/>
                <a:gd name="T87" fmla="*/ 220 h 315"/>
                <a:gd name="T88" fmla="*/ 268 w 299"/>
                <a:gd name="T89" fmla="*/ 305 h 315"/>
                <a:gd name="T90" fmla="*/ 274 w 299"/>
                <a:gd name="T91" fmla="*/ 302 h 315"/>
                <a:gd name="T92" fmla="*/ 280 w 299"/>
                <a:gd name="T93" fmla="*/ 292 h 315"/>
                <a:gd name="T94" fmla="*/ 286 w 299"/>
                <a:gd name="T95" fmla="*/ 309 h 315"/>
                <a:gd name="T96" fmla="*/ 292 w 299"/>
                <a:gd name="T97" fmla="*/ 309 h 315"/>
                <a:gd name="T98" fmla="*/ 299 w 299"/>
                <a:gd name="T99" fmla="*/ 283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99" h="315">
                  <a:moveTo>
                    <a:pt x="0" y="307"/>
                  </a:moveTo>
                  <a:lnTo>
                    <a:pt x="7" y="274"/>
                  </a:lnTo>
                  <a:lnTo>
                    <a:pt x="13" y="299"/>
                  </a:lnTo>
                  <a:lnTo>
                    <a:pt x="19" y="287"/>
                  </a:lnTo>
                  <a:lnTo>
                    <a:pt x="25" y="260"/>
                  </a:lnTo>
                  <a:lnTo>
                    <a:pt x="31" y="125"/>
                  </a:lnTo>
                  <a:lnTo>
                    <a:pt x="37" y="293"/>
                  </a:lnTo>
                  <a:lnTo>
                    <a:pt x="43" y="276"/>
                  </a:lnTo>
                  <a:lnTo>
                    <a:pt x="49" y="164"/>
                  </a:lnTo>
                  <a:lnTo>
                    <a:pt x="55" y="81"/>
                  </a:lnTo>
                  <a:lnTo>
                    <a:pt x="61" y="0"/>
                  </a:lnTo>
                  <a:lnTo>
                    <a:pt x="67" y="211"/>
                  </a:lnTo>
                  <a:lnTo>
                    <a:pt x="74" y="310"/>
                  </a:lnTo>
                  <a:lnTo>
                    <a:pt x="80" y="304"/>
                  </a:lnTo>
                  <a:lnTo>
                    <a:pt x="86" y="268"/>
                  </a:lnTo>
                  <a:lnTo>
                    <a:pt x="92" y="281"/>
                  </a:lnTo>
                  <a:lnTo>
                    <a:pt x="98" y="274"/>
                  </a:lnTo>
                  <a:lnTo>
                    <a:pt x="104" y="296"/>
                  </a:lnTo>
                  <a:lnTo>
                    <a:pt x="110" y="287"/>
                  </a:lnTo>
                  <a:lnTo>
                    <a:pt x="116" y="239"/>
                  </a:lnTo>
                  <a:lnTo>
                    <a:pt x="122" y="299"/>
                  </a:lnTo>
                  <a:lnTo>
                    <a:pt x="128" y="307"/>
                  </a:lnTo>
                  <a:lnTo>
                    <a:pt x="134" y="303"/>
                  </a:lnTo>
                  <a:lnTo>
                    <a:pt x="140" y="307"/>
                  </a:lnTo>
                  <a:lnTo>
                    <a:pt x="146" y="303"/>
                  </a:lnTo>
                  <a:lnTo>
                    <a:pt x="153" y="297"/>
                  </a:lnTo>
                  <a:lnTo>
                    <a:pt x="159" y="294"/>
                  </a:lnTo>
                  <a:lnTo>
                    <a:pt x="165" y="291"/>
                  </a:lnTo>
                  <a:lnTo>
                    <a:pt x="171" y="315"/>
                  </a:lnTo>
                  <a:lnTo>
                    <a:pt x="177" y="302"/>
                  </a:lnTo>
                  <a:lnTo>
                    <a:pt x="183" y="291"/>
                  </a:lnTo>
                  <a:lnTo>
                    <a:pt x="189" y="309"/>
                  </a:lnTo>
                  <a:lnTo>
                    <a:pt x="195" y="311"/>
                  </a:lnTo>
                  <a:lnTo>
                    <a:pt x="201" y="313"/>
                  </a:lnTo>
                  <a:lnTo>
                    <a:pt x="207" y="283"/>
                  </a:lnTo>
                  <a:lnTo>
                    <a:pt x="213" y="293"/>
                  </a:lnTo>
                  <a:lnTo>
                    <a:pt x="220" y="308"/>
                  </a:lnTo>
                  <a:lnTo>
                    <a:pt x="225" y="308"/>
                  </a:lnTo>
                  <a:lnTo>
                    <a:pt x="232" y="284"/>
                  </a:lnTo>
                  <a:lnTo>
                    <a:pt x="238" y="284"/>
                  </a:lnTo>
                  <a:lnTo>
                    <a:pt x="244" y="310"/>
                  </a:lnTo>
                  <a:lnTo>
                    <a:pt x="250" y="305"/>
                  </a:lnTo>
                  <a:lnTo>
                    <a:pt x="256" y="302"/>
                  </a:lnTo>
                  <a:lnTo>
                    <a:pt x="262" y="220"/>
                  </a:lnTo>
                  <a:lnTo>
                    <a:pt x="268" y="305"/>
                  </a:lnTo>
                  <a:lnTo>
                    <a:pt x="274" y="302"/>
                  </a:lnTo>
                  <a:lnTo>
                    <a:pt x="280" y="292"/>
                  </a:lnTo>
                  <a:lnTo>
                    <a:pt x="286" y="309"/>
                  </a:lnTo>
                  <a:lnTo>
                    <a:pt x="292" y="309"/>
                  </a:lnTo>
                  <a:lnTo>
                    <a:pt x="299" y="28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5" name="Freeform 746"/>
            <p:cNvSpPr/>
            <p:nvPr/>
          </p:nvSpPr>
          <p:spPr bwMode="auto">
            <a:xfrm>
              <a:off x="2690813" y="3919539"/>
              <a:ext cx="492125" cy="180975"/>
            </a:xfrm>
            <a:custGeom>
              <a:avLst/>
              <a:gdLst>
                <a:gd name="T0" fmla="*/ 0 w 310"/>
                <a:gd name="T1" fmla="*/ 109 h 114"/>
                <a:gd name="T2" fmla="*/ 7 w 310"/>
                <a:gd name="T3" fmla="*/ 83 h 114"/>
                <a:gd name="T4" fmla="*/ 13 w 310"/>
                <a:gd name="T5" fmla="*/ 93 h 114"/>
                <a:gd name="T6" fmla="*/ 18 w 310"/>
                <a:gd name="T7" fmla="*/ 114 h 114"/>
                <a:gd name="T8" fmla="*/ 25 w 310"/>
                <a:gd name="T9" fmla="*/ 110 h 114"/>
                <a:gd name="T10" fmla="*/ 31 w 310"/>
                <a:gd name="T11" fmla="*/ 98 h 114"/>
                <a:gd name="T12" fmla="*/ 37 w 310"/>
                <a:gd name="T13" fmla="*/ 89 h 114"/>
                <a:gd name="T14" fmla="*/ 43 w 310"/>
                <a:gd name="T15" fmla="*/ 100 h 114"/>
                <a:gd name="T16" fmla="*/ 49 w 310"/>
                <a:gd name="T17" fmla="*/ 91 h 114"/>
                <a:gd name="T18" fmla="*/ 55 w 310"/>
                <a:gd name="T19" fmla="*/ 93 h 114"/>
                <a:gd name="T20" fmla="*/ 61 w 310"/>
                <a:gd name="T21" fmla="*/ 73 h 114"/>
                <a:gd name="T22" fmla="*/ 67 w 310"/>
                <a:gd name="T23" fmla="*/ 72 h 114"/>
                <a:gd name="T24" fmla="*/ 73 w 310"/>
                <a:gd name="T25" fmla="*/ 88 h 114"/>
                <a:gd name="T26" fmla="*/ 79 w 310"/>
                <a:gd name="T27" fmla="*/ 88 h 114"/>
                <a:gd name="T28" fmla="*/ 85 w 310"/>
                <a:gd name="T29" fmla="*/ 91 h 114"/>
                <a:gd name="T30" fmla="*/ 92 w 310"/>
                <a:gd name="T31" fmla="*/ 42 h 114"/>
                <a:gd name="T32" fmla="*/ 98 w 310"/>
                <a:gd name="T33" fmla="*/ 86 h 114"/>
                <a:gd name="T34" fmla="*/ 104 w 310"/>
                <a:gd name="T35" fmla="*/ 97 h 114"/>
                <a:gd name="T36" fmla="*/ 110 w 310"/>
                <a:gd name="T37" fmla="*/ 96 h 114"/>
                <a:gd name="T38" fmla="*/ 116 w 310"/>
                <a:gd name="T39" fmla="*/ 76 h 114"/>
                <a:gd name="T40" fmla="*/ 122 w 310"/>
                <a:gd name="T41" fmla="*/ 97 h 114"/>
                <a:gd name="T42" fmla="*/ 128 w 310"/>
                <a:gd name="T43" fmla="*/ 68 h 114"/>
                <a:gd name="T44" fmla="*/ 134 w 310"/>
                <a:gd name="T45" fmla="*/ 98 h 114"/>
                <a:gd name="T46" fmla="*/ 140 w 310"/>
                <a:gd name="T47" fmla="*/ 87 h 114"/>
                <a:gd name="T48" fmla="*/ 146 w 310"/>
                <a:gd name="T49" fmla="*/ 92 h 114"/>
                <a:gd name="T50" fmla="*/ 152 w 310"/>
                <a:gd name="T51" fmla="*/ 73 h 114"/>
                <a:gd name="T52" fmla="*/ 158 w 310"/>
                <a:gd name="T53" fmla="*/ 93 h 114"/>
                <a:gd name="T54" fmla="*/ 164 w 310"/>
                <a:gd name="T55" fmla="*/ 85 h 114"/>
                <a:gd name="T56" fmla="*/ 171 w 310"/>
                <a:gd name="T57" fmla="*/ 92 h 114"/>
                <a:gd name="T58" fmla="*/ 177 w 310"/>
                <a:gd name="T59" fmla="*/ 31 h 114"/>
                <a:gd name="T60" fmla="*/ 183 w 310"/>
                <a:gd name="T61" fmla="*/ 54 h 114"/>
                <a:gd name="T62" fmla="*/ 189 w 310"/>
                <a:gd name="T63" fmla="*/ 11 h 114"/>
                <a:gd name="T64" fmla="*/ 195 w 310"/>
                <a:gd name="T65" fmla="*/ 57 h 114"/>
                <a:gd name="T66" fmla="*/ 201 w 310"/>
                <a:gd name="T67" fmla="*/ 66 h 114"/>
                <a:gd name="T68" fmla="*/ 207 w 310"/>
                <a:gd name="T69" fmla="*/ 0 h 114"/>
                <a:gd name="T70" fmla="*/ 213 w 310"/>
                <a:gd name="T71" fmla="*/ 49 h 114"/>
                <a:gd name="T72" fmla="*/ 219 w 310"/>
                <a:gd name="T73" fmla="*/ 47 h 114"/>
                <a:gd name="T74" fmla="*/ 225 w 310"/>
                <a:gd name="T75" fmla="*/ 63 h 114"/>
                <a:gd name="T76" fmla="*/ 231 w 310"/>
                <a:gd name="T77" fmla="*/ 16 h 114"/>
                <a:gd name="T78" fmla="*/ 238 w 310"/>
                <a:gd name="T79" fmla="*/ 70 h 114"/>
                <a:gd name="T80" fmla="*/ 243 w 310"/>
                <a:gd name="T81" fmla="*/ 90 h 114"/>
                <a:gd name="T82" fmla="*/ 250 w 310"/>
                <a:gd name="T83" fmla="*/ 75 h 114"/>
                <a:gd name="T84" fmla="*/ 256 w 310"/>
                <a:gd name="T85" fmla="*/ 68 h 114"/>
                <a:gd name="T86" fmla="*/ 262 w 310"/>
                <a:gd name="T87" fmla="*/ 98 h 114"/>
                <a:gd name="T88" fmla="*/ 268 w 310"/>
                <a:gd name="T89" fmla="*/ 83 h 114"/>
                <a:gd name="T90" fmla="*/ 274 w 310"/>
                <a:gd name="T91" fmla="*/ 107 h 114"/>
                <a:gd name="T92" fmla="*/ 280 w 310"/>
                <a:gd name="T93" fmla="*/ 107 h 114"/>
                <a:gd name="T94" fmla="*/ 286 w 310"/>
                <a:gd name="T95" fmla="*/ 102 h 114"/>
                <a:gd name="T96" fmla="*/ 292 w 310"/>
                <a:gd name="T97" fmla="*/ 87 h 114"/>
                <a:gd name="T98" fmla="*/ 298 w 310"/>
                <a:gd name="T99" fmla="*/ 34 h 114"/>
                <a:gd name="T100" fmla="*/ 304 w 310"/>
                <a:gd name="T101" fmla="*/ 102 h 114"/>
                <a:gd name="T102" fmla="*/ 310 w 310"/>
                <a:gd name="T103" fmla="*/ 75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0" h="114">
                  <a:moveTo>
                    <a:pt x="0" y="109"/>
                  </a:moveTo>
                  <a:lnTo>
                    <a:pt x="7" y="83"/>
                  </a:lnTo>
                  <a:lnTo>
                    <a:pt x="13" y="93"/>
                  </a:lnTo>
                  <a:lnTo>
                    <a:pt x="18" y="114"/>
                  </a:lnTo>
                  <a:lnTo>
                    <a:pt x="25" y="110"/>
                  </a:lnTo>
                  <a:lnTo>
                    <a:pt x="31" y="98"/>
                  </a:lnTo>
                  <a:lnTo>
                    <a:pt x="37" y="89"/>
                  </a:lnTo>
                  <a:lnTo>
                    <a:pt x="43" y="100"/>
                  </a:lnTo>
                  <a:lnTo>
                    <a:pt x="49" y="91"/>
                  </a:lnTo>
                  <a:lnTo>
                    <a:pt x="55" y="93"/>
                  </a:lnTo>
                  <a:lnTo>
                    <a:pt x="61" y="73"/>
                  </a:lnTo>
                  <a:lnTo>
                    <a:pt x="67" y="72"/>
                  </a:lnTo>
                  <a:lnTo>
                    <a:pt x="73" y="88"/>
                  </a:lnTo>
                  <a:lnTo>
                    <a:pt x="79" y="88"/>
                  </a:lnTo>
                  <a:lnTo>
                    <a:pt x="85" y="91"/>
                  </a:lnTo>
                  <a:lnTo>
                    <a:pt x="92" y="42"/>
                  </a:lnTo>
                  <a:lnTo>
                    <a:pt x="98" y="86"/>
                  </a:lnTo>
                  <a:lnTo>
                    <a:pt x="104" y="97"/>
                  </a:lnTo>
                  <a:lnTo>
                    <a:pt x="110" y="96"/>
                  </a:lnTo>
                  <a:lnTo>
                    <a:pt x="116" y="76"/>
                  </a:lnTo>
                  <a:lnTo>
                    <a:pt x="122" y="97"/>
                  </a:lnTo>
                  <a:lnTo>
                    <a:pt x="128" y="68"/>
                  </a:lnTo>
                  <a:lnTo>
                    <a:pt x="134" y="98"/>
                  </a:lnTo>
                  <a:lnTo>
                    <a:pt x="140" y="87"/>
                  </a:lnTo>
                  <a:lnTo>
                    <a:pt x="146" y="92"/>
                  </a:lnTo>
                  <a:lnTo>
                    <a:pt x="152" y="73"/>
                  </a:lnTo>
                  <a:lnTo>
                    <a:pt x="158" y="93"/>
                  </a:lnTo>
                  <a:lnTo>
                    <a:pt x="164" y="85"/>
                  </a:lnTo>
                  <a:lnTo>
                    <a:pt x="171" y="92"/>
                  </a:lnTo>
                  <a:lnTo>
                    <a:pt x="177" y="31"/>
                  </a:lnTo>
                  <a:lnTo>
                    <a:pt x="183" y="54"/>
                  </a:lnTo>
                  <a:lnTo>
                    <a:pt x="189" y="11"/>
                  </a:lnTo>
                  <a:lnTo>
                    <a:pt x="195" y="57"/>
                  </a:lnTo>
                  <a:lnTo>
                    <a:pt x="201" y="66"/>
                  </a:lnTo>
                  <a:lnTo>
                    <a:pt x="207" y="0"/>
                  </a:lnTo>
                  <a:lnTo>
                    <a:pt x="213" y="49"/>
                  </a:lnTo>
                  <a:lnTo>
                    <a:pt x="219" y="47"/>
                  </a:lnTo>
                  <a:lnTo>
                    <a:pt x="225" y="63"/>
                  </a:lnTo>
                  <a:lnTo>
                    <a:pt x="231" y="16"/>
                  </a:lnTo>
                  <a:lnTo>
                    <a:pt x="238" y="70"/>
                  </a:lnTo>
                  <a:lnTo>
                    <a:pt x="243" y="90"/>
                  </a:lnTo>
                  <a:lnTo>
                    <a:pt x="250" y="75"/>
                  </a:lnTo>
                  <a:lnTo>
                    <a:pt x="256" y="68"/>
                  </a:lnTo>
                  <a:lnTo>
                    <a:pt x="262" y="98"/>
                  </a:lnTo>
                  <a:lnTo>
                    <a:pt x="268" y="83"/>
                  </a:lnTo>
                  <a:lnTo>
                    <a:pt x="274" y="107"/>
                  </a:lnTo>
                  <a:lnTo>
                    <a:pt x="280" y="107"/>
                  </a:lnTo>
                  <a:lnTo>
                    <a:pt x="286" y="102"/>
                  </a:lnTo>
                  <a:lnTo>
                    <a:pt x="292" y="87"/>
                  </a:lnTo>
                  <a:lnTo>
                    <a:pt x="298" y="34"/>
                  </a:lnTo>
                  <a:lnTo>
                    <a:pt x="304" y="102"/>
                  </a:lnTo>
                  <a:lnTo>
                    <a:pt x="310" y="7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6" name="Line 747"/>
            <p:cNvSpPr>
              <a:spLocks noChangeShapeType="1"/>
            </p:cNvSpPr>
            <p:nvPr/>
          </p:nvSpPr>
          <p:spPr bwMode="auto">
            <a:xfrm flipV="1">
              <a:off x="3173413" y="4038601"/>
              <a:ext cx="9525" cy="42863"/>
            </a:xfrm>
            <a:prstGeom prst="line">
              <a:avLst/>
            </a:pr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grpSp>
        <p:nvGrpSpPr>
          <p:cNvPr id="187" name="组合 186"/>
          <p:cNvGrpSpPr/>
          <p:nvPr/>
        </p:nvGrpSpPr>
        <p:grpSpPr>
          <a:xfrm rot="0">
            <a:off x="1978660" y="5821045"/>
            <a:ext cx="3783013" cy="459105"/>
            <a:chOff x="1057275" y="4543426"/>
            <a:chExt cx="3783013" cy="458788"/>
          </a:xfrm>
        </p:grpSpPr>
        <p:sp>
          <p:nvSpPr>
            <p:cNvPr id="188" name="Freeform 748"/>
            <p:cNvSpPr/>
            <p:nvPr/>
          </p:nvSpPr>
          <p:spPr bwMode="auto">
            <a:xfrm>
              <a:off x="1060450" y="4705351"/>
              <a:ext cx="9525" cy="3175"/>
            </a:xfrm>
            <a:custGeom>
              <a:avLst/>
              <a:gdLst>
                <a:gd name="T0" fmla="*/ 0 w 6"/>
                <a:gd name="T1" fmla="*/ 2 h 2"/>
                <a:gd name="T2" fmla="*/ 0 w 6"/>
                <a:gd name="T3" fmla="*/ 2 h 2"/>
                <a:gd name="T4" fmla="*/ 0 w 6"/>
                <a:gd name="T5" fmla="*/ 2 h 2"/>
                <a:gd name="T6" fmla="*/ 0 w 6"/>
                <a:gd name="T7" fmla="*/ 2 h 2"/>
                <a:gd name="T8" fmla="*/ 1 w 6"/>
                <a:gd name="T9" fmla="*/ 2 h 2"/>
                <a:gd name="T10" fmla="*/ 1 w 6"/>
                <a:gd name="T11" fmla="*/ 2 h 2"/>
                <a:gd name="T12" fmla="*/ 1 w 6"/>
                <a:gd name="T13" fmla="*/ 2 h 2"/>
                <a:gd name="T14" fmla="*/ 1 w 6"/>
                <a:gd name="T15" fmla="*/ 2 h 2"/>
                <a:gd name="T16" fmla="*/ 1 w 6"/>
                <a:gd name="T17" fmla="*/ 2 h 2"/>
                <a:gd name="T18" fmla="*/ 1 w 6"/>
                <a:gd name="T19" fmla="*/ 2 h 2"/>
                <a:gd name="T20" fmla="*/ 1 w 6"/>
                <a:gd name="T21" fmla="*/ 2 h 2"/>
                <a:gd name="T22" fmla="*/ 1 w 6"/>
                <a:gd name="T23" fmla="*/ 2 h 2"/>
                <a:gd name="T24" fmla="*/ 1 w 6"/>
                <a:gd name="T25" fmla="*/ 2 h 2"/>
                <a:gd name="T26" fmla="*/ 2 w 6"/>
                <a:gd name="T27" fmla="*/ 2 h 2"/>
                <a:gd name="T28" fmla="*/ 2 w 6"/>
                <a:gd name="T29" fmla="*/ 2 h 2"/>
                <a:gd name="T30" fmla="*/ 2 w 6"/>
                <a:gd name="T31" fmla="*/ 2 h 2"/>
                <a:gd name="T32" fmla="*/ 2 w 6"/>
                <a:gd name="T33" fmla="*/ 1 h 2"/>
                <a:gd name="T34" fmla="*/ 2 w 6"/>
                <a:gd name="T35" fmla="*/ 1 h 2"/>
                <a:gd name="T36" fmla="*/ 2 w 6"/>
                <a:gd name="T37" fmla="*/ 1 h 2"/>
                <a:gd name="T38" fmla="*/ 3 w 6"/>
                <a:gd name="T39" fmla="*/ 1 h 2"/>
                <a:gd name="T40" fmla="*/ 3 w 6"/>
                <a:gd name="T41" fmla="*/ 1 h 2"/>
                <a:gd name="T42" fmla="*/ 3 w 6"/>
                <a:gd name="T43" fmla="*/ 1 h 2"/>
                <a:gd name="T44" fmla="*/ 3 w 6"/>
                <a:gd name="T45" fmla="*/ 1 h 2"/>
                <a:gd name="T46" fmla="*/ 3 w 6"/>
                <a:gd name="T47" fmla="*/ 1 h 2"/>
                <a:gd name="T48" fmla="*/ 3 w 6"/>
                <a:gd name="T49" fmla="*/ 1 h 2"/>
                <a:gd name="T50" fmla="*/ 3 w 6"/>
                <a:gd name="T51" fmla="*/ 1 h 2"/>
                <a:gd name="T52" fmla="*/ 3 w 6"/>
                <a:gd name="T53" fmla="*/ 2 h 2"/>
                <a:gd name="T54" fmla="*/ 3 w 6"/>
                <a:gd name="T55" fmla="*/ 2 h 2"/>
                <a:gd name="T56" fmla="*/ 4 w 6"/>
                <a:gd name="T57" fmla="*/ 2 h 2"/>
                <a:gd name="T58" fmla="*/ 4 w 6"/>
                <a:gd name="T59" fmla="*/ 2 h 2"/>
                <a:gd name="T60" fmla="*/ 4 w 6"/>
                <a:gd name="T61" fmla="*/ 2 h 2"/>
                <a:gd name="T62" fmla="*/ 4 w 6"/>
                <a:gd name="T63" fmla="*/ 2 h 2"/>
                <a:gd name="T64" fmla="*/ 4 w 6"/>
                <a:gd name="T65" fmla="*/ 2 h 2"/>
                <a:gd name="T66" fmla="*/ 4 w 6"/>
                <a:gd name="T67" fmla="*/ 2 h 2"/>
                <a:gd name="T68" fmla="*/ 5 w 6"/>
                <a:gd name="T69" fmla="*/ 2 h 2"/>
                <a:gd name="T70" fmla="*/ 5 w 6"/>
                <a:gd name="T71" fmla="*/ 2 h 2"/>
                <a:gd name="T72" fmla="*/ 5 w 6"/>
                <a:gd name="T73" fmla="*/ 2 h 2"/>
                <a:gd name="T74" fmla="*/ 5 w 6"/>
                <a:gd name="T75" fmla="*/ 2 h 2"/>
                <a:gd name="T76" fmla="*/ 5 w 6"/>
                <a:gd name="T77" fmla="*/ 1 h 2"/>
                <a:gd name="T78" fmla="*/ 5 w 6"/>
                <a:gd name="T79" fmla="*/ 1 h 2"/>
                <a:gd name="T80" fmla="*/ 5 w 6"/>
                <a:gd name="T81" fmla="*/ 1 h 2"/>
                <a:gd name="T82" fmla="*/ 5 w 6"/>
                <a:gd name="T83" fmla="*/ 1 h 2"/>
                <a:gd name="T84" fmla="*/ 5 w 6"/>
                <a:gd name="T85" fmla="*/ 1 h 2"/>
                <a:gd name="T86" fmla="*/ 6 w 6"/>
                <a:gd name="T87" fmla="*/ 0 h 2"/>
                <a:gd name="T88" fmla="*/ 6 w 6"/>
                <a:gd name="T89" fmla="*/ 0 h 2"/>
                <a:gd name="T90" fmla="*/ 6 w 6"/>
                <a:gd name="T91" fmla="*/ 0 h 2"/>
                <a:gd name="T92" fmla="*/ 6 w 6"/>
                <a:gd name="T93" fmla="*/ 0 h 2"/>
                <a:gd name="T94" fmla="*/ 6 w 6"/>
                <a:gd name="T95" fmla="*/ 0 h 2"/>
                <a:gd name="T96" fmla="*/ 6 w 6"/>
                <a:gd name="T97" fmla="*/ 0 h 2"/>
                <a:gd name="T98" fmla="*/ 6 w 6"/>
                <a:gd name="T9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9" name="Freeform 749"/>
            <p:cNvSpPr/>
            <p:nvPr/>
          </p:nvSpPr>
          <p:spPr bwMode="auto">
            <a:xfrm>
              <a:off x="1069975" y="4705351"/>
              <a:ext cx="11113" cy="9525"/>
            </a:xfrm>
            <a:custGeom>
              <a:avLst/>
              <a:gdLst>
                <a:gd name="T0" fmla="*/ 0 w 7"/>
                <a:gd name="T1" fmla="*/ 0 h 6"/>
                <a:gd name="T2" fmla="*/ 0 w 7"/>
                <a:gd name="T3" fmla="*/ 1 h 6"/>
                <a:gd name="T4" fmla="*/ 0 w 7"/>
                <a:gd name="T5" fmla="*/ 1 h 6"/>
                <a:gd name="T6" fmla="*/ 0 w 7"/>
                <a:gd name="T7" fmla="*/ 2 h 6"/>
                <a:gd name="T8" fmla="*/ 1 w 7"/>
                <a:gd name="T9" fmla="*/ 2 h 6"/>
                <a:gd name="T10" fmla="*/ 1 w 7"/>
                <a:gd name="T11" fmla="*/ 2 h 6"/>
                <a:gd name="T12" fmla="*/ 1 w 7"/>
                <a:gd name="T13" fmla="*/ 2 h 6"/>
                <a:gd name="T14" fmla="*/ 1 w 7"/>
                <a:gd name="T15" fmla="*/ 2 h 6"/>
                <a:gd name="T16" fmla="*/ 1 w 7"/>
                <a:gd name="T17" fmla="*/ 2 h 6"/>
                <a:gd name="T18" fmla="*/ 1 w 7"/>
                <a:gd name="T19" fmla="*/ 2 h 6"/>
                <a:gd name="T20" fmla="*/ 2 w 7"/>
                <a:gd name="T21" fmla="*/ 2 h 6"/>
                <a:gd name="T22" fmla="*/ 2 w 7"/>
                <a:gd name="T23" fmla="*/ 3 h 6"/>
                <a:gd name="T24" fmla="*/ 2 w 7"/>
                <a:gd name="T25" fmla="*/ 2 h 6"/>
                <a:gd name="T26" fmla="*/ 2 w 7"/>
                <a:gd name="T27" fmla="*/ 2 h 6"/>
                <a:gd name="T28" fmla="*/ 2 w 7"/>
                <a:gd name="T29" fmla="*/ 3 h 6"/>
                <a:gd name="T30" fmla="*/ 2 w 7"/>
                <a:gd name="T31" fmla="*/ 3 h 6"/>
                <a:gd name="T32" fmla="*/ 2 w 7"/>
                <a:gd name="T33" fmla="*/ 3 h 6"/>
                <a:gd name="T34" fmla="*/ 2 w 7"/>
                <a:gd name="T35" fmla="*/ 2 h 6"/>
                <a:gd name="T36" fmla="*/ 2 w 7"/>
                <a:gd name="T37" fmla="*/ 2 h 6"/>
                <a:gd name="T38" fmla="*/ 2 w 7"/>
                <a:gd name="T39" fmla="*/ 2 h 6"/>
                <a:gd name="T40" fmla="*/ 3 w 7"/>
                <a:gd name="T41" fmla="*/ 2 h 6"/>
                <a:gd name="T42" fmla="*/ 3 w 7"/>
                <a:gd name="T43" fmla="*/ 3 h 6"/>
                <a:gd name="T44" fmla="*/ 3 w 7"/>
                <a:gd name="T45" fmla="*/ 3 h 6"/>
                <a:gd name="T46" fmla="*/ 3 w 7"/>
                <a:gd name="T47" fmla="*/ 3 h 6"/>
                <a:gd name="T48" fmla="*/ 3 w 7"/>
                <a:gd name="T49" fmla="*/ 4 h 6"/>
                <a:gd name="T50" fmla="*/ 3 w 7"/>
                <a:gd name="T51" fmla="*/ 4 h 6"/>
                <a:gd name="T52" fmla="*/ 4 w 7"/>
                <a:gd name="T53" fmla="*/ 4 h 6"/>
                <a:gd name="T54" fmla="*/ 4 w 7"/>
                <a:gd name="T55" fmla="*/ 4 h 6"/>
                <a:gd name="T56" fmla="*/ 4 w 7"/>
                <a:gd name="T57" fmla="*/ 5 h 6"/>
                <a:gd name="T58" fmla="*/ 4 w 7"/>
                <a:gd name="T59" fmla="*/ 5 h 6"/>
                <a:gd name="T60" fmla="*/ 4 w 7"/>
                <a:gd name="T61" fmla="*/ 5 h 6"/>
                <a:gd name="T62" fmla="*/ 4 w 7"/>
                <a:gd name="T63" fmla="*/ 5 h 6"/>
                <a:gd name="T64" fmla="*/ 4 w 7"/>
                <a:gd name="T65" fmla="*/ 6 h 6"/>
                <a:gd name="T66" fmla="*/ 4 w 7"/>
                <a:gd name="T67" fmla="*/ 6 h 6"/>
                <a:gd name="T68" fmla="*/ 4 w 7"/>
                <a:gd name="T69" fmla="*/ 6 h 6"/>
                <a:gd name="T70" fmla="*/ 5 w 7"/>
                <a:gd name="T71" fmla="*/ 6 h 6"/>
                <a:gd name="T72" fmla="*/ 5 w 7"/>
                <a:gd name="T73" fmla="*/ 6 h 6"/>
                <a:gd name="T74" fmla="*/ 5 w 7"/>
                <a:gd name="T75" fmla="*/ 6 h 6"/>
                <a:gd name="T76" fmla="*/ 5 w 7"/>
                <a:gd name="T77" fmla="*/ 6 h 6"/>
                <a:gd name="T78" fmla="*/ 5 w 7"/>
                <a:gd name="T79" fmla="*/ 5 h 6"/>
                <a:gd name="T80" fmla="*/ 5 w 7"/>
                <a:gd name="T81" fmla="*/ 5 h 6"/>
                <a:gd name="T82" fmla="*/ 5 w 7"/>
                <a:gd name="T83" fmla="*/ 6 h 6"/>
                <a:gd name="T84" fmla="*/ 5 w 7"/>
                <a:gd name="T85" fmla="*/ 6 h 6"/>
                <a:gd name="T86" fmla="*/ 5 w 7"/>
                <a:gd name="T87" fmla="*/ 6 h 6"/>
                <a:gd name="T88" fmla="*/ 6 w 7"/>
                <a:gd name="T89" fmla="*/ 6 h 6"/>
                <a:gd name="T90" fmla="*/ 6 w 7"/>
                <a:gd name="T91" fmla="*/ 6 h 6"/>
                <a:gd name="T92" fmla="*/ 6 w 7"/>
                <a:gd name="T93" fmla="*/ 6 h 6"/>
                <a:gd name="T94" fmla="*/ 6 w 7"/>
                <a:gd name="T95" fmla="*/ 6 h 6"/>
                <a:gd name="T96" fmla="*/ 6 w 7"/>
                <a:gd name="T97" fmla="*/ 6 h 6"/>
                <a:gd name="T98" fmla="*/ 6 w 7"/>
                <a:gd name="T99" fmla="*/ 5 h 6"/>
                <a:gd name="T100" fmla="*/ 7 w 7"/>
                <a:gd name="T101" fmla="*/ 5 h 6"/>
                <a:gd name="T102" fmla="*/ 7 w 7"/>
                <a:gd name="T103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5"/>
                  </a:lnTo>
                  <a:lnTo>
                    <a:pt x="7" y="5"/>
                  </a:lnTo>
                  <a:lnTo>
                    <a:pt x="7" y="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0" name="Freeform 750"/>
            <p:cNvSpPr/>
            <p:nvPr/>
          </p:nvSpPr>
          <p:spPr bwMode="auto">
            <a:xfrm>
              <a:off x="1081088" y="4713289"/>
              <a:ext cx="9525" cy="6350"/>
            </a:xfrm>
            <a:custGeom>
              <a:avLst/>
              <a:gdLst>
                <a:gd name="T0" fmla="*/ 0 w 6"/>
                <a:gd name="T1" fmla="*/ 0 h 4"/>
                <a:gd name="T2" fmla="*/ 0 w 6"/>
                <a:gd name="T3" fmla="*/ 0 h 4"/>
                <a:gd name="T4" fmla="*/ 0 w 6"/>
                <a:gd name="T5" fmla="*/ 1 h 4"/>
                <a:gd name="T6" fmla="*/ 0 w 6"/>
                <a:gd name="T7" fmla="*/ 1 h 4"/>
                <a:gd name="T8" fmla="*/ 0 w 6"/>
                <a:gd name="T9" fmla="*/ 2 h 4"/>
                <a:gd name="T10" fmla="*/ 0 w 6"/>
                <a:gd name="T11" fmla="*/ 2 h 4"/>
                <a:gd name="T12" fmla="*/ 0 w 6"/>
                <a:gd name="T13" fmla="*/ 4 h 4"/>
                <a:gd name="T14" fmla="*/ 0 w 6"/>
                <a:gd name="T15" fmla="*/ 4 h 4"/>
                <a:gd name="T16" fmla="*/ 0 w 6"/>
                <a:gd name="T17" fmla="*/ 3 h 4"/>
                <a:gd name="T18" fmla="*/ 1 w 6"/>
                <a:gd name="T19" fmla="*/ 2 h 4"/>
                <a:gd name="T20" fmla="*/ 1 w 6"/>
                <a:gd name="T21" fmla="*/ 1 h 4"/>
                <a:gd name="T22" fmla="*/ 1 w 6"/>
                <a:gd name="T23" fmla="*/ 0 h 4"/>
                <a:gd name="T24" fmla="*/ 1 w 6"/>
                <a:gd name="T25" fmla="*/ 1 h 4"/>
                <a:gd name="T26" fmla="*/ 1 w 6"/>
                <a:gd name="T27" fmla="*/ 1 h 4"/>
                <a:gd name="T28" fmla="*/ 1 w 6"/>
                <a:gd name="T29" fmla="*/ 1 h 4"/>
                <a:gd name="T30" fmla="*/ 2 w 6"/>
                <a:gd name="T31" fmla="*/ 0 h 4"/>
                <a:gd name="T32" fmla="*/ 2 w 6"/>
                <a:gd name="T33" fmla="*/ 0 h 4"/>
                <a:gd name="T34" fmla="*/ 2 w 6"/>
                <a:gd name="T35" fmla="*/ 0 h 4"/>
                <a:gd name="T36" fmla="*/ 2 w 6"/>
                <a:gd name="T37" fmla="*/ 0 h 4"/>
                <a:gd name="T38" fmla="*/ 2 w 6"/>
                <a:gd name="T39" fmla="*/ 0 h 4"/>
                <a:gd name="T40" fmla="*/ 2 w 6"/>
                <a:gd name="T41" fmla="*/ 0 h 4"/>
                <a:gd name="T42" fmla="*/ 2 w 6"/>
                <a:gd name="T43" fmla="*/ 1 h 4"/>
                <a:gd name="T44" fmla="*/ 2 w 6"/>
                <a:gd name="T45" fmla="*/ 1 h 4"/>
                <a:gd name="T46" fmla="*/ 2 w 6"/>
                <a:gd name="T47" fmla="*/ 1 h 4"/>
                <a:gd name="T48" fmla="*/ 3 w 6"/>
                <a:gd name="T49" fmla="*/ 1 h 4"/>
                <a:gd name="T50" fmla="*/ 3 w 6"/>
                <a:gd name="T51" fmla="*/ 0 h 4"/>
                <a:gd name="T52" fmla="*/ 3 w 6"/>
                <a:gd name="T53" fmla="*/ 0 h 4"/>
                <a:gd name="T54" fmla="*/ 3 w 6"/>
                <a:gd name="T55" fmla="*/ 1 h 4"/>
                <a:gd name="T56" fmla="*/ 3 w 6"/>
                <a:gd name="T57" fmla="*/ 2 h 4"/>
                <a:gd name="T58" fmla="*/ 3 w 6"/>
                <a:gd name="T59" fmla="*/ 3 h 4"/>
                <a:gd name="T60" fmla="*/ 3 w 6"/>
                <a:gd name="T61" fmla="*/ 3 h 4"/>
                <a:gd name="T62" fmla="*/ 3 w 6"/>
                <a:gd name="T63" fmla="*/ 2 h 4"/>
                <a:gd name="T64" fmla="*/ 3 w 6"/>
                <a:gd name="T65" fmla="*/ 2 h 4"/>
                <a:gd name="T66" fmla="*/ 3 w 6"/>
                <a:gd name="T67" fmla="*/ 1 h 4"/>
                <a:gd name="T68" fmla="*/ 4 w 6"/>
                <a:gd name="T69" fmla="*/ 2 h 4"/>
                <a:gd name="T70" fmla="*/ 4 w 6"/>
                <a:gd name="T71" fmla="*/ 2 h 4"/>
                <a:gd name="T72" fmla="*/ 4 w 6"/>
                <a:gd name="T73" fmla="*/ 1 h 4"/>
                <a:gd name="T74" fmla="*/ 4 w 6"/>
                <a:gd name="T75" fmla="*/ 1 h 4"/>
                <a:gd name="T76" fmla="*/ 4 w 6"/>
                <a:gd name="T77" fmla="*/ 1 h 4"/>
                <a:gd name="T78" fmla="*/ 4 w 6"/>
                <a:gd name="T79" fmla="*/ 0 h 4"/>
                <a:gd name="T80" fmla="*/ 5 w 6"/>
                <a:gd name="T81" fmla="*/ 0 h 4"/>
                <a:gd name="T82" fmla="*/ 5 w 6"/>
                <a:gd name="T83" fmla="*/ 1 h 4"/>
                <a:gd name="T84" fmla="*/ 5 w 6"/>
                <a:gd name="T85" fmla="*/ 1 h 4"/>
                <a:gd name="T86" fmla="*/ 5 w 6"/>
                <a:gd name="T87" fmla="*/ 1 h 4"/>
                <a:gd name="T88" fmla="*/ 5 w 6"/>
                <a:gd name="T89" fmla="*/ 2 h 4"/>
                <a:gd name="T90" fmla="*/ 5 w 6"/>
                <a:gd name="T91" fmla="*/ 2 h 4"/>
                <a:gd name="T92" fmla="*/ 5 w 6"/>
                <a:gd name="T93" fmla="*/ 2 h 4"/>
                <a:gd name="T94" fmla="*/ 5 w 6"/>
                <a:gd name="T95" fmla="*/ 2 h 4"/>
                <a:gd name="T96" fmla="*/ 5 w 6"/>
                <a:gd name="T97" fmla="*/ 2 h 4"/>
                <a:gd name="T98" fmla="*/ 6 w 6"/>
                <a:gd name="T99" fmla="*/ 2 h 4"/>
                <a:gd name="T100" fmla="*/ 6 w 6"/>
                <a:gd name="T101" fmla="*/ 2 h 4"/>
                <a:gd name="T102" fmla="*/ 6 w 6"/>
                <a:gd name="T10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1" name="Freeform 751"/>
            <p:cNvSpPr/>
            <p:nvPr/>
          </p:nvSpPr>
          <p:spPr bwMode="auto">
            <a:xfrm>
              <a:off x="1090613" y="4710114"/>
              <a:ext cx="9525" cy="7938"/>
            </a:xfrm>
            <a:custGeom>
              <a:avLst/>
              <a:gdLst>
                <a:gd name="T0" fmla="*/ 0 w 6"/>
                <a:gd name="T1" fmla="*/ 4 h 5"/>
                <a:gd name="T2" fmla="*/ 0 w 6"/>
                <a:gd name="T3" fmla="*/ 4 h 5"/>
                <a:gd name="T4" fmla="*/ 0 w 6"/>
                <a:gd name="T5" fmla="*/ 5 h 5"/>
                <a:gd name="T6" fmla="*/ 0 w 6"/>
                <a:gd name="T7" fmla="*/ 5 h 5"/>
                <a:gd name="T8" fmla="*/ 0 w 6"/>
                <a:gd name="T9" fmla="*/ 5 h 5"/>
                <a:gd name="T10" fmla="*/ 1 w 6"/>
                <a:gd name="T11" fmla="*/ 4 h 5"/>
                <a:gd name="T12" fmla="*/ 1 w 6"/>
                <a:gd name="T13" fmla="*/ 4 h 5"/>
                <a:gd name="T14" fmla="*/ 1 w 6"/>
                <a:gd name="T15" fmla="*/ 3 h 5"/>
                <a:gd name="T16" fmla="*/ 1 w 6"/>
                <a:gd name="T17" fmla="*/ 3 h 5"/>
                <a:gd name="T18" fmla="*/ 1 w 6"/>
                <a:gd name="T19" fmla="*/ 4 h 5"/>
                <a:gd name="T20" fmla="*/ 1 w 6"/>
                <a:gd name="T21" fmla="*/ 4 h 5"/>
                <a:gd name="T22" fmla="*/ 1 w 6"/>
                <a:gd name="T23" fmla="*/ 4 h 5"/>
                <a:gd name="T24" fmla="*/ 1 w 6"/>
                <a:gd name="T25" fmla="*/ 3 h 5"/>
                <a:gd name="T26" fmla="*/ 1 w 6"/>
                <a:gd name="T27" fmla="*/ 2 h 5"/>
                <a:gd name="T28" fmla="*/ 2 w 6"/>
                <a:gd name="T29" fmla="*/ 2 h 5"/>
                <a:gd name="T30" fmla="*/ 2 w 6"/>
                <a:gd name="T31" fmla="*/ 3 h 5"/>
                <a:gd name="T32" fmla="*/ 2 w 6"/>
                <a:gd name="T33" fmla="*/ 3 h 5"/>
                <a:gd name="T34" fmla="*/ 2 w 6"/>
                <a:gd name="T35" fmla="*/ 3 h 5"/>
                <a:gd name="T36" fmla="*/ 2 w 6"/>
                <a:gd name="T37" fmla="*/ 2 h 5"/>
                <a:gd name="T38" fmla="*/ 2 w 6"/>
                <a:gd name="T39" fmla="*/ 2 h 5"/>
                <a:gd name="T40" fmla="*/ 2 w 6"/>
                <a:gd name="T41" fmla="*/ 3 h 5"/>
                <a:gd name="T42" fmla="*/ 2 w 6"/>
                <a:gd name="T43" fmla="*/ 3 h 5"/>
                <a:gd name="T44" fmla="*/ 2 w 6"/>
                <a:gd name="T45" fmla="*/ 3 h 5"/>
                <a:gd name="T46" fmla="*/ 3 w 6"/>
                <a:gd name="T47" fmla="*/ 2 h 5"/>
                <a:gd name="T48" fmla="*/ 3 w 6"/>
                <a:gd name="T49" fmla="*/ 2 h 5"/>
                <a:gd name="T50" fmla="*/ 3 w 6"/>
                <a:gd name="T51" fmla="*/ 2 h 5"/>
                <a:gd name="T52" fmla="*/ 3 w 6"/>
                <a:gd name="T53" fmla="*/ 2 h 5"/>
                <a:gd name="T54" fmla="*/ 3 w 6"/>
                <a:gd name="T55" fmla="*/ 2 h 5"/>
                <a:gd name="T56" fmla="*/ 3 w 6"/>
                <a:gd name="T57" fmla="*/ 2 h 5"/>
                <a:gd name="T58" fmla="*/ 4 w 6"/>
                <a:gd name="T59" fmla="*/ 2 h 5"/>
                <a:gd name="T60" fmla="*/ 4 w 6"/>
                <a:gd name="T61" fmla="*/ 1 h 5"/>
                <a:gd name="T62" fmla="*/ 4 w 6"/>
                <a:gd name="T63" fmla="*/ 2 h 5"/>
                <a:gd name="T64" fmla="*/ 4 w 6"/>
                <a:gd name="T65" fmla="*/ 2 h 5"/>
                <a:gd name="T66" fmla="*/ 4 w 6"/>
                <a:gd name="T67" fmla="*/ 2 h 5"/>
                <a:gd name="T68" fmla="*/ 4 w 6"/>
                <a:gd name="T69" fmla="*/ 1 h 5"/>
                <a:gd name="T70" fmla="*/ 4 w 6"/>
                <a:gd name="T71" fmla="*/ 1 h 5"/>
                <a:gd name="T72" fmla="*/ 4 w 6"/>
                <a:gd name="T73" fmla="*/ 1 h 5"/>
                <a:gd name="T74" fmla="*/ 4 w 6"/>
                <a:gd name="T75" fmla="*/ 1 h 5"/>
                <a:gd name="T76" fmla="*/ 5 w 6"/>
                <a:gd name="T77" fmla="*/ 0 h 5"/>
                <a:gd name="T78" fmla="*/ 5 w 6"/>
                <a:gd name="T79" fmla="*/ 1 h 5"/>
                <a:gd name="T80" fmla="*/ 5 w 6"/>
                <a:gd name="T81" fmla="*/ 1 h 5"/>
                <a:gd name="T82" fmla="*/ 5 w 6"/>
                <a:gd name="T83" fmla="*/ 2 h 5"/>
                <a:gd name="T84" fmla="*/ 5 w 6"/>
                <a:gd name="T85" fmla="*/ 1 h 5"/>
                <a:gd name="T86" fmla="*/ 5 w 6"/>
                <a:gd name="T87" fmla="*/ 1 h 5"/>
                <a:gd name="T88" fmla="*/ 6 w 6"/>
                <a:gd name="T89" fmla="*/ 1 h 5"/>
                <a:gd name="T90" fmla="*/ 6 w 6"/>
                <a:gd name="T91" fmla="*/ 2 h 5"/>
                <a:gd name="T92" fmla="*/ 6 w 6"/>
                <a:gd name="T93" fmla="*/ 2 h 5"/>
                <a:gd name="T94" fmla="*/ 6 w 6"/>
                <a:gd name="T95" fmla="*/ 2 h 5"/>
                <a:gd name="T96" fmla="*/ 6 w 6"/>
                <a:gd name="T97" fmla="*/ 2 h 5"/>
                <a:gd name="T98" fmla="*/ 6 w 6"/>
                <a:gd name="T99" fmla="*/ 3 h 5"/>
                <a:gd name="T100" fmla="*/ 6 w 6"/>
                <a:gd name="T101" fmla="*/ 4 h 5"/>
                <a:gd name="T102" fmla="*/ 6 w 6"/>
                <a:gd name="T10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">
                  <a:moveTo>
                    <a:pt x="0" y="4"/>
                  </a:move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0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2" name="Freeform 752"/>
            <p:cNvSpPr/>
            <p:nvPr/>
          </p:nvSpPr>
          <p:spPr bwMode="auto">
            <a:xfrm>
              <a:off x="1100138" y="4713289"/>
              <a:ext cx="9525" cy="6350"/>
            </a:xfrm>
            <a:custGeom>
              <a:avLst/>
              <a:gdLst>
                <a:gd name="T0" fmla="*/ 0 w 6"/>
                <a:gd name="T1" fmla="*/ 2 h 4"/>
                <a:gd name="T2" fmla="*/ 0 w 6"/>
                <a:gd name="T3" fmla="*/ 2 h 4"/>
                <a:gd name="T4" fmla="*/ 0 w 6"/>
                <a:gd name="T5" fmla="*/ 2 h 4"/>
                <a:gd name="T6" fmla="*/ 0 w 6"/>
                <a:gd name="T7" fmla="*/ 3 h 4"/>
                <a:gd name="T8" fmla="*/ 1 w 6"/>
                <a:gd name="T9" fmla="*/ 4 h 4"/>
                <a:gd name="T10" fmla="*/ 1 w 6"/>
                <a:gd name="T11" fmla="*/ 4 h 4"/>
                <a:gd name="T12" fmla="*/ 1 w 6"/>
                <a:gd name="T13" fmla="*/ 4 h 4"/>
                <a:gd name="T14" fmla="*/ 1 w 6"/>
                <a:gd name="T15" fmla="*/ 4 h 4"/>
                <a:gd name="T16" fmla="*/ 1 w 6"/>
                <a:gd name="T17" fmla="*/ 3 h 4"/>
                <a:gd name="T18" fmla="*/ 1 w 6"/>
                <a:gd name="T19" fmla="*/ 3 h 4"/>
                <a:gd name="T20" fmla="*/ 1 w 6"/>
                <a:gd name="T21" fmla="*/ 2 h 4"/>
                <a:gd name="T22" fmla="*/ 1 w 6"/>
                <a:gd name="T23" fmla="*/ 2 h 4"/>
                <a:gd name="T24" fmla="*/ 1 w 6"/>
                <a:gd name="T25" fmla="*/ 1 h 4"/>
                <a:gd name="T26" fmla="*/ 2 w 6"/>
                <a:gd name="T27" fmla="*/ 0 h 4"/>
                <a:gd name="T28" fmla="*/ 2 w 6"/>
                <a:gd name="T29" fmla="*/ 0 h 4"/>
                <a:gd name="T30" fmla="*/ 2 w 6"/>
                <a:gd name="T31" fmla="*/ 0 h 4"/>
                <a:gd name="T32" fmla="*/ 2 w 6"/>
                <a:gd name="T33" fmla="*/ 0 h 4"/>
                <a:gd name="T34" fmla="*/ 2 w 6"/>
                <a:gd name="T35" fmla="*/ 0 h 4"/>
                <a:gd name="T36" fmla="*/ 2 w 6"/>
                <a:gd name="T37" fmla="*/ 0 h 4"/>
                <a:gd name="T38" fmla="*/ 3 w 6"/>
                <a:gd name="T39" fmla="*/ 0 h 4"/>
                <a:gd name="T40" fmla="*/ 3 w 6"/>
                <a:gd name="T41" fmla="*/ 0 h 4"/>
                <a:gd name="T42" fmla="*/ 3 w 6"/>
                <a:gd name="T43" fmla="*/ 1 h 4"/>
                <a:gd name="T44" fmla="*/ 3 w 6"/>
                <a:gd name="T45" fmla="*/ 1 h 4"/>
                <a:gd name="T46" fmla="*/ 3 w 6"/>
                <a:gd name="T47" fmla="*/ 1 h 4"/>
                <a:gd name="T48" fmla="*/ 3 w 6"/>
                <a:gd name="T49" fmla="*/ 1 h 4"/>
                <a:gd name="T50" fmla="*/ 3 w 6"/>
                <a:gd name="T51" fmla="*/ 2 h 4"/>
                <a:gd name="T52" fmla="*/ 3 w 6"/>
                <a:gd name="T53" fmla="*/ 2 h 4"/>
                <a:gd name="T54" fmla="*/ 3 w 6"/>
                <a:gd name="T55" fmla="*/ 3 h 4"/>
                <a:gd name="T56" fmla="*/ 4 w 6"/>
                <a:gd name="T57" fmla="*/ 3 h 4"/>
                <a:gd name="T58" fmla="*/ 4 w 6"/>
                <a:gd name="T59" fmla="*/ 3 h 4"/>
                <a:gd name="T60" fmla="*/ 4 w 6"/>
                <a:gd name="T61" fmla="*/ 3 h 4"/>
                <a:gd name="T62" fmla="*/ 4 w 6"/>
                <a:gd name="T63" fmla="*/ 3 h 4"/>
                <a:gd name="T64" fmla="*/ 4 w 6"/>
                <a:gd name="T65" fmla="*/ 3 h 4"/>
                <a:gd name="T66" fmla="*/ 4 w 6"/>
                <a:gd name="T67" fmla="*/ 3 h 4"/>
                <a:gd name="T68" fmla="*/ 5 w 6"/>
                <a:gd name="T69" fmla="*/ 2 h 4"/>
                <a:gd name="T70" fmla="*/ 5 w 6"/>
                <a:gd name="T71" fmla="*/ 2 h 4"/>
                <a:gd name="T72" fmla="*/ 5 w 6"/>
                <a:gd name="T73" fmla="*/ 3 h 4"/>
                <a:gd name="T74" fmla="*/ 5 w 6"/>
                <a:gd name="T75" fmla="*/ 3 h 4"/>
                <a:gd name="T76" fmla="*/ 5 w 6"/>
                <a:gd name="T77" fmla="*/ 3 h 4"/>
                <a:gd name="T78" fmla="*/ 5 w 6"/>
                <a:gd name="T79" fmla="*/ 3 h 4"/>
                <a:gd name="T80" fmla="*/ 5 w 6"/>
                <a:gd name="T81" fmla="*/ 3 h 4"/>
                <a:gd name="T82" fmla="*/ 5 w 6"/>
                <a:gd name="T83" fmla="*/ 4 h 4"/>
                <a:gd name="T84" fmla="*/ 5 w 6"/>
                <a:gd name="T85" fmla="*/ 4 h 4"/>
                <a:gd name="T86" fmla="*/ 6 w 6"/>
                <a:gd name="T87" fmla="*/ 3 h 4"/>
                <a:gd name="T88" fmla="*/ 6 w 6"/>
                <a:gd name="T89" fmla="*/ 3 h 4"/>
                <a:gd name="T90" fmla="*/ 6 w 6"/>
                <a:gd name="T91" fmla="*/ 3 h 4"/>
                <a:gd name="T92" fmla="*/ 6 w 6"/>
                <a:gd name="T93" fmla="*/ 3 h 4"/>
                <a:gd name="T94" fmla="*/ 6 w 6"/>
                <a:gd name="T95" fmla="*/ 3 h 4"/>
                <a:gd name="T96" fmla="*/ 6 w 6"/>
                <a:gd name="T97" fmla="*/ 3 h 4"/>
                <a:gd name="T98" fmla="*/ 6 w 6"/>
                <a:gd name="T99" fmla="*/ 2 h 4"/>
                <a:gd name="T100" fmla="*/ 6 w 6"/>
                <a:gd name="T101" fmla="*/ 2 h 4"/>
                <a:gd name="T102" fmla="*/ 6 w 6"/>
                <a:gd name="T103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4"/>
                  </a:lnTo>
                  <a:lnTo>
                    <a:pt x="5" y="4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3" name="Freeform 753"/>
            <p:cNvSpPr/>
            <p:nvPr/>
          </p:nvSpPr>
          <p:spPr bwMode="auto">
            <a:xfrm>
              <a:off x="1109663" y="4697414"/>
              <a:ext cx="11113" cy="19050"/>
            </a:xfrm>
            <a:custGeom>
              <a:avLst/>
              <a:gdLst>
                <a:gd name="T0" fmla="*/ 0 w 7"/>
                <a:gd name="T1" fmla="*/ 12 h 12"/>
                <a:gd name="T2" fmla="*/ 0 w 7"/>
                <a:gd name="T3" fmla="*/ 11 h 12"/>
                <a:gd name="T4" fmla="*/ 1 w 7"/>
                <a:gd name="T5" fmla="*/ 11 h 12"/>
                <a:gd name="T6" fmla="*/ 1 w 7"/>
                <a:gd name="T7" fmla="*/ 10 h 12"/>
                <a:gd name="T8" fmla="*/ 1 w 7"/>
                <a:gd name="T9" fmla="*/ 10 h 12"/>
                <a:gd name="T10" fmla="*/ 1 w 7"/>
                <a:gd name="T11" fmla="*/ 10 h 12"/>
                <a:gd name="T12" fmla="*/ 1 w 7"/>
                <a:gd name="T13" fmla="*/ 10 h 12"/>
                <a:gd name="T14" fmla="*/ 1 w 7"/>
                <a:gd name="T15" fmla="*/ 10 h 12"/>
                <a:gd name="T16" fmla="*/ 2 w 7"/>
                <a:gd name="T17" fmla="*/ 10 h 12"/>
                <a:gd name="T18" fmla="*/ 2 w 7"/>
                <a:gd name="T19" fmla="*/ 9 h 12"/>
                <a:gd name="T20" fmla="*/ 2 w 7"/>
                <a:gd name="T21" fmla="*/ 9 h 12"/>
                <a:gd name="T22" fmla="*/ 2 w 7"/>
                <a:gd name="T23" fmla="*/ 8 h 12"/>
                <a:gd name="T24" fmla="*/ 2 w 7"/>
                <a:gd name="T25" fmla="*/ 7 h 12"/>
                <a:gd name="T26" fmla="*/ 2 w 7"/>
                <a:gd name="T27" fmla="*/ 6 h 12"/>
                <a:gd name="T28" fmla="*/ 2 w 7"/>
                <a:gd name="T29" fmla="*/ 5 h 12"/>
                <a:gd name="T30" fmla="*/ 2 w 7"/>
                <a:gd name="T31" fmla="*/ 5 h 12"/>
                <a:gd name="T32" fmla="*/ 2 w 7"/>
                <a:gd name="T33" fmla="*/ 4 h 12"/>
                <a:gd name="T34" fmla="*/ 2 w 7"/>
                <a:gd name="T35" fmla="*/ 4 h 12"/>
                <a:gd name="T36" fmla="*/ 3 w 7"/>
                <a:gd name="T37" fmla="*/ 4 h 12"/>
                <a:gd name="T38" fmla="*/ 3 w 7"/>
                <a:gd name="T39" fmla="*/ 3 h 12"/>
                <a:gd name="T40" fmla="*/ 3 w 7"/>
                <a:gd name="T41" fmla="*/ 2 h 12"/>
                <a:gd name="T42" fmla="*/ 3 w 7"/>
                <a:gd name="T43" fmla="*/ 2 h 12"/>
                <a:gd name="T44" fmla="*/ 3 w 7"/>
                <a:gd name="T45" fmla="*/ 2 h 12"/>
                <a:gd name="T46" fmla="*/ 3 w 7"/>
                <a:gd name="T47" fmla="*/ 1 h 12"/>
                <a:gd name="T48" fmla="*/ 4 w 7"/>
                <a:gd name="T49" fmla="*/ 1 h 12"/>
                <a:gd name="T50" fmla="*/ 4 w 7"/>
                <a:gd name="T51" fmla="*/ 1 h 12"/>
                <a:gd name="T52" fmla="*/ 4 w 7"/>
                <a:gd name="T53" fmla="*/ 0 h 12"/>
                <a:gd name="T54" fmla="*/ 4 w 7"/>
                <a:gd name="T55" fmla="*/ 0 h 12"/>
                <a:gd name="T56" fmla="*/ 4 w 7"/>
                <a:gd name="T57" fmla="*/ 0 h 12"/>
                <a:gd name="T58" fmla="*/ 4 w 7"/>
                <a:gd name="T59" fmla="*/ 0 h 12"/>
                <a:gd name="T60" fmla="*/ 4 w 7"/>
                <a:gd name="T61" fmla="*/ 0 h 12"/>
                <a:gd name="T62" fmla="*/ 4 w 7"/>
                <a:gd name="T63" fmla="*/ 0 h 12"/>
                <a:gd name="T64" fmla="*/ 4 w 7"/>
                <a:gd name="T65" fmla="*/ 0 h 12"/>
                <a:gd name="T66" fmla="*/ 5 w 7"/>
                <a:gd name="T67" fmla="*/ 0 h 12"/>
                <a:gd name="T68" fmla="*/ 5 w 7"/>
                <a:gd name="T69" fmla="*/ 0 h 12"/>
                <a:gd name="T70" fmla="*/ 5 w 7"/>
                <a:gd name="T71" fmla="*/ 1 h 12"/>
                <a:gd name="T72" fmla="*/ 5 w 7"/>
                <a:gd name="T73" fmla="*/ 1 h 12"/>
                <a:gd name="T74" fmla="*/ 5 w 7"/>
                <a:gd name="T75" fmla="*/ 1 h 12"/>
                <a:gd name="T76" fmla="*/ 5 w 7"/>
                <a:gd name="T77" fmla="*/ 2 h 12"/>
                <a:gd name="T78" fmla="*/ 5 w 7"/>
                <a:gd name="T79" fmla="*/ 3 h 12"/>
                <a:gd name="T80" fmla="*/ 5 w 7"/>
                <a:gd name="T81" fmla="*/ 3 h 12"/>
                <a:gd name="T82" fmla="*/ 5 w 7"/>
                <a:gd name="T83" fmla="*/ 3 h 12"/>
                <a:gd name="T84" fmla="*/ 6 w 7"/>
                <a:gd name="T85" fmla="*/ 3 h 12"/>
                <a:gd name="T86" fmla="*/ 6 w 7"/>
                <a:gd name="T87" fmla="*/ 3 h 12"/>
                <a:gd name="T88" fmla="*/ 6 w 7"/>
                <a:gd name="T89" fmla="*/ 3 h 12"/>
                <a:gd name="T90" fmla="*/ 6 w 7"/>
                <a:gd name="T91" fmla="*/ 3 h 12"/>
                <a:gd name="T92" fmla="*/ 6 w 7"/>
                <a:gd name="T93" fmla="*/ 3 h 12"/>
                <a:gd name="T94" fmla="*/ 6 w 7"/>
                <a:gd name="T95" fmla="*/ 3 h 12"/>
                <a:gd name="T96" fmla="*/ 7 w 7"/>
                <a:gd name="T97" fmla="*/ 3 h 12"/>
                <a:gd name="T98" fmla="*/ 7 w 7"/>
                <a:gd name="T99" fmla="*/ 3 h 12"/>
                <a:gd name="T100" fmla="*/ 7 w 7"/>
                <a:gd name="T101" fmla="*/ 3 h 12"/>
                <a:gd name="T102" fmla="*/ 7 w 7"/>
                <a:gd name="T103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2">
                  <a:moveTo>
                    <a:pt x="0" y="12"/>
                  </a:moveTo>
                  <a:lnTo>
                    <a:pt x="0" y="11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2" y="10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8"/>
                  </a:lnTo>
                  <a:lnTo>
                    <a:pt x="2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2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4" name="Freeform 754"/>
            <p:cNvSpPr/>
            <p:nvPr/>
          </p:nvSpPr>
          <p:spPr bwMode="auto">
            <a:xfrm>
              <a:off x="1120775" y="4702176"/>
              <a:ext cx="9525" cy="17463"/>
            </a:xfrm>
            <a:custGeom>
              <a:avLst/>
              <a:gdLst>
                <a:gd name="T0" fmla="*/ 0 w 6"/>
                <a:gd name="T1" fmla="*/ 0 h 11"/>
                <a:gd name="T2" fmla="*/ 0 w 6"/>
                <a:gd name="T3" fmla="*/ 1 h 11"/>
                <a:gd name="T4" fmla="*/ 0 w 6"/>
                <a:gd name="T5" fmla="*/ 2 h 11"/>
                <a:gd name="T6" fmla="*/ 0 w 6"/>
                <a:gd name="T7" fmla="*/ 3 h 11"/>
                <a:gd name="T8" fmla="*/ 0 w 6"/>
                <a:gd name="T9" fmla="*/ 4 h 11"/>
                <a:gd name="T10" fmla="*/ 0 w 6"/>
                <a:gd name="T11" fmla="*/ 5 h 11"/>
                <a:gd name="T12" fmla="*/ 0 w 6"/>
                <a:gd name="T13" fmla="*/ 6 h 11"/>
                <a:gd name="T14" fmla="*/ 1 w 6"/>
                <a:gd name="T15" fmla="*/ 7 h 11"/>
                <a:gd name="T16" fmla="*/ 1 w 6"/>
                <a:gd name="T17" fmla="*/ 7 h 11"/>
                <a:gd name="T18" fmla="*/ 1 w 6"/>
                <a:gd name="T19" fmla="*/ 7 h 11"/>
                <a:gd name="T20" fmla="*/ 1 w 6"/>
                <a:gd name="T21" fmla="*/ 7 h 11"/>
                <a:gd name="T22" fmla="*/ 1 w 6"/>
                <a:gd name="T23" fmla="*/ 7 h 11"/>
                <a:gd name="T24" fmla="*/ 1 w 6"/>
                <a:gd name="T25" fmla="*/ 6 h 11"/>
                <a:gd name="T26" fmla="*/ 2 w 6"/>
                <a:gd name="T27" fmla="*/ 6 h 11"/>
                <a:gd name="T28" fmla="*/ 2 w 6"/>
                <a:gd name="T29" fmla="*/ 6 h 11"/>
                <a:gd name="T30" fmla="*/ 2 w 6"/>
                <a:gd name="T31" fmla="*/ 7 h 11"/>
                <a:gd name="T32" fmla="*/ 2 w 6"/>
                <a:gd name="T33" fmla="*/ 7 h 11"/>
                <a:gd name="T34" fmla="*/ 2 w 6"/>
                <a:gd name="T35" fmla="*/ 8 h 11"/>
                <a:gd name="T36" fmla="*/ 2 w 6"/>
                <a:gd name="T37" fmla="*/ 9 h 11"/>
                <a:gd name="T38" fmla="*/ 2 w 6"/>
                <a:gd name="T39" fmla="*/ 10 h 11"/>
                <a:gd name="T40" fmla="*/ 2 w 6"/>
                <a:gd name="T41" fmla="*/ 11 h 11"/>
                <a:gd name="T42" fmla="*/ 2 w 6"/>
                <a:gd name="T43" fmla="*/ 11 h 11"/>
                <a:gd name="T44" fmla="*/ 3 w 6"/>
                <a:gd name="T45" fmla="*/ 11 h 11"/>
                <a:gd name="T46" fmla="*/ 3 w 6"/>
                <a:gd name="T47" fmla="*/ 11 h 11"/>
                <a:gd name="T48" fmla="*/ 3 w 6"/>
                <a:gd name="T49" fmla="*/ 10 h 11"/>
                <a:gd name="T50" fmla="*/ 3 w 6"/>
                <a:gd name="T51" fmla="*/ 9 h 11"/>
                <a:gd name="T52" fmla="*/ 3 w 6"/>
                <a:gd name="T53" fmla="*/ 9 h 11"/>
                <a:gd name="T54" fmla="*/ 3 w 6"/>
                <a:gd name="T55" fmla="*/ 7 h 11"/>
                <a:gd name="T56" fmla="*/ 3 w 6"/>
                <a:gd name="T57" fmla="*/ 6 h 11"/>
                <a:gd name="T58" fmla="*/ 3 w 6"/>
                <a:gd name="T59" fmla="*/ 6 h 11"/>
                <a:gd name="T60" fmla="*/ 3 w 6"/>
                <a:gd name="T61" fmla="*/ 5 h 11"/>
                <a:gd name="T62" fmla="*/ 3 w 6"/>
                <a:gd name="T63" fmla="*/ 4 h 11"/>
                <a:gd name="T64" fmla="*/ 4 w 6"/>
                <a:gd name="T65" fmla="*/ 2 h 11"/>
                <a:gd name="T66" fmla="*/ 4 w 6"/>
                <a:gd name="T67" fmla="*/ 2 h 11"/>
                <a:gd name="T68" fmla="*/ 4 w 6"/>
                <a:gd name="T69" fmla="*/ 2 h 11"/>
                <a:gd name="T70" fmla="*/ 4 w 6"/>
                <a:gd name="T71" fmla="*/ 2 h 11"/>
                <a:gd name="T72" fmla="*/ 4 w 6"/>
                <a:gd name="T73" fmla="*/ 2 h 11"/>
                <a:gd name="T74" fmla="*/ 4 w 6"/>
                <a:gd name="T75" fmla="*/ 2 h 11"/>
                <a:gd name="T76" fmla="*/ 5 w 6"/>
                <a:gd name="T77" fmla="*/ 2 h 11"/>
                <a:gd name="T78" fmla="*/ 5 w 6"/>
                <a:gd name="T79" fmla="*/ 3 h 11"/>
                <a:gd name="T80" fmla="*/ 5 w 6"/>
                <a:gd name="T81" fmla="*/ 3 h 11"/>
                <a:gd name="T82" fmla="*/ 5 w 6"/>
                <a:gd name="T83" fmla="*/ 4 h 11"/>
                <a:gd name="T84" fmla="*/ 5 w 6"/>
                <a:gd name="T85" fmla="*/ 4 h 11"/>
                <a:gd name="T86" fmla="*/ 5 w 6"/>
                <a:gd name="T87" fmla="*/ 4 h 11"/>
                <a:gd name="T88" fmla="*/ 5 w 6"/>
                <a:gd name="T89" fmla="*/ 5 h 11"/>
                <a:gd name="T90" fmla="*/ 5 w 6"/>
                <a:gd name="T91" fmla="*/ 6 h 11"/>
                <a:gd name="T92" fmla="*/ 5 w 6"/>
                <a:gd name="T93" fmla="*/ 6 h 11"/>
                <a:gd name="T94" fmla="*/ 6 w 6"/>
                <a:gd name="T95" fmla="*/ 7 h 11"/>
                <a:gd name="T96" fmla="*/ 6 w 6"/>
                <a:gd name="T97" fmla="*/ 8 h 11"/>
                <a:gd name="T98" fmla="*/ 6 w 6"/>
                <a:gd name="T99" fmla="*/ 9 h 11"/>
                <a:gd name="T100" fmla="*/ 6 w 6"/>
                <a:gd name="T101" fmla="*/ 9 h 11"/>
                <a:gd name="T102" fmla="*/ 6 w 6"/>
                <a:gd name="T103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7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5"/>
                  </a:lnTo>
                  <a:lnTo>
                    <a:pt x="3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5"/>
                  </a:lnTo>
                  <a:lnTo>
                    <a:pt x="5" y="6"/>
                  </a:lnTo>
                  <a:lnTo>
                    <a:pt x="5" y="6"/>
                  </a:lnTo>
                  <a:lnTo>
                    <a:pt x="6" y="7"/>
                  </a:lnTo>
                  <a:lnTo>
                    <a:pt x="6" y="8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5" name="Freeform 755"/>
            <p:cNvSpPr/>
            <p:nvPr/>
          </p:nvSpPr>
          <p:spPr bwMode="auto">
            <a:xfrm>
              <a:off x="1130300" y="4710114"/>
              <a:ext cx="9525" cy="23813"/>
            </a:xfrm>
            <a:custGeom>
              <a:avLst/>
              <a:gdLst>
                <a:gd name="T0" fmla="*/ 0 w 6"/>
                <a:gd name="T1" fmla="*/ 4 h 15"/>
                <a:gd name="T2" fmla="*/ 0 w 6"/>
                <a:gd name="T3" fmla="*/ 4 h 15"/>
                <a:gd name="T4" fmla="*/ 0 w 6"/>
                <a:gd name="T5" fmla="*/ 5 h 15"/>
                <a:gd name="T6" fmla="*/ 1 w 6"/>
                <a:gd name="T7" fmla="*/ 6 h 15"/>
                <a:gd name="T8" fmla="*/ 1 w 6"/>
                <a:gd name="T9" fmla="*/ 7 h 15"/>
                <a:gd name="T10" fmla="*/ 1 w 6"/>
                <a:gd name="T11" fmla="*/ 8 h 15"/>
                <a:gd name="T12" fmla="*/ 1 w 6"/>
                <a:gd name="T13" fmla="*/ 9 h 15"/>
                <a:gd name="T14" fmla="*/ 1 w 6"/>
                <a:gd name="T15" fmla="*/ 9 h 15"/>
                <a:gd name="T16" fmla="*/ 1 w 6"/>
                <a:gd name="T17" fmla="*/ 10 h 15"/>
                <a:gd name="T18" fmla="*/ 1 w 6"/>
                <a:gd name="T19" fmla="*/ 11 h 15"/>
                <a:gd name="T20" fmla="*/ 1 w 6"/>
                <a:gd name="T21" fmla="*/ 12 h 15"/>
                <a:gd name="T22" fmla="*/ 1 w 6"/>
                <a:gd name="T23" fmla="*/ 12 h 15"/>
                <a:gd name="T24" fmla="*/ 2 w 6"/>
                <a:gd name="T25" fmla="*/ 12 h 15"/>
                <a:gd name="T26" fmla="*/ 2 w 6"/>
                <a:gd name="T27" fmla="*/ 12 h 15"/>
                <a:gd name="T28" fmla="*/ 2 w 6"/>
                <a:gd name="T29" fmla="*/ 13 h 15"/>
                <a:gd name="T30" fmla="*/ 2 w 6"/>
                <a:gd name="T31" fmla="*/ 14 h 15"/>
                <a:gd name="T32" fmla="*/ 2 w 6"/>
                <a:gd name="T33" fmla="*/ 14 h 15"/>
                <a:gd name="T34" fmla="*/ 2 w 6"/>
                <a:gd name="T35" fmla="*/ 13 h 15"/>
                <a:gd name="T36" fmla="*/ 3 w 6"/>
                <a:gd name="T37" fmla="*/ 14 h 15"/>
                <a:gd name="T38" fmla="*/ 3 w 6"/>
                <a:gd name="T39" fmla="*/ 14 h 15"/>
                <a:gd name="T40" fmla="*/ 3 w 6"/>
                <a:gd name="T41" fmla="*/ 15 h 15"/>
                <a:gd name="T42" fmla="*/ 3 w 6"/>
                <a:gd name="T43" fmla="*/ 15 h 15"/>
                <a:gd name="T44" fmla="*/ 3 w 6"/>
                <a:gd name="T45" fmla="*/ 14 h 15"/>
                <a:gd name="T46" fmla="*/ 3 w 6"/>
                <a:gd name="T47" fmla="*/ 14 h 15"/>
                <a:gd name="T48" fmla="*/ 3 w 6"/>
                <a:gd name="T49" fmla="*/ 14 h 15"/>
                <a:gd name="T50" fmla="*/ 3 w 6"/>
                <a:gd name="T51" fmla="*/ 14 h 15"/>
                <a:gd name="T52" fmla="*/ 3 w 6"/>
                <a:gd name="T53" fmla="*/ 12 h 15"/>
                <a:gd name="T54" fmla="*/ 4 w 6"/>
                <a:gd name="T55" fmla="*/ 11 h 15"/>
                <a:gd name="T56" fmla="*/ 4 w 6"/>
                <a:gd name="T57" fmla="*/ 10 h 15"/>
                <a:gd name="T58" fmla="*/ 4 w 6"/>
                <a:gd name="T59" fmla="*/ 9 h 15"/>
                <a:gd name="T60" fmla="*/ 4 w 6"/>
                <a:gd name="T61" fmla="*/ 7 h 15"/>
                <a:gd name="T62" fmla="*/ 4 w 6"/>
                <a:gd name="T63" fmla="*/ 6 h 15"/>
                <a:gd name="T64" fmla="*/ 4 w 6"/>
                <a:gd name="T65" fmla="*/ 4 h 15"/>
                <a:gd name="T66" fmla="*/ 4 w 6"/>
                <a:gd name="T67" fmla="*/ 4 h 15"/>
                <a:gd name="T68" fmla="*/ 4 w 6"/>
                <a:gd name="T69" fmla="*/ 3 h 15"/>
                <a:gd name="T70" fmla="*/ 4 w 6"/>
                <a:gd name="T71" fmla="*/ 2 h 15"/>
                <a:gd name="T72" fmla="*/ 5 w 6"/>
                <a:gd name="T73" fmla="*/ 2 h 15"/>
                <a:gd name="T74" fmla="*/ 5 w 6"/>
                <a:gd name="T75" fmla="*/ 2 h 15"/>
                <a:gd name="T76" fmla="*/ 5 w 6"/>
                <a:gd name="T77" fmla="*/ 2 h 15"/>
                <a:gd name="T78" fmla="*/ 5 w 6"/>
                <a:gd name="T79" fmla="*/ 2 h 15"/>
                <a:gd name="T80" fmla="*/ 5 w 6"/>
                <a:gd name="T81" fmla="*/ 2 h 15"/>
                <a:gd name="T82" fmla="*/ 5 w 6"/>
                <a:gd name="T83" fmla="*/ 2 h 15"/>
                <a:gd name="T84" fmla="*/ 6 w 6"/>
                <a:gd name="T85" fmla="*/ 1 h 15"/>
                <a:gd name="T86" fmla="*/ 6 w 6"/>
                <a:gd name="T87" fmla="*/ 1 h 15"/>
                <a:gd name="T88" fmla="*/ 6 w 6"/>
                <a:gd name="T89" fmla="*/ 1 h 15"/>
                <a:gd name="T90" fmla="*/ 6 w 6"/>
                <a:gd name="T91" fmla="*/ 0 h 15"/>
                <a:gd name="T92" fmla="*/ 6 w 6"/>
                <a:gd name="T93" fmla="*/ 0 h 15"/>
                <a:gd name="T94" fmla="*/ 6 w 6"/>
                <a:gd name="T95" fmla="*/ 0 h 15"/>
                <a:gd name="T96" fmla="*/ 6 w 6"/>
                <a:gd name="T97" fmla="*/ 0 h 15"/>
                <a:gd name="T98" fmla="*/ 6 w 6"/>
                <a:gd name="T99" fmla="*/ 0 h 15"/>
                <a:gd name="T100" fmla="*/ 6 w 6"/>
                <a:gd name="T101" fmla="*/ 1 h 15"/>
                <a:gd name="T102" fmla="*/ 6 w 6"/>
                <a:gd name="T103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5">
                  <a:moveTo>
                    <a:pt x="0" y="4"/>
                  </a:moveTo>
                  <a:lnTo>
                    <a:pt x="0" y="4"/>
                  </a:lnTo>
                  <a:lnTo>
                    <a:pt x="0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3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4" y="9"/>
                  </a:lnTo>
                  <a:lnTo>
                    <a:pt x="4" y="7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6" name="Freeform 756"/>
            <p:cNvSpPr/>
            <p:nvPr/>
          </p:nvSpPr>
          <p:spPr bwMode="auto">
            <a:xfrm>
              <a:off x="1139825" y="4697414"/>
              <a:ext cx="11113" cy="25400"/>
            </a:xfrm>
            <a:custGeom>
              <a:avLst/>
              <a:gdLst>
                <a:gd name="T0" fmla="*/ 0 w 7"/>
                <a:gd name="T1" fmla="*/ 9 h 16"/>
                <a:gd name="T2" fmla="*/ 0 w 7"/>
                <a:gd name="T3" fmla="*/ 9 h 16"/>
                <a:gd name="T4" fmla="*/ 1 w 7"/>
                <a:gd name="T5" fmla="*/ 9 h 16"/>
                <a:gd name="T6" fmla="*/ 1 w 7"/>
                <a:gd name="T7" fmla="*/ 10 h 16"/>
                <a:gd name="T8" fmla="*/ 1 w 7"/>
                <a:gd name="T9" fmla="*/ 11 h 16"/>
                <a:gd name="T10" fmla="*/ 1 w 7"/>
                <a:gd name="T11" fmla="*/ 12 h 16"/>
                <a:gd name="T12" fmla="*/ 1 w 7"/>
                <a:gd name="T13" fmla="*/ 14 h 16"/>
                <a:gd name="T14" fmla="*/ 1 w 7"/>
                <a:gd name="T15" fmla="*/ 13 h 16"/>
                <a:gd name="T16" fmla="*/ 2 w 7"/>
                <a:gd name="T17" fmla="*/ 13 h 16"/>
                <a:gd name="T18" fmla="*/ 2 w 7"/>
                <a:gd name="T19" fmla="*/ 13 h 16"/>
                <a:gd name="T20" fmla="*/ 2 w 7"/>
                <a:gd name="T21" fmla="*/ 13 h 16"/>
                <a:gd name="T22" fmla="*/ 2 w 7"/>
                <a:gd name="T23" fmla="*/ 12 h 16"/>
                <a:gd name="T24" fmla="*/ 2 w 7"/>
                <a:gd name="T25" fmla="*/ 11 h 16"/>
                <a:gd name="T26" fmla="*/ 2 w 7"/>
                <a:gd name="T27" fmla="*/ 11 h 16"/>
                <a:gd name="T28" fmla="*/ 2 w 7"/>
                <a:gd name="T29" fmla="*/ 11 h 16"/>
                <a:gd name="T30" fmla="*/ 2 w 7"/>
                <a:gd name="T31" fmla="*/ 11 h 16"/>
                <a:gd name="T32" fmla="*/ 2 w 7"/>
                <a:gd name="T33" fmla="*/ 12 h 16"/>
                <a:gd name="T34" fmla="*/ 3 w 7"/>
                <a:gd name="T35" fmla="*/ 12 h 16"/>
                <a:gd name="T36" fmla="*/ 3 w 7"/>
                <a:gd name="T37" fmla="*/ 13 h 16"/>
                <a:gd name="T38" fmla="*/ 3 w 7"/>
                <a:gd name="T39" fmla="*/ 14 h 16"/>
                <a:gd name="T40" fmla="*/ 3 w 7"/>
                <a:gd name="T41" fmla="*/ 15 h 16"/>
                <a:gd name="T42" fmla="*/ 3 w 7"/>
                <a:gd name="T43" fmla="*/ 15 h 16"/>
                <a:gd name="T44" fmla="*/ 3 w 7"/>
                <a:gd name="T45" fmla="*/ 16 h 16"/>
                <a:gd name="T46" fmla="*/ 3 w 7"/>
                <a:gd name="T47" fmla="*/ 16 h 16"/>
                <a:gd name="T48" fmla="*/ 3 w 7"/>
                <a:gd name="T49" fmla="*/ 16 h 16"/>
                <a:gd name="T50" fmla="*/ 3 w 7"/>
                <a:gd name="T51" fmla="*/ 15 h 16"/>
                <a:gd name="T52" fmla="*/ 4 w 7"/>
                <a:gd name="T53" fmla="*/ 15 h 16"/>
                <a:gd name="T54" fmla="*/ 4 w 7"/>
                <a:gd name="T55" fmla="*/ 14 h 16"/>
                <a:gd name="T56" fmla="*/ 4 w 7"/>
                <a:gd name="T57" fmla="*/ 13 h 16"/>
                <a:gd name="T58" fmla="*/ 4 w 7"/>
                <a:gd name="T59" fmla="*/ 12 h 16"/>
                <a:gd name="T60" fmla="*/ 4 w 7"/>
                <a:gd name="T61" fmla="*/ 12 h 16"/>
                <a:gd name="T62" fmla="*/ 4 w 7"/>
                <a:gd name="T63" fmla="*/ 11 h 16"/>
                <a:gd name="T64" fmla="*/ 5 w 7"/>
                <a:gd name="T65" fmla="*/ 11 h 16"/>
                <a:gd name="T66" fmla="*/ 5 w 7"/>
                <a:gd name="T67" fmla="*/ 11 h 16"/>
                <a:gd name="T68" fmla="*/ 5 w 7"/>
                <a:gd name="T69" fmla="*/ 11 h 16"/>
                <a:gd name="T70" fmla="*/ 5 w 7"/>
                <a:gd name="T71" fmla="*/ 11 h 16"/>
                <a:gd name="T72" fmla="*/ 5 w 7"/>
                <a:gd name="T73" fmla="*/ 12 h 16"/>
                <a:gd name="T74" fmla="*/ 5 w 7"/>
                <a:gd name="T75" fmla="*/ 13 h 16"/>
                <a:gd name="T76" fmla="*/ 5 w 7"/>
                <a:gd name="T77" fmla="*/ 13 h 16"/>
                <a:gd name="T78" fmla="*/ 5 w 7"/>
                <a:gd name="T79" fmla="*/ 13 h 16"/>
                <a:gd name="T80" fmla="*/ 5 w 7"/>
                <a:gd name="T81" fmla="*/ 14 h 16"/>
                <a:gd name="T82" fmla="*/ 6 w 7"/>
                <a:gd name="T83" fmla="*/ 14 h 16"/>
                <a:gd name="T84" fmla="*/ 6 w 7"/>
                <a:gd name="T85" fmla="*/ 13 h 16"/>
                <a:gd name="T86" fmla="*/ 6 w 7"/>
                <a:gd name="T87" fmla="*/ 12 h 16"/>
                <a:gd name="T88" fmla="*/ 6 w 7"/>
                <a:gd name="T89" fmla="*/ 11 h 16"/>
                <a:gd name="T90" fmla="*/ 6 w 7"/>
                <a:gd name="T91" fmla="*/ 10 h 16"/>
                <a:gd name="T92" fmla="*/ 6 w 7"/>
                <a:gd name="T93" fmla="*/ 8 h 16"/>
                <a:gd name="T94" fmla="*/ 7 w 7"/>
                <a:gd name="T95" fmla="*/ 7 h 16"/>
                <a:gd name="T96" fmla="*/ 7 w 7"/>
                <a:gd name="T97" fmla="*/ 5 h 16"/>
                <a:gd name="T98" fmla="*/ 7 w 7"/>
                <a:gd name="T99" fmla="*/ 3 h 16"/>
                <a:gd name="T100" fmla="*/ 7 w 7"/>
                <a:gd name="T101" fmla="*/ 2 h 16"/>
                <a:gd name="T102" fmla="*/ 7 w 7"/>
                <a:gd name="T10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6">
                  <a:moveTo>
                    <a:pt x="0" y="9"/>
                  </a:moveTo>
                  <a:lnTo>
                    <a:pt x="0" y="9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5"/>
                  </a:lnTo>
                  <a:lnTo>
                    <a:pt x="4" y="15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6" y="14"/>
                  </a:lnTo>
                  <a:lnTo>
                    <a:pt x="6" y="13"/>
                  </a:lnTo>
                  <a:lnTo>
                    <a:pt x="6" y="12"/>
                  </a:lnTo>
                  <a:lnTo>
                    <a:pt x="6" y="11"/>
                  </a:lnTo>
                  <a:lnTo>
                    <a:pt x="6" y="10"/>
                  </a:lnTo>
                  <a:lnTo>
                    <a:pt x="6" y="8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3"/>
                  </a:lnTo>
                  <a:lnTo>
                    <a:pt x="7" y="2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7" name="Freeform 757"/>
            <p:cNvSpPr/>
            <p:nvPr/>
          </p:nvSpPr>
          <p:spPr bwMode="auto">
            <a:xfrm>
              <a:off x="1150938" y="4687889"/>
              <a:ext cx="9525" cy="33338"/>
            </a:xfrm>
            <a:custGeom>
              <a:avLst/>
              <a:gdLst>
                <a:gd name="T0" fmla="*/ 0 w 6"/>
                <a:gd name="T1" fmla="*/ 8 h 21"/>
                <a:gd name="T2" fmla="*/ 0 w 6"/>
                <a:gd name="T3" fmla="*/ 6 h 21"/>
                <a:gd name="T4" fmla="*/ 0 w 6"/>
                <a:gd name="T5" fmla="*/ 5 h 21"/>
                <a:gd name="T6" fmla="*/ 0 w 6"/>
                <a:gd name="T7" fmla="*/ 4 h 21"/>
                <a:gd name="T8" fmla="*/ 0 w 6"/>
                <a:gd name="T9" fmla="*/ 3 h 21"/>
                <a:gd name="T10" fmla="*/ 0 w 6"/>
                <a:gd name="T11" fmla="*/ 3 h 21"/>
                <a:gd name="T12" fmla="*/ 1 w 6"/>
                <a:gd name="T13" fmla="*/ 3 h 21"/>
                <a:gd name="T14" fmla="*/ 1 w 6"/>
                <a:gd name="T15" fmla="*/ 2 h 21"/>
                <a:gd name="T16" fmla="*/ 1 w 6"/>
                <a:gd name="T17" fmla="*/ 1 h 21"/>
                <a:gd name="T18" fmla="*/ 1 w 6"/>
                <a:gd name="T19" fmla="*/ 1 h 21"/>
                <a:gd name="T20" fmla="*/ 1 w 6"/>
                <a:gd name="T21" fmla="*/ 1 h 21"/>
                <a:gd name="T22" fmla="*/ 1 w 6"/>
                <a:gd name="T23" fmla="*/ 0 h 21"/>
                <a:gd name="T24" fmla="*/ 1 w 6"/>
                <a:gd name="T25" fmla="*/ 0 h 21"/>
                <a:gd name="T26" fmla="*/ 1 w 6"/>
                <a:gd name="T27" fmla="*/ 1 h 21"/>
                <a:gd name="T28" fmla="*/ 1 w 6"/>
                <a:gd name="T29" fmla="*/ 1 h 21"/>
                <a:gd name="T30" fmla="*/ 1 w 6"/>
                <a:gd name="T31" fmla="*/ 1 h 21"/>
                <a:gd name="T32" fmla="*/ 2 w 6"/>
                <a:gd name="T33" fmla="*/ 1 h 21"/>
                <a:gd name="T34" fmla="*/ 2 w 6"/>
                <a:gd name="T35" fmla="*/ 1 h 21"/>
                <a:gd name="T36" fmla="*/ 2 w 6"/>
                <a:gd name="T37" fmla="*/ 1 h 21"/>
                <a:gd name="T38" fmla="*/ 2 w 6"/>
                <a:gd name="T39" fmla="*/ 2 h 21"/>
                <a:gd name="T40" fmla="*/ 2 w 6"/>
                <a:gd name="T41" fmla="*/ 3 h 21"/>
                <a:gd name="T42" fmla="*/ 2 w 6"/>
                <a:gd name="T43" fmla="*/ 3 h 21"/>
                <a:gd name="T44" fmla="*/ 3 w 6"/>
                <a:gd name="T45" fmla="*/ 4 h 21"/>
                <a:gd name="T46" fmla="*/ 3 w 6"/>
                <a:gd name="T47" fmla="*/ 5 h 21"/>
                <a:gd name="T48" fmla="*/ 3 w 6"/>
                <a:gd name="T49" fmla="*/ 6 h 21"/>
                <a:gd name="T50" fmla="*/ 3 w 6"/>
                <a:gd name="T51" fmla="*/ 6 h 21"/>
                <a:gd name="T52" fmla="*/ 3 w 6"/>
                <a:gd name="T53" fmla="*/ 6 h 21"/>
                <a:gd name="T54" fmla="*/ 3 w 6"/>
                <a:gd name="T55" fmla="*/ 8 h 21"/>
                <a:gd name="T56" fmla="*/ 3 w 6"/>
                <a:gd name="T57" fmla="*/ 9 h 21"/>
                <a:gd name="T58" fmla="*/ 3 w 6"/>
                <a:gd name="T59" fmla="*/ 9 h 21"/>
                <a:gd name="T60" fmla="*/ 3 w 6"/>
                <a:gd name="T61" fmla="*/ 9 h 21"/>
                <a:gd name="T62" fmla="*/ 4 w 6"/>
                <a:gd name="T63" fmla="*/ 9 h 21"/>
                <a:gd name="T64" fmla="*/ 4 w 6"/>
                <a:gd name="T65" fmla="*/ 10 h 21"/>
                <a:gd name="T66" fmla="*/ 4 w 6"/>
                <a:gd name="T67" fmla="*/ 10 h 21"/>
                <a:gd name="T68" fmla="*/ 4 w 6"/>
                <a:gd name="T69" fmla="*/ 11 h 21"/>
                <a:gd name="T70" fmla="*/ 4 w 6"/>
                <a:gd name="T71" fmla="*/ 13 h 21"/>
                <a:gd name="T72" fmla="*/ 4 w 6"/>
                <a:gd name="T73" fmla="*/ 14 h 21"/>
                <a:gd name="T74" fmla="*/ 5 w 6"/>
                <a:gd name="T75" fmla="*/ 15 h 21"/>
                <a:gd name="T76" fmla="*/ 5 w 6"/>
                <a:gd name="T77" fmla="*/ 17 h 21"/>
                <a:gd name="T78" fmla="*/ 5 w 6"/>
                <a:gd name="T79" fmla="*/ 18 h 21"/>
                <a:gd name="T80" fmla="*/ 5 w 6"/>
                <a:gd name="T81" fmla="*/ 20 h 21"/>
                <a:gd name="T82" fmla="*/ 5 w 6"/>
                <a:gd name="T83" fmla="*/ 20 h 21"/>
                <a:gd name="T84" fmla="*/ 5 w 6"/>
                <a:gd name="T85" fmla="*/ 21 h 21"/>
                <a:gd name="T86" fmla="*/ 5 w 6"/>
                <a:gd name="T87" fmla="*/ 21 h 21"/>
                <a:gd name="T88" fmla="*/ 5 w 6"/>
                <a:gd name="T89" fmla="*/ 20 h 21"/>
                <a:gd name="T90" fmla="*/ 5 w 6"/>
                <a:gd name="T91" fmla="*/ 20 h 21"/>
                <a:gd name="T92" fmla="*/ 6 w 6"/>
                <a:gd name="T93" fmla="*/ 20 h 21"/>
                <a:gd name="T94" fmla="*/ 6 w 6"/>
                <a:gd name="T95" fmla="*/ 19 h 21"/>
                <a:gd name="T96" fmla="*/ 6 w 6"/>
                <a:gd name="T97" fmla="*/ 18 h 21"/>
                <a:gd name="T98" fmla="*/ 6 w 6"/>
                <a:gd name="T99" fmla="*/ 17 h 21"/>
                <a:gd name="T100" fmla="*/ 6 w 6"/>
                <a:gd name="T101" fmla="*/ 16 h 21"/>
                <a:gd name="T102" fmla="*/ 6 w 6"/>
                <a:gd name="T103" fmla="*/ 1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21">
                  <a:moveTo>
                    <a:pt x="0" y="8"/>
                  </a:move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4" y="9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5" y="15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6" y="20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6" y="1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8" name="Freeform 758"/>
            <p:cNvSpPr/>
            <p:nvPr/>
          </p:nvSpPr>
          <p:spPr bwMode="auto">
            <a:xfrm>
              <a:off x="1160463" y="4710114"/>
              <a:ext cx="11113" cy="19050"/>
            </a:xfrm>
            <a:custGeom>
              <a:avLst/>
              <a:gdLst>
                <a:gd name="T0" fmla="*/ 0 w 7"/>
                <a:gd name="T1" fmla="*/ 2 h 12"/>
                <a:gd name="T2" fmla="*/ 0 w 7"/>
                <a:gd name="T3" fmla="*/ 2 h 12"/>
                <a:gd name="T4" fmla="*/ 0 w 7"/>
                <a:gd name="T5" fmla="*/ 2 h 12"/>
                <a:gd name="T6" fmla="*/ 0 w 7"/>
                <a:gd name="T7" fmla="*/ 2 h 12"/>
                <a:gd name="T8" fmla="*/ 0 w 7"/>
                <a:gd name="T9" fmla="*/ 2 h 12"/>
                <a:gd name="T10" fmla="*/ 1 w 7"/>
                <a:gd name="T11" fmla="*/ 1 h 12"/>
                <a:gd name="T12" fmla="*/ 1 w 7"/>
                <a:gd name="T13" fmla="*/ 1 h 12"/>
                <a:gd name="T14" fmla="*/ 1 w 7"/>
                <a:gd name="T15" fmla="*/ 1 h 12"/>
                <a:gd name="T16" fmla="*/ 1 w 7"/>
                <a:gd name="T17" fmla="*/ 0 h 12"/>
                <a:gd name="T18" fmla="*/ 1 w 7"/>
                <a:gd name="T19" fmla="*/ 0 h 12"/>
                <a:gd name="T20" fmla="*/ 1 w 7"/>
                <a:gd name="T21" fmla="*/ 0 h 12"/>
                <a:gd name="T22" fmla="*/ 2 w 7"/>
                <a:gd name="T23" fmla="*/ 0 h 12"/>
                <a:gd name="T24" fmla="*/ 2 w 7"/>
                <a:gd name="T25" fmla="*/ 0 h 12"/>
                <a:gd name="T26" fmla="*/ 2 w 7"/>
                <a:gd name="T27" fmla="*/ 1 h 12"/>
                <a:gd name="T28" fmla="*/ 2 w 7"/>
                <a:gd name="T29" fmla="*/ 2 h 12"/>
                <a:gd name="T30" fmla="*/ 2 w 7"/>
                <a:gd name="T31" fmla="*/ 2 h 12"/>
                <a:gd name="T32" fmla="*/ 2 w 7"/>
                <a:gd name="T33" fmla="*/ 3 h 12"/>
                <a:gd name="T34" fmla="*/ 2 w 7"/>
                <a:gd name="T35" fmla="*/ 4 h 12"/>
                <a:gd name="T36" fmla="*/ 2 w 7"/>
                <a:gd name="T37" fmla="*/ 6 h 12"/>
                <a:gd name="T38" fmla="*/ 2 w 7"/>
                <a:gd name="T39" fmla="*/ 7 h 12"/>
                <a:gd name="T40" fmla="*/ 3 w 7"/>
                <a:gd name="T41" fmla="*/ 8 h 12"/>
                <a:gd name="T42" fmla="*/ 3 w 7"/>
                <a:gd name="T43" fmla="*/ 9 h 12"/>
                <a:gd name="T44" fmla="*/ 3 w 7"/>
                <a:gd name="T45" fmla="*/ 11 h 12"/>
                <a:gd name="T46" fmla="*/ 3 w 7"/>
                <a:gd name="T47" fmla="*/ 11 h 12"/>
                <a:gd name="T48" fmla="*/ 3 w 7"/>
                <a:gd name="T49" fmla="*/ 11 h 12"/>
                <a:gd name="T50" fmla="*/ 3 w 7"/>
                <a:gd name="T51" fmla="*/ 11 h 12"/>
                <a:gd name="T52" fmla="*/ 4 w 7"/>
                <a:gd name="T53" fmla="*/ 11 h 12"/>
                <a:gd name="T54" fmla="*/ 4 w 7"/>
                <a:gd name="T55" fmla="*/ 11 h 12"/>
                <a:gd name="T56" fmla="*/ 4 w 7"/>
                <a:gd name="T57" fmla="*/ 10 h 12"/>
                <a:gd name="T58" fmla="*/ 4 w 7"/>
                <a:gd name="T59" fmla="*/ 10 h 12"/>
                <a:gd name="T60" fmla="*/ 4 w 7"/>
                <a:gd name="T61" fmla="*/ 9 h 12"/>
                <a:gd name="T62" fmla="*/ 4 w 7"/>
                <a:gd name="T63" fmla="*/ 9 h 12"/>
                <a:gd name="T64" fmla="*/ 4 w 7"/>
                <a:gd name="T65" fmla="*/ 9 h 12"/>
                <a:gd name="T66" fmla="*/ 4 w 7"/>
                <a:gd name="T67" fmla="*/ 9 h 12"/>
                <a:gd name="T68" fmla="*/ 4 w 7"/>
                <a:gd name="T69" fmla="*/ 9 h 12"/>
                <a:gd name="T70" fmla="*/ 4 w 7"/>
                <a:gd name="T71" fmla="*/ 10 h 12"/>
                <a:gd name="T72" fmla="*/ 5 w 7"/>
                <a:gd name="T73" fmla="*/ 10 h 12"/>
                <a:gd name="T74" fmla="*/ 5 w 7"/>
                <a:gd name="T75" fmla="*/ 11 h 12"/>
                <a:gd name="T76" fmla="*/ 5 w 7"/>
                <a:gd name="T77" fmla="*/ 11 h 12"/>
                <a:gd name="T78" fmla="*/ 5 w 7"/>
                <a:gd name="T79" fmla="*/ 12 h 12"/>
                <a:gd name="T80" fmla="*/ 5 w 7"/>
                <a:gd name="T81" fmla="*/ 12 h 12"/>
                <a:gd name="T82" fmla="*/ 5 w 7"/>
                <a:gd name="T83" fmla="*/ 12 h 12"/>
                <a:gd name="T84" fmla="*/ 5 w 7"/>
                <a:gd name="T85" fmla="*/ 12 h 12"/>
                <a:gd name="T86" fmla="*/ 5 w 7"/>
                <a:gd name="T87" fmla="*/ 11 h 12"/>
                <a:gd name="T88" fmla="*/ 5 w 7"/>
                <a:gd name="T89" fmla="*/ 10 h 12"/>
                <a:gd name="T90" fmla="*/ 6 w 7"/>
                <a:gd name="T91" fmla="*/ 8 h 12"/>
                <a:gd name="T92" fmla="*/ 6 w 7"/>
                <a:gd name="T93" fmla="*/ 7 h 12"/>
                <a:gd name="T94" fmla="*/ 6 w 7"/>
                <a:gd name="T95" fmla="*/ 6 h 12"/>
                <a:gd name="T96" fmla="*/ 6 w 7"/>
                <a:gd name="T97" fmla="*/ 4 h 12"/>
                <a:gd name="T98" fmla="*/ 6 w 7"/>
                <a:gd name="T99" fmla="*/ 4 h 12"/>
                <a:gd name="T100" fmla="*/ 6 w 7"/>
                <a:gd name="T101" fmla="*/ 3 h 12"/>
                <a:gd name="T102" fmla="*/ 7 w 7"/>
                <a:gd name="T103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6"/>
                  </a:lnTo>
                  <a:lnTo>
                    <a:pt x="2" y="7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6" y="8"/>
                  </a:lnTo>
                  <a:lnTo>
                    <a:pt x="6" y="7"/>
                  </a:lnTo>
                  <a:lnTo>
                    <a:pt x="6" y="6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3"/>
                  </a:lnTo>
                  <a:lnTo>
                    <a:pt x="7" y="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9" name="Freeform 759"/>
            <p:cNvSpPr/>
            <p:nvPr/>
          </p:nvSpPr>
          <p:spPr bwMode="auto">
            <a:xfrm>
              <a:off x="1169988" y="4676776"/>
              <a:ext cx="11113" cy="41275"/>
            </a:xfrm>
            <a:custGeom>
              <a:avLst/>
              <a:gdLst>
                <a:gd name="T0" fmla="*/ 0 w 7"/>
                <a:gd name="T1" fmla="*/ 24 h 26"/>
                <a:gd name="T2" fmla="*/ 1 w 7"/>
                <a:gd name="T3" fmla="*/ 23 h 26"/>
                <a:gd name="T4" fmla="*/ 1 w 7"/>
                <a:gd name="T5" fmla="*/ 23 h 26"/>
                <a:gd name="T6" fmla="*/ 1 w 7"/>
                <a:gd name="T7" fmla="*/ 24 h 26"/>
                <a:gd name="T8" fmla="*/ 1 w 7"/>
                <a:gd name="T9" fmla="*/ 25 h 26"/>
                <a:gd name="T10" fmla="*/ 1 w 7"/>
                <a:gd name="T11" fmla="*/ 25 h 26"/>
                <a:gd name="T12" fmla="*/ 1 w 7"/>
                <a:gd name="T13" fmla="*/ 25 h 26"/>
                <a:gd name="T14" fmla="*/ 1 w 7"/>
                <a:gd name="T15" fmla="*/ 25 h 26"/>
                <a:gd name="T16" fmla="*/ 1 w 7"/>
                <a:gd name="T17" fmla="*/ 26 h 26"/>
                <a:gd name="T18" fmla="*/ 1 w 7"/>
                <a:gd name="T19" fmla="*/ 25 h 26"/>
                <a:gd name="T20" fmla="*/ 2 w 7"/>
                <a:gd name="T21" fmla="*/ 24 h 26"/>
                <a:gd name="T22" fmla="*/ 2 w 7"/>
                <a:gd name="T23" fmla="*/ 23 h 26"/>
                <a:gd name="T24" fmla="*/ 2 w 7"/>
                <a:gd name="T25" fmla="*/ 23 h 26"/>
                <a:gd name="T26" fmla="*/ 2 w 7"/>
                <a:gd name="T27" fmla="*/ 22 h 26"/>
                <a:gd name="T28" fmla="*/ 2 w 7"/>
                <a:gd name="T29" fmla="*/ 21 h 26"/>
                <a:gd name="T30" fmla="*/ 2 w 7"/>
                <a:gd name="T31" fmla="*/ 19 h 26"/>
                <a:gd name="T32" fmla="*/ 3 w 7"/>
                <a:gd name="T33" fmla="*/ 17 h 26"/>
                <a:gd name="T34" fmla="*/ 3 w 7"/>
                <a:gd name="T35" fmla="*/ 16 h 26"/>
                <a:gd name="T36" fmla="*/ 3 w 7"/>
                <a:gd name="T37" fmla="*/ 15 h 26"/>
                <a:gd name="T38" fmla="*/ 3 w 7"/>
                <a:gd name="T39" fmla="*/ 13 h 26"/>
                <a:gd name="T40" fmla="*/ 3 w 7"/>
                <a:gd name="T41" fmla="*/ 12 h 26"/>
                <a:gd name="T42" fmla="*/ 3 w 7"/>
                <a:gd name="T43" fmla="*/ 10 h 26"/>
                <a:gd name="T44" fmla="*/ 3 w 7"/>
                <a:gd name="T45" fmla="*/ 8 h 26"/>
                <a:gd name="T46" fmla="*/ 3 w 7"/>
                <a:gd name="T47" fmla="*/ 7 h 26"/>
                <a:gd name="T48" fmla="*/ 3 w 7"/>
                <a:gd name="T49" fmla="*/ 6 h 26"/>
                <a:gd name="T50" fmla="*/ 4 w 7"/>
                <a:gd name="T51" fmla="*/ 5 h 26"/>
                <a:gd name="T52" fmla="*/ 4 w 7"/>
                <a:gd name="T53" fmla="*/ 4 h 26"/>
                <a:gd name="T54" fmla="*/ 4 w 7"/>
                <a:gd name="T55" fmla="*/ 3 h 26"/>
                <a:gd name="T56" fmla="*/ 4 w 7"/>
                <a:gd name="T57" fmla="*/ 2 h 26"/>
                <a:gd name="T58" fmla="*/ 4 w 7"/>
                <a:gd name="T59" fmla="*/ 2 h 26"/>
                <a:gd name="T60" fmla="*/ 4 w 7"/>
                <a:gd name="T61" fmla="*/ 1 h 26"/>
                <a:gd name="T62" fmla="*/ 4 w 7"/>
                <a:gd name="T63" fmla="*/ 0 h 26"/>
                <a:gd name="T64" fmla="*/ 4 w 7"/>
                <a:gd name="T65" fmla="*/ 1 h 26"/>
                <a:gd name="T66" fmla="*/ 4 w 7"/>
                <a:gd name="T67" fmla="*/ 2 h 26"/>
                <a:gd name="T68" fmla="*/ 5 w 7"/>
                <a:gd name="T69" fmla="*/ 3 h 26"/>
                <a:gd name="T70" fmla="*/ 5 w 7"/>
                <a:gd name="T71" fmla="*/ 3 h 26"/>
                <a:gd name="T72" fmla="*/ 5 w 7"/>
                <a:gd name="T73" fmla="*/ 5 h 26"/>
                <a:gd name="T74" fmla="*/ 5 w 7"/>
                <a:gd name="T75" fmla="*/ 6 h 26"/>
                <a:gd name="T76" fmla="*/ 5 w 7"/>
                <a:gd name="T77" fmla="*/ 7 h 26"/>
                <a:gd name="T78" fmla="*/ 5 w 7"/>
                <a:gd name="T79" fmla="*/ 8 h 26"/>
                <a:gd name="T80" fmla="*/ 6 w 7"/>
                <a:gd name="T81" fmla="*/ 9 h 26"/>
                <a:gd name="T82" fmla="*/ 6 w 7"/>
                <a:gd name="T83" fmla="*/ 10 h 26"/>
                <a:gd name="T84" fmla="*/ 6 w 7"/>
                <a:gd name="T85" fmla="*/ 10 h 26"/>
                <a:gd name="T86" fmla="*/ 6 w 7"/>
                <a:gd name="T87" fmla="*/ 11 h 26"/>
                <a:gd name="T88" fmla="*/ 6 w 7"/>
                <a:gd name="T89" fmla="*/ 12 h 26"/>
                <a:gd name="T90" fmla="*/ 6 w 7"/>
                <a:gd name="T91" fmla="*/ 12 h 26"/>
                <a:gd name="T92" fmla="*/ 6 w 7"/>
                <a:gd name="T93" fmla="*/ 12 h 26"/>
                <a:gd name="T94" fmla="*/ 6 w 7"/>
                <a:gd name="T95" fmla="*/ 12 h 26"/>
                <a:gd name="T96" fmla="*/ 6 w 7"/>
                <a:gd name="T97" fmla="*/ 13 h 26"/>
                <a:gd name="T98" fmla="*/ 6 w 7"/>
                <a:gd name="T99" fmla="*/ 13 h 26"/>
                <a:gd name="T100" fmla="*/ 7 w 7"/>
                <a:gd name="T101" fmla="*/ 13 h 26"/>
                <a:gd name="T102" fmla="*/ 7 w 7"/>
                <a:gd name="T103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26">
                  <a:moveTo>
                    <a:pt x="0" y="24"/>
                  </a:moveTo>
                  <a:lnTo>
                    <a:pt x="1" y="23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1" y="25"/>
                  </a:lnTo>
                  <a:lnTo>
                    <a:pt x="1" y="25"/>
                  </a:lnTo>
                  <a:lnTo>
                    <a:pt x="1" y="25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2" y="24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2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3" y="15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6"/>
                  </a:lnTo>
                  <a:lnTo>
                    <a:pt x="4" y="5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2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6"/>
                  </a:lnTo>
                  <a:lnTo>
                    <a:pt x="5" y="7"/>
                  </a:lnTo>
                  <a:lnTo>
                    <a:pt x="5" y="8"/>
                  </a:lnTo>
                  <a:lnTo>
                    <a:pt x="6" y="9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7" y="13"/>
                  </a:lnTo>
                  <a:lnTo>
                    <a:pt x="7" y="1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0" name="Freeform 760"/>
            <p:cNvSpPr/>
            <p:nvPr/>
          </p:nvSpPr>
          <p:spPr bwMode="auto">
            <a:xfrm>
              <a:off x="1181100" y="4697414"/>
              <a:ext cx="9525" cy="47625"/>
            </a:xfrm>
            <a:custGeom>
              <a:avLst/>
              <a:gdLst>
                <a:gd name="T0" fmla="*/ 0 w 6"/>
                <a:gd name="T1" fmla="*/ 0 h 30"/>
                <a:gd name="T2" fmla="*/ 0 w 6"/>
                <a:gd name="T3" fmla="*/ 1 h 30"/>
                <a:gd name="T4" fmla="*/ 0 w 6"/>
                <a:gd name="T5" fmla="*/ 2 h 30"/>
                <a:gd name="T6" fmla="*/ 0 w 6"/>
                <a:gd name="T7" fmla="*/ 4 h 30"/>
                <a:gd name="T8" fmla="*/ 0 w 6"/>
                <a:gd name="T9" fmla="*/ 5 h 30"/>
                <a:gd name="T10" fmla="*/ 0 w 6"/>
                <a:gd name="T11" fmla="*/ 7 h 30"/>
                <a:gd name="T12" fmla="*/ 1 w 6"/>
                <a:gd name="T13" fmla="*/ 9 h 30"/>
                <a:gd name="T14" fmla="*/ 1 w 6"/>
                <a:gd name="T15" fmla="*/ 10 h 30"/>
                <a:gd name="T16" fmla="*/ 1 w 6"/>
                <a:gd name="T17" fmla="*/ 10 h 30"/>
                <a:gd name="T18" fmla="*/ 1 w 6"/>
                <a:gd name="T19" fmla="*/ 12 h 30"/>
                <a:gd name="T20" fmla="*/ 1 w 6"/>
                <a:gd name="T21" fmla="*/ 13 h 30"/>
                <a:gd name="T22" fmla="*/ 1 w 6"/>
                <a:gd name="T23" fmla="*/ 13 h 30"/>
                <a:gd name="T24" fmla="*/ 1 w 6"/>
                <a:gd name="T25" fmla="*/ 13 h 30"/>
                <a:gd name="T26" fmla="*/ 1 w 6"/>
                <a:gd name="T27" fmla="*/ 13 h 30"/>
                <a:gd name="T28" fmla="*/ 1 w 6"/>
                <a:gd name="T29" fmla="*/ 13 h 30"/>
                <a:gd name="T30" fmla="*/ 2 w 6"/>
                <a:gd name="T31" fmla="*/ 13 h 30"/>
                <a:gd name="T32" fmla="*/ 2 w 6"/>
                <a:gd name="T33" fmla="*/ 13 h 30"/>
                <a:gd name="T34" fmla="*/ 2 w 6"/>
                <a:gd name="T35" fmla="*/ 14 h 30"/>
                <a:gd name="T36" fmla="*/ 2 w 6"/>
                <a:gd name="T37" fmla="*/ 14 h 30"/>
                <a:gd name="T38" fmla="*/ 2 w 6"/>
                <a:gd name="T39" fmla="*/ 14 h 30"/>
                <a:gd name="T40" fmla="*/ 2 w 6"/>
                <a:gd name="T41" fmla="*/ 14 h 30"/>
                <a:gd name="T42" fmla="*/ 2 w 6"/>
                <a:gd name="T43" fmla="*/ 14 h 30"/>
                <a:gd name="T44" fmla="*/ 2 w 6"/>
                <a:gd name="T45" fmla="*/ 15 h 30"/>
                <a:gd name="T46" fmla="*/ 2 w 6"/>
                <a:gd name="T47" fmla="*/ 15 h 30"/>
                <a:gd name="T48" fmla="*/ 3 w 6"/>
                <a:gd name="T49" fmla="*/ 15 h 30"/>
                <a:gd name="T50" fmla="*/ 3 w 6"/>
                <a:gd name="T51" fmla="*/ 14 h 30"/>
                <a:gd name="T52" fmla="*/ 3 w 6"/>
                <a:gd name="T53" fmla="*/ 14 h 30"/>
                <a:gd name="T54" fmla="*/ 3 w 6"/>
                <a:gd name="T55" fmla="*/ 14 h 30"/>
                <a:gd name="T56" fmla="*/ 3 w 6"/>
                <a:gd name="T57" fmla="*/ 14 h 30"/>
                <a:gd name="T58" fmla="*/ 3 w 6"/>
                <a:gd name="T59" fmla="*/ 14 h 30"/>
                <a:gd name="T60" fmla="*/ 4 w 6"/>
                <a:gd name="T61" fmla="*/ 15 h 30"/>
                <a:gd name="T62" fmla="*/ 4 w 6"/>
                <a:gd name="T63" fmla="*/ 16 h 30"/>
                <a:gd name="T64" fmla="*/ 4 w 6"/>
                <a:gd name="T65" fmla="*/ 17 h 30"/>
                <a:gd name="T66" fmla="*/ 4 w 6"/>
                <a:gd name="T67" fmla="*/ 18 h 30"/>
                <a:gd name="T68" fmla="*/ 4 w 6"/>
                <a:gd name="T69" fmla="*/ 19 h 30"/>
                <a:gd name="T70" fmla="*/ 4 w 6"/>
                <a:gd name="T71" fmla="*/ 21 h 30"/>
                <a:gd name="T72" fmla="*/ 4 w 6"/>
                <a:gd name="T73" fmla="*/ 23 h 30"/>
                <a:gd name="T74" fmla="*/ 4 w 6"/>
                <a:gd name="T75" fmla="*/ 25 h 30"/>
                <a:gd name="T76" fmla="*/ 4 w 6"/>
                <a:gd name="T77" fmla="*/ 27 h 30"/>
                <a:gd name="T78" fmla="*/ 5 w 6"/>
                <a:gd name="T79" fmla="*/ 28 h 30"/>
                <a:gd name="T80" fmla="*/ 5 w 6"/>
                <a:gd name="T81" fmla="*/ 29 h 30"/>
                <a:gd name="T82" fmla="*/ 5 w 6"/>
                <a:gd name="T83" fmla="*/ 30 h 30"/>
                <a:gd name="T84" fmla="*/ 5 w 6"/>
                <a:gd name="T85" fmla="*/ 30 h 30"/>
                <a:gd name="T86" fmla="*/ 5 w 6"/>
                <a:gd name="T87" fmla="*/ 29 h 30"/>
                <a:gd name="T88" fmla="*/ 5 w 6"/>
                <a:gd name="T89" fmla="*/ 29 h 30"/>
                <a:gd name="T90" fmla="*/ 6 w 6"/>
                <a:gd name="T91" fmla="*/ 27 h 30"/>
                <a:gd name="T92" fmla="*/ 6 w 6"/>
                <a:gd name="T93" fmla="*/ 26 h 30"/>
                <a:gd name="T94" fmla="*/ 6 w 6"/>
                <a:gd name="T95" fmla="*/ 25 h 30"/>
                <a:gd name="T96" fmla="*/ 6 w 6"/>
                <a:gd name="T97" fmla="*/ 24 h 30"/>
                <a:gd name="T98" fmla="*/ 6 w 6"/>
                <a:gd name="T99" fmla="*/ 23 h 30"/>
                <a:gd name="T100" fmla="*/ 6 w 6"/>
                <a:gd name="T101" fmla="*/ 22 h 30"/>
                <a:gd name="T102" fmla="*/ 6 w 6"/>
                <a:gd name="T103" fmla="*/ 2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30">
                  <a:moveTo>
                    <a:pt x="0" y="0"/>
                  </a:moveTo>
                  <a:lnTo>
                    <a:pt x="0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4" y="23"/>
                  </a:lnTo>
                  <a:lnTo>
                    <a:pt x="4" y="25"/>
                  </a:lnTo>
                  <a:lnTo>
                    <a:pt x="4" y="27"/>
                  </a:lnTo>
                  <a:lnTo>
                    <a:pt x="5" y="28"/>
                  </a:lnTo>
                  <a:lnTo>
                    <a:pt x="5" y="29"/>
                  </a:lnTo>
                  <a:lnTo>
                    <a:pt x="5" y="30"/>
                  </a:lnTo>
                  <a:lnTo>
                    <a:pt x="5" y="30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6" y="27"/>
                  </a:lnTo>
                  <a:lnTo>
                    <a:pt x="6" y="26"/>
                  </a:lnTo>
                  <a:lnTo>
                    <a:pt x="6" y="25"/>
                  </a:lnTo>
                  <a:lnTo>
                    <a:pt x="6" y="24"/>
                  </a:lnTo>
                  <a:lnTo>
                    <a:pt x="6" y="23"/>
                  </a:lnTo>
                  <a:lnTo>
                    <a:pt x="6" y="22"/>
                  </a:lnTo>
                  <a:lnTo>
                    <a:pt x="6" y="2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1" name="Freeform 761"/>
            <p:cNvSpPr/>
            <p:nvPr/>
          </p:nvSpPr>
          <p:spPr bwMode="auto">
            <a:xfrm>
              <a:off x="1190625" y="4665664"/>
              <a:ext cx="9525" cy="66675"/>
            </a:xfrm>
            <a:custGeom>
              <a:avLst/>
              <a:gdLst>
                <a:gd name="T0" fmla="*/ 0 w 6"/>
                <a:gd name="T1" fmla="*/ 42 h 42"/>
                <a:gd name="T2" fmla="*/ 0 w 6"/>
                <a:gd name="T3" fmla="*/ 42 h 42"/>
                <a:gd name="T4" fmla="*/ 0 w 6"/>
                <a:gd name="T5" fmla="*/ 41 h 42"/>
                <a:gd name="T6" fmla="*/ 0 w 6"/>
                <a:gd name="T7" fmla="*/ 41 h 42"/>
                <a:gd name="T8" fmla="*/ 1 w 6"/>
                <a:gd name="T9" fmla="*/ 41 h 42"/>
                <a:gd name="T10" fmla="*/ 1 w 6"/>
                <a:gd name="T11" fmla="*/ 41 h 42"/>
                <a:gd name="T12" fmla="*/ 1 w 6"/>
                <a:gd name="T13" fmla="*/ 41 h 42"/>
                <a:gd name="T14" fmla="*/ 1 w 6"/>
                <a:gd name="T15" fmla="*/ 40 h 42"/>
                <a:gd name="T16" fmla="*/ 1 w 6"/>
                <a:gd name="T17" fmla="*/ 40 h 42"/>
                <a:gd name="T18" fmla="*/ 1 w 6"/>
                <a:gd name="T19" fmla="*/ 39 h 42"/>
                <a:gd name="T20" fmla="*/ 1 w 6"/>
                <a:gd name="T21" fmla="*/ 38 h 42"/>
                <a:gd name="T22" fmla="*/ 1 w 6"/>
                <a:gd name="T23" fmla="*/ 37 h 42"/>
                <a:gd name="T24" fmla="*/ 1 w 6"/>
                <a:gd name="T25" fmla="*/ 36 h 42"/>
                <a:gd name="T26" fmla="*/ 1 w 6"/>
                <a:gd name="T27" fmla="*/ 35 h 42"/>
                <a:gd name="T28" fmla="*/ 2 w 6"/>
                <a:gd name="T29" fmla="*/ 34 h 42"/>
                <a:gd name="T30" fmla="*/ 2 w 6"/>
                <a:gd name="T31" fmla="*/ 33 h 42"/>
                <a:gd name="T32" fmla="*/ 2 w 6"/>
                <a:gd name="T33" fmla="*/ 32 h 42"/>
                <a:gd name="T34" fmla="*/ 2 w 6"/>
                <a:gd name="T35" fmla="*/ 32 h 42"/>
                <a:gd name="T36" fmla="*/ 2 w 6"/>
                <a:gd name="T37" fmla="*/ 31 h 42"/>
                <a:gd name="T38" fmla="*/ 2 w 6"/>
                <a:gd name="T39" fmla="*/ 31 h 42"/>
                <a:gd name="T40" fmla="*/ 3 w 6"/>
                <a:gd name="T41" fmla="*/ 30 h 42"/>
                <a:gd name="T42" fmla="*/ 3 w 6"/>
                <a:gd name="T43" fmla="*/ 30 h 42"/>
                <a:gd name="T44" fmla="*/ 3 w 6"/>
                <a:gd name="T45" fmla="*/ 30 h 42"/>
                <a:gd name="T46" fmla="*/ 3 w 6"/>
                <a:gd name="T47" fmla="*/ 30 h 42"/>
                <a:gd name="T48" fmla="*/ 3 w 6"/>
                <a:gd name="T49" fmla="*/ 30 h 42"/>
                <a:gd name="T50" fmla="*/ 3 w 6"/>
                <a:gd name="T51" fmla="*/ 31 h 42"/>
                <a:gd name="T52" fmla="*/ 3 w 6"/>
                <a:gd name="T53" fmla="*/ 31 h 42"/>
                <a:gd name="T54" fmla="*/ 3 w 6"/>
                <a:gd name="T55" fmla="*/ 30 h 42"/>
                <a:gd name="T56" fmla="*/ 3 w 6"/>
                <a:gd name="T57" fmla="*/ 30 h 42"/>
                <a:gd name="T58" fmla="*/ 4 w 6"/>
                <a:gd name="T59" fmla="*/ 29 h 42"/>
                <a:gd name="T60" fmla="*/ 4 w 6"/>
                <a:gd name="T61" fmla="*/ 29 h 42"/>
                <a:gd name="T62" fmla="*/ 4 w 6"/>
                <a:gd name="T63" fmla="*/ 28 h 42"/>
                <a:gd name="T64" fmla="*/ 4 w 6"/>
                <a:gd name="T65" fmla="*/ 26 h 42"/>
                <a:gd name="T66" fmla="*/ 4 w 6"/>
                <a:gd name="T67" fmla="*/ 25 h 42"/>
                <a:gd name="T68" fmla="*/ 4 w 6"/>
                <a:gd name="T69" fmla="*/ 24 h 42"/>
                <a:gd name="T70" fmla="*/ 5 w 6"/>
                <a:gd name="T71" fmla="*/ 21 h 42"/>
                <a:gd name="T72" fmla="*/ 5 w 6"/>
                <a:gd name="T73" fmla="*/ 20 h 42"/>
                <a:gd name="T74" fmla="*/ 5 w 6"/>
                <a:gd name="T75" fmla="*/ 22 h 42"/>
                <a:gd name="T76" fmla="*/ 5 w 6"/>
                <a:gd name="T77" fmla="*/ 21 h 42"/>
                <a:gd name="T78" fmla="*/ 5 w 6"/>
                <a:gd name="T79" fmla="*/ 17 h 42"/>
                <a:gd name="T80" fmla="*/ 5 w 6"/>
                <a:gd name="T81" fmla="*/ 17 h 42"/>
                <a:gd name="T82" fmla="*/ 5 w 6"/>
                <a:gd name="T83" fmla="*/ 15 h 42"/>
                <a:gd name="T84" fmla="*/ 5 w 6"/>
                <a:gd name="T85" fmla="*/ 12 h 42"/>
                <a:gd name="T86" fmla="*/ 5 w 6"/>
                <a:gd name="T87" fmla="*/ 10 h 42"/>
                <a:gd name="T88" fmla="*/ 6 w 6"/>
                <a:gd name="T89" fmla="*/ 10 h 42"/>
                <a:gd name="T90" fmla="*/ 6 w 6"/>
                <a:gd name="T91" fmla="*/ 11 h 42"/>
                <a:gd name="T92" fmla="*/ 6 w 6"/>
                <a:gd name="T93" fmla="*/ 12 h 42"/>
                <a:gd name="T94" fmla="*/ 6 w 6"/>
                <a:gd name="T95" fmla="*/ 9 h 42"/>
                <a:gd name="T96" fmla="*/ 6 w 6"/>
                <a:gd name="T97" fmla="*/ 1 h 42"/>
                <a:gd name="T98" fmla="*/ 6 w 6"/>
                <a:gd name="T99" fmla="*/ 0 h 42"/>
                <a:gd name="T100" fmla="*/ 6 w 6"/>
                <a:gd name="T101" fmla="*/ 5 h 42"/>
                <a:gd name="T102" fmla="*/ 6 w 6"/>
                <a:gd name="T10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2">
                  <a:moveTo>
                    <a:pt x="0" y="42"/>
                  </a:moveTo>
                  <a:lnTo>
                    <a:pt x="0" y="42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1" y="39"/>
                  </a:lnTo>
                  <a:lnTo>
                    <a:pt x="1" y="38"/>
                  </a:lnTo>
                  <a:lnTo>
                    <a:pt x="1" y="37"/>
                  </a:lnTo>
                  <a:lnTo>
                    <a:pt x="1" y="36"/>
                  </a:lnTo>
                  <a:lnTo>
                    <a:pt x="1" y="35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8"/>
                  </a:lnTo>
                  <a:lnTo>
                    <a:pt x="4" y="26"/>
                  </a:lnTo>
                  <a:lnTo>
                    <a:pt x="4" y="25"/>
                  </a:lnTo>
                  <a:lnTo>
                    <a:pt x="4" y="24"/>
                  </a:lnTo>
                  <a:lnTo>
                    <a:pt x="5" y="21"/>
                  </a:lnTo>
                  <a:lnTo>
                    <a:pt x="5" y="20"/>
                  </a:lnTo>
                  <a:lnTo>
                    <a:pt x="5" y="22"/>
                  </a:lnTo>
                  <a:lnTo>
                    <a:pt x="5" y="21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5" y="12"/>
                  </a:lnTo>
                  <a:lnTo>
                    <a:pt x="5" y="10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9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5"/>
                  </a:lnTo>
                  <a:lnTo>
                    <a:pt x="6" y="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2" name="Freeform 762"/>
            <p:cNvSpPr/>
            <p:nvPr/>
          </p:nvSpPr>
          <p:spPr bwMode="auto">
            <a:xfrm>
              <a:off x="1200150" y="4670426"/>
              <a:ext cx="11113" cy="46038"/>
            </a:xfrm>
            <a:custGeom>
              <a:avLst/>
              <a:gdLst>
                <a:gd name="T0" fmla="*/ 0 w 7"/>
                <a:gd name="T1" fmla="*/ 2 h 29"/>
                <a:gd name="T2" fmla="*/ 0 w 7"/>
                <a:gd name="T3" fmla="*/ 3 h 29"/>
                <a:gd name="T4" fmla="*/ 0 w 7"/>
                <a:gd name="T5" fmla="*/ 1 h 29"/>
                <a:gd name="T6" fmla="*/ 1 w 7"/>
                <a:gd name="T7" fmla="*/ 0 h 29"/>
                <a:gd name="T8" fmla="*/ 1 w 7"/>
                <a:gd name="T9" fmla="*/ 2 h 29"/>
                <a:gd name="T10" fmla="*/ 1 w 7"/>
                <a:gd name="T11" fmla="*/ 4 h 29"/>
                <a:gd name="T12" fmla="*/ 1 w 7"/>
                <a:gd name="T13" fmla="*/ 5 h 29"/>
                <a:gd name="T14" fmla="*/ 1 w 7"/>
                <a:gd name="T15" fmla="*/ 6 h 29"/>
                <a:gd name="T16" fmla="*/ 1 w 7"/>
                <a:gd name="T17" fmla="*/ 10 h 29"/>
                <a:gd name="T18" fmla="*/ 2 w 7"/>
                <a:gd name="T19" fmla="*/ 14 h 29"/>
                <a:gd name="T20" fmla="*/ 2 w 7"/>
                <a:gd name="T21" fmla="*/ 13 h 29"/>
                <a:gd name="T22" fmla="*/ 2 w 7"/>
                <a:gd name="T23" fmla="*/ 9 h 29"/>
                <a:gd name="T24" fmla="*/ 2 w 7"/>
                <a:gd name="T25" fmla="*/ 7 h 29"/>
                <a:gd name="T26" fmla="*/ 2 w 7"/>
                <a:gd name="T27" fmla="*/ 7 h 29"/>
                <a:gd name="T28" fmla="*/ 2 w 7"/>
                <a:gd name="T29" fmla="*/ 6 h 29"/>
                <a:gd name="T30" fmla="*/ 2 w 7"/>
                <a:gd name="T31" fmla="*/ 5 h 29"/>
                <a:gd name="T32" fmla="*/ 2 w 7"/>
                <a:gd name="T33" fmla="*/ 10 h 29"/>
                <a:gd name="T34" fmla="*/ 2 w 7"/>
                <a:gd name="T35" fmla="*/ 16 h 29"/>
                <a:gd name="T36" fmla="*/ 3 w 7"/>
                <a:gd name="T37" fmla="*/ 15 h 29"/>
                <a:gd name="T38" fmla="*/ 3 w 7"/>
                <a:gd name="T39" fmla="*/ 9 h 29"/>
                <a:gd name="T40" fmla="*/ 3 w 7"/>
                <a:gd name="T41" fmla="*/ 9 h 29"/>
                <a:gd name="T42" fmla="*/ 3 w 7"/>
                <a:gd name="T43" fmla="*/ 11 h 29"/>
                <a:gd name="T44" fmla="*/ 3 w 7"/>
                <a:gd name="T45" fmla="*/ 12 h 29"/>
                <a:gd name="T46" fmla="*/ 3 w 7"/>
                <a:gd name="T47" fmla="*/ 15 h 29"/>
                <a:gd name="T48" fmla="*/ 4 w 7"/>
                <a:gd name="T49" fmla="*/ 22 h 29"/>
                <a:gd name="T50" fmla="*/ 4 w 7"/>
                <a:gd name="T51" fmla="*/ 23 h 29"/>
                <a:gd name="T52" fmla="*/ 4 w 7"/>
                <a:gd name="T53" fmla="*/ 19 h 29"/>
                <a:gd name="T54" fmla="*/ 4 w 7"/>
                <a:gd name="T55" fmla="*/ 18 h 29"/>
                <a:gd name="T56" fmla="*/ 4 w 7"/>
                <a:gd name="T57" fmla="*/ 20 h 29"/>
                <a:gd name="T58" fmla="*/ 4 w 7"/>
                <a:gd name="T59" fmla="*/ 20 h 29"/>
                <a:gd name="T60" fmla="*/ 4 w 7"/>
                <a:gd name="T61" fmla="*/ 22 h 29"/>
                <a:gd name="T62" fmla="*/ 4 w 7"/>
                <a:gd name="T63" fmla="*/ 26 h 29"/>
                <a:gd name="T64" fmla="*/ 4 w 7"/>
                <a:gd name="T65" fmla="*/ 27 h 29"/>
                <a:gd name="T66" fmla="*/ 4 w 7"/>
                <a:gd name="T67" fmla="*/ 23 h 29"/>
                <a:gd name="T68" fmla="*/ 5 w 7"/>
                <a:gd name="T69" fmla="*/ 21 h 29"/>
                <a:gd name="T70" fmla="*/ 5 w 7"/>
                <a:gd name="T71" fmla="*/ 22 h 29"/>
                <a:gd name="T72" fmla="*/ 5 w 7"/>
                <a:gd name="T73" fmla="*/ 21 h 29"/>
                <a:gd name="T74" fmla="*/ 5 w 7"/>
                <a:gd name="T75" fmla="*/ 19 h 29"/>
                <a:gd name="T76" fmla="*/ 5 w 7"/>
                <a:gd name="T77" fmla="*/ 24 h 29"/>
                <a:gd name="T78" fmla="*/ 5 w 7"/>
                <a:gd name="T79" fmla="*/ 27 h 29"/>
                <a:gd name="T80" fmla="*/ 5 w 7"/>
                <a:gd name="T81" fmla="*/ 27 h 29"/>
                <a:gd name="T82" fmla="*/ 5 w 7"/>
                <a:gd name="T83" fmla="*/ 24 h 29"/>
                <a:gd name="T84" fmla="*/ 5 w 7"/>
                <a:gd name="T85" fmla="*/ 22 h 29"/>
                <a:gd name="T86" fmla="*/ 6 w 7"/>
                <a:gd name="T87" fmla="*/ 19 h 29"/>
                <a:gd name="T88" fmla="*/ 6 w 7"/>
                <a:gd name="T89" fmla="*/ 20 h 29"/>
                <a:gd name="T90" fmla="*/ 6 w 7"/>
                <a:gd name="T91" fmla="*/ 24 h 29"/>
                <a:gd name="T92" fmla="*/ 6 w 7"/>
                <a:gd name="T93" fmla="*/ 24 h 29"/>
                <a:gd name="T94" fmla="*/ 6 w 7"/>
                <a:gd name="T95" fmla="*/ 25 h 29"/>
                <a:gd name="T96" fmla="*/ 6 w 7"/>
                <a:gd name="T97" fmla="*/ 28 h 29"/>
                <a:gd name="T98" fmla="*/ 7 w 7"/>
                <a:gd name="T99" fmla="*/ 29 h 29"/>
                <a:gd name="T100" fmla="*/ 7 w 7"/>
                <a:gd name="T101" fmla="*/ 26 h 29"/>
                <a:gd name="T102" fmla="*/ 7 w 7"/>
                <a:gd name="T103" fmla="*/ 2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29">
                  <a:moveTo>
                    <a:pt x="0" y="2"/>
                  </a:moveTo>
                  <a:lnTo>
                    <a:pt x="0" y="3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10"/>
                  </a:lnTo>
                  <a:lnTo>
                    <a:pt x="2" y="14"/>
                  </a:lnTo>
                  <a:lnTo>
                    <a:pt x="2" y="13"/>
                  </a:lnTo>
                  <a:lnTo>
                    <a:pt x="2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10"/>
                  </a:lnTo>
                  <a:lnTo>
                    <a:pt x="2" y="16"/>
                  </a:lnTo>
                  <a:lnTo>
                    <a:pt x="3" y="15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4" y="22"/>
                  </a:lnTo>
                  <a:lnTo>
                    <a:pt x="4" y="23"/>
                  </a:lnTo>
                  <a:lnTo>
                    <a:pt x="4" y="19"/>
                  </a:lnTo>
                  <a:lnTo>
                    <a:pt x="4" y="18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4" y="22"/>
                  </a:lnTo>
                  <a:lnTo>
                    <a:pt x="4" y="26"/>
                  </a:lnTo>
                  <a:lnTo>
                    <a:pt x="4" y="27"/>
                  </a:lnTo>
                  <a:lnTo>
                    <a:pt x="4" y="23"/>
                  </a:lnTo>
                  <a:lnTo>
                    <a:pt x="5" y="21"/>
                  </a:lnTo>
                  <a:lnTo>
                    <a:pt x="5" y="22"/>
                  </a:lnTo>
                  <a:lnTo>
                    <a:pt x="5" y="21"/>
                  </a:lnTo>
                  <a:lnTo>
                    <a:pt x="5" y="19"/>
                  </a:lnTo>
                  <a:lnTo>
                    <a:pt x="5" y="24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5" y="24"/>
                  </a:lnTo>
                  <a:lnTo>
                    <a:pt x="5" y="22"/>
                  </a:lnTo>
                  <a:lnTo>
                    <a:pt x="6" y="19"/>
                  </a:lnTo>
                  <a:lnTo>
                    <a:pt x="6" y="20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6" y="25"/>
                  </a:lnTo>
                  <a:lnTo>
                    <a:pt x="6" y="28"/>
                  </a:lnTo>
                  <a:lnTo>
                    <a:pt x="7" y="29"/>
                  </a:lnTo>
                  <a:lnTo>
                    <a:pt x="7" y="26"/>
                  </a:lnTo>
                  <a:lnTo>
                    <a:pt x="7" y="2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3" name="Freeform 763"/>
            <p:cNvSpPr/>
            <p:nvPr/>
          </p:nvSpPr>
          <p:spPr bwMode="auto">
            <a:xfrm>
              <a:off x="1211263" y="4710114"/>
              <a:ext cx="9525" cy="31750"/>
            </a:xfrm>
            <a:custGeom>
              <a:avLst/>
              <a:gdLst>
                <a:gd name="T0" fmla="*/ 0 w 6"/>
                <a:gd name="T1" fmla="*/ 1 h 20"/>
                <a:gd name="T2" fmla="*/ 0 w 6"/>
                <a:gd name="T3" fmla="*/ 0 h 20"/>
                <a:gd name="T4" fmla="*/ 0 w 6"/>
                <a:gd name="T5" fmla="*/ 4 h 20"/>
                <a:gd name="T6" fmla="*/ 0 w 6"/>
                <a:gd name="T7" fmla="*/ 9 h 20"/>
                <a:gd name="T8" fmla="*/ 0 w 6"/>
                <a:gd name="T9" fmla="*/ 13 h 20"/>
                <a:gd name="T10" fmla="*/ 0 w 6"/>
                <a:gd name="T11" fmla="*/ 13 h 20"/>
                <a:gd name="T12" fmla="*/ 0 w 6"/>
                <a:gd name="T13" fmla="*/ 12 h 20"/>
                <a:gd name="T14" fmla="*/ 0 w 6"/>
                <a:gd name="T15" fmla="*/ 14 h 20"/>
                <a:gd name="T16" fmla="*/ 1 w 6"/>
                <a:gd name="T17" fmla="*/ 19 h 20"/>
                <a:gd name="T18" fmla="*/ 1 w 6"/>
                <a:gd name="T19" fmla="*/ 20 h 20"/>
                <a:gd name="T20" fmla="*/ 1 w 6"/>
                <a:gd name="T21" fmla="*/ 17 h 20"/>
                <a:gd name="T22" fmla="*/ 1 w 6"/>
                <a:gd name="T23" fmla="*/ 16 h 20"/>
                <a:gd name="T24" fmla="*/ 1 w 6"/>
                <a:gd name="T25" fmla="*/ 17 h 20"/>
                <a:gd name="T26" fmla="*/ 1 w 6"/>
                <a:gd name="T27" fmla="*/ 19 h 20"/>
                <a:gd name="T28" fmla="*/ 2 w 6"/>
                <a:gd name="T29" fmla="*/ 18 h 20"/>
                <a:gd name="T30" fmla="*/ 2 w 6"/>
                <a:gd name="T31" fmla="*/ 17 h 20"/>
                <a:gd name="T32" fmla="*/ 2 w 6"/>
                <a:gd name="T33" fmla="*/ 18 h 20"/>
                <a:gd name="T34" fmla="*/ 2 w 6"/>
                <a:gd name="T35" fmla="*/ 18 h 20"/>
                <a:gd name="T36" fmla="*/ 2 w 6"/>
                <a:gd name="T37" fmla="*/ 15 h 20"/>
                <a:gd name="T38" fmla="*/ 2 w 6"/>
                <a:gd name="T39" fmla="*/ 14 h 20"/>
                <a:gd name="T40" fmla="*/ 2 w 6"/>
                <a:gd name="T41" fmla="*/ 17 h 20"/>
                <a:gd name="T42" fmla="*/ 2 w 6"/>
                <a:gd name="T43" fmla="*/ 18 h 20"/>
                <a:gd name="T44" fmla="*/ 2 w 6"/>
                <a:gd name="T45" fmla="*/ 17 h 20"/>
                <a:gd name="T46" fmla="*/ 3 w 6"/>
                <a:gd name="T47" fmla="*/ 19 h 20"/>
                <a:gd name="T48" fmla="*/ 3 w 6"/>
                <a:gd name="T49" fmla="*/ 18 h 20"/>
                <a:gd name="T50" fmla="*/ 3 w 6"/>
                <a:gd name="T51" fmla="*/ 15 h 20"/>
                <a:gd name="T52" fmla="*/ 3 w 6"/>
                <a:gd name="T53" fmla="*/ 12 h 20"/>
                <a:gd name="T54" fmla="*/ 3 w 6"/>
                <a:gd name="T55" fmla="*/ 14 h 20"/>
                <a:gd name="T56" fmla="*/ 3 w 6"/>
                <a:gd name="T57" fmla="*/ 15 h 20"/>
                <a:gd name="T58" fmla="*/ 3 w 6"/>
                <a:gd name="T59" fmla="*/ 14 h 20"/>
                <a:gd name="T60" fmla="*/ 3 w 6"/>
                <a:gd name="T61" fmla="*/ 12 h 20"/>
                <a:gd name="T62" fmla="*/ 3 w 6"/>
                <a:gd name="T63" fmla="*/ 11 h 20"/>
                <a:gd name="T64" fmla="*/ 4 w 6"/>
                <a:gd name="T65" fmla="*/ 10 h 20"/>
                <a:gd name="T66" fmla="*/ 4 w 6"/>
                <a:gd name="T67" fmla="*/ 9 h 20"/>
                <a:gd name="T68" fmla="*/ 4 w 6"/>
                <a:gd name="T69" fmla="*/ 7 h 20"/>
                <a:gd name="T70" fmla="*/ 4 w 6"/>
                <a:gd name="T71" fmla="*/ 8 h 20"/>
                <a:gd name="T72" fmla="*/ 4 w 6"/>
                <a:gd name="T73" fmla="*/ 9 h 20"/>
                <a:gd name="T74" fmla="*/ 4 w 6"/>
                <a:gd name="T75" fmla="*/ 12 h 20"/>
                <a:gd name="T76" fmla="*/ 5 w 6"/>
                <a:gd name="T77" fmla="*/ 14 h 20"/>
                <a:gd name="T78" fmla="*/ 5 w 6"/>
                <a:gd name="T79" fmla="*/ 13 h 20"/>
                <a:gd name="T80" fmla="*/ 5 w 6"/>
                <a:gd name="T81" fmla="*/ 12 h 20"/>
                <a:gd name="T82" fmla="*/ 5 w 6"/>
                <a:gd name="T83" fmla="*/ 13 h 20"/>
                <a:gd name="T84" fmla="*/ 5 w 6"/>
                <a:gd name="T85" fmla="*/ 14 h 20"/>
                <a:gd name="T86" fmla="*/ 5 w 6"/>
                <a:gd name="T87" fmla="*/ 16 h 20"/>
                <a:gd name="T88" fmla="*/ 5 w 6"/>
                <a:gd name="T89" fmla="*/ 17 h 20"/>
                <a:gd name="T90" fmla="*/ 5 w 6"/>
                <a:gd name="T91" fmla="*/ 14 h 20"/>
                <a:gd name="T92" fmla="*/ 5 w 6"/>
                <a:gd name="T93" fmla="*/ 12 h 20"/>
                <a:gd name="T94" fmla="*/ 5 w 6"/>
                <a:gd name="T95" fmla="*/ 11 h 20"/>
                <a:gd name="T96" fmla="*/ 6 w 6"/>
                <a:gd name="T97" fmla="*/ 10 h 20"/>
                <a:gd name="T98" fmla="*/ 6 w 6"/>
                <a:gd name="T99" fmla="*/ 7 h 20"/>
                <a:gd name="T100" fmla="*/ 6 w 6"/>
                <a:gd name="T101" fmla="*/ 7 h 20"/>
                <a:gd name="T102" fmla="*/ 6 w 6"/>
                <a:gd name="T103" fmla="*/ 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20">
                  <a:moveTo>
                    <a:pt x="0" y="1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9"/>
                  </a:lnTo>
                  <a:lnTo>
                    <a:pt x="1" y="20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1" y="19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5"/>
                  </a:lnTo>
                  <a:lnTo>
                    <a:pt x="3" y="12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3" y="11"/>
                  </a:lnTo>
                  <a:lnTo>
                    <a:pt x="4" y="10"/>
                  </a:lnTo>
                  <a:lnTo>
                    <a:pt x="4" y="9"/>
                  </a:lnTo>
                  <a:lnTo>
                    <a:pt x="4" y="7"/>
                  </a:lnTo>
                  <a:lnTo>
                    <a:pt x="4" y="8"/>
                  </a:lnTo>
                  <a:lnTo>
                    <a:pt x="4" y="9"/>
                  </a:lnTo>
                  <a:lnTo>
                    <a:pt x="4" y="12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5" y="12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14"/>
                  </a:lnTo>
                  <a:lnTo>
                    <a:pt x="5" y="12"/>
                  </a:lnTo>
                  <a:lnTo>
                    <a:pt x="5" y="11"/>
                  </a:lnTo>
                  <a:lnTo>
                    <a:pt x="6" y="10"/>
                  </a:lnTo>
                  <a:lnTo>
                    <a:pt x="6" y="7"/>
                  </a:lnTo>
                  <a:lnTo>
                    <a:pt x="6" y="7"/>
                  </a:lnTo>
                  <a:lnTo>
                    <a:pt x="6" y="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4" name="Freeform 764"/>
            <p:cNvSpPr/>
            <p:nvPr/>
          </p:nvSpPr>
          <p:spPr bwMode="auto">
            <a:xfrm>
              <a:off x="1220788" y="4681539"/>
              <a:ext cx="9525" cy="39688"/>
            </a:xfrm>
            <a:custGeom>
              <a:avLst/>
              <a:gdLst>
                <a:gd name="T0" fmla="*/ 0 w 6"/>
                <a:gd name="T1" fmla="*/ 25 h 25"/>
                <a:gd name="T2" fmla="*/ 0 w 6"/>
                <a:gd name="T3" fmla="*/ 25 h 25"/>
                <a:gd name="T4" fmla="*/ 0 w 6"/>
                <a:gd name="T5" fmla="*/ 23 h 25"/>
                <a:gd name="T6" fmla="*/ 0 w 6"/>
                <a:gd name="T7" fmla="*/ 22 h 25"/>
                <a:gd name="T8" fmla="*/ 1 w 6"/>
                <a:gd name="T9" fmla="*/ 22 h 25"/>
                <a:gd name="T10" fmla="*/ 1 w 6"/>
                <a:gd name="T11" fmla="*/ 19 h 25"/>
                <a:gd name="T12" fmla="*/ 1 w 6"/>
                <a:gd name="T13" fmla="*/ 17 h 25"/>
                <a:gd name="T14" fmla="*/ 1 w 6"/>
                <a:gd name="T15" fmla="*/ 18 h 25"/>
                <a:gd name="T16" fmla="*/ 1 w 6"/>
                <a:gd name="T17" fmla="*/ 19 h 25"/>
                <a:gd name="T18" fmla="*/ 1 w 6"/>
                <a:gd name="T19" fmla="*/ 15 h 25"/>
                <a:gd name="T20" fmla="*/ 1 w 6"/>
                <a:gd name="T21" fmla="*/ 14 h 25"/>
                <a:gd name="T22" fmla="*/ 1 w 6"/>
                <a:gd name="T23" fmla="*/ 14 h 25"/>
                <a:gd name="T24" fmla="*/ 1 w 6"/>
                <a:gd name="T25" fmla="*/ 13 h 25"/>
                <a:gd name="T26" fmla="*/ 2 w 6"/>
                <a:gd name="T27" fmla="*/ 12 h 25"/>
                <a:gd name="T28" fmla="*/ 2 w 6"/>
                <a:gd name="T29" fmla="*/ 10 h 25"/>
                <a:gd name="T30" fmla="*/ 2 w 6"/>
                <a:gd name="T31" fmla="*/ 7 h 25"/>
                <a:gd name="T32" fmla="*/ 2 w 6"/>
                <a:gd name="T33" fmla="*/ 5 h 25"/>
                <a:gd name="T34" fmla="*/ 2 w 6"/>
                <a:gd name="T35" fmla="*/ 7 h 25"/>
                <a:gd name="T36" fmla="*/ 2 w 6"/>
                <a:gd name="T37" fmla="*/ 7 h 25"/>
                <a:gd name="T38" fmla="*/ 3 w 6"/>
                <a:gd name="T39" fmla="*/ 4 h 25"/>
                <a:gd name="T40" fmla="*/ 3 w 6"/>
                <a:gd name="T41" fmla="*/ 4 h 25"/>
                <a:gd name="T42" fmla="*/ 3 w 6"/>
                <a:gd name="T43" fmla="*/ 6 h 25"/>
                <a:gd name="T44" fmla="*/ 3 w 6"/>
                <a:gd name="T45" fmla="*/ 3 h 25"/>
                <a:gd name="T46" fmla="*/ 3 w 6"/>
                <a:gd name="T47" fmla="*/ 0 h 25"/>
                <a:gd name="T48" fmla="*/ 3 w 6"/>
                <a:gd name="T49" fmla="*/ 1 h 25"/>
                <a:gd name="T50" fmla="*/ 3 w 6"/>
                <a:gd name="T51" fmla="*/ 3 h 25"/>
                <a:gd name="T52" fmla="*/ 3 w 6"/>
                <a:gd name="T53" fmla="*/ 2 h 25"/>
                <a:gd name="T54" fmla="*/ 3 w 6"/>
                <a:gd name="T55" fmla="*/ 2 h 25"/>
                <a:gd name="T56" fmla="*/ 4 w 6"/>
                <a:gd name="T57" fmla="*/ 2 h 25"/>
                <a:gd name="T58" fmla="*/ 4 w 6"/>
                <a:gd name="T59" fmla="*/ 2 h 25"/>
                <a:gd name="T60" fmla="*/ 4 w 6"/>
                <a:gd name="T61" fmla="*/ 2 h 25"/>
                <a:gd name="T62" fmla="*/ 4 w 6"/>
                <a:gd name="T63" fmla="*/ 1 h 25"/>
                <a:gd name="T64" fmla="*/ 4 w 6"/>
                <a:gd name="T65" fmla="*/ 2 h 25"/>
                <a:gd name="T66" fmla="*/ 4 w 6"/>
                <a:gd name="T67" fmla="*/ 5 h 25"/>
                <a:gd name="T68" fmla="*/ 4 w 6"/>
                <a:gd name="T69" fmla="*/ 7 h 25"/>
                <a:gd name="T70" fmla="*/ 4 w 6"/>
                <a:gd name="T71" fmla="*/ 7 h 25"/>
                <a:gd name="T72" fmla="*/ 4 w 6"/>
                <a:gd name="T73" fmla="*/ 8 h 25"/>
                <a:gd name="T74" fmla="*/ 5 w 6"/>
                <a:gd name="T75" fmla="*/ 9 h 25"/>
                <a:gd name="T76" fmla="*/ 5 w 6"/>
                <a:gd name="T77" fmla="*/ 10 h 25"/>
                <a:gd name="T78" fmla="*/ 5 w 6"/>
                <a:gd name="T79" fmla="*/ 12 h 25"/>
                <a:gd name="T80" fmla="*/ 5 w 6"/>
                <a:gd name="T81" fmla="*/ 14 h 25"/>
                <a:gd name="T82" fmla="*/ 5 w 6"/>
                <a:gd name="T83" fmla="*/ 18 h 25"/>
                <a:gd name="T84" fmla="*/ 5 w 6"/>
                <a:gd name="T85" fmla="*/ 20 h 25"/>
                <a:gd name="T86" fmla="*/ 6 w 6"/>
                <a:gd name="T87" fmla="*/ 22 h 25"/>
                <a:gd name="T88" fmla="*/ 6 w 6"/>
                <a:gd name="T89" fmla="*/ 22 h 25"/>
                <a:gd name="T90" fmla="*/ 6 w 6"/>
                <a:gd name="T91" fmla="*/ 22 h 25"/>
                <a:gd name="T92" fmla="*/ 6 w 6"/>
                <a:gd name="T93" fmla="*/ 22 h 25"/>
                <a:gd name="T94" fmla="*/ 6 w 6"/>
                <a:gd name="T95" fmla="*/ 24 h 25"/>
                <a:gd name="T96" fmla="*/ 6 w 6"/>
                <a:gd name="T97" fmla="*/ 24 h 25"/>
                <a:gd name="T98" fmla="*/ 6 w 6"/>
                <a:gd name="T99" fmla="*/ 23 h 25"/>
                <a:gd name="T100" fmla="*/ 6 w 6"/>
                <a:gd name="T101" fmla="*/ 24 h 25"/>
                <a:gd name="T102" fmla="*/ 6 w 6"/>
                <a:gd name="T103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25">
                  <a:moveTo>
                    <a:pt x="0" y="25"/>
                  </a:moveTo>
                  <a:lnTo>
                    <a:pt x="0" y="25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1" y="22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7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6"/>
                  </a:lnTo>
                  <a:lnTo>
                    <a:pt x="3" y="3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2"/>
                  </a:lnTo>
                  <a:lnTo>
                    <a:pt x="4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8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5" y="14"/>
                  </a:lnTo>
                  <a:lnTo>
                    <a:pt x="5" y="18"/>
                  </a:lnTo>
                  <a:lnTo>
                    <a:pt x="5" y="20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6" y="23"/>
                  </a:lnTo>
                  <a:lnTo>
                    <a:pt x="6" y="24"/>
                  </a:lnTo>
                  <a:lnTo>
                    <a:pt x="6" y="2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5" name="Freeform 765"/>
            <p:cNvSpPr/>
            <p:nvPr/>
          </p:nvSpPr>
          <p:spPr bwMode="auto">
            <a:xfrm>
              <a:off x="1230313" y="4719639"/>
              <a:ext cx="11113" cy="66675"/>
            </a:xfrm>
            <a:custGeom>
              <a:avLst/>
              <a:gdLst>
                <a:gd name="T0" fmla="*/ 0 w 7"/>
                <a:gd name="T1" fmla="*/ 0 h 42"/>
                <a:gd name="T2" fmla="*/ 0 w 7"/>
                <a:gd name="T3" fmla="*/ 1 h 42"/>
                <a:gd name="T4" fmla="*/ 1 w 7"/>
                <a:gd name="T5" fmla="*/ 1 h 42"/>
                <a:gd name="T6" fmla="*/ 1 w 7"/>
                <a:gd name="T7" fmla="*/ 0 h 42"/>
                <a:gd name="T8" fmla="*/ 1 w 7"/>
                <a:gd name="T9" fmla="*/ 0 h 42"/>
                <a:gd name="T10" fmla="*/ 1 w 7"/>
                <a:gd name="T11" fmla="*/ 3 h 42"/>
                <a:gd name="T12" fmla="*/ 1 w 7"/>
                <a:gd name="T13" fmla="*/ 6 h 42"/>
                <a:gd name="T14" fmla="*/ 1 w 7"/>
                <a:gd name="T15" fmla="*/ 7 h 42"/>
                <a:gd name="T16" fmla="*/ 2 w 7"/>
                <a:gd name="T17" fmla="*/ 8 h 42"/>
                <a:gd name="T18" fmla="*/ 2 w 7"/>
                <a:gd name="T19" fmla="*/ 9 h 42"/>
                <a:gd name="T20" fmla="*/ 2 w 7"/>
                <a:gd name="T21" fmla="*/ 9 h 42"/>
                <a:gd name="T22" fmla="*/ 2 w 7"/>
                <a:gd name="T23" fmla="*/ 10 h 42"/>
                <a:gd name="T24" fmla="*/ 2 w 7"/>
                <a:gd name="T25" fmla="*/ 10 h 42"/>
                <a:gd name="T26" fmla="*/ 2 w 7"/>
                <a:gd name="T27" fmla="*/ 10 h 42"/>
                <a:gd name="T28" fmla="*/ 2 w 7"/>
                <a:gd name="T29" fmla="*/ 12 h 42"/>
                <a:gd name="T30" fmla="*/ 2 w 7"/>
                <a:gd name="T31" fmla="*/ 15 h 42"/>
                <a:gd name="T32" fmla="*/ 2 w 7"/>
                <a:gd name="T33" fmla="*/ 16 h 42"/>
                <a:gd name="T34" fmla="*/ 2 w 7"/>
                <a:gd name="T35" fmla="*/ 16 h 42"/>
                <a:gd name="T36" fmla="*/ 3 w 7"/>
                <a:gd name="T37" fmla="*/ 17 h 42"/>
                <a:gd name="T38" fmla="*/ 3 w 7"/>
                <a:gd name="T39" fmla="*/ 20 h 42"/>
                <a:gd name="T40" fmla="*/ 3 w 7"/>
                <a:gd name="T41" fmla="*/ 23 h 42"/>
                <a:gd name="T42" fmla="*/ 3 w 7"/>
                <a:gd name="T43" fmla="*/ 26 h 42"/>
                <a:gd name="T44" fmla="*/ 3 w 7"/>
                <a:gd name="T45" fmla="*/ 27 h 42"/>
                <a:gd name="T46" fmla="*/ 3 w 7"/>
                <a:gd name="T47" fmla="*/ 30 h 42"/>
                <a:gd name="T48" fmla="*/ 3 w 7"/>
                <a:gd name="T49" fmla="*/ 34 h 42"/>
                <a:gd name="T50" fmla="*/ 3 w 7"/>
                <a:gd name="T51" fmla="*/ 37 h 42"/>
                <a:gd name="T52" fmla="*/ 3 w 7"/>
                <a:gd name="T53" fmla="*/ 38 h 42"/>
                <a:gd name="T54" fmla="*/ 4 w 7"/>
                <a:gd name="T55" fmla="*/ 38 h 42"/>
                <a:gd name="T56" fmla="*/ 4 w 7"/>
                <a:gd name="T57" fmla="*/ 39 h 42"/>
                <a:gd name="T58" fmla="*/ 4 w 7"/>
                <a:gd name="T59" fmla="*/ 40 h 42"/>
                <a:gd name="T60" fmla="*/ 4 w 7"/>
                <a:gd name="T61" fmla="*/ 40 h 42"/>
                <a:gd name="T62" fmla="*/ 4 w 7"/>
                <a:gd name="T63" fmla="*/ 38 h 42"/>
                <a:gd name="T64" fmla="*/ 4 w 7"/>
                <a:gd name="T65" fmla="*/ 37 h 42"/>
                <a:gd name="T66" fmla="*/ 5 w 7"/>
                <a:gd name="T67" fmla="*/ 38 h 42"/>
                <a:gd name="T68" fmla="*/ 5 w 7"/>
                <a:gd name="T69" fmla="*/ 40 h 42"/>
                <a:gd name="T70" fmla="*/ 5 w 7"/>
                <a:gd name="T71" fmla="*/ 39 h 42"/>
                <a:gd name="T72" fmla="*/ 5 w 7"/>
                <a:gd name="T73" fmla="*/ 38 h 42"/>
                <a:gd name="T74" fmla="*/ 5 w 7"/>
                <a:gd name="T75" fmla="*/ 37 h 42"/>
                <a:gd name="T76" fmla="*/ 5 w 7"/>
                <a:gd name="T77" fmla="*/ 38 h 42"/>
                <a:gd name="T78" fmla="*/ 5 w 7"/>
                <a:gd name="T79" fmla="*/ 40 h 42"/>
                <a:gd name="T80" fmla="*/ 5 w 7"/>
                <a:gd name="T81" fmla="*/ 42 h 42"/>
                <a:gd name="T82" fmla="*/ 5 w 7"/>
                <a:gd name="T83" fmla="*/ 42 h 42"/>
                <a:gd name="T84" fmla="*/ 6 w 7"/>
                <a:gd name="T85" fmla="*/ 40 h 42"/>
                <a:gd name="T86" fmla="*/ 6 w 7"/>
                <a:gd name="T87" fmla="*/ 39 h 42"/>
                <a:gd name="T88" fmla="*/ 6 w 7"/>
                <a:gd name="T89" fmla="*/ 39 h 42"/>
                <a:gd name="T90" fmla="*/ 6 w 7"/>
                <a:gd name="T91" fmla="*/ 37 h 42"/>
                <a:gd name="T92" fmla="*/ 6 w 7"/>
                <a:gd name="T93" fmla="*/ 36 h 42"/>
                <a:gd name="T94" fmla="*/ 6 w 7"/>
                <a:gd name="T95" fmla="*/ 35 h 42"/>
                <a:gd name="T96" fmla="*/ 7 w 7"/>
                <a:gd name="T97" fmla="*/ 35 h 42"/>
                <a:gd name="T98" fmla="*/ 7 w 7"/>
                <a:gd name="T99" fmla="*/ 35 h 42"/>
                <a:gd name="T100" fmla="*/ 7 w 7"/>
                <a:gd name="T101" fmla="*/ 36 h 42"/>
                <a:gd name="T102" fmla="*/ 7 w 7"/>
                <a:gd name="T103" fmla="*/ 3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42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3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3" y="30"/>
                  </a:lnTo>
                  <a:lnTo>
                    <a:pt x="3" y="34"/>
                  </a:lnTo>
                  <a:lnTo>
                    <a:pt x="3" y="37"/>
                  </a:lnTo>
                  <a:lnTo>
                    <a:pt x="3" y="38"/>
                  </a:lnTo>
                  <a:lnTo>
                    <a:pt x="4" y="38"/>
                  </a:lnTo>
                  <a:lnTo>
                    <a:pt x="4" y="39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4" y="38"/>
                  </a:lnTo>
                  <a:lnTo>
                    <a:pt x="4" y="37"/>
                  </a:lnTo>
                  <a:lnTo>
                    <a:pt x="5" y="38"/>
                  </a:lnTo>
                  <a:lnTo>
                    <a:pt x="5" y="40"/>
                  </a:lnTo>
                  <a:lnTo>
                    <a:pt x="5" y="39"/>
                  </a:lnTo>
                  <a:lnTo>
                    <a:pt x="5" y="38"/>
                  </a:lnTo>
                  <a:lnTo>
                    <a:pt x="5" y="37"/>
                  </a:lnTo>
                  <a:lnTo>
                    <a:pt x="5" y="38"/>
                  </a:lnTo>
                  <a:lnTo>
                    <a:pt x="5" y="40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6" y="40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6" y="37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7" y="36"/>
                  </a:lnTo>
                  <a:lnTo>
                    <a:pt x="7" y="3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6" name="Freeform 766"/>
            <p:cNvSpPr/>
            <p:nvPr/>
          </p:nvSpPr>
          <p:spPr bwMode="auto">
            <a:xfrm>
              <a:off x="1241425" y="4683126"/>
              <a:ext cx="9525" cy="93663"/>
            </a:xfrm>
            <a:custGeom>
              <a:avLst/>
              <a:gdLst>
                <a:gd name="T0" fmla="*/ 0 w 6"/>
                <a:gd name="T1" fmla="*/ 59 h 59"/>
                <a:gd name="T2" fmla="*/ 0 w 6"/>
                <a:gd name="T3" fmla="*/ 57 h 59"/>
                <a:gd name="T4" fmla="*/ 0 w 6"/>
                <a:gd name="T5" fmla="*/ 53 h 59"/>
                <a:gd name="T6" fmla="*/ 0 w 6"/>
                <a:gd name="T7" fmla="*/ 51 h 59"/>
                <a:gd name="T8" fmla="*/ 0 w 6"/>
                <a:gd name="T9" fmla="*/ 53 h 59"/>
                <a:gd name="T10" fmla="*/ 0 w 6"/>
                <a:gd name="T11" fmla="*/ 55 h 59"/>
                <a:gd name="T12" fmla="*/ 0 w 6"/>
                <a:gd name="T13" fmla="*/ 52 h 59"/>
                <a:gd name="T14" fmla="*/ 1 w 6"/>
                <a:gd name="T15" fmla="*/ 50 h 59"/>
                <a:gd name="T16" fmla="*/ 1 w 6"/>
                <a:gd name="T17" fmla="*/ 51 h 59"/>
                <a:gd name="T18" fmla="*/ 1 w 6"/>
                <a:gd name="T19" fmla="*/ 50 h 59"/>
                <a:gd name="T20" fmla="*/ 1 w 6"/>
                <a:gd name="T21" fmla="*/ 48 h 59"/>
                <a:gd name="T22" fmla="*/ 1 w 6"/>
                <a:gd name="T23" fmla="*/ 45 h 59"/>
                <a:gd name="T24" fmla="*/ 1 w 6"/>
                <a:gd name="T25" fmla="*/ 43 h 59"/>
                <a:gd name="T26" fmla="*/ 1 w 6"/>
                <a:gd name="T27" fmla="*/ 43 h 59"/>
                <a:gd name="T28" fmla="*/ 1 w 6"/>
                <a:gd name="T29" fmla="*/ 43 h 59"/>
                <a:gd name="T30" fmla="*/ 1 w 6"/>
                <a:gd name="T31" fmla="*/ 41 h 59"/>
                <a:gd name="T32" fmla="*/ 2 w 6"/>
                <a:gd name="T33" fmla="*/ 38 h 59"/>
                <a:gd name="T34" fmla="*/ 2 w 6"/>
                <a:gd name="T35" fmla="*/ 35 h 59"/>
                <a:gd name="T36" fmla="*/ 2 w 6"/>
                <a:gd name="T37" fmla="*/ 33 h 59"/>
                <a:gd name="T38" fmla="*/ 2 w 6"/>
                <a:gd name="T39" fmla="*/ 32 h 59"/>
                <a:gd name="T40" fmla="*/ 2 w 6"/>
                <a:gd name="T41" fmla="*/ 31 h 59"/>
                <a:gd name="T42" fmla="*/ 2 w 6"/>
                <a:gd name="T43" fmla="*/ 28 h 59"/>
                <a:gd name="T44" fmla="*/ 3 w 6"/>
                <a:gd name="T45" fmla="*/ 27 h 59"/>
                <a:gd name="T46" fmla="*/ 3 w 6"/>
                <a:gd name="T47" fmla="*/ 27 h 59"/>
                <a:gd name="T48" fmla="*/ 3 w 6"/>
                <a:gd name="T49" fmla="*/ 26 h 59"/>
                <a:gd name="T50" fmla="*/ 3 w 6"/>
                <a:gd name="T51" fmla="*/ 22 h 59"/>
                <a:gd name="T52" fmla="*/ 3 w 6"/>
                <a:gd name="T53" fmla="*/ 19 h 59"/>
                <a:gd name="T54" fmla="*/ 3 w 6"/>
                <a:gd name="T55" fmla="*/ 18 h 59"/>
                <a:gd name="T56" fmla="*/ 3 w 6"/>
                <a:gd name="T57" fmla="*/ 18 h 59"/>
                <a:gd name="T58" fmla="*/ 3 w 6"/>
                <a:gd name="T59" fmla="*/ 17 h 59"/>
                <a:gd name="T60" fmla="*/ 3 w 6"/>
                <a:gd name="T61" fmla="*/ 15 h 59"/>
                <a:gd name="T62" fmla="*/ 3 w 6"/>
                <a:gd name="T63" fmla="*/ 13 h 59"/>
                <a:gd name="T64" fmla="*/ 4 w 6"/>
                <a:gd name="T65" fmla="*/ 11 h 59"/>
                <a:gd name="T66" fmla="*/ 4 w 6"/>
                <a:gd name="T67" fmla="*/ 9 h 59"/>
                <a:gd name="T68" fmla="*/ 4 w 6"/>
                <a:gd name="T69" fmla="*/ 6 h 59"/>
                <a:gd name="T70" fmla="*/ 4 w 6"/>
                <a:gd name="T71" fmla="*/ 2 h 59"/>
                <a:gd name="T72" fmla="*/ 4 w 6"/>
                <a:gd name="T73" fmla="*/ 0 h 59"/>
                <a:gd name="T74" fmla="*/ 4 w 6"/>
                <a:gd name="T75" fmla="*/ 2 h 59"/>
                <a:gd name="T76" fmla="*/ 5 w 6"/>
                <a:gd name="T77" fmla="*/ 3 h 59"/>
                <a:gd name="T78" fmla="*/ 5 w 6"/>
                <a:gd name="T79" fmla="*/ 3 h 59"/>
                <a:gd name="T80" fmla="*/ 5 w 6"/>
                <a:gd name="T81" fmla="*/ 2 h 59"/>
                <a:gd name="T82" fmla="*/ 5 w 6"/>
                <a:gd name="T83" fmla="*/ 2 h 59"/>
                <a:gd name="T84" fmla="*/ 5 w 6"/>
                <a:gd name="T85" fmla="*/ 2 h 59"/>
                <a:gd name="T86" fmla="*/ 5 w 6"/>
                <a:gd name="T87" fmla="*/ 2 h 59"/>
                <a:gd name="T88" fmla="*/ 5 w 6"/>
                <a:gd name="T89" fmla="*/ 2 h 59"/>
                <a:gd name="T90" fmla="*/ 5 w 6"/>
                <a:gd name="T91" fmla="*/ 4 h 59"/>
                <a:gd name="T92" fmla="*/ 5 w 6"/>
                <a:gd name="T93" fmla="*/ 5 h 59"/>
                <a:gd name="T94" fmla="*/ 6 w 6"/>
                <a:gd name="T95" fmla="*/ 4 h 59"/>
                <a:gd name="T96" fmla="*/ 6 w 6"/>
                <a:gd name="T97" fmla="*/ 4 h 59"/>
                <a:gd name="T98" fmla="*/ 6 w 6"/>
                <a:gd name="T99" fmla="*/ 4 h 59"/>
                <a:gd name="T100" fmla="*/ 6 w 6"/>
                <a:gd name="T101" fmla="*/ 2 h 59"/>
                <a:gd name="T102" fmla="*/ 6 w 6"/>
                <a:gd name="T103" fmla="*/ 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9">
                  <a:moveTo>
                    <a:pt x="0" y="59"/>
                  </a:moveTo>
                  <a:lnTo>
                    <a:pt x="0" y="57"/>
                  </a:lnTo>
                  <a:lnTo>
                    <a:pt x="0" y="53"/>
                  </a:lnTo>
                  <a:lnTo>
                    <a:pt x="0" y="51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0" y="52"/>
                  </a:lnTo>
                  <a:lnTo>
                    <a:pt x="1" y="50"/>
                  </a:lnTo>
                  <a:lnTo>
                    <a:pt x="1" y="51"/>
                  </a:lnTo>
                  <a:lnTo>
                    <a:pt x="1" y="50"/>
                  </a:lnTo>
                  <a:lnTo>
                    <a:pt x="1" y="48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3"/>
                  </a:lnTo>
                  <a:lnTo>
                    <a:pt x="1" y="43"/>
                  </a:lnTo>
                  <a:lnTo>
                    <a:pt x="1" y="41"/>
                  </a:lnTo>
                  <a:lnTo>
                    <a:pt x="2" y="38"/>
                  </a:lnTo>
                  <a:lnTo>
                    <a:pt x="2" y="35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28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3" y="22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3" y="15"/>
                  </a:lnTo>
                  <a:lnTo>
                    <a:pt x="3" y="13"/>
                  </a:lnTo>
                  <a:lnTo>
                    <a:pt x="4" y="11"/>
                  </a:lnTo>
                  <a:lnTo>
                    <a:pt x="4" y="9"/>
                  </a:lnTo>
                  <a:lnTo>
                    <a:pt x="4" y="6"/>
                  </a:lnTo>
                  <a:lnTo>
                    <a:pt x="4" y="2"/>
                  </a:lnTo>
                  <a:lnTo>
                    <a:pt x="4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5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2"/>
                  </a:lnTo>
                  <a:lnTo>
                    <a:pt x="6" y="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7" name="Freeform 767"/>
            <p:cNvSpPr/>
            <p:nvPr/>
          </p:nvSpPr>
          <p:spPr bwMode="auto">
            <a:xfrm>
              <a:off x="1250950" y="4686301"/>
              <a:ext cx="9525" cy="79375"/>
            </a:xfrm>
            <a:custGeom>
              <a:avLst/>
              <a:gdLst>
                <a:gd name="T0" fmla="*/ 0 w 6"/>
                <a:gd name="T1" fmla="*/ 0 h 50"/>
                <a:gd name="T2" fmla="*/ 0 w 6"/>
                <a:gd name="T3" fmla="*/ 2 h 50"/>
                <a:gd name="T4" fmla="*/ 0 w 6"/>
                <a:gd name="T5" fmla="*/ 5 h 50"/>
                <a:gd name="T6" fmla="*/ 0 w 6"/>
                <a:gd name="T7" fmla="*/ 6 h 50"/>
                <a:gd name="T8" fmla="*/ 0 w 6"/>
                <a:gd name="T9" fmla="*/ 6 h 50"/>
                <a:gd name="T10" fmla="*/ 0 w 6"/>
                <a:gd name="T11" fmla="*/ 7 h 50"/>
                <a:gd name="T12" fmla="*/ 1 w 6"/>
                <a:gd name="T13" fmla="*/ 9 h 50"/>
                <a:gd name="T14" fmla="*/ 1 w 6"/>
                <a:gd name="T15" fmla="*/ 10 h 50"/>
                <a:gd name="T16" fmla="*/ 1 w 6"/>
                <a:gd name="T17" fmla="*/ 11 h 50"/>
                <a:gd name="T18" fmla="*/ 1 w 6"/>
                <a:gd name="T19" fmla="*/ 12 h 50"/>
                <a:gd name="T20" fmla="*/ 1 w 6"/>
                <a:gd name="T21" fmla="*/ 13 h 50"/>
                <a:gd name="T22" fmla="*/ 1 w 6"/>
                <a:gd name="T23" fmla="*/ 14 h 50"/>
                <a:gd name="T24" fmla="*/ 2 w 6"/>
                <a:gd name="T25" fmla="*/ 15 h 50"/>
                <a:gd name="T26" fmla="*/ 2 w 6"/>
                <a:gd name="T27" fmla="*/ 16 h 50"/>
                <a:gd name="T28" fmla="*/ 2 w 6"/>
                <a:gd name="T29" fmla="*/ 15 h 50"/>
                <a:gd name="T30" fmla="*/ 2 w 6"/>
                <a:gd name="T31" fmla="*/ 15 h 50"/>
                <a:gd name="T32" fmla="*/ 2 w 6"/>
                <a:gd name="T33" fmla="*/ 16 h 50"/>
                <a:gd name="T34" fmla="*/ 2 w 6"/>
                <a:gd name="T35" fmla="*/ 17 h 50"/>
                <a:gd name="T36" fmla="*/ 2 w 6"/>
                <a:gd name="T37" fmla="*/ 19 h 50"/>
                <a:gd name="T38" fmla="*/ 2 w 6"/>
                <a:gd name="T39" fmla="*/ 19 h 50"/>
                <a:gd name="T40" fmla="*/ 2 w 6"/>
                <a:gd name="T41" fmla="*/ 21 h 50"/>
                <a:gd name="T42" fmla="*/ 3 w 6"/>
                <a:gd name="T43" fmla="*/ 24 h 50"/>
                <a:gd name="T44" fmla="*/ 3 w 6"/>
                <a:gd name="T45" fmla="*/ 26 h 50"/>
                <a:gd name="T46" fmla="*/ 3 w 6"/>
                <a:gd name="T47" fmla="*/ 27 h 50"/>
                <a:gd name="T48" fmla="*/ 3 w 6"/>
                <a:gd name="T49" fmla="*/ 27 h 50"/>
                <a:gd name="T50" fmla="*/ 3 w 6"/>
                <a:gd name="T51" fmla="*/ 28 h 50"/>
                <a:gd name="T52" fmla="*/ 3 w 6"/>
                <a:gd name="T53" fmla="*/ 29 h 50"/>
                <a:gd name="T54" fmla="*/ 4 w 6"/>
                <a:gd name="T55" fmla="*/ 31 h 50"/>
                <a:gd name="T56" fmla="*/ 4 w 6"/>
                <a:gd name="T57" fmla="*/ 32 h 50"/>
                <a:gd name="T58" fmla="*/ 4 w 6"/>
                <a:gd name="T59" fmla="*/ 31 h 50"/>
                <a:gd name="T60" fmla="*/ 4 w 6"/>
                <a:gd name="T61" fmla="*/ 31 h 50"/>
                <a:gd name="T62" fmla="*/ 4 w 6"/>
                <a:gd name="T63" fmla="*/ 31 h 50"/>
                <a:gd name="T64" fmla="*/ 4 w 6"/>
                <a:gd name="T65" fmla="*/ 30 h 50"/>
                <a:gd name="T66" fmla="*/ 4 w 6"/>
                <a:gd name="T67" fmla="*/ 29 h 50"/>
                <a:gd name="T68" fmla="*/ 4 w 6"/>
                <a:gd name="T69" fmla="*/ 29 h 50"/>
                <a:gd name="T70" fmla="*/ 4 w 6"/>
                <a:gd name="T71" fmla="*/ 31 h 50"/>
                <a:gd name="T72" fmla="*/ 5 w 6"/>
                <a:gd name="T73" fmla="*/ 32 h 50"/>
                <a:gd name="T74" fmla="*/ 5 w 6"/>
                <a:gd name="T75" fmla="*/ 32 h 50"/>
                <a:gd name="T76" fmla="*/ 5 w 6"/>
                <a:gd name="T77" fmla="*/ 32 h 50"/>
                <a:gd name="T78" fmla="*/ 5 w 6"/>
                <a:gd name="T79" fmla="*/ 33 h 50"/>
                <a:gd name="T80" fmla="*/ 5 w 6"/>
                <a:gd name="T81" fmla="*/ 35 h 50"/>
                <a:gd name="T82" fmla="*/ 5 w 6"/>
                <a:gd name="T83" fmla="*/ 37 h 50"/>
                <a:gd name="T84" fmla="*/ 5 w 6"/>
                <a:gd name="T85" fmla="*/ 40 h 50"/>
                <a:gd name="T86" fmla="*/ 5 w 6"/>
                <a:gd name="T87" fmla="*/ 41 h 50"/>
                <a:gd name="T88" fmla="*/ 5 w 6"/>
                <a:gd name="T89" fmla="*/ 43 h 50"/>
                <a:gd name="T90" fmla="*/ 5 w 6"/>
                <a:gd name="T91" fmla="*/ 44 h 50"/>
                <a:gd name="T92" fmla="*/ 6 w 6"/>
                <a:gd name="T93" fmla="*/ 46 h 50"/>
                <a:gd name="T94" fmla="*/ 6 w 6"/>
                <a:gd name="T95" fmla="*/ 47 h 50"/>
                <a:gd name="T96" fmla="*/ 6 w 6"/>
                <a:gd name="T97" fmla="*/ 47 h 50"/>
                <a:gd name="T98" fmla="*/ 6 w 6"/>
                <a:gd name="T99" fmla="*/ 48 h 50"/>
                <a:gd name="T100" fmla="*/ 6 w 6"/>
                <a:gd name="T101" fmla="*/ 49 h 50"/>
                <a:gd name="T102" fmla="*/ 6 w 6"/>
                <a:gd name="T10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0">
                  <a:moveTo>
                    <a:pt x="0" y="0"/>
                  </a:moveTo>
                  <a:lnTo>
                    <a:pt x="0" y="2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1" y="12"/>
                  </a:lnTo>
                  <a:lnTo>
                    <a:pt x="1" y="13"/>
                  </a:lnTo>
                  <a:lnTo>
                    <a:pt x="1" y="14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3" y="24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3" y="28"/>
                  </a:lnTo>
                  <a:lnTo>
                    <a:pt x="3" y="29"/>
                  </a:lnTo>
                  <a:lnTo>
                    <a:pt x="4" y="31"/>
                  </a:lnTo>
                  <a:lnTo>
                    <a:pt x="4" y="32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0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31"/>
                  </a:lnTo>
                  <a:lnTo>
                    <a:pt x="5" y="32"/>
                  </a:lnTo>
                  <a:lnTo>
                    <a:pt x="5" y="32"/>
                  </a:lnTo>
                  <a:lnTo>
                    <a:pt x="5" y="32"/>
                  </a:lnTo>
                  <a:lnTo>
                    <a:pt x="5" y="33"/>
                  </a:lnTo>
                  <a:lnTo>
                    <a:pt x="5" y="35"/>
                  </a:lnTo>
                  <a:lnTo>
                    <a:pt x="5" y="37"/>
                  </a:lnTo>
                  <a:lnTo>
                    <a:pt x="5" y="40"/>
                  </a:lnTo>
                  <a:lnTo>
                    <a:pt x="5" y="41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6" y="47"/>
                  </a:lnTo>
                  <a:lnTo>
                    <a:pt x="6" y="48"/>
                  </a:lnTo>
                  <a:lnTo>
                    <a:pt x="6" y="49"/>
                  </a:lnTo>
                  <a:lnTo>
                    <a:pt x="6" y="5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8" name="Freeform 768"/>
            <p:cNvSpPr/>
            <p:nvPr/>
          </p:nvSpPr>
          <p:spPr bwMode="auto">
            <a:xfrm>
              <a:off x="1260475" y="4675189"/>
              <a:ext cx="11113" cy="92075"/>
            </a:xfrm>
            <a:custGeom>
              <a:avLst/>
              <a:gdLst>
                <a:gd name="T0" fmla="*/ 0 w 7"/>
                <a:gd name="T1" fmla="*/ 56 h 58"/>
                <a:gd name="T2" fmla="*/ 0 w 7"/>
                <a:gd name="T3" fmla="*/ 57 h 58"/>
                <a:gd name="T4" fmla="*/ 1 w 7"/>
                <a:gd name="T5" fmla="*/ 58 h 58"/>
                <a:gd name="T6" fmla="*/ 1 w 7"/>
                <a:gd name="T7" fmla="*/ 58 h 58"/>
                <a:gd name="T8" fmla="*/ 1 w 7"/>
                <a:gd name="T9" fmla="*/ 58 h 58"/>
                <a:gd name="T10" fmla="*/ 1 w 7"/>
                <a:gd name="T11" fmla="*/ 58 h 58"/>
                <a:gd name="T12" fmla="*/ 1 w 7"/>
                <a:gd name="T13" fmla="*/ 58 h 58"/>
                <a:gd name="T14" fmla="*/ 1 w 7"/>
                <a:gd name="T15" fmla="*/ 57 h 58"/>
                <a:gd name="T16" fmla="*/ 1 w 7"/>
                <a:gd name="T17" fmla="*/ 56 h 58"/>
                <a:gd name="T18" fmla="*/ 1 w 7"/>
                <a:gd name="T19" fmla="*/ 56 h 58"/>
                <a:gd name="T20" fmla="*/ 1 w 7"/>
                <a:gd name="T21" fmla="*/ 54 h 58"/>
                <a:gd name="T22" fmla="*/ 2 w 7"/>
                <a:gd name="T23" fmla="*/ 52 h 58"/>
                <a:gd name="T24" fmla="*/ 2 w 7"/>
                <a:gd name="T25" fmla="*/ 50 h 58"/>
                <a:gd name="T26" fmla="*/ 2 w 7"/>
                <a:gd name="T27" fmla="*/ 48 h 58"/>
                <a:gd name="T28" fmla="*/ 2 w 7"/>
                <a:gd name="T29" fmla="*/ 47 h 58"/>
                <a:gd name="T30" fmla="*/ 2 w 7"/>
                <a:gd name="T31" fmla="*/ 46 h 58"/>
                <a:gd name="T32" fmla="*/ 2 w 7"/>
                <a:gd name="T33" fmla="*/ 45 h 58"/>
                <a:gd name="T34" fmla="*/ 3 w 7"/>
                <a:gd name="T35" fmla="*/ 43 h 58"/>
                <a:gd name="T36" fmla="*/ 3 w 7"/>
                <a:gd name="T37" fmla="*/ 43 h 58"/>
                <a:gd name="T38" fmla="*/ 3 w 7"/>
                <a:gd name="T39" fmla="*/ 43 h 58"/>
                <a:gd name="T40" fmla="*/ 3 w 7"/>
                <a:gd name="T41" fmla="*/ 43 h 58"/>
                <a:gd name="T42" fmla="*/ 3 w 7"/>
                <a:gd name="T43" fmla="*/ 42 h 58"/>
                <a:gd name="T44" fmla="*/ 3 w 7"/>
                <a:gd name="T45" fmla="*/ 41 h 58"/>
                <a:gd name="T46" fmla="*/ 3 w 7"/>
                <a:gd name="T47" fmla="*/ 43 h 58"/>
                <a:gd name="T48" fmla="*/ 3 w 7"/>
                <a:gd name="T49" fmla="*/ 43 h 58"/>
                <a:gd name="T50" fmla="*/ 3 w 7"/>
                <a:gd name="T51" fmla="*/ 43 h 58"/>
                <a:gd name="T52" fmla="*/ 4 w 7"/>
                <a:gd name="T53" fmla="*/ 43 h 58"/>
                <a:gd name="T54" fmla="*/ 4 w 7"/>
                <a:gd name="T55" fmla="*/ 43 h 58"/>
                <a:gd name="T56" fmla="*/ 4 w 7"/>
                <a:gd name="T57" fmla="*/ 41 h 58"/>
                <a:gd name="T58" fmla="*/ 4 w 7"/>
                <a:gd name="T59" fmla="*/ 39 h 58"/>
                <a:gd name="T60" fmla="*/ 4 w 7"/>
                <a:gd name="T61" fmla="*/ 38 h 58"/>
                <a:gd name="T62" fmla="*/ 4 w 7"/>
                <a:gd name="T63" fmla="*/ 36 h 58"/>
                <a:gd name="T64" fmla="*/ 4 w 7"/>
                <a:gd name="T65" fmla="*/ 34 h 58"/>
                <a:gd name="T66" fmla="*/ 4 w 7"/>
                <a:gd name="T67" fmla="*/ 31 h 58"/>
                <a:gd name="T68" fmla="*/ 4 w 7"/>
                <a:gd name="T69" fmla="*/ 30 h 58"/>
                <a:gd name="T70" fmla="*/ 5 w 7"/>
                <a:gd name="T71" fmla="*/ 28 h 58"/>
                <a:gd name="T72" fmla="*/ 5 w 7"/>
                <a:gd name="T73" fmla="*/ 25 h 58"/>
                <a:gd name="T74" fmla="*/ 5 w 7"/>
                <a:gd name="T75" fmla="*/ 24 h 58"/>
                <a:gd name="T76" fmla="*/ 5 w 7"/>
                <a:gd name="T77" fmla="*/ 24 h 58"/>
                <a:gd name="T78" fmla="*/ 5 w 7"/>
                <a:gd name="T79" fmla="*/ 23 h 58"/>
                <a:gd name="T80" fmla="*/ 5 w 7"/>
                <a:gd name="T81" fmla="*/ 21 h 58"/>
                <a:gd name="T82" fmla="*/ 6 w 7"/>
                <a:gd name="T83" fmla="*/ 20 h 58"/>
                <a:gd name="T84" fmla="*/ 6 w 7"/>
                <a:gd name="T85" fmla="*/ 19 h 58"/>
                <a:gd name="T86" fmla="*/ 6 w 7"/>
                <a:gd name="T87" fmla="*/ 18 h 58"/>
                <a:gd name="T88" fmla="*/ 6 w 7"/>
                <a:gd name="T89" fmla="*/ 17 h 58"/>
                <a:gd name="T90" fmla="*/ 6 w 7"/>
                <a:gd name="T91" fmla="*/ 16 h 58"/>
                <a:gd name="T92" fmla="*/ 6 w 7"/>
                <a:gd name="T93" fmla="*/ 15 h 58"/>
                <a:gd name="T94" fmla="*/ 6 w 7"/>
                <a:gd name="T95" fmla="*/ 13 h 58"/>
                <a:gd name="T96" fmla="*/ 6 w 7"/>
                <a:gd name="T97" fmla="*/ 10 h 58"/>
                <a:gd name="T98" fmla="*/ 6 w 7"/>
                <a:gd name="T99" fmla="*/ 6 h 58"/>
                <a:gd name="T100" fmla="*/ 7 w 7"/>
                <a:gd name="T101" fmla="*/ 3 h 58"/>
                <a:gd name="T102" fmla="*/ 7 w 7"/>
                <a:gd name="T10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8">
                  <a:moveTo>
                    <a:pt x="0" y="56"/>
                  </a:moveTo>
                  <a:lnTo>
                    <a:pt x="0" y="57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1" y="57"/>
                  </a:lnTo>
                  <a:lnTo>
                    <a:pt x="1" y="56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2" y="52"/>
                  </a:lnTo>
                  <a:lnTo>
                    <a:pt x="2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2" y="46"/>
                  </a:lnTo>
                  <a:lnTo>
                    <a:pt x="2" y="45"/>
                  </a:lnTo>
                  <a:lnTo>
                    <a:pt x="3" y="43"/>
                  </a:lnTo>
                  <a:lnTo>
                    <a:pt x="3" y="43"/>
                  </a:lnTo>
                  <a:lnTo>
                    <a:pt x="3" y="43"/>
                  </a:lnTo>
                  <a:lnTo>
                    <a:pt x="3" y="43"/>
                  </a:lnTo>
                  <a:lnTo>
                    <a:pt x="3" y="42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3" y="43"/>
                  </a:lnTo>
                  <a:lnTo>
                    <a:pt x="3" y="43"/>
                  </a:lnTo>
                  <a:lnTo>
                    <a:pt x="4" y="43"/>
                  </a:lnTo>
                  <a:lnTo>
                    <a:pt x="4" y="43"/>
                  </a:lnTo>
                  <a:lnTo>
                    <a:pt x="4" y="41"/>
                  </a:lnTo>
                  <a:lnTo>
                    <a:pt x="4" y="39"/>
                  </a:lnTo>
                  <a:lnTo>
                    <a:pt x="4" y="38"/>
                  </a:lnTo>
                  <a:lnTo>
                    <a:pt x="4" y="36"/>
                  </a:lnTo>
                  <a:lnTo>
                    <a:pt x="4" y="34"/>
                  </a:lnTo>
                  <a:lnTo>
                    <a:pt x="4" y="31"/>
                  </a:lnTo>
                  <a:lnTo>
                    <a:pt x="4" y="30"/>
                  </a:lnTo>
                  <a:lnTo>
                    <a:pt x="5" y="28"/>
                  </a:lnTo>
                  <a:lnTo>
                    <a:pt x="5" y="25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5" y="23"/>
                  </a:lnTo>
                  <a:lnTo>
                    <a:pt x="5" y="21"/>
                  </a:lnTo>
                  <a:lnTo>
                    <a:pt x="6" y="20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6" y="15"/>
                  </a:lnTo>
                  <a:lnTo>
                    <a:pt x="6" y="13"/>
                  </a:lnTo>
                  <a:lnTo>
                    <a:pt x="6" y="10"/>
                  </a:lnTo>
                  <a:lnTo>
                    <a:pt x="6" y="6"/>
                  </a:lnTo>
                  <a:lnTo>
                    <a:pt x="7" y="3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9" name="Freeform 769"/>
            <p:cNvSpPr/>
            <p:nvPr/>
          </p:nvSpPr>
          <p:spPr bwMode="auto">
            <a:xfrm>
              <a:off x="1271588" y="4660901"/>
              <a:ext cx="9525" cy="39688"/>
            </a:xfrm>
            <a:custGeom>
              <a:avLst/>
              <a:gdLst>
                <a:gd name="T0" fmla="*/ 0 w 6"/>
                <a:gd name="T1" fmla="*/ 12 h 25"/>
                <a:gd name="T2" fmla="*/ 0 w 6"/>
                <a:gd name="T3" fmla="*/ 9 h 25"/>
                <a:gd name="T4" fmla="*/ 0 w 6"/>
                <a:gd name="T5" fmla="*/ 7 h 25"/>
                <a:gd name="T6" fmla="*/ 0 w 6"/>
                <a:gd name="T7" fmla="*/ 5 h 25"/>
                <a:gd name="T8" fmla="*/ 0 w 6"/>
                <a:gd name="T9" fmla="*/ 2 h 25"/>
                <a:gd name="T10" fmla="*/ 0 w 6"/>
                <a:gd name="T11" fmla="*/ 2 h 25"/>
                <a:gd name="T12" fmla="*/ 1 w 6"/>
                <a:gd name="T13" fmla="*/ 2 h 25"/>
                <a:gd name="T14" fmla="*/ 1 w 6"/>
                <a:gd name="T15" fmla="*/ 2 h 25"/>
                <a:gd name="T16" fmla="*/ 1 w 6"/>
                <a:gd name="T17" fmla="*/ 2 h 25"/>
                <a:gd name="T18" fmla="*/ 1 w 6"/>
                <a:gd name="T19" fmla="*/ 2 h 25"/>
                <a:gd name="T20" fmla="*/ 1 w 6"/>
                <a:gd name="T21" fmla="*/ 1 h 25"/>
                <a:gd name="T22" fmla="*/ 1 w 6"/>
                <a:gd name="T23" fmla="*/ 0 h 25"/>
                <a:gd name="T24" fmla="*/ 1 w 6"/>
                <a:gd name="T25" fmla="*/ 0 h 25"/>
                <a:gd name="T26" fmla="*/ 1 w 6"/>
                <a:gd name="T27" fmla="*/ 1 h 25"/>
                <a:gd name="T28" fmla="*/ 1 w 6"/>
                <a:gd name="T29" fmla="*/ 1 h 25"/>
                <a:gd name="T30" fmla="*/ 1 w 6"/>
                <a:gd name="T31" fmla="*/ 1 h 25"/>
                <a:gd name="T32" fmla="*/ 2 w 6"/>
                <a:gd name="T33" fmla="*/ 2 h 25"/>
                <a:gd name="T34" fmla="*/ 2 w 6"/>
                <a:gd name="T35" fmla="*/ 4 h 25"/>
                <a:gd name="T36" fmla="*/ 2 w 6"/>
                <a:gd name="T37" fmla="*/ 5 h 25"/>
                <a:gd name="T38" fmla="*/ 2 w 6"/>
                <a:gd name="T39" fmla="*/ 6 h 25"/>
                <a:gd name="T40" fmla="*/ 2 w 6"/>
                <a:gd name="T41" fmla="*/ 6 h 25"/>
                <a:gd name="T42" fmla="*/ 2 w 6"/>
                <a:gd name="T43" fmla="*/ 7 h 25"/>
                <a:gd name="T44" fmla="*/ 2 w 6"/>
                <a:gd name="T45" fmla="*/ 9 h 25"/>
                <a:gd name="T46" fmla="*/ 2 w 6"/>
                <a:gd name="T47" fmla="*/ 10 h 25"/>
                <a:gd name="T48" fmla="*/ 2 w 6"/>
                <a:gd name="T49" fmla="*/ 11 h 25"/>
                <a:gd name="T50" fmla="*/ 3 w 6"/>
                <a:gd name="T51" fmla="*/ 12 h 25"/>
                <a:gd name="T52" fmla="*/ 3 w 6"/>
                <a:gd name="T53" fmla="*/ 13 h 25"/>
                <a:gd name="T54" fmla="*/ 3 w 6"/>
                <a:gd name="T55" fmla="*/ 15 h 25"/>
                <a:gd name="T56" fmla="*/ 3 w 6"/>
                <a:gd name="T57" fmla="*/ 16 h 25"/>
                <a:gd name="T58" fmla="*/ 3 w 6"/>
                <a:gd name="T59" fmla="*/ 16 h 25"/>
                <a:gd name="T60" fmla="*/ 3 w 6"/>
                <a:gd name="T61" fmla="*/ 16 h 25"/>
                <a:gd name="T62" fmla="*/ 4 w 6"/>
                <a:gd name="T63" fmla="*/ 16 h 25"/>
                <a:gd name="T64" fmla="*/ 4 w 6"/>
                <a:gd name="T65" fmla="*/ 16 h 25"/>
                <a:gd name="T66" fmla="*/ 4 w 6"/>
                <a:gd name="T67" fmla="*/ 16 h 25"/>
                <a:gd name="T68" fmla="*/ 4 w 6"/>
                <a:gd name="T69" fmla="*/ 15 h 25"/>
                <a:gd name="T70" fmla="*/ 4 w 6"/>
                <a:gd name="T71" fmla="*/ 15 h 25"/>
                <a:gd name="T72" fmla="*/ 4 w 6"/>
                <a:gd name="T73" fmla="*/ 17 h 25"/>
                <a:gd name="T74" fmla="*/ 4 w 6"/>
                <a:gd name="T75" fmla="*/ 17 h 25"/>
                <a:gd name="T76" fmla="*/ 4 w 6"/>
                <a:gd name="T77" fmla="*/ 18 h 25"/>
                <a:gd name="T78" fmla="*/ 4 w 6"/>
                <a:gd name="T79" fmla="*/ 18 h 25"/>
                <a:gd name="T80" fmla="*/ 5 w 6"/>
                <a:gd name="T81" fmla="*/ 20 h 25"/>
                <a:gd name="T82" fmla="*/ 5 w 6"/>
                <a:gd name="T83" fmla="*/ 20 h 25"/>
                <a:gd name="T84" fmla="*/ 5 w 6"/>
                <a:gd name="T85" fmla="*/ 22 h 25"/>
                <a:gd name="T86" fmla="*/ 5 w 6"/>
                <a:gd name="T87" fmla="*/ 23 h 25"/>
                <a:gd name="T88" fmla="*/ 5 w 6"/>
                <a:gd name="T89" fmla="*/ 22 h 25"/>
                <a:gd name="T90" fmla="*/ 5 w 6"/>
                <a:gd name="T91" fmla="*/ 22 h 25"/>
                <a:gd name="T92" fmla="*/ 6 w 6"/>
                <a:gd name="T93" fmla="*/ 23 h 25"/>
                <a:gd name="T94" fmla="*/ 6 w 6"/>
                <a:gd name="T95" fmla="*/ 25 h 25"/>
                <a:gd name="T96" fmla="*/ 6 w 6"/>
                <a:gd name="T97" fmla="*/ 25 h 25"/>
                <a:gd name="T98" fmla="*/ 6 w 6"/>
                <a:gd name="T99" fmla="*/ 25 h 25"/>
                <a:gd name="T100" fmla="*/ 6 w 6"/>
                <a:gd name="T101" fmla="*/ 25 h 25"/>
                <a:gd name="T102" fmla="*/ 6 w 6"/>
                <a:gd name="T103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25">
                  <a:moveTo>
                    <a:pt x="0" y="12"/>
                  </a:moveTo>
                  <a:lnTo>
                    <a:pt x="0" y="9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22"/>
                  </a:lnTo>
                  <a:lnTo>
                    <a:pt x="5" y="23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6" y="23"/>
                  </a:lnTo>
                  <a:lnTo>
                    <a:pt x="6" y="25"/>
                  </a:lnTo>
                  <a:lnTo>
                    <a:pt x="6" y="25"/>
                  </a:lnTo>
                  <a:lnTo>
                    <a:pt x="6" y="25"/>
                  </a:lnTo>
                  <a:lnTo>
                    <a:pt x="6" y="25"/>
                  </a:lnTo>
                  <a:lnTo>
                    <a:pt x="6" y="2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0" name="Freeform 770"/>
            <p:cNvSpPr/>
            <p:nvPr/>
          </p:nvSpPr>
          <p:spPr bwMode="auto">
            <a:xfrm>
              <a:off x="1281113" y="4699001"/>
              <a:ext cx="9525" cy="49213"/>
            </a:xfrm>
            <a:custGeom>
              <a:avLst/>
              <a:gdLst>
                <a:gd name="T0" fmla="*/ 0 w 6"/>
                <a:gd name="T1" fmla="*/ 1 h 31"/>
                <a:gd name="T2" fmla="*/ 0 w 6"/>
                <a:gd name="T3" fmla="*/ 1 h 31"/>
                <a:gd name="T4" fmla="*/ 0 w 6"/>
                <a:gd name="T5" fmla="*/ 0 h 31"/>
                <a:gd name="T6" fmla="*/ 0 w 6"/>
                <a:gd name="T7" fmla="*/ 1 h 31"/>
                <a:gd name="T8" fmla="*/ 0 w 6"/>
                <a:gd name="T9" fmla="*/ 3 h 31"/>
                <a:gd name="T10" fmla="*/ 1 w 6"/>
                <a:gd name="T11" fmla="*/ 5 h 31"/>
                <a:gd name="T12" fmla="*/ 1 w 6"/>
                <a:gd name="T13" fmla="*/ 6 h 31"/>
                <a:gd name="T14" fmla="*/ 1 w 6"/>
                <a:gd name="T15" fmla="*/ 9 h 31"/>
                <a:gd name="T16" fmla="*/ 1 w 6"/>
                <a:gd name="T17" fmla="*/ 11 h 31"/>
                <a:gd name="T18" fmla="*/ 1 w 6"/>
                <a:gd name="T19" fmla="*/ 13 h 31"/>
                <a:gd name="T20" fmla="*/ 1 w 6"/>
                <a:gd name="T21" fmla="*/ 16 h 31"/>
                <a:gd name="T22" fmla="*/ 1 w 6"/>
                <a:gd name="T23" fmla="*/ 18 h 31"/>
                <a:gd name="T24" fmla="*/ 1 w 6"/>
                <a:gd name="T25" fmla="*/ 19 h 31"/>
                <a:gd name="T26" fmla="*/ 1 w 6"/>
                <a:gd name="T27" fmla="*/ 19 h 31"/>
                <a:gd name="T28" fmla="*/ 2 w 6"/>
                <a:gd name="T29" fmla="*/ 20 h 31"/>
                <a:gd name="T30" fmla="*/ 2 w 6"/>
                <a:gd name="T31" fmla="*/ 21 h 31"/>
                <a:gd name="T32" fmla="*/ 2 w 6"/>
                <a:gd name="T33" fmla="*/ 22 h 31"/>
                <a:gd name="T34" fmla="*/ 2 w 6"/>
                <a:gd name="T35" fmla="*/ 23 h 31"/>
                <a:gd name="T36" fmla="*/ 2 w 6"/>
                <a:gd name="T37" fmla="*/ 25 h 31"/>
                <a:gd name="T38" fmla="*/ 2 w 6"/>
                <a:gd name="T39" fmla="*/ 26 h 31"/>
                <a:gd name="T40" fmla="*/ 3 w 6"/>
                <a:gd name="T41" fmla="*/ 27 h 31"/>
                <a:gd name="T42" fmla="*/ 3 w 6"/>
                <a:gd name="T43" fmla="*/ 28 h 31"/>
                <a:gd name="T44" fmla="*/ 3 w 6"/>
                <a:gd name="T45" fmla="*/ 29 h 31"/>
                <a:gd name="T46" fmla="*/ 3 w 6"/>
                <a:gd name="T47" fmla="*/ 29 h 31"/>
                <a:gd name="T48" fmla="*/ 3 w 6"/>
                <a:gd name="T49" fmla="*/ 29 h 31"/>
                <a:gd name="T50" fmla="*/ 3 w 6"/>
                <a:gd name="T51" fmla="*/ 30 h 31"/>
                <a:gd name="T52" fmla="*/ 3 w 6"/>
                <a:gd name="T53" fmla="*/ 31 h 31"/>
                <a:gd name="T54" fmla="*/ 3 w 6"/>
                <a:gd name="T55" fmla="*/ 31 h 31"/>
                <a:gd name="T56" fmla="*/ 3 w 6"/>
                <a:gd name="T57" fmla="*/ 31 h 31"/>
                <a:gd name="T58" fmla="*/ 3 w 6"/>
                <a:gd name="T59" fmla="*/ 29 h 31"/>
                <a:gd name="T60" fmla="*/ 4 w 6"/>
                <a:gd name="T61" fmla="*/ 29 h 31"/>
                <a:gd name="T62" fmla="*/ 4 w 6"/>
                <a:gd name="T63" fmla="*/ 28 h 31"/>
                <a:gd name="T64" fmla="*/ 4 w 6"/>
                <a:gd name="T65" fmla="*/ 27 h 31"/>
                <a:gd name="T66" fmla="*/ 4 w 6"/>
                <a:gd name="T67" fmla="*/ 26 h 31"/>
                <a:gd name="T68" fmla="*/ 4 w 6"/>
                <a:gd name="T69" fmla="*/ 24 h 31"/>
                <a:gd name="T70" fmla="*/ 4 w 6"/>
                <a:gd name="T71" fmla="*/ 23 h 31"/>
                <a:gd name="T72" fmla="*/ 5 w 6"/>
                <a:gd name="T73" fmla="*/ 21 h 31"/>
                <a:gd name="T74" fmla="*/ 5 w 6"/>
                <a:gd name="T75" fmla="*/ 21 h 31"/>
                <a:gd name="T76" fmla="*/ 5 w 6"/>
                <a:gd name="T77" fmla="*/ 21 h 31"/>
                <a:gd name="T78" fmla="*/ 5 w 6"/>
                <a:gd name="T79" fmla="*/ 21 h 31"/>
                <a:gd name="T80" fmla="*/ 5 w 6"/>
                <a:gd name="T81" fmla="*/ 21 h 31"/>
                <a:gd name="T82" fmla="*/ 5 w 6"/>
                <a:gd name="T83" fmla="*/ 21 h 31"/>
                <a:gd name="T84" fmla="*/ 5 w 6"/>
                <a:gd name="T85" fmla="*/ 21 h 31"/>
                <a:gd name="T86" fmla="*/ 5 w 6"/>
                <a:gd name="T87" fmla="*/ 20 h 31"/>
                <a:gd name="T88" fmla="*/ 5 w 6"/>
                <a:gd name="T89" fmla="*/ 19 h 31"/>
                <a:gd name="T90" fmla="*/ 6 w 6"/>
                <a:gd name="T91" fmla="*/ 19 h 31"/>
                <a:gd name="T92" fmla="*/ 6 w 6"/>
                <a:gd name="T93" fmla="*/ 18 h 31"/>
                <a:gd name="T94" fmla="*/ 6 w 6"/>
                <a:gd name="T95" fmla="*/ 16 h 31"/>
                <a:gd name="T96" fmla="*/ 6 w 6"/>
                <a:gd name="T97" fmla="*/ 15 h 31"/>
                <a:gd name="T98" fmla="*/ 6 w 6"/>
                <a:gd name="T99" fmla="*/ 14 h 31"/>
                <a:gd name="T100" fmla="*/ 6 w 6"/>
                <a:gd name="T101" fmla="*/ 13 h 31"/>
                <a:gd name="T102" fmla="*/ 6 w 6"/>
                <a:gd name="T103" fmla="*/ 1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31">
                  <a:moveTo>
                    <a:pt x="0" y="1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9"/>
                  </a:lnTo>
                  <a:lnTo>
                    <a:pt x="1" y="11"/>
                  </a:lnTo>
                  <a:lnTo>
                    <a:pt x="1" y="13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19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3" y="27"/>
                  </a:lnTo>
                  <a:lnTo>
                    <a:pt x="3" y="28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30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3" y="29"/>
                  </a:lnTo>
                  <a:lnTo>
                    <a:pt x="4" y="29"/>
                  </a:lnTo>
                  <a:lnTo>
                    <a:pt x="4" y="28"/>
                  </a:lnTo>
                  <a:lnTo>
                    <a:pt x="4" y="27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4" y="23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6" y="16"/>
                  </a:lnTo>
                  <a:lnTo>
                    <a:pt x="6" y="15"/>
                  </a:lnTo>
                  <a:lnTo>
                    <a:pt x="6" y="14"/>
                  </a:lnTo>
                  <a:lnTo>
                    <a:pt x="6" y="13"/>
                  </a:lnTo>
                  <a:lnTo>
                    <a:pt x="6" y="1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1" name="Freeform 771"/>
            <p:cNvSpPr/>
            <p:nvPr/>
          </p:nvSpPr>
          <p:spPr bwMode="auto">
            <a:xfrm>
              <a:off x="1290638" y="4632326"/>
              <a:ext cx="11113" cy="87313"/>
            </a:xfrm>
            <a:custGeom>
              <a:avLst/>
              <a:gdLst>
                <a:gd name="T0" fmla="*/ 0 w 7"/>
                <a:gd name="T1" fmla="*/ 55 h 55"/>
                <a:gd name="T2" fmla="*/ 0 w 7"/>
                <a:gd name="T3" fmla="*/ 54 h 55"/>
                <a:gd name="T4" fmla="*/ 0 w 7"/>
                <a:gd name="T5" fmla="*/ 54 h 55"/>
                <a:gd name="T6" fmla="*/ 0 w 7"/>
                <a:gd name="T7" fmla="*/ 52 h 55"/>
                <a:gd name="T8" fmla="*/ 1 w 7"/>
                <a:gd name="T9" fmla="*/ 49 h 55"/>
                <a:gd name="T10" fmla="*/ 1 w 7"/>
                <a:gd name="T11" fmla="*/ 46 h 55"/>
                <a:gd name="T12" fmla="*/ 1 w 7"/>
                <a:gd name="T13" fmla="*/ 46 h 55"/>
                <a:gd name="T14" fmla="*/ 1 w 7"/>
                <a:gd name="T15" fmla="*/ 46 h 55"/>
                <a:gd name="T16" fmla="*/ 1 w 7"/>
                <a:gd name="T17" fmla="*/ 45 h 55"/>
                <a:gd name="T18" fmla="*/ 1 w 7"/>
                <a:gd name="T19" fmla="*/ 44 h 55"/>
                <a:gd name="T20" fmla="*/ 2 w 7"/>
                <a:gd name="T21" fmla="*/ 42 h 55"/>
                <a:gd name="T22" fmla="*/ 2 w 7"/>
                <a:gd name="T23" fmla="*/ 41 h 55"/>
                <a:gd name="T24" fmla="*/ 2 w 7"/>
                <a:gd name="T25" fmla="*/ 38 h 55"/>
                <a:gd name="T26" fmla="*/ 2 w 7"/>
                <a:gd name="T27" fmla="*/ 36 h 55"/>
                <a:gd name="T28" fmla="*/ 2 w 7"/>
                <a:gd name="T29" fmla="*/ 33 h 55"/>
                <a:gd name="T30" fmla="*/ 2 w 7"/>
                <a:gd name="T31" fmla="*/ 31 h 55"/>
                <a:gd name="T32" fmla="*/ 2 w 7"/>
                <a:gd name="T33" fmla="*/ 28 h 55"/>
                <a:gd name="T34" fmla="*/ 2 w 7"/>
                <a:gd name="T35" fmla="*/ 24 h 55"/>
                <a:gd name="T36" fmla="*/ 2 w 7"/>
                <a:gd name="T37" fmla="*/ 19 h 55"/>
                <a:gd name="T38" fmla="*/ 3 w 7"/>
                <a:gd name="T39" fmla="*/ 16 h 55"/>
                <a:gd name="T40" fmla="*/ 3 w 7"/>
                <a:gd name="T41" fmla="*/ 13 h 55"/>
                <a:gd name="T42" fmla="*/ 3 w 7"/>
                <a:gd name="T43" fmla="*/ 12 h 55"/>
                <a:gd name="T44" fmla="*/ 3 w 7"/>
                <a:gd name="T45" fmla="*/ 10 h 55"/>
                <a:gd name="T46" fmla="*/ 3 w 7"/>
                <a:gd name="T47" fmla="*/ 9 h 55"/>
                <a:gd name="T48" fmla="*/ 3 w 7"/>
                <a:gd name="T49" fmla="*/ 8 h 55"/>
                <a:gd name="T50" fmla="*/ 4 w 7"/>
                <a:gd name="T51" fmla="*/ 8 h 55"/>
                <a:gd name="T52" fmla="*/ 4 w 7"/>
                <a:gd name="T53" fmla="*/ 6 h 55"/>
                <a:gd name="T54" fmla="*/ 4 w 7"/>
                <a:gd name="T55" fmla="*/ 4 h 55"/>
                <a:gd name="T56" fmla="*/ 4 w 7"/>
                <a:gd name="T57" fmla="*/ 4 h 55"/>
                <a:gd name="T58" fmla="*/ 4 w 7"/>
                <a:gd name="T59" fmla="*/ 4 h 55"/>
                <a:gd name="T60" fmla="*/ 4 w 7"/>
                <a:gd name="T61" fmla="*/ 4 h 55"/>
                <a:gd name="T62" fmla="*/ 4 w 7"/>
                <a:gd name="T63" fmla="*/ 3 h 55"/>
                <a:gd name="T64" fmla="*/ 4 w 7"/>
                <a:gd name="T65" fmla="*/ 2 h 55"/>
                <a:gd name="T66" fmla="*/ 4 w 7"/>
                <a:gd name="T67" fmla="*/ 1 h 55"/>
                <a:gd name="T68" fmla="*/ 5 w 7"/>
                <a:gd name="T69" fmla="*/ 1 h 55"/>
                <a:gd name="T70" fmla="*/ 5 w 7"/>
                <a:gd name="T71" fmla="*/ 1 h 55"/>
                <a:gd name="T72" fmla="*/ 5 w 7"/>
                <a:gd name="T73" fmla="*/ 1 h 55"/>
                <a:gd name="T74" fmla="*/ 5 w 7"/>
                <a:gd name="T75" fmla="*/ 0 h 55"/>
                <a:gd name="T76" fmla="*/ 5 w 7"/>
                <a:gd name="T77" fmla="*/ 0 h 55"/>
                <a:gd name="T78" fmla="*/ 5 w 7"/>
                <a:gd name="T79" fmla="*/ 2 h 55"/>
                <a:gd name="T80" fmla="*/ 5 w 7"/>
                <a:gd name="T81" fmla="*/ 4 h 55"/>
                <a:gd name="T82" fmla="*/ 5 w 7"/>
                <a:gd name="T83" fmla="*/ 4 h 55"/>
                <a:gd name="T84" fmla="*/ 5 w 7"/>
                <a:gd name="T85" fmla="*/ 6 h 55"/>
                <a:gd name="T86" fmla="*/ 5 w 7"/>
                <a:gd name="T87" fmla="*/ 7 h 55"/>
                <a:gd name="T88" fmla="*/ 6 w 7"/>
                <a:gd name="T89" fmla="*/ 9 h 55"/>
                <a:gd name="T90" fmla="*/ 6 w 7"/>
                <a:gd name="T91" fmla="*/ 9 h 55"/>
                <a:gd name="T92" fmla="*/ 6 w 7"/>
                <a:gd name="T93" fmla="*/ 9 h 55"/>
                <a:gd name="T94" fmla="*/ 6 w 7"/>
                <a:gd name="T95" fmla="*/ 10 h 55"/>
                <a:gd name="T96" fmla="*/ 6 w 7"/>
                <a:gd name="T97" fmla="*/ 11 h 55"/>
                <a:gd name="T98" fmla="*/ 6 w 7"/>
                <a:gd name="T99" fmla="*/ 13 h 55"/>
                <a:gd name="T100" fmla="*/ 7 w 7"/>
                <a:gd name="T101" fmla="*/ 14 h 55"/>
                <a:gd name="T102" fmla="*/ 7 w 7"/>
                <a:gd name="T103" fmla="*/ 1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5">
                  <a:moveTo>
                    <a:pt x="0" y="55"/>
                  </a:moveTo>
                  <a:lnTo>
                    <a:pt x="0" y="54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1" y="49"/>
                  </a:lnTo>
                  <a:lnTo>
                    <a:pt x="1" y="46"/>
                  </a:lnTo>
                  <a:lnTo>
                    <a:pt x="1" y="46"/>
                  </a:lnTo>
                  <a:lnTo>
                    <a:pt x="1" y="46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1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8"/>
                  </a:lnTo>
                  <a:lnTo>
                    <a:pt x="2" y="24"/>
                  </a:lnTo>
                  <a:lnTo>
                    <a:pt x="2" y="19"/>
                  </a:lnTo>
                  <a:lnTo>
                    <a:pt x="3" y="16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8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6"/>
                  </a:lnTo>
                  <a:lnTo>
                    <a:pt x="5" y="7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7" y="14"/>
                  </a:lnTo>
                  <a:lnTo>
                    <a:pt x="7" y="1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2" name="Freeform 772"/>
            <p:cNvSpPr/>
            <p:nvPr/>
          </p:nvSpPr>
          <p:spPr bwMode="auto">
            <a:xfrm>
              <a:off x="1301750" y="4654551"/>
              <a:ext cx="9525" cy="88900"/>
            </a:xfrm>
            <a:custGeom>
              <a:avLst/>
              <a:gdLst>
                <a:gd name="T0" fmla="*/ 0 w 6"/>
                <a:gd name="T1" fmla="*/ 0 h 56"/>
                <a:gd name="T2" fmla="*/ 0 w 6"/>
                <a:gd name="T3" fmla="*/ 0 h 56"/>
                <a:gd name="T4" fmla="*/ 0 w 6"/>
                <a:gd name="T5" fmla="*/ 0 h 56"/>
                <a:gd name="T6" fmla="*/ 0 w 6"/>
                <a:gd name="T7" fmla="*/ 2 h 56"/>
                <a:gd name="T8" fmla="*/ 0 w 6"/>
                <a:gd name="T9" fmla="*/ 4 h 56"/>
                <a:gd name="T10" fmla="*/ 0 w 6"/>
                <a:gd name="T11" fmla="*/ 6 h 56"/>
                <a:gd name="T12" fmla="*/ 0 w 6"/>
                <a:gd name="T13" fmla="*/ 8 h 56"/>
                <a:gd name="T14" fmla="*/ 0 w 6"/>
                <a:gd name="T15" fmla="*/ 9 h 56"/>
                <a:gd name="T16" fmla="*/ 0 w 6"/>
                <a:gd name="T17" fmla="*/ 10 h 56"/>
                <a:gd name="T18" fmla="*/ 1 w 6"/>
                <a:gd name="T19" fmla="*/ 11 h 56"/>
                <a:gd name="T20" fmla="*/ 1 w 6"/>
                <a:gd name="T21" fmla="*/ 12 h 56"/>
                <a:gd name="T22" fmla="*/ 1 w 6"/>
                <a:gd name="T23" fmla="*/ 13 h 56"/>
                <a:gd name="T24" fmla="*/ 1 w 6"/>
                <a:gd name="T25" fmla="*/ 14 h 56"/>
                <a:gd name="T26" fmla="*/ 1 w 6"/>
                <a:gd name="T27" fmla="*/ 15 h 56"/>
                <a:gd name="T28" fmla="*/ 1 w 6"/>
                <a:gd name="T29" fmla="*/ 16 h 56"/>
                <a:gd name="T30" fmla="*/ 2 w 6"/>
                <a:gd name="T31" fmla="*/ 16 h 56"/>
                <a:gd name="T32" fmla="*/ 2 w 6"/>
                <a:gd name="T33" fmla="*/ 15 h 56"/>
                <a:gd name="T34" fmla="*/ 2 w 6"/>
                <a:gd name="T35" fmla="*/ 15 h 56"/>
                <a:gd name="T36" fmla="*/ 2 w 6"/>
                <a:gd name="T37" fmla="*/ 15 h 56"/>
                <a:gd name="T38" fmla="*/ 2 w 6"/>
                <a:gd name="T39" fmla="*/ 15 h 56"/>
                <a:gd name="T40" fmla="*/ 2 w 6"/>
                <a:gd name="T41" fmla="*/ 16 h 56"/>
                <a:gd name="T42" fmla="*/ 2 w 6"/>
                <a:gd name="T43" fmla="*/ 17 h 56"/>
                <a:gd name="T44" fmla="*/ 2 w 6"/>
                <a:gd name="T45" fmla="*/ 19 h 56"/>
                <a:gd name="T46" fmla="*/ 2 w 6"/>
                <a:gd name="T47" fmla="*/ 21 h 56"/>
                <a:gd name="T48" fmla="*/ 3 w 6"/>
                <a:gd name="T49" fmla="*/ 23 h 56"/>
                <a:gd name="T50" fmla="*/ 3 w 6"/>
                <a:gd name="T51" fmla="*/ 26 h 56"/>
                <a:gd name="T52" fmla="*/ 3 w 6"/>
                <a:gd name="T53" fmla="*/ 27 h 56"/>
                <a:gd name="T54" fmla="*/ 3 w 6"/>
                <a:gd name="T55" fmla="*/ 29 h 56"/>
                <a:gd name="T56" fmla="*/ 3 w 6"/>
                <a:gd name="T57" fmla="*/ 31 h 56"/>
                <a:gd name="T58" fmla="*/ 3 w 6"/>
                <a:gd name="T59" fmla="*/ 33 h 56"/>
                <a:gd name="T60" fmla="*/ 3 w 6"/>
                <a:gd name="T61" fmla="*/ 34 h 56"/>
                <a:gd name="T62" fmla="*/ 3 w 6"/>
                <a:gd name="T63" fmla="*/ 34 h 56"/>
                <a:gd name="T64" fmla="*/ 3 w 6"/>
                <a:gd name="T65" fmla="*/ 36 h 56"/>
                <a:gd name="T66" fmla="*/ 4 w 6"/>
                <a:gd name="T67" fmla="*/ 38 h 56"/>
                <a:gd name="T68" fmla="*/ 4 w 6"/>
                <a:gd name="T69" fmla="*/ 40 h 56"/>
                <a:gd name="T70" fmla="*/ 4 w 6"/>
                <a:gd name="T71" fmla="*/ 41 h 56"/>
                <a:gd name="T72" fmla="*/ 4 w 6"/>
                <a:gd name="T73" fmla="*/ 43 h 56"/>
                <a:gd name="T74" fmla="*/ 4 w 6"/>
                <a:gd name="T75" fmla="*/ 45 h 56"/>
                <a:gd name="T76" fmla="*/ 4 w 6"/>
                <a:gd name="T77" fmla="*/ 47 h 56"/>
                <a:gd name="T78" fmla="*/ 5 w 6"/>
                <a:gd name="T79" fmla="*/ 49 h 56"/>
                <a:gd name="T80" fmla="*/ 5 w 6"/>
                <a:gd name="T81" fmla="*/ 51 h 56"/>
                <a:gd name="T82" fmla="*/ 5 w 6"/>
                <a:gd name="T83" fmla="*/ 52 h 56"/>
                <a:gd name="T84" fmla="*/ 5 w 6"/>
                <a:gd name="T85" fmla="*/ 53 h 56"/>
                <a:gd name="T86" fmla="*/ 5 w 6"/>
                <a:gd name="T87" fmla="*/ 54 h 56"/>
                <a:gd name="T88" fmla="*/ 5 w 6"/>
                <a:gd name="T89" fmla="*/ 55 h 56"/>
                <a:gd name="T90" fmla="*/ 5 w 6"/>
                <a:gd name="T91" fmla="*/ 56 h 56"/>
                <a:gd name="T92" fmla="*/ 5 w 6"/>
                <a:gd name="T93" fmla="*/ 56 h 56"/>
                <a:gd name="T94" fmla="*/ 5 w 6"/>
                <a:gd name="T95" fmla="*/ 56 h 56"/>
                <a:gd name="T96" fmla="*/ 6 w 6"/>
                <a:gd name="T97" fmla="*/ 56 h 56"/>
                <a:gd name="T98" fmla="*/ 6 w 6"/>
                <a:gd name="T99" fmla="*/ 54 h 56"/>
                <a:gd name="T100" fmla="*/ 6 w 6"/>
                <a:gd name="T101" fmla="*/ 52 h 56"/>
                <a:gd name="T102" fmla="*/ 6 w 6"/>
                <a:gd name="T103" fmla="*/ 5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0"/>
                  </a:lnTo>
                  <a:lnTo>
                    <a:pt x="1" y="11"/>
                  </a:lnTo>
                  <a:lnTo>
                    <a:pt x="1" y="12"/>
                  </a:lnTo>
                  <a:lnTo>
                    <a:pt x="1" y="13"/>
                  </a:lnTo>
                  <a:lnTo>
                    <a:pt x="1" y="14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3" y="29"/>
                  </a:lnTo>
                  <a:lnTo>
                    <a:pt x="3" y="31"/>
                  </a:lnTo>
                  <a:lnTo>
                    <a:pt x="3" y="33"/>
                  </a:lnTo>
                  <a:lnTo>
                    <a:pt x="3" y="34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41"/>
                  </a:lnTo>
                  <a:lnTo>
                    <a:pt x="4" y="43"/>
                  </a:lnTo>
                  <a:lnTo>
                    <a:pt x="4" y="45"/>
                  </a:lnTo>
                  <a:lnTo>
                    <a:pt x="4" y="47"/>
                  </a:lnTo>
                  <a:lnTo>
                    <a:pt x="5" y="49"/>
                  </a:lnTo>
                  <a:lnTo>
                    <a:pt x="5" y="51"/>
                  </a:lnTo>
                  <a:lnTo>
                    <a:pt x="5" y="52"/>
                  </a:lnTo>
                  <a:lnTo>
                    <a:pt x="5" y="53"/>
                  </a:lnTo>
                  <a:lnTo>
                    <a:pt x="5" y="54"/>
                  </a:lnTo>
                  <a:lnTo>
                    <a:pt x="5" y="55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6" y="56"/>
                  </a:lnTo>
                  <a:lnTo>
                    <a:pt x="6" y="54"/>
                  </a:lnTo>
                  <a:lnTo>
                    <a:pt x="6" y="52"/>
                  </a:lnTo>
                  <a:lnTo>
                    <a:pt x="6" y="5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grpSp>
          <p:nvGrpSpPr>
            <p:cNvPr id="213" name="Group 974"/>
            <p:cNvGrpSpPr/>
            <p:nvPr/>
          </p:nvGrpSpPr>
          <p:grpSpPr bwMode="auto">
            <a:xfrm>
              <a:off x="1311275" y="4543426"/>
              <a:ext cx="2006600" cy="458788"/>
              <a:chOff x="826" y="2862"/>
              <a:chExt cx="1264" cy="289"/>
            </a:xfrm>
          </p:grpSpPr>
          <p:sp>
            <p:nvSpPr>
              <p:cNvPr id="214" name="Freeform 774"/>
              <p:cNvSpPr/>
              <p:nvPr/>
            </p:nvSpPr>
            <p:spPr bwMode="auto">
              <a:xfrm>
                <a:off x="826" y="2925"/>
                <a:ext cx="6" cy="59"/>
              </a:xfrm>
              <a:custGeom>
                <a:avLst/>
                <a:gdLst>
                  <a:gd name="T0" fmla="*/ 0 w 6"/>
                  <a:gd name="T1" fmla="*/ 59 h 59"/>
                  <a:gd name="T2" fmla="*/ 0 w 6"/>
                  <a:gd name="T3" fmla="*/ 58 h 59"/>
                  <a:gd name="T4" fmla="*/ 0 w 6"/>
                  <a:gd name="T5" fmla="*/ 57 h 59"/>
                  <a:gd name="T6" fmla="*/ 0 w 6"/>
                  <a:gd name="T7" fmla="*/ 56 h 59"/>
                  <a:gd name="T8" fmla="*/ 1 w 6"/>
                  <a:gd name="T9" fmla="*/ 56 h 59"/>
                  <a:gd name="T10" fmla="*/ 1 w 6"/>
                  <a:gd name="T11" fmla="*/ 55 h 59"/>
                  <a:gd name="T12" fmla="*/ 1 w 6"/>
                  <a:gd name="T13" fmla="*/ 55 h 59"/>
                  <a:gd name="T14" fmla="*/ 1 w 6"/>
                  <a:gd name="T15" fmla="*/ 55 h 59"/>
                  <a:gd name="T16" fmla="*/ 1 w 6"/>
                  <a:gd name="T17" fmla="*/ 55 h 59"/>
                  <a:gd name="T18" fmla="*/ 1 w 6"/>
                  <a:gd name="T19" fmla="*/ 54 h 59"/>
                  <a:gd name="T20" fmla="*/ 1 w 6"/>
                  <a:gd name="T21" fmla="*/ 54 h 59"/>
                  <a:gd name="T22" fmla="*/ 1 w 6"/>
                  <a:gd name="T23" fmla="*/ 55 h 59"/>
                  <a:gd name="T24" fmla="*/ 1 w 6"/>
                  <a:gd name="T25" fmla="*/ 54 h 59"/>
                  <a:gd name="T26" fmla="*/ 1 w 6"/>
                  <a:gd name="T27" fmla="*/ 54 h 59"/>
                  <a:gd name="T28" fmla="*/ 2 w 6"/>
                  <a:gd name="T29" fmla="*/ 54 h 59"/>
                  <a:gd name="T30" fmla="*/ 2 w 6"/>
                  <a:gd name="T31" fmla="*/ 53 h 59"/>
                  <a:gd name="T32" fmla="*/ 2 w 6"/>
                  <a:gd name="T33" fmla="*/ 53 h 59"/>
                  <a:gd name="T34" fmla="*/ 2 w 6"/>
                  <a:gd name="T35" fmla="*/ 52 h 59"/>
                  <a:gd name="T36" fmla="*/ 2 w 6"/>
                  <a:gd name="T37" fmla="*/ 52 h 59"/>
                  <a:gd name="T38" fmla="*/ 2 w 6"/>
                  <a:gd name="T39" fmla="*/ 51 h 59"/>
                  <a:gd name="T40" fmla="*/ 2 w 6"/>
                  <a:gd name="T41" fmla="*/ 49 h 59"/>
                  <a:gd name="T42" fmla="*/ 2 w 6"/>
                  <a:gd name="T43" fmla="*/ 48 h 59"/>
                  <a:gd name="T44" fmla="*/ 2 w 6"/>
                  <a:gd name="T45" fmla="*/ 46 h 59"/>
                  <a:gd name="T46" fmla="*/ 3 w 6"/>
                  <a:gd name="T47" fmla="*/ 45 h 59"/>
                  <a:gd name="T48" fmla="*/ 3 w 6"/>
                  <a:gd name="T49" fmla="*/ 44 h 59"/>
                  <a:gd name="T50" fmla="*/ 3 w 6"/>
                  <a:gd name="T51" fmla="*/ 44 h 59"/>
                  <a:gd name="T52" fmla="*/ 3 w 6"/>
                  <a:gd name="T53" fmla="*/ 43 h 59"/>
                  <a:gd name="T54" fmla="*/ 3 w 6"/>
                  <a:gd name="T55" fmla="*/ 41 h 59"/>
                  <a:gd name="T56" fmla="*/ 3 w 6"/>
                  <a:gd name="T57" fmla="*/ 40 h 59"/>
                  <a:gd name="T58" fmla="*/ 4 w 6"/>
                  <a:gd name="T59" fmla="*/ 38 h 59"/>
                  <a:gd name="T60" fmla="*/ 4 w 6"/>
                  <a:gd name="T61" fmla="*/ 36 h 59"/>
                  <a:gd name="T62" fmla="*/ 4 w 6"/>
                  <a:gd name="T63" fmla="*/ 33 h 59"/>
                  <a:gd name="T64" fmla="*/ 4 w 6"/>
                  <a:gd name="T65" fmla="*/ 30 h 59"/>
                  <a:gd name="T66" fmla="*/ 4 w 6"/>
                  <a:gd name="T67" fmla="*/ 27 h 59"/>
                  <a:gd name="T68" fmla="*/ 4 w 6"/>
                  <a:gd name="T69" fmla="*/ 24 h 59"/>
                  <a:gd name="T70" fmla="*/ 4 w 6"/>
                  <a:gd name="T71" fmla="*/ 21 h 59"/>
                  <a:gd name="T72" fmla="*/ 4 w 6"/>
                  <a:gd name="T73" fmla="*/ 18 h 59"/>
                  <a:gd name="T74" fmla="*/ 4 w 6"/>
                  <a:gd name="T75" fmla="*/ 16 h 59"/>
                  <a:gd name="T76" fmla="*/ 5 w 6"/>
                  <a:gd name="T77" fmla="*/ 13 h 59"/>
                  <a:gd name="T78" fmla="*/ 5 w 6"/>
                  <a:gd name="T79" fmla="*/ 11 h 59"/>
                  <a:gd name="T80" fmla="*/ 5 w 6"/>
                  <a:gd name="T81" fmla="*/ 10 h 59"/>
                  <a:gd name="T82" fmla="*/ 5 w 6"/>
                  <a:gd name="T83" fmla="*/ 8 h 59"/>
                  <a:gd name="T84" fmla="*/ 5 w 6"/>
                  <a:gd name="T85" fmla="*/ 6 h 59"/>
                  <a:gd name="T86" fmla="*/ 5 w 6"/>
                  <a:gd name="T87" fmla="*/ 6 h 59"/>
                  <a:gd name="T88" fmla="*/ 6 w 6"/>
                  <a:gd name="T89" fmla="*/ 5 h 59"/>
                  <a:gd name="T90" fmla="*/ 6 w 6"/>
                  <a:gd name="T91" fmla="*/ 5 h 59"/>
                  <a:gd name="T92" fmla="*/ 6 w 6"/>
                  <a:gd name="T93" fmla="*/ 5 h 59"/>
                  <a:gd name="T94" fmla="*/ 6 w 6"/>
                  <a:gd name="T95" fmla="*/ 4 h 59"/>
                  <a:gd name="T96" fmla="*/ 6 w 6"/>
                  <a:gd name="T97" fmla="*/ 3 h 59"/>
                  <a:gd name="T98" fmla="*/ 6 w 6"/>
                  <a:gd name="T99" fmla="*/ 2 h 59"/>
                  <a:gd name="T100" fmla="*/ 6 w 6"/>
                  <a:gd name="T101" fmla="*/ 0 h 59"/>
                  <a:gd name="T102" fmla="*/ 6 w 6"/>
                  <a:gd name="T103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9">
                    <a:moveTo>
                      <a:pt x="0" y="59"/>
                    </a:move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5"/>
                    </a:lnTo>
                    <a:lnTo>
                      <a:pt x="1" y="55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3"/>
                    </a:lnTo>
                    <a:lnTo>
                      <a:pt x="2" y="52"/>
                    </a:lnTo>
                    <a:lnTo>
                      <a:pt x="2" y="52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3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3" y="41"/>
                    </a:lnTo>
                    <a:lnTo>
                      <a:pt x="3" y="40"/>
                    </a:lnTo>
                    <a:lnTo>
                      <a:pt x="4" y="38"/>
                    </a:lnTo>
                    <a:lnTo>
                      <a:pt x="4" y="36"/>
                    </a:lnTo>
                    <a:lnTo>
                      <a:pt x="4" y="33"/>
                    </a:lnTo>
                    <a:lnTo>
                      <a:pt x="4" y="30"/>
                    </a:lnTo>
                    <a:lnTo>
                      <a:pt x="4" y="27"/>
                    </a:lnTo>
                    <a:lnTo>
                      <a:pt x="4" y="24"/>
                    </a:lnTo>
                    <a:lnTo>
                      <a:pt x="4" y="21"/>
                    </a:lnTo>
                    <a:lnTo>
                      <a:pt x="4" y="18"/>
                    </a:lnTo>
                    <a:lnTo>
                      <a:pt x="4" y="16"/>
                    </a:lnTo>
                    <a:lnTo>
                      <a:pt x="5" y="13"/>
                    </a:lnTo>
                    <a:lnTo>
                      <a:pt x="5" y="11"/>
                    </a:lnTo>
                    <a:lnTo>
                      <a:pt x="5" y="10"/>
                    </a:lnTo>
                    <a:lnTo>
                      <a:pt x="5" y="8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4"/>
                    </a:lnTo>
                    <a:lnTo>
                      <a:pt x="6" y="3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15" name="Freeform 775"/>
              <p:cNvSpPr/>
              <p:nvPr/>
            </p:nvSpPr>
            <p:spPr bwMode="auto">
              <a:xfrm>
                <a:off x="832" y="2925"/>
                <a:ext cx="7" cy="56"/>
              </a:xfrm>
              <a:custGeom>
                <a:avLst/>
                <a:gdLst>
                  <a:gd name="T0" fmla="*/ 0 w 7"/>
                  <a:gd name="T1" fmla="*/ 0 h 56"/>
                  <a:gd name="T2" fmla="*/ 0 w 7"/>
                  <a:gd name="T3" fmla="*/ 0 h 56"/>
                  <a:gd name="T4" fmla="*/ 0 w 7"/>
                  <a:gd name="T5" fmla="*/ 0 h 56"/>
                  <a:gd name="T6" fmla="*/ 1 w 7"/>
                  <a:gd name="T7" fmla="*/ 0 h 56"/>
                  <a:gd name="T8" fmla="*/ 1 w 7"/>
                  <a:gd name="T9" fmla="*/ 0 h 56"/>
                  <a:gd name="T10" fmla="*/ 1 w 7"/>
                  <a:gd name="T11" fmla="*/ 0 h 56"/>
                  <a:gd name="T12" fmla="*/ 1 w 7"/>
                  <a:gd name="T13" fmla="*/ 1 h 56"/>
                  <a:gd name="T14" fmla="*/ 1 w 7"/>
                  <a:gd name="T15" fmla="*/ 4 h 56"/>
                  <a:gd name="T16" fmla="*/ 1 w 7"/>
                  <a:gd name="T17" fmla="*/ 6 h 56"/>
                  <a:gd name="T18" fmla="*/ 2 w 7"/>
                  <a:gd name="T19" fmla="*/ 7 h 56"/>
                  <a:gd name="T20" fmla="*/ 2 w 7"/>
                  <a:gd name="T21" fmla="*/ 9 h 56"/>
                  <a:gd name="T22" fmla="*/ 2 w 7"/>
                  <a:gd name="T23" fmla="*/ 11 h 56"/>
                  <a:gd name="T24" fmla="*/ 2 w 7"/>
                  <a:gd name="T25" fmla="*/ 11 h 56"/>
                  <a:gd name="T26" fmla="*/ 2 w 7"/>
                  <a:gd name="T27" fmla="*/ 12 h 56"/>
                  <a:gd name="T28" fmla="*/ 2 w 7"/>
                  <a:gd name="T29" fmla="*/ 12 h 56"/>
                  <a:gd name="T30" fmla="*/ 2 w 7"/>
                  <a:gd name="T31" fmla="*/ 14 h 56"/>
                  <a:gd name="T32" fmla="*/ 2 w 7"/>
                  <a:gd name="T33" fmla="*/ 16 h 56"/>
                  <a:gd name="T34" fmla="*/ 2 w 7"/>
                  <a:gd name="T35" fmla="*/ 16 h 56"/>
                  <a:gd name="T36" fmla="*/ 3 w 7"/>
                  <a:gd name="T37" fmla="*/ 17 h 56"/>
                  <a:gd name="T38" fmla="*/ 3 w 7"/>
                  <a:gd name="T39" fmla="*/ 18 h 56"/>
                  <a:gd name="T40" fmla="*/ 3 w 7"/>
                  <a:gd name="T41" fmla="*/ 19 h 56"/>
                  <a:gd name="T42" fmla="*/ 3 w 7"/>
                  <a:gd name="T43" fmla="*/ 19 h 56"/>
                  <a:gd name="T44" fmla="*/ 3 w 7"/>
                  <a:gd name="T45" fmla="*/ 20 h 56"/>
                  <a:gd name="T46" fmla="*/ 3 w 7"/>
                  <a:gd name="T47" fmla="*/ 22 h 56"/>
                  <a:gd name="T48" fmla="*/ 3 w 7"/>
                  <a:gd name="T49" fmla="*/ 22 h 56"/>
                  <a:gd name="T50" fmla="*/ 3 w 7"/>
                  <a:gd name="T51" fmla="*/ 23 h 56"/>
                  <a:gd name="T52" fmla="*/ 3 w 7"/>
                  <a:gd name="T53" fmla="*/ 25 h 56"/>
                  <a:gd name="T54" fmla="*/ 3 w 7"/>
                  <a:gd name="T55" fmla="*/ 27 h 56"/>
                  <a:gd name="T56" fmla="*/ 4 w 7"/>
                  <a:gd name="T57" fmla="*/ 28 h 56"/>
                  <a:gd name="T58" fmla="*/ 4 w 7"/>
                  <a:gd name="T59" fmla="*/ 28 h 56"/>
                  <a:gd name="T60" fmla="*/ 4 w 7"/>
                  <a:gd name="T61" fmla="*/ 28 h 56"/>
                  <a:gd name="T62" fmla="*/ 4 w 7"/>
                  <a:gd name="T63" fmla="*/ 28 h 56"/>
                  <a:gd name="T64" fmla="*/ 4 w 7"/>
                  <a:gd name="T65" fmla="*/ 28 h 56"/>
                  <a:gd name="T66" fmla="*/ 4 w 7"/>
                  <a:gd name="T67" fmla="*/ 28 h 56"/>
                  <a:gd name="T68" fmla="*/ 5 w 7"/>
                  <a:gd name="T69" fmla="*/ 29 h 56"/>
                  <a:gd name="T70" fmla="*/ 5 w 7"/>
                  <a:gd name="T71" fmla="*/ 29 h 56"/>
                  <a:gd name="T72" fmla="*/ 5 w 7"/>
                  <a:gd name="T73" fmla="*/ 29 h 56"/>
                  <a:gd name="T74" fmla="*/ 5 w 7"/>
                  <a:gd name="T75" fmla="*/ 31 h 56"/>
                  <a:gd name="T76" fmla="*/ 5 w 7"/>
                  <a:gd name="T77" fmla="*/ 32 h 56"/>
                  <a:gd name="T78" fmla="*/ 5 w 7"/>
                  <a:gd name="T79" fmla="*/ 34 h 56"/>
                  <a:gd name="T80" fmla="*/ 5 w 7"/>
                  <a:gd name="T81" fmla="*/ 35 h 56"/>
                  <a:gd name="T82" fmla="*/ 5 w 7"/>
                  <a:gd name="T83" fmla="*/ 37 h 56"/>
                  <a:gd name="T84" fmla="*/ 5 w 7"/>
                  <a:gd name="T85" fmla="*/ 39 h 56"/>
                  <a:gd name="T86" fmla="*/ 6 w 7"/>
                  <a:gd name="T87" fmla="*/ 41 h 56"/>
                  <a:gd name="T88" fmla="*/ 6 w 7"/>
                  <a:gd name="T89" fmla="*/ 43 h 56"/>
                  <a:gd name="T90" fmla="*/ 6 w 7"/>
                  <a:gd name="T91" fmla="*/ 44 h 56"/>
                  <a:gd name="T92" fmla="*/ 6 w 7"/>
                  <a:gd name="T93" fmla="*/ 46 h 56"/>
                  <a:gd name="T94" fmla="*/ 6 w 7"/>
                  <a:gd name="T95" fmla="*/ 48 h 56"/>
                  <a:gd name="T96" fmla="*/ 6 w 7"/>
                  <a:gd name="T97" fmla="*/ 51 h 56"/>
                  <a:gd name="T98" fmla="*/ 7 w 7"/>
                  <a:gd name="T99" fmla="*/ 53 h 56"/>
                  <a:gd name="T100" fmla="*/ 7 w 7"/>
                  <a:gd name="T101" fmla="*/ 54 h 56"/>
                  <a:gd name="T102" fmla="*/ 7 w 7"/>
                  <a:gd name="T103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6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4"/>
                    </a:lnTo>
                    <a:lnTo>
                      <a:pt x="1" y="6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2" y="11"/>
                    </a:lnTo>
                    <a:lnTo>
                      <a:pt x="2" y="11"/>
                    </a:lnTo>
                    <a:lnTo>
                      <a:pt x="2" y="12"/>
                    </a:lnTo>
                    <a:lnTo>
                      <a:pt x="2" y="12"/>
                    </a:lnTo>
                    <a:lnTo>
                      <a:pt x="2" y="14"/>
                    </a:lnTo>
                    <a:lnTo>
                      <a:pt x="2" y="16"/>
                    </a:lnTo>
                    <a:lnTo>
                      <a:pt x="2" y="16"/>
                    </a:lnTo>
                    <a:lnTo>
                      <a:pt x="3" y="17"/>
                    </a:lnTo>
                    <a:lnTo>
                      <a:pt x="3" y="18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20"/>
                    </a:lnTo>
                    <a:lnTo>
                      <a:pt x="3" y="22"/>
                    </a:lnTo>
                    <a:lnTo>
                      <a:pt x="3" y="22"/>
                    </a:lnTo>
                    <a:lnTo>
                      <a:pt x="3" y="23"/>
                    </a:lnTo>
                    <a:lnTo>
                      <a:pt x="3" y="25"/>
                    </a:lnTo>
                    <a:lnTo>
                      <a:pt x="3" y="27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5" y="29"/>
                    </a:lnTo>
                    <a:lnTo>
                      <a:pt x="5" y="29"/>
                    </a:lnTo>
                    <a:lnTo>
                      <a:pt x="5" y="29"/>
                    </a:lnTo>
                    <a:lnTo>
                      <a:pt x="5" y="31"/>
                    </a:lnTo>
                    <a:lnTo>
                      <a:pt x="5" y="32"/>
                    </a:lnTo>
                    <a:lnTo>
                      <a:pt x="5" y="34"/>
                    </a:lnTo>
                    <a:lnTo>
                      <a:pt x="5" y="35"/>
                    </a:lnTo>
                    <a:lnTo>
                      <a:pt x="5" y="37"/>
                    </a:lnTo>
                    <a:lnTo>
                      <a:pt x="5" y="39"/>
                    </a:lnTo>
                    <a:lnTo>
                      <a:pt x="6" y="41"/>
                    </a:lnTo>
                    <a:lnTo>
                      <a:pt x="6" y="43"/>
                    </a:lnTo>
                    <a:lnTo>
                      <a:pt x="6" y="44"/>
                    </a:lnTo>
                    <a:lnTo>
                      <a:pt x="6" y="46"/>
                    </a:lnTo>
                    <a:lnTo>
                      <a:pt x="6" y="48"/>
                    </a:lnTo>
                    <a:lnTo>
                      <a:pt x="6" y="51"/>
                    </a:lnTo>
                    <a:lnTo>
                      <a:pt x="7" y="53"/>
                    </a:lnTo>
                    <a:lnTo>
                      <a:pt x="7" y="54"/>
                    </a:lnTo>
                    <a:lnTo>
                      <a:pt x="7" y="5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16" name="Freeform 776"/>
              <p:cNvSpPr/>
              <p:nvPr/>
            </p:nvSpPr>
            <p:spPr bwMode="auto">
              <a:xfrm>
                <a:off x="839" y="2956"/>
                <a:ext cx="6" cy="38"/>
              </a:xfrm>
              <a:custGeom>
                <a:avLst/>
                <a:gdLst>
                  <a:gd name="T0" fmla="*/ 0 w 6"/>
                  <a:gd name="T1" fmla="*/ 23 h 38"/>
                  <a:gd name="T2" fmla="*/ 0 w 6"/>
                  <a:gd name="T3" fmla="*/ 25 h 38"/>
                  <a:gd name="T4" fmla="*/ 0 w 6"/>
                  <a:gd name="T5" fmla="*/ 26 h 38"/>
                  <a:gd name="T6" fmla="*/ 0 w 6"/>
                  <a:gd name="T7" fmla="*/ 27 h 38"/>
                  <a:gd name="T8" fmla="*/ 0 w 6"/>
                  <a:gd name="T9" fmla="*/ 28 h 38"/>
                  <a:gd name="T10" fmla="*/ 0 w 6"/>
                  <a:gd name="T11" fmla="*/ 30 h 38"/>
                  <a:gd name="T12" fmla="*/ 0 w 6"/>
                  <a:gd name="T13" fmla="*/ 32 h 38"/>
                  <a:gd name="T14" fmla="*/ 0 w 6"/>
                  <a:gd name="T15" fmla="*/ 34 h 38"/>
                  <a:gd name="T16" fmla="*/ 1 w 6"/>
                  <a:gd name="T17" fmla="*/ 35 h 38"/>
                  <a:gd name="T18" fmla="*/ 1 w 6"/>
                  <a:gd name="T19" fmla="*/ 36 h 38"/>
                  <a:gd name="T20" fmla="*/ 1 w 6"/>
                  <a:gd name="T21" fmla="*/ 37 h 38"/>
                  <a:gd name="T22" fmla="*/ 1 w 6"/>
                  <a:gd name="T23" fmla="*/ 37 h 38"/>
                  <a:gd name="T24" fmla="*/ 1 w 6"/>
                  <a:gd name="T25" fmla="*/ 38 h 38"/>
                  <a:gd name="T26" fmla="*/ 1 w 6"/>
                  <a:gd name="T27" fmla="*/ 37 h 38"/>
                  <a:gd name="T28" fmla="*/ 1 w 6"/>
                  <a:gd name="T29" fmla="*/ 37 h 38"/>
                  <a:gd name="T30" fmla="*/ 1 w 6"/>
                  <a:gd name="T31" fmla="*/ 35 h 38"/>
                  <a:gd name="T32" fmla="*/ 1 w 6"/>
                  <a:gd name="T33" fmla="*/ 34 h 38"/>
                  <a:gd name="T34" fmla="*/ 2 w 6"/>
                  <a:gd name="T35" fmla="*/ 33 h 38"/>
                  <a:gd name="T36" fmla="*/ 2 w 6"/>
                  <a:gd name="T37" fmla="*/ 32 h 38"/>
                  <a:gd name="T38" fmla="*/ 2 w 6"/>
                  <a:gd name="T39" fmla="*/ 31 h 38"/>
                  <a:gd name="T40" fmla="*/ 2 w 6"/>
                  <a:gd name="T41" fmla="*/ 30 h 38"/>
                  <a:gd name="T42" fmla="*/ 2 w 6"/>
                  <a:gd name="T43" fmla="*/ 29 h 38"/>
                  <a:gd name="T44" fmla="*/ 2 w 6"/>
                  <a:gd name="T45" fmla="*/ 29 h 38"/>
                  <a:gd name="T46" fmla="*/ 3 w 6"/>
                  <a:gd name="T47" fmla="*/ 29 h 38"/>
                  <a:gd name="T48" fmla="*/ 3 w 6"/>
                  <a:gd name="T49" fmla="*/ 28 h 38"/>
                  <a:gd name="T50" fmla="*/ 3 w 6"/>
                  <a:gd name="T51" fmla="*/ 28 h 38"/>
                  <a:gd name="T52" fmla="*/ 3 w 6"/>
                  <a:gd name="T53" fmla="*/ 29 h 38"/>
                  <a:gd name="T54" fmla="*/ 3 w 6"/>
                  <a:gd name="T55" fmla="*/ 30 h 38"/>
                  <a:gd name="T56" fmla="*/ 3 w 6"/>
                  <a:gd name="T57" fmla="*/ 30 h 38"/>
                  <a:gd name="T58" fmla="*/ 3 w 6"/>
                  <a:gd name="T59" fmla="*/ 30 h 38"/>
                  <a:gd name="T60" fmla="*/ 3 w 6"/>
                  <a:gd name="T61" fmla="*/ 30 h 38"/>
                  <a:gd name="T62" fmla="*/ 3 w 6"/>
                  <a:gd name="T63" fmla="*/ 30 h 38"/>
                  <a:gd name="T64" fmla="*/ 4 w 6"/>
                  <a:gd name="T65" fmla="*/ 30 h 38"/>
                  <a:gd name="T66" fmla="*/ 4 w 6"/>
                  <a:gd name="T67" fmla="*/ 30 h 38"/>
                  <a:gd name="T68" fmla="*/ 4 w 6"/>
                  <a:gd name="T69" fmla="*/ 29 h 38"/>
                  <a:gd name="T70" fmla="*/ 4 w 6"/>
                  <a:gd name="T71" fmla="*/ 27 h 38"/>
                  <a:gd name="T72" fmla="*/ 4 w 6"/>
                  <a:gd name="T73" fmla="*/ 27 h 38"/>
                  <a:gd name="T74" fmla="*/ 4 w 6"/>
                  <a:gd name="T75" fmla="*/ 26 h 38"/>
                  <a:gd name="T76" fmla="*/ 5 w 6"/>
                  <a:gd name="T77" fmla="*/ 24 h 38"/>
                  <a:gd name="T78" fmla="*/ 5 w 6"/>
                  <a:gd name="T79" fmla="*/ 23 h 38"/>
                  <a:gd name="T80" fmla="*/ 5 w 6"/>
                  <a:gd name="T81" fmla="*/ 22 h 38"/>
                  <a:gd name="T82" fmla="*/ 5 w 6"/>
                  <a:gd name="T83" fmla="*/ 21 h 38"/>
                  <a:gd name="T84" fmla="*/ 5 w 6"/>
                  <a:gd name="T85" fmla="*/ 20 h 38"/>
                  <a:gd name="T86" fmla="*/ 5 w 6"/>
                  <a:gd name="T87" fmla="*/ 19 h 38"/>
                  <a:gd name="T88" fmla="*/ 5 w 6"/>
                  <a:gd name="T89" fmla="*/ 18 h 38"/>
                  <a:gd name="T90" fmla="*/ 5 w 6"/>
                  <a:gd name="T91" fmla="*/ 16 h 38"/>
                  <a:gd name="T92" fmla="*/ 5 w 6"/>
                  <a:gd name="T93" fmla="*/ 14 h 38"/>
                  <a:gd name="T94" fmla="*/ 5 w 6"/>
                  <a:gd name="T95" fmla="*/ 12 h 38"/>
                  <a:gd name="T96" fmla="*/ 6 w 6"/>
                  <a:gd name="T97" fmla="*/ 10 h 38"/>
                  <a:gd name="T98" fmla="*/ 6 w 6"/>
                  <a:gd name="T99" fmla="*/ 6 h 38"/>
                  <a:gd name="T100" fmla="*/ 6 w 6"/>
                  <a:gd name="T101" fmla="*/ 3 h 38"/>
                  <a:gd name="T102" fmla="*/ 6 w 6"/>
                  <a:gd name="T10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8">
                    <a:moveTo>
                      <a:pt x="0" y="23"/>
                    </a:moveTo>
                    <a:lnTo>
                      <a:pt x="0" y="25"/>
                    </a:lnTo>
                    <a:lnTo>
                      <a:pt x="0" y="26"/>
                    </a:lnTo>
                    <a:lnTo>
                      <a:pt x="0" y="27"/>
                    </a:lnTo>
                    <a:lnTo>
                      <a:pt x="0" y="28"/>
                    </a:lnTo>
                    <a:lnTo>
                      <a:pt x="0" y="30"/>
                    </a:lnTo>
                    <a:lnTo>
                      <a:pt x="0" y="32"/>
                    </a:lnTo>
                    <a:lnTo>
                      <a:pt x="0" y="34"/>
                    </a:lnTo>
                    <a:lnTo>
                      <a:pt x="1" y="35"/>
                    </a:lnTo>
                    <a:lnTo>
                      <a:pt x="1" y="36"/>
                    </a:lnTo>
                    <a:lnTo>
                      <a:pt x="1" y="37"/>
                    </a:lnTo>
                    <a:lnTo>
                      <a:pt x="1" y="37"/>
                    </a:lnTo>
                    <a:lnTo>
                      <a:pt x="1" y="38"/>
                    </a:lnTo>
                    <a:lnTo>
                      <a:pt x="1" y="37"/>
                    </a:lnTo>
                    <a:lnTo>
                      <a:pt x="1" y="37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2" y="33"/>
                    </a:lnTo>
                    <a:lnTo>
                      <a:pt x="2" y="32"/>
                    </a:lnTo>
                    <a:lnTo>
                      <a:pt x="2" y="31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3" y="29"/>
                    </a:lnTo>
                    <a:lnTo>
                      <a:pt x="3" y="28"/>
                    </a:lnTo>
                    <a:lnTo>
                      <a:pt x="3" y="28"/>
                    </a:lnTo>
                    <a:lnTo>
                      <a:pt x="3" y="29"/>
                    </a:lnTo>
                    <a:lnTo>
                      <a:pt x="3" y="30"/>
                    </a:lnTo>
                    <a:lnTo>
                      <a:pt x="3" y="30"/>
                    </a:lnTo>
                    <a:lnTo>
                      <a:pt x="3" y="30"/>
                    </a:lnTo>
                    <a:lnTo>
                      <a:pt x="3" y="30"/>
                    </a:lnTo>
                    <a:lnTo>
                      <a:pt x="3" y="30"/>
                    </a:lnTo>
                    <a:lnTo>
                      <a:pt x="4" y="30"/>
                    </a:lnTo>
                    <a:lnTo>
                      <a:pt x="4" y="30"/>
                    </a:lnTo>
                    <a:lnTo>
                      <a:pt x="4" y="29"/>
                    </a:lnTo>
                    <a:lnTo>
                      <a:pt x="4" y="27"/>
                    </a:lnTo>
                    <a:lnTo>
                      <a:pt x="4" y="27"/>
                    </a:lnTo>
                    <a:lnTo>
                      <a:pt x="4" y="26"/>
                    </a:lnTo>
                    <a:lnTo>
                      <a:pt x="5" y="24"/>
                    </a:lnTo>
                    <a:lnTo>
                      <a:pt x="5" y="23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5" y="19"/>
                    </a:lnTo>
                    <a:lnTo>
                      <a:pt x="5" y="18"/>
                    </a:lnTo>
                    <a:lnTo>
                      <a:pt x="5" y="16"/>
                    </a:lnTo>
                    <a:lnTo>
                      <a:pt x="5" y="14"/>
                    </a:lnTo>
                    <a:lnTo>
                      <a:pt x="5" y="12"/>
                    </a:lnTo>
                    <a:lnTo>
                      <a:pt x="6" y="10"/>
                    </a:lnTo>
                    <a:lnTo>
                      <a:pt x="6" y="6"/>
                    </a:lnTo>
                    <a:lnTo>
                      <a:pt x="6" y="3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17" name="Freeform 777"/>
              <p:cNvSpPr/>
              <p:nvPr/>
            </p:nvSpPr>
            <p:spPr bwMode="auto">
              <a:xfrm>
                <a:off x="845" y="2924"/>
                <a:ext cx="6" cy="35"/>
              </a:xfrm>
              <a:custGeom>
                <a:avLst/>
                <a:gdLst>
                  <a:gd name="T0" fmla="*/ 0 w 6"/>
                  <a:gd name="T1" fmla="*/ 35 h 35"/>
                  <a:gd name="T2" fmla="*/ 0 w 6"/>
                  <a:gd name="T3" fmla="*/ 32 h 35"/>
                  <a:gd name="T4" fmla="*/ 0 w 6"/>
                  <a:gd name="T5" fmla="*/ 28 h 35"/>
                  <a:gd name="T6" fmla="*/ 0 w 6"/>
                  <a:gd name="T7" fmla="*/ 25 h 35"/>
                  <a:gd name="T8" fmla="*/ 0 w 6"/>
                  <a:gd name="T9" fmla="*/ 22 h 35"/>
                  <a:gd name="T10" fmla="*/ 0 w 6"/>
                  <a:gd name="T11" fmla="*/ 20 h 35"/>
                  <a:gd name="T12" fmla="*/ 0 w 6"/>
                  <a:gd name="T13" fmla="*/ 19 h 35"/>
                  <a:gd name="T14" fmla="*/ 1 w 6"/>
                  <a:gd name="T15" fmla="*/ 17 h 35"/>
                  <a:gd name="T16" fmla="*/ 1 w 6"/>
                  <a:gd name="T17" fmla="*/ 14 h 35"/>
                  <a:gd name="T18" fmla="*/ 1 w 6"/>
                  <a:gd name="T19" fmla="*/ 13 h 35"/>
                  <a:gd name="T20" fmla="*/ 1 w 6"/>
                  <a:gd name="T21" fmla="*/ 13 h 35"/>
                  <a:gd name="T22" fmla="*/ 1 w 6"/>
                  <a:gd name="T23" fmla="*/ 12 h 35"/>
                  <a:gd name="T24" fmla="*/ 1 w 6"/>
                  <a:gd name="T25" fmla="*/ 10 h 35"/>
                  <a:gd name="T26" fmla="*/ 2 w 6"/>
                  <a:gd name="T27" fmla="*/ 10 h 35"/>
                  <a:gd name="T28" fmla="*/ 2 w 6"/>
                  <a:gd name="T29" fmla="*/ 10 h 35"/>
                  <a:gd name="T30" fmla="*/ 2 w 6"/>
                  <a:gd name="T31" fmla="*/ 8 h 35"/>
                  <a:gd name="T32" fmla="*/ 2 w 6"/>
                  <a:gd name="T33" fmla="*/ 6 h 35"/>
                  <a:gd name="T34" fmla="*/ 2 w 6"/>
                  <a:gd name="T35" fmla="*/ 5 h 35"/>
                  <a:gd name="T36" fmla="*/ 2 w 6"/>
                  <a:gd name="T37" fmla="*/ 3 h 35"/>
                  <a:gd name="T38" fmla="*/ 2 w 6"/>
                  <a:gd name="T39" fmla="*/ 2 h 35"/>
                  <a:gd name="T40" fmla="*/ 2 w 6"/>
                  <a:gd name="T41" fmla="*/ 1 h 35"/>
                  <a:gd name="T42" fmla="*/ 2 w 6"/>
                  <a:gd name="T43" fmla="*/ 1 h 35"/>
                  <a:gd name="T44" fmla="*/ 3 w 6"/>
                  <a:gd name="T45" fmla="*/ 0 h 35"/>
                  <a:gd name="T46" fmla="*/ 3 w 6"/>
                  <a:gd name="T47" fmla="*/ 0 h 35"/>
                  <a:gd name="T48" fmla="*/ 3 w 6"/>
                  <a:gd name="T49" fmla="*/ 2 h 35"/>
                  <a:gd name="T50" fmla="*/ 3 w 6"/>
                  <a:gd name="T51" fmla="*/ 3 h 35"/>
                  <a:gd name="T52" fmla="*/ 3 w 6"/>
                  <a:gd name="T53" fmla="*/ 5 h 35"/>
                  <a:gd name="T54" fmla="*/ 3 w 6"/>
                  <a:gd name="T55" fmla="*/ 6 h 35"/>
                  <a:gd name="T56" fmla="*/ 4 w 6"/>
                  <a:gd name="T57" fmla="*/ 7 h 35"/>
                  <a:gd name="T58" fmla="*/ 4 w 6"/>
                  <a:gd name="T59" fmla="*/ 8 h 35"/>
                  <a:gd name="T60" fmla="*/ 4 w 6"/>
                  <a:gd name="T61" fmla="*/ 10 h 35"/>
                  <a:gd name="T62" fmla="*/ 4 w 6"/>
                  <a:gd name="T63" fmla="*/ 10 h 35"/>
                  <a:gd name="T64" fmla="*/ 4 w 6"/>
                  <a:gd name="T65" fmla="*/ 11 h 35"/>
                  <a:gd name="T66" fmla="*/ 4 w 6"/>
                  <a:gd name="T67" fmla="*/ 12 h 35"/>
                  <a:gd name="T68" fmla="*/ 4 w 6"/>
                  <a:gd name="T69" fmla="*/ 12 h 35"/>
                  <a:gd name="T70" fmla="*/ 4 w 6"/>
                  <a:gd name="T71" fmla="*/ 12 h 35"/>
                  <a:gd name="T72" fmla="*/ 4 w 6"/>
                  <a:gd name="T73" fmla="*/ 13 h 35"/>
                  <a:gd name="T74" fmla="*/ 5 w 6"/>
                  <a:gd name="T75" fmla="*/ 13 h 35"/>
                  <a:gd name="T76" fmla="*/ 5 w 6"/>
                  <a:gd name="T77" fmla="*/ 13 h 35"/>
                  <a:gd name="T78" fmla="*/ 5 w 6"/>
                  <a:gd name="T79" fmla="*/ 14 h 35"/>
                  <a:gd name="T80" fmla="*/ 5 w 6"/>
                  <a:gd name="T81" fmla="*/ 15 h 35"/>
                  <a:gd name="T82" fmla="*/ 5 w 6"/>
                  <a:gd name="T83" fmla="*/ 17 h 35"/>
                  <a:gd name="T84" fmla="*/ 5 w 6"/>
                  <a:gd name="T85" fmla="*/ 18 h 35"/>
                  <a:gd name="T86" fmla="*/ 5 w 6"/>
                  <a:gd name="T87" fmla="*/ 19 h 35"/>
                  <a:gd name="T88" fmla="*/ 5 w 6"/>
                  <a:gd name="T89" fmla="*/ 20 h 35"/>
                  <a:gd name="T90" fmla="*/ 5 w 6"/>
                  <a:gd name="T91" fmla="*/ 21 h 35"/>
                  <a:gd name="T92" fmla="*/ 6 w 6"/>
                  <a:gd name="T93" fmla="*/ 22 h 35"/>
                  <a:gd name="T94" fmla="*/ 6 w 6"/>
                  <a:gd name="T95" fmla="*/ 22 h 35"/>
                  <a:gd name="T96" fmla="*/ 6 w 6"/>
                  <a:gd name="T97" fmla="*/ 21 h 35"/>
                  <a:gd name="T98" fmla="*/ 6 w 6"/>
                  <a:gd name="T99" fmla="*/ 21 h 35"/>
                  <a:gd name="T100" fmla="*/ 6 w 6"/>
                  <a:gd name="T101" fmla="*/ 20 h 35"/>
                  <a:gd name="T102" fmla="*/ 6 w 6"/>
                  <a:gd name="T103" fmla="*/ 19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5">
                    <a:moveTo>
                      <a:pt x="0" y="35"/>
                    </a:moveTo>
                    <a:lnTo>
                      <a:pt x="0" y="32"/>
                    </a:lnTo>
                    <a:lnTo>
                      <a:pt x="0" y="28"/>
                    </a:lnTo>
                    <a:lnTo>
                      <a:pt x="0" y="25"/>
                    </a:lnTo>
                    <a:lnTo>
                      <a:pt x="0" y="22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1" y="10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8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3"/>
                    </a:lnTo>
                    <a:lnTo>
                      <a:pt x="3" y="5"/>
                    </a:lnTo>
                    <a:lnTo>
                      <a:pt x="3" y="6"/>
                    </a:lnTo>
                    <a:lnTo>
                      <a:pt x="4" y="7"/>
                    </a:lnTo>
                    <a:lnTo>
                      <a:pt x="4" y="8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4" y="11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4" y="13"/>
                    </a:lnTo>
                    <a:lnTo>
                      <a:pt x="5" y="13"/>
                    </a:lnTo>
                    <a:lnTo>
                      <a:pt x="5" y="13"/>
                    </a:lnTo>
                    <a:lnTo>
                      <a:pt x="5" y="14"/>
                    </a:lnTo>
                    <a:lnTo>
                      <a:pt x="5" y="15"/>
                    </a:lnTo>
                    <a:lnTo>
                      <a:pt x="5" y="17"/>
                    </a:lnTo>
                    <a:lnTo>
                      <a:pt x="5" y="18"/>
                    </a:lnTo>
                    <a:lnTo>
                      <a:pt x="5" y="19"/>
                    </a:lnTo>
                    <a:lnTo>
                      <a:pt x="5" y="20"/>
                    </a:lnTo>
                    <a:lnTo>
                      <a:pt x="5" y="21"/>
                    </a:lnTo>
                    <a:lnTo>
                      <a:pt x="6" y="22"/>
                    </a:lnTo>
                    <a:lnTo>
                      <a:pt x="6" y="22"/>
                    </a:lnTo>
                    <a:lnTo>
                      <a:pt x="6" y="21"/>
                    </a:lnTo>
                    <a:lnTo>
                      <a:pt x="6" y="21"/>
                    </a:lnTo>
                    <a:lnTo>
                      <a:pt x="6" y="20"/>
                    </a:lnTo>
                    <a:lnTo>
                      <a:pt x="6" y="1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18" name="Freeform 778"/>
              <p:cNvSpPr/>
              <p:nvPr/>
            </p:nvSpPr>
            <p:spPr bwMode="auto">
              <a:xfrm>
                <a:off x="851" y="2943"/>
                <a:ext cx="7" cy="42"/>
              </a:xfrm>
              <a:custGeom>
                <a:avLst/>
                <a:gdLst>
                  <a:gd name="T0" fmla="*/ 0 w 7"/>
                  <a:gd name="T1" fmla="*/ 1 h 42"/>
                  <a:gd name="T2" fmla="*/ 0 w 7"/>
                  <a:gd name="T3" fmla="*/ 0 h 42"/>
                  <a:gd name="T4" fmla="*/ 1 w 7"/>
                  <a:gd name="T5" fmla="*/ 0 h 42"/>
                  <a:gd name="T6" fmla="*/ 1 w 7"/>
                  <a:gd name="T7" fmla="*/ 0 h 42"/>
                  <a:gd name="T8" fmla="*/ 1 w 7"/>
                  <a:gd name="T9" fmla="*/ 1 h 42"/>
                  <a:gd name="T10" fmla="*/ 1 w 7"/>
                  <a:gd name="T11" fmla="*/ 2 h 42"/>
                  <a:gd name="T12" fmla="*/ 1 w 7"/>
                  <a:gd name="T13" fmla="*/ 3 h 42"/>
                  <a:gd name="T14" fmla="*/ 1 w 7"/>
                  <a:gd name="T15" fmla="*/ 4 h 42"/>
                  <a:gd name="T16" fmla="*/ 1 w 7"/>
                  <a:gd name="T17" fmla="*/ 5 h 42"/>
                  <a:gd name="T18" fmla="*/ 1 w 7"/>
                  <a:gd name="T19" fmla="*/ 7 h 42"/>
                  <a:gd name="T20" fmla="*/ 1 w 7"/>
                  <a:gd name="T21" fmla="*/ 9 h 42"/>
                  <a:gd name="T22" fmla="*/ 1 w 7"/>
                  <a:gd name="T23" fmla="*/ 10 h 42"/>
                  <a:gd name="T24" fmla="*/ 2 w 7"/>
                  <a:gd name="T25" fmla="*/ 11 h 42"/>
                  <a:gd name="T26" fmla="*/ 2 w 7"/>
                  <a:gd name="T27" fmla="*/ 13 h 42"/>
                  <a:gd name="T28" fmla="*/ 2 w 7"/>
                  <a:gd name="T29" fmla="*/ 15 h 42"/>
                  <a:gd name="T30" fmla="*/ 2 w 7"/>
                  <a:gd name="T31" fmla="*/ 16 h 42"/>
                  <a:gd name="T32" fmla="*/ 2 w 7"/>
                  <a:gd name="T33" fmla="*/ 18 h 42"/>
                  <a:gd name="T34" fmla="*/ 2 w 7"/>
                  <a:gd name="T35" fmla="*/ 19 h 42"/>
                  <a:gd name="T36" fmla="*/ 3 w 7"/>
                  <a:gd name="T37" fmla="*/ 20 h 42"/>
                  <a:gd name="T38" fmla="*/ 3 w 7"/>
                  <a:gd name="T39" fmla="*/ 23 h 42"/>
                  <a:gd name="T40" fmla="*/ 3 w 7"/>
                  <a:gd name="T41" fmla="*/ 25 h 42"/>
                  <a:gd name="T42" fmla="*/ 3 w 7"/>
                  <a:gd name="T43" fmla="*/ 26 h 42"/>
                  <a:gd name="T44" fmla="*/ 3 w 7"/>
                  <a:gd name="T45" fmla="*/ 28 h 42"/>
                  <a:gd name="T46" fmla="*/ 3 w 7"/>
                  <a:gd name="T47" fmla="*/ 30 h 42"/>
                  <a:gd name="T48" fmla="*/ 3 w 7"/>
                  <a:gd name="T49" fmla="*/ 33 h 42"/>
                  <a:gd name="T50" fmla="*/ 3 w 7"/>
                  <a:gd name="T51" fmla="*/ 35 h 42"/>
                  <a:gd name="T52" fmla="*/ 3 w 7"/>
                  <a:gd name="T53" fmla="*/ 36 h 42"/>
                  <a:gd name="T54" fmla="*/ 4 w 7"/>
                  <a:gd name="T55" fmla="*/ 38 h 42"/>
                  <a:gd name="T56" fmla="*/ 4 w 7"/>
                  <a:gd name="T57" fmla="*/ 40 h 42"/>
                  <a:gd name="T58" fmla="*/ 4 w 7"/>
                  <a:gd name="T59" fmla="*/ 41 h 42"/>
                  <a:gd name="T60" fmla="*/ 4 w 7"/>
                  <a:gd name="T61" fmla="*/ 41 h 42"/>
                  <a:gd name="T62" fmla="*/ 4 w 7"/>
                  <a:gd name="T63" fmla="*/ 42 h 42"/>
                  <a:gd name="T64" fmla="*/ 4 w 7"/>
                  <a:gd name="T65" fmla="*/ 42 h 42"/>
                  <a:gd name="T66" fmla="*/ 4 w 7"/>
                  <a:gd name="T67" fmla="*/ 42 h 42"/>
                  <a:gd name="T68" fmla="*/ 4 w 7"/>
                  <a:gd name="T69" fmla="*/ 42 h 42"/>
                  <a:gd name="T70" fmla="*/ 4 w 7"/>
                  <a:gd name="T71" fmla="*/ 41 h 42"/>
                  <a:gd name="T72" fmla="*/ 5 w 7"/>
                  <a:gd name="T73" fmla="*/ 40 h 42"/>
                  <a:gd name="T74" fmla="*/ 5 w 7"/>
                  <a:gd name="T75" fmla="*/ 40 h 42"/>
                  <a:gd name="T76" fmla="*/ 5 w 7"/>
                  <a:gd name="T77" fmla="*/ 39 h 42"/>
                  <a:gd name="T78" fmla="*/ 5 w 7"/>
                  <a:gd name="T79" fmla="*/ 40 h 42"/>
                  <a:gd name="T80" fmla="*/ 5 w 7"/>
                  <a:gd name="T81" fmla="*/ 40 h 42"/>
                  <a:gd name="T82" fmla="*/ 5 w 7"/>
                  <a:gd name="T83" fmla="*/ 40 h 42"/>
                  <a:gd name="T84" fmla="*/ 6 w 7"/>
                  <a:gd name="T85" fmla="*/ 40 h 42"/>
                  <a:gd name="T86" fmla="*/ 6 w 7"/>
                  <a:gd name="T87" fmla="*/ 41 h 42"/>
                  <a:gd name="T88" fmla="*/ 6 w 7"/>
                  <a:gd name="T89" fmla="*/ 41 h 42"/>
                  <a:gd name="T90" fmla="*/ 6 w 7"/>
                  <a:gd name="T91" fmla="*/ 40 h 42"/>
                  <a:gd name="T92" fmla="*/ 6 w 7"/>
                  <a:gd name="T93" fmla="*/ 41 h 42"/>
                  <a:gd name="T94" fmla="*/ 6 w 7"/>
                  <a:gd name="T95" fmla="*/ 41 h 42"/>
                  <a:gd name="T96" fmla="*/ 6 w 7"/>
                  <a:gd name="T97" fmla="*/ 41 h 42"/>
                  <a:gd name="T98" fmla="*/ 6 w 7"/>
                  <a:gd name="T99" fmla="*/ 41 h 42"/>
                  <a:gd name="T100" fmla="*/ 6 w 7"/>
                  <a:gd name="T101" fmla="*/ 41 h 42"/>
                  <a:gd name="T102" fmla="*/ 7 w 7"/>
                  <a:gd name="T103" fmla="*/ 4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2">
                    <a:moveTo>
                      <a:pt x="0" y="1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9"/>
                    </a:lnTo>
                    <a:lnTo>
                      <a:pt x="1" y="10"/>
                    </a:lnTo>
                    <a:lnTo>
                      <a:pt x="2" y="11"/>
                    </a:lnTo>
                    <a:lnTo>
                      <a:pt x="2" y="13"/>
                    </a:lnTo>
                    <a:lnTo>
                      <a:pt x="2" y="15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2" y="19"/>
                    </a:lnTo>
                    <a:lnTo>
                      <a:pt x="3" y="20"/>
                    </a:lnTo>
                    <a:lnTo>
                      <a:pt x="3" y="23"/>
                    </a:lnTo>
                    <a:lnTo>
                      <a:pt x="3" y="25"/>
                    </a:lnTo>
                    <a:lnTo>
                      <a:pt x="3" y="26"/>
                    </a:lnTo>
                    <a:lnTo>
                      <a:pt x="3" y="28"/>
                    </a:lnTo>
                    <a:lnTo>
                      <a:pt x="3" y="30"/>
                    </a:lnTo>
                    <a:lnTo>
                      <a:pt x="3" y="33"/>
                    </a:lnTo>
                    <a:lnTo>
                      <a:pt x="3" y="35"/>
                    </a:lnTo>
                    <a:lnTo>
                      <a:pt x="3" y="36"/>
                    </a:lnTo>
                    <a:lnTo>
                      <a:pt x="4" y="38"/>
                    </a:lnTo>
                    <a:lnTo>
                      <a:pt x="4" y="40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4" y="42"/>
                    </a:lnTo>
                    <a:lnTo>
                      <a:pt x="4" y="42"/>
                    </a:lnTo>
                    <a:lnTo>
                      <a:pt x="4" y="42"/>
                    </a:lnTo>
                    <a:lnTo>
                      <a:pt x="4" y="42"/>
                    </a:lnTo>
                    <a:lnTo>
                      <a:pt x="4" y="41"/>
                    </a:lnTo>
                    <a:lnTo>
                      <a:pt x="5" y="40"/>
                    </a:lnTo>
                    <a:lnTo>
                      <a:pt x="5" y="40"/>
                    </a:lnTo>
                    <a:lnTo>
                      <a:pt x="5" y="39"/>
                    </a:lnTo>
                    <a:lnTo>
                      <a:pt x="5" y="40"/>
                    </a:lnTo>
                    <a:lnTo>
                      <a:pt x="5" y="40"/>
                    </a:lnTo>
                    <a:lnTo>
                      <a:pt x="5" y="40"/>
                    </a:lnTo>
                    <a:lnTo>
                      <a:pt x="6" y="40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6" y="40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19" name="Freeform 779"/>
              <p:cNvSpPr/>
              <p:nvPr/>
            </p:nvSpPr>
            <p:spPr bwMode="auto">
              <a:xfrm>
                <a:off x="857" y="2930"/>
                <a:ext cx="7" cy="54"/>
              </a:xfrm>
              <a:custGeom>
                <a:avLst/>
                <a:gdLst>
                  <a:gd name="T0" fmla="*/ 0 w 7"/>
                  <a:gd name="T1" fmla="*/ 54 h 54"/>
                  <a:gd name="T2" fmla="*/ 1 w 7"/>
                  <a:gd name="T3" fmla="*/ 54 h 54"/>
                  <a:gd name="T4" fmla="*/ 1 w 7"/>
                  <a:gd name="T5" fmla="*/ 53 h 54"/>
                  <a:gd name="T6" fmla="*/ 1 w 7"/>
                  <a:gd name="T7" fmla="*/ 53 h 54"/>
                  <a:gd name="T8" fmla="*/ 1 w 7"/>
                  <a:gd name="T9" fmla="*/ 53 h 54"/>
                  <a:gd name="T10" fmla="*/ 1 w 7"/>
                  <a:gd name="T11" fmla="*/ 52 h 54"/>
                  <a:gd name="T12" fmla="*/ 1 w 7"/>
                  <a:gd name="T13" fmla="*/ 51 h 54"/>
                  <a:gd name="T14" fmla="*/ 2 w 7"/>
                  <a:gd name="T15" fmla="*/ 52 h 54"/>
                  <a:gd name="T16" fmla="*/ 2 w 7"/>
                  <a:gd name="T17" fmla="*/ 52 h 54"/>
                  <a:gd name="T18" fmla="*/ 2 w 7"/>
                  <a:gd name="T19" fmla="*/ 51 h 54"/>
                  <a:gd name="T20" fmla="*/ 2 w 7"/>
                  <a:gd name="T21" fmla="*/ 51 h 54"/>
                  <a:gd name="T22" fmla="*/ 2 w 7"/>
                  <a:gd name="T23" fmla="*/ 51 h 54"/>
                  <a:gd name="T24" fmla="*/ 2 w 7"/>
                  <a:gd name="T25" fmla="*/ 50 h 54"/>
                  <a:gd name="T26" fmla="*/ 2 w 7"/>
                  <a:gd name="T27" fmla="*/ 49 h 54"/>
                  <a:gd name="T28" fmla="*/ 2 w 7"/>
                  <a:gd name="T29" fmla="*/ 48 h 54"/>
                  <a:gd name="T30" fmla="*/ 2 w 7"/>
                  <a:gd name="T31" fmla="*/ 46 h 54"/>
                  <a:gd name="T32" fmla="*/ 3 w 7"/>
                  <a:gd name="T33" fmla="*/ 43 h 54"/>
                  <a:gd name="T34" fmla="*/ 3 w 7"/>
                  <a:gd name="T35" fmla="*/ 40 h 54"/>
                  <a:gd name="T36" fmla="*/ 3 w 7"/>
                  <a:gd name="T37" fmla="*/ 38 h 54"/>
                  <a:gd name="T38" fmla="*/ 3 w 7"/>
                  <a:gd name="T39" fmla="*/ 36 h 54"/>
                  <a:gd name="T40" fmla="*/ 3 w 7"/>
                  <a:gd name="T41" fmla="*/ 33 h 54"/>
                  <a:gd name="T42" fmla="*/ 3 w 7"/>
                  <a:gd name="T43" fmla="*/ 31 h 54"/>
                  <a:gd name="T44" fmla="*/ 3 w 7"/>
                  <a:gd name="T45" fmla="*/ 29 h 54"/>
                  <a:gd name="T46" fmla="*/ 3 w 7"/>
                  <a:gd name="T47" fmla="*/ 26 h 54"/>
                  <a:gd name="T48" fmla="*/ 3 w 7"/>
                  <a:gd name="T49" fmla="*/ 24 h 54"/>
                  <a:gd name="T50" fmla="*/ 4 w 7"/>
                  <a:gd name="T51" fmla="*/ 23 h 54"/>
                  <a:gd name="T52" fmla="*/ 4 w 7"/>
                  <a:gd name="T53" fmla="*/ 22 h 54"/>
                  <a:gd name="T54" fmla="*/ 4 w 7"/>
                  <a:gd name="T55" fmla="*/ 20 h 54"/>
                  <a:gd name="T56" fmla="*/ 4 w 7"/>
                  <a:gd name="T57" fmla="*/ 18 h 54"/>
                  <a:gd name="T58" fmla="*/ 4 w 7"/>
                  <a:gd name="T59" fmla="*/ 16 h 54"/>
                  <a:gd name="T60" fmla="*/ 4 w 7"/>
                  <a:gd name="T61" fmla="*/ 14 h 54"/>
                  <a:gd name="T62" fmla="*/ 4 w 7"/>
                  <a:gd name="T63" fmla="*/ 12 h 54"/>
                  <a:gd name="T64" fmla="*/ 5 w 7"/>
                  <a:gd name="T65" fmla="*/ 9 h 54"/>
                  <a:gd name="T66" fmla="*/ 5 w 7"/>
                  <a:gd name="T67" fmla="*/ 7 h 54"/>
                  <a:gd name="T68" fmla="*/ 5 w 7"/>
                  <a:gd name="T69" fmla="*/ 6 h 54"/>
                  <a:gd name="T70" fmla="*/ 5 w 7"/>
                  <a:gd name="T71" fmla="*/ 5 h 54"/>
                  <a:gd name="T72" fmla="*/ 5 w 7"/>
                  <a:gd name="T73" fmla="*/ 3 h 54"/>
                  <a:gd name="T74" fmla="*/ 5 w 7"/>
                  <a:gd name="T75" fmla="*/ 2 h 54"/>
                  <a:gd name="T76" fmla="*/ 5 w 7"/>
                  <a:gd name="T77" fmla="*/ 0 h 54"/>
                  <a:gd name="T78" fmla="*/ 5 w 7"/>
                  <a:gd name="T79" fmla="*/ 0 h 54"/>
                  <a:gd name="T80" fmla="*/ 5 w 7"/>
                  <a:gd name="T81" fmla="*/ 0 h 54"/>
                  <a:gd name="T82" fmla="*/ 6 w 7"/>
                  <a:gd name="T83" fmla="*/ 1 h 54"/>
                  <a:gd name="T84" fmla="*/ 6 w 7"/>
                  <a:gd name="T85" fmla="*/ 2 h 54"/>
                  <a:gd name="T86" fmla="*/ 6 w 7"/>
                  <a:gd name="T87" fmla="*/ 2 h 54"/>
                  <a:gd name="T88" fmla="*/ 6 w 7"/>
                  <a:gd name="T89" fmla="*/ 3 h 54"/>
                  <a:gd name="T90" fmla="*/ 6 w 7"/>
                  <a:gd name="T91" fmla="*/ 4 h 54"/>
                  <a:gd name="T92" fmla="*/ 6 w 7"/>
                  <a:gd name="T93" fmla="*/ 5 h 54"/>
                  <a:gd name="T94" fmla="*/ 7 w 7"/>
                  <a:gd name="T95" fmla="*/ 5 h 54"/>
                  <a:gd name="T96" fmla="*/ 7 w 7"/>
                  <a:gd name="T97" fmla="*/ 6 h 54"/>
                  <a:gd name="T98" fmla="*/ 7 w 7"/>
                  <a:gd name="T99" fmla="*/ 7 h 54"/>
                  <a:gd name="T100" fmla="*/ 7 w 7"/>
                  <a:gd name="T101" fmla="*/ 8 h 54"/>
                  <a:gd name="T102" fmla="*/ 7 w 7"/>
                  <a:gd name="T103" fmla="*/ 9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4">
                    <a:moveTo>
                      <a:pt x="0" y="54"/>
                    </a:moveTo>
                    <a:lnTo>
                      <a:pt x="1" y="54"/>
                    </a:lnTo>
                    <a:lnTo>
                      <a:pt x="1" y="53"/>
                    </a:lnTo>
                    <a:lnTo>
                      <a:pt x="1" y="53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2" y="52"/>
                    </a:lnTo>
                    <a:lnTo>
                      <a:pt x="2" y="52"/>
                    </a:lnTo>
                    <a:lnTo>
                      <a:pt x="2" y="51"/>
                    </a:lnTo>
                    <a:lnTo>
                      <a:pt x="2" y="51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3" y="43"/>
                    </a:lnTo>
                    <a:lnTo>
                      <a:pt x="3" y="40"/>
                    </a:lnTo>
                    <a:lnTo>
                      <a:pt x="3" y="38"/>
                    </a:lnTo>
                    <a:lnTo>
                      <a:pt x="3" y="36"/>
                    </a:lnTo>
                    <a:lnTo>
                      <a:pt x="3" y="33"/>
                    </a:lnTo>
                    <a:lnTo>
                      <a:pt x="3" y="31"/>
                    </a:lnTo>
                    <a:lnTo>
                      <a:pt x="3" y="29"/>
                    </a:lnTo>
                    <a:lnTo>
                      <a:pt x="3" y="26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0"/>
                    </a:lnTo>
                    <a:lnTo>
                      <a:pt x="4" y="18"/>
                    </a:lnTo>
                    <a:lnTo>
                      <a:pt x="4" y="16"/>
                    </a:lnTo>
                    <a:lnTo>
                      <a:pt x="4" y="14"/>
                    </a:lnTo>
                    <a:lnTo>
                      <a:pt x="4" y="12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5" y="6"/>
                    </a:lnTo>
                    <a:lnTo>
                      <a:pt x="5" y="5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6" y="3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7" y="5"/>
                    </a:lnTo>
                    <a:lnTo>
                      <a:pt x="7" y="6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7" y="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20" name="Freeform 780"/>
              <p:cNvSpPr/>
              <p:nvPr/>
            </p:nvSpPr>
            <p:spPr bwMode="auto">
              <a:xfrm>
                <a:off x="864" y="2938"/>
                <a:ext cx="6" cy="60"/>
              </a:xfrm>
              <a:custGeom>
                <a:avLst/>
                <a:gdLst>
                  <a:gd name="T0" fmla="*/ 0 w 6"/>
                  <a:gd name="T1" fmla="*/ 0 h 60"/>
                  <a:gd name="T2" fmla="*/ 0 w 6"/>
                  <a:gd name="T3" fmla="*/ 1 h 60"/>
                  <a:gd name="T4" fmla="*/ 0 w 6"/>
                  <a:gd name="T5" fmla="*/ 1 h 60"/>
                  <a:gd name="T6" fmla="*/ 0 w 6"/>
                  <a:gd name="T7" fmla="*/ 2 h 60"/>
                  <a:gd name="T8" fmla="*/ 0 w 6"/>
                  <a:gd name="T9" fmla="*/ 4 h 60"/>
                  <a:gd name="T10" fmla="*/ 0 w 6"/>
                  <a:gd name="T11" fmla="*/ 5 h 60"/>
                  <a:gd name="T12" fmla="*/ 1 w 6"/>
                  <a:gd name="T13" fmla="*/ 6 h 60"/>
                  <a:gd name="T14" fmla="*/ 1 w 6"/>
                  <a:gd name="T15" fmla="*/ 8 h 60"/>
                  <a:gd name="T16" fmla="*/ 1 w 6"/>
                  <a:gd name="T17" fmla="*/ 8 h 60"/>
                  <a:gd name="T18" fmla="*/ 1 w 6"/>
                  <a:gd name="T19" fmla="*/ 9 h 60"/>
                  <a:gd name="T20" fmla="*/ 1 w 6"/>
                  <a:gd name="T21" fmla="*/ 10 h 60"/>
                  <a:gd name="T22" fmla="*/ 1 w 6"/>
                  <a:gd name="T23" fmla="*/ 11 h 60"/>
                  <a:gd name="T24" fmla="*/ 1 w 6"/>
                  <a:gd name="T25" fmla="*/ 11 h 60"/>
                  <a:gd name="T26" fmla="*/ 1 w 6"/>
                  <a:gd name="T27" fmla="*/ 11 h 60"/>
                  <a:gd name="T28" fmla="*/ 1 w 6"/>
                  <a:gd name="T29" fmla="*/ 11 h 60"/>
                  <a:gd name="T30" fmla="*/ 2 w 6"/>
                  <a:gd name="T31" fmla="*/ 11 h 60"/>
                  <a:gd name="T32" fmla="*/ 2 w 6"/>
                  <a:gd name="T33" fmla="*/ 11 h 60"/>
                  <a:gd name="T34" fmla="*/ 2 w 6"/>
                  <a:gd name="T35" fmla="*/ 10 h 60"/>
                  <a:gd name="T36" fmla="*/ 2 w 6"/>
                  <a:gd name="T37" fmla="*/ 9 h 60"/>
                  <a:gd name="T38" fmla="*/ 2 w 6"/>
                  <a:gd name="T39" fmla="*/ 9 h 60"/>
                  <a:gd name="T40" fmla="*/ 2 w 6"/>
                  <a:gd name="T41" fmla="*/ 9 h 60"/>
                  <a:gd name="T42" fmla="*/ 3 w 6"/>
                  <a:gd name="T43" fmla="*/ 9 h 60"/>
                  <a:gd name="T44" fmla="*/ 3 w 6"/>
                  <a:gd name="T45" fmla="*/ 10 h 60"/>
                  <a:gd name="T46" fmla="*/ 3 w 6"/>
                  <a:gd name="T47" fmla="*/ 10 h 60"/>
                  <a:gd name="T48" fmla="*/ 3 w 6"/>
                  <a:gd name="T49" fmla="*/ 12 h 60"/>
                  <a:gd name="T50" fmla="*/ 3 w 6"/>
                  <a:gd name="T51" fmla="*/ 14 h 60"/>
                  <a:gd name="T52" fmla="*/ 3 w 6"/>
                  <a:gd name="T53" fmla="*/ 16 h 60"/>
                  <a:gd name="T54" fmla="*/ 3 w 6"/>
                  <a:gd name="T55" fmla="*/ 19 h 60"/>
                  <a:gd name="T56" fmla="*/ 3 w 6"/>
                  <a:gd name="T57" fmla="*/ 22 h 60"/>
                  <a:gd name="T58" fmla="*/ 3 w 6"/>
                  <a:gd name="T59" fmla="*/ 25 h 60"/>
                  <a:gd name="T60" fmla="*/ 4 w 6"/>
                  <a:gd name="T61" fmla="*/ 26 h 60"/>
                  <a:gd name="T62" fmla="*/ 4 w 6"/>
                  <a:gd name="T63" fmla="*/ 28 h 60"/>
                  <a:gd name="T64" fmla="*/ 4 w 6"/>
                  <a:gd name="T65" fmla="*/ 30 h 60"/>
                  <a:gd name="T66" fmla="*/ 4 w 6"/>
                  <a:gd name="T67" fmla="*/ 31 h 60"/>
                  <a:gd name="T68" fmla="*/ 4 w 6"/>
                  <a:gd name="T69" fmla="*/ 33 h 60"/>
                  <a:gd name="T70" fmla="*/ 4 w 6"/>
                  <a:gd name="T71" fmla="*/ 35 h 60"/>
                  <a:gd name="T72" fmla="*/ 5 w 6"/>
                  <a:gd name="T73" fmla="*/ 36 h 60"/>
                  <a:gd name="T74" fmla="*/ 5 w 6"/>
                  <a:gd name="T75" fmla="*/ 38 h 60"/>
                  <a:gd name="T76" fmla="*/ 5 w 6"/>
                  <a:gd name="T77" fmla="*/ 40 h 60"/>
                  <a:gd name="T78" fmla="*/ 5 w 6"/>
                  <a:gd name="T79" fmla="*/ 42 h 60"/>
                  <a:gd name="T80" fmla="*/ 5 w 6"/>
                  <a:gd name="T81" fmla="*/ 45 h 60"/>
                  <a:gd name="T82" fmla="*/ 5 w 6"/>
                  <a:gd name="T83" fmla="*/ 47 h 60"/>
                  <a:gd name="T84" fmla="*/ 5 w 6"/>
                  <a:gd name="T85" fmla="*/ 49 h 60"/>
                  <a:gd name="T86" fmla="*/ 5 w 6"/>
                  <a:gd name="T87" fmla="*/ 51 h 60"/>
                  <a:gd name="T88" fmla="*/ 5 w 6"/>
                  <a:gd name="T89" fmla="*/ 53 h 60"/>
                  <a:gd name="T90" fmla="*/ 5 w 6"/>
                  <a:gd name="T91" fmla="*/ 56 h 60"/>
                  <a:gd name="T92" fmla="*/ 6 w 6"/>
                  <a:gd name="T93" fmla="*/ 57 h 60"/>
                  <a:gd name="T94" fmla="*/ 6 w 6"/>
                  <a:gd name="T95" fmla="*/ 58 h 60"/>
                  <a:gd name="T96" fmla="*/ 6 w 6"/>
                  <a:gd name="T97" fmla="*/ 59 h 60"/>
                  <a:gd name="T98" fmla="*/ 6 w 6"/>
                  <a:gd name="T99" fmla="*/ 59 h 60"/>
                  <a:gd name="T100" fmla="*/ 6 w 6"/>
                  <a:gd name="T101" fmla="*/ 60 h 60"/>
                  <a:gd name="T102" fmla="*/ 6 w 6"/>
                  <a:gd name="T103" fmla="*/ 59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0">
                    <a:moveTo>
                      <a:pt x="0" y="0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1" y="9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2" y="11"/>
                    </a:lnTo>
                    <a:lnTo>
                      <a:pt x="2" y="11"/>
                    </a:lnTo>
                    <a:lnTo>
                      <a:pt x="2" y="10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3" y="9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3" y="12"/>
                    </a:lnTo>
                    <a:lnTo>
                      <a:pt x="3" y="14"/>
                    </a:lnTo>
                    <a:lnTo>
                      <a:pt x="3" y="16"/>
                    </a:lnTo>
                    <a:lnTo>
                      <a:pt x="3" y="19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4" y="26"/>
                    </a:lnTo>
                    <a:lnTo>
                      <a:pt x="4" y="28"/>
                    </a:lnTo>
                    <a:lnTo>
                      <a:pt x="4" y="30"/>
                    </a:lnTo>
                    <a:lnTo>
                      <a:pt x="4" y="31"/>
                    </a:lnTo>
                    <a:lnTo>
                      <a:pt x="4" y="33"/>
                    </a:lnTo>
                    <a:lnTo>
                      <a:pt x="4" y="35"/>
                    </a:lnTo>
                    <a:lnTo>
                      <a:pt x="5" y="36"/>
                    </a:lnTo>
                    <a:lnTo>
                      <a:pt x="5" y="38"/>
                    </a:lnTo>
                    <a:lnTo>
                      <a:pt x="5" y="40"/>
                    </a:lnTo>
                    <a:lnTo>
                      <a:pt x="5" y="42"/>
                    </a:lnTo>
                    <a:lnTo>
                      <a:pt x="5" y="45"/>
                    </a:lnTo>
                    <a:lnTo>
                      <a:pt x="5" y="47"/>
                    </a:lnTo>
                    <a:lnTo>
                      <a:pt x="5" y="49"/>
                    </a:lnTo>
                    <a:lnTo>
                      <a:pt x="5" y="51"/>
                    </a:lnTo>
                    <a:lnTo>
                      <a:pt x="5" y="53"/>
                    </a:lnTo>
                    <a:lnTo>
                      <a:pt x="5" y="56"/>
                    </a:lnTo>
                    <a:lnTo>
                      <a:pt x="6" y="57"/>
                    </a:lnTo>
                    <a:lnTo>
                      <a:pt x="6" y="58"/>
                    </a:lnTo>
                    <a:lnTo>
                      <a:pt x="6" y="59"/>
                    </a:lnTo>
                    <a:lnTo>
                      <a:pt x="6" y="59"/>
                    </a:lnTo>
                    <a:lnTo>
                      <a:pt x="6" y="60"/>
                    </a:lnTo>
                    <a:lnTo>
                      <a:pt x="6" y="5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21" name="Freeform 781"/>
              <p:cNvSpPr/>
              <p:nvPr/>
            </p:nvSpPr>
            <p:spPr bwMode="auto">
              <a:xfrm>
                <a:off x="870" y="2941"/>
                <a:ext cx="7" cy="57"/>
              </a:xfrm>
              <a:custGeom>
                <a:avLst/>
                <a:gdLst>
                  <a:gd name="T0" fmla="*/ 0 w 7"/>
                  <a:gd name="T1" fmla="*/ 57 h 57"/>
                  <a:gd name="T2" fmla="*/ 0 w 7"/>
                  <a:gd name="T3" fmla="*/ 56 h 57"/>
                  <a:gd name="T4" fmla="*/ 0 w 7"/>
                  <a:gd name="T5" fmla="*/ 55 h 57"/>
                  <a:gd name="T6" fmla="*/ 0 w 7"/>
                  <a:gd name="T7" fmla="*/ 55 h 57"/>
                  <a:gd name="T8" fmla="*/ 0 w 7"/>
                  <a:gd name="T9" fmla="*/ 54 h 57"/>
                  <a:gd name="T10" fmla="*/ 1 w 7"/>
                  <a:gd name="T11" fmla="*/ 54 h 57"/>
                  <a:gd name="T12" fmla="*/ 1 w 7"/>
                  <a:gd name="T13" fmla="*/ 53 h 57"/>
                  <a:gd name="T14" fmla="*/ 1 w 7"/>
                  <a:gd name="T15" fmla="*/ 52 h 57"/>
                  <a:gd name="T16" fmla="*/ 1 w 7"/>
                  <a:gd name="T17" fmla="*/ 52 h 57"/>
                  <a:gd name="T18" fmla="*/ 1 w 7"/>
                  <a:gd name="T19" fmla="*/ 51 h 57"/>
                  <a:gd name="T20" fmla="*/ 1 w 7"/>
                  <a:gd name="T21" fmla="*/ 51 h 57"/>
                  <a:gd name="T22" fmla="*/ 2 w 7"/>
                  <a:gd name="T23" fmla="*/ 52 h 57"/>
                  <a:gd name="T24" fmla="*/ 2 w 7"/>
                  <a:gd name="T25" fmla="*/ 52 h 57"/>
                  <a:gd name="T26" fmla="*/ 2 w 7"/>
                  <a:gd name="T27" fmla="*/ 51 h 57"/>
                  <a:gd name="T28" fmla="*/ 2 w 7"/>
                  <a:gd name="T29" fmla="*/ 52 h 57"/>
                  <a:gd name="T30" fmla="*/ 2 w 7"/>
                  <a:gd name="T31" fmla="*/ 52 h 57"/>
                  <a:gd name="T32" fmla="*/ 2 w 7"/>
                  <a:gd name="T33" fmla="*/ 51 h 57"/>
                  <a:gd name="T34" fmla="*/ 2 w 7"/>
                  <a:gd name="T35" fmla="*/ 50 h 57"/>
                  <a:gd name="T36" fmla="*/ 2 w 7"/>
                  <a:gd name="T37" fmla="*/ 51 h 57"/>
                  <a:gd name="T38" fmla="*/ 2 w 7"/>
                  <a:gd name="T39" fmla="*/ 51 h 57"/>
                  <a:gd name="T40" fmla="*/ 3 w 7"/>
                  <a:gd name="T41" fmla="*/ 50 h 57"/>
                  <a:gd name="T42" fmla="*/ 3 w 7"/>
                  <a:gd name="T43" fmla="*/ 50 h 57"/>
                  <a:gd name="T44" fmla="*/ 3 w 7"/>
                  <a:gd name="T45" fmla="*/ 50 h 57"/>
                  <a:gd name="T46" fmla="*/ 3 w 7"/>
                  <a:gd name="T47" fmla="*/ 49 h 57"/>
                  <a:gd name="T48" fmla="*/ 3 w 7"/>
                  <a:gd name="T49" fmla="*/ 49 h 57"/>
                  <a:gd name="T50" fmla="*/ 3 w 7"/>
                  <a:gd name="T51" fmla="*/ 49 h 57"/>
                  <a:gd name="T52" fmla="*/ 4 w 7"/>
                  <a:gd name="T53" fmla="*/ 50 h 57"/>
                  <a:gd name="T54" fmla="*/ 4 w 7"/>
                  <a:gd name="T55" fmla="*/ 50 h 57"/>
                  <a:gd name="T56" fmla="*/ 4 w 7"/>
                  <a:gd name="T57" fmla="*/ 48 h 57"/>
                  <a:gd name="T58" fmla="*/ 4 w 7"/>
                  <a:gd name="T59" fmla="*/ 47 h 57"/>
                  <a:gd name="T60" fmla="*/ 4 w 7"/>
                  <a:gd name="T61" fmla="*/ 45 h 57"/>
                  <a:gd name="T62" fmla="*/ 4 w 7"/>
                  <a:gd name="T63" fmla="*/ 43 h 57"/>
                  <a:gd name="T64" fmla="*/ 4 w 7"/>
                  <a:gd name="T65" fmla="*/ 41 h 57"/>
                  <a:gd name="T66" fmla="*/ 4 w 7"/>
                  <a:gd name="T67" fmla="*/ 38 h 57"/>
                  <a:gd name="T68" fmla="*/ 4 w 7"/>
                  <a:gd name="T69" fmla="*/ 34 h 57"/>
                  <a:gd name="T70" fmla="*/ 5 w 7"/>
                  <a:gd name="T71" fmla="*/ 30 h 57"/>
                  <a:gd name="T72" fmla="*/ 5 w 7"/>
                  <a:gd name="T73" fmla="*/ 27 h 57"/>
                  <a:gd name="T74" fmla="*/ 5 w 7"/>
                  <a:gd name="T75" fmla="*/ 24 h 57"/>
                  <a:gd name="T76" fmla="*/ 5 w 7"/>
                  <a:gd name="T77" fmla="*/ 22 h 57"/>
                  <a:gd name="T78" fmla="*/ 5 w 7"/>
                  <a:gd name="T79" fmla="*/ 18 h 57"/>
                  <a:gd name="T80" fmla="*/ 5 w 7"/>
                  <a:gd name="T81" fmla="*/ 17 h 57"/>
                  <a:gd name="T82" fmla="*/ 5 w 7"/>
                  <a:gd name="T83" fmla="*/ 15 h 57"/>
                  <a:gd name="T84" fmla="*/ 5 w 7"/>
                  <a:gd name="T85" fmla="*/ 14 h 57"/>
                  <a:gd name="T86" fmla="*/ 5 w 7"/>
                  <a:gd name="T87" fmla="*/ 12 h 57"/>
                  <a:gd name="T88" fmla="*/ 6 w 7"/>
                  <a:gd name="T89" fmla="*/ 11 h 57"/>
                  <a:gd name="T90" fmla="*/ 6 w 7"/>
                  <a:gd name="T91" fmla="*/ 10 h 57"/>
                  <a:gd name="T92" fmla="*/ 6 w 7"/>
                  <a:gd name="T93" fmla="*/ 8 h 57"/>
                  <a:gd name="T94" fmla="*/ 6 w 7"/>
                  <a:gd name="T95" fmla="*/ 6 h 57"/>
                  <a:gd name="T96" fmla="*/ 6 w 7"/>
                  <a:gd name="T97" fmla="*/ 5 h 57"/>
                  <a:gd name="T98" fmla="*/ 6 w 7"/>
                  <a:gd name="T99" fmla="*/ 3 h 57"/>
                  <a:gd name="T100" fmla="*/ 7 w 7"/>
                  <a:gd name="T101" fmla="*/ 2 h 57"/>
                  <a:gd name="T102" fmla="*/ 7 w 7"/>
                  <a:gd name="T103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7">
                    <a:moveTo>
                      <a:pt x="0" y="57"/>
                    </a:moveTo>
                    <a:lnTo>
                      <a:pt x="0" y="56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0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1" y="51"/>
                    </a:lnTo>
                    <a:lnTo>
                      <a:pt x="2" y="52"/>
                    </a:lnTo>
                    <a:lnTo>
                      <a:pt x="2" y="52"/>
                    </a:lnTo>
                    <a:lnTo>
                      <a:pt x="2" y="51"/>
                    </a:lnTo>
                    <a:lnTo>
                      <a:pt x="2" y="52"/>
                    </a:lnTo>
                    <a:lnTo>
                      <a:pt x="2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1"/>
                    </a:lnTo>
                    <a:lnTo>
                      <a:pt x="2" y="51"/>
                    </a:lnTo>
                    <a:lnTo>
                      <a:pt x="3" y="50"/>
                    </a:lnTo>
                    <a:lnTo>
                      <a:pt x="3" y="50"/>
                    </a:lnTo>
                    <a:lnTo>
                      <a:pt x="3" y="50"/>
                    </a:lnTo>
                    <a:lnTo>
                      <a:pt x="3" y="49"/>
                    </a:lnTo>
                    <a:lnTo>
                      <a:pt x="3" y="49"/>
                    </a:lnTo>
                    <a:lnTo>
                      <a:pt x="3" y="49"/>
                    </a:lnTo>
                    <a:lnTo>
                      <a:pt x="4" y="50"/>
                    </a:lnTo>
                    <a:lnTo>
                      <a:pt x="4" y="50"/>
                    </a:lnTo>
                    <a:lnTo>
                      <a:pt x="4" y="48"/>
                    </a:lnTo>
                    <a:lnTo>
                      <a:pt x="4" y="47"/>
                    </a:lnTo>
                    <a:lnTo>
                      <a:pt x="4" y="45"/>
                    </a:lnTo>
                    <a:lnTo>
                      <a:pt x="4" y="43"/>
                    </a:lnTo>
                    <a:lnTo>
                      <a:pt x="4" y="41"/>
                    </a:lnTo>
                    <a:lnTo>
                      <a:pt x="4" y="38"/>
                    </a:lnTo>
                    <a:lnTo>
                      <a:pt x="4" y="34"/>
                    </a:lnTo>
                    <a:lnTo>
                      <a:pt x="5" y="30"/>
                    </a:lnTo>
                    <a:lnTo>
                      <a:pt x="5" y="27"/>
                    </a:lnTo>
                    <a:lnTo>
                      <a:pt x="5" y="24"/>
                    </a:lnTo>
                    <a:lnTo>
                      <a:pt x="5" y="22"/>
                    </a:lnTo>
                    <a:lnTo>
                      <a:pt x="5" y="18"/>
                    </a:lnTo>
                    <a:lnTo>
                      <a:pt x="5" y="17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5" y="12"/>
                    </a:lnTo>
                    <a:lnTo>
                      <a:pt x="6" y="11"/>
                    </a:lnTo>
                    <a:lnTo>
                      <a:pt x="6" y="10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6" y="5"/>
                    </a:lnTo>
                    <a:lnTo>
                      <a:pt x="6" y="3"/>
                    </a:lnTo>
                    <a:lnTo>
                      <a:pt x="7" y="2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22" name="Freeform 782"/>
              <p:cNvSpPr/>
              <p:nvPr/>
            </p:nvSpPr>
            <p:spPr bwMode="auto">
              <a:xfrm>
                <a:off x="877" y="2937"/>
                <a:ext cx="6" cy="37"/>
              </a:xfrm>
              <a:custGeom>
                <a:avLst/>
                <a:gdLst>
                  <a:gd name="T0" fmla="*/ 0 w 6"/>
                  <a:gd name="T1" fmla="*/ 6 h 37"/>
                  <a:gd name="T2" fmla="*/ 0 w 6"/>
                  <a:gd name="T3" fmla="*/ 4 h 37"/>
                  <a:gd name="T4" fmla="*/ 0 w 6"/>
                  <a:gd name="T5" fmla="*/ 4 h 37"/>
                  <a:gd name="T6" fmla="*/ 0 w 6"/>
                  <a:gd name="T7" fmla="*/ 3 h 37"/>
                  <a:gd name="T8" fmla="*/ 0 w 6"/>
                  <a:gd name="T9" fmla="*/ 1 h 37"/>
                  <a:gd name="T10" fmla="*/ 0 w 6"/>
                  <a:gd name="T11" fmla="*/ 0 h 37"/>
                  <a:gd name="T12" fmla="*/ 0 w 6"/>
                  <a:gd name="T13" fmla="*/ 1 h 37"/>
                  <a:gd name="T14" fmla="*/ 0 w 6"/>
                  <a:gd name="T15" fmla="*/ 1 h 37"/>
                  <a:gd name="T16" fmla="*/ 0 w 6"/>
                  <a:gd name="T17" fmla="*/ 1 h 37"/>
                  <a:gd name="T18" fmla="*/ 0 w 6"/>
                  <a:gd name="T19" fmla="*/ 2 h 37"/>
                  <a:gd name="T20" fmla="*/ 1 w 6"/>
                  <a:gd name="T21" fmla="*/ 4 h 37"/>
                  <a:gd name="T22" fmla="*/ 1 w 6"/>
                  <a:gd name="T23" fmla="*/ 5 h 37"/>
                  <a:gd name="T24" fmla="*/ 1 w 6"/>
                  <a:gd name="T25" fmla="*/ 7 h 37"/>
                  <a:gd name="T26" fmla="*/ 1 w 6"/>
                  <a:gd name="T27" fmla="*/ 8 h 37"/>
                  <a:gd name="T28" fmla="*/ 1 w 6"/>
                  <a:gd name="T29" fmla="*/ 10 h 37"/>
                  <a:gd name="T30" fmla="*/ 1 w 6"/>
                  <a:gd name="T31" fmla="*/ 11 h 37"/>
                  <a:gd name="T32" fmla="*/ 2 w 6"/>
                  <a:gd name="T33" fmla="*/ 12 h 37"/>
                  <a:gd name="T34" fmla="*/ 2 w 6"/>
                  <a:gd name="T35" fmla="*/ 12 h 37"/>
                  <a:gd name="T36" fmla="*/ 2 w 6"/>
                  <a:gd name="T37" fmla="*/ 13 h 37"/>
                  <a:gd name="T38" fmla="*/ 2 w 6"/>
                  <a:gd name="T39" fmla="*/ 14 h 37"/>
                  <a:gd name="T40" fmla="*/ 2 w 6"/>
                  <a:gd name="T41" fmla="*/ 14 h 37"/>
                  <a:gd name="T42" fmla="*/ 2 w 6"/>
                  <a:gd name="T43" fmla="*/ 15 h 37"/>
                  <a:gd name="T44" fmla="*/ 2 w 6"/>
                  <a:gd name="T45" fmla="*/ 15 h 37"/>
                  <a:gd name="T46" fmla="*/ 2 w 6"/>
                  <a:gd name="T47" fmla="*/ 15 h 37"/>
                  <a:gd name="T48" fmla="*/ 2 w 6"/>
                  <a:gd name="T49" fmla="*/ 17 h 37"/>
                  <a:gd name="T50" fmla="*/ 3 w 6"/>
                  <a:gd name="T51" fmla="*/ 19 h 37"/>
                  <a:gd name="T52" fmla="*/ 3 w 6"/>
                  <a:gd name="T53" fmla="*/ 20 h 37"/>
                  <a:gd name="T54" fmla="*/ 3 w 6"/>
                  <a:gd name="T55" fmla="*/ 20 h 37"/>
                  <a:gd name="T56" fmla="*/ 3 w 6"/>
                  <a:gd name="T57" fmla="*/ 21 h 37"/>
                  <a:gd name="T58" fmla="*/ 3 w 6"/>
                  <a:gd name="T59" fmla="*/ 22 h 37"/>
                  <a:gd name="T60" fmla="*/ 3 w 6"/>
                  <a:gd name="T61" fmla="*/ 24 h 37"/>
                  <a:gd name="T62" fmla="*/ 3 w 6"/>
                  <a:gd name="T63" fmla="*/ 23 h 37"/>
                  <a:gd name="T64" fmla="*/ 3 w 6"/>
                  <a:gd name="T65" fmla="*/ 22 h 37"/>
                  <a:gd name="T66" fmla="*/ 3 w 6"/>
                  <a:gd name="T67" fmla="*/ 23 h 37"/>
                  <a:gd name="T68" fmla="*/ 4 w 6"/>
                  <a:gd name="T69" fmla="*/ 23 h 37"/>
                  <a:gd name="T70" fmla="*/ 4 w 6"/>
                  <a:gd name="T71" fmla="*/ 23 h 37"/>
                  <a:gd name="T72" fmla="*/ 4 w 6"/>
                  <a:gd name="T73" fmla="*/ 22 h 37"/>
                  <a:gd name="T74" fmla="*/ 4 w 6"/>
                  <a:gd name="T75" fmla="*/ 22 h 37"/>
                  <a:gd name="T76" fmla="*/ 4 w 6"/>
                  <a:gd name="T77" fmla="*/ 22 h 37"/>
                  <a:gd name="T78" fmla="*/ 4 w 6"/>
                  <a:gd name="T79" fmla="*/ 22 h 37"/>
                  <a:gd name="T80" fmla="*/ 5 w 6"/>
                  <a:gd name="T81" fmla="*/ 24 h 37"/>
                  <a:gd name="T82" fmla="*/ 5 w 6"/>
                  <a:gd name="T83" fmla="*/ 25 h 37"/>
                  <a:gd name="T84" fmla="*/ 5 w 6"/>
                  <a:gd name="T85" fmla="*/ 25 h 37"/>
                  <a:gd name="T86" fmla="*/ 5 w 6"/>
                  <a:gd name="T87" fmla="*/ 26 h 37"/>
                  <a:gd name="T88" fmla="*/ 5 w 6"/>
                  <a:gd name="T89" fmla="*/ 27 h 37"/>
                  <a:gd name="T90" fmla="*/ 5 w 6"/>
                  <a:gd name="T91" fmla="*/ 29 h 37"/>
                  <a:gd name="T92" fmla="*/ 5 w 6"/>
                  <a:gd name="T93" fmla="*/ 30 h 37"/>
                  <a:gd name="T94" fmla="*/ 5 w 6"/>
                  <a:gd name="T95" fmla="*/ 31 h 37"/>
                  <a:gd name="T96" fmla="*/ 5 w 6"/>
                  <a:gd name="T97" fmla="*/ 33 h 37"/>
                  <a:gd name="T98" fmla="*/ 6 w 6"/>
                  <a:gd name="T99" fmla="*/ 35 h 37"/>
                  <a:gd name="T100" fmla="*/ 6 w 6"/>
                  <a:gd name="T101" fmla="*/ 36 h 37"/>
                  <a:gd name="T102" fmla="*/ 6 w 6"/>
                  <a:gd name="T10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7">
                    <a:moveTo>
                      <a:pt x="0" y="6"/>
                    </a:moveTo>
                    <a:lnTo>
                      <a:pt x="0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8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2" y="12"/>
                    </a:lnTo>
                    <a:lnTo>
                      <a:pt x="2" y="12"/>
                    </a:lnTo>
                    <a:lnTo>
                      <a:pt x="2" y="13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2" y="15"/>
                    </a:lnTo>
                    <a:lnTo>
                      <a:pt x="2" y="15"/>
                    </a:lnTo>
                    <a:lnTo>
                      <a:pt x="2" y="15"/>
                    </a:lnTo>
                    <a:lnTo>
                      <a:pt x="2" y="17"/>
                    </a:lnTo>
                    <a:lnTo>
                      <a:pt x="3" y="19"/>
                    </a:lnTo>
                    <a:lnTo>
                      <a:pt x="3" y="20"/>
                    </a:lnTo>
                    <a:lnTo>
                      <a:pt x="3" y="20"/>
                    </a:lnTo>
                    <a:lnTo>
                      <a:pt x="3" y="21"/>
                    </a:lnTo>
                    <a:lnTo>
                      <a:pt x="3" y="22"/>
                    </a:lnTo>
                    <a:lnTo>
                      <a:pt x="3" y="24"/>
                    </a:lnTo>
                    <a:lnTo>
                      <a:pt x="3" y="23"/>
                    </a:lnTo>
                    <a:lnTo>
                      <a:pt x="3" y="22"/>
                    </a:lnTo>
                    <a:lnTo>
                      <a:pt x="3" y="23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5" y="26"/>
                    </a:lnTo>
                    <a:lnTo>
                      <a:pt x="5" y="27"/>
                    </a:lnTo>
                    <a:lnTo>
                      <a:pt x="5" y="29"/>
                    </a:lnTo>
                    <a:lnTo>
                      <a:pt x="5" y="30"/>
                    </a:lnTo>
                    <a:lnTo>
                      <a:pt x="5" y="31"/>
                    </a:lnTo>
                    <a:lnTo>
                      <a:pt x="5" y="33"/>
                    </a:lnTo>
                    <a:lnTo>
                      <a:pt x="6" y="35"/>
                    </a:lnTo>
                    <a:lnTo>
                      <a:pt x="6" y="36"/>
                    </a:lnTo>
                    <a:lnTo>
                      <a:pt x="6" y="3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23" name="Freeform 783"/>
              <p:cNvSpPr/>
              <p:nvPr/>
            </p:nvSpPr>
            <p:spPr bwMode="auto">
              <a:xfrm>
                <a:off x="883" y="2973"/>
                <a:ext cx="6" cy="28"/>
              </a:xfrm>
              <a:custGeom>
                <a:avLst/>
                <a:gdLst>
                  <a:gd name="T0" fmla="*/ 0 w 6"/>
                  <a:gd name="T1" fmla="*/ 0 h 28"/>
                  <a:gd name="T2" fmla="*/ 0 w 6"/>
                  <a:gd name="T3" fmla="*/ 1 h 28"/>
                  <a:gd name="T4" fmla="*/ 0 w 6"/>
                  <a:gd name="T5" fmla="*/ 3 h 28"/>
                  <a:gd name="T6" fmla="*/ 0 w 6"/>
                  <a:gd name="T7" fmla="*/ 4 h 28"/>
                  <a:gd name="T8" fmla="*/ 0 w 6"/>
                  <a:gd name="T9" fmla="*/ 5 h 28"/>
                  <a:gd name="T10" fmla="*/ 1 w 6"/>
                  <a:gd name="T11" fmla="*/ 6 h 28"/>
                  <a:gd name="T12" fmla="*/ 1 w 6"/>
                  <a:gd name="T13" fmla="*/ 10 h 28"/>
                  <a:gd name="T14" fmla="*/ 1 w 6"/>
                  <a:gd name="T15" fmla="*/ 11 h 28"/>
                  <a:gd name="T16" fmla="*/ 1 w 6"/>
                  <a:gd name="T17" fmla="*/ 12 h 28"/>
                  <a:gd name="T18" fmla="*/ 1 w 6"/>
                  <a:gd name="T19" fmla="*/ 14 h 28"/>
                  <a:gd name="T20" fmla="*/ 1 w 6"/>
                  <a:gd name="T21" fmla="*/ 16 h 28"/>
                  <a:gd name="T22" fmla="*/ 1 w 6"/>
                  <a:gd name="T23" fmla="*/ 18 h 28"/>
                  <a:gd name="T24" fmla="*/ 1 w 6"/>
                  <a:gd name="T25" fmla="*/ 21 h 28"/>
                  <a:gd name="T26" fmla="*/ 1 w 6"/>
                  <a:gd name="T27" fmla="*/ 22 h 28"/>
                  <a:gd name="T28" fmla="*/ 2 w 6"/>
                  <a:gd name="T29" fmla="*/ 24 h 28"/>
                  <a:gd name="T30" fmla="*/ 2 w 6"/>
                  <a:gd name="T31" fmla="*/ 25 h 28"/>
                  <a:gd name="T32" fmla="*/ 2 w 6"/>
                  <a:gd name="T33" fmla="*/ 26 h 28"/>
                  <a:gd name="T34" fmla="*/ 2 w 6"/>
                  <a:gd name="T35" fmla="*/ 27 h 28"/>
                  <a:gd name="T36" fmla="*/ 2 w 6"/>
                  <a:gd name="T37" fmla="*/ 27 h 28"/>
                  <a:gd name="T38" fmla="*/ 2 w 6"/>
                  <a:gd name="T39" fmla="*/ 27 h 28"/>
                  <a:gd name="T40" fmla="*/ 2 w 6"/>
                  <a:gd name="T41" fmla="*/ 27 h 28"/>
                  <a:gd name="T42" fmla="*/ 2 w 6"/>
                  <a:gd name="T43" fmla="*/ 27 h 28"/>
                  <a:gd name="T44" fmla="*/ 2 w 6"/>
                  <a:gd name="T45" fmla="*/ 27 h 28"/>
                  <a:gd name="T46" fmla="*/ 3 w 6"/>
                  <a:gd name="T47" fmla="*/ 26 h 28"/>
                  <a:gd name="T48" fmla="*/ 3 w 6"/>
                  <a:gd name="T49" fmla="*/ 26 h 28"/>
                  <a:gd name="T50" fmla="*/ 3 w 6"/>
                  <a:gd name="T51" fmla="*/ 27 h 28"/>
                  <a:gd name="T52" fmla="*/ 3 w 6"/>
                  <a:gd name="T53" fmla="*/ 27 h 28"/>
                  <a:gd name="T54" fmla="*/ 3 w 6"/>
                  <a:gd name="T55" fmla="*/ 26 h 28"/>
                  <a:gd name="T56" fmla="*/ 3 w 6"/>
                  <a:gd name="T57" fmla="*/ 27 h 28"/>
                  <a:gd name="T58" fmla="*/ 3 w 6"/>
                  <a:gd name="T59" fmla="*/ 27 h 28"/>
                  <a:gd name="T60" fmla="*/ 4 w 6"/>
                  <a:gd name="T61" fmla="*/ 28 h 28"/>
                  <a:gd name="T62" fmla="*/ 4 w 6"/>
                  <a:gd name="T63" fmla="*/ 27 h 28"/>
                  <a:gd name="T64" fmla="*/ 4 w 6"/>
                  <a:gd name="T65" fmla="*/ 27 h 28"/>
                  <a:gd name="T66" fmla="*/ 4 w 6"/>
                  <a:gd name="T67" fmla="*/ 25 h 28"/>
                  <a:gd name="T68" fmla="*/ 4 w 6"/>
                  <a:gd name="T69" fmla="*/ 24 h 28"/>
                  <a:gd name="T70" fmla="*/ 4 w 6"/>
                  <a:gd name="T71" fmla="*/ 23 h 28"/>
                  <a:gd name="T72" fmla="*/ 4 w 6"/>
                  <a:gd name="T73" fmla="*/ 22 h 28"/>
                  <a:gd name="T74" fmla="*/ 4 w 6"/>
                  <a:gd name="T75" fmla="*/ 22 h 28"/>
                  <a:gd name="T76" fmla="*/ 4 w 6"/>
                  <a:gd name="T77" fmla="*/ 21 h 28"/>
                  <a:gd name="T78" fmla="*/ 5 w 6"/>
                  <a:gd name="T79" fmla="*/ 22 h 28"/>
                  <a:gd name="T80" fmla="*/ 5 w 6"/>
                  <a:gd name="T81" fmla="*/ 22 h 28"/>
                  <a:gd name="T82" fmla="*/ 5 w 6"/>
                  <a:gd name="T83" fmla="*/ 23 h 28"/>
                  <a:gd name="T84" fmla="*/ 5 w 6"/>
                  <a:gd name="T85" fmla="*/ 22 h 28"/>
                  <a:gd name="T86" fmla="*/ 5 w 6"/>
                  <a:gd name="T87" fmla="*/ 22 h 28"/>
                  <a:gd name="T88" fmla="*/ 5 w 6"/>
                  <a:gd name="T89" fmla="*/ 23 h 28"/>
                  <a:gd name="T90" fmla="*/ 6 w 6"/>
                  <a:gd name="T91" fmla="*/ 23 h 28"/>
                  <a:gd name="T92" fmla="*/ 6 w 6"/>
                  <a:gd name="T93" fmla="*/ 22 h 28"/>
                  <a:gd name="T94" fmla="*/ 6 w 6"/>
                  <a:gd name="T95" fmla="*/ 21 h 28"/>
                  <a:gd name="T96" fmla="*/ 6 w 6"/>
                  <a:gd name="T97" fmla="*/ 20 h 28"/>
                  <a:gd name="T98" fmla="*/ 6 w 6"/>
                  <a:gd name="T99" fmla="*/ 19 h 28"/>
                  <a:gd name="T100" fmla="*/ 6 w 6"/>
                  <a:gd name="T101" fmla="*/ 17 h 28"/>
                  <a:gd name="T102" fmla="*/ 6 w 6"/>
                  <a:gd name="T103" fmla="*/ 1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28">
                    <a:moveTo>
                      <a:pt x="0" y="0"/>
                    </a:moveTo>
                    <a:lnTo>
                      <a:pt x="0" y="1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1" y="6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1" y="12"/>
                    </a:lnTo>
                    <a:lnTo>
                      <a:pt x="1" y="14"/>
                    </a:lnTo>
                    <a:lnTo>
                      <a:pt x="1" y="16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1" y="22"/>
                    </a:lnTo>
                    <a:lnTo>
                      <a:pt x="2" y="24"/>
                    </a:lnTo>
                    <a:lnTo>
                      <a:pt x="2" y="25"/>
                    </a:lnTo>
                    <a:lnTo>
                      <a:pt x="2" y="26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7"/>
                    </a:lnTo>
                    <a:lnTo>
                      <a:pt x="3" y="27"/>
                    </a:lnTo>
                    <a:lnTo>
                      <a:pt x="3" y="26"/>
                    </a:lnTo>
                    <a:lnTo>
                      <a:pt x="3" y="27"/>
                    </a:lnTo>
                    <a:lnTo>
                      <a:pt x="3" y="27"/>
                    </a:lnTo>
                    <a:lnTo>
                      <a:pt x="4" y="28"/>
                    </a:lnTo>
                    <a:lnTo>
                      <a:pt x="4" y="27"/>
                    </a:lnTo>
                    <a:lnTo>
                      <a:pt x="4" y="27"/>
                    </a:lnTo>
                    <a:lnTo>
                      <a:pt x="4" y="25"/>
                    </a:lnTo>
                    <a:lnTo>
                      <a:pt x="4" y="24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1"/>
                    </a:lnTo>
                    <a:lnTo>
                      <a:pt x="5" y="22"/>
                    </a:lnTo>
                    <a:lnTo>
                      <a:pt x="5" y="22"/>
                    </a:lnTo>
                    <a:lnTo>
                      <a:pt x="5" y="23"/>
                    </a:lnTo>
                    <a:lnTo>
                      <a:pt x="5" y="22"/>
                    </a:lnTo>
                    <a:lnTo>
                      <a:pt x="5" y="22"/>
                    </a:lnTo>
                    <a:lnTo>
                      <a:pt x="5" y="23"/>
                    </a:lnTo>
                    <a:lnTo>
                      <a:pt x="6" y="23"/>
                    </a:lnTo>
                    <a:lnTo>
                      <a:pt x="6" y="22"/>
                    </a:lnTo>
                    <a:lnTo>
                      <a:pt x="6" y="21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7"/>
                    </a:lnTo>
                    <a:lnTo>
                      <a:pt x="6" y="1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24" name="Freeform 784"/>
              <p:cNvSpPr/>
              <p:nvPr/>
            </p:nvSpPr>
            <p:spPr bwMode="auto">
              <a:xfrm>
                <a:off x="889" y="2951"/>
                <a:ext cx="7" cy="39"/>
              </a:xfrm>
              <a:custGeom>
                <a:avLst/>
                <a:gdLst>
                  <a:gd name="T0" fmla="*/ 0 w 7"/>
                  <a:gd name="T1" fmla="*/ 39 h 39"/>
                  <a:gd name="T2" fmla="*/ 0 w 7"/>
                  <a:gd name="T3" fmla="*/ 37 h 39"/>
                  <a:gd name="T4" fmla="*/ 0 w 7"/>
                  <a:gd name="T5" fmla="*/ 35 h 39"/>
                  <a:gd name="T6" fmla="*/ 0 w 7"/>
                  <a:gd name="T7" fmla="*/ 33 h 39"/>
                  <a:gd name="T8" fmla="*/ 1 w 7"/>
                  <a:gd name="T9" fmla="*/ 30 h 39"/>
                  <a:gd name="T10" fmla="*/ 1 w 7"/>
                  <a:gd name="T11" fmla="*/ 29 h 39"/>
                  <a:gd name="T12" fmla="*/ 1 w 7"/>
                  <a:gd name="T13" fmla="*/ 27 h 39"/>
                  <a:gd name="T14" fmla="*/ 1 w 7"/>
                  <a:gd name="T15" fmla="*/ 24 h 39"/>
                  <a:gd name="T16" fmla="*/ 1 w 7"/>
                  <a:gd name="T17" fmla="*/ 22 h 39"/>
                  <a:gd name="T18" fmla="*/ 1 w 7"/>
                  <a:gd name="T19" fmla="*/ 22 h 39"/>
                  <a:gd name="T20" fmla="*/ 1 w 7"/>
                  <a:gd name="T21" fmla="*/ 22 h 39"/>
                  <a:gd name="T22" fmla="*/ 1 w 7"/>
                  <a:gd name="T23" fmla="*/ 21 h 39"/>
                  <a:gd name="T24" fmla="*/ 1 w 7"/>
                  <a:gd name="T25" fmla="*/ 19 h 39"/>
                  <a:gd name="T26" fmla="*/ 2 w 7"/>
                  <a:gd name="T27" fmla="*/ 17 h 39"/>
                  <a:gd name="T28" fmla="*/ 2 w 7"/>
                  <a:gd name="T29" fmla="*/ 15 h 39"/>
                  <a:gd name="T30" fmla="*/ 2 w 7"/>
                  <a:gd name="T31" fmla="*/ 13 h 39"/>
                  <a:gd name="T32" fmla="*/ 2 w 7"/>
                  <a:gd name="T33" fmla="*/ 13 h 39"/>
                  <a:gd name="T34" fmla="*/ 2 w 7"/>
                  <a:gd name="T35" fmla="*/ 12 h 39"/>
                  <a:gd name="T36" fmla="*/ 2 w 7"/>
                  <a:gd name="T37" fmla="*/ 9 h 39"/>
                  <a:gd name="T38" fmla="*/ 3 w 7"/>
                  <a:gd name="T39" fmla="*/ 7 h 39"/>
                  <a:gd name="T40" fmla="*/ 3 w 7"/>
                  <a:gd name="T41" fmla="*/ 5 h 39"/>
                  <a:gd name="T42" fmla="*/ 3 w 7"/>
                  <a:gd name="T43" fmla="*/ 4 h 39"/>
                  <a:gd name="T44" fmla="*/ 3 w 7"/>
                  <a:gd name="T45" fmla="*/ 2 h 39"/>
                  <a:gd name="T46" fmla="*/ 3 w 7"/>
                  <a:gd name="T47" fmla="*/ 1 h 39"/>
                  <a:gd name="T48" fmla="*/ 3 w 7"/>
                  <a:gd name="T49" fmla="*/ 0 h 39"/>
                  <a:gd name="T50" fmla="*/ 3 w 7"/>
                  <a:gd name="T51" fmla="*/ 1 h 39"/>
                  <a:gd name="T52" fmla="*/ 3 w 7"/>
                  <a:gd name="T53" fmla="*/ 2 h 39"/>
                  <a:gd name="T54" fmla="*/ 3 w 7"/>
                  <a:gd name="T55" fmla="*/ 1 h 39"/>
                  <a:gd name="T56" fmla="*/ 4 w 7"/>
                  <a:gd name="T57" fmla="*/ 1 h 39"/>
                  <a:gd name="T58" fmla="*/ 4 w 7"/>
                  <a:gd name="T59" fmla="*/ 2 h 39"/>
                  <a:gd name="T60" fmla="*/ 4 w 7"/>
                  <a:gd name="T61" fmla="*/ 3 h 39"/>
                  <a:gd name="T62" fmla="*/ 4 w 7"/>
                  <a:gd name="T63" fmla="*/ 4 h 39"/>
                  <a:gd name="T64" fmla="*/ 4 w 7"/>
                  <a:gd name="T65" fmla="*/ 5 h 39"/>
                  <a:gd name="T66" fmla="*/ 4 w 7"/>
                  <a:gd name="T67" fmla="*/ 5 h 39"/>
                  <a:gd name="T68" fmla="*/ 5 w 7"/>
                  <a:gd name="T69" fmla="*/ 4 h 39"/>
                  <a:gd name="T70" fmla="*/ 5 w 7"/>
                  <a:gd name="T71" fmla="*/ 5 h 39"/>
                  <a:gd name="T72" fmla="*/ 5 w 7"/>
                  <a:gd name="T73" fmla="*/ 5 h 39"/>
                  <a:gd name="T74" fmla="*/ 5 w 7"/>
                  <a:gd name="T75" fmla="*/ 5 h 39"/>
                  <a:gd name="T76" fmla="*/ 5 w 7"/>
                  <a:gd name="T77" fmla="*/ 5 h 39"/>
                  <a:gd name="T78" fmla="*/ 5 w 7"/>
                  <a:gd name="T79" fmla="*/ 6 h 39"/>
                  <a:gd name="T80" fmla="*/ 5 w 7"/>
                  <a:gd name="T81" fmla="*/ 7 h 39"/>
                  <a:gd name="T82" fmla="*/ 5 w 7"/>
                  <a:gd name="T83" fmla="*/ 8 h 39"/>
                  <a:gd name="T84" fmla="*/ 5 w 7"/>
                  <a:gd name="T85" fmla="*/ 9 h 39"/>
                  <a:gd name="T86" fmla="*/ 5 w 7"/>
                  <a:gd name="T87" fmla="*/ 10 h 39"/>
                  <a:gd name="T88" fmla="*/ 6 w 7"/>
                  <a:gd name="T89" fmla="*/ 10 h 39"/>
                  <a:gd name="T90" fmla="*/ 6 w 7"/>
                  <a:gd name="T91" fmla="*/ 10 h 39"/>
                  <a:gd name="T92" fmla="*/ 6 w 7"/>
                  <a:gd name="T93" fmla="*/ 11 h 39"/>
                  <a:gd name="T94" fmla="*/ 6 w 7"/>
                  <a:gd name="T95" fmla="*/ 12 h 39"/>
                  <a:gd name="T96" fmla="*/ 6 w 7"/>
                  <a:gd name="T97" fmla="*/ 12 h 39"/>
                  <a:gd name="T98" fmla="*/ 6 w 7"/>
                  <a:gd name="T99" fmla="*/ 12 h 39"/>
                  <a:gd name="T100" fmla="*/ 7 w 7"/>
                  <a:gd name="T101" fmla="*/ 12 h 39"/>
                  <a:gd name="T102" fmla="*/ 7 w 7"/>
                  <a:gd name="T103" fmla="*/ 1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39">
                    <a:moveTo>
                      <a:pt x="0" y="39"/>
                    </a:moveTo>
                    <a:lnTo>
                      <a:pt x="0" y="37"/>
                    </a:lnTo>
                    <a:lnTo>
                      <a:pt x="0" y="35"/>
                    </a:lnTo>
                    <a:lnTo>
                      <a:pt x="0" y="33"/>
                    </a:lnTo>
                    <a:lnTo>
                      <a:pt x="1" y="30"/>
                    </a:lnTo>
                    <a:lnTo>
                      <a:pt x="1" y="29"/>
                    </a:lnTo>
                    <a:lnTo>
                      <a:pt x="1" y="27"/>
                    </a:lnTo>
                    <a:lnTo>
                      <a:pt x="1" y="24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19"/>
                    </a:lnTo>
                    <a:lnTo>
                      <a:pt x="2" y="17"/>
                    </a:lnTo>
                    <a:lnTo>
                      <a:pt x="2" y="15"/>
                    </a:lnTo>
                    <a:lnTo>
                      <a:pt x="2" y="13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9"/>
                    </a:lnTo>
                    <a:lnTo>
                      <a:pt x="3" y="7"/>
                    </a:lnTo>
                    <a:lnTo>
                      <a:pt x="3" y="5"/>
                    </a:lnTo>
                    <a:lnTo>
                      <a:pt x="3" y="4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5" y="6"/>
                    </a:lnTo>
                    <a:lnTo>
                      <a:pt x="5" y="7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5" y="10"/>
                    </a:lnTo>
                    <a:lnTo>
                      <a:pt x="6" y="10"/>
                    </a:lnTo>
                    <a:lnTo>
                      <a:pt x="6" y="10"/>
                    </a:lnTo>
                    <a:lnTo>
                      <a:pt x="6" y="11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7" y="12"/>
                    </a:lnTo>
                    <a:lnTo>
                      <a:pt x="7" y="1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25" name="Freeform 785"/>
              <p:cNvSpPr/>
              <p:nvPr/>
            </p:nvSpPr>
            <p:spPr bwMode="auto">
              <a:xfrm>
                <a:off x="896" y="2960"/>
                <a:ext cx="6" cy="40"/>
              </a:xfrm>
              <a:custGeom>
                <a:avLst/>
                <a:gdLst>
                  <a:gd name="T0" fmla="*/ 0 w 6"/>
                  <a:gd name="T1" fmla="*/ 3 h 40"/>
                  <a:gd name="T2" fmla="*/ 0 w 6"/>
                  <a:gd name="T3" fmla="*/ 2 h 40"/>
                  <a:gd name="T4" fmla="*/ 0 w 6"/>
                  <a:gd name="T5" fmla="*/ 1 h 40"/>
                  <a:gd name="T6" fmla="*/ 0 w 6"/>
                  <a:gd name="T7" fmla="*/ 1 h 40"/>
                  <a:gd name="T8" fmla="*/ 0 w 6"/>
                  <a:gd name="T9" fmla="*/ 1 h 40"/>
                  <a:gd name="T10" fmla="*/ 0 w 6"/>
                  <a:gd name="T11" fmla="*/ 0 h 40"/>
                  <a:gd name="T12" fmla="*/ 0 w 6"/>
                  <a:gd name="T13" fmla="*/ 0 h 40"/>
                  <a:gd name="T14" fmla="*/ 0 w 6"/>
                  <a:gd name="T15" fmla="*/ 0 h 40"/>
                  <a:gd name="T16" fmla="*/ 0 w 6"/>
                  <a:gd name="T17" fmla="*/ 0 h 40"/>
                  <a:gd name="T18" fmla="*/ 1 w 6"/>
                  <a:gd name="T19" fmla="*/ 0 h 40"/>
                  <a:gd name="T20" fmla="*/ 1 w 6"/>
                  <a:gd name="T21" fmla="*/ 1 h 40"/>
                  <a:gd name="T22" fmla="*/ 1 w 6"/>
                  <a:gd name="T23" fmla="*/ 1 h 40"/>
                  <a:gd name="T24" fmla="*/ 1 w 6"/>
                  <a:gd name="T25" fmla="*/ 2 h 40"/>
                  <a:gd name="T26" fmla="*/ 1 w 6"/>
                  <a:gd name="T27" fmla="*/ 3 h 40"/>
                  <a:gd name="T28" fmla="*/ 1 w 6"/>
                  <a:gd name="T29" fmla="*/ 5 h 40"/>
                  <a:gd name="T30" fmla="*/ 1 w 6"/>
                  <a:gd name="T31" fmla="*/ 7 h 40"/>
                  <a:gd name="T32" fmla="*/ 1 w 6"/>
                  <a:gd name="T33" fmla="*/ 9 h 40"/>
                  <a:gd name="T34" fmla="*/ 1 w 6"/>
                  <a:gd name="T35" fmla="*/ 9 h 40"/>
                  <a:gd name="T36" fmla="*/ 2 w 6"/>
                  <a:gd name="T37" fmla="*/ 10 h 40"/>
                  <a:gd name="T38" fmla="*/ 2 w 6"/>
                  <a:gd name="T39" fmla="*/ 11 h 40"/>
                  <a:gd name="T40" fmla="*/ 2 w 6"/>
                  <a:gd name="T41" fmla="*/ 13 h 40"/>
                  <a:gd name="T42" fmla="*/ 2 w 6"/>
                  <a:gd name="T43" fmla="*/ 14 h 40"/>
                  <a:gd name="T44" fmla="*/ 2 w 6"/>
                  <a:gd name="T45" fmla="*/ 16 h 40"/>
                  <a:gd name="T46" fmla="*/ 2 w 6"/>
                  <a:gd name="T47" fmla="*/ 18 h 40"/>
                  <a:gd name="T48" fmla="*/ 3 w 6"/>
                  <a:gd name="T49" fmla="*/ 20 h 40"/>
                  <a:gd name="T50" fmla="*/ 3 w 6"/>
                  <a:gd name="T51" fmla="*/ 22 h 40"/>
                  <a:gd name="T52" fmla="*/ 3 w 6"/>
                  <a:gd name="T53" fmla="*/ 24 h 40"/>
                  <a:gd name="T54" fmla="*/ 3 w 6"/>
                  <a:gd name="T55" fmla="*/ 25 h 40"/>
                  <a:gd name="T56" fmla="*/ 3 w 6"/>
                  <a:gd name="T57" fmla="*/ 27 h 40"/>
                  <a:gd name="T58" fmla="*/ 3 w 6"/>
                  <a:gd name="T59" fmla="*/ 30 h 40"/>
                  <a:gd name="T60" fmla="*/ 3 w 6"/>
                  <a:gd name="T61" fmla="*/ 32 h 40"/>
                  <a:gd name="T62" fmla="*/ 3 w 6"/>
                  <a:gd name="T63" fmla="*/ 34 h 40"/>
                  <a:gd name="T64" fmla="*/ 3 w 6"/>
                  <a:gd name="T65" fmla="*/ 35 h 40"/>
                  <a:gd name="T66" fmla="*/ 4 w 6"/>
                  <a:gd name="T67" fmla="*/ 36 h 40"/>
                  <a:gd name="T68" fmla="*/ 4 w 6"/>
                  <a:gd name="T69" fmla="*/ 38 h 40"/>
                  <a:gd name="T70" fmla="*/ 4 w 6"/>
                  <a:gd name="T71" fmla="*/ 38 h 40"/>
                  <a:gd name="T72" fmla="*/ 4 w 6"/>
                  <a:gd name="T73" fmla="*/ 38 h 40"/>
                  <a:gd name="T74" fmla="*/ 4 w 6"/>
                  <a:gd name="T75" fmla="*/ 38 h 40"/>
                  <a:gd name="T76" fmla="*/ 4 w 6"/>
                  <a:gd name="T77" fmla="*/ 38 h 40"/>
                  <a:gd name="T78" fmla="*/ 5 w 6"/>
                  <a:gd name="T79" fmla="*/ 38 h 40"/>
                  <a:gd name="T80" fmla="*/ 5 w 6"/>
                  <a:gd name="T81" fmla="*/ 38 h 40"/>
                  <a:gd name="T82" fmla="*/ 5 w 6"/>
                  <a:gd name="T83" fmla="*/ 38 h 40"/>
                  <a:gd name="T84" fmla="*/ 5 w 6"/>
                  <a:gd name="T85" fmla="*/ 38 h 40"/>
                  <a:gd name="T86" fmla="*/ 5 w 6"/>
                  <a:gd name="T87" fmla="*/ 38 h 40"/>
                  <a:gd name="T88" fmla="*/ 5 w 6"/>
                  <a:gd name="T89" fmla="*/ 39 h 40"/>
                  <a:gd name="T90" fmla="*/ 5 w 6"/>
                  <a:gd name="T91" fmla="*/ 40 h 40"/>
                  <a:gd name="T92" fmla="*/ 5 w 6"/>
                  <a:gd name="T93" fmla="*/ 40 h 40"/>
                  <a:gd name="T94" fmla="*/ 5 w 6"/>
                  <a:gd name="T95" fmla="*/ 40 h 40"/>
                  <a:gd name="T96" fmla="*/ 6 w 6"/>
                  <a:gd name="T97" fmla="*/ 40 h 40"/>
                  <a:gd name="T98" fmla="*/ 6 w 6"/>
                  <a:gd name="T99" fmla="*/ 39 h 40"/>
                  <a:gd name="T100" fmla="*/ 6 w 6"/>
                  <a:gd name="T101" fmla="*/ 38 h 40"/>
                  <a:gd name="T102" fmla="*/ 6 w 6"/>
                  <a:gd name="T103" fmla="*/ 3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0">
                    <a:moveTo>
                      <a:pt x="0" y="3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9"/>
                    </a:lnTo>
                    <a:lnTo>
                      <a:pt x="1" y="9"/>
                    </a:lnTo>
                    <a:lnTo>
                      <a:pt x="2" y="10"/>
                    </a:lnTo>
                    <a:lnTo>
                      <a:pt x="2" y="11"/>
                    </a:lnTo>
                    <a:lnTo>
                      <a:pt x="2" y="13"/>
                    </a:lnTo>
                    <a:lnTo>
                      <a:pt x="2" y="14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3" y="20"/>
                    </a:lnTo>
                    <a:lnTo>
                      <a:pt x="3" y="22"/>
                    </a:lnTo>
                    <a:lnTo>
                      <a:pt x="3" y="24"/>
                    </a:lnTo>
                    <a:lnTo>
                      <a:pt x="3" y="25"/>
                    </a:lnTo>
                    <a:lnTo>
                      <a:pt x="3" y="27"/>
                    </a:lnTo>
                    <a:lnTo>
                      <a:pt x="3" y="30"/>
                    </a:lnTo>
                    <a:lnTo>
                      <a:pt x="3" y="32"/>
                    </a:lnTo>
                    <a:lnTo>
                      <a:pt x="3" y="34"/>
                    </a:lnTo>
                    <a:lnTo>
                      <a:pt x="3" y="35"/>
                    </a:lnTo>
                    <a:lnTo>
                      <a:pt x="4" y="36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5" y="38"/>
                    </a:lnTo>
                    <a:lnTo>
                      <a:pt x="5" y="38"/>
                    </a:lnTo>
                    <a:lnTo>
                      <a:pt x="5" y="38"/>
                    </a:lnTo>
                    <a:lnTo>
                      <a:pt x="5" y="38"/>
                    </a:lnTo>
                    <a:lnTo>
                      <a:pt x="5" y="38"/>
                    </a:lnTo>
                    <a:lnTo>
                      <a:pt x="5" y="39"/>
                    </a:lnTo>
                    <a:lnTo>
                      <a:pt x="5" y="40"/>
                    </a:lnTo>
                    <a:lnTo>
                      <a:pt x="5" y="40"/>
                    </a:lnTo>
                    <a:lnTo>
                      <a:pt x="5" y="40"/>
                    </a:lnTo>
                    <a:lnTo>
                      <a:pt x="6" y="40"/>
                    </a:lnTo>
                    <a:lnTo>
                      <a:pt x="6" y="39"/>
                    </a:lnTo>
                    <a:lnTo>
                      <a:pt x="6" y="38"/>
                    </a:lnTo>
                    <a:lnTo>
                      <a:pt x="6" y="3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26" name="Freeform 786"/>
              <p:cNvSpPr/>
              <p:nvPr/>
            </p:nvSpPr>
            <p:spPr bwMode="auto">
              <a:xfrm>
                <a:off x="902" y="2942"/>
                <a:ext cx="6" cy="57"/>
              </a:xfrm>
              <a:custGeom>
                <a:avLst/>
                <a:gdLst>
                  <a:gd name="T0" fmla="*/ 0 w 6"/>
                  <a:gd name="T1" fmla="*/ 56 h 57"/>
                  <a:gd name="T2" fmla="*/ 0 w 6"/>
                  <a:gd name="T3" fmla="*/ 56 h 57"/>
                  <a:gd name="T4" fmla="*/ 0 w 6"/>
                  <a:gd name="T5" fmla="*/ 56 h 57"/>
                  <a:gd name="T6" fmla="*/ 0 w 6"/>
                  <a:gd name="T7" fmla="*/ 55 h 57"/>
                  <a:gd name="T8" fmla="*/ 0 w 6"/>
                  <a:gd name="T9" fmla="*/ 54 h 57"/>
                  <a:gd name="T10" fmla="*/ 0 w 6"/>
                  <a:gd name="T11" fmla="*/ 55 h 57"/>
                  <a:gd name="T12" fmla="*/ 0 w 6"/>
                  <a:gd name="T13" fmla="*/ 55 h 57"/>
                  <a:gd name="T14" fmla="*/ 1 w 6"/>
                  <a:gd name="T15" fmla="*/ 55 h 57"/>
                  <a:gd name="T16" fmla="*/ 1 w 6"/>
                  <a:gd name="T17" fmla="*/ 54 h 57"/>
                  <a:gd name="T18" fmla="*/ 1 w 6"/>
                  <a:gd name="T19" fmla="*/ 54 h 57"/>
                  <a:gd name="T20" fmla="*/ 1 w 6"/>
                  <a:gd name="T21" fmla="*/ 55 h 57"/>
                  <a:gd name="T22" fmla="*/ 1 w 6"/>
                  <a:gd name="T23" fmla="*/ 57 h 57"/>
                  <a:gd name="T24" fmla="*/ 1 w 6"/>
                  <a:gd name="T25" fmla="*/ 57 h 57"/>
                  <a:gd name="T26" fmla="*/ 1 w 6"/>
                  <a:gd name="T27" fmla="*/ 57 h 57"/>
                  <a:gd name="T28" fmla="*/ 2 w 6"/>
                  <a:gd name="T29" fmla="*/ 56 h 57"/>
                  <a:gd name="T30" fmla="*/ 2 w 6"/>
                  <a:gd name="T31" fmla="*/ 56 h 57"/>
                  <a:gd name="T32" fmla="*/ 2 w 6"/>
                  <a:gd name="T33" fmla="*/ 54 h 57"/>
                  <a:gd name="T34" fmla="*/ 2 w 6"/>
                  <a:gd name="T35" fmla="*/ 53 h 57"/>
                  <a:gd name="T36" fmla="*/ 2 w 6"/>
                  <a:gd name="T37" fmla="*/ 51 h 57"/>
                  <a:gd name="T38" fmla="*/ 2 w 6"/>
                  <a:gd name="T39" fmla="*/ 49 h 57"/>
                  <a:gd name="T40" fmla="*/ 2 w 6"/>
                  <a:gd name="T41" fmla="*/ 47 h 57"/>
                  <a:gd name="T42" fmla="*/ 2 w 6"/>
                  <a:gd name="T43" fmla="*/ 44 h 57"/>
                  <a:gd name="T44" fmla="*/ 2 w 6"/>
                  <a:gd name="T45" fmla="*/ 41 h 57"/>
                  <a:gd name="T46" fmla="*/ 3 w 6"/>
                  <a:gd name="T47" fmla="*/ 39 h 57"/>
                  <a:gd name="T48" fmla="*/ 3 w 6"/>
                  <a:gd name="T49" fmla="*/ 37 h 57"/>
                  <a:gd name="T50" fmla="*/ 3 w 6"/>
                  <a:gd name="T51" fmla="*/ 35 h 57"/>
                  <a:gd name="T52" fmla="*/ 3 w 6"/>
                  <a:gd name="T53" fmla="*/ 33 h 57"/>
                  <a:gd name="T54" fmla="*/ 3 w 6"/>
                  <a:gd name="T55" fmla="*/ 31 h 57"/>
                  <a:gd name="T56" fmla="*/ 3 w 6"/>
                  <a:gd name="T57" fmla="*/ 29 h 57"/>
                  <a:gd name="T58" fmla="*/ 4 w 6"/>
                  <a:gd name="T59" fmla="*/ 27 h 57"/>
                  <a:gd name="T60" fmla="*/ 4 w 6"/>
                  <a:gd name="T61" fmla="*/ 25 h 57"/>
                  <a:gd name="T62" fmla="*/ 4 w 6"/>
                  <a:gd name="T63" fmla="*/ 23 h 57"/>
                  <a:gd name="T64" fmla="*/ 4 w 6"/>
                  <a:gd name="T65" fmla="*/ 21 h 57"/>
                  <a:gd name="T66" fmla="*/ 4 w 6"/>
                  <a:gd name="T67" fmla="*/ 18 h 57"/>
                  <a:gd name="T68" fmla="*/ 4 w 6"/>
                  <a:gd name="T69" fmla="*/ 16 h 57"/>
                  <a:gd name="T70" fmla="*/ 4 w 6"/>
                  <a:gd name="T71" fmla="*/ 13 h 57"/>
                  <a:gd name="T72" fmla="*/ 4 w 6"/>
                  <a:gd name="T73" fmla="*/ 10 h 57"/>
                  <a:gd name="T74" fmla="*/ 4 w 6"/>
                  <a:gd name="T75" fmla="*/ 8 h 57"/>
                  <a:gd name="T76" fmla="*/ 5 w 6"/>
                  <a:gd name="T77" fmla="*/ 6 h 57"/>
                  <a:gd name="T78" fmla="*/ 5 w 6"/>
                  <a:gd name="T79" fmla="*/ 4 h 57"/>
                  <a:gd name="T80" fmla="*/ 5 w 6"/>
                  <a:gd name="T81" fmla="*/ 2 h 57"/>
                  <a:gd name="T82" fmla="*/ 5 w 6"/>
                  <a:gd name="T83" fmla="*/ 2 h 57"/>
                  <a:gd name="T84" fmla="*/ 5 w 6"/>
                  <a:gd name="T85" fmla="*/ 1 h 57"/>
                  <a:gd name="T86" fmla="*/ 5 w 6"/>
                  <a:gd name="T87" fmla="*/ 1 h 57"/>
                  <a:gd name="T88" fmla="*/ 5 w 6"/>
                  <a:gd name="T89" fmla="*/ 1 h 57"/>
                  <a:gd name="T90" fmla="*/ 5 w 6"/>
                  <a:gd name="T91" fmla="*/ 0 h 57"/>
                  <a:gd name="T92" fmla="*/ 5 w 6"/>
                  <a:gd name="T93" fmla="*/ 0 h 57"/>
                  <a:gd name="T94" fmla="*/ 6 w 6"/>
                  <a:gd name="T95" fmla="*/ 1 h 57"/>
                  <a:gd name="T96" fmla="*/ 6 w 6"/>
                  <a:gd name="T97" fmla="*/ 1 h 57"/>
                  <a:gd name="T98" fmla="*/ 6 w 6"/>
                  <a:gd name="T99" fmla="*/ 1 h 57"/>
                  <a:gd name="T100" fmla="*/ 6 w 6"/>
                  <a:gd name="T101" fmla="*/ 2 h 57"/>
                  <a:gd name="T102" fmla="*/ 6 w 6"/>
                  <a:gd name="T103" fmla="*/ 2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7">
                    <a:moveTo>
                      <a:pt x="0" y="56"/>
                    </a:moveTo>
                    <a:lnTo>
                      <a:pt x="0" y="56"/>
                    </a:lnTo>
                    <a:lnTo>
                      <a:pt x="0" y="56"/>
                    </a:lnTo>
                    <a:lnTo>
                      <a:pt x="0" y="55"/>
                    </a:lnTo>
                    <a:lnTo>
                      <a:pt x="0" y="54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5"/>
                    </a:lnTo>
                    <a:lnTo>
                      <a:pt x="1" y="57"/>
                    </a:lnTo>
                    <a:lnTo>
                      <a:pt x="1" y="57"/>
                    </a:lnTo>
                    <a:lnTo>
                      <a:pt x="1" y="57"/>
                    </a:lnTo>
                    <a:lnTo>
                      <a:pt x="2" y="56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7"/>
                    </a:lnTo>
                    <a:lnTo>
                      <a:pt x="2" y="44"/>
                    </a:lnTo>
                    <a:lnTo>
                      <a:pt x="2" y="41"/>
                    </a:lnTo>
                    <a:lnTo>
                      <a:pt x="3" y="39"/>
                    </a:lnTo>
                    <a:lnTo>
                      <a:pt x="3" y="37"/>
                    </a:lnTo>
                    <a:lnTo>
                      <a:pt x="3" y="35"/>
                    </a:lnTo>
                    <a:lnTo>
                      <a:pt x="3" y="33"/>
                    </a:lnTo>
                    <a:lnTo>
                      <a:pt x="3" y="31"/>
                    </a:lnTo>
                    <a:lnTo>
                      <a:pt x="3" y="29"/>
                    </a:lnTo>
                    <a:lnTo>
                      <a:pt x="4" y="27"/>
                    </a:lnTo>
                    <a:lnTo>
                      <a:pt x="4" y="25"/>
                    </a:lnTo>
                    <a:lnTo>
                      <a:pt x="4" y="23"/>
                    </a:lnTo>
                    <a:lnTo>
                      <a:pt x="4" y="21"/>
                    </a:lnTo>
                    <a:lnTo>
                      <a:pt x="4" y="18"/>
                    </a:lnTo>
                    <a:lnTo>
                      <a:pt x="4" y="16"/>
                    </a:lnTo>
                    <a:lnTo>
                      <a:pt x="4" y="13"/>
                    </a:lnTo>
                    <a:lnTo>
                      <a:pt x="4" y="10"/>
                    </a:lnTo>
                    <a:lnTo>
                      <a:pt x="4" y="8"/>
                    </a:lnTo>
                    <a:lnTo>
                      <a:pt x="5" y="6"/>
                    </a:lnTo>
                    <a:lnTo>
                      <a:pt x="5" y="4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6" y="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27" name="Freeform 787"/>
              <p:cNvSpPr/>
              <p:nvPr/>
            </p:nvSpPr>
            <p:spPr bwMode="auto">
              <a:xfrm>
                <a:off x="908" y="2944"/>
                <a:ext cx="6" cy="58"/>
              </a:xfrm>
              <a:custGeom>
                <a:avLst/>
                <a:gdLst>
                  <a:gd name="T0" fmla="*/ 0 w 6"/>
                  <a:gd name="T1" fmla="*/ 0 h 58"/>
                  <a:gd name="T2" fmla="*/ 0 w 6"/>
                  <a:gd name="T3" fmla="*/ 0 h 58"/>
                  <a:gd name="T4" fmla="*/ 0 w 6"/>
                  <a:gd name="T5" fmla="*/ 1 h 58"/>
                  <a:gd name="T6" fmla="*/ 1 w 6"/>
                  <a:gd name="T7" fmla="*/ 2 h 58"/>
                  <a:gd name="T8" fmla="*/ 1 w 6"/>
                  <a:gd name="T9" fmla="*/ 3 h 58"/>
                  <a:gd name="T10" fmla="*/ 1 w 6"/>
                  <a:gd name="T11" fmla="*/ 4 h 58"/>
                  <a:gd name="T12" fmla="*/ 1 w 6"/>
                  <a:gd name="T13" fmla="*/ 5 h 58"/>
                  <a:gd name="T14" fmla="*/ 1 w 6"/>
                  <a:gd name="T15" fmla="*/ 7 h 58"/>
                  <a:gd name="T16" fmla="*/ 1 w 6"/>
                  <a:gd name="T17" fmla="*/ 8 h 58"/>
                  <a:gd name="T18" fmla="*/ 1 w 6"/>
                  <a:gd name="T19" fmla="*/ 9 h 58"/>
                  <a:gd name="T20" fmla="*/ 1 w 6"/>
                  <a:gd name="T21" fmla="*/ 10 h 58"/>
                  <a:gd name="T22" fmla="*/ 1 w 6"/>
                  <a:gd name="T23" fmla="*/ 11 h 58"/>
                  <a:gd name="T24" fmla="*/ 2 w 6"/>
                  <a:gd name="T25" fmla="*/ 12 h 58"/>
                  <a:gd name="T26" fmla="*/ 2 w 6"/>
                  <a:gd name="T27" fmla="*/ 14 h 58"/>
                  <a:gd name="T28" fmla="*/ 2 w 6"/>
                  <a:gd name="T29" fmla="*/ 15 h 58"/>
                  <a:gd name="T30" fmla="*/ 2 w 6"/>
                  <a:gd name="T31" fmla="*/ 16 h 58"/>
                  <a:gd name="T32" fmla="*/ 2 w 6"/>
                  <a:gd name="T33" fmla="*/ 15 h 58"/>
                  <a:gd name="T34" fmla="*/ 2 w 6"/>
                  <a:gd name="T35" fmla="*/ 16 h 58"/>
                  <a:gd name="T36" fmla="*/ 3 w 6"/>
                  <a:gd name="T37" fmla="*/ 16 h 58"/>
                  <a:gd name="T38" fmla="*/ 3 w 6"/>
                  <a:gd name="T39" fmla="*/ 15 h 58"/>
                  <a:gd name="T40" fmla="*/ 3 w 6"/>
                  <a:gd name="T41" fmla="*/ 14 h 58"/>
                  <a:gd name="T42" fmla="*/ 3 w 6"/>
                  <a:gd name="T43" fmla="*/ 14 h 58"/>
                  <a:gd name="T44" fmla="*/ 3 w 6"/>
                  <a:gd name="T45" fmla="*/ 14 h 58"/>
                  <a:gd name="T46" fmla="*/ 3 w 6"/>
                  <a:gd name="T47" fmla="*/ 15 h 58"/>
                  <a:gd name="T48" fmla="*/ 3 w 6"/>
                  <a:gd name="T49" fmla="*/ 14 h 58"/>
                  <a:gd name="T50" fmla="*/ 3 w 6"/>
                  <a:gd name="T51" fmla="*/ 14 h 58"/>
                  <a:gd name="T52" fmla="*/ 3 w 6"/>
                  <a:gd name="T53" fmla="*/ 15 h 58"/>
                  <a:gd name="T54" fmla="*/ 3 w 6"/>
                  <a:gd name="T55" fmla="*/ 16 h 58"/>
                  <a:gd name="T56" fmla="*/ 4 w 6"/>
                  <a:gd name="T57" fmla="*/ 17 h 58"/>
                  <a:gd name="T58" fmla="*/ 4 w 6"/>
                  <a:gd name="T59" fmla="*/ 19 h 58"/>
                  <a:gd name="T60" fmla="*/ 4 w 6"/>
                  <a:gd name="T61" fmla="*/ 20 h 58"/>
                  <a:gd name="T62" fmla="*/ 4 w 6"/>
                  <a:gd name="T63" fmla="*/ 22 h 58"/>
                  <a:gd name="T64" fmla="*/ 4 w 6"/>
                  <a:gd name="T65" fmla="*/ 23 h 58"/>
                  <a:gd name="T66" fmla="*/ 4 w 6"/>
                  <a:gd name="T67" fmla="*/ 25 h 58"/>
                  <a:gd name="T68" fmla="*/ 4 w 6"/>
                  <a:gd name="T69" fmla="*/ 26 h 58"/>
                  <a:gd name="T70" fmla="*/ 4 w 6"/>
                  <a:gd name="T71" fmla="*/ 28 h 58"/>
                  <a:gd name="T72" fmla="*/ 4 w 6"/>
                  <a:gd name="T73" fmla="*/ 29 h 58"/>
                  <a:gd name="T74" fmla="*/ 5 w 6"/>
                  <a:gd name="T75" fmla="*/ 31 h 58"/>
                  <a:gd name="T76" fmla="*/ 5 w 6"/>
                  <a:gd name="T77" fmla="*/ 32 h 58"/>
                  <a:gd name="T78" fmla="*/ 5 w 6"/>
                  <a:gd name="T79" fmla="*/ 33 h 58"/>
                  <a:gd name="T80" fmla="*/ 5 w 6"/>
                  <a:gd name="T81" fmla="*/ 35 h 58"/>
                  <a:gd name="T82" fmla="*/ 5 w 6"/>
                  <a:gd name="T83" fmla="*/ 37 h 58"/>
                  <a:gd name="T84" fmla="*/ 5 w 6"/>
                  <a:gd name="T85" fmla="*/ 39 h 58"/>
                  <a:gd name="T86" fmla="*/ 6 w 6"/>
                  <a:gd name="T87" fmla="*/ 41 h 58"/>
                  <a:gd name="T88" fmla="*/ 6 w 6"/>
                  <a:gd name="T89" fmla="*/ 44 h 58"/>
                  <a:gd name="T90" fmla="*/ 6 w 6"/>
                  <a:gd name="T91" fmla="*/ 47 h 58"/>
                  <a:gd name="T92" fmla="*/ 6 w 6"/>
                  <a:gd name="T93" fmla="*/ 49 h 58"/>
                  <a:gd name="T94" fmla="*/ 6 w 6"/>
                  <a:gd name="T95" fmla="*/ 51 h 58"/>
                  <a:gd name="T96" fmla="*/ 6 w 6"/>
                  <a:gd name="T97" fmla="*/ 54 h 58"/>
                  <a:gd name="T98" fmla="*/ 6 w 6"/>
                  <a:gd name="T99" fmla="*/ 56 h 58"/>
                  <a:gd name="T100" fmla="*/ 6 w 6"/>
                  <a:gd name="T101" fmla="*/ 57 h 58"/>
                  <a:gd name="T102" fmla="*/ 6 w 6"/>
                  <a:gd name="T103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8"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8"/>
                    </a:lnTo>
                    <a:lnTo>
                      <a:pt x="1" y="9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2" y="12"/>
                    </a:lnTo>
                    <a:lnTo>
                      <a:pt x="2" y="14"/>
                    </a:lnTo>
                    <a:lnTo>
                      <a:pt x="2" y="15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2" y="16"/>
                    </a:lnTo>
                    <a:lnTo>
                      <a:pt x="3" y="16"/>
                    </a:lnTo>
                    <a:lnTo>
                      <a:pt x="3" y="15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3" y="15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3" y="15"/>
                    </a:lnTo>
                    <a:lnTo>
                      <a:pt x="3" y="16"/>
                    </a:lnTo>
                    <a:lnTo>
                      <a:pt x="4" y="17"/>
                    </a:lnTo>
                    <a:lnTo>
                      <a:pt x="4" y="19"/>
                    </a:lnTo>
                    <a:lnTo>
                      <a:pt x="4" y="20"/>
                    </a:lnTo>
                    <a:lnTo>
                      <a:pt x="4" y="22"/>
                    </a:lnTo>
                    <a:lnTo>
                      <a:pt x="4" y="23"/>
                    </a:lnTo>
                    <a:lnTo>
                      <a:pt x="4" y="25"/>
                    </a:lnTo>
                    <a:lnTo>
                      <a:pt x="4" y="26"/>
                    </a:lnTo>
                    <a:lnTo>
                      <a:pt x="4" y="28"/>
                    </a:lnTo>
                    <a:lnTo>
                      <a:pt x="4" y="29"/>
                    </a:lnTo>
                    <a:lnTo>
                      <a:pt x="5" y="31"/>
                    </a:lnTo>
                    <a:lnTo>
                      <a:pt x="5" y="32"/>
                    </a:lnTo>
                    <a:lnTo>
                      <a:pt x="5" y="33"/>
                    </a:lnTo>
                    <a:lnTo>
                      <a:pt x="5" y="35"/>
                    </a:lnTo>
                    <a:lnTo>
                      <a:pt x="5" y="37"/>
                    </a:lnTo>
                    <a:lnTo>
                      <a:pt x="5" y="39"/>
                    </a:lnTo>
                    <a:lnTo>
                      <a:pt x="6" y="41"/>
                    </a:lnTo>
                    <a:lnTo>
                      <a:pt x="6" y="44"/>
                    </a:lnTo>
                    <a:lnTo>
                      <a:pt x="6" y="47"/>
                    </a:lnTo>
                    <a:lnTo>
                      <a:pt x="6" y="49"/>
                    </a:lnTo>
                    <a:lnTo>
                      <a:pt x="6" y="51"/>
                    </a:lnTo>
                    <a:lnTo>
                      <a:pt x="6" y="54"/>
                    </a:lnTo>
                    <a:lnTo>
                      <a:pt x="6" y="56"/>
                    </a:lnTo>
                    <a:lnTo>
                      <a:pt x="6" y="57"/>
                    </a:lnTo>
                    <a:lnTo>
                      <a:pt x="6" y="5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28" name="Freeform 788"/>
              <p:cNvSpPr/>
              <p:nvPr/>
            </p:nvSpPr>
            <p:spPr bwMode="auto">
              <a:xfrm>
                <a:off x="914" y="2957"/>
                <a:ext cx="7" cy="47"/>
              </a:xfrm>
              <a:custGeom>
                <a:avLst/>
                <a:gdLst>
                  <a:gd name="T0" fmla="*/ 0 w 7"/>
                  <a:gd name="T1" fmla="*/ 44 h 47"/>
                  <a:gd name="T2" fmla="*/ 0 w 7"/>
                  <a:gd name="T3" fmla="*/ 45 h 47"/>
                  <a:gd name="T4" fmla="*/ 1 w 7"/>
                  <a:gd name="T5" fmla="*/ 46 h 47"/>
                  <a:gd name="T6" fmla="*/ 1 w 7"/>
                  <a:gd name="T7" fmla="*/ 45 h 47"/>
                  <a:gd name="T8" fmla="*/ 1 w 7"/>
                  <a:gd name="T9" fmla="*/ 46 h 47"/>
                  <a:gd name="T10" fmla="*/ 1 w 7"/>
                  <a:gd name="T11" fmla="*/ 47 h 47"/>
                  <a:gd name="T12" fmla="*/ 1 w 7"/>
                  <a:gd name="T13" fmla="*/ 47 h 47"/>
                  <a:gd name="T14" fmla="*/ 1 w 7"/>
                  <a:gd name="T15" fmla="*/ 46 h 47"/>
                  <a:gd name="T16" fmla="*/ 2 w 7"/>
                  <a:gd name="T17" fmla="*/ 46 h 47"/>
                  <a:gd name="T18" fmla="*/ 2 w 7"/>
                  <a:gd name="T19" fmla="*/ 46 h 47"/>
                  <a:gd name="T20" fmla="*/ 2 w 7"/>
                  <a:gd name="T21" fmla="*/ 45 h 47"/>
                  <a:gd name="T22" fmla="*/ 2 w 7"/>
                  <a:gd name="T23" fmla="*/ 45 h 47"/>
                  <a:gd name="T24" fmla="*/ 2 w 7"/>
                  <a:gd name="T25" fmla="*/ 45 h 47"/>
                  <a:gd name="T26" fmla="*/ 2 w 7"/>
                  <a:gd name="T27" fmla="*/ 45 h 47"/>
                  <a:gd name="T28" fmla="*/ 2 w 7"/>
                  <a:gd name="T29" fmla="*/ 44 h 47"/>
                  <a:gd name="T30" fmla="*/ 2 w 7"/>
                  <a:gd name="T31" fmla="*/ 44 h 47"/>
                  <a:gd name="T32" fmla="*/ 2 w 7"/>
                  <a:gd name="T33" fmla="*/ 44 h 47"/>
                  <a:gd name="T34" fmla="*/ 3 w 7"/>
                  <a:gd name="T35" fmla="*/ 43 h 47"/>
                  <a:gd name="T36" fmla="*/ 3 w 7"/>
                  <a:gd name="T37" fmla="*/ 42 h 47"/>
                  <a:gd name="T38" fmla="*/ 3 w 7"/>
                  <a:gd name="T39" fmla="*/ 41 h 47"/>
                  <a:gd name="T40" fmla="*/ 3 w 7"/>
                  <a:gd name="T41" fmla="*/ 41 h 47"/>
                  <a:gd name="T42" fmla="*/ 3 w 7"/>
                  <a:gd name="T43" fmla="*/ 40 h 47"/>
                  <a:gd name="T44" fmla="*/ 3 w 7"/>
                  <a:gd name="T45" fmla="*/ 38 h 47"/>
                  <a:gd name="T46" fmla="*/ 3 w 7"/>
                  <a:gd name="T47" fmla="*/ 37 h 47"/>
                  <a:gd name="T48" fmla="*/ 3 w 7"/>
                  <a:gd name="T49" fmla="*/ 37 h 47"/>
                  <a:gd name="T50" fmla="*/ 3 w 7"/>
                  <a:gd name="T51" fmla="*/ 37 h 47"/>
                  <a:gd name="T52" fmla="*/ 4 w 7"/>
                  <a:gd name="T53" fmla="*/ 37 h 47"/>
                  <a:gd name="T54" fmla="*/ 4 w 7"/>
                  <a:gd name="T55" fmla="*/ 37 h 47"/>
                  <a:gd name="T56" fmla="*/ 4 w 7"/>
                  <a:gd name="T57" fmla="*/ 38 h 47"/>
                  <a:gd name="T58" fmla="*/ 4 w 7"/>
                  <a:gd name="T59" fmla="*/ 38 h 47"/>
                  <a:gd name="T60" fmla="*/ 4 w 7"/>
                  <a:gd name="T61" fmla="*/ 37 h 47"/>
                  <a:gd name="T62" fmla="*/ 4 w 7"/>
                  <a:gd name="T63" fmla="*/ 38 h 47"/>
                  <a:gd name="T64" fmla="*/ 5 w 7"/>
                  <a:gd name="T65" fmla="*/ 38 h 47"/>
                  <a:gd name="T66" fmla="*/ 5 w 7"/>
                  <a:gd name="T67" fmla="*/ 37 h 47"/>
                  <a:gd name="T68" fmla="*/ 5 w 7"/>
                  <a:gd name="T69" fmla="*/ 35 h 47"/>
                  <a:gd name="T70" fmla="*/ 5 w 7"/>
                  <a:gd name="T71" fmla="*/ 34 h 47"/>
                  <a:gd name="T72" fmla="*/ 5 w 7"/>
                  <a:gd name="T73" fmla="*/ 31 h 47"/>
                  <a:gd name="T74" fmla="*/ 5 w 7"/>
                  <a:gd name="T75" fmla="*/ 28 h 47"/>
                  <a:gd name="T76" fmla="*/ 5 w 7"/>
                  <a:gd name="T77" fmla="*/ 26 h 47"/>
                  <a:gd name="T78" fmla="*/ 5 w 7"/>
                  <a:gd name="T79" fmla="*/ 23 h 47"/>
                  <a:gd name="T80" fmla="*/ 5 w 7"/>
                  <a:gd name="T81" fmla="*/ 20 h 47"/>
                  <a:gd name="T82" fmla="*/ 5 w 7"/>
                  <a:gd name="T83" fmla="*/ 17 h 47"/>
                  <a:gd name="T84" fmla="*/ 6 w 7"/>
                  <a:gd name="T85" fmla="*/ 16 h 47"/>
                  <a:gd name="T86" fmla="*/ 6 w 7"/>
                  <a:gd name="T87" fmla="*/ 14 h 47"/>
                  <a:gd name="T88" fmla="*/ 6 w 7"/>
                  <a:gd name="T89" fmla="*/ 12 h 47"/>
                  <a:gd name="T90" fmla="*/ 6 w 7"/>
                  <a:gd name="T91" fmla="*/ 9 h 47"/>
                  <a:gd name="T92" fmla="*/ 6 w 7"/>
                  <a:gd name="T93" fmla="*/ 9 h 47"/>
                  <a:gd name="T94" fmla="*/ 6 w 7"/>
                  <a:gd name="T95" fmla="*/ 8 h 47"/>
                  <a:gd name="T96" fmla="*/ 7 w 7"/>
                  <a:gd name="T97" fmla="*/ 7 h 47"/>
                  <a:gd name="T98" fmla="*/ 7 w 7"/>
                  <a:gd name="T99" fmla="*/ 5 h 47"/>
                  <a:gd name="T100" fmla="*/ 7 w 7"/>
                  <a:gd name="T101" fmla="*/ 2 h 47"/>
                  <a:gd name="T102" fmla="*/ 7 w 7"/>
                  <a:gd name="T103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7">
                    <a:moveTo>
                      <a:pt x="0" y="44"/>
                    </a:moveTo>
                    <a:lnTo>
                      <a:pt x="0" y="45"/>
                    </a:lnTo>
                    <a:lnTo>
                      <a:pt x="1" y="46"/>
                    </a:lnTo>
                    <a:lnTo>
                      <a:pt x="1" y="45"/>
                    </a:lnTo>
                    <a:lnTo>
                      <a:pt x="1" y="46"/>
                    </a:lnTo>
                    <a:lnTo>
                      <a:pt x="1" y="47"/>
                    </a:lnTo>
                    <a:lnTo>
                      <a:pt x="1" y="47"/>
                    </a:lnTo>
                    <a:lnTo>
                      <a:pt x="1" y="46"/>
                    </a:lnTo>
                    <a:lnTo>
                      <a:pt x="2" y="46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5"/>
                    </a:lnTo>
                    <a:lnTo>
                      <a:pt x="2" y="45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2" y="44"/>
                    </a:lnTo>
                    <a:lnTo>
                      <a:pt x="2" y="44"/>
                    </a:lnTo>
                    <a:lnTo>
                      <a:pt x="3" y="43"/>
                    </a:lnTo>
                    <a:lnTo>
                      <a:pt x="3" y="42"/>
                    </a:lnTo>
                    <a:lnTo>
                      <a:pt x="3" y="41"/>
                    </a:lnTo>
                    <a:lnTo>
                      <a:pt x="3" y="41"/>
                    </a:lnTo>
                    <a:lnTo>
                      <a:pt x="3" y="40"/>
                    </a:lnTo>
                    <a:lnTo>
                      <a:pt x="3" y="38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4" y="37"/>
                    </a:lnTo>
                    <a:lnTo>
                      <a:pt x="4" y="37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4" y="37"/>
                    </a:lnTo>
                    <a:lnTo>
                      <a:pt x="4" y="38"/>
                    </a:lnTo>
                    <a:lnTo>
                      <a:pt x="5" y="38"/>
                    </a:lnTo>
                    <a:lnTo>
                      <a:pt x="5" y="37"/>
                    </a:lnTo>
                    <a:lnTo>
                      <a:pt x="5" y="35"/>
                    </a:lnTo>
                    <a:lnTo>
                      <a:pt x="5" y="34"/>
                    </a:lnTo>
                    <a:lnTo>
                      <a:pt x="5" y="31"/>
                    </a:lnTo>
                    <a:lnTo>
                      <a:pt x="5" y="28"/>
                    </a:lnTo>
                    <a:lnTo>
                      <a:pt x="5" y="26"/>
                    </a:lnTo>
                    <a:lnTo>
                      <a:pt x="5" y="23"/>
                    </a:lnTo>
                    <a:lnTo>
                      <a:pt x="5" y="20"/>
                    </a:lnTo>
                    <a:lnTo>
                      <a:pt x="5" y="17"/>
                    </a:lnTo>
                    <a:lnTo>
                      <a:pt x="6" y="16"/>
                    </a:lnTo>
                    <a:lnTo>
                      <a:pt x="6" y="14"/>
                    </a:lnTo>
                    <a:lnTo>
                      <a:pt x="6" y="12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7" y="5"/>
                    </a:lnTo>
                    <a:lnTo>
                      <a:pt x="7" y="2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29" name="Freeform 789"/>
              <p:cNvSpPr/>
              <p:nvPr/>
            </p:nvSpPr>
            <p:spPr bwMode="auto">
              <a:xfrm>
                <a:off x="921" y="2936"/>
                <a:ext cx="6" cy="23"/>
              </a:xfrm>
              <a:custGeom>
                <a:avLst/>
                <a:gdLst>
                  <a:gd name="T0" fmla="*/ 0 w 6"/>
                  <a:gd name="T1" fmla="*/ 23 h 23"/>
                  <a:gd name="T2" fmla="*/ 0 w 6"/>
                  <a:gd name="T3" fmla="*/ 21 h 23"/>
                  <a:gd name="T4" fmla="*/ 0 w 6"/>
                  <a:gd name="T5" fmla="*/ 18 h 23"/>
                  <a:gd name="T6" fmla="*/ 0 w 6"/>
                  <a:gd name="T7" fmla="*/ 16 h 23"/>
                  <a:gd name="T8" fmla="*/ 0 w 6"/>
                  <a:gd name="T9" fmla="*/ 14 h 23"/>
                  <a:gd name="T10" fmla="*/ 0 w 6"/>
                  <a:gd name="T11" fmla="*/ 11 h 23"/>
                  <a:gd name="T12" fmla="*/ 0 w 6"/>
                  <a:gd name="T13" fmla="*/ 9 h 23"/>
                  <a:gd name="T14" fmla="*/ 1 w 6"/>
                  <a:gd name="T15" fmla="*/ 7 h 23"/>
                  <a:gd name="T16" fmla="*/ 1 w 6"/>
                  <a:gd name="T17" fmla="*/ 6 h 23"/>
                  <a:gd name="T18" fmla="*/ 1 w 6"/>
                  <a:gd name="T19" fmla="*/ 4 h 23"/>
                  <a:gd name="T20" fmla="*/ 1 w 6"/>
                  <a:gd name="T21" fmla="*/ 3 h 23"/>
                  <a:gd name="T22" fmla="*/ 1 w 6"/>
                  <a:gd name="T23" fmla="*/ 2 h 23"/>
                  <a:gd name="T24" fmla="*/ 1 w 6"/>
                  <a:gd name="T25" fmla="*/ 2 h 23"/>
                  <a:gd name="T26" fmla="*/ 1 w 6"/>
                  <a:gd name="T27" fmla="*/ 2 h 23"/>
                  <a:gd name="T28" fmla="*/ 1 w 6"/>
                  <a:gd name="T29" fmla="*/ 2 h 23"/>
                  <a:gd name="T30" fmla="*/ 1 w 6"/>
                  <a:gd name="T31" fmla="*/ 2 h 23"/>
                  <a:gd name="T32" fmla="*/ 2 w 6"/>
                  <a:gd name="T33" fmla="*/ 2 h 23"/>
                  <a:gd name="T34" fmla="*/ 2 w 6"/>
                  <a:gd name="T35" fmla="*/ 2 h 23"/>
                  <a:gd name="T36" fmla="*/ 2 w 6"/>
                  <a:gd name="T37" fmla="*/ 2 h 23"/>
                  <a:gd name="T38" fmla="*/ 2 w 6"/>
                  <a:gd name="T39" fmla="*/ 1 h 23"/>
                  <a:gd name="T40" fmla="*/ 2 w 6"/>
                  <a:gd name="T41" fmla="*/ 1 h 23"/>
                  <a:gd name="T42" fmla="*/ 2 w 6"/>
                  <a:gd name="T43" fmla="*/ 0 h 23"/>
                  <a:gd name="T44" fmla="*/ 3 w 6"/>
                  <a:gd name="T45" fmla="*/ 1 h 23"/>
                  <a:gd name="T46" fmla="*/ 3 w 6"/>
                  <a:gd name="T47" fmla="*/ 2 h 23"/>
                  <a:gd name="T48" fmla="*/ 3 w 6"/>
                  <a:gd name="T49" fmla="*/ 3 h 23"/>
                  <a:gd name="T50" fmla="*/ 3 w 6"/>
                  <a:gd name="T51" fmla="*/ 2 h 23"/>
                  <a:gd name="T52" fmla="*/ 3 w 6"/>
                  <a:gd name="T53" fmla="*/ 2 h 23"/>
                  <a:gd name="T54" fmla="*/ 3 w 6"/>
                  <a:gd name="T55" fmla="*/ 4 h 23"/>
                  <a:gd name="T56" fmla="*/ 3 w 6"/>
                  <a:gd name="T57" fmla="*/ 7 h 23"/>
                  <a:gd name="T58" fmla="*/ 3 w 6"/>
                  <a:gd name="T59" fmla="*/ 9 h 23"/>
                  <a:gd name="T60" fmla="*/ 3 w 6"/>
                  <a:gd name="T61" fmla="*/ 10 h 23"/>
                  <a:gd name="T62" fmla="*/ 4 w 6"/>
                  <a:gd name="T63" fmla="*/ 10 h 23"/>
                  <a:gd name="T64" fmla="*/ 4 w 6"/>
                  <a:gd name="T65" fmla="*/ 10 h 23"/>
                  <a:gd name="T66" fmla="*/ 4 w 6"/>
                  <a:gd name="T67" fmla="*/ 11 h 23"/>
                  <a:gd name="T68" fmla="*/ 4 w 6"/>
                  <a:gd name="T69" fmla="*/ 11 h 23"/>
                  <a:gd name="T70" fmla="*/ 4 w 6"/>
                  <a:gd name="T71" fmla="*/ 10 h 23"/>
                  <a:gd name="T72" fmla="*/ 4 w 6"/>
                  <a:gd name="T73" fmla="*/ 9 h 23"/>
                  <a:gd name="T74" fmla="*/ 5 w 6"/>
                  <a:gd name="T75" fmla="*/ 9 h 23"/>
                  <a:gd name="T76" fmla="*/ 5 w 6"/>
                  <a:gd name="T77" fmla="*/ 10 h 23"/>
                  <a:gd name="T78" fmla="*/ 5 w 6"/>
                  <a:gd name="T79" fmla="*/ 10 h 23"/>
                  <a:gd name="T80" fmla="*/ 5 w 6"/>
                  <a:gd name="T81" fmla="*/ 8 h 23"/>
                  <a:gd name="T82" fmla="*/ 5 w 6"/>
                  <a:gd name="T83" fmla="*/ 8 h 23"/>
                  <a:gd name="T84" fmla="*/ 5 w 6"/>
                  <a:gd name="T85" fmla="*/ 9 h 23"/>
                  <a:gd name="T86" fmla="*/ 5 w 6"/>
                  <a:gd name="T87" fmla="*/ 10 h 23"/>
                  <a:gd name="T88" fmla="*/ 5 w 6"/>
                  <a:gd name="T89" fmla="*/ 11 h 23"/>
                  <a:gd name="T90" fmla="*/ 5 w 6"/>
                  <a:gd name="T91" fmla="*/ 11 h 23"/>
                  <a:gd name="T92" fmla="*/ 6 w 6"/>
                  <a:gd name="T93" fmla="*/ 12 h 23"/>
                  <a:gd name="T94" fmla="*/ 6 w 6"/>
                  <a:gd name="T95" fmla="*/ 15 h 23"/>
                  <a:gd name="T96" fmla="*/ 6 w 6"/>
                  <a:gd name="T97" fmla="*/ 17 h 23"/>
                  <a:gd name="T98" fmla="*/ 6 w 6"/>
                  <a:gd name="T99" fmla="*/ 18 h 23"/>
                  <a:gd name="T100" fmla="*/ 6 w 6"/>
                  <a:gd name="T101" fmla="*/ 18 h 23"/>
                  <a:gd name="T102" fmla="*/ 6 w 6"/>
                  <a:gd name="T103" fmla="*/ 1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23">
                    <a:moveTo>
                      <a:pt x="0" y="23"/>
                    </a:moveTo>
                    <a:lnTo>
                      <a:pt x="0" y="21"/>
                    </a:lnTo>
                    <a:lnTo>
                      <a:pt x="0" y="18"/>
                    </a:lnTo>
                    <a:lnTo>
                      <a:pt x="0" y="16"/>
                    </a:lnTo>
                    <a:lnTo>
                      <a:pt x="0" y="14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1" y="7"/>
                    </a:lnTo>
                    <a:lnTo>
                      <a:pt x="1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4"/>
                    </a:lnTo>
                    <a:lnTo>
                      <a:pt x="3" y="7"/>
                    </a:lnTo>
                    <a:lnTo>
                      <a:pt x="3" y="9"/>
                    </a:lnTo>
                    <a:lnTo>
                      <a:pt x="3" y="10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4" y="11"/>
                    </a:lnTo>
                    <a:lnTo>
                      <a:pt x="4" y="11"/>
                    </a:lnTo>
                    <a:lnTo>
                      <a:pt x="4" y="10"/>
                    </a:lnTo>
                    <a:lnTo>
                      <a:pt x="4" y="9"/>
                    </a:lnTo>
                    <a:lnTo>
                      <a:pt x="5" y="9"/>
                    </a:lnTo>
                    <a:lnTo>
                      <a:pt x="5" y="10"/>
                    </a:lnTo>
                    <a:lnTo>
                      <a:pt x="5" y="10"/>
                    </a:lnTo>
                    <a:lnTo>
                      <a:pt x="5" y="8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5" y="10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6" y="12"/>
                    </a:lnTo>
                    <a:lnTo>
                      <a:pt x="6" y="15"/>
                    </a:lnTo>
                    <a:lnTo>
                      <a:pt x="6" y="17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6" y="1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30" name="Freeform 790"/>
              <p:cNvSpPr/>
              <p:nvPr/>
            </p:nvSpPr>
            <p:spPr bwMode="auto">
              <a:xfrm>
                <a:off x="927" y="2954"/>
                <a:ext cx="7" cy="41"/>
              </a:xfrm>
              <a:custGeom>
                <a:avLst/>
                <a:gdLst>
                  <a:gd name="T0" fmla="*/ 0 w 7"/>
                  <a:gd name="T1" fmla="*/ 0 h 41"/>
                  <a:gd name="T2" fmla="*/ 0 w 7"/>
                  <a:gd name="T3" fmla="*/ 1 h 41"/>
                  <a:gd name="T4" fmla="*/ 0 w 7"/>
                  <a:gd name="T5" fmla="*/ 3 h 41"/>
                  <a:gd name="T6" fmla="*/ 0 w 7"/>
                  <a:gd name="T7" fmla="*/ 4 h 41"/>
                  <a:gd name="T8" fmla="*/ 0 w 7"/>
                  <a:gd name="T9" fmla="*/ 4 h 41"/>
                  <a:gd name="T10" fmla="*/ 1 w 7"/>
                  <a:gd name="T11" fmla="*/ 5 h 41"/>
                  <a:gd name="T12" fmla="*/ 1 w 7"/>
                  <a:gd name="T13" fmla="*/ 7 h 41"/>
                  <a:gd name="T14" fmla="*/ 1 w 7"/>
                  <a:gd name="T15" fmla="*/ 8 h 41"/>
                  <a:gd name="T16" fmla="*/ 1 w 7"/>
                  <a:gd name="T17" fmla="*/ 10 h 41"/>
                  <a:gd name="T18" fmla="*/ 1 w 7"/>
                  <a:gd name="T19" fmla="*/ 12 h 41"/>
                  <a:gd name="T20" fmla="*/ 1 w 7"/>
                  <a:gd name="T21" fmla="*/ 13 h 41"/>
                  <a:gd name="T22" fmla="*/ 1 w 7"/>
                  <a:gd name="T23" fmla="*/ 14 h 41"/>
                  <a:gd name="T24" fmla="*/ 2 w 7"/>
                  <a:gd name="T25" fmla="*/ 16 h 41"/>
                  <a:gd name="T26" fmla="*/ 2 w 7"/>
                  <a:gd name="T27" fmla="*/ 19 h 41"/>
                  <a:gd name="T28" fmla="*/ 2 w 7"/>
                  <a:gd name="T29" fmla="*/ 22 h 41"/>
                  <a:gd name="T30" fmla="*/ 2 w 7"/>
                  <a:gd name="T31" fmla="*/ 24 h 41"/>
                  <a:gd name="T32" fmla="*/ 2 w 7"/>
                  <a:gd name="T33" fmla="*/ 25 h 41"/>
                  <a:gd name="T34" fmla="*/ 2 w 7"/>
                  <a:gd name="T35" fmla="*/ 27 h 41"/>
                  <a:gd name="T36" fmla="*/ 2 w 7"/>
                  <a:gd name="T37" fmla="*/ 28 h 41"/>
                  <a:gd name="T38" fmla="*/ 2 w 7"/>
                  <a:gd name="T39" fmla="*/ 29 h 41"/>
                  <a:gd name="T40" fmla="*/ 2 w 7"/>
                  <a:gd name="T41" fmla="*/ 31 h 41"/>
                  <a:gd name="T42" fmla="*/ 3 w 7"/>
                  <a:gd name="T43" fmla="*/ 32 h 41"/>
                  <a:gd name="T44" fmla="*/ 3 w 7"/>
                  <a:gd name="T45" fmla="*/ 32 h 41"/>
                  <a:gd name="T46" fmla="*/ 3 w 7"/>
                  <a:gd name="T47" fmla="*/ 33 h 41"/>
                  <a:gd name="T48" fmla="*/ 3 w 7"/>
                  <a:gd name="T49" fmla="*/ 34 h 41"/>
                  <a:gd name="T50" fmla="*/ 3 w 7"/>
                  <a:gd name="T51" fmla="*/ 35 h 41"/>
                  <a:gd name="T52" fmla="*/ 3 w 7"/>
                  <a:gd name="T53" fmla="*/ 35 h 41"/>
                  <a:gd name="T54" fmla="*/ 4 w 7"/>
                  <a:gd name="T55" fmla="*/ 37 h 41"/>
                  <a:gd name="T56" fmla="*/ 4 w 7"/>
                  <a:gd name="T57" fmla="*/ 38 h 41"/>
                  <a:gd name="T58" fmla="*/ 4 w 7"/>
                  <a:gd name="T59" fmla="*/ 38 h 41"/>
                  <a:gd name="T60" fmla="*/ 4 w 7"/>
                  <a:gd name="T61" fmla="*/ 37 h 41"/>
                  <a:gd name="T62" fmla="*/ 4 w 7"/>
                  <a:gd name="T63" fmla="*/ 38 h 41"/>
                  <a:gd name="T64" fmla="*/ 4 w 7"/>
                  <a:gd name="T65" fmla="*/ 38 h 41"/>
                  <a:gd name="T66" fmla="*/ 4 w 7"/>
                  <a:gd name="T67" fmla="*/ 39 h 41"/>
                  <a:gd name="T68" fmla="*/ 4 w 7"/>
                  <a:gd name="T69" fmla="*/ 39 h 41"/>
                  <a:gd name="T70" fmla="*/ 4 w 7"/>
                  <a:gd name="T71" fmla="*/ 39 h 41"/>
                  <a:gd name="T72" fmla="*/ 5 w 7"/>
                  <a:gd name="T73" fmla="*/ 38 h 41"/>
                  <a:gd name="T74" fmla="*/ 5 w 7"/>
                  <a:gd name="T75" fmla="*/ 39 h 41"/>
                  <a:gd name="T76" fmla="*/ 5 w 7"/>
                  <a:gd name="T77" fmla="*/ 39 h 41"/>
                  <a:gd name="T78" fmla="*/ 5 w 7"/>
                  <a:gd name="T79" fmla="*/ 39 h 41"/>
                  <a:gd name="T80" fmla="*/ 5 w 7"/>
                  <a:gd name="T81" fmla="*/ 39 h 41"/>
                  <a:gd name="T82" fmla="*/ 5 w 7"/>
                  <a:gd name="T83" fmla="*/ 39 h 41"/>
                  <a:gd name="T84" fmla="*/ 5 w 7"/>
                  <a:gd name="T85" fmla="*/ 39 h 41"/>
                  <a:gd name="T86" fmla="*/ 5 w 7"/>
                  <a:gd name="T87" fmla="*/ 39 h 41"/>
                  <a:gd name="T88" fmla="*/ 5 w 7"/>
                  <a:gd name="T89" fmla="*/ 40 h 41"/>
                  <a:gd name="T90" fmla="*/ 6 w 7"/>
                  <a:gd name="T91" fmla="*/ 40 h 41"/>
                  <a:gd name="T92" fmla="*/ 6 w 7"/>
                  <a:gd name="T93" fmla="*/ 40 h 41"/>
                  <a:gd name="T94" fmla="*/ 6 w 7"/>
                  <a:gd name="T95" fmla="*/ 40 h 41"/>
                  <a:gd name="T96" fmla="*/ 6 w 7"/>
                  <a:gd name="T97" fmla="*/ 41 h 41"/>
                  <a:gd name="T98" fmla="*/ 6 w 7"/>
                  <a:gd name="T99" fmla="*/ 41 h 41"/>
                  <a:gd name="T100" fmla="*/ 6 w 7"/>
                  <a:gd name="T101" fmla="*/ 41 h 41"/>
                  <a:gd name="T102" fmla="*/ 7 w 7"/>
                  <a:gd name="T103" fmla="*/ 39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1">
                    <a:moveTo>
                      <a:pt x="0" y="0"/>
                    </a:moveTo>
                    <a:lnTo>
                      <a:pt x="0" y="1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8"/>
                    </a:lnTo>
                    <a:lnTo>
                      <a:pt x="1" y="10"/>
                    </a:lnTo>
                    <a:lnTo>
                      <a:pt x="1" y="12"/>
                    </a:lnTo>
                    <a:lnTo>
                      <a:pt x="1" y="13"/>
                    </a:lnTo>
                    <a:lnTo>
                      <a:pt x="1" y="14"/>
                    </a:lnTo>
                    <a:lnTo>
                      <a:pt x="2" y="16"/>
                    </a:lnTo>
                    <a:lnTo>
                      <a:pt x="2" y="19"/>
                    </a:lnTo>
                    <a:lnTo>
                      <a:pt x="2" y="22"/>
                    </a:lnTo>
                    <a:lnTo>
                      <a:pt x="2" y="24"/>
                    </a:lnTo>
                    <a:lnTo>
                      <a:pt x="2" y="25"/>
                    </a:lnTo>
                    <a:lnTo>
                      <a:pt x="2" y="27"/>
                    </a:lnTo>
                    <a:lnTo>
                      <a:pt x="2" y="28"/>
                    </a:lnTo>
                    <a:lnTo>
                      <a:pt x="2" y="29"/>
                    </a:lnTo>
                    <a:lnTo>
                      <a:pt x="2" y="31"/>
                    </a:lnTo>
                    <a:lnTo>
                      <a:pt x="3" y="32"/>
                    </a:lnTo>
                    <a:lnTo>
                      <a:pt x="3" y="32"/>
                    </a:lnTo>
                    <a:lnTo>
                      <a:pt x="3" y="33"/>
                    </a:lnTo>
                    <a:lnTo>
                      <a:pt x="3" y="34"/>
                    </a:lnTo>
                    <a:lnTo>
                      <a:pt x="3" y="35"/>
                    </a:lnTo>
                    <a:lnTo>
                      <a:pt x="3" y="35"/>
                    </a:lnTo>
                    <a:lnTo>
                      <a:pt x="4" y="37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4" y="37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4" y="39"/>
                    </a:lnTo>
                    <a:lnTo>
                      <a:pt x="4" y="39"/>
                    </a:lnTo>
                    <a:lnTo>
                      <a:pt x="4" y="39"/>
                    </a:lnTo>
                    <a:lnTo>
                      <a:pt x="5" y="38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40"/>
                    </a:lnTo>
                    <a:lnTo>
                      <a:pt x="6" y="40"/>
                    </a:lnTo>
                    <a:lnTo>
                      <a:pt x="6" y="40"/>
                    </a:lnTo>
                    <a:lnTo>
                      <a:pt x="6" y="40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3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31" name="Freeform 791"/>
              <p:cNvSpPr/>
              <p:nvPr/>
            </p:nvSpPr>
            <p:spPr bwMode="auto">
              <a:xfrm>
                <a:off x="933" y="2951"/>
                <a:ext cx="7" cy="44"/>
              </a:xfrm>
              <a:custGeom>
                <a:avLst/>
                <a:gdLst>
                  <a:gd name="T0" fmla="*/ 0 w 7"/>
                  <a:gd name="T1" fmla="*/ 44 h 44"/>
                  <a:gd name="T2" fmla="*/ 1 w 7"/>
                  <a:gd name="T3" fmla="*/ 42 h 44"/>
                  <a:gd name="T4" fmla="*/ 1 w 7"/>
                  <a:gd name="T5" fmla="*/ 41 h 44"/>
                  <a:gd name="T6" fmla="*/ 1 w 7"/>
                  <a:gd name="T7" fmla="*/ 40 h 44"/>
                  <a:gd name="T8" fmla="*/ 1 w 7"/>
                  <a:gd name="T9" fmla="*/ 39 h 44"/>
                  <a:gd name="T10" fmla="*/ 1 w 7"/>
                  <a:gd name="T11" fmla="*/ 38 h 44"/>
                  <a:gd name="T12" fmla="*/ 1 w 7"/>
                  <a:gd name="T13" fmla="*/ 37 h 44"/>
                  <a:gd name="T14" fmla="*/ 1 w 7"/>
                  <a:gd name="T15" fmla="*/ 35 h 44"/>
                  <a:gd name="T16" fmla="*/ 1 w 7"/>
                  <a:gd name="T17" fmla="*/ 34 h 44"/>
                  <a:gd name="T18" fmla="*/ 1 w 7"/>
                  <a:gd name="T19" fmla="*/ 33 h 44"/>
                  <a:gd name="T20" fmla="*/ 2 w 7"/>
                  <a:gd name="T21" fmla="*/ 32 h 44"/>
                  <a:gd name="T22" fmla="*/ 2 w 7"/>
                  <a:gd name="T23" fmla="*/ 32 h 44"/>
                  <a:gd name="T24" fmla="*/ 2 w 7"/>
                  <a:gd name="T25" fmla="*/ 30 h 44"/>
                  <a:gd name="T26" fmla="*/ 2 w 7"/>
                  <a:gd name="T27" fmla="*/ 29 h 44"/>
                  <a:gd name="T28" fmla="*/ 2 w 7"/>
                  <a:gd name="T29" fmla="*/ 28 h 44"/>
                  <a:gd name="T30" fmla="*/ 2 w 7"/>
                  <a:gd name="T31" fmla="*/ 27 h 44"/>
                  <a:gd name="T32" fmla="*/ 3 w 7"/>
                  <a:gd name="T33" fmla="*/ 25 h 44"/>
                  <a:gd name="T34" fmla="*/ 3 w 7"/>
                  <a:gd name="T35" fmla="*/ 24 h 44"/>
                  <a:gd name="T36" fmla="*/ 3 w 7"/>
                  <a:gd name="T37" fmla="*/ 24 h 44"/>
                  <a:gd name="T38" fmla="*/ 3 w 7"/>
                  <a:gd name="T39" fmla="*/ 22 h 44"/>
                  <a:gd name="T40" fmla="*/ 3 w 7"/>
                  <a:gd name="T41" fmla="*/ 20 h 44"/>
                  <a:gd name="T42" fmla="*/ 3 w 7"/>
                  <a:gd name="T43" fmla="*/ 18 h 44"/>
                  <a:gd name="T44" fmla="*/ 3 w 7"/>
                  <a:gd name="T45" fmla="*/ 16 h 44"/>
                  <a:gd name="T46" fmla="*/ 3 w 7"/>
                  <a:gd name="T47" fmla="*/ 14 h 44"/>
                  <a:gd name="T48" fmla="*/ 3 w 7"/>
                  <a:gd name="T49" fmla="*/ 13 h 44"/>
                  <a:gd name="T50" fmla="*/ 3 w 7"/>
                  <a:gd name="T51" fmla="*/ 12 h 44"/>
                  <a:gd name="T52" fmla="*/ 4 w 7"/>
                  <a:gd name="T53" fmla="*/ 10 h 44"/>
                  <a:gd name="T54" fmla="*/ 4 w 7"/>
                  <a:gd name="T55" fmla="*/ 8 h 44"/>
                  <a:gd name="T56" fmla="*/ 4 w 7"/>
                  <a:gd name="T57" fmla="*/ 7 h 44"/>
                  <a:gd name="T58" fmla="*/ 4 w 7"/>
                  <a:gd name="T59" fmla="*/ 6 h 44"/>
                  <a:gd name="T60" fmla="*/ 4 w 7"/>
                  <a:gd name="T61" fmla="*/ 5 h 44"/>
                  <a:gd name="T62" fmla="*/ 4 w 7"/>
                  <a:gd name="T63" fmla="*/ 4 h 44"/>
                  <a:gd name="T64" fmla="*/ 4 w 7"/>
                  <a:gd name="T65" fmla="*/ 4 h 44"/>
                  <a:gd name="T66" fmla="*/ 4 w 7"/>
                  <a:gd name="T67" fmla="*/ 3 h 44"/>
                  <a:gd name="T68" fmla="*/ 4 w 7"/>
                  <a:gd name="T69" fmla="*/ 2 h 44"/>
                  <a:gd name="T70" fmla="*/ 5 w 7"/>
                  <a:gd name="T71" fmla="*/ 0 h 44"/>
                  <a:gd name="T72" fmla="*/ 5 w 7"/>
                  <a:gd name="T73" fmla="*/ 0 h 44"/>
                  <a:gd name="T74" fmla="*/ 5 w 7"/>
                  <a:gd name="T75" fmla="*/ 0 h 44"/>
                  <a:gd name="T76" fmla="*/ 5 w 7"/>
                  <a:gd name="T77" fmla="*/ 0 h 44"/>
                  <a:gd name="T78" fmla="*/ 5 w 7"/>
                  <a:gd name="T79" fmla="*/ 0 h 44"/>
                  <a:gd name="T80" fmla="*/ 5 w 7"/>
                  <a:gd name="T81" fmla="*/ 1 h 44"/>
                  <a:gd name="T82" fmla="*/ 6 w 7"/>
                  <a:gd name="T83" fmla="*/ 3 h 44"/>
                  <a:gd name="T84" fmla="*/ 6 w 7"/>
                  <a:gd name="T85" fmla="*/ 3 h 44"/>
                  <a:gd name="T86" fmla="*/ 6 w 7"/>
                  <a:gd name="T87" fmla="*/ 4 h 44"/>
                  <a:gd name="T88" fmla="*/ 6 w 7"/>
                  <a:gd name="T89" fmla="*/ 5 h 44"/>
                  <a:gd name="T90" fmla="*/ 6 w 7"/>
                  <a:gd name="T91" fmla="*/ 8 h 44"/>
                  <a:gd name="T92" fmla="*/ 6 w 7"/>
                  <a:gd name="T93" fmla="*/ 10 h 44"/>
                  <a:gd name="T94" fmla="*/ 6 w 7"/>
                  <a:gd name="T95" fmla="*/ 11 h 44"/>
                  <a:gd name="T96" fmla="*/ 6 w 7"/>
                  <a:gd name="T97" fmla="*/ 12 h 44"/>
                  <a:gd name="T98" fmla="*/ 6 w 7"/>
                  <a:gd name="T99" fmla="*/ 12 h 44"/>
                  <a:gd name="T100" fmla="*/ 7 w 7"/>
                  <a:gd name="T101" fmla="*/ 12 h 44"/>
                  <a:gd name="T102" fmla="*/ 7 w 7"/>
                  <a:gd name="T103" fmla="*/ 1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4">
                    <a:moveTo>
                      <a:pt x="0" y="44"/>
                    </a:moveTo>
                    <a:lnTo>
                      <a:pt x="1" y="42"/>
                    </a:lnTo>
                    <a:lnTo>
                      <a:pt x="1" y="41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8"/>
                    </a:lnTo>
                    <a:lnTo>
                      <a:pt x="1" y="37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2" y="32"/>
                    </a:lnTo>
                    <a:lnTo>
                      <a:pt x="2" y="32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3" y="22"/>
                    </a:lnTo>
                    <a:lnTo>
                      <a:pt x="3" y="20"/>
                    </a:lnTo>
                    <a:lnTo>
                      <a:pt x="3" y="18"/>
                    </a:lnTo>
                    <a:lnTo>
                      <a:pt x="3" y="16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3" y="12"/>
                    </a:lnTo>
                    <a:lnTo>
                      <a:pt x="4" y="10"/>
                    </a:lnTo>
                    <a:lnTo>
                      <a:pt x="4" y="8"/>
                    </a:lnTo>
                    <a:lnTo>
                      <a:pt x="4" y="7"/>
                    </a:lnTo>
                    <a:lnTo>
                      <a:pt x="4" y="6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4" y="2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6" y="8"/>
                    </a:lnTo>
                    <a:lnTo>
                      <a:pt x="6" y="10"/>
                    </a:lnTo>
                    <a:lnTo>
                      <a:pt x="6" y="11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7" y="12"/>
                    </a:lnTo>
                    <a:lnTo>
                      <a:pt x="7" y="1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32" name="Freeform 792"/>
              <p:cNvSpPr/>
              <p:nvPr/>
            </p:nvSpPr>
            <p:spPr bwMode="auto">
              <a:xfrm>
                <a:off x="940" y="2963"/>
                <a:ext cx="6" cy="44"/>
              </a:xfrm>
              <a:custGeom>
                <a:avLst/>
                <a:gdLst>
                  <a:gd name="T0" fmla="*/ 0 w 6"/>
                  <a:gd name="T1" fmla="*/ 0 h 44"/>
                  <a:gd name="T2" fmla="*/ 0 w 6"/>
                  <a:gd name="T3" fmla="*/ 1 h 44"/>
                  <a:gd name="T4" fmla="*/ 0 w 6"/>
                  <a:gd name="T5" fmla="*/ 1 h 44"/>
                  <a:gd name="T6" fmla="*/ 0 w 6"/>
                  <a:gd name="T7" fmla="*/ 1 h 44"/>
                  <a:gd name="T8" fmla="*/ 0 w 6"/>
                  <a:gd name="T9" fmla="*/ 1 h 44"/>
                  <a:gd name="T10" fmla="*/ 0 w 6"/>
                  <a:gd name="T11" fmla="*/ 1 h 44"/>
                  <a:gd name="T12" fmla="*/ 1 w 6"/>
                  <a:gd name="T13" fmla="*/ 1 h 44"/>
                  <a:gd name="T14" fmla="*/ 1 w 6"/>
                  <a:gd name="T15" fmla="*/ 1 h 44"/>
                  <a:gd name="T16" fmla="*/ 1 w 6"/>
                  <a:gd name="T17" fmla="*/ 1 h 44"/>
                  <a:gd name="T18" fmla="*/ 1 w 6"/>
                  <a:gd name="T19" fmla="*/ 1 h 44"/>
                  <a:gd name="T20" fmla="*/ 1 w 6"/>
                  <a:gd name="T21" fmla="*/ 2 h 44"/>
                  <a:gd name="T22" fmla="*/ 1 w 6"/>
                  <a:gd name="T23" fmla="*/ 1 h 44"/>
                  <a:gd name="T24" fmla="*/ 1 w 6"/>
                  <a:gd name="T25" fmla="*/ 2 h 44"/>
                  <a:gd name="T26" fmla="*/ 1 w 6"/>
                  <a:gd name="T27" fmla="*/ 2 h 44"/>
                  <a:gd name="T28" fmla="*/ 1 w 6"/>
                  <a:gd name="T29" fmla="*/ 3 h 44"/>
                  <a:gd name="T30" fmla="*/ 2 w 6"/>
                  <a:gd name="T31" fmla="*/ 3 h 44"/>
                  <a:gd name="T32" fmla="*/ 2 w 6"/>
                  <a:gd name="T33" fmla="*/ 5 h 44"/>
                  <a:gd name="T34" fmla="*/ 2 w 6"/>
                  <a:gd name="T35" fmla="*/ 6 h 44"/>
                  <a:gd name="T36" fmla="*/ 2 w 6"/>
                  <a:gd name="T37" fmla="*/ 6 h 44"/>
                  <a:gd name="T38" fmla="*/ 2 w 6"/>
                  <a:gd name="T39" fmla="*/ 6 h 44"/>
                  <a:gd name="T40" fmla="*/ 2 w 6"/>
                  <a:gd name="T41" fmla="*/ 7 h 44"/>
                  <a:gd name="T42" fmla="*/ 2 w 6"/>
                  <a:gd name="T43" fmla="*/ 8 h 44"/>
                  <a:gd name="T44" fmla="*/ 2 w 6"/>
                  <a:gd name="T45" fmla="*/ 8 h 44"/>
                  <a:gd name="T46" fmla="*/ 2 w 6"/>
                  <a:gd name="T47" fmla="*/ 8 h 44"/>
                  <a:gd name="T48" fmla="*/ 3 w 6"/>
                  <a:gd name="T49" fmla="*/ 9 h 44"/>
                  <a:gd name="T50" fmla="*/ 3 w 6"/>
                  <a:gd name="T51" fmla="*/ 10 h 44"/>
                  <a:gd name="T52" fmla="*/ 3 w 6"/>
                  <a:gd name="T53" fmla="*/ 11 h 44"/>
                  <a:gd name="T54" fmla="*/ 3 w 6"/>
                  <a:gd name="T55" fmla="*/ 11 h 44"/>
                  <a:gd name="T56" fmla="*/ 3 w 6"/>
                  <a:gd name="T57" fmla="*/ 13 h 44"/>
                  <a:gd name="T58" fmla="*/ 3 w 6"/>
                  <a:gd name="T59" fmla="*/ 15 h 44"/>
                  <a:gd name="T60" fmla="*/ 4 w 6"/>
                  <a:gd name="T61" fmla="*/ 17 h 44"/>
                  <a:gd name="T62" fmla="*/ 4 w 6"/>
                  <a:gd name="T63" fmla="*/ 20 h 44"/>
                  <a:gd name="T64" fmla="*/ 4 w 6"/>
                  <a:gd name="T65" fmla="*/ 23 h 44"/>
                  <a:gd name="T66" fmla="*/ 4 w 6"/>
                  <a:gd name="T67" fmla="*/ 24 h 44"/>
                  <a:gd name="T68" fmla="*/ 4 w 6"/>
                  <a:gd name="T69" fmla="*/ 26 h 44"/>
                  <a:gd name="T70" fmla="*/ 4 w 6"/>
                  <a:gd name="T71" fmla="*/ 30 h 44"/>
                  <a:gd name="T72" fmla="*/ 4 w 6"/>
                  <a:gd name="T73" fmla="*/ 32 h 44"/>
                  <a:gd name="T74" fmla="*/ 4 w 6"/>
                  <a:gd name="T75" fmla="*/ 33 h 44"/>
                  <a:gd name="T76" fmla="*/ 4 w 6"/>
                  <a:gd name="T77" fmla="*/ 33 h 44"/>
                  <a:gd name="T78" fmla="*/ 5 w 6"/>
                  <a:gd name="T79" fmla="*/ 35 h 44"/>
                  <a:gd name="T80" fmla="*/ 5 w 6"/>
                  <a:gd name="T81" fmla="*/ 38 h 44"/>
                  <a:gd name="T82" fmla="*/ 5 w 6"/>
                  <a:gd name="T83" fmla="*/ 39 h 44"/>
                  <a:gd name="T84" fmla="*/ 5 w 6"/>
                  <a:gd name="T85" fmla="*/ 39 h 44"/>
                  <a:gd name="T86" fmla="*/ 5 w 6"/>
                  <a:gd name="T87" fmla="*/ 40 h 44"/>
                  <a:gd name="T88" fmla="*/ 5 w 6"/>
                  <a:gd name="T89" fmla="*/ 41 h 44"/>
                  <a:gd name="T90" fmla="*/ 5 w 6"/>
                  <a:gd name="T91" fmla="*/ 43 h 44"/>
                  <a:gd name="T92" fmla="*/ 6 w 6"/>
                  <a:gd name="T93" fmla="*/ 44 h 44"/>
                  <a:gd name="T94" fmla="*/ 6 w 6"/>
                  <a:gd name="T95" fmla="*/ 43 h 44"/>
                  <a:gd name="T96" fmla="*/ 6 w 6"/>
                  <a:gd name="T97" fmla="*/ 42 h 44"/>
                  <a:gd name="T98" fmla="*/ 6 w 6"/>
                  <a:gd name="T99" fmla="*/ 42 h 44"/>
                  <a:gd name="T100" fmla="*/ 6 w 6"/>
                  <a:gd name="T101" fmla="*/ 44 h 44"/>
                  <a:gd name="T102" fmla="*/ 6 w 6"/>
                  <a:gd name="T103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4">
                    <a:moveTo>
                      <a:pt x="0" y="0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2" y="3"/>
                    </a:lnTo>
                    <a:lnTo>
                      <a:pt x="2" y="5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3" y="9"/>
                    </a:lnTo>
                    <a:lnTo>
                      <a:pt x="3" y="10"/>
                    </a:lnTo>
                    <a:lnTo>
                      <a:pt x="3" y="11"/>
                    </a:lnTo>
                    <a:lnTo>
                      <a:pt x="3" y="11"/>
                    </a:lnTo>
                    <a:lnTo>
                      <a:pt x="3" y="13"/>
                    </a:lnTo>
                    <a:lnTo>
                      <a:pt x="3" y="15"/>
                    </a:lnTo>
                    <a:lnTo>
                      <a:pt x="4" y="17"/>
                    </a:lnTo>
                    <a:lnTo>
                      <a:pt x="4" y="20"/>
                    </a:lnTo>
                    <a:lnTo>
                      <a:pt x="4" y="23"/>
                    </a:lnTo>
                    <a:lnTo>
                      <a:pt x="4" y="24"/>
                    </a:lnTo>
                    <a:lnTo>
                      <a:pt x="4" y="26"/>
                    </a:lnTo>
                    <a:lnTo>
                      <a:pt x="4" y="30"/>
                    </a:lnTo>
                    <a:lnTo>
                      <a:pt x="4" y="32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5" y="35"/>
                    </a:lnTo>
                    <a:lnTo>
                      <a:pt x="5" y="38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40"/>
                    </a:lnTo>
                    <a:lnTo>
                      <a:pt x="5" y="41"/>
                    </a:lnTo>
                    <a:lnTo>
                      <a:pt x="5" y="43"/>
                    </a:lnTo>
                    <a:lnTo>
                      <a:pt x="6" y="44"/>
                    </a:lnTo>
                    <a:lnTo>
                      <a:pt x="6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4"/>
                    </a:lnTo>
                    <a:lnTo>
                      <a:pt x="6" y="4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33" name="Freeform 793"/>
              <p:cNvSpPr/>
              <p:nvPr/>
            </p:nvSpPr>
            <p:spPr bwMode="auto">
              <a:xfrm>
                <a:off x="946" y="2927"/>
                <a:ext cx="7" cy="80"/>
              </a:xfrm>
              <a:custGeom>
                <a:avLst/>
                <a:gdLst>
                  <a:gd name="T0" fmla="*/ 0 w 7"/>
                  <a:gd name="T1" fmla="*/ 80 h 80"/>
                  <a:gd name="T2" fmla="*/ 0 w 7"/>
                  <a:gd name="T3" fmla="*/ 80 h 80"/>
                  <a:gd name="T4" fmla="*/ 0 w 7"/>
                  <a:gd name="T5" fmla="*/ 77 h 80"/>
                  <a:gd name="T6" fmla="*/ 0 w 7"/>
                  <a:gd name="T7" fmla="*/ 74 h 80"/>
                  <a:gd name="T8" fmla="*/ 0 w 7"/>
                  <a:gd name="T9" fmla="*/ 74 h 80"/>
                  <a:gd name="T10" fmla="*/ 1 w 7"/>
                  <a:gd name="T11" fmla="*/ 75 h 80"/>
                  <a:gd name="T12" fmla="*/ 1 w 7"/>
                  <a:gd name="T13" fmla="*/ 75 h 80"/>
                  <a:gd name="T14" fmla="*/ 1 w 7"/>
                  <a:gd name="T15" fmla="*/ 73 h 80"/>
                  <a:gd name="T16" fmla="*/ 1 w 7"/>
                  <a:gd name="T17" fmla="*/ 72 h 80"/>
                  <a:gd name="T18" fmla="*/ 1 w 7"/>
                  <a:gd name="T19" fmla="*/ 72 h 80"/>
                  <a:gd name="T20" fmla="*/ 1 w 7"/>
                  <a:gd name="T21" fmla="*/ 73 h 80"/>
                  <a:gd name="T22" fmla="*/ 1 w 7"/>
                  <a:gd name="T23" fmla="*/ 73 h 80"/>
                  <a:gd name="T24" fmla="*/ 1 w 7"/>
                  <a:gd name="T25" fmla="*/ 73 h 80"/>
                  <a:gd name="T26" fmla="*/ 1 w 7"/>
                  <a:gd name="T27" fmla="*/ 73 h 80"/>
                  <a:gd name="T28" fmla="*/ 2 w 7"/>
                  <a:gd name="T29" fmla="*/ 73 h 80"/>
                  <a:gd name="T30" fmla="*/ 2 w 7"/>
                  <a:gd name="T31" fmla="*/ 74 h 80"/>
                  <a:gd name="T32" fmla="*/ 2 w 7"/>
                  <a:gd name="T33" fmla="*/ 73 h 80"/>
                  <a:gd name="T34" fmla="*/ 2 w 7"/>
                  <a:gd name="T35" fmla="*/ 72 h 80"/>
                  <a:gd name="T36" fmla="*/ 2 w 7"/>
                  <a:gd name="T37" fmla="*/ 72 h 80"/>
                  <a:gd name="T38" fmla="*/ 2 w 7"/>
                  <a:gd name="T39" fmla="*/ 72 h 80"/>
                  <a:gd name="T40" fmla="*/ 3 w 7"/>
                  <a:gd name="T41" fmla="*/ 71 h 80"/>
                  <a:gd name="T42" fmla="*/ 3 w 7"/>
                  <a:gd name="T43" fmla="*/ 69 h 80"/>
                  <a:gd name="T44" fmla="*/ 3 w 7"/>
                  <a:gd name="T45" fmla="*/ 67 h 80"/>
                  <a:gd name="T46" fmla="*/ 3 w 7"/>
                  <a:gd name="T47" fmla="*/ 66 h 80"/>
                  <a:gd name="T48" fmla="*/ 3 w 7"/>
                  <a:gd name="T49" fmla="*/ 65 h 80"/>
                  <a:gd name="T50" fmla="*/ 3 w 7"/>
                  <a:gd name="T51" fmla="*/ 63 h 80"/>
                  <a:gd name="T52" fmla="*/ 3 w 7"/>
                  <a:gd name="T53" fmla="*/ 61 h 80"/>
                  <a:gd name="T54" fmla="*/ 3 w 7"/>
                  <a:gd name="T55" fmla="*/ 59 h 80"/>
                  <a:gd name="T56" fmla="*/ 3 w 7"/>
                  <a:gd name="T57" fmla="*/ 57 h 80"/>
                  <a:gd name="T58" fmla="*/ 4 w 7"/>
                  <a:gd name="T59" fmla="*/ 56 h 80"/>
                  <a:gd name="T60" fmla="*/ 4 w 7"/>
                  <a:gd name="T61" fmla="*/ 54 h 80"/>
                  <a:gd name="T62" fmla="*/ 4 w 7"/>
                  <a:gd name="T63" fmla="*/ 52 h 80"/>
                  <a:gd name="T64" fmla="*/ 4 w 7"/>
                  <a:gd name="T65" fmla="*/ 50 h 80"/>
                  <a:gd name="T66" fmla="*/ 4 w 7"/>
                  <a:gd name="T67" fmla="*/ 48 h 80"/>
                  <a:gd name="T68" fmla="*/ 4 w 7"/>
                  <a:gd name="T69" fmla="*/ 45 h 80"/>
                  <a:gd name="T70" fmla="*/ 5 w 7"/>
                  <a:gd name="T71" fmla="*/ 42 h 80"/>
                  <a:gd name="T72" fmla="*/ 5 w 7"/>
                  <a:gd name="T73" fmla="*/ 39 h 80"/>
                  <a:gd name="T74" fmla="*/ 5 w 7"/>
                  <a:gd name="T75" fmla="*/ 36 h 80"/>
                  <a:gd name="T76" fmla="*/ 5 w 7"/>
                  <a:gd name="T77" fmla="*/ 33 h 80"/>
                  <a:gd name="T78" fmla="*/ 5 w 7"/>
                  <a:gd name="T79" fmla="*/ 30 h 80"/>
                  <a:gd name="T80" fmla="*/ 5 w 7"/>
                  <a:gd name="T81" fmla="*/ 26 h 80"/>
                  <a:gd name="T82" fmla="*/ 5 w 7"/>
                  <a:gd name="T83" fmla="*/ 22 h 80"/>
                  <a:gd name="T84" fmla="*/ 5 w 7"/>
                  <a:gd name="T85" fmla="*/ 20 h 80"/>
                  <a:gd name="T86" fmla="*/ 5 w 7"/>
                  <a:gd name="T87" fmla="*/ 18 h 80"/>
                  <a:gd name="T88" fmla="*/ 6 w 7"/>
                  <a:gd name="T89" fmla="*/ 15 h 80"/>
                  <a:gd name="T90" fmla="*/ 6 w 7"/>
                  <a:gd name="T91" fmla="*/ 11 h 80"/>
                  <a:gd name="T92" fmla="*/ 6 w 7"/>
                  <a:gd name="T93" fmla="*/ 8 h 80"/>
                  <a:gd name="T94" fmla="*/ 6 w 7"/>
                  <a:gd name="T95" fmla="*/ 7 h 80"/>
                  <a:gd name="T96" fmla="*/ 6 w 7"/>
                  <a:gd name="T97" fmla="*/ 5 h 80"/>
                  <a:gd name="T98" fmla="*/ 6 w 7"/>
                  <a:gd name="T99" fmla="*/ 4 h 80"/>
                  <a:gd name="T100" fmla="*/ 7 w 7"/>
                  <a:gd name="T101" fmla="*/ 1 h 80"/>
                  <a:gd name="T102" fmla="*/ 7 w 7"/>
                  <a:gd name="T10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80">
                    <a:moveTo>
                      <a:pt x="0" y="80"/>
                    </a:moveTo>
                    <a:lnTo>
                      <a:pt x="0" y="80"/>
                    </a:lnTo>
                    <a:lnTo>
                      <a:pt x="0" y="77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1" y="75"/>
                    </a:lnTo>
                    <a:lnTo>
                      <a:pt x="1" y="75"/>
                    </a:lnTo>
                    <a:lnTo>
                      <a:pt x="1" y="73"/>
                    </a:lnTo>
                    <a:lnTo>
                      <a:pt x="1" y="72"/>
                    </a:lnTo>
                    <a:lnTo>
                      <a:pt x="1" y="72"/>
                    </a:lnTo>
                    <a:lnTo>
                      <a:pt x="1" y="73"/>
                    </a:lnTo>
                    <a:lnTo>
                      <a:pt x="1" y="73"/>
                    </a:lnTo>
                    <a:lnTo>
                      <a:pt x="1" y="73"/>
                    </a:lnTo>
                    <a:lnTo>
                      <a:pt x="1" y="73"/>
                    </a:lnTo>
                    <a:lnTo>
                      <a:pt x="2" y="73"/>
                    </a:lnTo>
                    <a:lnTo>
                      <a:pt x="2" y="74"/>
                    </a:lnTo>
                    <a:lnTo>
                      <a:pt x="2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3" y="71"/>
                    </a:lnTo>
                    <a:lnTo>
                      <a:pt x="3" y="69"/>
                    </a:lnTo>
                    <a:lnTo>
                      <a:pt x="3" y="67"/>
                    </a:lnTo>
                    <a:lnTo>
                      <a:pt x="3" y="66"/>
                    </a:lnTo>
                    <a:lnTo>
                      <a:pt x="3" y="65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4" y="56"/>
                    </a:lnTo>
                    <a:lnTo>
                      <a:pt x="4" y="54"/>
                    </a:lnTo>
                    <a:lnTo>
                      <a:pt x="4" y="52"/>
                    </a:lnTo>
                    <a:lnTo>
                      <a:pt x="4" y="50"/>
                    </a:lnTo>
                    <a:lnTo>
                      <a:pt x="4" y="48"/>
                    </a:lnTo>
                    <a:lnTo>
                      <a:pt x="4" y="45"/>
                    </a:lnTo>
                    <a:lnTo>
                      <a:pt x="5" y="42"/>
                    </a:lnTo>
                    <a:lnTo>
                      <a:pt x="5" y="39"/>
                    </a:lnTo>
                    <a:lnTo>
                      <a:pt x="5" y="36"/>
                    </a:lnTo>
                    <a:lnTo>
                      <a:pt x="5" y="33"/>
                    </a:lnTo>
                    <a:lnTo>
                      <a:pt x="5" y="30"/>
                    </a:lnTo>
                    <a:lnTo>
                      <a:pt x="5" y="26"/>
                    </a:lnTo>
                    <a:lnTo>
                      <a:pt x="5" y="22"/>
                    </a:lnTo>
                    <a:lnTo>
                      <a:pt x="5" y="20"/>
                    </a:lnTo>
                    <a:lnTo>
                      <a:pt x="5" y="18"/>
                    </a:lnTo>
                    <a:lnTo>
                      <a:pt x="6" y="15"/>
                    </a:lnTo>
                    <a:lnTo>
                      <a:pt x="6" y="11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6" y="5"/>
                    </a:lnTo>
                    <a:lnTo>
                      <a:pt x="6" y="4"/>
                    </a:lnTo>
                    <a:lnTo>
                      <a:pt x="7" y="1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34" name="Freeform 794"/>
              <p:cNvSpPr/>
              <p:nvPr/>
            </p:nvSpPr>
            <p:spPr bwMode="auto">
              <a:xfrm>
                <a:off x="953" y="2922"/>
                <a:ext cx="6" cy="35"/>
              </a:xfrm>
              <a:custGeom>
                <a:avLst/>
                <a:gdLst>
                  <a:gd name="T0" fmla="*/ 0 w 6"/>
                  <a:gd name="T1" fmla="*/ 6 h 35"/>
                  <a:gd name="T2" fmla="*/ 0 w 6"/>
                  <a:gd name="T3" fmla="*/ 5 h 35"/>
                  <a:gd name="T4" fmla="*/ 0 w 6"/>
                  <a:gd name="T5" fmla="*/ 4 h 35"/>
                  <a:gd name="T6" fmla="*/ 0 w 6"/>
                  <a:gd name="T7" fmla="*/ 3 h 35"/>
                  <a:gd name="T8" fmla="*/ 0 w 6"/>
                  <a:gd name="T9" fmla="*/ 2 h 35"/>
                  <a:gd name="T10" fmla="*/ 0 w 6"/>
                  <a:gd name="T11" fmla="*/ 1 h 35"/>
                  <a:gd name="T12" fmla="*/ 0 w 6"/>
                  <a:gd name="T13" fmla="*/ 0 h 35"/>
                  <a:gd name="T14" fmla="*/ 0 w 6"/>
                  <a:gd name="T15" fmla="*/ 0 h 35"/>
                  <a:gd name="T16" fmla="*/ 0 w 6"/>
                  <a:gd name="T17" fmla="*/ 0 h 35"/>
                  <a:gd name="T18" fmla="*/ 0 w 6"/>
                  <a:gd name="T19" fmla="*/ 0 h 35"/>
                  <a:gd name="T20" fmla="*/ 1 w 6"/>
                  <a:gd name="T21" fmla="*/ 0 h 35"/>
                  <a:gd name="T22" fmla="*/ 1 w 6"/>
                  <a:gd name="T23" fmla="*/ 0 h 35"/>
                  <a:gd name="T24" fmla="*/ 1 w 6"/>
                  <a:gd name="T25" fmla="*/ 0 h 35"/>
                  <a:gd name="T26" fmla="*/ 1 w 6"/>
                  <a:gd name="T27" fmla="*/ 2 h 35"/>
                  <a:gd name="T28" fmla="*/ 1 w 6"/>
                  <a:gd name="T29" fmla="*/ 3 h 35"/>
                  <a:gd name="T30" fmla="*/ 1 w 6"/>
                  <a:gd name="T31" fmla="*/ 4 h 35"/>
                  <a:gd name="T32" fmla="*/ 1 w 6"/>
                  <a:gd name="T33" fmla="*/ 5 h 35"/>
                  <a:gd name="T34" fmla="*/ 1 w 6"/>
                  <a:gd name="T35" fmla="*/ 5 h 35"/>
                  <a:gd name="T36" fmla="*/ 1 w 6"/>
                  <a:gd name="T37" fmla="*/ 5 h 35"/>
                  <a:gd name="T38" fmla="*/ 2 w 6"/>
                  <a:gd name="T39" fmla="*/ 5 h 35"/>
                  <a:gd name="T40" fmla="*/ 2 w 6"/>
                  <a:gd name="T41" fmla="*/ 5 h 35"/>
                  <a:gd name="T42" fmla="*/ 2 w 6"/>
                  <a:gd name="T43" fmla="*/ 5 h 35"/>
                  <a:gd name="T44" fmla="*/ 2 w 6"/>
                  <a:gd name="T45" fmla="*/ 4 h 35"/>
                  <a:gd name="T46" fmla="*/ 2 w 6"/>
                  <a:gd name="T47" fmla="*/ 3 h 35"/>
                  <a:gd name="T48" fmla="*/ 2 w 6"/>
                  <a:gd name="T49" fmla="*/ 2 h 35"/>
                  <a:gd name="T50" fmla="*/ 3 w 6"/>
                  <a:gd name="T51" fmla="*/ 1 h 35"/>
                  <a:gd name="T52" fmla="*/ 3 w 6"/>
                  <a:gd name="T53" fmla="*/ 1 h 35"/>
                  <a:gd name="T54" fmla="*/ 3 w 6"/>
                  <a:gd name="T55" fmla="*/ 2 h 35"/>
                  <a:gd name="T56" fmla="*/ 3 w 6"/>
                  <a:gd name="T57" fmla="*/ 2 h 35"/>
                  <a:gd name="T58" fmla="*/ 3 w 6"/>
                  <a:gd name="T59" fmla="*/ 2 h 35"/>
                  <a:gd name="T60" fmla="*/ 3 w 6"/>
                  <a:gd name="T61" fmla="*/ 3 h 35"/>
                  <a:gd name="T62" fmla="*/ 3 w 6"/>
                  <a:gd name="T63" fmla="*/ 4 h 35"/>
                  <a:gd name="T64" fmla="*/ 3 w 6"/>
                  <a:gd name="T65" fmla="*/ 4 h 35"/>
                  <a:gd name="T66" fmla="*/ 3 w 6"/>
                  <a:gd name="T67" fmla="*/ 5 h 35"/>
                  <a:gd name="T68" fmla="*/ 4 w 6"/>
                  <a:gd name="T69" fmla="*/ 6 h 35"/>
                  <a:gd name="T70" fmla="*/ 4 w 6"/>
                  <a:gd name="T71" fmla="*/ 7 h 35"/>
                  <a:gd name="T72" fmla="*/ 4 w 6"/>
                  <a:gd name="T73" fmla="*/ 8 h 35"/>
                  <a:gd name="T74" fmla="*/ 4 w 6"/>
                  <a:gd name="T75" fmla="*/ 8 h 35"/>
                  <a:gd name="T76" fmla="*/ 4 w 6"/>
                  <a:gd name="T77" fmla="*/ 9 h 35"/>
                  <a:gd name="T78" fmla="*/ 4 w 6"/>
                  <a:gd name="T79" fmla="*/ 10 h 35"/>
                  <a:gd name="T80" fmla="*/ 5 w 6"/>
                  <a:gd name="T81" fmla="*/ 12 h 35"/>
                  <a:gd name="T82" fmla="*/ 5 w 6"/>
                  <a:gd name="T83" fmla="*/ 13 h 35"/>
                  <a:gd name="T84" fmla="*/ 5 w 6"/>
                  <a:gd name="T85" fmla="*/ 14 h 35"/>
                  <a:gd name="T86" fmla="*/ 5 w 6"/>
                  <a:gd name="T87" fmla="*/ 16 h 35"/>
                  <a:gd name="T88" fmla="*/ 5 w 6"/>
                  <a:gd name="T89" fmla="*/ 17 h 35"/>
                  <a:gd name="T90" fmla="*/ 5 w 6"/>
                  <a:gd name="T91" fmla="*/ 19 h 35"/>
                  <a:gd name="T92" fmla="*/ 5 w 6"/>
                  <a:gd name="T93" fmla="*/ 22 h 35"/>
                  <a:gd name="T94" fmla="*/ 5 w 6"/>
                  <a:gd name="T95" fmla="*/ 25 h 35"/>
                  <a:gd name="T96" fmla="*/ 5 w 6"/>
                  <a:gd name="T97" fmla="*/ 27 h 35"/>
                  <a:gd name="T98" fmla="*/ 6 w 6"/>
                  <a:gd name="T99" fmla="*/ 30 h 35"/>
                  <a:gd name="T100" fmla="*/ 6 w 6"/>
                  <a:gd name="T101" fmla="*/ 33 h 35"/>
                  <a:gd name="T102" fmla="*/ 6 w 6"/>
                  <a:gd name="T103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5">
                    <a:moveTo>
                      <a:pt x="0" y="6"/>
                    </a:move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4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3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3" y="5"/>
                    </a:lnTo>
                    <a:lnTo>
                      <a:pt x="4" y="6"/>
                    </a:lnTo>
                    <a:lnTo>
                      <a:pt x="4" y="7"/>
                    </a:lnTo>
                    <a:lnTo>
                      <a:pt x="4" y="8"/>
                    </a:lnTo>
                    <a:lnTo>
                      <a:pt x="4" y="8"/>
                    </a:lnTo>
                    <a:lnTo>
                      <a:pt x="4" y="9"/>
                    </a:lnTo>
                    <a:lnTo>
                      <a:pt x="4" y="10"/>
                    </a:lnTo>
                    <a:lnTo>
                      <a:pt x="5" y="12"/>
                    </a:lnTo>
                    <a:lnTo>
                      <a:pt x="5" y="13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5" y="17"/>
                    </a:lnTo>
                    <a:lnTo>
                      <a:pt x="5" y="19"/>
                    </a:lnTo>
                    <a:lnTo>
                      <a:pt x="5" y="22"/>
                    </a:lnTo>
                    <a:lnTo>
                      <a:pt x="5" y="25"/>
                    </a:lnTo>
                    <a:lnTo>
                      <a:pt x="5" y="27"/>
                    </a:lnTo>
                    <a:lnTo>
                      <a:pt x="6" y="30"/>
                    </a:lnTo>
                    <a:lnTo>
                      <a:pt x="6" y="33"/>
                    </a:lnTo>
                    <a:lnTo>
                      <a:pt x="6" y="3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35" name="Freeform 795"/>
              <p:cNvSpPr/>
              <p:nvPr/>
            </p:nvSpPr>
            <p:spPr bwMode="auto">
              <a:xfrm>
                <a:off x="959" y="2955"/>
                <a:ext cx="6" cy="41"/>
              </a:xfrm>
              <a:custGeom>
                <a:avLst/>
                <a:gdLst>
                  <a:gd name="T0" fmla="*/ 0 w 6"/>
                  <a:gd name="T1" fmla="*/ 0 h 41"/>
                  <a:gd name="T2" fmla="*/ 0 w 6"/>
                  <a:gd name="T3" fmla="*/ 2 h 41"/>
                  <a:gd name="T4" fmla="*/ 0 w 6"/>
                  <a:gd name="T5" fmla="*/ 4 h 41"/>
                  <a:gd name="T6" fmla="*/ 0 w 6"/>
                  <a:gd name="T7" fmla="*/ 7 h 41"/>
                  <a:gd name="T8" fmla="*/ 0 w 6"/>
                  <a:gd name="T9" fmla="*/ 9 h 41"/>
                  <a:gd name="T10" fmla="*/ 0 w 6"/>
                  <a:gd name="T11" fmla="*/ 11 h 41"/>
                  <a:gd name="T12" fmla="*/ 0 w 6"/>
                  <a:gd name="T13" fmla="*/ 14 h 41"/>
                  <a:gd name="T14" fmla="*/ 0 w 6"/>
                  <a:gd name="T15" fmla="*/ 16 h 41"/>
                  <a:gd name="T16" fmla="*/ 1 w 6"/>
                  <a:gd name="T17" fmla="*/ 18 h 41"/>
                  <a:gd name="T18" fmla="*/ 1 w 6"/>
                  <a:gd name="T19" fmla="*/ 20 h 41"/>
                  <a:gd name="T20" fmla="*/ 1 w 6"/>
                  <a:gd name="T21" fmla="*/ 22 h 41"/>
                  <a:gd name="T22" fmla="*/ 1 w 6"/>
                  <a:gd name="T23" fmla="*/ 24 h 41"/>
                  <a:gd name="T24" fmla="*/ 1 w 6"/>
                  <a:gd name="T25" fmla="*/ 25 h 41"/>
                  <a:gd name="T26" fmla="*/ 1 w 6"/>
                  <a:gd name="T27" fmla="*/ 26 h 41"/>
                  <a:gd name="T28" fmla="*/ 2 w 6"/>
                  <a:gd name="T29" fmla="*/ 27 h 41"/>
                  <a:gd name="T30" fmla="*/ 2 w 6"/>
                  <a:gd name="T31" fmla="*/ 28 h 41"/>
                  <a:gd name="T32" fmla="*/ 2 w 6"/>
                  <a:gd name="T33" fmla="*/ 28 h 41"/>
                  <a:gd name="T34" fmla="*/ 2 w 6"/>
                  <a:gd name="T35" fmla="*/ 29 h 41"/>
                  <a:gd name="T36" fmla="*/ 2 w 6"/>
                  <a:gd name="T37" fmla="*/ 30 h 41"/>
                  <a:gd name="T38" fmla="*/ 2 w 6"/>
                  <a:gd name="T39" fmla="*/ 30 h 41"/>
                  <a:gd name="T40" fmla="*/ 2 w 6"/>
                  <a:gd name="T41" fmla="*/ 29 h 41"/>
                  <a:gd name="T42" fmla="*/ 2 w 6"/>
                  <a:gd name="T43" fmla="*/ 29 h 41"/>
                  <a:gd name="T44" fmla="*/ 2 w 6"/>
                  <a:gd name="T45" fmla="*/ 28 h 41"/>
                  <a:gd name="T46" fmla="*/ 2 w 6"/>
                  <a:gd name="T47" fmla="*/ 28 h 41"/>
                  <a:gd name="T48" fmla="*/ 3 w 6"/>
                  <a:gd name="T49" fmla="*/ 28 h 41"/>
                  <a:gd name="T50" fmla="*/ 3 w 6"/>
                  <a:gd name="T51" fmla="*/ 28 h 41"/>
                  <a:gd name="T52" fmla="*/ 3 w 6"/>
                  <a:gd name="T53" fmla="*/ 28 h 41"/>
                  <a:gd name="T54" fmla="*/ 3 w 6"/>
                  <a:gd name="T55" fmla="*/ 27 h 41"/>
                  <a:gd name="T56" fmla="*/ 3 w 6"/>
                  <a:gd name="T57" fmla="*/ 28 h 41"/>
                  <a:gd name="T58" fmla="*/ 3 w 6"/>
                  <a:gd name="T59" fmla="*/ 29 h 41"/>
                  <a:gd name="T60" fmla="*/ 4 w 6"/>
                  <a:gd name="T61" fmla="*/ 30 h 41"/>
                  <a:gd name="T62" fmla="*/ 4 w 6"/>
                  <a:gd name="T63" fmla="*/ 32 h 41"/>
                  <a:gd name="T64" fmla="*/ 4 w 6"/>
                  <a:gd name="T65" fmla="*/ 34 h 41"/>
                  <a:gd name="T66" fmla="*/ 4 w 6"/>
                  <a:gd name="T67" fmla="*/ 36 h 41"/>
                  <a:gd name="T68" fmla="*/ 4 w 6"/>
                  <a:gd name="T69" fmla="*/ 38 h 41"/>
                  <a:gd name="T70" fmla="*/ 4 w 6"/>
                  <a:gd name="T71" fmla="*/ 39 h 41"/>
                  <a:gd name="T72" fmla="*/ 4 w 6"/>
                  <a:gd name="T73" fmla="*/ 40 h 41"/>
                  <a:gd name="T74" fmla="*/ 4 w 6"/>
                  <a:gd name="T75" fmla="*/ 41 h 41"/>
                  <a:gd name="T76" fmla="*/ 4 w 6"/>
                  <a:gd name="T77" fmla="*/ 41 h 41"/>
                  <a:gd name="T78" fmla="*/ 5 w 6"/>
                  <a:gd name="T79" fmla="*/ 41 h 41"/>
                  <a:gd name="T80" fmla="*/ 5 w 6"/>
                  <a:gd name="T81" fmla="*/ 41 h 41"/>
                  <a:gd name="T82" fmla="*/ 5 w 6"/>
                  <a:gd name="T83" fmla="*/ 41 h 41"/>
                  <a:gd name="T84" fmla="*/ 5 w 6"/>
                  <a:gd name="T85" fmla="*/ 40 h 41"/>
                  <a:gd name="T86" fmla="*/ 5 w 6"/>
                  <a:gd name="T87" fmla="*/ 40 h 41"/>
                  <a:gd name="T88" fmla="*/ 5 w 6"/>
                  <a:gd name="T89" fmla="*/ 39 h 41"/>
                  <a:gd name="T90" fmla="*/ 5 w 6"/>
                  <a:gd name="T91" fmla="*/ 39 h 41"/>
                  <a:gd name="T92" fmla="*/ 5 w 6"/>
                  <a:gd name="T93" fmla="*/ 38 h 41"/>
                  <a:gd name="T94" fmla="*/ 5 w 6"/>
                  <a:gd name="T95" fmla="*/ 37 h 41"/>
                  <a:gd name="T96" fmla="*/ 6 w 6"/>
                  <a:gd name="T97" fmla="*/ 36 h 41"/>
                  <a:gd name="T98" fmla="*/ 6 w 6"/>
                  <a:gd name="T99" fmla="*/ 35 h 41"/>
                  <a:gd name="T100" fmla="*/ 6 w 6"/>
                  <a:gd name="T101" fmla="*/ 34 h 41"/>
                  <a:gd name="T102" fmla="*/ 6 w 6"/>
                  <a:gd name="T103" fmla="*/ 33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1">
                    <a:moveTo>
                      <a:pt x="0" y="0"/>
                    </a:moveTo>
                    <a:lnTo>
                      <a:pt x="0" y="2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1" y="20"/>
                    </a:lnTo>
                    <a:lnTo>
                      <a:pt x="1" y="22"/>
                    </a:lnTo>
                    <a:lnTo>
                      <a:pt x="1" y="24"/>
                    </a:lnTo>
                    <a:lnTo>
                      <a:pt x="1" y="25"/>
                    </a:lnTo>
                    <a:lnTo>
                      <a:pt x="1" y="26"/>
                    </a:lnTo>
                    <a:lnTo>
                      <a:pt x="2" y="27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9"/>
                    </a:lnTo>
                    <a:lnTo>
                      <a:pt x="2" y="30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3" y="28"/>
                    </a:lnTo>
                    <a:lnTo>
                      <a:pt x="3" y="28"/>
                    </a:lnTo>
                    <a:lnTo>
                      <a:pt x="3" y="28"/>
                    </a:lnTo>
                    <a:lnTo>
                      <a:pt x="3" y="27"/>
                    </a:lnTo>
                    <a:lnTo>
                      <a:pt x="3" y="28"/>
                    </a:lnTo>
                    <a:lnTo>
                      <a:pt x="3" y="29"/>
                    </a:lnTo>
                    <a:lnTo>
                      <a:pt x="4" y="30"/>
                    </a:lnTo>
                    <a:lnTo>
                      <a:pt x="4" y="32"/>
                    </a:lnTo>
                    <a:lnTo>
                      <a:pt x="4" y="34"/>
                    </a:lnTo>
                    <a:lnTo>
                      <a:pt x="4" y="36"/>
                    </a:lnTo>
                    <a:lnTo>
                      <a:pt x="4" y="38"/>
                    </a:lnTo>
                    <a:lnTo>
                      <a:pt x="4" y="39"/>
                    </a:lnTo>
                    <a:lnTo>
                      <a:pt x="4" y="40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5" y="41"/>
                    </a:lnTo>
                    <a:lnTo>
                      <a:pt x="5" y="41"/>
                    </a:lnTo>
                    <a:lnTo>
                      <a:pt x="5" y="41"/>
                    </a:lnTo>
                    <a:lnTo>
                      <a:pt x="5" y="40"/>
                    </a:lnTo>
                    <a:lnTo>
                      <a:pt x="5" y="40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38"/>
                    </a:lnTo>
                    <a:lnTo>
                      <a:pt x="5" y="37"/>
                    </a:lnTo>
                    <a:lnTo>
                      <a:pt x="6" y="36"/>
                    </a:lnTo>
                    <a:lnTo>
                      <a:pt x="6" y="35"/>
                    </a:lnTo>
                    <a:lnTo>
                      <a:pt x="6" y="34"/>
                    </a:lnTo>
                    <a:lnTo>
                      <a:pt x="6" y="3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36" name="Freeform 796"/>
              <p:cNvSpPr/>
              <p:nvPr/>
            </p:nvSpPr>
            <p:spPr bwMode="auto">
              <a:xfrm>
                <a:off x="965" y="2959"/>
                <a:ext cx="6" cy="30"/>
              </a:xfrm>
              <a:custGeom>
                <a:avLst/>
                <a:gdLst>
                  <a:gd name="T0" fmla="*/ 0 w 6"/>
                  <a:gd name="T1" fmla="*/ 30 h 30"/>
                  <a:gd name="T2" fmla="*/ 0 w 6"/>
                  <a:gd name="T3" fmla="*/ 29 h 30"/>
                  <a:gd name="T4" fmla="*/ 0 w 6"/>
                  <a:gd name="T5" fmla="*/ 27 h 30"/>
                  <a:gd name="T6" fmla="*/ 0 w 6"/>
                  <a:gd name="T7" fmla="*/ 25 h 30"/>
                  <a:gd name="T8" fmla="*/ 1 w 6"/>
                  <a:gd name="T9" fmla="*/ 23 h 30"/>
                  <a:gd name="T10" fmla="*/ 1 w 6"/>
                  <a:gd name="T11" fmla="*/ 21 h 30"/>
                  <a:gd name="T12" fmla="*/ 1 w 6"/>
                  <a:gd name="T13" fmla="*/ 20 h 30"/>
                  <a:gd name="T14" fmla="*/ 1 w 6"/>
                  <a:gd name="T15" fmla="*/ 18 h 30"/>
                  <a:gd name="T16" fmla="*/ 1 w 6"/>
                  <a:gd name="T17" fmla="*/ 16 h 30"/>
                  <a:gd name="T18" fmla="*/ 1 w 6"/>
                  <a:gd name="T19" fmla="*/ 15 h 30"/>
                  <a:gd name="T20" fmla="*/ 1 w 6"/>
                  <a:gd name="T21" fmla="*/ 13 h 30"/>
                  <a:gd name="T22" fmla="*/ 1 w 6"/>
                  <a:gd name="T23" fmla="*/ 12 h 30"/>
                  <a:gd name="T24" fmla="*/ 1 w 6"/>
                  <a:gd name="T25" fmla="*/ 10 h 30"/>
                  <a:gd name="T26" fmla="*/ 2 w 6"/>
                  <a:gd name="T27" fmla="*/ 9 h 30"/>
                  <a:gd name="T28" fmla="*/ 2 w 6"/>
                  <a:gd name="T29" fmla="*/ 8 h 30"/>
                  <a:gd name="T30" fmla="*/ 2 w 6"/>
                  <a:gd name="T31" fmla="*/ 8 h 30"/>
                  <a:gd name="T32" fmla="*/ 2 w 6"/>
                  <a:gd name="T33" fmla="*/ 7 h 30"/>
                  <a:gd name="T34" fmla="*/ 2 w 6"/>
                  <a:gd name="T35" fmla="*/ 5 h 30"/>
                  <a:gd name="T36" fmla="*/ 2 w 6"/>
                  <a:gd name="T37" fmla="*/ 4 h 30"/>
                  <a:gd name="T38" fmla="*/ 3 w 6"/>
                  <a:gd name="T39" fmla="*/ 2 h 30"/>
                  <a:gd name="T40" fmla="*/ 3 w 6"/>
                  <a:gd name="T41" fmla="*/ 2 h 30"/>
                  <a:gd name="T42" fmla="*/ 3 w 6"/>
                  <a:gd name="T43" fmla="*/ 2 h 30"/>
                  <a:gd name="T44" fmla="*/ 3 w 6"/>
                  <a:gd name="T45" fmla="*/ 2 h 30"/>
                  <a:gd name="T46" fmla="*/ 3 w 6"/>
                  <a:gd name="T47" fmla="*/ 0 h 30"/>
                  <a:gd name="T48" fmla="*/ 3 w 6"/>
                  <a:gd name="T49" fmla="*/ 1 h 30"/>
                  <a:gd name="T50" fmla="*/ 3 w 6"/>
                  <a:gd name="T51" fmla="*/ 2 h 30"/>
                  <a:gd name="T52" fmla="*/ 3 w 6"/>
                  <a:gd name="T53" fmla="*/ 4 h 30"/>
                  <a:gd name="T54" fmla="*/ 3 w 6"/>
                  <a:gd name="T55" fmla="*/ 5 h 30"/>
                  <a:gd name="T56" fmla="*/ 4 w 6"/>
                  <a:gd name="T57" fmla="*/ 7 h 30"/>
                  <a:gd name="T58" fmla="*/ 4 w 6"/>
                  <a:gd name="T59" fmla="*/ 9 h 30"/>
                  <a:gd name="T60" fmla="*/ 4 w 6"/>
                  <a:gd name="T61" fmla="*/ 10 h 30"/>
                  <a:gd name="T62" fmla="*/ 4 w 6"/>
                  <a:gd name="T63" fmla="*/ 12 h 30"/>
                  <a:gd name="T64" fmla="*/ 4 w 6"/>
                  <a:gd name="T65" fmla="*/ 15 h 30"/>
                  <a:gd name="T66" fmla="*/ 4 w 6"/>
                  <a:gd name="T67" fmla="*/ 16 h 30"/>
                  <a:gd name="T68" fmla="*/ 4 w 6"/>
                  <a:gd name="T69" fmla="*/ 16 h 30"/>
                  <a:gd name="T70" fmla="*/ 4 w 6"/>
                  <a:gd name="T71" fmla="*/ 18 h 30"/>
                  <a:gd name="T72" fmla="*/ 4 w 6"/>
                  <a:gd name="T73" fmla="*/ 20 h 30"/>
                  <a:gd name="T74" fmla="*/ 5 w 6"/>
                  <a:gd name="T75" fmla="*/ 20 h 30"/>
                  <a:gd name="T76" fmla="*/ 5 w 6"/>
                  <a:gd name="T77" fmla="*/ 19 h 30"/>
                  <a:gd name="T78" fmla="*/ 5 w 6"/>
                  <a:gd name="T79" fmla="*/ 20 h 30"/>
                  <a:gd name="T80" fmla="*/ 5 w 6"/>
                  <a:gd name="T81" fmla="*/ 21 h 30"/>
                  <a:gd name="T82" fmla="*/ 5 w 6"/>
                  <a:gd name="T83" fmla="*/ 21 h 30"/>
                  <a:gd name="T84" fmla="*/ 5 w 6"/>
                  <a:gd name="T85" fmla="*/ 20 h 30"/>
                  <a:gd name="T86" fmla="*/ 5 w 6"/>
                  <a:gd name="T87" fmla="*/ 18 h 30"/>
                  <a:gd name="T88" fmla="*/ 6 w 6"/>
                  <a:gd name="T89" fmla="*/ 17 h 30"/>
                  <a:gd name="T90" fmla="*/ 6 w 6"/>
                  <a:gd name="T91" fmla="*/ 17 h 30"/>
                  <a:gd name="T92" fmla="*/ 6 w 6"/>
                  <a:gd name="T93" fmla="*/ 19 h 30"/>
                  <a:gd name="T94" fmla="*/ 6 w 6"/>
                  <a:gd name="T95" fmla="*/ 19 h 30"/>
                  <a:gd name="T96" fmla="*/ 6 w 6"/>
                  <a:gd name="T97" fmla="*/ 18 h 30"/>
                  <a:gd name="T98" fmla="*/ 6 w 6"/>
                  <a:gd name="T99" fmla="*/ 18 h 30"/>
                  <a:gd name="T100" fmla="*/ 6 w 6"/>
                  <a:gd name="T101" fmla="*/ 20 h 30"/>
                  <a:gd name="T102" fmla="*/ 6 w 6"/>
                  <a:gd name="T103" fmla="*/ 22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0">
                    <a:moveTo>
                      <a:pt x="0" y="30"/>
                    </a:moveTo>
                    <a:lnTo>
                      <a:pt x="0" y="29"/>
                    </a:lnTo>
                    <a:lnTo>
                      <a:pt x="0" y="27"/>
                    </a:lnTo>
                    <a:lnTo>
                      <a:pt x="0" y="25"/>
                    </a:lnTo>
                    <a:lnTo>
                      <a:pt x="1" y="23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8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1" y="10"/>
                    </a:lnTo>
                    <a:lnTo>
                      <a:pt x="2" y="9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2" y="4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3" y="4"/>
                    </a:lnTo>
                    <a:lnTo>
                      <a:pt x="3" y="5"/>
                    </a:lnTo>
                    <a:lnTo>
                      <a:pt x="4" y="7"/>
                    </a:lnTo>
                    <a:lnTo>
                      <a:pt x="4" y="9"/>
                    </a:lnTo>
                    <a:lnTo>
                      <a:pt x="4" y="10"/>
                    </a:lnTo>
                    <a:lnTo>
                      <a:pt x="4" y="12"/>
                    </a:lnTo>
                    <a:lnTo>
                      <a:pt x="4" y="15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8"/>
                    </a:lnTo>
                    <a:lnTo>
                      <a:pt x="4" y="20"/>
                    </a:lnTo>
                    <a:lnTo>
                      <a:pt x="5" y="20"/>
                    </a:lnTo>
                    <a:lnTo>
                      <a:pt x="5" y="19"/>
                    </a:lnTo>
                    <a:lnTo>
                      <a:pt x="5" y="20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5" y="18"/>
                    </a:lnTo>
                    <a:lnTo>
                      <a:pt x="6" y="17"/>
                    </a:lnTo>
                    <a:lnTo>
                      <a:pt x="6" y="17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6" y="20"/>
                    </a:lnTo>
                    <a:lnTo>
                      <a:pt x="6" y="2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37" name="Freeform 797"/>
              <p:cNvSpPr/>
              <p:nvPr/>
            </p:nvSpPr>
            <p:spPr bwMode="auto">
              <a:xfrm>
                <a:off x="971" y="2979"/>
                <a:ext cx="7" cy="33"/>
              </a:xfrm>
              <a:custGeom>
                <a:avLst/>
                <a:gdLst>
                  <a:gd name="T0" fmla="*/ 0 w 7"/>
                  <a:gd name="T1" fmla="*/ 0 h 33"/>
                  <a:gd name="T2" fmla="*/ 0 w 7"/>
                  <a:gd name="T3" fmla="*/ 2 h 33"/>
                  <a:gd name="T4" fmla="*/ 0 w 7"/>
                  <a:gd name="T5" fmla="*/ 2 h 33"/>
                  <a:gd name="T6" fmla="*/ 1 w 7"/>
                  <a:gd name="T7" fmla="*/ 2 h 33"/>
                  <a:gd name="T8" fmla="*/ 1 w 7"/>
                  <a:gd name="T9" fmla="*/ 2 h 33"/>
                  <a:gd name="T10" fmla="*/ 1 w 7"/>
                  <a:gd name="T11" fmla="*/ 3 h 33"/>
                  <a:gd name="T12" fmla="*/ 1 w 7"/>
                  <a:gd name="T13" fmla="*/ 4 h 33"/>
                  <a:gd name="T14" fmla="*/ 1 w 7"/>
                  <a:gd name="T15" fmla="*/ 4 h 33"/>
                  <a:gd name="T16" fmla="*/ 1 w 7"/>
                  <a:gd name="T17" fmla="*/ 4 h 33"/>
                  <a:gd name="T18" fmla="*/ 2 w 7"/>
                  <a:gd name="T19" fmla="*/ 5 h 33"/>
                  <a:gd name="T20" fmla="*/ 2 w 7"/>
                  <a:gd name="T21" fmla="*/ 7 h 33"/>
                  <a:gd name="T22" fmla="*/ 2 w 7"/>
                  <a:gd name="T23" fmla="*/ 9 h 33"/>
                  <a:gd name="T24" fmla="*/ 2 w 7"/>
                  <a:gd name="T25" fmla="*/ 10 h 33"/>
                  <a:gd name="T26" fmla="*/ 2 w 7"/>
                  <a:gd name="T27" fmla="*/ 10 h 33"/>
                  <a:gd name="T28" fmla="*/ 2 w 7"/>
                  <a:gd name="T29" fmla="*/ 12 h 33"/>
                  <a:gd name="T30" fmla="*/ 2 w 7"/>
                  <a:gd name="T31" fmla="*/ 17 h 33"/>
                  <a:gd name="T32" fmla="*/ 2 w 7"/>
                  <a:gd name="T33" fmla="*/ 21 h 33"/>
                  <a:gd name="T34" fmla="*/ 2 w 7"/>
                  <a:gd name="T35" fmla="*/ 22 h 33"/>
                  <a:gd name="T36" fmla="*/ 3 w 7"/>
                  <a:gd name="T37" fmla="*/ 21 h 33"/>
                  <a:gd name="T38" fmla="*/ 3 w 7"/>
                  <a:gd name="T39" fmla="*/ 23 h 33"/>
                  <a:gd name="T40" fmla="*/ 3 w 7"/>
                  <a:gd name="T41" fmla="*/ 25 h 33"/>
                  <a:gd name="T42" fmla="*/ 3 w 7"/>
                  <a:gd name="T43" fmla="*/ 27 h 33"/>
                  <a:gd name="T44" fmla="*/ 3 w 7"/>
                  <a:gd name="T45" fmla="*/ 29 h 33"/>
                  <a:gd name="T46" fmla="*/ 3 w 7"/>
                  <a:gd name="T47" fmla="*/ 29 h 33"/>
                  <a:gd name="T48" fmla="*/ 3 w 7"/>
                  <a:gd name="T49" fmla="*/ 29 h 33"/>
                  <a:gd name="T50" fmla="*/ 3 w 7"/>
                  <a:gd name="T51" fmla="*/ 31 h 33"/>
                  <a:gd name="T52" fmla="*/ 3 w 7"/>
                  <a:gd name="T53" fmla="*/ 32 h 33"/>
                  <a:gd name="T54" fmla="*/ 4 w 7"/>
                  <a:gd name="T55" fmla="*/ 32 h 33"/>
                  <a:gd name="T56" fmla="*/ 4 w 7"/>
                  <a:gd name="T57" fmla="*/ 31 h 33"/>
                  <a:gd name="T58" fmla="*/ 4 w 7"/>
                  <a:gd name="T59" fmla="*/ 31 h 33"/>
                  <a:gd name="T60" fmla="*/ 4 w 7"/>
                  <a:gd name="T61" fmla="*/ 32 h 33"/>
                  <a:gd name="T62" fmla="*/ 4 w 7"/>
                  <a:gd name="T63" fmla="*/ 33 h 33"/>
                  <a:gd name="T64" fmla="*/ 4 w 7"/>
                  <a:gd name="T65" fmla="*/ 31 h 33"/>
                  <a:gd name="T66" fmla="*/ 5 w 7"/>
                  <a:gd name="T67" fmla="*/ 27 h 33"/>
                  <a:gd name="T68" fmla="*/ 5 w 7"/>
                  <a:gd name="T69" fmla="*/ 25 h 33"/>
                  <a:gd name="T70" fmla="*/ 5 w 7"/>
                  <a:gd name="T71" fmla="*/ 25 h 33"/>
                  <a:gd name="T72" fmla="*/ 5 w 7"/>
                  <a:gd name="T73" fmla="*/ 24 h 33"/>
                  <a:gd name="T74" fmla="*/ 5 w 7"/>
                  <a:gd name="T75" fmla="*/ 21 h 33"/>
                  <a:gd name="T76" fmla="*/ 5 w 7"/>
                  <a:gd name="T77" fmla="*/ 17 h 33"/>
                  <a:gd name="T78" fmla="*/ 5 w 7"/>
                  <a:gd name="T79" fmla="*/ 15 h 33"/>
                  <a:gd name="T80" fmla="*/ 5 w 7"/>
                  <a:gd name="T81" fmla="*/ 13 h 33"/>
                  <a:gd name="T82" fmla="*/ 5 w 7"/>
                  <a:gd name="T83" fmla="*/ 12 h 33"/>
                  <a:gd name="T84" fmla="*/ 6 w 7"/>
                  <a:gd name="T85" fmla="*/ 10 h 33"/>
                  <a:gd name="T86" fmla="*/ 6 w 7"/>
                  <a:gd name="T87" fmla="*/ 7 h 33"/>
                  <a:gd name="T88" fmla="*/ 6 w 7"/>
                  <a:gd name="T89" fmla="*/ 5 h 33"/>
                  <a:gd name="T90" fmla="*/ 6 w 7"/>
                  <a:gd name="T91" fmla="*/ 5 h 33"/>
                  <a:gd name="T92" fmla="*/ 6 w 7"/>
                  <a:gd name="T93" fmla="*/ 5 h 33"/>
                  <a:gd name="T94" fmla="*/ 6 w 7"/>
                  <a:gd name="T95" fmla="*/ 2 h 33"/>
                  <a:gd name="T96" fmla="*/ 7 w 7"/>
                  <a:gd name="T97" fmla="*/ 0 h 33"/>
                  <a:gd name="T98" fmla="*/ 7 w 7"/>
                  <a:gd name="T99" fmla="*/ 0 h 33"/>
                  <a:gd name="T100" fmla="*/ 7 w 7"/>
                  <a:gd name="T101" fmla="*/ 1 h 33"/>
                  <a:gd name="T102" fmla="*/ 7 w 7"/>
                  <a:gd name="T103" fmla="*/ 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33">
                    <a:moveTo>
                      <a:pt x="0" y="0"/>
                    </a:moveTo>
                    <a:lnTo>
                      <a:pt x="0" y="2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12"/>
                    </a:lnTo>
                    <a:lnTo>
                      <a:pt x="2" y="17"/>
                    </a:lnTo>
                    <a:lnTo>
                      <a:pt x="2" y="21"/>
                    </a:lnTo>
                    <a:lnTo>
                      <a:pt x="2" y="22"/>
                    </a:lnTo>
                    <a:lnTo>
                      <a:pt x="3" y="21"/>
                    </a:lnTo>
                    <a:lnTo>
                      <a:pt x="3" y="23"/>
                    </a:lnTo>
                    <a:lnTo>
                      <a:pt x="3" y="25"/>
                    </a:lnTo>
                    <a:lnTo>
                      <a:pt x="3" y="27"/>
                    </a:lnTo>
                    <a:lnTo>
                      <a:pt x="3" y="29"/>
                    </a:lnTo>
                    <a:lnTo>
                      <a:pt x="3" y="29"/>
                    </a:lnTo>
                    <a:lnTo>
                      <a:pt x="3" y="29"/>
                    </a:lnTo>
                    <a:lnTo>
                      <a:pt x="3" y="31"/>
                    </a:lnTo>
                    <a:lnTo>
                      <a:pt x="3" y="32"/>
                    </a:lnTo>
                    <a:lnTo>
                      <a:pt x="4" y="32"/>
                    </a:lnTo>
                    <a:lnTo>
                      <a:pt x="4" y="31"/>
                    </a:lnTo>
                    <a:lnTo>
                      <a:pt x="4" y="31"/>
                    </a:lnTo>
                    <a:lnTo>
                      <a:pt x="4" y="32"/>
                    </a:lnTo>
                    <a:lnTo>
                      <a:pt x="4" y="33"/>
                    </a:lnTo>
                    <a:lnTo>
                      <a:pt x="4" y="31"/>
                    </a:lnTo>
                    <a:lnTo>
                      <a:pt x="5" y="27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5" y="24"/>
                    </a:lnTo>
                    <a:lnTo>
                      <a:pt x="5" y="21"/>
                    </a:lnTo>
                    <a:lnTo>
                      <a:pt x="5" y="17"/>
                    </a:lnTo>
                    <a:lnTo>
                      <a:pt x="5" y="15"/>
                    </a:lnTo>
                    <a:lnTo>
                      <a:pt x="5" y="13"/>
                    </a:lnTo>
                    <a:lnTo>
                      <a:pt x="5" y="12"/>
                    </a:lnTo>
                    <a:lnTo>
                      <a:pt x="6" y="10"/>
                    </a:lnTo>
                    <a:lnTo>
                      <a:pt x="6" y="7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2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7" y="1"/>
                    </a:lnTo>
                    <a:lnTo>
                      <a:pt x="7" y="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38" name="Freeform 798"/>
              <p:cNvSpPr/>
              <p:nvPr/>
            </p:nvSpPr>
            <p:spPr bwMode="auto">
              <a:xfrm>
                <a:off x="978" y="2894"/>
                <a:ext cx="6" cy="87"/>
              </a:xfrm>
              <a:custGeom>
                <a:avLst/>
                <a:gdLst>
                  <a:gd name="T0" fmla="*/ 0 w 6"/>
                  <a:gd name="T1" fmla="*/ 86 h 87"/>
                  <a:gd name="T2" fmla="*/ 0 w 6"/>
                  <a:gd name="T3" fmla="*/ 87 h 87"/>
                  <a:gd name="T4" fmla="*/ 0 w 6"/>
                  <a:gd name="T5" fmla="*/ 85 h 87"/>
                  <a:gd name="T6" fmla="*/ 0 w 6"/>
                  <a:gd name="T7" fmla="*/ 84 h 87"/>
                  <a:gd name="T8" fmla="*/ 0 w 6"/>
                  <a:gd name="T9" fmla="*/ 82 h 87"/>
                  <a:gd name="T10" fmla="*/ 0 w 6"/>
                  <a:gd name="T11" fmla="*/ 83 h 87"/>
                  <a:gd name="T12" fmla="*/ 0 w 6"/>
                  <a:gd name="T13" fmla="*/ 84 h 87"/>
                  <a:gd name="T14" fmla="*/ 0 w 6"/>
                  <a:gd name="T15" fmla="*/ 82 h 87"/>
                  <a:gd name="T16" fmla="*/ 1 w 6"/>
                  <a:gd name="T17" fmla="*/ 78 h 87"/>
                  <a:gd name="T18" fmla="*/ 1 w 6"/>
                  <a:gd name="T19" fmla="*/ 75 h 87"/>
                  <a:gd name="T20" fmla="*/ 1 w 6"/>
                  <a:gd name="T21" fmla="*/ 75 h 87"/>
                  <a:gd name="T22" fmla="*/ 1 w 6"/>
                  <a:gd name="T23" fmla="*/ 74 h 87"/>
                  <a:gd name="T24" fmla="*/ 1 w 6"/>
                  <a:gd name="T25" fmla="*/ 72 h 87"/>
                  <a:gd name="T26" fmla="*/ 1 w 6"/>
                  <a:gd name="T27" fmla="*/ 69 h 87"/>
                  <a:gd name="T28" fmla="*/ 1 w 6"/>
                  <a:gd name="T29" fmla="*/ 67 h 87"/>
                  <a:gd name="T30" fmla="*/ 1 w 6"/>
                  <a:gd name="T31" fmla="*/ 65 h 87"/>
                  <a:gd name="T32" fmla="*/ 1 w 6"/>
                  <a:gd name="T33" fmla="*/ 64 h 87"/>
                  <a:gd name="T34" fmla="*/ 2 w 6"/>
                  <a:gd name="T35" fmla="*/ 62 h 87"/>
                  <a:gd name="T36" fmla="*/ 2 w 6"/>
                  <a:gd name="T37" fmla="*/ 58 h 87"/>
                  <a:gd name="T38" fmla="*/ 2 w 6"/>
                  <a:gd name="T39" fmla="*/ 56 h 87"/>
                  <a:gd name="T40" fmla="*/ 2 w 6"/>
                  <a:gd name="T41" fmla="*/ 55 h 87"/>
                  <a:gd name="T42" fmla="*/ 2 w 6"/>
                  <a:gd name="T43" fmla="*/ 53 h 87"/>
                  <a:gd name="T44" fmla="*/ 2 w 6"/>
                  <a:gd name="T45" fmla="*/ 49 h 87"/>
                  <a:gd name="T46" fmla="*/ 3 w 6"/>
                  <a:gd name="T47" fmla="*/ 44 h 87"/>
                  <a:gd name="T48" fmla="*/ 3 w 6"/>
                  <a:gd name="T49" fmla="*/ 40 h 87"/>
                  <a:gd name="T50" fmla="*/ 3 w 6"/>
                  <a:gd name="T51" fmla="*/ 38 h 87"/>
                  <a:gd name="T52" fmla="*/ 3 w 6"/>
                  <a:gd name="T53" fmla="*/ 36 h 87"/>
                  <a:gd name="T54" fmla="*/ 3 w 6"/>
                  <a:gd name="T55" fmla="*/ 32 h 87"/>
                  <a:gd name="T56" fmla="*/ 3 w 6"/>
                  <a:gd name="T57" fmla="*/ 28 h 87"/>
                  <a:gd name="T58" fmla="*/ 3 w 6"/>
                  <a:gd name="T59" fmla="*/ 25 h 87"/>
                  <a:gd name="T60" fmla="*/ 3 w 6"/>
                  <a:gd name="T61" fmla="*/ 22 h 87"/>
                  <a:gd name="T62" fmla="*/ 3 w 6"/>
                  <a:gd name="T63" fmla="*/ 20 h 87"/>
                  <a:gd name="T64" fmla="*/ 4 w 6"/>
                  <a:gd name="T65" fmla="*/ 18 h 87"/>
                  <a:gd name="T66" fmla="*/ 4 w 6"/>
                  <a:gd name="T67" fmla="*/ 15 h 87"/>
                  <a:gd name="T68" fmla="*/ 4 w 6"/>
                  <a:gd name="T69" fmla="*/ 12 h 87"/>
                  <a:gd name="T70" fmla="*/ 4 w 6"/>
                  <a:gd name="T71" fmla="*/ 10 h 87"/>
                  <a:gd name="T72" fmla="*/ 4 w 6"/>
                  <a:gd name="T73" fmla="*/ 8 h 87"/>
                  <a:gd name="T74" fmla="*/ 4 w 6"/>
                  <a:gd name="T75" fmla="*/ 5 h 87"/>
                  <a:gd name="T76" fmla="*/ 5 w 6"/>
                  <a:gd name="T77" fmla="*/ 1 h 87"/>
                  <a:gd name="T78" fmla="*/ 5 w 6"/>
                  <a:gd name="T79" fmla="*/ 0 h 87"/>
                  <a:gd name="T80" fmla="*/ 5 w 6"/>
                  <a:gd name="T81" fmla="*/ 0 h 87"/>
                  <a:gd name="T82" fmla="*/ 5 w 6"/>
                  <a:gd name="T83" fmla="*/ 1 h 87"/>
                  <a:gd name="T84" fmla="*/ 5 w 6"/>
                  <a:gd name="T85" fmla="*/ 0 h 87"/>
                  <a:gd name="T86" fmla="*/ 5 w 6"/>
                  <a:gd name="T87" fmla="*/ 0 h 87"/>
                  <a:gd name="T88" fmla="*/ 5 w 6"/>
                  <a:gd name="T89" fmla="*/ 1 h 87"/>
                  <a:gd name="T90" fmla="*/ 5 w 6"/>
                  <a:gd name="T91" fmla="*/ 3 h 87"/>
                  <a:gd name="T92" fmla="*/ 5 w 6"/>
                  <a:gd name="T93" fmla="*/ 6 h 87"/>
                  <a:gd name="T94" fmla="*/ 6 w 6"/>
                  <a:gd name="T95" fmla="*/ 8 h 87"/>
                  <a:gd name="T96" fmla="*/ 6 w 6"/>
                  <a:gd name="T97" fmla="*/ 10 h 87"/>
                  <a:gd name="T98" fmla="*/ 6 w 6"/>
                  <a:gd name="T99" fmla="*/ 12 h 87"/>
                  <a:gd name="T100" fmla="*/ 6 w 6"/>
                  <a:gd name="T101" fmla="*/ 15 h 87"/>
                  <a:gd name="T102" fmla="*/ 6 w 6"/>
                  <a:gd name="T103" fmla="*/ 1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7">
                    <a:moveTo>
                      <a:pt x="0" y="86"/>
                    </a:moveTo>
                    <a:lnTo>
                      <a:pt x="0" y="87"/>
                    </a:lnTo>
                    <a:lnTo>
                      <a:pt x="0" y="85"/>
                    </a:lnTo>
                    <a:lnTo>
                      <a:pt x="0" y="84"/>
                    </a:lnTo>
                    <a:lnTo>
                      <a:pt x="0" y="82"/>
                    </a:lnTo>
                    <a:lnTo>
                      <a:pt x="0" y="83"/>
                    </a:lnTo>
                    <a:lnTo>
                      <a:pt x="0" y="84"/>
                    </a:lnTo>
                    <a:lnTo>
                      <a:pt x="0" y="82"/>
                    </a:lnTo>
                    <a:lnTo>
                      <a:pt x="1" y="78"/>
                    </a:lnTo>
                    <a:lnTo>
                      <a:pt x="1" y="75"/>
                    </a:lnTo>
                    <a:lnTo>
                      <a:pt x="1" y="75"/>
                    </a:lnTo>
                    <a:lnTo>
                      <a:pt x="1" y="74"/>
                    </a:lnTo>
                    <a:lnTo>
                      <a:pt x="1" y="72"/>
                    </a:lnTo>
                    <a:lnTo>
                      <a:pt x="1" y="69"/>
                    </a:lnTo>
                    <a:lnTo>
                      <a:pt x="1" y="67"/>
                    </a:lnTo>
                    <a:lnTo>
                      <a:pt x="1" y="65"/>
                    </a:lnTo>
                    <a:lnTo>
                      <a:pt x="1" y="64"/>
                    </a:lnTo>
                    <a:lnTo>
                      <a:pt x="2" y="62"/>
                    </a:lnTo>
                    <a:lnTo>
                      <a:pt x="2" y="58"/>
                    </a:lnTo>
                    <a:lnTo>
                      <a:pt x="2" y="56"/>
                    </a:lnTo>
                    <a:lnTo>
                      <a:pt x="2" y="55"/>
                    </a:lnTo>
                    <a:lnTo>
                      <a:pt x="2" y="53"/>
                    </a:lnTo>
                    <a:lnTo>
                      <a:pt x="2" y="49"/>
                    </a:lnTo>
                    <a:lnTo>
                      <a:pt x="3" y="44"/>
                    </a:lnTo>
                    <a:lnTo>
                      <a:pt x="3" y="40"/>
                    </a:lnTo>
                    <a:lnTo>
                      <a:pt x="3" y="38"/>
                    </a:lnTo>
                    <a:lnTo>
                      <a:pt x="3" y="36"/>
                    </a:lnTo>
                    <a:lnTo>
                      <a:pt x="3" y="32"/>
                    </a:lnTo>
                    <a:lnTo>
                      <a:pt x="3" y="28"/>
                    </a:lnTo>
                    <a:lnTo>
                      <a:pt x="3" y="25"/>
                    </a:lnTo>
                    <a:lnTo>
                      <a:pt x="3" y="22"/>
                    </a:lnTo>
                    <a:lnTo>
                      <a:pt x="3" y="20"/>
                    </a:lnTo>
                    <a:lnTo>
                      <a:pt x="4" y="18"/>
                    </a:lnTo>
                    <a:lnTo>
                      <a:pt x="4" y="15"/>
                    </a:lnTo>
                    <a:lnTo>
                      <a:pt x="4" y="12"/>
                    </a:lnTo>
                    <a:lnTo>
                      <a:pt x="4" y="10"/>
                    </a:lnTo>
                    <a:lnTo>
                      <a:pt x="4" y="8"/>
                    </a:lnTo>
                    <a:lnTo>
                      <a:pt x="4" y="5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5" y="3"/>
                    </a:lnTo>
                    <a:lnTo>
                      <a:pt x="5" y="6"/>
                    </a:lnTo>
                    <a:lnTo>
                      <a:pt x="6" y="8"/>
                    </a:lnTo>
                    <a:lnTo>
                      <a:pt x="6" y="10"/>
                    </a:lnTo>
                    <a:lnTo>
                      <a:pt x="6" y="12"/>
                    </a:lnTo>
                    <a:lnTo>
                      <a:pt x="6" y="15"/>
                    </a:lnTo>
                    <a:lnTo>
                      <a:pt x="6" y="1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39" name="Freeform 799"/>
              <p:cNvSpPr/>
              <p:nvPr/>
            </p:nvSpPr>
            <p:spPr bwMode="auto">
              <a:xfrm>
                <a:off x="984" y="2909"/>
                <a:ext cx="6" cy="80"/>
              </a:xfrm>
              <a:custGeom>
                <a:avLst/>
                <a:gdLst>
                  <a:gd name="T0" fmla="*/ 0 w 6"/>
                  <a:gd name="T1" fmla="*/ 0 h 80"/>
                  <a:gd name="T2" fmla="*/ 0 w 6"/>
                  <a:gd name="T3" fmla="*/ 2 h 80"/>
                  <a:gd name="T4" fmla="*/ 0 w 6"/>
                  <a:gd name="T5" fmla="*/ 3 h 80"/>
                  <a:gd name="T6" fmla="*/ 0 w 6"/>
                  <a:gd name="T7" fmla="*/ 4 h 80"/>
                  <a:gd name="T8" fmla="*/ 0 w 6"/>
                  <a:gd name="T9" fmla="*/ 6 h 80"/>
                  <a:gd name="T10" fmla="*/ 0 w 6"/>
                  <a:gd name="T11" fmla="*/ 8 h 80"/>
                  <a:gd name="T12" fmla="*/ 1 w 6"/>
                  <a:gd name="T13" fmla="*/ 10 h 80"/>
                  <a:gd name="T14" fmla="*/ 1 w 6"/>
                  <a:gd name="T15" fmla="*/ 10 h 80"/>
                  <a:gd name="T16" fmla="*/ 1 w 6"/>
                  <a:gd name="T17" fmla="*/ 10 h 80"/>
                  <a:gd name="T18" fmla="*/ 1 w 6"/>
                  <a:gd name="T19" fmla="*/ 10 h 80"/>
                  <a:gd name="T20" fmla="*/ 1 w 6"/>
                  <a:gd name="T21" fmla="*/ 11 h 80"/>
                  <a:gd name="T22" fmla="*/ 1 w 6"/>
                  <a:gd name="T23" fmla="*/ 12 h 80"/>
                  <a:gd name="T24" fmla="*/ 2 w 6"/>
                  <a:gd name="T25" fmla="*/ 11 h 80"/>
                  <a:gd name="T26" fmla="*/ 2 w 6"/>
                  <a:gd name="T27" fmla="*/ 10 h 80"/>
                  <a:gd name="T28" fmla="*/ 2 w 6"/>
                  <a:gd name="T29" fmla="*/ 10 h 80"/>
                  <a:gd name="T30" fmla="*/ 2 w 6"/>
                  <a:gd name="T31" fmla="*/ 12 h 80"/>
                  <a:gd name="T32" fmla="*/ 2 w 6"/>
                  <a:gd name="T33" fmla="*/ 13 h 80"/>
                  <a:gd name="T34" fmla="*/ 2 w 6"/>
                  <a:gd name="T35" fmla="*/ 15 h 80"/>
                  <a:gd name="T36" fmla="*/ 2 w 6"/>
                  <a:gd name="T37" fmla="*/ 16 h 80"/>
                  <a:gd name="T38" fmla="*/ 2 w 6"/>
                  <a:gd name="T39" fmla="*/ 17 h 80"/>
                  <a:gd name="T40" fmla="*/ 2 w 6"/>
                  <a:gd name="T41" fmla="*/ 19 h 80"/>
                  <a:gd name="T42" fmla="*/ 3 w 6"/>
                  <a:gd name="T43" fmla="*/ 21 h 80"/>
                  <a:gd name="T44" fmla="*/ 3 w 6"/>
                  <a:gd name="T45" fmla="*/ 22 h 80"/>
                  <a:gd name="T46" fmla="*/ 3 w 6"/>
                  <a:gd name="T47" fmla="*/ 23 h 80"/>
                  <a:gd name="T48" fmla="*/ 3 w 6"/>
                  <a:gd name="T49" fmla="*/ 24 h 80"/>
                  <a:gd name="T50" fmla="*/ 3 w 6"/>
                  <a:gd name="T51" fmla="*/ 25 h 80"/>
                  <a:gd name="T52" fmla="*/ 3 w 6"/>
                  <a:gd name="T53" fmla="*/ 27 h 80"/>
                  <a:gd name="T54" fmla="*/ 3 w 6"/>
                  <a:gd name="T55" fmla="*/ 28 h 80"/>
                  <a:gd name="T56" fmla="*/ 4 w 6"/>
                  <a:gd name="T57" fmla="*/ 29 h 80"/>
                  <a:gd name="T58" fmla="*/ 4 w 6"/>
                  <a:gd name="T59" fmla="*/ 32 h 80"/>
                  <a:gd name="T60" fmla="*/ 4 w 6"/>
                  <a:gd name="T61" fmla="*/ 35 h 80"/>
                  <a:gd name="T62" fmla="*/ 4 w 6"/>
                  <a:gd name="T63" fmla="*/ 38 h 80"/>
                  <a:gd name="T64" fmla="*/ 4 w 6"/>
                  <a:gd name="T65" fmla="*/ 40 h 80"/>
                  <a:gd name="T66" fmla="*/ 4 w 6"/>
                  <a:gd name="T67" fmla="*/ 43 h 80"/>
                  <a:gd name="T68" fmla="*/ 4 w 6"/>
                  <a:gd name="T69" fmla="*/ 45 h 80"/>
                  <a:gd name="T70" fmla="*/ 4 w 6"/>
                  <a:gd name="T71" fmla="*/ 48 h 80"/>
                  <a:gd name="T72" fmla="*/ 4 w 6"/>
                  <a:gd name="T73" fmla="*/ 50 h 80"/>
                  <a:gd name="T74" fmla="*/ 5 w 6"/>
                  <a:gd name="T75" fmla="*/ 53 h 80"/>
                  <a:gd name="T76" fmla="*/ 5 w 6"/>
                  <a:gd name="T77" fmla="*/ 55 h 80"/>
                  <a:gd name="T78" fmla="*/ 5 w 6"/>
                  <a:gd name="T79" fmla="*/ 58 h 80"/>
                  <a:gd name="T80" fmla="*/ 5 w 6"/>
                  <a:gd name="T81" fmla="*/ 60 h 80"/>
                  <a:gd name="T82" fmla="*/ 5 w 6"/>
                  <a:gd name="T83" fmla="*/ 63 h 80"/>
                  <a:gd name="T84" fmla="*/ 5 w 6"/>
                  <a:gd name="T85" fmla="*/ 64 h 80"/>
                  <a:gd name="T86" fmla="*/ 5 w 6"/>
                  <a:gd name="T87" fmla="*/ 66 h 80"/>
                  <a:gd name="T88" fmla="*/ 5 w 6"/>
                  <a:gd name="T89" fmla="*/ 69 h 80"/>
                  <a:gd name="T90" fmla="*/ 5 w 6"/>
                  <a:gd name="T91" fmla="*/ 72 h 80"/>
                  <a:gd name="T92" fmla="*/ 6 w 6"/>
                  <a:gd name="T93" fmla="*/ 74 h 80"/>
                  <a:gd name="T94" fmla="*/ 6 w 6"/>
                  <a:gd name="T95" fmla="*/ 75 h 80"/>
                  <a:gd name="T96" fmla="*/ 6 w 6"/>
                  <a:gd name="T97" fmla="*/ 78 h 80"/>
                  <a:gd name="T98" fmla="*/ 6 w 6"/>
                  <a:gd name="T99" fmla="*/ 80 h 80"/>
                  <a:gd name="T100" fmla="*/ 6 w 6"/>
                  <a:gd name="T101" fmla="*/ 80 h 80"/>
                  <a:gd name="T102" fmla="*/ 6 w 6"/>
                  <a:gd name="T103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0">
                    <a:moveTo>
                      <a:pt x="0" y="0"/>
                    </a:moveTo>
                    <a:lnTo>
                      <a:pt x="0" y="2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" y="10"/>
                    </a:lnTo>
                    <a:lnTo>
                      <a:pt x="1" y="10"/>
                    </a:lnTo>
                    <a:lnTo>
                      <a:pt x="1" y="10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1" y="12"/>
                    </a:lnTo>
                    <a:lnTo>
                      <a:pt x="2" y="11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12"/>
                    </a:lnTo>
                    <a:lnTo>
                      <a:pt x="2" y="13"/>
                    </a:lnTo>
                    <a:lnTo>
                      <a:pt x="2" y="15"/>
                    </a:lnTo>
                    <a:lnTo>
                      <a:pt x="2" y="16"/>
                    </a:lnTo>
                    <a:lnTo>
                      <a:pt x="2" y="17"/>
                    </a:lnTo>
                    <a:lnTo>
                      <a:pt x="2" y="19"/>
                    </a:lnTo>
                    <a:lnTo>
                      <a:pt x="3" y="21"/>
                    </a:lnTo>
                    <a:lnTo>
                      <a:pt x="3" y="22"/>
                    </a:lnTo>
                    <a:lnTo>
                      <a:pt x="3" y="23"/>
                    </a:lnTo>
                    <a:lnTo>
                      <a:pt x="3" y="24"/>
                    </a:lnTo>
                    <a:lnTo>
                      <a:pt x="3" y="25"/>
                    </a:lnTo>
                    <a:lnTo>
                      <a:pt x="3" y="27"/>
                    </a:lnTo>
                    <a:lnTo>
                      <a:pt x="3" y="28"/>
                    </a:lnTo>
                    <a:lnTo>
                      <a:pt x="4" y="29"/>
                    </a:lnTo>
                    <a:lnTo>
                      <a:pt x="4" y="32"/>
                    </a:lnTo>
                    <a:lnTo>
                      <a:pt x="4" y="35"/>
                    </a:lnTo>
                    <a:lnTo>
                      <a:pt x="4" y="38"/>
                    </a:lnTo>
                    <a:lnTo>
                      <a:pt x="4" y="40"/>
                    </a:lnTo>
                    <a:lnTo>
                      <a:pt x="4" y="43"/>
                    </a:lnTo>
                    <a:lnTo>
                      <a:pt x="4" y="45"/>
                    </a:lnTo>
                    <a:lnTo>
                      <a:pt x="4" y="48"/>
                    </a:lnTo>
                    <a:lnTo>
                      <a:pt x="4" y="50"/>
                    </a:lnTo>
                    <a:lnTo>
                      <a:pt x="5" y="53"/>
                    </a:lnTo>
                    <a:lnTo>
                      <a:pt x="5" y="55"/>
                    </a:lnTo>
                    <a:lnTo>
                      <a:pt x="5" y="58"/>
                    </a:lnTo>
                    <a:lnTo>
                      <a:pt x="5" y="60"/>
                    </a:lnTo>
                    <a:lnTo>
                      <a:pt x="5" y="63"/>
                    </a:lnTo>
                    <a:lnTo>
                      <a:pt x="5" y="64"/>
                    </a:lnTo>
                    <a:lnTo>
                      <a:pt x="5" y="66"/>
                    </a:lnTo>
                    <a:lnTo>
                      <a:pt x="5" y="69"/>
                    </a:lnTo>
                    <a:lnTo>
                      <a:pt x="5" y="72"/>
                    </a:lnTo>
                    <a:lnTo>
                      <a:pt x="6" y="74"/>
                    </a:lnTo>
                    <a:lnTo>
                      <a:pt x="6" y="75"/>
                    </a:lnTo>
                    <a:lnTo>
                      <a:pt x="6" y="78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8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40" name="Freeform 800"/>
              <p:cNvSpPr/>
              <p:nvPr/>
            </p:nvSpPr>
            <p:spPr bwMode="auto">
              <a:xfrm>
                <a:off x="990" y="2983"/>
                <a:ext cx="7" cy="27"/>
              </a:xfrm>
              <a:custGeom>
                <a:avLst/>
                <a:gdLst>
                  <a:gd name="T0" fmla="*/ 0 w 7"/>
                  <a:gd name="T1" fmla="*/ 6 h 27"/>
                  <a:gd name="T2" fmla="*/ 0 w 7"/>
                  <a:gd name="T3" fmla="*/ 6 h 27"/>
                  <a:gd name="T4" fmla="*/ 1 w 7"/>
                  <a:gd name="T5" fmla="*/ 6 h 27"/>
                  <a:gd name="T6" fmla="*/ 1 w 7"/>
                  <a:gd name="T7" fmla="*/ 6 h 27"/>
                  <a:gd name="T8" fmla="*/ 1 w 7"/>
                  <a:gd name="T9" fmla="*/ 6 h 27"/>
                  <a:gd name="T10" fmla="*/ 1 w 7"/>
                  <a:gd name="T11" fmla="*/ 5 h 27"/>
                  <a:gd name="T12" fmla="*/ 1 w 7"/>
                  <a:gd name="T13" fmla="*/ 3 h 27"/>
                  <a:gd name="T14" fmla="*/ 1 w 7"/>
                  <a:gd name="T15" fmla="*/ 3 h 27"/>
                  <a:gd name="T16" fmla="*/ 1 w 7"/>
                  <a:gd name="T17" fmla="*/ 2 h 27"/>
                  <a:gd name="T18" fmla="*/ 1 w 7"/>
                  <a:gd name="T19" fmla="*/ 2 h 27"/>
                  <a:gd name="T20" fmla="*/ 1 w 7"/>
                  <a:gd name="T21" fmla="*/ 2 h 27"/>
                  <a:gd name="T22" fmla="*/ 2 w 7"/>
                  <a:gd name="T23" fmla="*/ 1 h 27"/>
                  <a:gd name="T24" fmla="*/ 2 w 7"/>
                  <a:gd name="T25" fmla="*/ 1 h 27"/>
                  <a:gd name="T26" fmla="*/ 2 w 7"/>
                  <a:gd name="T27" fmla="*/ 3 h 27"/>
                  <a:gd name="T28" fmla="*/ 2 w 7"/>
                  <a:gd name="T29" fmla="*/ 5 h 27"/>
                  <a:gd name="T30" fmla="*/ 2 w 7"/>
                  <a:gd name="T31" fmla="*/ 5 h 27"/>
                  <a:gd name="T32" fmla="*/ 2 w 7"/>
                  <a:gd name="T33" fmla="*/ 5 h 27"/>
                  <a:gd name="T34" fmla="*/ 3 w 7"/>
                  <a:gd name="T35" fmla="*/ 8 h 27"/>
                  <a:gd name="T36" fmla="*/ 3 w 7"/>
                  <a:gd name="T37" fmla="*/ 11 h 27"/>
                  <a:gd name="T38" fmla="*/ 3 w 7"/>
                  <a:gd name="T39" fmla="*/ 13 h 27"/>
                  <a:gd name="T40" fmla="*/ 3 w 7"/>
                  <a:gd name="T41" fmla="*/ 13 h 27"/>
                  <a:gd name="T42" fmla="*/ 3 w 7"/>
                  <a:gd name="T43" fmla="*/ 14 h 27"/>
                  <a:gd name="T44" fmla="*/ 3 w 7"/>
                  <a:gd name="T45" fmla="*/ 17 h 27"/>
                  <a:gd name="T46" fmla="*/ 3 w 7"/>
                  <a:gd name="T47" fmla="*/ 19 h 27"/>
                  <a:gd name="T48" fmla="*/ 3 w 7"/>
                  <a:gd name="T49" fmla="*/ 20 h 27"/>
                  <a:gd name="T50" fmla="*/ 3 w 7"/>
                  <a:gd name="T51" fmla="*/ 20 h 27"/>
                  <a:gd name="T52" fmla="*/ 4 w 7"/>
                  <a:gd name="T53" fmla="*/ 20 h 27"/>
                  <a:gd name="T54" fmla="*/ 4 w 7"/>
                  <a:gd name="T55" fmla="*/ 22 h 27"/>
                  <a:gd name="T56" fmla="*/ 4 w 7"/>
                  <a:gd name="T57" fmla="*/ 24 h 27"/>
                  <a:gd name="T58" fmla="*/ 4 w 7"/>
                  <a:gd name="T59" fmla="*/ 25 h 27"/>
                  <a:gd name="T60" fmla="*/ 4 w 7"/>
                  <a:gd name="T61" fmla="*/ 24 h 27"/>
                  <a:gd name="T62" fmla="*/ 4 w 7"/>
                  <a:gd name="T63" fmla="*/ 24 h 27"/>
                  <a:gd name="T64" fmla="*/ 4 w 7"/>
                  <a:gd name="T65" fmla="*/ 25 h 27"/>
                  <a:gd name="T66" fmla="*/ 4 w 7"/>
                  <a:gd name="T67" fmla="*/ 27 h 27"/>
                  <a:gd name="T68" fmla="*/ 4 w 7"/>
                  <a:gd name="T69" fmla="*/ 25 h 27"/>
                  <a:gd name="T70" fmla="*/ 5 w 7"/>
                  <a:gd name="T71" fmla="*/ 23 h 27"/>
                  <a:gd name="T72" fmla="*/ 5 w 7"/>
                  <a:gd name="T73" fmla="*/ 22 h 27"/>
                  <a:gd name="T74" fmla="*/ 5 w 7"/>
                  <a:gd name="T75" fmla="*/ 23 h 27"/>
                  <a:gd name="T76" fmla="*/ 5 w 7"/>
                  <a:gd name="T77" fmla="*/ 22 h 27"/>
                  <a:gd name="T78" fmla="*/ 5 w 7"/>
                  <a:gd name="T79" fmla="*/ 21 h 27"/>
                  <a:gd name="T80" fmla="*/ 5 w 7"/>
                  <a:gd name="T81" fmla="*/ 19 h 27"/>
                  <a:gd name="T82" fmla="*/ 5 w 7"/>
                  <a:gd name="T83" fmla="*/ 18 h 27"/>
                  <a:gd name="T84" fmla="*/ 6 w 7"/>
                  <a:gd name="T85" fmla="*/ 17 h 27"/>
                  <a:gd name="T86" fmla="*/ 6 w 7"/>
                  <a:gd name="T87" fmla="*/ 16 h 27"/>
                  <a:gd name="T88" fmla="*/ 6 w 7"/>
                  <a:gd name="T89" fmla="*/ 13 h 27"/>
                  <a:gd name="T90" fmla="*/ 6 w 7"/>
                  <a:gd name="T91" fmla="*/ 10 h 27"/>
                  <a:gd name="T92" fmla="*/ 6 w 7"/>
                  <a:gd name="T93" fmla="*/ 8 h 27"/>
                  <a:gd name="T94" fmla="*/ 6 w 7"/>
                  <a:gd name="T95" fmla="*/ 8 h 27"/>
                  <a:gd name="T96" fmla="*/ 6 w 7"/>
                  <a:gd name="T97" fmla="*/ 7 h 27"/>
                  <a:gd name="T98" fmla="*/ 6 w 7"/>
                  <a:gd name="T99" fmla="*/ 4 h 27"/>
                  <a:gd name="T100" fmla="*/ 6 w 7"/>
                  <a:gd name="T101" fmla="*/ 1 h 27"/>
                  <a:gd name="T102" fmla="*/ 7 w 7"/>
                  <a:gd name="T103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7">
                    <a:moveTo>
                      <a:pt x="0" y="6"/>
                    </a:moveTo>
                    <a:lnTo>
                      <a:pt x="0" y="6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5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3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3" y="8"/>
                    </a:lnTo>
                    <a:lnTo>
                      <a:pt x="3" y="11"/>
                    </a:lnTo>
                    <a:lnTo>
                      <a:pt x="3" y="13"/>
                    </a:lnTo>
                    <a:lnTo>
                      <a:pt x="3" y="13"/>
                    </a:lnTo>
                    <a:lnTo>
                      <a:pt x="3" y="14"/>
                    </a:lnTo>
                    <a:lnTo>
                      <a:pt x="3" y="17"/>
                    </a:lnTo>
                    <a:lnTo>
                      <a:pt x="3" y="19"/>
                    </a:lnTo>
                    <a:lnTo>
                      <a:pt x="3" y="20"/>
                    </a:lnTo>
                    <a:lnTo>
                      <a:pt x="3" y="20"/>
                    </a:lnTo>
                    <a:lnTo>
                      <a:pt x="4" y="20"/>
                    </a:lnTo>
                    <a:lnTo>
                      <a:pt x="4" y="22"/>
                    </a:lnTo>
                    <a:lnTo>
                      <a:pt x="4" y="24"/>
                    </a:lnTo>
                    <a:lnTo>
                      <a:pt x="4" y="25"/>
                    </a:lnTo>
                    <a:lnTo>
                      <a:pt x="4" y="24"/>
                    </a:lnTo>
                    <a:lnTo>
                      <a:pt x="4" y="24"/>
                    </a:lnTo>
                    <a:lnTo>
                      <a:pt x="4" y="25"/>
                    </a:lnTo>
                    <a:lnTo>
                      <a:pt x="4" y="27"/>
                    </a:lnTo>
                    <a:lnTo>
                      <a:pt x="4" y="25"/>
                    </a:lnTo>
                    <a:lnTo>
                      <a:pt x="5" y="23"/>
                    </a:lnTo>
                    <a:lnTo>
                      <a:pt x="5" y="22"/>
                    </a:lnTo>
                    <a:lnTo>
                      <a:pt x="5" y="23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19"/>
                    </a:lnTo>
                    <a:lnTo>
                      <a:pt x="5" y="18"/>
                    </a:lnTo>
                    <a:lnTo>
                      <a:pt x="6" y="17"/>
                    </a:lnTo>
                    <a:lnTo>
                      <a:pt x="6" y="16"/>
                    </a:lnTo>
                    <a:lnTo>
                      <a:pt x="6" y="13"/>
                    </a:lnTo>
                    <a:lnTo>
                      <a:pt x="6" y="10"/>
                    </a:lnTo>
                    <a:lnTo>
                      <a:pt x="6" y="8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6" y="4"/>
                    </a:lnTo>
                    <a:lnTo>
                      <a:pt x="6" y="1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41" name="Freeform 801"/>
              <p:cNvSpPr/>
              <p:nvPr/>
            </p:nvSpPr>
            <p:spPr bwMode="auto">
              <a:xfrm>
                <a:off x="996" y="2977"/>
                <a:ext cx="7" cy="28"/>
              </a:xfrm>
              <a:custGeom>
                <a:avLst/>
                <a:gdLst>
                  <a:gd name="T0" fmla="*/ 0 w 7"/>
                  <a:gd name="T1" fmla="*/ 7 h 28"/>
                  <a:gd name="T2" fmla="*/ 1 w 7"/>
                  <a:gd name="T3" fmla="*/ 6 h 28"/>
                  <a:gd name="T4" fmla="*/ 1 w 7"/>
                  <a:gd name="T5" fmla="*/ 5 h 28"/>
                  <a:gd name="T6" fmla="*/ 1 w 7"/>
                  <a:gd name="T7" fmla="*/ 4 h 28"/>
                  <a:gd name="T8" fmla="*/ 1 w 7"/>
                  <a:gd name="T9" fmla="*/ 3 h 28"/>
                  <a:gd name="T10" fmla="*/ 1 w 7"/>
                  <a:gd name="T11" fmla="*/ 1 h 28"/>
                  <a:gd name="T12" fmla="*/ 1 w 7"/>
                  <a:gd name="T13" fmla="*/ 0 h 28"/>
                  <a:gd name="T14" fmla="*/ 2 w 7"/>
                  <a:gd name="T15" fmla="*/ 0 h 28"/>
                  <a:gd name="T16" fmla="*/ 2 w 7"/>
                  <a:gd name="T17" fmla="*/ 0 h 28"/>
                  <a:gd name="T18" fmla="*/ 2 w 7"/>
                  <a:gd name="T19" fmla="*/ 0 h 28"/>
                  <a:gd name="T20" fmla="*/ 2 w 7"/>
                  <a:gd name="T21" fmla="*/ 1 h 28"/>
                  <a:gd name="T22" fmla="*/ 2 w 7"/>
                  <a:gd name="T23" fmla="*/ 2 h 28"/>
                  <a:gd name="T24" fmla="*/ 2 w 7"/>
                  <a:gd name="T25" fmla="*/ 4 h 28"/>
                  <a:gd name="T26" fmla="*/ 2 w 7"/>
                  <a:gd name="T27" fmla="*/ 6 h 28"/>
                  <a:gd name="T28" fmla="*/ 2 w 7"/>
                  <a:gd name="T29" fmla="*/ 7 h 28"/>
                  <a:gd name="T30" fmla="*/ 2 w 7"/>
                  <a:gd name="T31" fmla="*/ 9 h 28"/>
                  <a:gd name="T32" fmla="*/ 3 w 7"/>
                  <a:gd name="T33" fmla="*/ 12 h 28"/>
                  <a:gd name="T34" fmla="*/ 3 w 7"/>
                  <a:gd name="T35" fmla="*/ 14 h 28"/>
                  <a:gd name="T36" fmla="*/ 3 w 7"/>
                  <a:gd name="T37" fmla="*/ 16 h 28"/>
                  <a:gd name="T38" fmla="*/ 3 w 7"/>
                  <a:gd name="T39" fmla="*/ 18 h 28"/>
                  <a:gd name="T40" fmla="*/ 3 w 7"/>
                  <a:gd name="T41" fmla="*/ 19 h 28"/>
                  <a:gd name="T42" fmla="*/ 3 w 7"/>
                  <a:gd name="T43" fmla="*/ 22 h 28"/>
                  <a:gd name="T44" fmla="*/ 3 w 7"/>
                  <a:gd name="T45" fmla="*/ 24 h 28"/>
                  <a:gd name="T46" fmla="*/ 3 w 7"/>
                  <a:gd name="T47" fmla="*/ 24 h 28"/>
                  <a:gd name="T48" fmla="*/ 3 w 7"/>
                  <a:gd name="T49" fmla="*/ 24 h 28"/>
                  <a:gd name="T50" fmla="*/ 4 w 7"/>
                  <a:gd name="T51" fmla="*/ 24 h 28"/>
                  <a:gd name="T52" fmla="*/ 4 w 7"/>
                  <a:gd name="T53" fmla="*/ 27 h 28"/>
                  <a:gd name="T54" fmla="*/ 4 w 7"/>
                  <a:gd name="T55" fmla="*/ 28 h 28"/>
                  <a:gd name="T56" fmla="*/ 4 w 7"/>
                  <a:gd name="T57" fmla="*/ 26 h 28"/>
                  <a:gd name="T58" fmla="*/ 4 w 7"/>
                  <a:gd name="T59" fmla="*/ 24 h 28"/>
                  <a:gd name="T60" fmla="*/ 4 w 7"/>
                  <a:gd name="T61" fmla="*/ 24 h 28"/>
                  <a:gd name="T62" fmla="*/ 5 w 7"/>
                  <a:gd name="T63" fmla="*/ 25 h 28"/>
                  <a:gd name="T64" fmla="*/ 5 w 7"/>
                  <a:gd name="T65" fmla="*/ 25 h 28"/>
                  <a:gd name="T66" fmla="*/ 5 w 7"/>
                  <a:gd name="T67" fmla="*/ 23 h 28"/>
                  <a:gd name="T68" fmla="*/ 5 w 7"/>
                  <a:gd name="T69" fmla="*/ 21 h 28"/>
                  <a:gd name="T70" fmla="*/ 5 w 7"/>
                  <a:gd name="T71" fmla="*/ 21 h 28"/>
                  <a:gd name="T72" fmla="*/ 5 w 7"/>
                  <a:gd name="T73" fmla="*/ 22 h 28"/>
                  <a:gd name="T74" fmla="*/ 5 w 7"/>
                  <a:gd name="T75" fmla="*/ 21 h 28"/>
                  <a:gd name="T76" fmla="*/ 5 w 7"/>
                  <a:gd name="T77" fmla="*/ 18 h 28"/>
                  <a:gd name="T78" fmla="*/ 5 w 7"/>
                  <a:gd name="T79" fmla="*/ 17 h 28"/>
                  <a:gd name="T80" fmla="*/ 6 w 7"/>
                  <a:gd name="T81" fmla="*/ 17 h 28"/>
                  <a:gd name="T82" fmla="*/ 6 w 7"/>
                  <a:gd name="T83" fmla="*/ 18 h 28"/>
                  <a:gd name="T84" fmla="*/ 6 w 7"/>
                  <a:gd name="T85" fmla="*/ 15 h 28"/>
                  <a:gd name="T86" fmla="*/ 6 w 7"/>
                  <a:gd name="T87" fmla="*/ 12 h 28"/>
                  <a:gd name="T88" fmla="*/ 6 w 7"/>
                  <a:gd name="T89" fmla="*/ 9 h 28"/>
                  <a:gd name="T90" fmla="*/ 6 w 7"/>
                  <a:gd name="T91" fmla="*/ 9 h 28"/>
                  <a:gd name="T92" fmla="*/ 7 w 7"/>
                  <a:gd name="T93" fmla="*/ 9 h 28"/>
                  <a:gd name="T94" fmla="*/ 7 w 7"/>
                  <a:gd name="T95" fmla="*/ 8 h 28"/>
                  <a:gd name="T96" fmla="*/ 7 w 7"/>
                  <a:gd name="T97" fmla="*/ 6 h 28"/>
                  <a:gd name="T98" fmla="*/ 7 w 7"/>
                  <a:gd name="T99" fmla="*/ 6 h 28"/>
                  <a:gd name="T100" fmla="*/ 7 w 7"/>
                  <a:gd name="T101" fmla="*/ 8 h 28"/>
                  <a:gd name="T102" fmla="*/ 7 w 7"/>
                  <a:gd name="T103" fmla="*/ 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8">
                    <a:moveTo>
                      <a:pt x="0" y="7"/>
                    </a:moveTo>
                    <a:lnTo>
                      <a:pt x="1" y="6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3" y="12"/>
                    </a:lnTo>
                    <a:lnTo>
                      <a:pt x="3" y="14"/>
                    </a:lnTo>
                    <a:lnTo>
                      <a:pt x="3" y="16"/>
                    </a:lnTo>
                    <a:lnTo>
                      <a:pt x="3" y="18"/>
                    </a:lnTo>
                    <a:lnTo>
                      <a:pt x="3" y="19"/>
                    </a:lnTo>
                    <a:lnTo>
                      <a:pt x="3" y="22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4"/>
                    </a:lnTo>
                    <a:lnTo>
                      <a:pt x="4" y="27"/>
                    </a:lnTo>
                    <a:lnTo>
                      <a:pt x="4" y="28"/>
                    </a:lnTo>
                    <a:lnTo>
                      <a:pt x="4" y="26"/>
                    </a:lnTo>
                    <a:lnTo>
                      <a:pt x="4" y="24"/>
                    </a:lnTo>
                    <a:lnTo>
                      <a:pt x="4" y="24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5" y="23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18"/>
                    </a:lnTo>
                    <a:lnTo>
                      <a:pt x="5" y="17"/>
                    </a:lnTo>
                    <a:lnTo>
                      <a:pt x="6" y="17"/>
                    </a:lnTo>
                    <a:lnTo>
                      <a:pt x="6" y="18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7" y="9"/>
                    </a:lnTo>
                    <a:lnTo>
                      <a:pt x="7" y="8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7" y="8"/>
                    </a:lnTo>
                    <a:lnTo>
                      <a:pt x="7" y="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42" name="Freeform 802"/>
              <p:cNvSpPr/>
              <p:nvPr/>
            </p:nvSpPr>
            <p:spPr bwMode="auto">
              <a:xfrm>
                <a:off x="1003" y="2951"/>
                <a:ext cx="6" cy="36"/>
              </a:xfrm>
              <a:custGeom>
                <a:avLst/>
                <a:gdLst>
                  <a:gd name="T0" fmla="*/ 0 w 6"/>
                  <a:gd name="T1" fmla="*/ 34 h 36"/>
                  <a:gd name="T2" fmla="*/ 0 w 6"/>
                  <a:gd name="T3" fmla="*/ 35 h 36"/>
                  <a:gd name="T4" fmla="*/ 0 w 6"/>
                  <a:gd name="T5" fmla="*/ 33 h 36"/>
                  <a:gd name="T6" fmla="*/ 0 w 6"/>
                  <a:gd name="T7" fmla="*/ 30 h 36"/>
                  <a:gd name="T8" fmla="*/ 0 w 6"/>
                  <a:gd name="T9" fmla="*/ 30 h 36"/>
                  <a:gd name="T10" fmla="*/ 1 w 6"/>
                  <a:gd name="T11" fmla="*/ 32 h 36"/>
                  <a:gd name="T12" fmla="*/ 1 w 6"/>
                  <a:gd name="T13" fmla="*/ 32 h 36"/>
                  <a:gd name="T14" fmla="*/ 1 w 6"/>
                  <a:gd name="T15" fmla="*/ 30 h 36"/>
                  <a:gd name="T16" fmla="*/ 1 w 6"/>
                  <a:gd name="T17" fmla="*/ 27 h 36"/>
                  <a:gd name="T18" fmla="*/ 1 w 6"/>
                  <a:gd name="T19" fmla="*/ 28 h 36"/>
                  <a:gd name="T20" fmla="*/ 1 w 6"/>
                  <a:gd name="T21" fmla="*/ 32 h 36"/>
                  <a:gd name="T22" fmla="*/ 1 w 6"/>
                  <a:gd name="T23" fmla="*/ 34 h 36"/>
                  <a:gd name="T24" fmla="*/ 1 w 6"/>
                  <a:gd name="T25" fmla="*/ 34 h 36"/>
                  <a:gd name="T26" fmla="*/ 1 w 6"/>
                  <a:gd name="T27" fmla="*/ 32 h 36"/>
                  <a:gd name="T28" fmla="*/ 1 w 6"/>
                  <a:gd name="T29" fmla="*/ 32 h 36"/>
                  <a:gd name="T30" fmla="*/ 2 w 6"/>
                  <a:gd name="T31" fmla="*/ 33 h 36"/>
                  <a:gd name="T32" fmla="*/ 2 w 6"/>
                  <a:gd name="T33" fmla="*/ 36 h 36"/>
                  <a:gd name="T34" fmla="*/ 2 w 6"/>
                  <a:gd name="T35" fmla="*/ 36 h 36"/>
                  <a:gd name="T36" fmla="*/ 2 w 6"/>
                  <a:gd name="T37" fmla="*/ 34 h 36"/>
                  <a:gd name="T38" fmla="*/ 2 w 6"/>
                  <a:gd name="T39" fmla="*/ 33 h 36"/>
                  <a:gd name="T40" fmla="*/ 2 w 6"/>
                  <a:gd name="T41" fmla="*/ 32 h 36"/>
                  <a:gd name="T42" fmla="*/ 3 w 6"/>
                  <a:gd name="T43" fmla="*/ 32 h 36"/>
                  <a:gd name="T44" fmla="*/ 3 w 6"/>
                  <a:gd name="T45" fmla="*/ 29 h 36"/>
                  <a:gd name="T46" fmla="*/ 3 w 6"/>
                  <a:gd name="T47" fmla="*/ 26 h 36"/>
                  <a:gd name="T48" fmla="*/ 3 w 6"/>
                  <a:gd name="T49" fmla="*/ 25 h 36"/>
                  <a:gd name="T50" fmla="*/ 3 w 6"/>
                  <a:gd name="T51" fmla="*/ 23 h 36"/>
                  <a:gd name="T52" fmla="*/ 3 w 6"/>
                  <a:gd name="T53" fmla="*/ 21 h 36"/>
                  <a:gd name="T54" fmla="*/ 3 w 6"/>
                  <a:gd name="T55" fmla="*/ 18 h 36"/>
                  <a:gd name="T56" fmla="*/ 3 w 6"/>
                  <a:gd name="T57" fmla="*/ 14 h 36"/>
                  <a:gd name="T58" fmla="*/ 3 w 6"/>
                  <a:gd name="T59" fmla="*/ 13 h 36"/>
                  <a:gd name="T60" fmla="*/ 4 w 6"/>
                  <a:gd name="T61" fmla="*/ 14 h 36"/>
                  <a:gd name="T62" fmla="*/ 4 w 6"/>
                  <a:gd name="T63" fmla="*/ 15 h 36"/>
                  <a:gd name="T64" fmla="*/ 4 w 6"/>
                  <a:gd name="T65" fmla="*/ 13 h 36"/>
                  <a:gd name="T66" fmla="*/ 4 w 6"/>
                  <a:gd name="T67" fmla="*/ 12 h 36"/>
                  <a:gd name="T68" fmla="*/ 4 w 6"/>
                  <a:gd name="T69" fmla="*/ 11 h 36"/>
                  <a:gd name="T70" fmla="*/ 4 w 6"/>
                  <a:gd name="T71" fmla="*/ 11 h 36"/>
                  <a:gd name="T72" fmla="*/ 5 w 6"/>
                  <a:gd name="T73" fmla="*/ 12 h 36"/>
                  <a:gd name="T74" fmla="*/ 5 w 6"/>
                  <a:gd name="T75" fmla="*/ 11 h 36"/>
                  <a:gd name="T76" fmla="*/ 5 w 6"/>
                  <a:gd name="T77" fmla="*/ 8 h 36"/>
                  <a:gd name="T78" fmla="*/ 5 w 6"/>
                  <a:gd name="T79" fmla="*/ 7 h 36"/>
                  <a:gd name="T80" fmla="*/ 5 w 6"/>
                  <a:gd name="T81" fmla="*/ 8 h 36"/>
                  <a:gd name="T82" fmla="*/ 5 w 6"/>
                  <a:gd name="T83" fmla="*/ 8 h 36"/>
                  <a:gd name="T84" fmla="*/ 5 w 6"/>
                  <a:gd name="T85" fmla="*/ 6 h 36"/>
                  <a:gd name="T86" fmla="*/ 5 w 6"/>
                  <a:gd name="T87" fmla="*/ 3 h 36"/>
                  <a:gd name="T88" fmla="*/ 5 w 6"/>
                  <a:gd name="T89" fmla="*/ 3 h 36"/>
                  <a:gd name="T90" fmla="*/ 6 w 6"/>
                  <a:gd name="T91" fmla="*/ 3 h 36"/>
                  <a:gd name="T92" fmla="*/ 6 w 6"/>
                  <a:gd name="T93" fmla="*/ 3 h 36"/>
                  <a:gd name="T94" fmla="*/ 6 w 6"/>
                  <a:gd name="T95" fmla="*/ 3 h 36"/>
                  <a:gd name="T96" fmla="*/ 6 w 6"/>
                  <a:gd name="T97" fmla="*/ 0 h 36"/>
                  <a:gd name="T98" fmla="*/ 6 w 6"/>
                  <a:gd name="T99" fmla="*/ 0 h 36"/>
                  <a:gd name="T100" fmla="*/ 6 w 6"/>
                  <a:gd name="T101" fmla="*/ 1 h 36"/>
                  <a:gd name="T102" fmla="*/ 6 w 6"/>
                  <a:gd name="T103" fmla="*/ 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6">
                    <a:moveTo>
                      <a:pt x="0" y="34"/>
                    </a:moveTo>
                    <a:lnTo>
                      <a:pt x="0" y="35"/>
                    </a:lnTo>
                    <a:lnTo>
                      <a:pt x="0" y="33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0"/>
                    </a:lnTo>
                    <a:lnTo>
                      <a:pt x="1" y="27"/>
                    </a:lnTo>
                    <a:lnTo>
                      <a:pt x="1" y="28"/>
                    </a:lnTo>
                    <a:lnTo>
                      <a:pt x="1" y="32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2" y="33"/>
                    </a:lnTo>
                    <a:lnTo>
                      <a:pt x="2" y="36"/>
                    </a:lnTo>
                    <a:lnTo>
                      <a:pt x="2" y="36"/>
                    </a:lnTo>
                    <a:lnTo>
                      <a:pt x="2" y="34"/>
                    </a:lnTo>
                    <a:lnTo>
                      <a:pt x="2" y="33"/>
                    </a:lnTo>
                    <a:lnTo>
                      <a:pt x="2" y="32"/>
                    </a:lnTo>
                    <a:lnTo>
                      <a:pt x="3" y="32"/>
                    </a:lnTo>
                    <a:lnTo>
                      <a:pt x="3" y="29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3"/>
                    </a:lnTo>
                    <a:lnTo>
                      <a:pt x="3" y="21"/>
                    </a:lnTo>
                    <a:lnTo>
                      <a:pt x="3" y="18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4"/>
                    </a:lnTo>
                    <a:lnTo>
                      <a:pt x="4" y="15"/>
                    </a:lnTo>
                    <a:lnTo>
                      <a:pt x="4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4" y="11"/>
                    </a:lnTo>
                    <a:lnTo>
                      <a:pt x="5" y="12"/>
                    </a:lnTo>
                    <a:lnTo>
                      <a:pt x="5" y="11"/>
                    </a:lnTo>
                    <a:lnTo>
                      <a:pt x="5" y="8"/>
                    </a:lnTo>
                    <a:lnTo>
                      <a:pt x="5" y="7"/>
                    </a:lnTo>
                    <a:lnTo>
                      <a:pt x="5" y="8"/>
                    </a:lnTo>
                    <a:lnTo>
                      <a:pt x="5" y="8"/>
                    </a:lnTo>
                    <a:lnTo>
                      <a:pt x="5" y="6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43" name="Freeform 803"/>
              <p:cNvSpPr/>
              <p:nvPr/>
            </p:nvSpPr>
            <p:spPr bwMode="auto">
              <a:xfrm>
                <a:off x="1009" y="2913"/>
                <a:ext cx="7" cy="39"/>
              </a:xfrm>
              <a:custGeom>
                <a:avLst/>
                <a:gdLst>
                  <a:gd name="T0" fmla="*/ 0 w 7"/>
                  <a:gd name="T1" fmla="*/ 39 h 39"/>
                  <a:gd name="T2" fmla="*/ 0 w 7"/>
                  <a:gd name="T3" fmla="*/ 39 h 39"/>
                  <a:gd name="T4" fmla="*/ 0 w 7"/>
                  <a:gd name="T5" fmla="*/ 38 h 39"/>
                  <a:gd name="T6" fmla="*/ 0 w 7"/>
                  <a:gd name="T7" fmla="*/ 36 h 39"/>
                  <a:gd name="T8" fmla="*/ 1 w 7"/>
                  <a:gd name="T9" fmla="*/ 34 h 39"/>
                  <a:gd name="T10" fmla="*/ 1 w 7"/>
                  <a:gd name="T11" fmla="*/ 33 h 39"/>
                  <a:gd name="T12" fmla="*/ 1 w 7"/>
                  <a:gd name="T13" fmla="*/ 33 h 39"/>
                  <a:gd name="T14" fmla="*/ 1 w 7"/>
                  <a:gd name="T15" fmla="*/ 32 h 39"/>
                  <a:gd name="T16" fmla="*/ 1 w 7"/>
                  <a:gd name="T17" fmla="*/ 30 h 39"/>
                  <a:gd name="T18" fmla="*/ 1 w 7"/>
                  <a:gd name="T19" fmla="*/ 28 h 39"/>
                  <a:gd name="T20" fmla="*/ 2 w 7"/>
                  <a:gd name="T21" fmla="*/ 27 h 39"/>
                  <a:gd name="T22" fmla="*/ 2 w 7"/>
                  <a:gd name="T23" fmla="*/ 26 h 39"/>
                  <a:gd name="T24" fmla="*/ 2 w 7"/>
                  <a:gd name="T25" fmla="*/ 23 h 39"/>
                  <a:gd name="T26" fmla="*/ 2 w 7"/>
                  <a:gd name="T27" fmla="*/ 21 h 39"/>
                  <a:gd name="T28" fmla="*/ 2 w 7"/>
                  <a:gd name="T29" fmla="*/ 19 h 39"/>
                  <a:gd name="T30" fmla="*/ 2 w 7"/>
                  <a:gd name="T31" fmla="*/ 18 h 39"/>
                  <a:gd name="T32" fmla="*/ 2 w 7"/>
                  <a:gd name="T33" fmla="*/ 16 h 39"/>
                  <a:gd name="T34" fmla="*/ 2 w 7"/>
                  <a:gd name="T35" fmla="*/ 14 h 39"/>
                  <a:gd name="T36" fmla="*/ 2 w 7"/>
                  <a:gd name="T37" fmla="*/ 11 h 39"/>
                  <a:gd name="T38" fmla="*/ 3 w 7"/>
                  <a:gd name="T39" fmla="*/ 9 h 39"/>
                  <a:gd name="T40" fmla="*/ 3 w 7"/>
                  <a:gd name="T41" fmla="*/ 7 h 39"/>
                  <a:gd name="T42" fmla="*/ 3 w 7"/>
                  <a:gd name="T43" fmla="*/ 7 h 39"/>
                  <a:gd name="T44" fmla="*/ 3 w 7"/>
                  <a:gd name="T45" fmla="*/ 6 h 39"/>
                  <a:gd name="T46" fmla="*/ 3 w 7"/>
                  <a:gd name="T47" fmla="*/ 4 h 39"/>
                  <a:gd name="T48" fmla="*/ 3 w 7"/>
                  <a:gd name="T49" fmla="*/ 2 h 39"/>
                  <a:gd name="T50" fmla="*/ 3 w 7"/>
                  <a:gd name="T51" fmla="*/ 1 h 39"/>
                  <a:gd name="T52" fmla="*/ 4 w 7"/>
                  <a:gd name="T53" fmla="*/ 0 h 39"/>
                  <a:gd name="T54" fmla="*/ 4 w 7"/>
                  <a:gd name="T55" fmla="*/ 0 h 39"/>
                  <a:gd name="T56" fmla="*/ 4 w 7"/>
                  <a:gd name="T57" fmla="*/ 0 h 39"/>
                  <a:gd name="T58" fmla="*/ 4 w 7"/>
                  <a:gd name="T59" fmla="*/ 1 h 39"/>
                  <a:gd name="T60" fmla="*/ 4 w 7"/>
                  <a:gd name="T61" fmla="*/ 1 h 39"/>
                  <a:gd name="T62" fmla="*/ 4 w 7"/>
                  <a:gd name="T63" fmla="*/ 2 h 39"/>
                  <a:gd name="T64" fmla="*/ 4 w 7"/>
                  <a:gd name="T65" fmla="*/ 4 h 39"/>
                  <a:gd name="T66" fmla="*/ 4 w 7"/>
                  <a:gd name="T67" fmla="*/ 6 h 39"/>
                  <a:gd name="T68" fmla="*/ 4 w 7"/>
                  <a:gd name="T69" fmla="*/ 8 h 39"/>
                  <a:gd name="T70" fmla="*/ 5 w 7"/>
                  <a:gd name="T71" fmla="*/ 9 h 39"/>
                  <a:gd name="T72" fmla="*/ 5 w 7"/>
                  <a:gd name="T73" fmla="*/ 11 h 39"/>
                  <a:gd name="T74" fmla="*/ 5 w 7"/>
                  <a:gd name="T75" fmla="*/ 12 h 39"/>
                  <a:gd name="T76" fmla="*/ 5 w 7"/>
                  <a:gd name="T77" fmla="*/ 13 h 39"/>
                  <a:gd name="T78" fmla="*/ 5 w 7"/>
                  <a:gd name="T79" fmla="*/ 14 h 39"/>
                  <a:gd name="T80" fmla="*/ 5 w 7"/>
                  <a:gd name="T81" fmla="*/ 17 h 39"/>
                  <a:gd name="T82" fmla="*/ 6 w 7"/>
                  <a:gd name="T83" fmla="*/ 18 h 39"/>
                  <a:gd name="T84" fmla="*/ 6 w 7"/>
                  <a:gd name="T85" fmla="*/ 19 h 39"/>
                  <a:gd name="T86" fmla="*/ 6 w 7"/>
                  <a:gd name="T87" fmla="*/ 20 h 39"/>
                  <a:gd name="T88" fmla="*/ 6 w 7"/>
                  <a:gd name="T89" fmla="*/ 21 h 39"/>
                  <a:gd name="T90" fmla="*/ 6 w 7"/>
                  <a:gd name="T91" fmla="*/ 21 h 39"/>
                  <a:gd name="T92" fmla="*/ 6 w 7"/>
                  <a:gd name="T93" fmla="*/ 23 h 39"/>
                  <a:gd name="T94" fmla="*/ 6 w 7"/>
                  <a:gd name="T95" fmla="*/ 25 h 39"/>
                  <a:gd name="T96" fmla="*/ 6 w 7"/>
                  <a:gd name="T97" fmla="*/ 27 h 39"/>
                  <a:gd name="T98" fmla="*/ 6 w 7"/>
                  <a:gd name="T99" fmla="*/ 28 h 39"/>
                  <a:gd name="T100" fmla="*/ 7 w 7"/>
                  <a:gd name="T101" fmla="*/ 29 h 39"/>
                  <a:gd name="T102" fmla="*/ 7 w 7"/>
                  <a:gd name="T103" fmla="*/ 3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39">
                    <a:moveTo>
                      <a:pt x="0" y="39"/>
                    </a:moveTo>
                    <a:lnTo>
                      <a:pt x="0" y="39"/>
                    </a:lnTo>
                    <a:lnTo>
                      <a:pt x="0" y="38"/>
                    </a:lnTo>
                    <a:lnTo>
                      <a:pt x="0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0"/>
                    </a:lnTo>
                    <a:lnTo>
                      <a:pt x="1" y="28"/>
                    </a:lnTo>
                    <a:lnTo>
                      <a:pt x="2" y="27"/>
                    </a:lnTo>
                    <a:lnTo>
                      <a:pt x="2" y="26"/>
                    </a:lnTo>
                    <a:lnTo>
                      <a:pt x="2" y="23"/>
                    </a:lnTo>
                    <a:lnTo>
                      <a:pt x="2" y="21"/>
                    </a:lnTo>
                    <a:lnTo>
                      <a:pt x="2" y="19"/>
                    </a:lnTo>
                    <a:lnTo>
                      <a:pt x="2" y="18"/>
                    </a:lnTo>
                    <a:lnTo>
                      <a:pt x="2" y="16"/>
                    </a:lnTo>
                    <a:lnTo>
                      <a:pt x="2" y="14"/>
                    </a:lnTo>
                    <a:lnTo>
                      <a:pt x="2" y="11"/>
                    </a:lnTo>
                    <a:lnTo>
                      <a:pt x="3" y="9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3" y="6"/>
                    </a:lnTo>
                    <a:lnTo>
                      <a:pt x="3" y="4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6"/>
                    </a:lnTo>
                    <a:lnTo>
                      <a:pt x="4" y="8"/>
                    </a:lnTo>
                    <a:lnTo>
                      <a:pt x="5" y="9"/>
                    </a:lnTo>
                    <a:lnTo>
                      <a:pt x="5" y="11"/>
                    </a:lnTo>
                    <a:lnTo>
                      <a:pt x="5" y="12"/>
                    </a:lnTo>
                    <a:lnTo>
                      <a:pt x="5" y="13"/>
                    </a:lnTo>
                    <a:lnTo>
                      <a:pt x="5" y="14"/>
                    </a:lnTo>
                    <a:lnTo>
                      <a:pt x="5" y="17"/>
                    </a:lnTo>
                    <a:lnTo>
                      <a:pt x="6" y="18"/>
                    </a:lnTo>
                    <a:lnTo>
                      <a:pt x="6" y="19"/>
                    </a:lnTo>
                    <a:lnTo>
                      <a:pt x="6" y="20"/>
                    </a:lnTo>
                    <a:lnTo>
                      <a:pt x="6" y="21"/>
                    </a:lnTo>
                    <a:lnTo>
                      <a:pt x="6" y="21"/>
                    </a:lnTo>
                    <a:lnTo>
                      <a:pt x="6" y="23"/>
                    </a:lnTo>
                    <a:lnTo>
                      <a:pt x="6" y="25"/>
                    </a:lnTo>
                    <a:lnTo>
                      <a:pt x="6" y="27"/>
                    </a:lnTo>
                    <a:lnTo>
                      <a:pt x="6" y="28"/>
                    </a:lnTo>
                    <a:lnTo>
                      <a:pt x="7" y="29"/>
                    </a:lnTo>
                    <a:lnTo>
                      <a:pt x="7" y="3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44" name="Freeform 804"/>
              <p:cNvSpPr/>
              <p:nvPr/>
            </p:nvSpPr>
            <p:spPr bwMode="auto">
              <a:xfrm>
                <a:off x="1016" y="2942"/>
                <a:ext cx="6" cy="54"/>
              </a:xfrm>
              <a:custGeom>
                <a:avLst/>
                <a:gdLst>
                  <a:gd name="T0" fmla="*/ 0 w 6"/>
                  <a:gd name="T1" fmla="*/ 0 h 54"/>
                  <a:gd name="T2" fmla="*/ 0 w 6"/>
                  <a:gd name="T3" fmla="*/ 2 h 54"/>
                  <a:gd name="T4" fmla="*/ 0 w 6"/>
                  <a:gd name="T5" fmla="*/ 4 h 54"/>
                  <a:gd name="T6" fmla="*/ 0 w 6"/>
                  <a:gd name="T7" fmla="*/ 4 h 54"/>
                  <a:gd name="T8" fmla="*/ 0 w 6"/>
                  <a:gd name="T9" fmla="*/ 5 h 54"/>
                  <a:gd name="T10" fmla="*/ 0 w 6"/>
                  <a:gd name="T11" fmla="*/ 6 h 54"/>
                  <a:gd name="T12" fmla="*/ 0 w 6"/>
                  <a:gd name="T13" fmla="*/ 5 h 54"/>
                  <a:gd name="T14" fmla="*/ 0 w 6"/>
                  <a:gd name="T15" fmla="*/ 5 h 54"/>
                  <a:gd name="T16" fmla="*/ 0 w 6"/>
                  <a:gd name="T17" fmla="*/ 5 h 54"/>
                  <a:gd name="T18" fmla="*/ 1 w 6"/>
                  <a:gd name="T19" fmla="*/ 5 h 54"/>
                  <a:gd name="T20" fmla="*/ 1 w 6"/>
                  <a:gd name="T21" fmla="*/ 5 h 54"/>
                  <a:gd name="T22" fmla="*/ 1 w 6"/>
                  <a:gd name="T23" fmla="*/ 5 h 54"/>
                  <a:gd name="T24" fmla="*/ 1 w 6"/>
                  <a:gd name="T25" fmla="*/ 6 h 54"/>
                  <a:gd name="T26" fmla="*/ 1 w 6"/>
                  <a:gd name="T27" fmla="*/ 7 h 54"/>
                  <a:gd name="T28" fmla="*/ 1 w 6"/>
                  <a:gd name="T29" fmla="*/ 8 h 54"/>
                  <a:gd name="T30" fmla="*/ 2 w 6"/>
                  <a:gd name="T31" fmla="*/ 10 h 54"/>
                  <a:gd name="T32" fmla="*/ 2 w 6"/>
                  <a:gd name="T33" fmla="*/ 12 h 54"/>
                  <a:gd name="T34" fmla="*/ 2 w 6"/>
                  <a:gd name="T35" fmla="*/ 15 h 54"/>
                  <a:gd name="T36" fmla="*/ 2 w 6"/>
                  <a:gd name="T37" fmla="*/ 16 h 54"/>
                  <a:gd name="T38" fmla="*/ 2 w 6"/>
                  <a:gd name="T39" fmla="*/ 18 h 54"/>
                  <a:gd name="T40" fmla="*/ 2 w 6"/>
                  <a:gd name="T41" fmla="*/ 19 h 54"/>
                  <a:gd name="T42" fmla="*/ 2 w 6"/>
                  <a:gd name="T43" fmla="*/ 19 h 54"/>
                  <a:gd name="T44" fmla="*/ 2 w 6"/>
                  <a:gd name="T45" fmla="*/ 19 h 54"/>
                  <a:gd name="T46" fmla="*/ 2 w 6"/>
                  <a:gd name="T47" fmla="*/ 21 h 54"/>
                  <a:gd name="T48" fmla="*/ 3 w 6"/>
                  <a:gd name="T49" fmla="*/ 23 h 54"/>
                  <a:gd name="T50" fmla="*/ 3 w 6"/>
                  <a:gd name="T51" fmla="*/ 23 h 54"/>
                  <a:gd name="T52" fmla="*/ 3 w 6"/>
                  <a:gd name="T53" fmla="*/ 24 h 54"/>
                  <a:gd name="T54" fmla="*/ 3 w 6"/>
                  <a:gd name="T55" fmla="*/ 27 h 54"/>
                  <a:gd name="T56" fmla="*/ 3 w 6"/>
                  <a:gd name="T57" fmla="*/ 30 h 54"/>
                  <a:gd name="T58" fmla="*/ 3 w 6"/>
                  <a:gd name="T59" fmla="*/ 33 h 54"/>
                  <a:gd name="T60" fmla="*/ 4 w 6"/>
                  <a:gd name="T61" fmla="*/ 37 h 54"/>
                  <a:gd name="T62" fmla="*/ 4 w 6"/>
                  <a:gd name="T63" fmla="*/ 41 h 54"/>
                  <a:gd name="T64" fmla="*/ 4 w 6"/>
                  <a:gd name="T65" fmla="*/ 44 h 54"/>
                  <a:gd name="T66" fmla="*/ 4 w 6"/>
                  <a:gd name="T67" fmla="*/ 48 h 54"/>
                  <a:gd name="T68" fmla="*/ 4 w 6"/>
                  <a:gd name="T69" fmla="*/ 51 h 54"/>
                  <a:gd name="T70" fmla="*/ 4 w 6"/>
                  <a:gd name="T71" fmla="*/ 53 h 54"/>
                  <a:gd name="T72" fmla="*/ 4 w 6"/>
                  <a:gd name="T73" fmla="*/ 54 h 54"/>
                  <a:gd name="T74" fmla="*/ 4 w 6"/>
                  <a:gd name="T75" fmla="*/ 54 h 54"/>
                  <a:gd name="T76" fmla="*/ 4 w 6"/>
                  <a:gd name="T77" fmla="*/ 54 h 54"/>
                  <a:gd name="T78" fmla="*/ 4 w 6"/>
                  <a:gd name="T79" fmla="*/ 51 h 54"/>
                  <a:gd name="T80" fmla="*/ 5 w 6"/>
                  <a:gd name="T81" fmla="*/ 47 h 54"/>
                  <a:gd name="T82" fmla="*/ 5 w 6"/>
                  <a:gd name="T83" fmla="*/ 46 h 54"/>
                  <a:gd name="T84" fmla="*/ 5 w 6"/>
                  <a:gd name="T85" fmla="*/ 46 h 54"/>
                  <a:gd name="T86" fmla="*/ 5 w 6"/>
                  <a:gd name="T87" fmla="*/ 45 h 54"/>
                  <a:gd name="T88" fmla="*/ 5 w 6"/>
                  <a:gd name="T89" fmla="*/ 43 h 54"/>
                  <a:gd name="T90" fmla="*/ 5 w 6"/>
                  <a:gd name="T91" fmla="*/ 42 h 54"/>
                  <a:gd name="T92" fmla="*/ 5 w 6"/>
                  <a:gd name="T93" fmla="*/ 43 h 54"/>
                  <a:gd name="T94" fmla="*/ 5 w 6"/>
                  <a:gd name="T95" fmla="*/ 44 h 54"/>
                  <a:gd name="T96" fmla="*/ 5 w 6"/>
                  <a:gd name="T97" fmla="*/ 46 h 54"/>
                  <a:gd name="T98" fmla="*/ 6 w 6"/>
                  <a:gd name="T99" fmla="*/ 48 h 54"/>
                  <a:gd name="T100" fmla="*/ 6 w 6"/>
                  <a:gd name="T101" fmla="*/ 48 h 54"/>
                  <a:gd name="T102" fmla="*/ 6 w 6"/>
                  <a:gd name="T103" fmla="*/ 48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4">
                    <a:moveTo>
                      <a:pt x="0" y="0"/>
                    </a:moveTo>
                    <a:lnTo>
                      <a:pt x="0" y="2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1" y="6"/>
                    </a:lnTo>
                    <a:lnTo>
                      <a:pt x="1" y="7"/>
                    </a:lnTo>
                    <a:lnTo>
                      <a:pt x="1" y="8"/>
                    </a:lnTo>
                    <a:lnTo>
                      <a:pt x="2" y="10"/>
                    </a:lnTo>
                    <a:lnTo>
                      <a:pt x="2" y="12"/>
                    </a:lnTo>
                    <a:lnTo>
                      <a:pt x="2" y="15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2" y="19"/>
                    </a:lnTo>
                    <a:lnTo>
                      <a:pt x="2" y="19"/>
                    </a:lnTo>
                    <a:lnTo>
                      <a:pt x="2" y="19"/>
                    </a:lnTo>
                    <a:lnTo>
                      <a:pt x="2" y="21"/>
                    </a:lnTo>
                    <a:lnTo>
                      <a:pt x="3" y="23"/>
                    </a:lnTo>
                    <a:lnTo>
                      <a:pt x="3" y="23"/>
                    </a:lnTo>
                    <a:lnTo>
                      <a:pt x="3" y="24"/>
                    </a:lnTo>
                    <a:lnTo>
                      <a:pt x="3" y="27"/>
                    </a:lnTo>
                    <a:lnTo>
                      <a:pt x="3" y="30"/>
                    </a:lnTo>
                    <a:lnTo>
                      <a:pt x="3" y="33"/>
                    </a:lnTo>
                    <a:lnTo>
                      <a:pt x="4" y="37"/>
                    </a:lnTo>
                    <a:lnTo>
                      <a:pt x="4" y="41"/>
                    </a:lnTo>
                    <a:lnTo>
                      <a:pt x="4" y="44"/>
                    </a:lnTo>
                    <a:lnTo>
                      <a:pt x="4" y="48"/>
                    </a:lnTo>
                    <a:lnTo>
                      <a:pt x="4" y="51"/>
                    </a:lnTo>
                    <a:lnTo>
                      <a:pt x="4" y="53"/>
                    </a:lnTo>
                    <a:lnTo>
                      <a:pt x="4" y="54"/>
                    </a:lnTo>
                    <a:lnTo>
                      <a:pt x="4" y="54"/>
                    </a:lnTo>
                    <a:lnTo>
                      <a:pt x="4" y="54"/>
                    </a:lnTo>
                    <a:lnTo>
                      <a:pt x="4" y="51"/>
                    </a:lnTo>
                    <a:lnTo>
                      <a:pt x="5" y="47"/>
                    </a:lnTo>
                    <a:lnTo>
                      <a:pt x="5" y="46"/>
                    </a:lnTo>
                    <a:lnTo>
                      <a:pt x="5" y="46"/>
                    </a:lnTo>
                    <a:lnTo>
                      <a:pt x="5" y="45"/>
                    </a:lnTo>
                    <a:lnTo>
                      <a:pt x="5" y="43"/>
                    </a:lnTo>
                    <a:lnTo>
                      <a:pt x="5" y="42"/>
                    </a:lnTo>
                    <a:lnTo>
                      <a:pt x="5" y="43"/>
                    </a:lnTo>
                    <a:lnTo>
                      <a:pt x="5" y="44"/>
                    </a:lnTo>
                    <a:lnTo>
                      <a:pt x="5" y="46"/>
                    </a:lnTo>
                    <a:lnTo>
                      <a:pt x="6" y="48"/>
                    </a:lnTo>
                    <a:lnTo>
                      <a:pt x="6" y="48"/>
                    </a:lnTo>
                    <a:lnTo>
                      <a:pt x="6" y="4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45" name="Freeform 805"/>
              <p:cNvSpPr/>
              <p:nvPr/>
            </p:nvSpPr>
            <p:spPr bwMode="auto">
              <a:xfrm>
                <a:off x="1022" y="2978"/>
                <a:ext cx="6" cy="20"/>
              </a:xfrm>
              <a:custGeom>
                <a:avLst/>
                <a:gdLst>
                  <a:gd name="T0" fmla="*/ 0 w 6"/>
                  <a:gd name="T1" fmla="*/ 12 h 20"/>
                  <a:gd name="T2" fmla="*/ 0 w 6"/>
                  <a:gd name="T3" fmla="*/ 12 h 20"/>
                  <a:gd name="T4" fmla="*/ 0 w 6"/>
                  <a:gd name="T5" fmla="*/ 13 h 20"/>
                  <a:gd name="T6" fmla="*/ 0 w 6"/>
                  <a:gd name="T7" fmla="*/ 12 h 20"/>
                  <a:gd name="T8" fmla="*/ 0 w 6"/>
                  <a:gd name="T9" fmla="*/ 10 h 20"/>
                  <a:gd name="T10" fmla="*/ 1 w 6"/>
                  <a:gd name="T11" fmla="*/ 7 h 20"/>
                  <a:gd name="T12" fmla="*/ 1 w 6"/>
                  <a:gd name="T13" fmla="*/ 5 h 20"/>
                  <a:gd name="T14" fmla="*/ 1 w 6"/>
                  <a:gd name="T15" fmla="*/ 4 h 20"/>
                  <a:gd name="T16" fmla="*/ 1 w 6"/>
                  <a:gd name="T17" fmla="*/ 3 h 20"/>
                  <a:gd name="T18" fmla="*/ 1 w 6"/>
                  <a:gd name="T19" fmla="*/ 1 h 20"/>
                  <a:gd name="T20" fmla="*/ 1 w 6"/>
                  <a:gd name="T21" fmla="*/ 0 h 20"/>
                  <a:gd name="T22" fmla="*/ 1 w 6"/>
                  <a:gd name="T23" fmla="*/ 0 h 20"/>
                  <a:gd name="T24" fmla="*/ 1 w 6"/>
                  <a:gd name="T25" fmla="*/ 1 h 20"/>
                  <a:gd name="T26" fmla="*/ 1 w 6"/>
                  <a:gd name="T27" fmla="*/ 3 h 20"/>
                  <a:gd name="T28" fmla="*/ 2 w 6"/>
                  <a:gd name="T29" fmla="*/ 5 h 20"/>
                  <a:gd name="T30" fmla="*/ 2 w 6"/>
                  <a:gd name="T31" fmla="*/ 8 h 20"/>
                  <a:gd name="T32" fmla="*/ 2 w 6"/>
                  <a:gd name="T33" fmla="*/ 9 h 20"/>
                  <a:gd name="T34" fmla="*/ 2 w 6"/>
                  <a:gd name="T35" fmla="*/ 11 h 20"/>
                  <a:gd name="T36" fmla="*/ 2 w 6"/>
                  <a:gd name="T37" fmla="*/ 13 h 20"/>
                  <a:gd name="T38" fmla="*/ 2 w 6"/>
                  <a:gd name="T39" fmla="*/ 14 h 20"/>
                  <a:gd name="T40" fmla="*/ 3 w 6"/>
                  <a:gd name="T41" fmla="*/ 13 h 20"/>
                  <a:gd name="T42" fmla="*/ 3 w 6"/>
                  <a:gd name="T43" fmla="*/ 15 h 20"/>
                  <a:gd name="T44" fmla="*/ 3 w 6"/>
                  <a:gd name="T45" fmla="*/ 17 h 20"/>
                  <a:gd name="T46" fmla="*/ 3 w 6"/>
                  <a:gd name="T47" fmla="*/ 18 h 20"/>
                  <a:gd name="T48" fmla="*/ 3 w 6"/>
                  <a:gd name="T49" fmla="*/ 18 h 20"/>
                  <a:gd name="T50" fmla="*/ 3 w 6"/>
                  <a:gd name="T51" fmla="*/ 20 h 20"/>
                  <a:gd name="T52" fmla="*/ 3 w 6"/>
                  <a:gd name="T53" fmla="*/ 20 h 20"/>
                  <a:gd name="T54" fmla="*/ 3 w 6"/>
                  <a:gd name="T55" fmla="*/ 19 h 20"/>
                  <a:gd name="T56" fmla="*/ 3 w 6"/>
                  <a:gd name="T57" fmla="*/ 18 h 20"/>
                  <a:gd name="T58" fmla="*/ 4 w 6"/>
                  <a:gd name="T59" fmla="*/ 18 h 20"/>
                  <a:gd name="T60" fmla="*/ 4 w 6"/>
                  <a:gd name="T61" fmla="*/ 18 h 20"/>
                  <a:gd name="T62" fmla="*/ 4 w 6"/>
                  <a:gd name="T63" fmla="*/ 17 h 20"/>
                  <a:gd name="T64" fmla="*/ 4 w 6"/>
                  <a:gd name="T65" fmla="*/ 17 h 20"/>
                  <a:gd name="T66" fmla="*/ 4 w 6"/>
                  <a:gd name="T67" fmla="*/ 15 h 20"/>
                  <a:gd name="T68" fmla="*/ 4 w 6"/>
                  <a:gd name="T69" fmla="*/ 13 h 20"/>
                  <a:gd name="T70" fmla="*/ 4 w 6"/>
                  <a:gd name="T71" fmla="*/ 13 h 20"/>
                  <a:gd name="T72" fmla="*/ 4 w 6"/>
                  <a:gd name="T73" fmla="*/ 15 h 20"/>
                  <a:gd name="T74" fmla="*/ 4 w 6"/>
                  <a:gd name="T75" fmla="*/ 15 h 20"/>
                  <a:gd name="T76" fmla="*/ 5 w 6"/>
                  <a:gd name="T77" fmla="*/ 11 h 20"/>
                  <a:gd name="T78" fmla="*/ 5 w 6"/>
                  <a:gd name="T79" fmla="*/ 9 h 20"/>
                  <a:gd name="T80" fmla="*/ 5 w 6"/>
                  <a:gd name="T81" fmla="*/ 10 h 20"/>
                  <a:gd name="T82" fmla="*/ 5 w 6"/>
                  <a:gd name="T83" fmla="*/ 11 h 20"/>
                  <a:gd name="T84" fmla="*/ 5 w 6"/>
                  <a:gd name="T85" fmla="*/ 9 h 20"/>
                  <a:gd name="T86" fmla="*/ 5 w 6"/>
                  <a:gd name="T87" fmla="*/ 7 h 20"/>
                  <a:gd name="T88" fmla="*/ 6 w 6"/>
                  <a:gd name="T89" fmla="*/ 6 h 20"/>
                  <a:gd name="T90" fmla="*/ 6 w 6"/>
                  <a:gd name="T91" fmla="*/ 5 h 20"/>
                  <a:gd name="T92" fmla="*/ 6 w 6"/>
                  <a:gd name="T93" fmla="*/ 5 h 20"/>
                  <a:gd name="T94" fmla="*/ 6 w 6"/>
                  <a:gd name="T95" fmla="*/ 7 h 20"/>
                  <a:gd name="T96" fmla="*/ 6 w 6"/>
                  <a:gd name="T97" fmla="*/ 10 h 20"/>
                  <a:gd name="T98" fmla="*/ 6 w 6"/>
                  <a:gd name="T99" fmla="*/ 12 h 20"/>
                  <a:gd name="T100" fmla="*/ 6 w 6"/>
                  <a:gd name="T101" fmla="*/ 14 h 20"/>
                  <a:gd name="T102" fmla="*/ 6 w 6"/>
                  <a:gd name="T103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20">
                    <a:moveTo>
                      <a:pt x="0" y="12"/>
                    </a:moveTo>
                    <a:lnTo>
                      <a:pt x="0" y="12"/>
                    </a:lnTo>
                    <a:lnTo>
                      <a:pt x="0" y="13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1" y="7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3"/>
                    </a:lnTo>
                    <a:lnTo>
                      <a:pt x="2" y="5"/>
                    </a:lnTo>
                    <a:lnTo>
                      <a:pt x="2" y="8"/>
                    </a:lnTo>
                    <a:lnTo>
                      <a:pt x="2" y="9"/>
                    </a:lnTo>
                    <a:lnTo>
                      <a:pt x="2" y="11"/>
                    </a:lnTo>
                    <a:lnTo>
                      <a:pt x="2" y="13"/>
                    </a:lnTo>
                    <a:lnTo>
                      <a:pt x="2" y="14"/>
                    </a:lnTo>
                    <a:lnTo>
                      <a:pt x="3" y="13"/>
                    </a:lnTo>
                    <a:lnTo>
                      <a:pt x="3" y="15"/>
                    </a:lnTo>
                    <a:lnTo>
                      <a:pt x="3" y="17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20"/>
                    </a:lnTo>
                    <a:lnTo>
                      <a:pt x="3" y="20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4" y="18"/>
                    </a:lnTo>
                    <a:lnTo>
                      <a:pt x="4" y="18"/>
                    </a:lnTo>
                    <a:lnTo>
                      <a:pt x="4" y="17"/>
                    </a:lnTo>
                    <a:lnTo>
                      <a:pt x="4" y="17"/>
                    </a:lnTo>
                    <a:lnTo>
                      <a:pt x="4" y="15"/>
                    </a:lnTo>
                    <a:lnTo>
                      <a:pt x="4" y="13"/>
                    </a:lnTo>
                    <a:lnTo>
                      <a:pt x="4" y="13"/>
                    </a:lnTo>
                    <a:lnTo>
                      <a:pt x="4" y="15"/>
                    </a:lnTo>
                    <a:lnTo>
                      <a:pt x="4" y="15"/>
                    </a:lnTo>
                    <a:lnTo>
                      <a:pt x="5" y="11"/>
                    </a:lnTo>
                    <a:lnTo>
                      <a:pt x="5" y="9"/>
                    </a:lnTo>
                    <a:lnTo>
                      <a:pt x="5" y="10"/>
                    </a:lnTo>
                    <a:lnTo>
                      <a:pt x="5" y="11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6" y="6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7"/>
                    </a:lnTo>
                    <a:lnTo>
                      <a:pt x="6" y="10"/>
                    </a:lnTo>
                    <a:lnTo>
                      <a:pt x="6" y="12"/>
                    </a:lnTo>
                    <a:lnTo>
                      <a:pt x="6" y="14"/>
                    </a:lnTo>
                    <a:lnTo>
                      <a:pt x="6" y="1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46" name="Freeform 806"/>
              <p:cNvSpPr/>
              <p:nvPr/>
            </p:nvSpPr>
            <p:spPr bwMode="auto">
              <a:xfrm>
                <a:off x="1028" y="2955"/>
                <a:ext cx="7" cy="51"/>
              </a:xfrm>
              <a:custGeom>
                <a:avLst/>
                <a:gdLst>
                  <a:gd name="T0" fmla="*/ 0 w 7"/>
                  <a:gd name="T1" fmla="*/ 37 h 51"/>
                  <a:gd name="T2" fmla="*/ 0 w 7"/>
                  <a:gd name="T3" fmla="*/ 38 h 51"/>
                  <a:gd name="T4" fmla="*/ 0 w 7"/>
                  <a:gd name="T5" fmla="*/ 38 h 51"/>
                  <a:gd name="T6" fmla="*/ 1 w 7"/>
                  <a:gd name="T7" fmla="*/ 40 h 51"/>
                  <a:gd name="T8" fmla="*/ 1 w 7"/>
                  <a:gd name="T9" fmla="*/ 45 h 51"/>
                  <a:gd name="T10" fmla="*/ 1 w 7"/>
                  <a:gd name="T11" fmla="*/ 51 h 51"/>
                  <a:gd name="T12" fmla="*/ 1 w 7"/>
                  <a:gd name="T13" fmla="*/ 50 h 51"/>
                  <a:gd name="T14" fmla="*/ 1 w 7"/>
                  <a:gd name="T15" fmla="*/ 45 h 51"/>
                  <a:gd name="T16" fmla="*/ 1 w 7"/>
                  <a:gd name="T17" fmla="*/ 43 h 51"/>
                  <a:gd name="T18" fmla="*/ 1 w 7"/>
                  <a:gd name="T19" fmla="*/ 46 h 51"/>
                  <a:gd name="T20" fmla="*/ 2 w 7"/>
                  <a:gd name="T21" fmla="*/ 46 h 51"/>
                  <a:gd name="T22" fmla="*/ 2 w 7"/>
                  <a:gd name="T23" fmla="*/ 40 h 51"/>
                  <a:gd name="T24" fmla="*/ 2 w 7"/>
                  <a:gd name="T25" fmla="*/ 35 h 51"/>
                  <a:gd name="T26" fmla="*/ 2 w 7"/>
                  <a:gd name="T27" fmla="*/ 31 h 51"/>
                  <a:gd name="T28" fmla="*/ 2 w 7"/>
                  <a:gd name="T29" fmla="*/ 27 h 51"/>
                  <a:gd name="T30" fmla="*/ 2 w 7"/>
                  <a:gd name="T31" fmla="*/ 24 h 51"/>
                  <a:gd name="T32" fmla="*/ 2 w 7"/>
                  <a:gd name="T33" fmla="*/ 19 h 51"/>
                  <a:gd name="T34" fmla="*/ 2 w 7"/>
                  <a:gd name="T35" fmla="*/ 15 h 51"/>
                  <a:gd name="T36" fmla="*/ 2 w 7"/>
                  <a:gd name="T37" fmla="*/ 15 h 51"/>
                  <a:gd name="T38" fmla="*/ 3 w 7"/>
                  <a:gd name="T39" fmla="*/ 21 h 51"/>
                  <a:gd name="T40" fmla="*/ 3 w 7"/>
                  <a:gd name="T41" fmla="*/ 25 h 51"/>
                  <a:gd name="T42" fmla="*/ 3 w 7"/>
                  <a:gd name="T43" fmla="*/ 25 h 51"/>
                  <a:gd name="T44" fmla="*/ 3 w 7"/>
                  <a:gd name="T45" fmla="*/ 23 h 51"/>
                  <a:gd name="T46" fmla="*/ 3 w 7"/>
                  <a:gd name="T47" fmla="*/ 24 h 51"/>
                  <a:gd name="T48" fmla="*/ 3 w 7"/>
                  <a:gd name="T49" fmla="*/ 27 h 51"/>
                  <a:gd name="T50" fmla="*/ 3 w 7"/>
                  <a:gd name="T51" fmla="*/ 26 h 51"/>
                  <a:gd name="T52" fmla="*/ 3 w 7"/>
                  <a:gd name="T53" fmla="*/ 19 h 51"/>
                  <a:gd name="T54" fmla="*/ 3 w 7"/>
                  <a:gd name="T55" fmla="*/ 14 h 51"/>
                  <a:gd name="T56" fmla="*/ 4 w 7"/>
                  <a:gd name="T57" fmla="*/ 10 h 51"/>
                  <a:gd name="T58" fmla="*/ 4 w 7"/>
                  <a:gd name="T59" fmla="*/ 6 h 51"/>
                  <a:gd name="T60" fmla="*/ 4 w 7"/>
                  <a:gd name="T61" fmla="*/ 3 h 51"/>
                  <a:gd name="T62" fmla="*/ 4 w 7"/>
                  <a:gd name="T63" fmla="*/ 1 h 51"/>
                  <a:gd name="T64" fmla="*/ 4 w 7"/>
                  <a:gd name="T65" fmla="*/ 0 h 51"/>
                  <a:gd name="T66" fmla="*/ 4 w 7"/>
                  <a:gd name="T67" fmla="*/ 0 h 51"/>
                  <a:gd name="T68" fmla="*/ 5 w 7"/>
                  <a:gd name="T69" fmla="*/ 3 h 51"/>
                  <a:gd name="T70" fmla="*/ 5 w 7"/>
                  <a:gd name="T71" fmla="*/ 6 h 51"/>
                  <a:gd name="T72" fmla="*/ 5 w 7"/>
                  <a:gd name="T73" fmla="*/ 7 h 51"/>
                  <a:gd name="T74" fmla="*/ 5 w 7"/>
                  <a:gd name="T75" fmla="*/ 7 h 51"/>
                  <a:gd name="T76" fmla="*/ 5 w 7"/>
                  <a:gd name="T77" fmla="*/ 10 h 51"/>
                  <a:gd name="T78" fmla="*/ 5 w 7"/>
                  <a:gd name="T79" fmla="*/ 12 h 51"/>
                  <a:gd name="T80" fmla="*/ 5 w 7"/>
                  <a:gd name="T81" fmla="*/ 10 h 51"/>
                  <a:gd name="T82" fmla="*/ 5 w 7"/>
                  <a:gd name="T83" fmla="*/ 5 h 51"/>
                  <a:gd name="T84" fmla="*/ 5 w 7"/>
                  <a:gd name="T85" fmla="*/ 2 h 51"/>
                  <a:gd name="T86" fmla="*/ 6 w 7"/>
                  <a:gd name="T87" fmla="*/ 4 h 51"/>
                  <a:gd name="T88" fmla="*/ 6 w 7"/>
                  <a:gd name="T89" fmla="*/ 6 h 51"/>
                  <a:gd name="T90" fmla="*/ 6 w 7"/>
                  <a:gd name="T91" fmla="*/ 6 h 51"/>
                  <a:gd name="T92" fmla="*/ 6 w 7"/>
                  <a:gd name="T93" fmla="*/ 5 h 51"/>
                  <a:gd name="T94" fmla="*/ 6 w 7"/>
                  <a:gd name="T95" fmla="*/ 4 h 51"/>
                  <a:gd name="T96" fmla="*/ 6 w 7"/>
                  <a:gd name="T97" fmla="*/ 3 h 51"/>
                  <a:gd name="T98" fmla="*/ 7 w 7"/>
                  <a:gd name="T99" fmla="*/ 6 h 51"/>
                  <a:gd name="T100" fmla="*/ 7 w 7"/>
                  <a:gd name="T101" fmla="*/ 11 h 51"/>
                  <a:gd name="T102" fmla="*/ 7 w 7"/>
                  <a:gd name="T103" fmla="*/ 13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1">
                    <a:moveTo>
                      <a:pt x="0" y="37"/>
                    </a:moveTo>
                    <a:lnTo>
                      <a:pt x="0" y="38"/>
                    </a:lnTo>
                    <a:lnTo>
                      <a:pt x="0" y="38"/>
                    </a:lnTo>
                    <a:lnTo>
                      <a:pt x="1" y="40"/>
                    </a:lnTo>
                    <a:lnTo>
                      <a:pt x="1" y="45"/>
                    </a:lnTo>
                    <a:lnTo>
                      <a:pt x="1" y="51"/>
                    </a:lnTo>
                    <a:lnTo>
                      <a:pt x="1" y="50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6"/>
                    </a:lnTo>
                    <a:lnTo>
                      <a:pt x="2" y="46"/>
                    </a:lnTo>
                    <a:lnTo>
                      <a:pt x="2" y="40"/>
                    </a:lnTo>
                    <a:lnTo>
                      <a:pt x="2" y="35"/>
                    </a:lnTo>
                    <a:lnTo>
                      <a:pt x="2" y="31"/>
                    </a:lnTo>
                    <a:lnTo>
                      <a:pt x="2" y="27"/>
                    </a:lnTo>
                    <a:lnTo>
                      <a:pt x="2" y="24"/>
                    </a:lnTo>
                    <a:lnTo>
                      <a:pt x="2" y="19"/>
                    </a:lnTo>
                    <a:lnTo>
                      <a:pt x="2" y="15"/>
                    </a:lnTo>
                    <a:lnTo>
                      <a:pt x="2" y="15"/>
                    </a:lnTo>
                    <a:lnTo>
                      <a:pt x="3" y="21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3"/>
                    </a:lnTo>
                    <a:lnTo>
                      <a:pt x="3" y="24"/>
                    </a:lnTo>
                    <a:lnTo>
                      <a:pt x="3" y="27"/>
                    </a:lnTo>
                    <a:lnTo>
                      <a:pt x="3" y="26"/>
                    </a:lnTo>
                    <a:lnTo>
                      <a:pt x="3" y="19"/>
                    </a:lnTo>
                    <a:lnTo>
                      <a:pt x="3" y="14"/>
                    </a:lnTo>
                    <a:lnTo>
                      <a:pt x="4" y="10"/>
                    </a:lnTo>
                    <a:lnTo>
                      <a:pt x="4" y="6"/>
                    </a:lnTo>
                    <a:lnTo>
                      <a:pt x="4" y="3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5" y="3"/>
                    </a:lnTo>
                    <a:lnTo>
                      <a:pt x="5" y="6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5" y="10"/>
                    </a:lnTo>
                    <a:lnTo>
                      <a:pt x="5" y="12"/>
                    </a:lnTo>
                    <a:lnTo>
                      <a:pt x="5" y="10"/>
                    </a:lnTo>
                    <a:lnTo>
                      <a:pt x="5" y="5"/>
                    </a:lnTo>
                    <a:lnTo>
                      <a:pt x="5" y="2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6" y="5"/>
                    </a:lnTo>
                    <a:lnTo>
                      <a:pt x="6" y="4"/>
                    </a:lnTo>
                    <a:lnTo>
                      <a:pt x="6" y="3"/>
                    </a:lnTo>
                    <a:lnTo>
                      <a:pt x="7" y="6"/>
                    </a:lnTo>
                    <a:lnTo>
                      <a:pt x="7" y="11"/>
                    </a:lnTo>
                    <a:lnTo>
                      <a:pt x="7" y="1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47" name="Freeform 807"/>
              <p:cNvSpPr/>
              <p:nvPr/>
            </p:nvSpPr>
            <p:spPr bwMode="auto">
              <a:xfrm>
                <a:off x="1035" y="2930"/>
                <a:ext cx="6" cy="39"/>
              </a:xfrm>
              <a:custGeom>
                <a:avLst/>
                <a:gdLst>
                  <a:gd name="T0" fmla="*/ 0 w 6"/>
                  <a:gd name="T1" fmla="*/ 36 h 39"/>
                  <a:gd name="T2" fmla="*/ 0 w 6"/>
                  <a:gd name="T3" fmla="*/ 38 h 39"/>
                  <a:gd name="T4" fmla="*/ 0 w 6"/>
                  <a:gd name="T5" fmla="*/ 38 h 39"/>
                  <a:gd name="T6" fmla="*/ 0 w 6"/>
                  <a:gd name="T7" fmla="*/ 38 h 39"/>
                  <a:gd name="T8" fmla="*/ 0 w 6"/>
                  <a:gd name="T9" fmla="*/ 39 h 39"/>
                  <a:gd name="T10" fmla="*/ 0 w 6"/>
                  <a:gd name="T11" fmla="*/ 38 h 39"/>
                  <a:gd name="T12" fmla="*/ 0 w 6"/>
                  <a:gd name="T13" fmla="*/ 34 h 39"/>
                  <a:gd name="T14" fmla="*/ 0 w 6"/>
                  <a:gd name="T15" fmla="*/ 32 h 39"/>
                  <a:gd name="T16" fmla="*/ 1 w 6"/>
                  <a:gd name="T17" fmla="*/ 32 h 39"/>
                  <a:gd name="T18" fmla="*/ 1 w 6"/>
                  <a:gd name="T19" fmla="*/ 30 h 39"/>
                  <a:gd name="T20" fmla="*/ 1 w 6"/>
                  <a:gd name="T21" fmla="*/ 25 h 39"/>
                  <a:gd name="T22" fmla="*/ 1 w 6"/>
                  <a:gd name="T23" fmla="*/ 21 h 39"/>
                  <a:gd name="T24" fmla="*/ 1 w 6"/>
                  <a:gd name="T25" fmla="*/ 16 h 39"/>
                  <a:gd name="T26" fmla="*/ 1 w 6"/>
                  <a:gd name="T27" fmla="*/ 13 h 39"/>
                  <a:gd name="T28" fmla="*/ 1 w 6"/>
                  <a:gd name="T29" fmla="*/ 12 h 39"/>
                  <a:gd name="T30" fmla="*/ 1 w 6"/>
                  <a:gd name="T31" fmla="*/ 14 h 39"/>
                  <a:gd name="T32" fmla="*/ 1 w 6"/>
                  <a:gd name="T33" fmla="*/ 13 h 39"/>
                  <a:gd name="T34" fmla="*/ 2 w 6"/>
                  <a:gd name="T35" fmla="*/ 9 h 39"/>
                  <a:gd name="T36" fmla="*/ 2 w 6"/>
                  <a:gd name="T37" fmla="*/ 6 h 39"/>
                  <a:gd name="T38" fmla="*/ 2 w 6"/>
                  <a:gd name="T39" fmla="*/ 5 h 39"/>
                  <a:gd name="T40" fmla="*/ 2 w 6"/>
                  <a:gd name="T41" fmla="*/ 4 h 39"/>
                  <a:gd name="T42" fmla="*/ 2 w 6"/>
                  <a:gd name="T43" fmla="*/ 1 h 39"/>
                  <a:gd name="T44" fmla="*/ 2 w 6"/>
                  <a:gd name="T45" fmla="*/ 0 h 39"/>
                  <a:gd name="T46" fmla="*/ 2 w 6"/>
                  <a:gd name="T47" fmla="*/ 2 h 39"/>
                  <a:gd name="T48" fmla="*/ 3 w 6"/>
                  <a:gd name="T49" fmla="*/ 2 h 39"/>
                  <a:gd name="T50" fmla="*/ 3 w 6"/>
                  <a:gd name="T51" fmla="*/ 1 h 39"/>
                  <a:gd name="T52" fmla="*/ 3 w 6"/>
                  <a:gd name="T53" fmla="*/ 3 h 39"/>
                  <a:gd name="T54" fmla="*/ 3 w 6"/>
                  <a:gd name="T55" fmla="*/ 8 h 39"/>
                  <a:gd name="T56" fmla="*/ 3 w 6"/>
                  <a:gd name="T57" fmla="*/ 11 h 39"/>
                  <a:gd name="T58" fmla="*/ 3 w 6"/>
                  <a:gd name="T59" fmla="*/ 13 h 39"/>
                  <a:gd name="T60" fmla="*/ 3 w 6"/>
                  <a:gd name="T61" fmla="*/ 17 h 39"/>
                  <a:gd name="T62" fmla="*/ 3 w 6"/>
                  <a:gd name="T63" fmla="*/ 19 h 39"/>
                  <a:gd name="T64" fmla="*/ 3 w 6"/>
                  <a:gd name="T65" fmla="*/ 18 h 39"/>
                  <a:gd name="T66" fmla="*/ 4 w 6"/>
                  <a:gd name="T67" fmla="*/ 19 h 39"/>
                  <a:gd name="T68" fmla="*/ 4 w 6"/>
                  <a:gd name="T69" fmla="*/ 21 h 39"/>
                  <a:gd name="T70" fmla="*/ 4 w 6"/>
                  <a:gd name="T71" fmla="*/ 22 h 39"/>
                  <a:gd name="T72" fmla="*/ 4 w 6"/>
                  <a:gd name="T73" fmla="*/ 19 h 39"/>
                  <a:gd name="T74" fmla="*/ 4 w 6"/>
                  <a:gd name="T75" fmla="*/ 17 h 39"/>
                  <a:gd name="T76" fmla="*/ 4 w 6"/>
                  <a:gd name="T77" fmla="*/ 18 h 39"/>
                  <a:gd name="T78" fmla="*/ 5 w 6"/>
                  <a:gd name="T79" fmla="*/ 19 h 39"/>
                  <a:gd name="T80" fmla="*/ 5 w 6"/>
                  <a:gd name="T81" fmla="*/ 21 h 39"/>
                  <a:gd name="T82" fmla="*/ 5 w 6"/>
                  <a:gd name="T83" fmla="*/ 23 h 39"/>
                  <a:gd name="T84" fmla="*/ 5 w 6"/>
                  <a:gd name="T85" fmla="*/ 24 h 39"/>
                  <a:gd name="T86" fmla="*/ 5 w 6"/>
                  <a:gd name="T87" fmla="*/ 22 h 39"/>
                  <a:gd name="T88" fmla="*/ 5 w 6"/>
                  <a:gd name="T89" fmla="*/ 21 h 39"/>
                  <a:gd name="T90" fmla="*/ 5 w 6"/>
                  <a:gd name="T91" fmla="*/ 22 h 39"/>
                  <a:gd name="T92" fmla="*/ 5 w 6"/>
                  <a:gd name="T93" fmla="*/ 22 h 39"/>
                  <a:gd name="T94" fmla="*/ 5 w 6"/>
                  <a:gd name="T95" fmla="*/ 19 h 39"/>
                  <a:gd name="T96" fmla="*/ 6 w 6"/>
                  <a:gd name="T97" fmla="*/ 17 h 39"/>
                  <a:gd name="T98" fmla="*/ 6 w 6"/>
                  <a:gd name="T99" fmla="*/ 16 h 39"/>
                  <a:gd name="T100" fmla="*/ 6 w 6"/>
                  <a:gd name="T101" fmla="*/ 13 h 39"/>
                  <a:gd name="T102" fmla="*/ 6 w 6"/>
                  <a:gd name="T103" fmla="*/ 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9">
                    <a:moveTo>
                      <a:pt x="0" y="36"/>
                    </a:moveTo>
                    <a:lnTo>
                      <a:pt x="0" y="38"/>
                    </a:lnTo>
                    <a:lnTo>
                      <a:pt x="0" y="38"/>
                    </a:lnTo>
                    <a:lnTo>
                      <a:pt x="0" y="38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4"/>
                    </a:lnTo>
                    <a:lnTo>
                      <a:pt x="0" y="32"/>
                    </a:lnTo>
                    <a:lnTo>
                      <a:pt x="1" y="32"/>
                    </a:lnTo>
                    <a:lnTo>
                      <a:pt x="1" y="30"/>
                    </a:lnTo>
                    <a:lnTo>
                      <a:pt x="1" y="25"/>
                    </a:lnTo>
                    <a:lnTo>
                      <a:pt x="1" y="21"/>
                    </a:lnTo>
                    <a:lnTo>
                      <a:pt x="1" y="16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2" y="9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2" y="4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3" y="3"/>
                    </a:lnTo>
                    <a:lnTo>
                      <a:pt x="3" y="8"/>
                    </a:lnTo>
                    <a:lnTo>
                      <a:pt x="3" y="11"/>
                    </a:lnTo>
                    <a:lnTo>
                      <a:pt x="3" y="13"/>
                    </a:lnTo>
                    <a:lnTo>
                      <a:pt x="3" y="17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4" y="19"/>
                    </a:lnTo>
                    <a:lnTo>
                      <a:pt x="4" y="21"/>
                    </a:lnTo>
                    <a:lnTo>
                      <a:pt x="4" y="22"/>
                    </a:lnTo>
                    <a:lnTo>
                      <a:pt x="4" y="19"/>
                    </a:lnTo>
                    <a:lnTo>
                      <a:pt x="4" y="17"/>
                    </a:lnTo>
                    <a:lnTo>
                      <a:pt x="4" y="18"/>
                    </a:lnTo>
                    <a:lnTo>
                      <a:pt x="5" y="19"/>
                    </a:lnTo>
                    <a:lnTo>
                      <a:pt x="5" y="21"/>
                    </a:lnTo>
                    <a:lnTo>
                      <a:pt x="5" y="23"/>
                    </a:lnTo>
                    <a:lnTo>
                      <a:pt x="5" y="24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2"/>
                    </a:lnTo>
                    <a:lnTo>
                      <a:pt x="5" y="22"/>
                    </a:lnTo>
                    <a:lnTo>
                      <a:pt x="5" y="19"/>
                    </a:lnTo>
                    <a:lnTo>
                      <a:pt x="6" y="17"/>
                    </a:lnTo>
                    <a:lnTo>
                      <a:pt x="6" y="16"/>
                    </a:lnTo>
                    <a:lnTo>
                      <a:pt x="6" y="13"/>
                    </a:lnTo>
                    <a:lnTo>
                      <a:pt x="6" y="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48" name="Freeform 808"/>
              <p:cNvSpPr/>
              <p:nvPr/>
            </p:nvSpPr>
            <p:spPr bwMode="auto">
              <a:xfrm>
                <a:off x="1041" y="2890"/>
                <a:ext cx="6" cy="58"/>
              </a:xfrm>
              <a:custGeom>
                <a:avLst/>
                <a:gdLst>
                  <a:gd name="T0" fmla="*/ 0 w 6"/>
                  <a:gd name="T1" fmla="*/ 53 h 58"/>
                  <a:gd name="T2" fmla="*/ 0 w 6"/>
                  <a:gd name="T3" fmla="*/ 49 h 58"/>
                  <a:gd name="T4" fmla="*/ 0 w 6"/>
                  <a:gd name="T5" fmla="*/ 48 h 58"/>
                  <a:gd name="T6" fmla="*/ 0 w 6"/>
                  <a:gd name="T7" fmla="*/ 47 h 58"/>
                  <a:gd name="T8" fmla="*/ 0 w 6"/>
                  <a:gd name="T9" fmla="*/ 44 h 58"/>
                  <a:gd name="T10" fmla="*/ 0 w 6"/>
                  <a:gd name="T11" fmla="*/ 42 h 58"/>
                  <a:gd name="T12" fmla="*/ 0 w 6"/>
                  <a:gd name="T13" fmla="*/ 39 h 58"/>
                  <a:gd name="T14" fmla="*/ 1 w 6"/>
                  <a:gd name="T15" fmla="*/ 36 h 58"/>
                  <a:gd name="T16" fmla="*/ 1 w 6"/>
                  <a:gd name="T17" fmla="*/ 34 h 58"/>
                  <a:gd name="T18" fmla="*/ 1 w 6"/>
                  <a:gd name="T19" fmla="*/ 32 h 58"/>
                  <a:gd name="T20" fmla="*/ 1 w 6"/>
                  <a:gd name="T21" fmla="*/ 30 h 58"/>
                  <a:gd name="T22" fmla="*/ 1 w 6"/>
                  <a:gd name="T23" fmla="*/ 28 h 58"/>
                  <a:gd name="T24" fmla="*/ 1 w 6"/>
                  <a:gd name="T25" fmla="*/ 27 h 58"/>
                  <a:gd name="T26" fmla="*/ 2 w 6"/>
                  <a:gd name="T27" fmla="*/ 27 h 58"/>
                  <a:gd name="T28" fmla="*/ 2 w 6"/>
                  <a:gd name="T29" fmla="*/ 24 h 58"/>
                  <a:gd name="T30" fmla="*/ 2 w 6"/>
                  <a:gd name="T31" fmla="*/ 19 h 58"/>
                  <a:gd name="T32" fmla="*/ 2 w 6"/>
                  <a:gd name="T33" fmla="*/ 14 h 58"/>
                  <a:gd name="T34" fmla="*/ 2 w 6"/>
                  <a:gd name="T35" fmla="*/ 9 h 58"/>
                  <a:gd name="T36" fmla="*/ 2 w 6"/>
                  <a:gd name="T37" fmla="*/ 5 h 58"/>
                  <a:gd name="T38" fmla="*/ 2 w 6"/>
                  <a:gd name="T39" fmla="*/ 1 h 58"/>
                  <a:gd name="T40" fmla="*/ 2 w 6"/>
                  <a:gd name="T41" fmla="*/ 0 h 58"/>
                  <a:gd name="T42" fmla="*/ 2 w 6"/>
                  <a:gd name="T43" fmla="*/ 3 h 58"/>
                  <a:gd name="T44" fmla="*/ 3 w 6"/>
                  <a:gd name="T45" fmla="*/ 8 h 58"/>
                  <a:gd name="T46" fmla="*/ 3 w 6"/>
                  <a:gd name="T47" fmla="*/ 11 h 58"/>
                  <a:gd name="T48" fmla="*/ 3 w 6"/>
                  <a:gd name="T49" fmla="*/ 14 h 58"/>
                  <a:gd name="T50" fmla="*/ 3 w 6"/>
                  <a:gd name="T51" fmla="*/ 19 h 58"/>
                  <a:gd name="T52" fmla="*/ 3 w 6"/>
                  <a:gd name="T53" fmla="*/ 24 h 58"/>
                  <a:gd name="T54" fmla="*/ 3 w 6"/>
                  <a:gd name="T55" fmla="*/ 27 h 58"/>
                  <a:gd name="T56" fmla="*/ 4 w 6"/>
                  <a:gd name="T57" fmla="*/ 30 h 58"/>
                  <a:gd name="T58" fmla="*/ 4 w 6"/>
                  <a:gd name="T59" fmla="*/ 31 h 58"/>
                  <a:gd name="T60" fmla="*/ 4 w 6"/>
                  <a:gd name="T61" fmla="*/ 29 h 58"/>
                  <a:gd name="T62" fmla="*/ 4 w 6"/>
                  <a:gd name="T63" fmla="*/ 27 h 58"/>
                  <a:gd name="T64" fmla="*/ 4 w 6"/>
                  <a:gd name="T65" fmla="*/ 27 h 58"/>
                  <a:gd name="T66" fmla="*/ 4 w 6"/>
                  <a:gd name="T67" fmla="*/ 26 h 58"/>
                  <a:gd name="T68" fmla="*/ 4 w 6"/>
                  <a:gd name="T69" fmla="*/ 25 h 58"/>
                  <a:gd name="T70" fmla="*/ 4 w 6"/>
                  <a:gd name="T71" fmla="*/ 25 h 58"/>
                  <a:gd name="T72" fmla="*/ 4 w 6"/>
                  <a:gd name="T73" fmla="*/ 29 h 58"/>
                  <a:gd name="T74" fmla="*/ 5 w 6"/>
                  <a:gd name="T75" fmla="*/ 32 h 58"/>
                  <a:gd name="T76" fmla="*/ 5 w 6"/>
                  <a:gd name="T77" fmla="*/ 36 h 58"/>
                  <a:gd name="T78" fmla="*/ 5 w 6"/>
                  <a:gd name="T79" fmla="*/ 41 h 58"/>
                  <a:gd name="T80" fmla="*/ 5 w 6"/>
                  <a:gd name="T81" fmla="*/ 44 h 58"/>
                  <a:gd name="T82" fmla="*/ 5 w 6"/>
                  <a:gd name="T83" fmla="*/ 47 h 58"/>
                  <a:gd name="T84" fmla="*/ 5 w 6"/>
                  <a:gd name="T85" fmla="*/ 51 h 58"/>
                  <a:gd name="T86" fmla="*/ 5 w 6"/>
                  <a:gd name="T87" fmla="*/ 53 h 58"/>
                  <a:gd name="T88" fmla="*/ 5 w 6"/>
                  <a:gd name="T89" fmla="*/ 55 h 58"/>
                  <a:gd name="T90" fmla="*/ 5 w 6"/>
                  <a:gd name="T91" fmla="*/ 56 h 58"/>
                  <a:gd name="T92" fmla="*/ 5 w 6"/>
                  <a:gd name="T93" fmla="*/ 55 h 58"/>
                  <a:gd name="T94" fmla="*/ 6 w 6"/>
                  <a:gd name="T95" fmla="*/ 54 h 58"/>
                  <a:gd name="T96" fmla="*/ 6 w 6"/>
                  <a:gd name="T97" fmla="*/ 54 h 58"/>
                  <a:gd name="T98" fmla="*/ 6 w 6"/>
                  <a:gd name="T99" fmla="*/ 54 h 58"/>
                  <a:gd name="T100" fmla="*/ 6 w 6"/>
                  <a:gd name="T101" fmla="*/ 55 h 58"/>
                  <a:gd name="T102" fmla="*/ 6 w 6"/>
                  <a:gd name="T103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8">
                    <a:moveTo>
                      <a:pt x="0" y="53"/>
                    </a:move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4"/>
                    </a:lnTo>
                    <a:lnTo>
                      <a:pt x="0" y="42"/>
                    </a:lnTo>
                    <a:lnTo>
                      <a:pt x="0" y="39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2"/>
                    </a:lnTo>
                    <a:lnTo>
                      <a:pt x="1" y="30"/>
                    </a:lnTo>
                    <a:lnTo>
                      <a:pt x="1" y="28"/>
                    </a:lnTo>
                    <a:lnTo>
                      <a:pt x="1" y="27"/>
                    </a:lnTo>
                    <a:lnTo>
                      <a:pt x="2" y="27"/>
                    </a:lnTo>
                    <a:lnTo>
                      <a:pt x="2" y="24"/>
                    </a:lnTo>
                    <a:lnTo>
                      <a:pt x="2" y="19"/>
                    </a:lnTo>
                    <a:lnTo>
                      <a:pt x="2" y="14"/>
                    </a:lnTo>
                    <a:lnTo>
                      <a:pt x="2" y="9"/>
                    </a:lnTo>
                    <a:lnTo>
                      <a:pt x="2" y="5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3"/>
                    </a:lnTo>
                    <a:lnTo>
                      <a:pt x="3" y="8"/>
                    </a:lnTo>
                    <a:lnTo>
                      <a:pt x="3" y="11"/>
                    </a:lnTo>
                    <a:lnTo>
                      <a:pt x="3" y="14"/>
                    </a:lnTo>
                    <a:lnTo>
                      <a:pt x="3" y="19"/>
                    </a:lnTo>
                    <a:lnTo>
                      <a:pt x="3" y="24"/>
                    </a:lnTo>
                    <a:lnTo>
                      <a:pt x="3" y="27"/>
                    </a:lnTo>
                    <a:lnTo>
                      <a:pt x="4" y="30"/>
                    </a:lnTo>
                    <a:lnTo>
                      <a:pt x="4" y="31"/>
                    </a:lnTo>
                    <a:lnTo>
                      <a:pt x="4" y="29"/>
                    </a:lnTo>
                    <a:lnTo>
                      <a:pt x="4" y="27"/>
                    </a:lnTo>
                    <a:lnTo>
                      <a:pt x="4" y="27"/>
                    </a:lnTo>
                    <a:lnTo>
                      <a:pt x="4" y="26"/>
                    </a:lnTo>
                    <a:lnTo>
                      <a:pt x="4" y="25"/>
                    </a:lnTo>
                    <a:lnTo>
                      <a:pt x="4" y="25"/>
                    </a:lnTo>
                    <a:lnTo>
                      <a:pt x="4" y="29"/>
                    </a:lnTo>
                    <a:lnTo>
                      <a:pt x="5" y="32"/>
                    </a:lnTo>
                    <a:lnTo>
                      <a:pt x="5" y="36"/>
                    </a:lnTo>
                    <a:lnTo>
                      <a:pt x="5" y="41"/>
                    </a:lnTo>
                    <a:lnTo>
                      <a:pt x="5" y="44"/>
                    </a:lnTo>
                    <a:lnTo>
                      <a:pt x="5" y="47"/>
                    </a:lnTo>
                    <a:lnTo>
                      <a:pt x="5" y="51"/>
                    </a:lnTo>
                    <a:lnTo>
                      <a:pt x="5" y="53"/>
                    </a:lnTo>
                    <a:lnTo>
                      <a:pt x="5" y="55"/>
                    </a:lnTo>
                    <a:lnTo>
                      <a:pt x="5" y="56"/>
                    </a:lnTo>
                    <a:lnTo>
                      <a:pt x="5" y="55"/>
                    </a:lnTo>
                    <a:lnTo>
                      <a:pt x="6" y="54"/>
                    </a:lnTo>
                    <a:lnTo>
                      <a:pt x="6" y="54"/>
                    </a:lnTo>
                    <a:lnTo>
                      <a:pt x="6" y="54"/>
                    </a:lnTo>
                    <a:lnTo>
                      <a:pt x="6" y="55"/>
                    </a:lnTo>
                    <a:lnTo>
                      <a:pt x="6" y="5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49" name="Freeform 809"/>
              <p:cNvSpPr/>
              <p:nvPr/>
            </p:nvSpPr>
            <p:spPr bwMode="auto">
              <a:xfrm>
                <a:off x="1047" y="2945"/>
                <a:ext cx="7" cy="113"/>
              </a:xfrm>
              <a:custGeom>
                <a:avLst/>
                <a:gdLst>
                  <a:gd name="T0" fmla="*/ 0 w 7"/>
                  <a:gd name="T1" fmla="*/ 0 h 113"/>
                  <a:gd name="T2" fmla="*/ 0 w 7"/>
                  <a:gd name="T3" fmla="*/ 3 h 113"/>
                  <a:gd name="T4" fmla="*/ 0 w 7"/>
                  <a:gd name="T5" fmla="*/ 6 h 113"/>
                  <a:gd name="T6" fmla="*/ 1 w 7"/>
                  <a:gd name="T7" fmla="*/ 7 h 113"/>
                  <a:gd name="T8" fmla="*/ 1 w 7"/>
                  <a:gd name="T9" fmla="*/ 10 h 113"/>
                  <a:gd name="T10" fmla="*/ 1 w 7"/>
                  <a:gd name="T11" fmla="*/ 13 h 113"/>
                  <a:gd name="T12" fmla="*/ 1 w 7"/>
                  <a:gd name="T13" fmla="*/ 16 h 113"/>
                  <a:gd name="T14" fmla="*/ 1 w 7"/>
                  <a:gd name="T15" fmla="*/ 19 h 113"/>
                  <a:gd name="T16" fmla="*/ 1 w 7"/>
                  <a:gd name="T17" fmla="*/ 22 h 113"/>
                  <a:gd name="T18" fmla="*/ 1 w 7"/>
                  <a:gd name="T19" fmla="*/ 24 h 113"/>
                  <a:gd name="T20" fmla="*/ 1 w 7"/>
                  <a:gd name="T21" fmla="*/ 24 h 113"/>
                  <a:gd name="T22" fmla="*/ 1 w 7"/>
                  <a:gd name="T23" fmla="*/ 24 h 113"/>
                  <a:gd name="T24" fmla="*/ 2 w 7"/>
                  <a:gd name="T25" fmla="*/ 26 h 113"/>
                  <a:gd name="T26" fmla="*/ 2 w 7"/>
                  <a:gd name="T27" fmla="*/ 28 h 113"/>
                  <a:gd name="T28" fmla="*/ 2 w 7"/>
                  <a:gd name="T29" fmla="*/ 30 h 113"/>
                  <a:gd name="T30" fmla="*/ 2 w 7"/>
                  <a:gd name="T31" fmla="*/ 32 h 113"/>
                  <a:gd name="T32" fmla="*/ 2 w 7"/>
                  <a:gd name="T33" fmla="*/ 36 h 113"/>
                  <a:gd name="T34" fmla="*/ 2 w 7"/>
                  <a:gd name="T35" fmla="*/ 41 h 113"/>
                  <a:gd name="T36" fmla="*/ 3 w 7"/>
                  <a:gd name="T37" fmla="*/ 44 h 113"/>
                  <a:gd name="T38" fmla="*/ 3 w 7"/>
                  <a:gd name="T39" fmla="*/ 47 h 113"/>
                  <a:gd name="T40" fmla="*/ 3 w 7"/>
                  <a:gd name="T41" fmla="*/ 51 h 113"/>
                  <a:gd name="T42" fmla="*/ 3 w 7"/>
                  <a:gd name="T43" fmla="*/ 54 h 113"/>
                  <a:gd name="T44" fmla="*/ 3 w 7"/>
                  <a:gd name="T45" fmla="*/ 55 h 113"/>
                  <a:gd name="T46" fmla="*/ 3 w 7"/>
                  <a:gd name="T47" fmla="*/ 57 h 113"/>
                  <a:gd name="T48" fmla="*/ 3 w 7"/>
                  <a:gd name="T49" fmla="*/ 58 h 113"/>
                  <a:gd name="T50" fmla="*/ 3 w 7"/>
                  <a:gd name="T51" fmla="*/ 56 h 113"/>
                  <a:gd name="T52" fmla="*/ 3 w 7"/>
                  <a:gd name="T53" fmla="*/ 53 h 113"/>
                  <a:gd name="T54" fmla="*/ 4 w 7"/>
                  <a:gd name="T55" fmla="*/ 54 h 113"/>
                  <a:gd name="T56" fmla="*/ 4 w 7"/>
                  <a:gd name="T57" fmla="*/ 57 h 113"/>
                  <a:gd name="T58" fmla="*/ 4 w 7"/>
                  <a:gd name="T59" fmla="*/ 59 h 113"/>
                  <a:gd name="T60" fmla="*/ 4 w 7"/>
                  <a:gd name="T61" fmla="*/ 60 h 113"/>
                  <a:gd name="T62" fmla="*/ 4 w 7"/>
                  <a:gd name="T63" fmla="*/ 61 h 113"/>
                  <a:gd name="T64" fmla="*/ 4 w 7"/>
                  <a:gd name="T65" fmla="*/ 65 h 113"/>
                  <a:gd name="T66" fmla="*/ 4 w 7"/>
                  <a:gd name="T67" fmla="*/ 67 h 113"/>
                  <a:gd name="T68" fmla="*/ 4 w 7"/>
                  <a:gd name="T69" fmla="*/ 70 h 113"/>
                  <a:gd name="T70" fmla="*/ 4 w 7"/>
                  <a:gd name="T71" fmla="*/ 74 h 113"/>
                  <a:gd name="T72" fmla="*/ 5 w 7"/>
                  <a:gd name="T73" fmla="*/ 77 h 113"/>
                  <a:gd name="T74" fmla="*/ 5 w 7"/>
                  <a:gd name="T75" fmla="*/ 78 h 113"/>
                  <a:gd name="T76" fmla="*/ 5 w 7"/>
                  <a:gd name="T77" fmla="*/ 81 h 113"/>
                  <a:gd name="T78" fmla="*/ 5 w 7"/>
                  <a:gd name="T79" fmla="*/ 85 h 113"/>
                  <a:gd name="T80" fmla="*/ 5 w 7"/>
                  <a:gd name="T81" fmla="*/ 87 h 113"/>
                  <a:gd name="T82" fmla="*/ 5 w 7"/>
                  <a:gd name="T83" fmla="*/ 87 h 113"/>
                  <a:gd name="T84" fmla="*/ 6 w 7"/>
                  <a:gd name="T85" fmla="*/ 88 h 113"/>
                  <a:gd name="T86" fmla="*/ 6 w 7"/>
                  <a:gd name="T87" fmla="*/ 92 h 113"/>
                  <a:gd name="T88" fmla="*/ 6 w 7"/>
                  <a:gd name="T89" fmla="*/ 94 h 113"/>
                  <a:gd name="T90" fmla="*/ 6 w 7"/>
                  <a:gd name="T91" fmla="*/ 95 h 113"/>
                  <a:gd name="T92" fmla="*/ 6 w 7"/>
                  <a:gd name="T93" fmla="*/ 98 h 113"/>
                  <a:gd name="T94" fmla="*/ 6 w 7"/>
                  <a:gd name="T95" fmla="*/ 103 h 113"/>
                  <a:gd name="T96" fmla="*/ 6 w 7"/>
                  <a:gd name="T97" fmla="*/ 107 h 113"/>
                  <a:gd name="T98" fmla="*/ 6 w 7"/>
                  <a:gd name="T99" fmla="*/ 108 h 113"/>
                  <a:gd name="T100" fmla="*/ 6 w 7"/>
                  <a:gd name="T101" fmla="*/ 110 h 113"/>
                  <a:gd name="T102" fmla="*/ 7 w 7"/>
                  <a:gd name="T103" fmla="*/ 113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13">
                    <a:moveTo>
                      <a:pt x="0" y="0"/>
                    </a:moveTo>
                    <a:lnTo>
                      <a:pt x="0" y="3"/>
                    </a:lnTo>
                    <a:lnTo>
                      <a:pt x="0" y="6"/>
                    </a:lnTo>
                    <a:lnTo>
                      <a:pt x="1" y="7"/>
                    </a:lnTo>
                    <a:lnTo>
                      <a:pt x="1" y="10"/>
                    </a:lnTo>
                    <a:lnTo>
                      <a:pt x="1" y="13"/>
                    </a:lnTo>
                    <a:lnTo>
                      <a:pt x="1" y="16"/>
                    </a:lnTo>
                    <a:lnTo>
                      <a:pt x="1" y="19"/>
                    </a:lnTo>
                    <a:lnTo>
                      <a:pt x="1" y="22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2" y="26"/>
                    </a:lnTo>
                    <a:lnTo>
                      <a:pt x="2" y="28"/>
                    </a:lnTo>
                    <a:lnTo>
                      <a:pt x="2" y="30"/>
                    </a:lnTo>
                    <a:lnTo>
                      <a:pt x="2" y="32"/>
                    </a:lnTo>
                    <a:lnTo>
                      <a:pt x="2" y="36"/>
                    </a:lnTo>
                    <a:lnTo>
                      <a:pt x="2" y="41"/>
                    </a:lnTo>
                    <a:lnTo>
                      <a:pt x="3" y="44"/>
                    </a:lnTo>
                    <a:lnTo>
                      <a:pt x="3" y="47"/>
                    </a:lnTo>
                    <a:lnTo>
                      <a:pt x="3" y="51"/>
                    </a:lnTo>
                    <a:lnTo>
                      <a:pt x="3" y="54"/>
                    </a:lnTo>
                    <a:lnTo>
                      <a:pt x="3" y="55"/>
                    </a:lnTo>
                    <a:lnTo>
                      <a:pt x="3" y="57"/>
                    </a:lnTo>
                    <a:lnTo>
                      <a:pt x="3" y="58"/>
                    </a:lnTo>
                    <a:lnTo>
                      <a:pt x="3" y="56"/>
                    </a:lnTo>
                    <a:lnTo>
                      <a:pt x="3" y="53"/>
                    </a:lnTo>
                    <a:lnTo>
                      <a:pt x="4" y="54"/>
                    </a:lnTo>
                    <a:lnTo>
                      <a:pt x="4" y="57"/>
                    </a:lnTo>
                    <a:lnTo>
                      <a:pt x="4" y="59"/>
                    </a:lnTo>
                    <a:lnTo>
                      <a:pt x="4" y="60"/>
                    </a:lnTo>
                    <a:lnTo>
                      <a:pt x="4" y="61"/>
                    </a:lnTo>
                    <a:lnTo>
                      <a:pt x="4" y="65"/>
                    </a:lnTo>
                    <a:lnTo>
                      <a:pt x="4" y="67"/>
                    </a:lnTo>
                    <a:lnTo>
                      <a:pt x="4" y="70"/>
                    </a:lnTo>
                    <a:lnTo>
                      <a:pt x="4" y="74"/>
                    </a:lnTo>
                    <a:lnTo>
                      <a:pt x="5" y="77"/>
                    </a:lnTo>
                    <a:lnTo>
                      <a:pt x="5" y="78"/>
                    </a:lnTo>
                    <a:lnTo>
                      <a:pt x="5" y="81"/>
                    </a:lnTo>
                    <a:lnTo>
                      <a:pt x="5" y="85"/>
                    </a:lnTo>
                    <a:lnTo>
                      <a:pt x="5" y="87"/>
                    </a:lnTo>
                    <a:lnTo>
                      <a:pt x="5" y="87"/>
                    </a:lnTo>
                    <a:lnTo>
                      <a:pt x="6" y="88"/>
                    </a:lnTo>
                    <a:lnTo>
                      <a:pt x="6" y="92"/>
                    </a:lnTo>
                    <a:lnTo>
                      <a:pt x="6" y="94"/>
                    </a:lnTo>
                    <a:lnTo>
                      <a:pt x="6" y="95"/>
                    </a:lnTo>
                    <a:lnTo>
                      <a:pt x="6" y="98"/>
                    </a:lnTo>
                    <a:lnTo>
                      <a:pt x="6" y="103"/>
                    </a:lnTo>
                    <a:lnTo>
                      <a:pt x="6" y="107"/>
                    </a:lnTo>
                    <a:lnTo>
                      <a:pt x="6" y="108"/>
                    </a:lnTo>
                    <a:lnTo>
                      <a:pt x="6" y="110"/>
                    </a:lnTo>
                    <a:lnTo>
                      <a:pt x="7" y="11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50" name="Freeform 810"/>
              <p:cNvSpPr/>
              <p:nvPr/>
            </p:nvSpPr>
            <p:spPr bwMode="auto">
              <a:xfrm>
                <a:off x="1053" y="2958"/>
                <a:ext cx="7" cy="110"/>
              </a:xfrm>
              <a:custGeom>
                <a:avLst/>
                <a:gdLst>
                  <a:gd name="T0" fmla="*/ 0 w 7"/>
                  <a:gd name="T1" fmla="*/ 97 h 110"/>
                  <a:gd name="T2" fmla="*/ 1 w 7"/>
                  <a:gd name="T3" fmla="*/ 100 h 110"/>
                  <a:gd name="T4" fmla="*/ 1 w 7"/>
                  <a:gd name="T5" fmla="*/ 100 h 110"/>
                  <a:gd name="T6" fmla="*/ 1 w 7"/>
                  <a:gd name="T7" fmla="*/ 100 h 110"/>
                  <a:gd name="T8" fmla="*/ 1 w 7"/>
                  <a:gd name="T9" fmla="*/ 101 h 110"/>
                  <a:gd name="T10" fmla="*/ 1 w 7"/>
                  <a:gd name="T11" fmla="*/ 102 h 110"/>
                  <a:gd name="T12" fmla="*/ 1 w 7"/>
                  <a:gd name="T13" fmla="*/ 102 h 110"/>
                  <a:gd name="T14" fmla="*/ 1 w 7"/>
                  <a:gd name="T15" fmla="*/ 102 h 110"/>
                  <a:gd name="T16" fmla="*/ 2 w 7"/>
                  <a:gd name="T17" fmla="*/ 103 h 110"/>
                  <a:gd name="T18" fmla="*/ 2 w 7"/>
                  <a:gd name="T19" fmla="*/ 104 h 110"/>
                  <a:gd name="T20" fmla="*/ 2 w 7"/>
                  <a:gd name="T21" fmla="*/ 104 h 110"/>
                  <a:gd name="T22" fmla="*/ 2 w 7"/>
                  <a:gd name="T23" fmla="*/ 105 h 110"/>
                  <a:gd name="T24" fmla="*/ 2 w 7"/>
                  <a:gd name="T25" fmla="*/ 108 h 110"/>
                  <a:gd name="T26" fmla="*/ 2 w 7"/>
                  <a:gd name="T27" fmla="*/ 110 h 110"/>
                  <a:gd name="T28" fmla="*/ 2 w 7"/>
                  <a:gd name="T29" fmla="*/ 109 h 110"/>
                  <a:gd name="T30" fmla="*/ 2 w 7"/>
                  <a:gd name="T31" fmla="*/ 108 h 110"/>
                  <a:gd name="T32" fmla="*/ 2 w 7"/>
                  <a:gd name="T33" fmla="*/ 104 h 110"/>
                  <a:gd name="T34" fmla="*/ 3 w 7"/>
                  <a:gd name="T35" fmla="*/ 97 h 110"/>
                  <a:gd name="T36" fmla="*/ 3 w 7"/>
                  <a:gd name="T37" fmla="*/ 89 h 110"/>
                  <a:gd name="T38" fmla="*/ 3 w 7"/>
                  <a:gd name="T39" fmla="*/ 85 h 110"/>
                  <a:gd name="T40" fmla="*/ 3 w 7"/>
                  <a:gd name="T41" fmla="*/ 83 h 110"/>
                  <a:gd name="T42" fmla="*/ 3 w 7"/>
                  <a:gd name="T43" fmla="*/ 77 h 110"/>
                  <a:gd name="T44" fmla="*/ 3 w 7"/>
                  <a:gd name="T45" fmla="*/ 66 h 110"/>
                  <a:gd name="T46" fmla="*/ 3 w 7"/>
                  <a:gd name="T47" fmla="*/ 55 h 110"/>
                  <a:gd name="T48" fmla="*/ 3 w 7"/>
                  <a:gd name="T49" fmla="*/ 49 h 110"/>
                  <a:gd name="T50" fmla="*/ 3 w 7"/>
                  <a:gd name="T51" fmla="*/ 45 h 110"/>
                  <a:gd name="T52" fmla="*/ 4 w 7"/>
                  <a:gd name="T53" fmla="*/ 43 h 110"/>
                  <a:gd name="T54" fmla="*/ 4 w 7"/>
                  <a:gd name="T55" fmla="*/ 42 h 110"/>
                  <a:gd name="T56" fmla="*/ 4 w 7"/>
                  <a:gd name="T57" fmla="*/ 39 h 110"/>
                  <a:gd name="T58" fmla="*/ 4 w 7"/>
                  <a:gd name="T59" fmla="*/ 36 h 110"/>
                  <a:gd name="T60" fmla="*/ 4 w 7"/>
                  <a:gd name="T61" fmla="*/ 35 h 110"/>
                  <a:gd name="T62" fmla="*/ 4 w 7"/>
                  <a:gd name="T63" fmla="*/ 37 h 110"/>
                  <a:gd name="T64" fmla="*/ 5 w 7"/>
                  <a:gd name="T65" fmla="*/ 35 h 110"/>
                  <a:gd name="T66" fmla="*/ 5 w 7"/>
                  <a:gd name="T67" fmla="*/ 32 h 110"/>
                  <a:gd name="T68" fmla="*/ 5 w 7"/>
                  <a:gd name="T69" fmla="*/ 31 h 110"/>
                  <a:gd name="T70" fmla="*/ 5 w 7"/>
                  <a:gd name="T71" fmla="*/ 31 h 110"/>
                  <a:gd name="T72" fmla="*/ 5 w 7"/>
                  <a:gd name="T73" fmla="*/ 26 h 110"/>
                  <a:gd name="T74" fmla="*/ 5 w 7"/>
                  <a:gd name="T75" fmla="*/ 19 h 110"/>
                  <a:gd name="T76" fmla="*/ 5 w 7"/>
                  <a:gd name="T77" fmla="*/ 15 h 110"/>
                  <a:gd name="T78" fmla="*/ 5 w 7"/>
                  <a:gd name="T79" fmla="*/ 14 h 110"/>
                  <a:gd name="T80" fmla="*/ 5 w 7"/>
                  <a:gd name="T81" fmla="*/ 13 h 110"/>
                  <a:gd name="T82" fmla="*/ 6 w 7"/>
                  <a:gd name="T83" fmla="*/ 11 h 110"/>
                  <a:gd name="T84" fmla="*/ 6 w 7"/>
                  <a:gd name="T85" fmla="*/ 10 h 110"/>
                  <a:gd name="T86" fmla="*/ 6 w 7"/>
                  <a:gd name="T87" fmla="*/ 9 h 110"/>
                  <a:gd name="T88" fmla="*/ 6 w 7"/>
                  <a:gd name="T89" fmla="*/ 8 h 110"/>
                  <a:gd name="T90" fmla="*/ 6 w 7"/>
                  <a:gd name="T91" fmla="*/ 10 h 110"/>
                  <a:gd name="T92" fmla="*/ 6 w 7"/>
                  <a:gd name="T93" fmla="*/ 12 h 110"/>
                  <a:gd name="T94" fmla="*/ 7 w 7"/>
                  <a:gd name="T95" fmla="*/ 11 h 110"/>
                  <a:gd name="T96" fmla="*/ 7 w 7"/>
                  <a:gd name="T97" fmla="*/ 4 h 110"/>
                  <a:gd name="T98" fmla="*/ 7 w 7"/>
                  <a:gd name="T99" fmla="*/ 0 h 110"/>
                  <a:gd name="T100" fmla="*/ 7 w 7"/>
                  <a:gd name="T101" fmla="*/ 0 h 110"/>
                  <a:gd name="T102" fmla="*/ 7 w 7"/>
                  <a:gd name="T103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10">
                    <a:moveTo>
                      <a:pt x="0" y="97"/>
                    </a:moveTo>
                    <a:lnTo>
                      <a:pt x="1" y="100"/>
                    </a:lnTo>
                    <a:lnTo>
                      <a:pt x="1" y="100"/>
                    </a:lnTo>
                    <a:lnTo>
                      <a:pt x="1" y="100"/>
                    </a:lnTo>
                    <a:lnTo>
                      <a:pt x="1" y="101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2" y="103"/>
                    </a:lnTo>
                    <a:lnTo>
                      <a:pt x="2" y="104"/>
                    </a:lnTo>
                    <a:lnTo>
                      <a:pt x="2" y="104"/>
                    </a:lnTo>
                    <a:lnTo>
                      <a:pt x="2" y="105"/>
                    </a:lnTo>
                    <a:lnTo>
                      <a:pt x="2" y="108"/>
                    </a:lnTo>
                    <a:lnTo>
                      <a:pt x="2" y="110"/>
                    </a:lnTo>
                    <a:lnTo>
                      <a:pt x="2" y="109"/>
                    </a:lnTo>
                    <a:lnTo>
                      <a:pt x="2" y="108"/>
                    </a:lnTo>
                    <a:lnTo>
                      <a:pt x="2" y="104"/>
                    </a:lnTo>
                    <a:lnTo>
                      <a:pt x="3" y="97"/>
                    </a:lnTo>
                    <a:lnTo>
                      <a:pt x="3" y="89"/>
                    </a:lnTo>
                    <a:lnTo>
                      <a:pt x="3" y="85"/>
                    </a:lnTo>
                    <a:lnTo>
                      <a:pt x="3" y="83"/>
                    </a:lnTo>
                    <a:lnTo>
                      <a:pt x="3" y="77"/>
                    </a:lnTo>
                    <a:lnTo>
                      <a:pt x="3" y="66"/>
                    </a:lnTo>
                    <a:lnTo>
                      <a:pt x="3" y="55"/>
                    </a:lnTo>
                    <a:lnTo>
                      <a:pt x="3" y="49"/>
                    </a:lnTo>
                    <a:lnTo>
                      <a:pt x="3" y="45"/>
                    </a:lnTo>
                    <a:lnTo>
                      <a:pt x="4" y="43"/>
                    </a:lnTo>
                    <a:lnTo>
                      <a:pt x="4" y="42"/>
                    </a:lnTo>
                    <a:lnTo>
                      <a:pt x="4" y="39"/>
                    </a:lnTo>
                    <a:lnTo>
                      <a:pt x="4" y="36"/>
                    </a:lnTo>
                    <a:lnTo>
                      <a:pt x="4" y="35"/>
                    </a:lnTo>
                    <a:lnTo>
                      <a:pt x="4" y="37"/>
                    </a:lnTo>
                    <a:lnTo>
                      <a:pt x="5" y="35"/>
                    </a:lnTo>
                    <a:lnTo>
                      <a:pt x="5" y="32"/>
                    </a:lnTo>
                    <a:lnTo>
                      <a:pt x="5" y="31"/>
                    </a:lnTo>
                    <a:lnTo>
                      <a:pt x="5" y="31"/>
                    </a:lnTo>
                    <a:lnTo>
                      <a:pt x="5" y="26"/>
                    </a:lnTo>
                    <a:lnTo>
                      <a:pt x="5" y="19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5" y="13"/>
                    </a:lnTo>
                    <a:lnTo>
                      <a:pt x="6" y="11"/>
                    </a:lnTo>
                    <a:lnTo>
                      <a:pt x="6" y="10"/>
                    </a:lnTo>
                    <a:lnTo>
                      <a:pt x="6" y="9"/>
                    </a:lnTo>
                    <a:lnTo>
                      <a:pt x="6" y="8"/>
                    </a:lnTo>
                    <a:lnTo>
                      <a:pt x="6" y="10"/>
                    </a:lnTo>
                    <a:lnTo>
                      <a:pt x="6" y="12"/>
                    </a:lnTo>
                    <a:lnTo>
                      <a:pt x="7" y="11"/>
                    </a:lnTo>
                    <a:lnTo>
                      <a:pt x="7" y="4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51" name="Freeform 811"/>
              <p:cNvSpPr/>
              <p:nvPr/>
            </p:nvSpPr>
            <p:spPr bwMode="auto">
              <a:xfrm>
                <a:off x="1060" y="2923"/>
                <a:ext cx="6" cy="35"/>
              </a:xfrm>
              <a:custGeom>
                <a:avLst/>
                <a:gdLst>
                  <a:gd name="T0" fmla="*/ 0 w 6"/>
                  <a:gd name="T1" fmla="*/ 35 h 35"/>
                  <a:gd name="T2" fmla="*/ 0 w 6"/>
                  <a:gd name="T3" fmla="*/ 35 h 35"/>
                  <a:gd name="T4" fmla="*/ 0 w 6"/>
                  <a:gd name="T5" fmla="*/ 30 h 35"/>
                  <a:gd name="T6" fmla="*/ 0 w 6"/>
                  <a:gd name="T7" fmla="*/ 28 h 35"/>
                  <a:gd name="T8" fmla="*/ 0 w 6"/>
                  <a:gd name="T9" fmla="*/ 27 h 35"/>
                  <a:gd name="T10" fmla="*/ 0 w 6"/>
                  <a:gd name="T11" fmla="*/ 24 h 35"/>
                  <a:gd name="T12" fmla="*/ 1 w 6"/>
                  <a:gd name="T13" fmla="*/ 21 h 35"/>
                  <a:gd name="T14" fmla="*/ 1 w 6"/>
                  <a:gd name="T15" fmla="*/ 20 h 35"/>
                  <a:gd name="T16" fmla="*/ 1 w 6"/>
                  <a:gd name="T17" fmla="*/ 23 h 35"/>
                  <a:gd name="T18" fmla="*/ 1 w 6"/>
                  <a:gd name="T19" fmla="*/ 25 h 35"/>
                  <a:gd name="T20" fmla="*/ 1 w 6"/>
                  <a:gd name="T21" fmla="*/ 28 h 35"/>
                  <a:gd name="T22" fmla="*/ 1 w 6"/>
                  <a:gd name="T23" fmla="*/ 29 h 35"/>
                  <a:gd name="T24" fmla="*/ 1 w 6"/>
                  <a:gd name="T25" fmla="*/ 28 h 35"/>
                  <a:gd name="T26" fmla="*/ 1 w 6"/>
                  <a:gd name="T27" fmla="*/ 23 h 35"/>
                  <a:gd name="T28" fmla="*/ 1 w 6"/>
                  <a:gd name="T29" fmla="*/ 22 h 35"/>
                  <a:gd name="T30" fmla="*/ 2 w 6"/>
                  <a:gd name="T31" fmla="*/ 26 h 35"/>
                  <a:gd name="T32" fmla="*/ 2 w 6"/>
                  <a:gd name="T33" fmla="*/ 28 h 35"/>
                  <a:gd name="T34" fmla="*/ 2 w 6"/>
                  <a:gd name="T35" fmla="*/ 23 h 35"/>
                  <a:gd name="T36" fmla="*/ 2 w 6"/>
                  <a:gd name="T37" fmla="*/ 16 h 35"/>
                  <a:gd name="T38" fmla="*/ 2 w 6"/>
                  <a:gd name="T39" fmla="*/ 14 h 35"/>
                  <a:gd name="T40" fmla="*/ 2 w 6"/>
                  <a:gd name="T41" fmla="*/ 14 h 35"/>
                  <a:gd name="T42" fmla="*/ 2 w 6"/>
                  <a:gd name="T43" fmla="*/ 13 h 35"/>
                  <a:gd name="T44" fmla="*/ 3 w 6"/>
                  <a:gd name="T45" fmla="*/ 13 h 35"/>
                  <a:gd name="T46" fmla="*/ 3 w 6"/>
                  <a:gd name="T47" fmla="*/ 14 h 35"/>
                  <a:gd name="T48" fmla="*/ 3 w 6"/>
                  <a:gd name="T49" fmla="*/ 11 h 35"/>
                  <a:gd name="T50" fmla="*/ 3 w 6"/>
                  <a:gd name="T51" fmla="*/ 7 h 35"/>
                  <a:gd name="T52" fmla="*/ 3 w 6"/>
                  <a:gd name="T53" fmla="*/ 6 h 35"/>
                  <a:gd name="T54" fmla="*/ 3 w 6"/>
                  <a:gd name="T55" fmla="*/ 5 h 35"/>
                  <a:gd name="T56" fmla="*/ 3 w 6"/>
                  <a:gd name="T57" fmla="*/ 3 h 35"/>
                  <a:gd name="T58" fmla="*/ 3 w 6"/>
                  <a:gd name="T59" fmla="*/ 1 h 35"/>
                  <a:gd name="T60" fmla="*/ 3 w 6"/>
                  <a:gd name="T61" fmla="*/ 2 h 35"/>
                  <a:gd name="T62" fmla="*/ 4 w 6"/>
                  <a:gd name="T63" fmla="*/ 2 h 35"/>
                  <a:gd name="T64" fmla="*/ 4 w 6"/>
                  <a:gd name="T65" fmla="*/ 0 h 35"/>
                  <a:gd name="T66" fmla="*/ 4 w 6"/>
                  <a:gd name="T67" fmla="*/ 0 h 35"/>
                  <a:gd name="T68" fmla="*/ 4 w 6"/>
                  <a:gd name="T69" fmla="*/ 3 h 35"/>
                  <a:gd name="T70" fmla="*/ 4 w 6"/>
                  <a:gd name="T71" fmla="*/ 9 h 35"/>
                  <a:gd name="T72" fmla="*/ 4 w 6"/>
                  <a:gd name="T73" fmla="*/ 13 h 35"/>
                  <a:gd name="T74" fmla="*/ 5 w 6"/>
                  <a:gd name="T75" fmla="*/ 16 h 35"/>
                  <a:gd name="T76" fmla="*/ 5 w 6"/>
                  <a:gd name="T77" fmla="*/ 18 h 35"/>
                  <a:gd name="T78" fmla="*/ 5 w 6"/>
                  <a:gd name="T79" fmla="*/ 18 h 35"/>
                  <a:gd name="T80" fmla="*/ 5 w 6"/>
                  <a:gd name="T81" fmla="*/ 19 h 35"/>
                  <a:gd name="T82" fmla="*/ 5 w 6"/>
                  <a:gd name="T83" fmla="*/ 23 h 35"/>
                  <a:gd name="T84" fmla="*/ 5 w 6"/>
                  <a:gd name="T85" fmla="*/ 25 h 35"/>
                  <a:gd name="T86" fmla="*/ 5 w 6"/>
                  <a:gd name="T87" fmla="*/ 22 h 35"/>
                  <a:gd name="T88" fmla="*/ 5 w 6"/>
                  <a:gd name="T89" fmla="*/ 18 h 35"/>
                  <a:gd name="T90" fmla="*/ 5 w 6"/>
                  <a:gd name="T91" fmla="*/ 16 h 35"/>
                  <a:gd name="T92" fmla="*/ 6 w 6"/>
                  <a:gd name="T93" fmla="*/ 16 h 35"/>
                  <a:gd name="T94" fmla="*/ 6 w 6"/>
                  <a:gd name="T95" fmla="*/ 15 h 35"/>
                  <a:gd name="T96" fmla="*/ 6 w 6"/>
                  <a:gd name="T97" fmla="*/ 15 h 35"/>
                  <a:gd name="T98" fmla="*/ 6 w 6"/>
                  <a:gd name="T99" fmla="*/ 17 h 35"/>
                  <a:gd name="T100" fmla="*/ 6 w 6"/>
                  <a:gd name="T101" fmla="*/ 20 h 35"/>
                  <a:gd name="T102" fmla="*/ 6 w 6"/>
                  <a:gd name="T103" fmla="*/ 2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5">
                    <a:moveTo>
                      <a:pt x="0" y="35"/>
                    </a:moveTo>
                    <a:lnTo>
                      <a:pt x="0" y="35"/>
                    </a:lnTo>
                    <a:lnTo>
                      <a:pt x="0" y="30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4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23"/>
                    </a:lnTo>
                    <a:lnTo>
                      <a:pt x="1" y="25"/>
                    </a:lnTo>
                    <a:lnTo>
                      <a:pt x="1" y="28"/>
                    </a:lnTo>
                    <a:lnTo>
                      <a:pt x="1" y="29"/>
                    </a:lnTo>
                    <a:lnTo>
                      <a:pt x="1" y="28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2" y="26"/>
                    </a:lnTo>
                    <a:lnTo>
                      <a:pt x="2" y="28"/>
                    </a:lnTo>
                    <a:lnTo>
                      <a:pt x="2" y="23"/>
                    </a:lnTo>
                    <a:lnTo>
                      <a:pt x="2" y="16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3" y="13"/>
                    </a:lnTo>
                    <a:lnTo>
                      <a:pt x="3" y="14"/>
                    </a:lnTo>
                    <a:lnTo>
                      <a:pt x="3" y="11"/>
                    </a:lnTo>
                    <a:lnTo>
                      <a:pt x="3" y="7"/>
                    </a:lnTo>
                    <a:lnTo>
                      <a:pt x="3" y="6"/>
                    </a:lnTo>
                    <a:lnTo>
                      <a:pt x="3" y="5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3" y="2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3"/>
                    </a:lnTo>
                    <a:lnTo>
                      <a:pt x="4" y="9"/>
                    </a:lnTo>
                    <a:lnTo>
                      <a:pt x="4" y="13"/>
                    </a:lnTo>
                    <a:lnTo>
                      <a:pt x="5" y="16"/>
                    </a:lnTo>
                    <a:lnTo>
                      <a:pt x="5" y="18"/>
                    </a:lnTo>
                    <a:lnTo>
                      <a:pt x="5" y="18"/>
                    </a:lnTo>
                    <a:lnTo>
                      <a:pt x="5" y="19"/>
                    </a:lnTo>
                    <a:lnTo>
                      <a:pt x="5" y="23"/>
                    </a:lnTo>
                    <a:lnTo>
                      <a:pt x="5" y="25"/>
                    </a:lnTo>
                    <a:lnTo>
                      <a:pt x="5" y="22"/>
                    </a:lnTo>
                    <a:lnTo>
                      <a:pt x="5" y="18"/>
                    </a:lnTo>
                    <a:lnTo>
                      <a:pt x="5" y="16"/>
                    </a:lnTo>
                    <a:lnTo>
                      <a:pt x="6" y="16"/>
                    </a:lnTo>
                    <a:lnTo>
                      <a:pt x="6" y="15"/>
                    </a:lnTo>
                    <a:lnTo>
                      <a:pt x="6" y="15"/>
                    </a:lnTo>
                    <a:lnTo>
                      <a:pt x="6" y="17"/>
                    </a:lnTo>
                    <a:lnTo>
                      <a:pt x="6" y="20"/>
                    </a:lnTo>
                    <a:lnTo>
                      <a:pt x="6" y="2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52" name="Freeform 812"/>
              <p:cNvSpPr/>
              <p:nvPr/>
            </p:nvSpPr>
            <p:spPr bwMode="auto">
              <a:xfrm>
                <a:off x="1066" y="2911"/>
                <a:ext cx="7" cy="58"/>
              </a:xfrm>
              <a:custGeom>
                <a:avLst/>
                <a:gdLst>
                  <a:gd name="T0" fmla="*/ 0 w 7"/>
                  <a:gd name="T1" fmla="*/ 32 h 58"/>
                  <a:gd name="T2" fmla="*/ 0 w 7"/>
                  <a:gd name="T3" fmla="*/ 34 h 58"/>
                  <a:gd name="T4" fmla="*/ 0 w 7"/>
                  <a:gd name="T5" fmla="*/ 35 h 58"/>
                  <a:gd name="T6" fmla="*/ 0 w 7"/>
                  <a:gd name="T7" fmla="*/ 36 h 58"/>
                  <a:gd name="T8" fmla="*/ 0 w 7"/>
                  <a:gd name="T9" fmla="*/ 37 h 58"/>
                  <a:gd name="T10" fmla="*/ 1 w 7"/>
                  <a:gd name="T11" fmla="*/ 39 h 58"/>
                  <a:gd name="T12" fmla="*/ 1 w 7"/>
                  <a:gd name="T13" fmla="*/ 42 h 58"/>
                  <a:gd name="T14" fmla="*/ 1 w 7"/>
                  <a:gd name="T15" fmla="*/ 43 h 58"/>
                  <a:gd name="T16" fmla="*/ 1 w 7"/>
                  <a:gd name="T17" fmla="*/ 41 h 58"/>
                  <a:gd name="T18" fmla="*/ 1 w 7"/>
                  <a:gd name="T19" fmla="*/ 37 h 58"/>
                  <a:gd name="T20" fmla="*/ 1 w 7"/>
                  <a:gd name="T21" fmla="*/ 36 h 58"/>
                  <a:gd name="T22" fmla="*/ 2 w 7"/>
                  <a:gd name="T23" fmla="*/ 39 h 58"/>
                  <a:gd name="T24" fmla="*/ 2 w 7"/>
                  <a:gd name="T25" fmla="*/ 41 h 58"/>
                  <a:gd name="T26" fmla="*/ 2 w 7"/>
                  <a:gd name="T27" fmla="*/ 42 h 58"/>
                  <a:gd name="T28" fmla="*/ 2 w 7"/>
                  <a:gd name="T29" fmla="*/ 45 h 58"/>
                  <a:gd name="T30" fmla="*/ 2 w 7"/>
                  <a:gd name="T31" fmla="*/ 48 h 58"/>
                  <a:gd name="T32" fmla="*/ 2 w 7"/>
                  <a:gd name="T33" fmla="*/ 50 h 58"/>
                  <a:gd name="T34" fmla="*/ 2 w 7"/>
                  <a:gd name="T35" fmla="*/ 52 h 58"/>
                  <a:gd name="T36" fmla="*/ 2 w 7"/>
                  <a:gd name="T37" fmla="*/ 55 h 58"/>
                  <a:gd name="T38" fmla="*/ 2 w 7"/>
                  <a:gd name="T39" fmla="*/ 58 h 58"/>
                  <a:gd name="T40" fmla="*/ 3 w 7"/>
                  <a:gd name="T41" fmla="*/ 58 h 58"/>
                  <a:gd name="T42" fmla="*/ 3 w 7"/>
                  <a:gd name="T43" fmla="*/ 57 h 58"/>
                  <a:gd name="T44" fmla="*/ 3 w 7"/>
                  <a:gd name="T45" fmla="*/ 55 h 58"/>
                  <a:gd name="T46" fmla="*/ 3 w 7"/>
                  <a:gd name="T47" fmla="*/ 52 h 58"/>
                  <a:gd name="T48" fmla="*/ 3 w 7"/>
                  <a:gd name="T49" fmla="*/ 48 h 58"/>
                  <a:gd name="T50" fmla="*/ 3 w 7"/>
                  <a:gd name="T51" fmla="*/ 43 h 58"/>
                  <a:gd name="T52" fmla="*/ 4 w 7"/>
                  <a:gd name="T53" fmla="*/ 38 h 58"/>
                  <a:gd name="T54" fmla="*/ 4 w 7"/>
                  <a:gd name="T55" fmla="*/ 34 h 58"/>
                  <a:gd name="T56" fmla="*/ 4 w 7"/>
                  <a:gd name="T57" fmla="*/ 29 h 58"/>
                  <a:gd name="T58" fmla="*/ 4 w 7"/>
                  <a:gd name="T59" fmla="*/ 25 h 58"/>
                  <a:gd name="T60" fmla="*/ 4 w 7"/>
                  <a:gd name="T61" fmla="*/ 23 h 58"/>
                  <a:gd name="T62" fmla="*/ 4 w 7"/>
                  <a:gd name="T63" fmla="*/ 24 h 58"/>
                  <a:gd name="T64" fmla="*/ 4 w 7"/>
                  <a:gd name="T65" fmla="*/ 24 h 58"/>
                  <a:gd name="T66" fmla="*/ 4 w 7"/>
                  <a:gd name="T67" fmla="*/ 26 h 58"/>
                  <a:gd name="T68" fmla="*/ 4 w 7"/>
                  <a:gd name="T69" fmla="*/ 28 h 58"/>
                  <a:gd name="T70" fmla="*/ 5 w 7"/>
                  <a:gd name="T71" fmla="*/ 30 h 58"/>
                  <a:gd name="T72" fmla="*/ 5 w 7"/>
                  <a:gd name="T73" fmla="*/ 29 h 58"/>
                  <a:gd name="T74" fmla="*/ 5 w 7"/>
                  <a:gd name="T75" fmla="*/ 28 h 58"/>
                  <a:gd name="T76" fmla="*/ 5 w 7"/>
                  <a:gd name="T77" fmla="*/ 26 h 58"/>
                  <a:gd name="T78" fmla="*/ 5 w 7"/>
                  <a:gd name="T79" fmla="*/ 22 h 58"/>
                  <a:gd name="T80" fmla="*/ 5 w 7"/>
                  <a:gd name="T81" fmla="*/ 17 h 58"/>
                  <a:gd name="T82" fmla="*/ 5 w 7"/>
                  <a:gd name="T83" fmla="*/ 13 h 58"/>
                  <a:gd name="T84" fmla="*/ 5 w 7"/>
                  <a:gd name="T85" fmla="*/ 9 h 58"/>
                  <a:gd name="T86" fmla="*/ 5 w 7"/>
                  <a:gd name="T87" fmla="*/ 4 h 58"/>
                  <a:gd name="T88" fmla="*/ 5 w 7"/>
                  <a:gd name="T89" fmla="*/ 1 h 58"/>
                  <a:gd name="T90" fmla="*/ 6 w 7"/>
                  <a:gd name="T91" fmla="*/ 1 h 58"/>
                  <a:gd name="T92" fmla="*/ 6 w 7"/>
                  <a:gd name="T93" fmla="*/ 2 h 58"/>
                  <a:gd name="T94" fmla="*/ 6 w 7"/>
                  <a:gd name="T95" fmla="*/ 2 h 58"/>
                  <a:gd name="T96" fmla="*/ 6 w 7"/>
                  <a:gd name="T97" fmla="*/ 1 h 58"/>
                  <a:gd name="T98" fmla="*/ 6 w 7"/>
                  <a:gd name="T99" fmla="*/ 0 h 58"/>
                  <a:gd name="T100" fmla="*/ 6 w 7"/>
                  <a:gd name="T101" fmla="*/ 1 h 58"/>
                  <a:gd name="T102" fmla="*/ 7 w 7"/>
                  <a:gd name="T10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8">
                    <a:moveTo>
                      <a:pt x="0" y="32"/>
                    </a:moveTo>
                    <a:lnTo>
                      <a:pt x="0" y="34"/>
                    </a:lnTo>
                    <a:lnTo>
                      <a:pt x="0" y="35"/>
                    </a:lnTo>
                    <a:lnTo>
                      <a:pt x="0" y="36"/>
                    </a:lnTo>
                    <a:lnTo>
                      <a:pt x="0" y="37"/>
                    </a:lnTo>
                    <a:lnTo>
                      <a:pt x="1" y="39"/>
                    </a:lnTo>
                    <a:lnTo>
                      <a:pt x="1" y="42"/>
                    </a:lnTo>
                    <a:lnTo>
                      <a:pt x="1" y="43"/>
                    </a:lnTo>
                    <a:lnTo>
                      <a:pt x="1" y="41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2" y="39"/>
                    </a:lnTo>
                    <a:lnTo>
                      <a:pt x="2" y="41"/>
                    </a:lnTo>
                    <a:lnTo>
                      <a:pt x="2" y="42"/>
                    </a:lnTo>
                    <a:lnTo>
                      <a:pt x="2" y="45"/>
                    </a:lnTo>
                    <a:lnTo>
                      <a:pt x="2" y="48"/>
                    </a:lnTo>
                    <a:lnTo>
                      <a:pt x="2" y="50"/>
                    </a:lnTo>
                    <a:lnTo>
                      <a:pt x="2" y="52"/>
                    </a:lnTo>
                    <a:lnTo>
                      <a:pt x="2" y="55"/>
                    </a:lnTo>
                    <a:lnTo>
                      <a:pt x="2" y="58"/>
                    </a:lnTo>
                    <a:lnTo>
                      <a:pt x="3" y="58"/>
                    </a:lnTo>
                    <a:lnTo>
                      <a:pt x="3" y="57"/>
                    </a:lnTo>
                    <a:lnTo>
                      <a:pt x="3" y="55"/>
                    </a:lnTo>
                    <a:lnTo>
                      <a:pt x="3" y="52"/>
                    </a:lnTo>
                    <a:lnTo>
                      <a:pt x="3" y="48"/>
                    </a:lnTo>
                    <a:lnTo>
                      <a:pt x="3" y="43"/>
                    </a:lnTo>
                    <a:lnTo>
                      <a:pt x="4" y="38"/>
                    </a:lnTo>
                    <a:lnTo>
                      <a:pt x="4" y="34"/>
                    </a:lnTo>
                    <a:lnTo>
                      <a:pt x="4" y="29"/>
                    </a:lnTo>
                    <a:lnTo>
                      <a:pt x="4" y="25"/>
                    </a:lnTo>
                    <a:lnTo>
                      <a:pt x="4" y="23"/>
                    </a:lnTo>
                    <a:lnTo>
                      <a:pt x="4" y="24"/>
                    </a:lnTo>
                    <a:lnTo>
                      <a:pt x="4" y="24"/>
                    </a:lnTo>
                    <a:lnTo>
                      <a:pt x="4" y="26"/>
                    </a:lnTo>
                    <a:lnTo>
                      <a:pt x="4" y="28"/>
                    </a:lnTo>
                    <a:lnTo>
                      <a:pt x="5" y="30"/>
                    </a:lnTo>
                    <a:lnTo>
                      <a:pt x="5" y="29"/>
                    </a:lnTo>
                    <a:lnTo>
                      <a:pt x="5" y="28"/>
                    </a:lnTo>
                    <a:lnTo>
                      <a:pt x="5" y="26"/>
                    </a:lnTo>
                    <a:lnTo>
                      <a:pt x="5" y="22"/>
                    </a:lnTo>
                    <a:lnTo>
                      <a:pt x="5" y="17"/>
                    </a:lnTo>
                    <a:lnTo>
                      <a:pt x="5" y="13"/>
                    </a:lnTo>
                    <a:lnTo>
                      <a:pt x="5" y="9"/>
                    </a:lnTo>
                    <a:lnTo>
                      <a:pt x="5" y="4"/>
                    </a:lnTo>
                    <a:lnTo>
                      <a:pt x="5" y="1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7" y="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53" name="Freeform 813"/>
              <p:cNvSpPr/>
              <p:nvPr/>
            </p:nvSpPr>
            <p:spPr bwMode="auto">
              <a:xfrm>
                <a:off x="1072" y="2910"/>
                <a:ext cx="7" cy="73"/>
              </a:xfrm>
              <a:custGeom>
                <a:avLst/>
                <a:gdLst>
                  <a:gd name="T0" fmla="*/ 0 w 7"/>
                  <a:gd name="T1" fmla="*/ 2 h 73"/>
                  <a:gd name="T2" fmla="*/ 1 w 7"/>
                  <a:gd name="T3" fmla="*/ 2 h 73"/>
                  <a:gd name="T4" fmla="*/ 1 w 7"/>
                  <a:gd name="T5" fmla="*/ 2 h 73"/>
                  <a:gd name="T6" fmla="*/ 1 w 7"/>
                  <a:gd name="T7" fmla="*/ 2 h 73"/>
                  <a:gd name="T8" fmla="*/ 1 w 7"/>
                  <a:gd name="T9" fmla="*/ 1 h 73"/>
                  <a:gd name="T10" fmla="*/ 1 w 7"/>
                  <a:gd name="T11" fmla="*/ 0 h 73"/>
                  <a:gd name="T12" fmla="*/ 1 w 7"/>
                  <a:gd name="T13" fmla="*/ 0 h 73"/>
                  <a:gd name="T14" fmla="*/ 1 w 7"/>
                  <a:gd name="T15" fmla="*/ 0 h 73"/>
                  <a:gd name="T16" fmla="*/ 1 w 7"/>
                  <a:gd name="T17" fmla="*/ 1 h 73"/>
                  <a:gd name="T18" fmla="*/ 1 w 7"/>
                  <a:gd name="T19" fmla="*/ 2 h 73"/>
                  <a:gd name="T20" fmla="*/ 2 w 7"/>
                  <a:gd name="T21" fmla="*/ 3 h 73"/>
                  <a:gd name="T22" fmla="*/ 2 w 7"/>
                  <a:gd name="T23" fmla="*/ 4 h 73"/>
                  <a:gd name="T24" fmla="*/ 2 w 7"/>
                  <a:gd name="T25" fmla="*/ 6 h 73"/>
                  <a:gd name="T26" fmla="*/ 2 w 7"/>
                  <a:gd name="T27" fmla="*/ 10 h 73"/>
                  <a:gd name="T28" fmla="*/ 2 w 7"/>
                  <a:gd name="T29" fmla="*/ 12 h 73"/>
                  <a:gd name="T30" fmla="*/ 2 w 7"/>
                  <a:gd name="T31" fmla="*/ 13 h 73"/>
                  <a:gd name="T32" fmla="*/ 3 w 7"/>
                  <a:gd name="T33" fmla="*/ 13 h 73"/>
                  <a:gd name="T34" fmla="*/ 3 w 7"/>
                  <a:gd name="T35" fmla="*/ 13 h 73"/>
                  <a:gd name="T36" fmla="*/ 3 w 7"/>
                  <a:gd name="T37" fmla="*/ 12 h 73"/>
                  <a:gd name="T38" fmla="*/ 3 w 7"/>
                  <a:gd name="T39" fmla="*/ 9 h 73"/>
                  <a:gd name="T40" fmla="*/ 3 w 7"/>
                  <a:gd name="T41" fmla="*/ 9 h 73"/>
                  <a:gd name="T42" fmla="*/ 3 w 7"/>
                  <a:gd name="T43" fmla="*/ 10 h 73"/>
                  <a:gd name="T44" fmla="*/ 3 w 7"/>
                  <a:gd name="T45" fmla="*/ 10 h 73"/>
                  <a:gd name="T46" fmla="*/ 3 w 7"/>
                  <a:gd name="T47" fmla="*/ 9 h 73"/>
                  <a:gd name="T48" fmla="*/ 3 w 7"/>
                  <a:gd name="T49" fmla="*/ 9 h 73"/>
                  <a:gd name="T50" fmla="*/ 4 w 7"/>
                  <a:gd name="T51" fmla="*/ 10 h 73"/>
                  <a:gd name="T52" fmla="*/ 4 w 7"/>
                  <a:gd name="T53" fmla="*/ 11 h 73"/>
                  <a:gd name="T54" fmla="*/ 4 w 7"/>
                  <a:gd name="T55" fmla="*/ 12 h 73"/>
                  <a:gd name="T56" fmla="*/ 4 w 7"/>
                  <a:gd name="T57" fmla="*/ 14 h 73"/>
                  <a:gd name="T58" fmla="*/ 4 w 7"/>
                  <a:gd name="T59" fmla="*/ 16 h 73"/>
                  <a:gd name="T60" fmla="*/ 4 w 7"/>
                  <a:gd name="T61" fmla="*/ 16 h 73"/>
                  <a:gd name="T62" fmla="*/ 5 w 7"/>
                  <a:gd name="T63" fmla="*/ 17 h 73"/>
                  <a:gd name="T64" fmla="*/ 5 w 7"/>
                  <a:gd name="T65" fmla="*/ 17 h 73"/>
                  <a:gd name="T66" fmla="*/ 5 w 7"/>
                  <a:gd name="T67" fmla="*/ 18 h 73"/>
                  <a:gd name="T68" fmla="*/ 5 w 7"/>
                  <a:gd name="T69" fmla="*/ 19 h 73"/>
                  <a:gd name="T70" fmla="*/ 5 w 7"/>
                  <a:gd name="T71" fmla="*/ 21 h 73"/>
                  <a:gd name="T72" fmla="*/ 5 w 7"/>
                  <a:gd name="T73" fmla="*/ 24 h 73"/>
                  <a:gd name="T74" fmla="*/ 5 w 7"/>
                  <a:gd name="T75" fmla="*/ 27 h 73"/>
                  <a:gd name="T76" fmla="*/ 5 w 7"/>
                  <a:gd name="T77" fmla="*/ 29 h 73"/>
                  <a:gd name="T78" fmla="*/ 5 w 7"/>
                  <a:gd name="T79" fmla="*/ 30 h 73"/>
                  <a:gd name="T80" fmla="*/ 6 w 7"/>
                  <a:gd name="T81" fmla="*/ 35 h 73"/>
                  <a:gd name="T82" fmla="*/ 6 w 7"/>
                  <a:gd name="T83" fmla="*/ 42 h 73"/>
                  <a:gd name="T84" fmla="*/ 6 w 7"/>
                  <a:gd name="T85" fmla="*/ 46 h 73"/>
                  <a:gd name="T86" fmla="*/ 6 w 7"/>
                  <a:gd name="T87" fmla="*/ 48 h 73"/>
                  <a:gd name="T88" fmla="*/ 6 w 7"/>
                  <a:gd name="T89" fmla="*/ 51 h 73"/>
                  <a:gd name="T90" fmla="*/ 6 w 7"/>
                  <a:gd name="T91" fmla="*/ 55 h 73"/>
                  <a:gd name="T92" fmla="*/ 6 w 7"/>
                  <a:gd name="T93" fmla="*/ 57 h 73"/>
                  <a:gd name="T94" fmla="*/ 6 w 7"/>
                  <a:gd name="T95" fmla="*/ 59 h 73"/>
                  <a:gd name="T96" fmla="*/ 6 w 7"/>
                  <a:gd name="T97" fmla="*/ 63 h 73"/>
                  <a:gd name="T98" fmla="*/ 7 w 7"/>
                  <a:gd name="T99" fmla="*/ 67 h 73"/>
                  <a:gd name="T100" fmla="*/ 7 w 7"/>
                  <a:gd name="T101" fmla="*/ 69 h 73"/>
                  <a:gd name="T102" fmla="*/ 7 w 7"/>
                  <a:gd name="T10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73">
                    <a:moveTo>
                      <a:pt x="0" y="2"/>
                    </a:moveTo>
                    <a:lnTo>
                      <a:pt x="1" y="2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2" y="3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2" y="10"/>
                    </a:lnTo>
                    <a:lnTo>
                      <a:pt x="2" y="12"/>
                    </a:lnTo>
                    <a:lnTo>
                      <a:pt x="2" y="13"/>
                    </a:lnTo>
                    <a:lnTo>
                      <a:pt x="3" y="13"/>
                    </a:lnTo>
                    <a:lnTo>
                      <a:pt x="3" y="13"/>
                    </a:lnTo>
                    <a:lnTo>
                      <a:pt x="3" y="12"/>
                    </a:lnTo>
                    <a:lnTo>
                      <a:pt x="3" y="9"/>
                    </a:lnTo>
                    <a:lnTo>
                      <a:pt x="3" y="9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3" y="9"/>
                    </a:lnTo>
                    <a:lnTo>
                      <a:pt x="4" y="10"/>
                    </a:lnTo>
                    <a:lnTo>
                      <a:pt x="4" y="11"/>
                    </a:lnTo>
                    <a:lnTo>
                      <a:pt x="4" y="12"/>
                    </a:lnTo>
                    <a:lnTo>
                      <a:pt x="4" y="14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7"/>
                    </a:lnTo>
                    <a:lnTo>
                      <a:pt x="5" y="17"/>
                    </a:lnTo>
                    <a:lnTo>
                      <a:pt x="5" y="18"/>
                    </a:lnTo>
                    <a:lnTo>
                      <a:pt x="5" y="19"/>
                    </a:lnTo>
                    <a:lnTo>
                      <a:pt x="5" y="21"/>
                    </a:lnTo>
                    <a:lnTo>
                      <a:pt x="5" y="24"/>
                    </a:lnTo>
                    <a:lnTo>
                      <a:pt x="5" y="27"/>
                    </a:lnTo>
                    <a:lnTo>
                      <a:pt x="5" y="29"/>
                    </a:lnTo>
                    <a:lnTo>
                      <a:pt x="5" y="30"/>
                    </a:lnTo>
                    <a:lnTo>
                      <a:pt x="6" y="35"/>
                    </a:lnTo>
                    <a:lnTo>
                      <a:pt x="6" y="42"/>
                    </a:lnTo>
                    <a:lnTo>
                      <a:pt x="6" y="46"/>
                    </a:lnTo>
                    <a:lnTo>
                      <a:pt x="6" y="48"/>
                    </a:lnTo>
                    <a:lnTo>
                      <a:pt x="6" y="51"/>
                    </a:lnTo>
                    <a:lnTo>
                      <a:pt x="6" y="55"/>
                    </a:lnTo>
                    <a:lnTo>
                      <a:pt x="6" y="57"/>
                    </a:lnTo>
                    <a:lnTo>
                      <a:pt x="6" y="59"/>
                    </a:lnTo>
                    <a:lnTo>
                      <a:pt x="6" y="63"/>
                    </a:lnTo>
                    <a:lnTo>
                      <a:pt x="7" y="67"/>
                    </a:lnTo>
                    <a:lnTo>
                      <a:pt x="7" y="69"/>
                    </a:lnTo>
                    <a:lnTo>
                      <a:pt x="7" y="7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54" name="Freeform 814"/>
              <p:cNvSpPr/>
              <p:nvPr/>
            </p:nvSpPr>
            <p:spPr bwMode="auto">
              <a:xfrm>
                <a:off x="1079" y="2979"/>
                <a:ext cx="6" cy="83"/>
              </a:xfrm>
              <a:custGeom>
                <a:avLst/>
                <a:gdLst>
                  <a:gd name="T0" fmla="*/ 0 w 6"/>
                  <a:gd name="T1" fmla="*/ 0 h 83"/>
                  <a:gd name="T2" fmla="*/ 0 w 6"/>
                  <a:gd name="T3" fmla="*/ 4 h 83"/>
                  <a:gd name="T4" fmla="*/ 0 w 6"/>
                  <a:gd name="T5" fmla="*/ 9 h 83"/>
                  <a:gd name="T6" fmla="*/ 0 w 6"/>
                  <a:gd name="T7" fmla="*/ 12 h 83"/>
                  <a:gd name="T8" fmla="*/ 0 w 6"/>
                  <a:gd name="T9" fmla="*/ 16 h 83"/>
                  <a:gd name="T10" fmla="*/ 0 w 6"/>
                  <a:gd name="T11" fmla="*/ 22 h 83"/>
                  <a:gd name="T12" fmla="*/ 1 w 6"/>
                  <a:gd name="T13" fmla="*/ 30 h 83"/>
                  <a:gd name="T14" fmla="*/ 1 w 6"/>
                  <a:gd name="T15" fmla="*/ 35 h 83"/>
                  <a:gd name="T16" fmla="*/ 1 w 6"/>
                  <a:gd name="T17" fmla="*/ 37 h 83"/>
                  <a:gd name="T18" fmla="*/ 1 w 6"/>
                  <a:gd name="T19" fmla="*/ 39 h 83"/>
                  <a:gd name="T20" fmla="*/ 1 w 6"/>
                  <a:gd name="T21" fmla="*/ 42 h 83"/>
                  <a:gd name="T22" fmla="*/ 1 w 6"/>
                  <a:gd name="T23" fmla="*/ 44 h 83"/>
                  <a:gd name="T24" fmla="*/ 1 w 6"/>
                  <a:gd name="T25" fmla="*/ 45 h 83"/>
                  <a:gd name="T26" fmla="*/ 1 w 6"/>
                  <a:gd name="T27" fmla="*/ 47 h 83"/>
                  <a:gd name="T28" fmla="*/ 1 w 6"/>
                  <a:gd name="T29" fmla="*/ 47 h 83"/>
                  <a:gd name="T30" fmla="*/ 2 w 6"/>
                  <a:gd name="T31" fmla="*/ 44 h 83"/>
                  <a:gd name="T32" fmla="*/ 2 w 6"/>
                  <a:gd name="T33" fmla="*/ 43 h 83"/>
                  <a:gd name="T34" fmla="*/ 2 w 6"/>
                  <a:gd name="T35" fmla="*/ 46 h 83"/>
                  <a:gd name="T36" fmla="*/ 2 w 6"/>
                  <a:gd name="T37" fmla="*/ 49 h 83"/>
                  <a:gd name="T38" fmla="*/ 2 w 6"/>
                  <a:gd name="T39" fmla="*/ 49 h 83"/>
                  <a:gd name="T40" fmla="*/ 2 w 6"/>
                  <a:gd name="T41" fmla="*/ 54 h 83"/>
                  <a:gd name="T42" fmla="*/ 3 w 6"/>
                  <a:gd name="T43" fmla="*/ 61 h 83"/>
                  <a:gd name="T44" fmla="*/ 3 w 6"/>
                  <a:gd name="T45" fmla="*/ 64 h 83"/>
                  <a:gd name="T46" fmla="*/ 3 w 6"/>
                  <a:gd name="T47" fmla="*/ 63 h 83"/>
                  <a:gd name="T48" fmla="*/ 3 w 6"/>
                  <a:gd name="T49" fmla="*/ 66 h 83"/>
                  <a:gd name="T50" fmla="*/ 3 w 6"/>
                  <a:gd name="T51" fmla="*/ 73 h 83"/>
                  <a:gd name="T52" fmla="*/ 3 w 6"/>
                  <a:gd name="T53" fmla="*/ 74 h 83"/>
                  <a:gd name="T54" fmla="*/ 3 w 6"/>
                  <a:gd name="T55" fmla="*/ 71 h 83"/>
                  <a:gd name="T56" fmla="*/ 3 w 6"/>
                  <a:gd name="T57" fmla="*/ 71 h 83"/>
                  <a:gd name="T58" fmla="*/ 3 w 6"/>
                  <a:gd name="T59" fmla="*/ 72 h 83"/>
                  <a:gd name="T60" fmla="*/ 4 w 6"/>
                  <a:gd name="T61" fmla="*/ 68 h 83"/>
                  <a:gd name="T62" fmla="*/ 4 w 6"/>
                  <a:gd name="T63" fmla="*/ 64 h 83"/>
                  <a:gd name="T64" fmla="*/ 4 w 6"/>
                  <a:gd name="T65" fmla="*/ 64 h 83"/>
                  <a:gd name="T66" fmla="*/ 4 w 6"/>
                  <a:gd name="T67" fmla="*/ 65 h 83"/>
                  <a:gd name="T68" fmla="*/ 4 w 6"/>
                  <a:gd name="T69" fmla="*/ 61 h 83"/>
                  <a:gd name="T70" fmla="*/ 4 w 6"/>
                  <a:gd name="T71" fmla="*/ 61 h 83"/>
                  <a:gd name="T72" fmla="*/ 4 w 6"/>
                  <a:gd name="T73" fmla="*/ 67 h 83"/>
                  <a:gd name="T74" fmla="*/ 4 w 6"/>
                  <a:gd name="T75" fmla="*/ 69 h 83"/>
                  <a:gd name="T76" fmla="*/ 4 w 6"/>
                  <a:gd name="T77" fmla="*/ 68 h 83"/>
                  <a:gd name="T78" fmla="*/ 5 w 6"/>
                  <a:gd name="T79" fmla="*/ 74 h 83"/>
                  <a:gd name="T80" fmla="*/ 5 w 6"/>
                  <a:gd name="T81" fmla="*/ 83 h 83"/>
                  <a:gd name="T82" fmla="*/ 5 w 6"/>
                  <a:gd name="T83" fmla="*/ 82 h 83"/>
                  <a:gd name="T84" fmla="*/ 5 w 6"/>
                  <a:gd name="T85" fmla="*/ 75 h 83"/>
                  <a:gd name="T86" fmla="*/ 5 w 6"/>
                  <a:gd name="T87" fmla="*/ 72 h 83"/>
                  <a:gd name="T88" fmla="*/ 5 w 6"/>
                  <a:gd name="T89" fmla="*/ 73 h 83"/>
                  <a:gd name="T90" fmla="*/ 6 w 6"/>
                  <a:gd name="T91" fmla="*/ 71 h 83"/>
                  <a:gd name="T92" fmla="*/ 6 w 6"/>
                  <a:gd name="T93" fmla="*/ 67 h 83"/>
                  <a:gd name="T94" fmla="*/ 6 w 6"/>
                  <a:gd name="T95" fmla="*/ 64 h 83"/>
                  <a:gd name="T96" fmla="*/ 6 w 6"/>
                  <a:gd name="T97" fmla="*/ 61 h 83"/>
                  <a:gd name="T98" fmla="*/ 6 w 6"/>
                  <a:gd name="T99" fmla="*/ 56 h 83"/>
                  <a:gd name="T100" fmla="*/ 6 w 6"/>
                  <a:gd name="T101" fmla="*/ 54 h 83"/>
                  <a:gd name="T102" fmla="*/ 6 w 6"/>
                  <a:gd name="T103" fmla="*/ 59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3">
                    <a:moveTo>
                      <a:pt x="0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22"/>
                    </a:lnTo>
                    <a:lnTo>
                      <a:pt x="1" y="30"/>
                    </a:lnTo>
                    <a:lnTo>
                      <a:pt x="1" y="35"/>
                    </a:lnTo>
                    <a:lnTo>
                      <a:pt x="1" y="37"/>
                    </a:lnTo>
                    <a:lnTo>
                      <a:pt x="1" y="39"/>
                    </a:lnTo>
                    <a:lnTo>
                      <a:pt x="1" y="42"/>
                    </a:lnTo>
                    <a:lnTo>
                      <a:pt x="1" y="44"/>
                    </a:lnTo>
                    <a:lnTo>
                      <a:pt x="1" y="45"/>
                    </a:lnTo>
                    <a:lnTo>
                      <a:pt x="1" y="47"/>
                    </a:lnTo>
                    <a:lnTo>
                      <a:pt x="1" y="47"/>
                    </a:lnTo>
                    <a:lnTo>
                      <a:pt x="2" y="44"/>
                    </a:lnTo>
                    <a:lnTo>
                      <a:pt x="2" y="43"/>
                    </a:lnTo>
                    <a:lnTo>
                      <a:pt x="2" y="46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2" y="54"/>
                    </a:lnTo>
                    <a:lnTo>
                      <a:pt x="3" y="61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6"/>
                    </a:lnTo>
                    <a:lnTo>
                      <a:pt x="3" y="73"/>
                    </a:lnTo>
                    <a:lnTo>
                      <a:pt x="3" y="74"/>
                    </a:lnTo>
                    <a:lnTo>
                      <a:pt x="3" y="71"/>
                    </a:lnTo>
                    <a:lnTo>
                      <a:pt x="3" y="71"/>
                    </a:lnTo>
                    <a:lnTo>
                      <a:pt x="3" y="72"/>
                    </a:lnTo>
                    <a:lnTo>
                      <a:pt x="4" y="68"/>
                    </a:lnTo>
                    <a:lnTo>
                      <a:pt x="4" y="64"/>
                    </a:lnTo>
                    <a:lnTo>
                      <a:pt x="4" y="64"/>
                    </a:lnTo>
                    <a:lnTo>
                      <a:pt x="4" y="65"/>
                    </a:lnTo>
                    <a:lnTo>
                      <a:pt x="4" y="61"/>
                    </a:lnTo>
                    <a:lnTo>
                      <a:pt x="4" y="61"/>
                    </a:lnTo>
                    <a:lnTo>
                      <a:pt x="4" y="67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5" y="74"/>
                    </a:lnTo>
                    <a:lnTo>
                      <a:pt x="5" y="83"/>
                    </a:lnTo>
                    <a:lnTo>
                      <a:pt x="5" y="82"/>
                    </a:lnTo>
                    <a:lnTo>
                      <a:pt x="5" y="75"/>
                    </a:lnTo>
                    <a:lnTo>
                      <a:pt x="5" y="72"/>
                    </a:lnTo>
                    <a:lnTo>
                      <a:pt x="5" y="73"/>
                    </a:lnTo>
                    <a:lnTo>
                      <a:pt x="6" y="71"/>
                    </a:lnTo>
                    <a:lnTo>
                      <a:pt x="6" y="67"/>
                    </a:lnTo>
                    <a:lnTo>
                      <a:pt x="6" y="64"/>
                    </a:lnTo>
                    <a:lnTo>
                      <a:pt x="6" y="61"/>
                    </a:lnTo>
                    <a:lnTo>
                      <a:pt x="6" y="56"/>
                    </a:lnTo>
                    <a:lnTo>
                      <a:pt x="6" y="54"/>
                    </a:lnTo>
                    <a:lnTo>
                      <a:pt x="6" y="5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55" name="Freeform 815"/>
              <p:cNvSpPr/>
              <p:nvPr/>
            </p:nvSpPr>
            <p:spPr bwMode="auto">
              <a:xfrm>
                <a:off x="1085" y="2908"/>
                <a:ext cx="7" cy="134"/>
              </a:xfrm>
              <a:custGeom>
                <a:avLst/>
                <a:gdLst>
                  <a:gd name="T0" fmla="*/ 0 w 7"/>
                  <a:gd name="T1" fmla="*/ 125 h 134"/>
                  <a:gd name="T2" fmla="*/ 0 w 7"/>
                  <a:gd name="T3" fmla="*/ 130 h 134"/>
                  <a:gd name="T4" fmla="*/ 0 w 7"/>
                  <a:gd name="T5" fmla="*/ 134 h 134"/>
                  <a:gd name="T6" fmla="*/ 0 w 7"/>
                  <a:gd name="T7" fmla="*/ 129 h 134"/>
                  <a:gd name="T8" fmla="*/ 1 w 7"/>
                  <a:gd name="T9" fmla="*/ 126 h 134"/>
                  <a:gd name="T10" fmla="*/ 1 w 7"/>
                  <a:gd name="T11" fmla="*/ 126 h 134"/>
                  <a:gd name="T12" fmla="*/ 1 w 7"/>
                  <a:gd name="T13" fmla="*/ 122 h 134"/>
                  <a:gd name="T14" fmla="*/ 1 w 7"/>
                  <a:gd name="T15" fmla="*/ 111 h 134"/>
                  <a:gd name="T16" fmla="*/ 1 w 7"/>
                  <a:gd name="T17" fmla="*/ 103 h 134"/>
                  <a:gd name="T18" fmla="*/ 1 w 7"/>
                  <a:gd name="T19" fmla="*/ 100 h 134"/>
                  <a:gd name="T20" fmla="*/ 2 w 7"/>
                  <a:gd name="T21" fmla="*/ 92 h 134"/>
                  <a:gd name="T22" fmla="*/ 2 w 7"/>
                  <a:gd name="T23" fmla="*/ 82 h 134"/>
                  <a:gd name="T24" fmla="*/ 2 w 7"/>
                  <a:gd name="T25" fmla="*/ 75 h 134"/>
                  <a:gd name="T26" fmla="*/ 2 w 7"/>
                  <a:gd name="T27" fmla="*/ 71 h 134"/>
                  <a:gd name="T28" fmla="*/ 2 w 7"/>
                  <a:gd name="T29" fmla="*/ 66 h 134"/>
                  <a:gd name="T30" fmla="*/ 2 w 7"/>
                  <a:gd name="T31" fmla="*/ 63 h 134"/>
                  <a:gd name="T32" fmla="*/ 2 w 7"/>
                  <a:gd name="T33" fmla="*/ 62 h 134"/>
                  <a:gd name="T34" fmla="*/ 2 w 7"/>
                  <a:gd name="T35" fmla="*/ 59 h 134"/>
                  <a:gd name="T36" fmla="*/ 2 w 7"/>
                  <a:gd name="T37" fmla="*/ 53 h 134"/>
                  <a:gd name="T38" fmla="*/ 3 w 7"/>
                  <a:gd name="T39" fmla="*/ 50 h 134"/>
                  <a:gd name="T40" fmla="*/ 3 w 7"/>
                  <a:gd name="T41" fmla="*/ 52 h 134"/>
                  <a:gd name="T42" fmla="*/ 3 w 7"/>
                  <a:gd name="T43" fmla="*/ 52 h 134"/>
                  <a:gd name="T44" fmla="*/ 3 w 7"/>
                  <a:gd name="T45" fmla="*/ 48 h 134"/>
                  <a:gd name="T46" fmla="*/ 3 w 7"/>
                  <a:gd name="T47" fmla="*/ 43 h 134"/>
                  <a:gd name="T48" fmla="*/ 3 w 7"/>
                  <a:gd name="T49" fmla="*/ 42 h 134"/>
                  <a:gd name="T50" fmla="*/ 3 w 7"/>
                  <a:gd name="T51" fmla="*/ 41 h 134"/>
                  <a:gd name="T52" fmla="*/ 3 w 7"/>
                  <a:gd name="T53" fmla="*/ 36 h 134"/>
                  <a:gd name="T54" fmla="*/ 3 w 7"/>
                  <a:gd name="T55" fmla="*/ 33 h 134"/>
                  <a:gd name="T56" fmla="*/ 3 w 7"/>
                  <a:gd name="T57" fmla="*/ 33 h 134"/>
                  <a:gd name="T58" fmla="*/ 4 w 7"/>
                  <a:gd name="T59" fmla="*/ 31 h 134"/>
                  <a:gd name="T60" fmla="*/ 4 w 7"/>
                  <a:gd name="T61" fmla="*/ 28 h 134"/>
                  <a:gd name="T62" fmla="*/ 4 w 7"/>
                  <a:gd name="T63" fmla="*/ 25 h 134"/>
                  <a:gd name="T64" fmla="*/ 4 w 7"/>
                  <a:gd name="T65" fmla="*/ 23 h 134"/>
                  <a:gd name="T66" fmla="*/ 4 w 7"/>
                  <a:gd name="T67" fmla="*/ 19 h 134"/>
                  <a:gd name="T68" fmla="*/ 4 w 7"/>
                  <a:gd name="T69" fmla="*/ 18 h 134"/>
                  <a:gd name="T70" fmla="*/ 5 w 7"/>
                  <a:gd name="T71" fmla="*/ 19 h 134"/>
                  <a:gd name="T72" fmla="*/ 5 w 7"/>
                  <a:gd name="T73" fmla="*/ 16 h 134"/>
                  <a:gd name="T74" fmla="*/ 5 w 7"/>
                  <a:gd name="T75" fmla="*/ 8 h 134"/>
                  <a:gd name="T76" fmla="*/ 5 w 7"/>
                  <a:gd name="T77" fmla="*/ 2 h 134"/>
                  <a:gd name="T78" fmla="*/ 5 w 7"/>
                  <a:gd name="T79" fmla="*/ 1 h 134"/>
                  <a:gd name="T80" fmla="*/ 5 w 7"/>
                  <a:gd name="T81" fmla="*/ 1 h 134"/>
                  <a:gd name="T82" fmla="*/ 5 w 7"/>
                  <a:gd name="T83" fmla="*/ 1 h 134"/>
                  <a:gd name="T84" fmla="*/ 5 w 7"/>
                  <a:gd name="T85" fmla="*/ 1 h 134"/>
                  <a:gd name="T86" fmla="*/ 5 w 7"/>
                  <a:gd name="T87" fmla="*/ 0 h 134"/>
                  <a:gd name="T88" fmla="*/ 6 w 7"/>
                  <a:gd name="T89" fmla="*/ 1 h 134"/>
                  <a:gd name="T90" fmla="*/ 6 w 7"/>
                  <a:gd name="T91" fmla="*/ 2 h 134"/>
                  <a:gd name="T92" fmla="*/ 6 w 7"/>
                  <a:gd name="T93" fmla="*/ 5 h 134"/>
                  <a:gd name="T94" fmla="*/ 6 w 7"/>
                  <a:gd name="T95" fmla="*/ 6 h 134"/>
                  <a:gd name="T96" fmla="*/ 6 w 7"/>
                  <a:gd name="T97" fmla="*/ 4 h 134"/>
                  <a:gd name="T98" fmla="*/ 6 w 7"/>
                  <a:gd name="T99" fmla="*/ 4 h 134"/>
                  <a:gd name="T100" fmla="*/ 7 w 7"/>
                  <a:gd name="T101" fmla="*/ 6 h 134"/>
                  <a:gd name="T102" fmla="*/ 7 w 7"/>
                  <a:gd name="T103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34">
                    <a:moveTo>
                      <a:pt x="0" y="125"/>
                    </a:moveTo>
                    <a:lnTo>
                      <a:pt x="0" y="130"/>
                    </a:lnTo>
                    <a:lnTo>
                      <a:pt x="0" y="134"/>
                    </a:lnTo>
                    <a:lnTo>
                      <a:pt x="0" y="129"/>
                    </a:lnTo>
                    <a:lnTo>
                      <a:pt x="1" y="126"/>
                    </a:lnTo>
                    <a:lnTo>
                      <a:pt x="1" y="126"/>
                    </a:lnTo>
                    <a:lnTo>
                      <a:pt x="1" y="122"/>
                    </a:lnTo>
                    <a:lnTo>
                      <a:pt x="1" y="111"/>
                    </a:lnTo>
                    <a:lnTo>
                      <a:pt x="1" y="103"/>
                    </a:lnTo>
                    <a:lnTo>
                      <a:pt x="1" y="100"/>
                    </a:lnTo>
                    <a:lnTo>
                      <a:pt x="2" y="92"/>
                    </a:lnTo>
                    <a:lnTo>
                      <a:pt x="2" y="82"/>
                    </a:lnTo>
                    <a:lnTo>
                      <a:pt x="2" y="75"/>
                    </a:lnTo>
                    <a:lnTo>
                      <a:pt x="2" y="71"/>
                    </a:lnTo>
                    <a:lnTo>
                      <a:pt x="2" y="66"/>
                    </a:lnTo>
                    <a:lnTo>
                      <a:pt x="2" y="63"/>
                    </a:lnTo>
                    <a:lnTo>
                      <a:pt x="2" y="62"/>
                    </a:lnTo>
                    <a:lnTo>
                      <a:pt x="2" y="59"/>
                    </a:lnTo>
                    <a:lnTo>
                      <a:pt x="2" y="53"/>
                    </a:lnTo>
                    <a:lnTo>
                      <a:pt x="3" y="50"/>
                    </a:lnTo>
                    <a:lnTo>
                      <a:pt x="3" y="52"/>
                    </a:lnTo>
                    <a:lnTo>
                      <a:pt x="3" y="52"/>
                    </a:lnTo>
                    <a:lnTo>
                      <a:pt x="3" y="48"/>
                    </a:lnTo>
                    <a:lnTo>
                      <a:pt x="3" y="43"/>
                    </a:lnTo>
                    <a:lnTo>
                      <a:pt x="3" y="42"/>
                    </a:lnTo>
                    <a:lnTo>
                      <a:pt x="3" y="41"/>
                    </a:lnTo>
                    <a:lnTo>
                      <a:pt x="3" y="36"/>
                    </a:lnTo>
                    <a:lnTo>
                      <a:pt x="3" y="33"/>
                    </a:lnTo>
                    <a:lnTo>
                      <a:pt x="3" y="33"/>
                    </a:lnTo>
                    <a:lnTo>
                      <a:pt x="4" y="31"/>
                    </a:lnTo>
                    <a:lnTo>
                      <a:pt x="4" y="28"/>
                    </a:lnTo>
                    <a:lnTo>
                      <a:pt x="4" y="25"/>
                    </a:lnTo>
                    <a:lnTo>
                      <a:pt x="4" y="23"/>
                    </a:lnTo>
                    <a:lnTo>
                      <a:pt x="4" y="19"/>
                    </a:lnTo>
                    <a:lnTo>
                      <a:pt x="4" y="18"/>
                    </a:lnTo>
                    <a:lnTo>
                      <a:pt x="5" y="19"/>
                    </a:lnTo>
                    <a:lnTo>
                      <a:pt x="5" y="16"/>
                    </a:lnTo>
                    <a:lnTo>
                      <a:pt x="5" y="8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6" y="5"/>
                    </a:lnTo>
                    <a:lnTo>
                      <a:pt x="6" y="6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7" y="6"/>
                    </a:lnTo>
                    <a:lnTo>
                      <a:pt x="7" y="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56" name="Freeform 816"/>
              <p:cNvSpPr/>
              <p:nvPr/>
            </p:nvSpPr>
            <p:spPr bwMode="auto">
              <a:xfrm>
                <a:off x="1092" y="2907"/>
                <a:ext cx="6" cy="65"/>
              </a:xfrm>
              <a:custGeom>
                <a:avLst/>
                <a:gdLst>
                  <a:gd name="T0" fmla="*/ 0 w 6"/>
                  <a:gd name="T1" fmla="*/ 7 h 65"/>
                  <a:gd name="T2" fmla="*/ 0 w 6"/>
                  <a:gd name="T3" fmla="*/ 8 h 65"/>
                  <a:gd name="T4" fmla="*/ 0 w 6"/>
                  <a:gd name="T5" fmla="*/ 4 h 65"/>
                  <a:gd name="T6" fmla="*/ 0 w 6"/>
                  <a:gd name="T7" fmla="*/ 1 h 65"/>
                  <a:gd name="T8" fmla="*/ 0 w 6"/>
                  <a:gd name="T9" fmla="*/ 0 h 65"/>
                  <a:gd name="T10" fmla="*/ 0 w 6"/>
                  <a:gd name="T11" fmla="*/ 1 h 65"/>
                  <a:gd name="T12" fmla="*/ 0 w 6"/>
                  <a:gd name="T13" fmla="*/ 3 h 65"/>
                  <a:gd name="T14" fmla="*/ 0 w 6"/>
                  <a:gd name="T15" fmla="*/ 5 h 65"/>
                  <a:gd name="T16" fmla="*/ 0 w 6"/>
                  <a:gd name="T17" fmla="*/ 5 h 65"/>
                  <a:gd name="T18" fmla="*/ 1 w 6"/>
                  <a:gd name="T19" fmla="*/ 5 h 65"/>
                  <a:gd name="T20" fmla="*/ 1 w 6"/>
                  <a:gd name="T21" fmla="*/ 7 h 65"/>
                  <a:gd name="T22" fmla="*/ 1 w 6"/>
                  <a:gd name="T23" fmla="*/ 12 h 65"/>
                  <a:gd name="T24" fmla="*/ 1 w 6"/>
                  <a:gd name="T25" fmla="*/ 16 h 65"/>
                  <a:gd name="T26" fmla="*/ 1 w 6"/>
                  <a:gd name="T27" fmla="*/ 17 h 65"/>
                  <a:gd name="T28" fmla="*/ 1 w 6"/>
                  <a:gd name="T29" fmla="*/ 19 h 65"/>
                  <a:gd name="T30" fmla="*/ 1 w 6"/>
                  <a:gd name="T31" fmla="*/ 22 h 65"/>
                  <a:gd name="T32" fmla="*/ 1 w 6"/>
                  <a:gd name="T33" fmla="*/ 24 h 65"/>
                  <a:gd name="T34" fmla="*/ 1 w 6"/>
                  <a:gd name="T35" fmla="*/ 25 h 65"/>
                  <a:gd name="T36" fmla="*/ 2 w 6"/>
                  <a:gd name="T37" fmla="*/ 26 h 65"/>
                  <a:gd name="T38" fmla="*/ 2 w 6"/>
                  <a:gd name="T39" fmla="*/ 31 h 65"/>
                  <a:gd name="T40" fmla="*/ 2 w 6"/>
                  <a:gd name="T41" fmla="*/ 36 h 65"/>
                  <a:gd name="T42" fmla="*/ 2 w 6"/>
                  <a:gd name="T43" fmla="*/ 40 h 65"/>
                  <a:gd name="T44" fmla="*/ 2 w 6"/>
                  <a:gd name="T45" fmla="*/ 42 h 65"/>
                  <a:gd name="T46" fmla="*/ 2 w 6"/>
                  <a:gd name="T47" fmla="*/ 47 h 65"/>
                  <a:gd name="T48" fmla="*/ 3 w 6"/>
                  <a:gd name="T49" fmla="*/ 51 h 65"/>
                  <a:gd name="T50" fmla="*/ 3 w 6"/>
                  <a:gd name="T51" fmla="*/ 56 h 65"/>
                  <a:gd name="T52" fmla="*/ 3 w 6"/>
                  <a:gd name="T53" fmla="*/ 61 h 65"/>
                  <a:gd name="T54" fmla="*/ 3 w 6"/>
                  <a:gd name="T55" fmla="*/ 63 h 65"/>
                  <a:gd name="T56" fmla="*/ 3 w 6"/>
                  <a:gd name="T57" fmla="*/ 63 h 65"/>
                  <a:gd name="T58" fmla="*/ 3 w 6"/>
                  <a:gd name="T59" fmla="*/ 63 h 65"/>
                  <a:gd name="T60" fmla="*/ 3 w 6"/>
                  <a:gd name="T61" fmla="*/ 65 h 65"/>
                  <a:gd name="T62" fmla="*/ 3 w 6"/>
                  <a:gd name="T63" fmla="*/ 65 h 65"/>
                  <a:gd name="T64" fmla="*/ 3 w 6"/>
                  <a:gd name="T65" fmla="*/ 63 h 65"/>
                  <a:gd name="T66" fmla="*/ 4 w 6"/>
                  <a:gd name="T67" fmla="*/ 61 h 65"/>
                  <a:gd name="T68" fmla="*/ 4 w 6"/>
                  <a:gd name="T69" fmla="*/ 58 h 65"/>
                  <a:gd name="T70" fmla="*/ 4 w 6"/>
                  <a:gd name="T71" fmla="*/ 55 h 65"/>
                  <a:gd name="T72" fmla="*/ 4 w 6"/>
                  <a:gd name="T73" fmla="*/ 51 h 65"/>
                  <a:gd name="T74" fmla="*/ 4 w 6"/>
                  <a:gd name="T75" fmla="*/ 47 h 65"/>
                  <a:gd name="T76" fmla="*/ 4 w 6"/>
                  <a:gd name="T77" fmla="*/ 45 h 65"/>
                  <a:gd name="T78" fmla="*/ 4 w 6"/>
                  <a:gd name="T79" fmla="*/ 45 h 65"/>
                  <a:gd name="T80" fmla="*/ 5 w 6"/>
                  <a:gd name="T81" fmla="*/ 47 h 65"/>
                  <a:gd name="T82" fmla="*/ 5 w 6"/>
                  <a:gd name="T83" fmla="*/ 47 h 65"/>
                  <a:gd name="T84" fmla="*/ 5 w 6"/>
                  <a:gd name="T85" fmla="*/ 48 h 65"/>
                  <a:gd name="T86" fmla="*/ 5 w 6"/>
                  <a:gd name="T87" fmla="*/ 49 h 65"/>
                  <a:gd name="T88" fmla="*/ 5 w 6"/>
                  <a:gd name="T89" fmla="*/ 52 h 65"/>
                  <a:gd name="T90" fmla="*/ 5 w 6"/>
                  <a:gd name="T91" fmla="*/ 54 h 65"/>
                  <a:gd name="T92" fmla="*/ 5 w 6"/>
                  <a:gd name="T93" fmla="*/ 55 h 65"/>
                  <a:gd name="T94" fmla="*/ 5 w 6"/>
                  <a:gd name="T95" fmla="*/ 54 h 65"/>
                  <a:gd name="T96" fmla="*/ 5 w 6"/>
                  <a:gd name="T97" fmla="*/ 53 h 65"/>
                  <a:gd name="T98" fmla="*/ 6 w 6"/>
                  <a:gd name="T99" fmla="*/ 52 h 65"/>
                  <a:gd name="T100" fmla="*/ 6 w 6"/>
                  <a:gd name="T101" fmla="*/ 52 h 65"/>
                  <a:gd name="T102" fmla="*/ 6 w 6"/>
                  <a:gd name="T103" fmla="*/ 5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5">
                    <a:moveTo>
                      <a:pt x="0" y="7"/>
                    </a:moveTo>
                    <a:lnTo>
                      <a:pt x="0" y="8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12"/>
                    </a:lnTo>
                    <a:lnTo>
                      <a:pt x="1" y="16"/>
                    </a:lnTo>
                    <a:lnTo>
                      <a:pt x="1" y="17"/>
                    </a:lnTo>
                    <a:lnTo>
                      <a:pt x="1" y="19"/>
                    </a:lnTo>
                    <a:lnTo>
                      <a:pt x="1" y="22"/>
                    </a:lnTo>
                    <a:lnTo>
                      <a:pt x="1" y="24"/>
                    </a:lnTo>
                    <a:lnTo>
                      <a:pt x="1" y="25"/>
                    </a:lnTo>
                    <a:lnTo>
                      <a:pt x="2" y="26"/>
                    </a:lnTo>
                    <a:lnTo>
                      <a:pt x="2" y="31"/>
                    </a:lnTo>
                    <a:lnTo>
                      <a:pt x="2" y="36"/>
                    </a:lnTo>
                    <a:lnTo>
                      <a:pt x="2" y="40"/>
                    </a:lnTo>
                    <a:lnTo>
                      <a:pt x="2" y="42"/>
                    </a:lnTo>
                    <a:lnTo>
                      <a:pt x="2" y="47"/>
                    </a:lnTo>
                    <a:lnTo>
                      <a:pt x="3" y="51"/>
                    </a:lnTo>
                    <a:lnTo>
                      <a:pt x="3" y="56"/>
                    </a:lnTo>
                    <a:lnTo>
                      <a:pt x="3" y="61"/>
                    </a:lnTo>
                    <a:lnTo>
                      <a:pt x="3" y="63"/>
                    </a:lnTo>
                    <a:lnTo>
                      <a:pt x="3" y="63"/>
                    </a:lnTo>
                    <a:lnTo>
                      <a:pt x="3" y="63"/>
                    </a:lnTo>
                    <a:lnTo>
                      <a:pt x="3" y="65"/>
                    </a:lnTo>
                    <a:lnTo>
                      <a:pt x="3" y="65"/>
                    </a:lnTo>
                    <a:lnTo>
                      <a:pt x="3" y="63"/>
                    </a:lnTo>
                    <a:lnTo>
                      <a:pt x="4" y="61"/>
                    </a:lnTo>
                    <a:lnTo>
                      <a:pt x="4" y="58"/>
                    </a:lnTo>
                    <a:lnTo>
                      <a:pt x="4" y="55"/>
                    </a:lnTo>
                    <a:lnTo>
                      <a:pt x="4" y="51"/>
                    </a:lnTo>
                    <a:lnTo>
                      <a:pt x="4" y="47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5" y="47"/>
                    </a:lnTo>
                    <a:lnTo>
                      <a:pt x="5" y="47"/>
                    </a:lnTo>
                    <a:lnTo>
                      <a:pt x="5" y="48"/>
                    </a:lnTo>
                    <a:lnTo>
                      <a:pt x="5" y="49"/>
                    </a:lnTo>
                    <a:lnTo>
                      <a:pt x="5" y="52"/>
                    </a:lnTo>
                    <a:lnTo>
                      <a:pt x="5" y="54"/>
                    </a:lnTo>
                    <a:lnTo>
                      <a:pt x="5" y="55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6" y="52"/>
                    </a:lnTo>
                    <a:lnTo>
                      <a:pt x="6" y="52"/>
                    </a:lnTo>
                    <a:lnTo>
                      <a:pt x="6" y="5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57" name="Freeform 817"/>
              <p:cNvSpPr/>
              <p:nvPr/>
            </p:nvSpPr>
            <p:spPr bwMode="auto">
              <a:xfrm>
                <a:off x="1098" y="2908"/>
                <a:ext cx="6" cy="57"/>
              </a:xfrm>
              <a:custGeom>
                <a:avLst/>
                <a:gdLst>
                  <a:gd name="T0" fmla="*/ 0 w 6"/>
                  <a:gd name="T1" fmla="*/ 51 h 57"/>
                  <a:gd name="T2" fmla="*/ 0 w 6"/>
                  <a:gd name="T3" fmla="*/ 51 h 57"/>
                  <a:gd name="T4" fmla="*/ 0 w 6"/>
                  <a:gd name="T5" fmla="*/ 52 h 57"/>
                  <a:gd name="T6" fmla="*/ 0 w 6"/>
                  <a:gd name="T7" fmla="*/ 51 h 57"/>
                  <a:gd name="T8" fmla="*/ 0 w 6"/>
                  <a:gd name="T9" fmla="*/ 50 h 57"/>
                  <a:gd name="T10" fmla="*/ 0 w 6"/>
                  <a:gd name="T11" fmla="*/ 53 h 57"/>
                  <a:gd name="T12" fmla="*/ 0 w 6"/>
                  <a:gd name="T13" fmla="*/ 56 h 57"/>
                  <a:gd name="T14" fmla="*/ 0 w 6"/>
                  <a:gd name="T15" fmla="*/ 56 h 57"/>
                  <a:gd name="T16" fmla="*/ 1 w 6"/>
                  <a:gd name="T17" fmla="*/ 56 h 57"/>
                  <a:gd name="T18" fmla="*/ 1 w 6"/>
                  <a:gd name="T19" fmla="*/ 57 h 57"/>
                  <a:gd name="T20" fmla="*/ 1 w 6"/>
                  <a:gd name="T21" fmla="*/ 56 h 57"/>
                  <a:gd name="T22" fmla="*/ 1 w 6"/>
                  <a:gd name="T23" fmla="*/ 54 h 57"/>
                  <a:gd name="T24" fmla="*/ 1 w 6"/>
                  <a:gd name="T25" fmla="*/ 53 h 57"/>
                  <a:gd name="T26" fmla="*/ 1 w 6"/>
                  <a:gd name="T27" fmla="*/ 53 h 57"/>
                  <a:gd name="T28" fmla="*/ 2 w 6"/>
                  <a:gd name="T29" fmla="*/ 51 h 57"/>
                  <a:gd name="T30" fmla="*/ 2 w 6"/>
                  <a:gd name="T31" fmla="*/ 49 h 57"/>
                  <a:gd name="T32" fmla="*/ 2 w 6"/>
                  <a:gd name="T33" fmla="*/ 47 h 57"/>
                  <a:gd name="T34" fmla="*/ 2 w 6"/>
                  <a:gd name="T35" fmla="*/ 45 h 57"/>
                  <a:gd name="T36" fmla="*/ 2 w 6"/>
                  <a:gd name="T37" fmla="*/ 44 h 57"/>
                  <a:gd name="T38" fmla="*/ 2 w 6"/>
                  <a:gd name="T39" fmla="*/ 43 h 57"/>
                  <a:gd name="T40" fmla="*/ 2 w 6"/>
                  <a:gd name="T41" fmla="*/ 43 h 57"/>
                  <a:gd name="T42" fmla="*/ 2 w 6"/>
                  <a:gd name="T43" fmla="*/ 44 h 57"/>
                  <a:gd name="T44" fmla="*/ 2 w 6"/>
                  <a:gd name="T45" fmla="*/ 44 h 57"/>
                  <a:gd name="T46" fmla="*/ 3 w 6"/>
                  <a:gd name="T47" fmla="*/ 43 h 57"/>
                  <a:gd name="T48" fmla="*/ 3 w 6"/>
                  <a:gd name="T49" fmla="*/ 41 h 57"/>
                  <a:gd name="T50" fmla="*/ 3 w 6"/>
                  <a:gd name="T51" fmla="*/ 39 h 57"/>
                  <a:gd name="T52" fmla="*/ 3 w 6"/>
                  <a:gd name="T53" fmla="*/ 36 h 57"/>
                  <a:gd name="T54" fmla="*/ 3 w 6"/>
                  <a:gd name="T55" fmla="*/ 32 h 57"/>
                  <a:gd name="T56" fmla="*/ 3 w 6"/>
                  <a:gd name="T57" fmla="*/ 28 h 57"/>
                  <a:gd name="T58" fmla="*/ 4 w 6"/>
                  <a:gd name="T59" fmla="*/ 23 h 57"/>
                  <a:gd name="T60" fmla="*/ 4 w 6"/>
                  <a:gd name="T61" fmla="*/ 16 h 57"/>
                  <a:gd name="T62" fmla="*/ 4 w 6"/>
                  <a:gd name="T63" fmla="*/ 12 h 57"/>
                  <a:gd name="T64" fmla="*/ 4 w 6"/>
                  <a:gd name="T65" fmla="*/ 10 h 57"/>
                  <a:gd name="T66" fmla="*/ 4 w 6"/>
                  <a:gd name="T67" fmla="*/ 9 h 57"/>
                  <a:gd name="T68" fmla="*/ 4 w 6"/>
                  <a:gd name="T69" fmla="*/ 7 h 57"/>
                  <a:gd name="T70" fmla="*/ 4 w 6"/>
                  <a:gd name="T71" fmla="*/ 6 h 57"/>
                  <a:gd name="T72" fmla="*/ 4 w 6"/>
                  <a:gd name="T73" fmla="*/ 6 h 57"/>
                  <a:gd name="T74" fmla="*/ 4 w 6"/>
                  <a:gd name="T75" fmla="*/ 6 h 57"/>
                  <a:gd name="T76" fmla="*/ 5 w 6"/>
                  <a:gd name="T77" fmla="*/ 6 h 57"/>
                  <a:gd name="T78" fmla="*/ 5 w 6"/>
                  <a:gd name="T79" fmla="*/ 6 h 57"/>
                  <a:gd name="T80" fmla="*/ 5 w 6"/>
                  <a:gd name="T81" fmla="*/ 4 h 57"/>
                  <a:gd name="T82" fmla="*/ 5 w 6"/>
                  <a:gd name="T83" fmla="*/ 3 h 57"/>
                  <a:gd name="T84" fmla="*/ 5 w 6"/>
                  <a:gd name="T85" fmla="*/ 2 h 57"/>
                  <a:gd name="T86" fmla="*/ 5 w 6"/>
                  <a:gd name="T87" fmla="*/ 1 h 57"/>
                  <a:gd name="T88" fmla="*/ 5 w 6"/>
                  <a:gd name="T89" fmla="*/ 0 h 57"/>
                  <a:gd name="T90" fmla="*/ 5 w 6"/>
                  <a:gd name="T91" fmla="*/ 0 h 57"/>
                  <a:gd name="T92" fmla="*/ 5 w 6"/>
                  <a:gd name="T93" fmla="*/ 1 h 57"/>
                  <a:gd name="T94" fmla="*/ 6 w 6"/>
                  <a:gd name="T95" fmla="*/ 4 h 57"/>
                  <a:gd name="T96" fmla="*/ 6 w 6"/>
                  <a:gd name="T97" fmla="*/ 7 h 57"/>
                  <a:gd name="T98" fmla="*/ 6 w 6"/>
                  <a:gd name="T99" fmla="*/ 11 h 57"/>
                  <a:gd name="T100" fmla="*/ 6 w 6"/>
                  <a:gd name="T101" fmla="*/ 13 h 57"/>
                  <a:gd name="T102" fmla="*/ 6 w 6"/>
                  <a:gd name="T103" fmla="*/ 1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7">
                    <a:moveTo>
                      <a:pt x="0" y="51"/>
                    </a:moveTo>
                    <a:lnTo>
                      <a:pt x="0" y="51"/>
                    </a:lnTo>
                    <a:lnTo>
                      <a:pt x="0" y="52"/>
                    </a:lnTo>
                    <a:lnTo>
                      <a:pt x="0" y="51"/>
                    </a:lnTo>
                    <a:lnTo>
                      <a:pt x="0" y="50"/>
                    </a:lnTo>
                    <a:lnTo>
                      <a:pt x="0" y="53"/>
                    </a:lnTo>
                    <a:lnTo>
                      <a:pt x="0" y="56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7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2" y="43"/>
                    </a:lnTo>
                    <a:lnTo>
                      <a:pt x="2" y="43"/>
                    </a:lnTo>
                    <a:lnTo>
                      <a:pt x="2" y="44"/>
                    </a:lnTo>
                    <a:lnTo>
                      <a:pt x="2" y="44"/>
                    </a:lnTo>
                    <a:lnTo>
                      <a:pt x="3" y="43"/>
                    </a:lnTo>
                    <a:lnTo>
                      <a:pt x="3" y="41"/>
                    </a:lnTo>
                    <a:lnTo>
                      <a:pt x="3" y="39"/>
                    </a:lnTo>
                    <a:lnTo>
                      <a:pt x="3" y="36"/>
                    </a:lnTo>
                    <a:lnTo>
                      <a:pt x="3" y="32"/>
                    </a:lnTo>
                    <a:lnTo>
                      <a:pt x="3" y="28"/>
                    </a:lnTo>
                    <a:lnTo>
                      <a:pt x="4" y="23"/>
                    </a:lnTo>
                    <a:lnTo>
                      <a:pt x="4" y="16"/>
                    </a:lnTo>
                    <a:lnTo>
                      <a:pt x="4" y="12"/>
                    </a:lnTo>
                    <a:lnTo>
                      <a:pt x="4" y="10"/>
                    </a:lnTo>
                    <a:lnTo>
                      <a:pt x="4" y="9"/>
                    </a:lnTo>
                    <a:lnTo>
                      <a:pt x="4" y="7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5" y="4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6" y="4"/>
                    </a:lnTo>
                    <a:lnTo>
                      <a:pt x="6" y="7"/>
                    </a:lnTo>
                    <a:lnTo>
                      <a:pt x="6" y="11"/>
                    </a:lnTo>
                    <a:lnTo>
                      <a:pt x="6" y="13"/>
                    </a:lnTo>
                    <a:lnTo>
                      <a:pt x="6" y="1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58" name="Freeform 818"/>
              <p:cNvSpPr/>
              <p:nvPr/>
            </p:nvSpPr>
            <p:spPr bwMode="auto">
              <a:xfrm>
                <a:off x="1104" y="2921"/>
                <a:ext cx="6" cy="119"/>
              </a:xfrm>
              <a:custGeom>
                <a:avLst/>
                <a:gdLst>
                  <a:gd name="T0" fmla="*/ 0 w 6"/>
                  <a:gd name="T1" fmla="*/ 0 h 119"/>
                  <a:gd name="T2" fmla="*/ 0 w 6"/>
                  <a:gd name="T3" fmla="*/ 4 h 119"/>
                  <a:gd name="T4" fmla="*/ 0 w 6"/>
                  <a:gd name="T5" fmla="*/ 8 h 119"/>
                  <a:gd name="T6" fmla="*/ 1 w 6"/>
                  <a:gd name="T7" fmla="*/ 11 h 119"/>
                  <a:gd name="T8" fmla="*/ 1 w 6"/>
                  <a:gd name="T9" fmla="*/ 14 h 119"/>
                  <a:gd name="T10" fmla="*/ 1 w 6"/>
                  <a:gd name="T11" fmla="*/ 18 h 119"/>
                  <a:gd name="T12" fmla="*/ 1 w 6"/>
                  <a:gd name="T13" fmla="*/ 21 h 119"/>
                  <a:gd name="T14" fmla="*/ 1 w 6"/>
                  <a:gd name="T15" fmla="*/ 22 h 119"/>
                  <a:gd name="T16" fmla="*/ 1 w 6"/>
                  <a:gd name="T17" fmla="*/ 22 h 119"/>
                  <a:gd name="T18" fmla="*/ 1 w 6"/>
                  <a:gd name="T19" fmla="*/ 25 h 119"/>
                  <a:gd name="T20" fmla="*/ 1 w 6"/>
                  <a:gd name="T21" fmla="*/ 29 h 119"/>
                  <a:gd name="T22" fmla="*/ 1 w 6"/>
                  <a:gd name="T23" fmla="*/ 33 h 119"/>
                  <a:gd name="T24" fmla="*/ 1 w 6"/>
                  <a:gd name="T25" fmla="*/ 36 h 119"/>
                  <a:gd name="T26" fmla="*/ 2 w 6"/>
                  <a:gd name="T27" fmla="*/ 40 h 119"/>
                  <a:gd name="T28" fmla="*/ 2 w 6"/>
                  <a:gd name="T29" fmla="*/ 44 h 119"/>
                  <a:gd name="T30" fmla="*/ 2 w 6"/>
                  <a:gd name="T31" fmla="*/ 47 h 119"/>
                  <a:gd name="T32" fmla="*/ 2 w 6"/>
                  <a:gd name="T33" fmla="*/ 52 h 119"/>
                  <a:gd name="T34" fmla="*/ 2 w 6"/>
                  <a:gd name="T35" fmla="*/ 58 h 119"/>
                  <a:gd name="T36" fmla="*/ 2 w 6"/>
                  <a:gd name="T37" fmla="*/ 63 h 119"/>
                  <a:gd name="T38" fmla="*/ 3 w 6"/>
                  <a:gd name="T39" fmla="*/ 65 h 119"/>
                  <a:gd name="T40" fmla="*/ 3 w 6"/>
                  <a:gd name="T41" fmla="*/ 70 h 119"/>
                  <a:gd name="T42" fmla="*/ 3 w 6"/>
                  <a:gd name="T43" fmla="*/ 75 h 119"/>
                  <a:gd name="T44" fmla="*/ 3 w 6"/>
                  <a:gd name="T45" fmla="*/ 77 h 119"/>
                  <a:gd name="T46" fmla="*/ 3 w 6"/>
                  <a:gd name="T47" fmla="*/ 76 h 119"/>
                  <a:gd name="T48" fmla="*/ 3 w 6"/>
                  <a:gd name="T49" fmla="*/ 78 h 119"/>
                  <a:gd name="T50" fmla="*/ 3 w 6"/>
                  <a:gd name="T51" fmla="*/ 82 h 119"/>
                  <a:gd name="T52" fmla="*/ 3 w 6"/>
                  <a:gd name="T53" fmla="*/ 85 h 119"/>
                  <a:gd name="T54" fmla="*/ 3 w 6"/>
                  <a:gd name="T55" fmla="*/ 87 h 119"/>
                  <a:gd name="T56" fmla="*/ 4 w 6"/>
                  <a:gd name="T57" fmla="*/ 90 h 119"/>
                  <a:gd name="T58" fmla="*/ 4 w 6"/>
                  <a:gd name="T59" fmla="*/ 94 h 119"/>
                  <a:gd name="T60" fmla="*/ 4 w 6"/>
                  <a:gd name="T61" fmla="*/ 98 h 119"/>
                  <a:gd name="T62" fmla="*/ 4 w 6"/>
                  <a:gd name="T63" fmla="*/ 101 h 119"/>
                  <a:gd name="T64" fmla="*/ 4 w 6"/>
                  <a:gd name="T65" fmla="*/ 106 h 119"/>
                  <a:gd name="T66" fmla="*/ 4 w 6"/>
                  <a:gd name="T67" fmla="*/ 111 h 119"/>
                  <a:gd name="T68" fmla="*/ 4 w 6"/>
                  <a:gd name="T69" fmla="*/ 111 h 119"/>
                  <a:gd name="T70" fmla="*/ 4 w 6"/>
                  <a:gd name="T71" fmla="*/ 111 h 119"/>
                  <a:gd name="T72" fmla="*/ 4 w 6"/>
                  <a:gd name="T73" fmla="*/ 113 h 119"/>
                  <a:gd name="T74" fmla="*/ 5 w 6"/>
                  <a:gd name="T75" fmla="*/ 113 h 119"/>
                  <a:gd name="T76" fmla="*/ 5 w 6"/>
                  <a:gd name="T77" fmla="*/ 109 h 119"/>
                  <a:gd name="T78" fmla="*/ 5 w 6"/>
                  <a:gd name="T79" fmla="*/ 106 h 119"/>
                  <a:gd name="T80" fmla="*/ 5 w 6"/>
                  <a:gd name="T81" fmla="*/ 106 h 119"/>
                  <a:gd name="T82" fmla="*/ 5 w 6"/>
                  <a:gd name="T83" fmla="*/ 106 h 119"/>
                  <a:gd name="T84" fmla="*/ 5 w 6"/>
                  <a:gd name="T85" fmla="*/ 105 h 119"/>
                  <a:gd name="T86" fmla="*/ 6 w 6"/>
                  <a:gd name="T87" fmla="*/ 105 h 119"/>
                  <a:gd name="T88" fmla="*/ 6 w 6"/>
                  <a:gd name="T89" fmla="*/ 108 h 119"/>
                  <a:gd name="T90" fmla="*/ 6 w 6"/>
                  <a:gd name="T91" fmla="*/ 111 h 119"/>
                  <a:gd name="T92" fmla="*/ 6 w 6"/>
                  <a:gd name="T93" fmla="*/ 113 h 119"/>
                  <a:gd name="T94" fmla="*/ 6 w 6"/>
                  <a:gd name="T95" fmla="*/ 116 h 119"/>
                  <a:gd name="T96" fmla="*/ 6 w 6"/>
                  <a:gd name="T97" fmla="*/ 119 h 119"/>
                  <a:gd name="T98" fmla="*/ 6 w 6"/>
                  <a:gd name="T99" fmla="*/ 119 h 119"/>
                  <a:gd name="T100" fmla="*/ 6 w 6"/>
                  <a:gd name="T101" fmla="*/ 118 h 119"/>
                  <a:gd name="T102" fmla="*/ 6 w 6"/>
                  <a:gd name="T103" fmla="*/ 118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19">
                    <a:moveTo>
                      <a:pt x="0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" y="11"/>
                    </a:lnTo>
                    <a:lnTo>
                      <a:pt x="1" y="14"/>
                    </a:lnTo>
                    <a:lnTo>
                      <a:pt x="1" y="18"/>
                    </a:lnTo>
                    <a:lnTo>
                      <a:pt x="1" y="21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5"/>
                    </a:lnTo>
                    <a:lnTo>
                      <a:pt x="1" y="29"/>
                    </a:lnTo>
                    <a:lnTo>
                      <a:pt x="1" y="33"/>
                    </a:lnTo>
                    <a:lnTo>
                      <a:pt x="1" y="36"/>
                    </a:lnTo>
                    <a:lnTo>
                      <a:pt x="2" y="40"/>
                    </a:lnTo>
                    <a:lnTo>
                      <a:pt x="2" y="44"/>
                    </a:lnTo>
                    <a:lnTo>
                      <a:pt x="2" y="47"/>
                    </a:lnTo>
                    <a:lnTo>
                      <a:pt x="2" y="52"/>
                    </a:lnTo>
                    <a:lnTo>
                      <a:pt x="2" y="58"/>
                    </a:lnTo>
                    <a:lnTo>
                      <a:pt x="2" y="63"/>
                    </a:lnTo>
                    <a:lnTo>
                      <a:pt x="3" y="65"/>
                    </a:lnTo>
                    <a:lnTo>
                      <a:pt x="3" y="70"/>
                    </a:lnTo>
                    <a:lnTo>
                      <a:pt x="3" y="75"/>
                    </a:lnTo>
                    <a:lnTo>
                      <a:pt x="3" y="77"/>
                    </a:lnTo>
                    <a:lnTo>
                      <a:pt x="3" y="76"/>
                    </a:lnTo>
                    <a:lnTo>
                      <a:pt x="3" y="78"/>
                    </a:lnTo>
                    <a:lnTo>
                      <a:pt x="3" y="82"/>
                    </a:lnTo>
                    <a:lnTo>
                      <a:pt x="3" y="85"/>
                    </a:lnTo>
                    <a:lnTo>
                      <a:pt x="3" y="87"/>
                    </a:lnTo>
                    <a:lnTo>
                      <a:pt x="4" y="90"/>
                    </a:lnTo>
                    <a:lnTo>
                      <a:pt x="4" y="94"/>
                    </a:lnTo>
                    <a:lnTo>
                      <a:pt x="4" y="98"/>
                    </a:lnTo>
                    <a:lnTo>
                      <a:pt x="4" y="101"/>
                    </a:lnTo>
                    <a:lnTo>
                      <a:pt x="4" y="106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3"/>
                    </a:lnTo>
                    <a:lnTo>
                      <a:pt x="5" y="113"/>
                    </a:lnTo>
                    <a:lnTo>
                      <a:pt x="5" y="109"/>
                    </a:lnTo>
                    <a:lnTo>
                      <a:pt x="5" y="106"/>
                    </a:lnTo>
                    <a:lnTo>
                      <a:pt x="5" y="106"/>
                    </a:lnTo>
                    <a:lnTo>
                      <a:pt x="5" y="106"/>
                    </a:lnTo>
                    <a:lnTo>
                      <a:pt x="5" y="105"/>
                    </a:lnTo>
                    <a:lnTo>
                      <a:pt x="6" y="105"/>
                    </a:lnTo>
                    <a:lnTo>
                      <a:pt x="6" y="108"/>
                    </a:lnTo>
                    <a:lnTo>
                      <a:pt x="6" y="111"/>
                    </a:lnTo>
                    <a:lnTo>
                      <a:pt x="6" y="113"/>
                    </a:lnTo>
                    <a:lnTo>
                      <a:pt x="6" y="116"/>
                    </a:lnTo>
                    <a:lnTo>
                      <a:pt x="6" y="119"/>
                    </a:lnTo>
                    <a:lnTo>
                      <a:pt x="6" y="119"/>
                    </a:lnTo>
                    <a:lnTo>
                      <a:pt x="6" y="118"/>
                    </a:lnTo>
                    <a:lnTo>
                      <a:pt x="6" y="11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59" name="Freeform 819"/>
              <p:cNvSpPr/>
              <p:nvPr/>
            </p:nvSpPr>
            <p:spPr bwMode="auto">
              <a:xfrm>
                <a:off x="1110" y="2928"/>
                <a:ext cx="7" cy="129"/>
              </a:xfrm>
              <a:custGeom>
                <a:avLst/>
                <a:gdLst>
                  <a:gd name="T0" fmla="*/ 0 w 7"/>
                  <a:gd name="T1" fmla="*/ 111 h 129"/>
                  <a:gd name="T2" fmla="*/ 0 w 7"/>
                  <a:gd name="T3" fmla="*/ 111 h 129"/>
                  <a:gd name="T4" fmla="*/ 1 w 7"/>
                  <a:gd name="T5" fmla="*/ 110 h 129"/>
                  <a:gd name="T6" fmla="*/ 1 w 7"/>
                  <a:gd name="T7" fmla="*/ 108 h 129"/>
                  <a:gd name="T8" fmla="*/ 1 w 7"/>
                  <a:gd name="T9" fmla="*/ 107 h 129"/>
                  <a:gd name="T10" fmla="*/ 1 w 7"/>
                  <a:gd name="T11" fmla="*/ 107 h 129"/>
                  <a:gd name="T12" fmla="*/ 1 w 7"/>
                  <a:gd name="T13" fmla="*/ 105 h 129"/>
                  <a:gd name="T14" fmla="*/ 1 w 7"/>
                  <a:gd name="T15" fmla="*/ 106 h 129"/>
                  <a:gd name="T16" fmla="*/ 2 w 7"/>
                  <a:gd name="T17" fmla="*/ 112 h 129"/>
                  <a:gd name="T18" fmla="*/ 2 w 7"/>
                  <a:gd name="T19" fmla="*/ 119 h 129"/>
                  <a:gd name="T20" fmla="*/ 2 w 7"/>
                  <a:gd name="T21" fmla="*/ 120 h 129"/>
                  <a:gd name="T22" fmla="*/ 2 w 7"/>
                  <a:gd name="T23" fmla="*/ 122 h 129"/>
                  <a:gd name="T24" fmla="*/ 2 w 7"/>
                  <a:gd name="T25" fmla="*/ 125 h 129"/>
                  <a:gd name="T26" fmla="*/ 2 w 7"/>
                  <a:gd name="T27" fmla="*/ 126 h 129"/>
                  <a:gd name="T28" fmla="*/ 2 w 7"/>
                  <a:gd name="T29" fmla="*/ 127 h 129"/>
                  <a:gd name="T30" fmla="*/ 2 w 7"/>
                  <a:gd name="T31" fmla="*/ 129 h 129"/>
                  <a:gd name="T32" fmla="*/ 2 w 7"/>
                  <a:gd name="T33" fmla="*/ 129 h 129"/>
                  <a:gd name="T34" fmla="*/ 3 w 7"/>
                  <a:gd name="T35" fmla="*/ 123 h 129"/>
                  <a:gd name="T36" fmla="*/ 3 w 7"/>
                  <a:gd name="T37" fmla="*/ 119 h 129"/>
                  <a:gd name="T38" fmla="*/ 3 w 7"/>
                  <a:gd name="T39" fmla="*/ 120 h 129"/>
                  <a:gd name="T40" fmla="*/ 3 w 7"/>
                  <a:gd name="T41" fmla="*/ 122 h 129"/>
                  <a:gd name="T42" fmla="*/ 3 w 7"/>
                  <a:gd name="T43" fmla="*/ 120 h 129"/>
                  <a:gd name="T44" fmla="*/ 3 w 7"/>
                  <a:gd name="T45" fmla="*/ 115 h 129"/>
                  <a:gd name="T46" fmla="*/ 3 w 7"/>
                  <a:gd name="T47" fmla="*/ 112 h 129"/>
                  <a:gd name="T48" fmla="*/ 3 w 7"/>
                  <a:gd name="T49" fmla="*/ 110 h 129"/>
                  <a:gd name="T50" fmla="*/ 3 w 7"/>
                  <a:gd name="T51" fmla="*/ 107 h 129"/>
                  <a:gd name="T52" fmla="*/ 3 w 7"/>
                  <a:gd name="T53" fmla="*/ 105 h 129"/>
                  <a:gd name="T54" fmla="*/ 4 w 7"/>
                  <a:gd name="T55" fmla="*/ 108 h 129"/>
                  <a:gd name="T56" fmla="*/ 4 w 7"/>
                  <a:gd name="T57" fmla="*/ 106 h 129"/>
                  <a:gd name="T58" fmla="*/ 4 w 7"/>
                  <a:gd name="T59" fmla="*/ 97 h 129"/>
                  <a:gd name="T60" fmla="*/ 4 w 7"/>
                  <a:gd name="T61" fmla="*/ 90 h 129"/>
                  <a:gd name="T62" fmla="*/ 4 w 7"/>
                  <a:gd name="T63" fmla="*/ 88 h 129"/>
                  <a:gd name="T64" fmla="*/ 4 w 7"/>
                  <a:gd name="T65" fmla="*/ 85 h 129"/>
                  <a:gd name="T66" fmla="*/ 5 w 7"/>
                  <a:gd name="T67" fmla="*/ 79 h 129"/>
                  <a:gd name="T68" fmla="*/ 5 w 7"/>
                  <a:gd name="T69" fmla="*/ 78 h 129"/>
                  <a:gd name="T70" fmla="*/ 5 w 7"/>
                  <a:gd name="T71" fmla="*/ 76 h 129"/>
                  <a:gd name="T72" fmla="*/ 5 w 7"/>
                  <a:gd name="T73" fmla="*/ 68 h 129"/>
                  <a:gd name="T74" fmla="*/ 5 w 7"/>
                  <a:gd name="T75" fmla="*/ 60 h 129"/>
                  <a:gd name="T76" fmla="*/ 5 w 7"/>
                  <a:gd name="T77" fmla="*/ 58 h 129"/>
                  <a:gd name="T78" fmla="*/ 5 w 7"/>
                  <a:gd name="T79" fmla="*/ 58 h 129"/>
                  <a:gd name="T80" fmla="*/ 5 w 7"/>
                  <a:gd name="T81" fmla="*/ 55 h 129"/>
                  <a:gd name="T82" fmla="*/ 5 w 7"/>
                  <a:gd name="T83" fmla="*/ 51 h 129"/>
                  <a:gd name="T84" fmla="*/ 6 w 7"/>
                  <a:gd name="T85" fmla="*/ 45 h 129"/>
                  <a:gd name="T86" fmla="*/ 6 w 7"/>
                  <a:gd name="T87" fmla="*/ 40 h 129"/>
                  <a:gd name="T88" fmla="*/ 6 w 7"/>
                  <a:gd name="T89" fmla="*/ 34 h 129"/>
                  <a:gd name="T90" fmla="*/ 6 w 7"/>
                  <a:gd name="T91" fmla="*/ 28 h 129"/>
                  <a:gd name="T92" fmla="*/ 6 w 7"/>
                  <a:gd name="T93" fmla="*/ 24 h 129"/>
                  <a:gd name="T94" fmla="*/ 6 w 7"/>
                  <a:gd name="T95" fmla="*/ 20 h 129"/>
                  <a:gd name="T96" fmla="*/ 7 w 7"/>
                  <a:gd name="T97" fmla="*/ 12 h 129"/>
                  <a:gd name="T98" fmla="*/ 7 w 7"/>
                  <a:gd name="T99" fmla="*/ 3 h 129"/>
                  <a:gd name="T100" fmla="*/ 7 w 7"/>
                  <a:gd name="T101" fmla="*/ 0 h 129"/>
                  <a:gd name="T102" fmla="*/ 7 w 7"/>
                  <a:gd name="T103" fmla="*/ 0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29">
                    <a:moveTo>
                      <a:pt x="0" y="111"/>
                    </a:moveTo>
                    <a:lnTo>
                      <a:pt x="0" y="111"/>
                    </a:lnTo>
                    <a:lnTo>
                      <a:pt x="1" y="110"/>
                    </a:lnTo>
                    <a:lnTo>
                      <a:pt x="1" y="108"/>
                    </a:lnTo>
                    <a:lnTo>
                      <a:pt x="1" y="107"/>
                    </a:lnTo>
                    <a:lnTo>
                      <a:pt x="1" y="107"/>
                    </a:lnTo>
                    <a:lnTo>
                      <a:pt x="1" y="105"/>
                    </a:lnTo>
                    <a:lnTo>
                      <a:pt x="1" y="106"/>
                    </a:lnTo>
                    <a:lnTo>
                      <a:pt x="2" y="112"/>
                    </a:lnTo>
                    <a:lnTo>
                      <a:pt x="2" y="119"/>
                    </a:lnTo>
                    <a:lnTo>
                      <a:pt x="2" y="120"/>
                    </a:lnTo>
                    <a:lnTo>
                      <a:pt x="2" y="122"/>
                    </a:lnTo>
                    <a:lnTo>
                      <a:pt x="2" y="125"/>
                    </a:lnTo>
                    <a:lnTo>
                      <a:pt x="2" y="126"/>
                    </a:lnTo>
                    <a:lnTo>
                      <a:pt x="2" y="127"/>
                    </a:lnTo>
                    <a:lnTo>
                      <a:pt x="2" y="129"/>
                    </a:lnTo>
                    <a:lnTo>
                      <a:pt x="2" y="129"/>
                    </a:lnTo>
                    <a:lnTo>
                      <a:pt x="3" y="123"/>
                    </a:lnTo>
                    <a:lnTo>
                      <a:pt x="3" y="119"/>
                    </a:lnTo>
                    <a:lnTo>
                      <a:pt x="3" y="120"/>
                    </a:lnTo>
                    <a:lnTo>
                      <a:pt x="3" y="122"/>
                    </a:lnTo>
                    <a:lnTo>
                      <a:pt x="3" y="120"/>
                    </a:lnTo>
                    <a:lnTo>
                      <a:pt x="3" y="115"/>
                    </a:lnTo>
                    <a:lnTo>
                      <a:pt x="3" y="112"/>
                    </a:lnTo>
                    <a:lnTo>
                      <a:pt x="3" y="110"/>
                    </a:lnTo>
                    <a:lnTo>
                      <a:pt x="3" y="107"/>
                    </a:lnTo>
                    <a:lnTo>
                      <a:pt x="3" y="105"/>
                    </a:lnTo>
                    <a:lnTo>
                      <a:pt x="4" y="108"/>
                    </a:lnTo>
                    <a:lnTo>
                      <a:pt x="4" y="106"/>
                    </a:lnTo>
                    <a:lnTo>
                      <a:pt x="4" y="97"/>
                    </a:lnTo>
                    <a:lnTo>
                      <a:pt x="4" y="90"/>
                    </a:lnTo>
                    <a:lnTo>
                      <a:pt x="4" y="88"/>
                    </a:lnTo>
                    <a:lnTo>
                      <a:pt x="4" y="85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6"/>
                    </a:lnTo>
                    <a:lnTo>
                      <a:pt x="5" y="68"/>
                    </a:lnTo>
                    <a:lnTo>
                      <a:pt x="5" y="60"/>
                    </a:lnTo>
                    <a:lnTo>
                      <a:pt x="5" y="58"/>
                    </a:lnTo>
                    <a:lnTo>
                      <a:pt x="5" y="58"/>
                    </a:lnTo>
                    <a:lnTo>
                      <a:pt x="5" y="55"/>
                    </a:lnTo>
                    <a:lnTo>
                      <a:pt x="5" y="51"/>
                    </a:lnTo>
                    <a:lnTo>
                      <a:pt x="6" y="45"/>
                    </a:lnTo>
                    <a:lnTo>
                      <a:pt x="6" y="40"/>
                    </a:lnTo>
                    <a:lnTo>
                      <a:pt x="6" y="34"/>
                    </a:lnTo>
                    <a:lnTo>
                      <a:pt x="6" y="28"/>
                    </a:lnTo>
                    <a:lnTo>
                      <a:pt x="6" y="24"/>
                    </a:lnTo>
                    <a:lnTo>
                      <a:pt x="6" y="20"/>
                    </a:lnTo>
                    <a:lnTo>
                      <a:pt x="7" y="12"/>
                    </a:lnTo>
                    <a:lnTo>
                      <a:pt x="7" y="3"/>
                    </a:lnTo>
                    <a:lnTo>
                      <a:pt x="7" y="0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60" name="Freeform 820"/>
              <p:cNvSpPr/>
              <p:nvPr/>
            </p:nvSpPr>
            <p:spPr bwMode="auto">
              <a:xfrm>
                <a:off x="1117" y="2916"/>
                <a:ext cx="6" cy="22"/>
              </a:xfrm>
              <a:custGeom>
                <a:avLst/>
                <a:gdLst>
                  <a:gd name="T0" fmla="*/ 0 w 6"/>
                  <a:gd name="T1" fmla="*/ 12 h 22"/>
                  <a:gd name="T2" fmla="*/ 0 w 6"/>
                  <a:gd name="T3" fmla="*/ 12 h 22"/>
                  <a:gd name="T4" fmla="*/ 0 w 6"/>
                  <a:gd name="T5" fmla="*/ 10 h 22"/>
                  <a:gd name="T6" fmla="*/ 0 w 6"/>
                  <a:gd name="T7" fmla="*/ 11 h 22"/>
                  <a:gd name="T8" fmla="*/ 0 w 6"/>
                  <a:gd name="T9" fmla="*/ 12 h 22"/>
                  <a:gd name="T10" fmla="*/ 0 w 6"/>
                  <a:gd name="T11" fmla="*/ 11 h 22"/>
                  <a:gd name="T12" fmla="*/ 0 w 6"/>
                  <a:gd name="T13" fmla="*/ 9 h 22"/>
                  <a:gd name="T14" fmla="*/ 1 w 6"/>
                  <a:gd name="T15" fmla="*/ 10 h 22"/>
                  <a:gd name="T16" fmla="*/ 1 w 6"/>
                  <a:gd name="T17" fmla="*/ 11 h 22"/>
                  <a:gd name="T18" fmla="*/ 1 w 6"/>
                  <a:gd name="T19" fmla="*/ 10 h 22"/>
                  <a:gd name="T20" fmla="*/ 1 w 6"/>
                  <a:gd name="T21" fmla="*/ 10 h 22"/>
                  <a:gd name="T22" fmla="*/ 1 w 6"/>
                  <a:gd name="T23" fmla="*/ 8 h 22"/>
                  <a:gd name="T24" fmla="*/ 1 w 6"/>
                  <a:gd name="T25" fmla="*/ 5 h 22"/>
                  <a:gd name="T26" fmla="*/ 1 w 6"/>
                  <a:gd name="T27" fmla="*/ 3 h 22"/>
                  <a:gd name="T28" fmla="*/ 1 w 6"/>
                  <a:gd name="T29" fmla="*/ 3 h 22"/>
                  <a:gd name="T30" fmla="*/ 1 w 6"/>
                  <a:gd name="T31" fmla="*/ 4 h 22"/>
                  <a:gd name="T32" fmla="*/ 2 w 6"/>
                  <a:gd name="T33" fmla="*/ 5 h 22"/>
                  <a:gd name="T34" fmla="*/ 2 w 6"/>
                  <a:gd name="T35" fmla="*/ 6 h 22"/>
                  <a:gd name="T36" fmla="*/ 2 w 6"/>
                  <a:gd name="T37" fmla="*/ 7 h 22"/>
                  <a:gd name="T38" fmla="*/ 2 w 6"/>
                  <a:gd name="T39" fmla="*/ 8 h 22"/>
                  <a:gd name="T40" fmla="*/ 2 w 6"/>
                  <a:gd name="T41" fmla="*/ 10 h 22"/>
                  <a:gd name="T42" fmla="*/ 2 w 6"/>
                  <a:gd name="T43" fmla="*/ 11 h 22"/>
                  <a:gd name="T44" fmla="*/ 3 w 6"/>
                  <a:gd name="T45" fmla="*/ 10 h 22"/>
                  <a:gd name="T46" fmla="*/ 3 w 6"/>
                  <a:gd name="T47" fmla="*/ 10 h 22"/>
                  <a:gd name="T48" fmla="*/ 3 w 6"/>
                  <a:gd name="T49" fmla="*/ 10 h 22"/>
                  <a:gd name="T50" fmla="*/ 3 w 6"/>
                  <a:gd name="T51" fmla="*/ 10 h 22"/>
                  <a:gd name="T52" fmla="*/ 3 w 6"/>
                  <a:gd name="T53" fmla="*/ 9 h 22"/>
                  <a:gd name="T54" fmla="*/ 3 w 6"/>
                  <a:gd name="T55" fmla="*/ 6 h 22"/>
                  <a:gd name="T56" fmla="*/ 3 w 6"/>
                  <a:gd name="T57" fmla="*/ 2 h 22"/>
                  <a:gd name="T58" fmla="*/ 3 w 6"/>
                  <a:gd name="T59" fmla="*/ 1 h 22"/>
                  <a:gd name="T60" fmla="*/ 3 w 6"/>
                  <a:gd name="T61" fmla="*/ 1 h 22"/>
                  <a:gd name="T62" fmla="*/ 4 w 6"/>
                  <a:gd name="T63" fmla="*/ 3 h 22"/>
                  <a:gd name="T64" fmla="*/ 4 w 6"/>
                  <a:gd name="T65" fmla="*/ 5 h 22"/>
                  <a:gd name="T66" fmla="*/ 4 w 6"/>
                  <a:gd name="T67" fmla="*/ 8 h 22"/>
                  <a:gd name="T68" fmla="*/ 4 w 6"/>
                  <a:gd name="T69" fmla="*/ 11 h 22"/>
                  <a:gd name="T70" fmla="*/ 4 w 6"/>
                  <a:gd name="T71" fmla="*/ 14 h 22"/>
                  <a:gd name="T72" fmla="*/ 4 w 6"/>
                  <a:gd name="T73" fmla="*/ 18 h 22"/>
                  <a:gd name="T74" fmla="*/ 4 w 6"/>
                  <a:gd name="T75" fmla="*/ 21 h 22"/>
                  <a:gd name="T76" fmla="*/ 5 w 6"/>
                  <a:gd name="T77" fmla="*/ 22 h 22"/>
                  <a:gd name="T78" fmla="*/ 5 w 6"/>
                  <a:gd name="T79" fmla="*/ 21 h 22"/>
                  <a:gd name="T80" fmla="*/ 5 w 6"/>
                  <a:gd name="T81" fmla="*/ 20 h 22"/>
                  <a:gd name="T82" fmla="*/ 5 w 6"/>
                  <a:gd name="T83" fmla="*/ 18 h 22"/>
                  <a:gd name="T84" fmla="*/ 5 w 6"/>
                  <a:gd name="T85" fmla="*/ 15 h 22"/>
                  <a:gd name="T86" fmla="*/ 5 w 6"/>
                  <a:gd name="T87" fmla="*/ 12 h 22"/>
                  <a:gd name="T88" fmla="*/ 5 w 6"/>
                  <a:gd name="T89" fmla="*/ 10 h 22"/>
                  <a:gd name="T90" fmla="*/ 5 w 6"/>
                  <a:gd name="T91" fmla="*/ 7 h 22"/>
                  <a:gd name="T92" fmla="*/ 5 w 6"/>
                  <a:gd name="T93" fmla="*/ 3 h 22"/>
                  <a:gd name="T94" fmla="*/ 6 w 6"/>
                  <a:gd name="T95" fmla="*/ 0 h 22"/>
                  <a:gd name="T96" fmla="*/ 6 w 6"/>
                  <a:gd name="T97" fmla="*/ 2 h 22"/>
                  <a:gd name="T98" fmla="*/ 6 w 6"/>
                  <a:gd name="T99" fmla="*/ 6 h 22"/>
                  <a:gd name="T100" fmla="*/ 6 w 6"/>
                  <a:gd name="T101" fmla="*/ 10 h 22"/>
                  <a:gd name="T102" fmla="*/ 6 w 6"/>
                  <a:gd name="T103" fmla="*/ 13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22">
                    <a:moveTo>
                      <a:pt x="0" y="12"/>
                    </a:moveTo>
                    <a:lnTo>
                      <a:pt x="0" y="12"/>
                    </a:lnTo>
                    <a:lnTo>
                      <a:pt x="0" y="10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1" y="10"/>
                    </a:lnTo>
                    <a:lnTo>
                      <a:pt x="1" y="10"/>
                    </a:lnTo>
                    <a:lnTo>
                      <a:pt x="1" y="8"/>
                    </a:lnTo>
                    <a:lnTo>
                      <a:pt x="1" y="5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2" y="5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8"/>
                    </a:lnTo>
                    <a:lnTo>
                      <a:pt x="2" y="10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3" y="6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4" y="3"/>
                    </a:lnTo>
                    <a:lnTo>
                      <a:pt x="4" y="5"/>
                    </a:lnTo>
                    <a:lnTo>
                      <a:pt x="4" y="8"/>
                    </a:lnTo>
                    <a:lnTo>
                      <a:pt x="4" y="11"/>
                    </a:lnTo>
                    <a:lnTo>
                      <a:pt x="4" y="14"/>
                    </a:lnTo>
                    <a:lnTo>
                      <a:pt x="4" y="18"/>
                    </a:lnTo>
                    <a:lnTo>
                      <a:pt x="4" y="21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5" y="18"/>
                    </a:lnTo>
                    <a:lnTo>
                      <a:pt x="5" y="15"/>
                    </a:lnTo>
                    <a:lnTo>
                      <a:pt x="5" y="12"/>
                    </a:lnTo>
                    <a:lnTo>
                      <a:pt x="5" y="10"/>
                    </a:lnTo>
                    <a:lnTo>
                      <a:pt x="5" y="7"/>
                    </a:lnTo>
                    <a:lnTo>
                      <a:pt x="5" y="3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6" y="6"/>
                    </a:lnTo>
                    <a:lnTo>
                      <a:pt x="6" y="10"/>
                    </a:lnTo>
                    <a:lnTo>
                      <a:pt x="6" y="1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61" name="Freeform 821"/>
              <p:cNvSpPr/>
              <p:nvPr/>
            </p:nvSpPr>
            <p:spPr bwMode="auto">
              <a:xfrm>
                <a:off x="1123" y="2926"/>
                <a:ext cx="7" cy="31"/>
              </a:xfrm>
              <a:custGeom>
                <a:avLst/>
                <a:gdLst>
                  <a:gd name="T0" fmla="*/ 0 w 7"/>
                  <a:gd name="T1" fmla="*/ 0 h 31"/>
                  <a:gd name="T2" fmla="*/ 0 w 7"/>
                  <a:gd name="T3" fmla="*/ 3 h 31"/>
                  <a:gd name="T4" fmla="*/ 0 w 7"/>
                  <a:gd name="T5" fmla="*/ 6 h 31"/>
                  <a:gd name="T6" fmla="*/ 0 w 7"/>
                  <a:gd name="T7" fmla="*/ 8 h 31"/>
                  <a:gd name="T8" fmla="*/ 0 w 7"/>
                  <a:gd name="T9" fmla="*/ 10 h 31"/>
                  <a:gd name="T10" fmla="*/ 0 w 7"/>
                  <a:gd name="T11" fmla="*/ 11 h 31"/>
                  <a:gd name="T12" fmla="*/ 1 w 7"/>
                  <a:gd name="T13" fmla="*/ 13 h 31"/>
                  <a:gd name="T14" fmla="*/ 1 w 7"/>
                  <a:gd name="T15" fmla="*/ 15 h 31"/>
                  <a:gd name="T16" fmla="*/ 1 w 7"/>
                  <a:gd name="T17" fmla="*/ 14 h 31"/>
                  <a:gd name="T18" fmla="*/ 1 w 7"/>
                  <a:gd name="T19" fmla="*/ 12 h 31"/>
                  <a:gd name="T20" fmla="*/ 1 w 7"/>
                  <a:gd name="T21" fmla="*/ 13 h 31"/>
                  <a:gd name="T22" fmla="*/ 1 w 7"/>
                  <a:gd name="T23" fmla="*/ 16 h 31"/>
                  <a:gd name="T24" fmla="*/ 2 w 7"/>
                  <a:gd name="T25" fmla="*/ 18 h 31"/>
                  <a:gd name="T26" fmla="*/ 2 w 7"/>
                  <a:gd name="T27" fmla="*/ 20 h 31"/>
                  <a:gd name="T28" fmla="*/ 2 w 7"/>
                  <a:gd name="T29" fmla="*/ 23 h 31"/>
                  <a:gd name="T30" fmla="*/ 2 w 7"/>
                  <a:gd name="T31" fmla="*/ 24 h 31"/>
                  <a:gd name="T32" fmla="*/ 2 w 7"/>
                  <a:gd name="T33" fmla="*/ 24 h 31"/>
                  <a:gd name="T34" fmla="*/ 2 w 7"/>
                  <a:gd name="T35" fmla="*/ 24 h 31"/>
                  <a:gd name="T36" fmla="*/ 2 w 7"/>
                  <a:gd name="T37" fmla="*/ 26 h 31"/>
                  <a:gd name="T38" fmla="*/ 2 w 7"/>
                  <a:gd name="T39" fmla="*/ 26 h 31"/>
                  <a:gd name="T40" fmla="*/ 2 w 7"/>
                  <a:gd name="T41" fmla="*/ 23 h 31"/>
                  <a:gd name="T42" fmla="*/ 3 w 7"/>
                  <a:gd name="T43" fmla="*/ 21 h 31"/>
                  <a:gd name="T44" fmla="*/ 3 w 7"/>
                  <a:gd name="T45" fmla="*/ 20 h 31"/>
                  <a:gd name="T46" fmla="*/ 3 w 7"/>
                  <a:gd name="T47" fmla="*/ 17 h 31"/>
                  <a:gd name="T48" fmla="*/ 3 w 7"/>
                  <a:gd name="T49" fmla="*/ 14 h 31"/>
                  <a:gd name="T50" fmla="*/ 3 w 7"/>
                  <a:gd name="T51" fmla="*/ 13 h 31"/>
                  <a:gd name="T52" fmla="*/ 3 w 7"/>
                  <a:gd name="T53" fmla="*/ 13 h 31"/>
                  <a:gd name="T54" fmla="*/ 4 w 7"/>
                  <a:gd name="T55" fmla="*/ 13 h 31"/>
                  <a:gd name="T56" fmla="*/ 4 w 7"/>
                  <a:gd name="T57" fmla="*/ 13 h 31"/>
                  <a:gd name="T58" fmla="*/ 4 w 7"/>
                  <a:gd name="T59" fmla="*/ 14 h 31"/>
                  <a:gd name="T60" fmla="*/ 4 w 7"/>
                  <a:gd name="T61" fmla="*/ 15 h 31"/>
                  <a:gd name="T62" fmla="*/ 4 w 7"/>
                  <a:gd name="T63" fmla="*/ 18 h 31"/>
                  <a:gd name="T64" fmla="*/ 4 w 7"/>
                  <a:gd name="T65" fmla="*/ 20 h 31"/>
                  <a:gd name="T66" fmla="*/ 4 w 7"/>
                  <a:gd name="T67" fmla="*/ 22 h 31"/>
                  <a:gd name="T68" fmla="*/ 4 w 7"/>
                  <a:gd name="T69" fmla="*/ 24 h 31"/>
                  <a:gd name="T70" fmla="*/ 4 w 7"/>
                  <a:gd name="T71" fmla="*/ 24 h 31"/>
                  <a:gd name="T72" fmla="*/ 5 w 7"/>
                  <a:gd name="T73" fmla="*/ 23 h 31"/>
                  <a:gd name="T74" fmla="*/ 5 w 7"/>
                  <a:gd name="T75" fmla="*/ 23 h 31"/>
                  <a:gd name="T76" fmla="*/ 5 w 7"/>
                  <a:gd name="T77" fmla="*/ 24 h 31"/>
                  <a:gd name="T78" fmla="*/ 5 w 7"/>
                  <a:gd name="T79" fmla="*/ 26 h 31"/>
                  <a:gd name="T80" fmla="*/ 5 w 7"/>
                  <a:gd name="T81" fmla="*/ 27 h 31"/>
                  <a:gd name="T82" fmla="*/ 5 w 7"/>
                  <a:gd name="T83" fmla="*/ 29 h 31"/>
                  <a:gd name="T84" fmla="*/ 5 w 7"/>
                  <a:gd name="T85" fmla="*/ 30 h 31"/>
                  <a:gd name="T86" fmla="*/ 5 w 7"/>
                  <a:gd name="T87" fmla="*/ 30 h 31"/>
                  <a:gd name="T88" fmla="*/ 5 w 7"/>
                  <a:gd name="T89" fmla="*/ 31 h 31"/>
                  <a:gd name="T90" fmla="*/ 6 w 7"/>
                  <a:gd name="T91" fmla="*/ 31 h 31"/>
                  <a:gd name="T92" fmla="*/ 6 w 7"/>
                  <a:gd name="T93" fmla="*/ 30 h 31"/>
                  <a:gd name="T94" fmla="*/ 6 w 7"/>
                  <a:gd name="T95" fmla="*/ 29 h 31"/>
                  <a:gd name="T96" fmla="*/ 6 w 7"/>
                  <a:gd name="T97" fmla="*/ 28 h 31"/>
                  <a:gd name="T98" fmla="*/ 6 w 7"/>
                  <a:gd name="T99" fmla="*/ 25 h 31"/>
                  <a:gd name="T100" fmla="*/ 6 w 7"/>
                  <a:gd name="T101" fmla="*/ 22 h 31"/>
                  <a:gd name="T102" fmla="*/ 7 w 7"/>
                  <a:gd name="T103" fmla="*/ 2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31">
                    <a:moveTo>
                      <a:pt x="0" y="0"/>
                    </a:moveTo>
                    <a:lnTo>
                      <a:pt x="0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0" y="11"/>
                    </a:lnTo>
                    <a:lnTo>
                      <a:pt x="1" y="13"/>
                    </a:lnTo>
                    <a:lnTo>
                      <a:pt x="1" y="15"/>
                    </a:lnTo>
                    <a:lnTo>
                      <a:pt x="1" y="14"/>
                    </a:lnTo>
                    <a:lnTo>
                      <a:pt x="1" y="12"/>
                    </a:lnTo>
                    <a:lnTo>
                      <a:pt x="1" y="13"/>
                    </a:lnTo>
                    <a:lnTo>
                      <a:pt x="1" y="16"/>
                    </a:lnTo>
                    <a:lnTo>
                      <a:pt x="2" y="18"/>
                    </a:lnTo>
                    <a:lnTo>
                      <a:pt x="2" y="20"/>
                    </a:lnTo>
                    <a:lnTo>
                      <a:pt x="2" y="23"/>
                    </a:lnTo>
                    <a:lnTo>
                      <a:pt x="2" y="24"/>
                    </a:lnTo>
                    <a:lnTo>
                      <a:pt x="2" y="24"/>
                    </a:lnTo>
                    <a:lnTo>
                      <a:pt x="2" y="24"/>
                    </a:lnTo>
                    <a:lnTo>
                      <a:pt x="2" y="26"/>
                    </a:lnTo>
                    <a:lnTo>
                      <a:pt x="2" y="26"/>
                    </a:lnTo>
                    <a:lnTo>
                      <a:pt x="2" y="23"/>
                    </a:lnTo>
                    <a:lnTo>
                      <a:pt x="3" y="21"/>
                    </a:lnTo>
                    <a:lnTo>
                      <a:pt x="3" y="20"/>
                    </a:lnTo>
                    <a:lnTo>
                      <a:pt x="3" y="17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3" y="13"/>
                    </a:lnTo>
                    <a:lnTo>
                      <a:pt x="4" y="13"/>
                    </a:lnTo>
                    <a:lnTo>
                      <a:pt x="4" y="13"/>
                    </a:lnTo>
                    <a:lnTo>
                      <a:pt x="4" y="14"/>
                    </a:lnTo>
                    <a:lnTo>
                      <a:pt x="4" y="15"/>
                    </a:lnTo>
                    <a:lnTo>
                      <a:pt x="4" y="18"/>
                    </a:lnTo>
                    <a:lnTo>
                      <a:pt x="4" y="20"/>
                    </a:lnTo>
                    <a:lnTo>
                      <a:pt x="4" y="22"/>
                    </a:lnTo>
                    <a:lnTo>
                      <a:pt x="4" y="24"/>
                    </a:lnTo>
                    <a:lnTo>
                      <a:pt x="4" y="24"/>
                    </a:lnTo>
                    <a:lnTo>
                      <a:pt x="5" y="23"/>
                    </a:lnTo>
                    <a:lnTo>
                      <a:pt x="5" y="23"/>
                    </a:lnTo>
                    <a:lnTo>
                      <a:pt x="5" y="24"/>
                    </a:lnTo>
                    <a:lnTo>
                      <a:pt x="5" y="26"/>
                    </a:lnTo>
                    <a:lnTo>
                      <a:pt x="5" y="27"/>
                    </a:lnTo>
                    <a:lnTo>
                      <a:pt x="5" y="29"/>
                    </a:lnTo>
                    <a:lnTo>
                      <a:pt x="5" y="30"/>
                    </a:lnTo>
                    <a:lnTo>
                      <a:pt x="5" y="30"/>
                    </a:lnTo>
                    <a:lnTo>
                      <a:pt x="5" y="31"/>
                    </a:lnTo>
                    <a:lnTo>
                      <a:pt x="6" y="31"/>
                    </a:lnTo>
                    <a:lnTo>
                      <a:pt x="6" y="30"/>
                    </a:lnTo>
                    <a:lnTo>
                      <a:pt x="6" y="29"/>
                    </a:lnTo>
                    <a:lnTo>
                      <a:pt x="6" y="28"/>
                    </a:lnTo>
                    <a:lnTo>
                      <a:pt x="6" y="25"/>
                    </a:lnTo>
                    <a:lnTo>
                      <a:pt x="6" y="22"/>
                    </a:lnTo>
                    <a:lnTo>
                      <a:pt x="7" y="2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62" name="Freeform 822"/>
              <p:cNvSpPr/>
              <p:nvPr/>
            </p:nvSpPr>
            <p:spPr bwMode="auto">
              <a:xfrm>
                <a:off x="1129" y="2937"/>
                <a:ext cx="7" cy="54"/>
              </a:xfrm>
              <a:custGeom>
                <a:avLst/>
                <a:gdLst>
                  <a:gd name="T0" fmla="*/ 0 w 7"/>
                  <a:gd name="T1" fmla="*/ 11 h 54"/>
                  <a:gd name="T2" fmla="*/ 1 w 7"/>
                  <a:gd name="T3" fmla="*/ 9 h 54"/>
                  <a:gd name="T4" fmla="*/ 1 w 7"/>
                  <a:gd name="T5" fmla="*/ 7 h 54"/>
                  <a:gd name="T6" fmla="*/ 1 w 7"/>
                  <a:gd name="T7" fmla="*/ 6 h 54"/>
                  <a:gd name="T8" fmla="*/ 1 w 7"/>
                  <a:gd name="T9" fmla="*/ 6 h 54"/>
                  <a:gd name="T10" fmla="*/ 1 w 7"/>
                  <a:gd name="T11" fmla="*/ 8 h 54"/>
                  <a:gd name="T12" fmla="*/ 1 w 7"/>
                  <a:gd name="T13" fmla="*/ 9 h 54"/>
                  <a:gd name="T14" fmla="*/ 1 w 7"/>
                  <a:gd name="T15" fmla="*/ 11 h 54"/>
                  <a:gd name="T16" fmla="*/ 1 w 7"/>
                  <a:gd name="T17" fmla="*/ 13 h 54"/>
                  <a:gd name="T18" fmla="*/ 1 w 7"/>
                  <a:gd name="T19" fmla="*/ 14 h 54"/>
                  <a:gd name="T20" fmla="*/ 1 w 7"/>
                  <a:gd name="T21" fmla="*/ 15 h 54"/>
                  <a:gd name="T22" fmla="*/ 2 w 7"/>
                  <a:gd name="T23" fmla="*/ 17 h 54"/>
                  <a:gd name="T24" fmla="*/ 2 w 7"/>
                  <a:gd name="T25" fmla="*/ 15 h 54"/>
                  <a:gd name="T26" fmla="*/ 2 w 7"/>
                  <a:gd name="T27" fmla="*/ 14 h 54"/>
                  <a:gd name="T28" fmla="*/ 2 w 7"/>
                  <a:gd name="T29" fmla="*/ 12 h 54"/>
                  <a:gd name="T30" fmla="*/ 2 w 7"/>
                  <a:gd name="T31" fmla="*/ 9 h 54"/>
                  <a:gd name="T32" fmla="*/ 2 w 7"/>
                  <a:gd name="T33" fmla="*/ 4 h 54"/>
                  <a:gd name="T34" fmla="*/ 3 w 7"/>
                  <a:gd name="T35" fmla="*/ 3 h 54"/>
                  <a:gd name="T36" fmla="*/ 3 w 7"/>
                  <a:gd name="T37" fmla="*/ 3 h 54"/>
                  <a:gd name="T38" fmla="*/ 3 w 7"/>
                  <a:gd name="T39" fmla="*/ 1 h 54"/>
                  <a:gd name="T40" fmla="*/ 3 w 7"/>
                  <a:gd name="T41" fmla="*/ 0 h 54"/>
                  <a:gd name="T42" fmla="*/ 3 w 7"/>
                  <a:gd name="T43" fmla="*/ 2 h 54"/>
                  <a:gd name="T44" fmla="*/ 3 w 7"/>
                  <a:gd name="T45" fmla="*/ 4 h 54"/>
                  <a:gd name="T46" fmla="*/ 3 w 7"/>
                  <a:gd name="T47" fmla="*/ 6 h 54"/>
                  <a:gd name="T48" fmla="*/ 3 w 7"/>
                  <a:gd name="T49" fmla="*/ 9 h 54"/>
                  <a:gd name="T50" fmla="*/ 3 w 7"/>
                  <a:gd name="T51" fmla="*/ 13 h 54"/>
                  <a:gd name="T52" fmla="*/ 4 w 7"/>
                  <a:gd name="T53" fmla="*/ 15 h 54"/>
                  <a:gd name="T54" fmla="*/ 4 w 7"/>
                  <a:gd name="T55" fmla="*/ 16 h 54"/>
                  <a:gd name="T56" fmla="*/ 4 w 7"/>
                  <a:gd name="T57" fmla="*/ 18 h 54"/>
                  <a:gd name="T58" fmla="*/ 4 w 7"/>
                  <a:gd name="T59" fmla="*/ 20 h 54"/>
                  <a:gd name="T60" fmla="*/ 4 w 7"/>
                  <a:gd name="T61" fmla="*/ 22 h 54"/>
                  <a:gd name="T62" fmla="*/ 4 w 7"/>
                  <a:gd name="T63" fmla="*/ 21 h 54"/>
                  <a:gd name="T64" fmla="*/ 5 w 7"/>
                  <a:gd name="T65" fmla="*/ 20 h 54"/>
                  <a:gd name="T66" fmla="*/ 5 w 7"/>
                  <a:gd name="T67" fmla="*/ 23 h 54"/>
                  <a:gd name="T68" fmla="*/ 5 w 7"/>
                  <a:gd name="T69" fmla="*/ 26 h 54"/>
                  <a:gd name="T70" fmla="*/ 5 w 7"/>
                  <a:gd name="T71" fmla="*/ 26 h 54"/>
                  <a:gd name="T72" fmla="*/ 5 w 7"/>
                  <a:gd name="T73" fmla="*/ 28 h 54"/>
                  <a:gd name="T74" fmla="*/ 5 w 7"/>
                  <a:gd name="T75" fmla="*/ 34 h 54"/>
                  <a:gd name="T76" fmla="*/ 5 w 7"/>
                  <a:gd name="T77" fmla="*/ 39 h 54"/>
                  <a:gd name="T78" fmla="*/ 5 w 7"/>
                  <a:gd name="T79" fmla="*/ 41 h 54"/>
                  <a:gd name="T80" fmla="*/ 5 w 7"/>
                  <a:gd name="T81" fmla="*/ 46 h 54"/>
                  <a:gd name="T82" fmla="*/ 6 w 7"/>
                  <a:gd name="T83" fmla="*/ 51 h 54"/>
                  <a:gd name="T84" fmla="*/ 6 w 7"/>
                  <a:gd name="T85" fmla="*/ 52 h 54"/>
                  <a:gd name="T86" fmla="*/ 6 w 7"/>
                  <a:gd name="T87" fmla="*/ 52 h 54"/>
                  <a:gd name="T88" fmla="*/ 6 w 7"/>
                  <a:gd name="T89" fmla="*/ 53 h 54"/>
                  <a:gd name="T90" fmla="*/ 6 w 7"/>
                  <a:gd name="T91" fmla="*/ 54 h 54"/>
                  <a:gd name="T92" fmla="*/ 6 w 7"/>
                  <a:gd name="T93" fmla="*/ 52 h 54"/>
                  <a:gd name="T94" fmla="*/ 6 w 7"/>
                  <a:gd name="T95" fmla="*/ 49 h 54"/>
                  <a:gd name="T96" fmla="*/ 6 w 7"/>
                  <a:gd name="T97" fmla="*/ 49 h 54"/>
                  <a:gd name="T98" fmla="*/ 6 w 7"/>
                  <a:gd name="T99" fmla="*/ 49 h 54"/>
                  <a:gd name="T100" fmla="*/ 7 w 7"/>
                  <a:gd name="T101" fmla="*/ 46 h 54"/>
                  <a:gd name="T102" fmla="*/ 7 w 7"/>
                  <a:gd name="T103" fmla="*/ 4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4">
                    <a:moveTo>
                      <a:pt x="0" y="11"/>
                    </a:moveTo>
                    <a:lnTo>
                      <a:pt x="1" y="9"/>
                    </a:lnTo>
                    <a:lnTo>
                      <a:pt x="1" y="7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1" y="9"/>
                    </a:lnTo>
                    <a:lnTo>
                      <a:pt x="1" y="11"/>
                    </a:lnTo>
                    <a:lnTo>
                      <a:pt x="1" y="13"/>
                    </a:lnTo>
                    <a:lnTo>
                      <a:pt x="1" y="14"/>
                    </a:lnTo>
                    <a:lnTo>
                      <a:pt x="1" y="15"/>
                    </a:lnTo>
                    <a:lnTo>
                      <a:pt x="2" y="17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2" y="12"/>
                    </a:lnTo>
                    <a:lnTo>
                      <a:pt x="2" y="9"/>
                    </a:lnTo>
                    <a:lnTo>
                      <a:pt x="2" y="4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4"/>
                    </a:lnTo>
                    <a:lnTo>
                      <a:pt x="3" y="6"/>
                    </a:lnTo>
                    <a:lnTo>
                      <a:pt x="3" y="9"/>
                    </a:lnTo>
                    <a:lnTo>
                      <a:pt x="3" y="13"/>
                    </a:lnTo>
                    <a:lnTo>
                      <a:pt x="4" y="15"/>
                    </a:lnTo>
                    <a:lnTo>
                      <a:pt x="4" y="16"/>
                    </a:lnTo>
                    <a:lnTo>
                      <a:pt x="4" y="18"/>
                    </a:lnTo>
                    <a:lnTo>
                      <a:pt x="4" y="20"/>
                    </a:lnTo>
                    <a:lnTo>
                      <a:pt x="4" y="22"/>
                    </a:lnTo>
                    <a:lnTo>
                      <a:pt x="4" y="21"/>
                    </a:lnTo>
                    <a:lnTo>
                      <a:pt x="5" y="20"/>
                    </a:lnTo>
                    <a:lnTo>
                      <a:pt x="5" y="23"/>
                    </a:lnTo>
                    <a:lnTo>
                      <a:pt x="5" y="26"/>
                    </a:lnTo>
                    <a:lnTo>
                      <a:pt x="5" y="26"/>
                    </a:lnTo>
                    <a:lnTo>
                      <a:pt x="5" y="28"/>
                    </a:lnTo>
                    <a:lnTo>
                      <a:pt x="5" y="34"/>
                    </a:lnTo>
                    <a:lnTo>
                      <a:pt x="5" y="39"/>
                    </a:lnTo>
                    <a:lnTo>
                      <a:pt x="5" y="41"/>
                    </a:lnTo>
                    <a:lnTo>
                      <a:pt x="5" y="46"/>
                    </a:lnTo>
                    <a:lnTo>
                      <a:pt x="6" y="51"/>
                    </a:lnTo>
                    <a:lnTo>
                      <a:pt x="6" y="52"/>
                    </a:lnTo>
                    <a:lnTo>
                      <a:pt x="6" y="52"/>
                    </a:lnTo>
                    <a:lnTo>
                      <a:pt x="6" y="53"/>
                    </a:lnTo>
                    <a:lnTo>
                      <a:pt x="6" y="54"/>
                    </a:lnTo>
                    <a:lnTo>
                      <a:pt x="6" y="52"/>
                    </a:lnTo>
                    <a:lnTo>
                      <a:pt x="6" y="49"/>
                    </a:lnTo>
                    <a:lnTo>
                      <a:pt x="6" y="49"/>
                    </a:lnTo>
                    <a:lnTo>
                      <a:pt x="6" y="49"/>
                    </a:lnTo>
                    <a:lnTo>
                      <a:pt x="7" y="46"/>
                    </a:lnTo>
                    <a:lnTo>
                      <a:pt x="7" y="4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63" name="Freeform 823"/>
              <p:cNvSpPr/>
              <p:nvPr/>
            </p:nvSpPr>
            <p:spPr bwMode="auto">
              <a:xfrm>
                <a:off x="1136" y="2981"/>
                <a:ext cx="6" cy="55"/>
              </a:xfrm>
              <a:custGeom>
                <a:avLst/>
                <a:gdLst>
                  <a:gd name="T0" fmla="*/ 0 w 6"/>
                  <a:gd name="T1" fmla="*/ 2 h 55"/>
                  <a:gd name="T2" fmla="*/ 0 w 6"/>
                  <a:gd name="T3" fmla="*/ 0 h 55"/>
                  <a:gd name="T4" fmla="*/ 0 w 6"/>
                  <a:gd name="T5" fmla="*/ 3 h 55"/>
                  <a:gd name="T6" fmla="*/ 0 w 6"/>
                  <a:gd name="T7" fmla="*/ 7 h 55"/>
                  <a:gd name="T8" fmla="*/ 0 w 6"/>
                  <a:gd name="T9" fmla="*/ 9 h 55"/>
                  <a:gd name="T10" fmla="*/ 0 w 6"/>
                  <a:gd name="T11" fmla="*/ 10 h 55"/>
                  <a:gd name="T12" fmla="*/ 1 w 6"/>
                  <a:gd name="T13" fmla="*/ 13 h 55"/>
                  <a:gd name="T14" fmla="*/ 1 w 6"/>
                  <a:gd name="T15" fmla="*/ 15 h 55"/>
                  <a:gd name="T16" fmla="*/ 1 w 6"/>
                  <a:gd name="T17" fmla="*/ 15 h 55"/>
                  <a:gd name="T18" fmla="*/ 1 w 6"/>
                  <a:gd name="T19" fmla="*/ 14 h 55"/>
                  <a:gd name="T20" fmla="*/ 1 w 6"/>
                  <a:gd name="T21" fmla="*/ 14 h 55"/>
                  <a:gd name="T22" fmla="*/ 1 w 6"/>
                  <a:gd name="T23" fmla="*/ 14 h 55"/>
                  <a:gd name="T24" fmla="*/ 1 w 6"/>
                  <a:gd name="T25" fmla="*/ 12 h 55"/>
                  <a:gd name="T26" fmla="*/ 1 w 6"/>
                  <a:gd name="T27" fmla="*/ 10 h 55"/>
                  <a:gd name="T28" fmla="*/ 1 w 6"/>
                  <a:gd name="T29" fmla="*/ 10 h 55"/>
                  <a:gd name="T30" fmla="*/ 2 w 6"/>
                  <a:gd name="T31" fmla="*/ 13 h 55"/>
                  <a:gd name="T32" fmla="*/ 2 w 6"/>
                  <a:gd name="T33" fmla="*/ 15 h 55"/>
                  <a:gd name="T34" fmla="*/ 2 w 6"/>
                  <a:gd name="T35" fmla="*/ 17 h 55"/>
                  <a:gd name="T36" fmla="*/ 2 w 6"/>
                  <a:gd name="T37" fmla="*/ 20 h 55"/>
                  <a:gd name="T38" fmla="*/ 2 w 6"/>
                  <a:gd name="T39" fmla="*/ 25 h 55"/>
                  <a:gd name="T40" fmla="*/ 2 w 6"/>
                  <a:gd name="T41" fmla="*/ 31 h 55"/>
                  <a:gd name="T42" fmla="*/ 2 w 6"/>
                  <a:gd name="T43" fmla="*/ 35 h 55"/>
                  <a:gd name="T44" fmla="*/ 3 w 6"/>
                  <a:gd name="T45" fmla="*/ 38 h 55"/>
                  <a:gd name="T46" fmla="*/ 3 w 6"/>
                  <a:gd name="T47" fmla="*/ 39 h 55"/>
                  <a:gd name="T48" fmla="*/ 3 w 6"/>
                  <a:gd name="T49" fmla="*/ 39 h 55"/>
                  <a:gd name="T50" fmla="*/ 3 w 6"/>
                  <a:gd name="T51" fmla="*/ 39 h 55"/>
                  <a:gd name="T52" fmla="*/ 3 w 6"/>
                  <a:gd name="T53" fmla="*/ 41 h 55"/>
                  <a:gd name="T54" fmla="*/ 3 w 6"/>
                  <a:gd name="T55" fmla="*/ 47 h 55"/>
                  <a:gd name="T56" fmla="*/ 3 w 6"/>
                  <a:gd name="T57" fmla="*/ 49 h 55"/>
                  <a:gd name="T58" fmla="*/ 3 w 6"/>
                  <a:gd name="T59" fmla="*/ 46 h 55"/>
                  <a:gd name="T60" fmla="*/ 3 w 6"/>
                  <a:gd name="T61" fmla="*/ 45 h 55"/>
                  <a:gd name="T62" fmla="*/ 4 w 6"/>
                  <a:gd name="T63" fmla="*/ 49 h 55"/>
                  <a:gd name="T64" fmla="*/ 4 w 6"/>
                  <a:gd name="T65" fmla="*/ 50 h 55"/>
                  <a:gd name="T66" fmla="*/ 4 w 6"/>
                  <a:gd name="T67" fmla="*/ 49 h 55"/>
                  <a:gd name="T68" fmla="*/ 4 w 6"/>
                  <a:gd name="T69" fmla="*/ 52 h 55"/>
                  <a:gd name="T70" fmla="*/ 4 w 6"/>
                  <a:gd name="T71" fmla="*/ 55 h 55"/>
                  <a:gd name="T72" fmla="*/ 4 w 6"/>
                  <a:gd name="T73" fmla="*/ 51 h 55"/>
                  <a:gd name="T74" fmla="*/ 4 w 6"/>
                  <a:gd name="T75" fmla="*/ 48 h 55"/>
                  <a:gd name="T76" fmla="*/ 4 w 6"/>
                  <a:gd name="T77" fmla="*/ 50 h 55"/>
                  <a:gd name="T78" fmla="*/ 4 w 6"/>
                  <a:gd name="T79" fmla="*/ 53 h 55"/>
                  <a:gd name="T80" fmla="*/ 5 w 6"/>
                  <a:gd name="T81" fmla="*/ 52 h 55"/>
                  <a:gd name="T82" fmla="*/ 5 w 6"/>
                  <a:gd name="T83" fmla="*/ 49 h 55"/>
                  <a:gd name="T84" fmla="*/ 5 w 6"/>
                  <a:gd name="T85" fmla="*/ 47 h 55"/>
                  <a:gd name="T86" fmla="*/ 5 w 6"/>
                  <a:gd name="T87" fmla="*/ 43 h 55"/>
                  <a:gd name="T88" fmla="*/ 5 w 6"/>
                  <a:gd name="T89" fmla="*/ 37 h 55"/>
                  <a:gd name="T90" fmla="*/ 5 w 6"/>
                  <a:gd name="T91" fmla="*/ 34 h 55"/>
                  <a:gd name="T92" fmla="*/ 6 w 6"/>
                  <a:gd name="T93" fmla="*/ 35 h 55"/>
                  <a:gd name="T94" fmla="*/ 6 w 6"/>
                  <a:gd name="T95" fmla="*/ 34 h 55"/>
                  <a:gd name="T96" fmla="*/ 6 w 6"/>
                  <a:gd name="T97" fmla="*/ 29 h 55"/>
                  <a:gd name="T98" fmla="*/ 6 w 6"/>
                  <a:gd name="T99" fmla="*/ 24 h 55"/>
                  <a:gd name="T100" fmla="*/ 6 w 6"/>
                  <a:gd name="T101" fmla="*/ 24 h 55"/>
                  <a:gd name="T102" fmla="*/ 6 w 6"/>
                  <a:gd name="T103" fmla="*/ 2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5">
                    <a:moveTo>
                      <a:pt x="0" y="2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1" y="13"/>
                    </a:lnTo>
                    <a:lnTo>
                      <a:pt x="1" y="15"/>
                    </a:lnTo>
                    <a:lnTo>
                      <a:pt x="1" y="15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1" y="12"/>
                    </a:lnTo>
                    <a:lnTo>
                      <a:pt x="1" y="10"/>
                    </a:lnTo>
                    <a:lnTo>
                      <a:pt x="1" y="10"/>
                    </a:lnTo>
                    <a:lnTo>
                      <a:pt x="2" y="13"/>
                    </a:lnTo>
                    <a:lnTo>
                      <a:pt x="2" y="15"/>
                    </a:lnTo>
                    <a:lnTo>
                      <a:pt x="2" y="17"/>
                    </a:lnTo>
                    <a:lnTo>
                      <a:pt x="2" y="20"/>
                    </a:lnTo>
                    <a:lnTo>
                      <a:pt x="2" y="25"/>
                    </a:lnTo>
                    <a:lnTo>
                      <a:pt x="2" y="31"/>
                    </a:lnTo>
                    <a:lnTo>
                      <a:pt x="2" y="35"/>
                    </a:lnTo>
                    <a:lnTo>
                      <a:pt x="3" y="38"/>
                    </a:lnTo>
                    <a:lnTo>
                      <a:pt x="3" y="39"/>
                    </a:lnTo>
                    <a:lnTo>
                      <a:pt x="3" y="39"/>
                    </a:lnTo>
                    <a:lnTo>
                      <a:pt x="3" y="39"/>
                    </a:lnTo>
                    <a:lnTo>
                      <a:pt x="3" y="41"/>
                    </a:lnTo>
                    <a:lnTo>
                      <a:pt x="3" y="47"/>
                    </a:lnTo>
                    <a:lnTo>
                      <a:pt x="3" y="49"/>
                    </a:lnTo>
                    <a:lnTo>
                      <a:pt x="3" y="46"/>
                    </a:lnTo>
                    <a:lnTo>
                      <a:pt x="3" y="45"/>
                    </a:lnTo>
                    <a:lnTo>
                      <a:pt x="4" y="49"/>
                    </a:lnTo>
                    <a:lnTo>
                      <a:pt x="4" y="50"/>
                    </a:lnTo>
                    <a:lnTo>
                      <a:pt x="4" y="49"/>
                    </a:lnTo>
                    <a:lnTo>
                      <a:pt x="4" y="52"/>
                    </a:lnTo>
                    <a:lnTo>
                      <a:pt x="4" y="55"/>
                    </a:lnTo>
                    <a:lnTo>
                      <a:pt x="4" y="51"/>
                    </a:lnTo>
                    <a:lnTo>
                      <a:pt x="4" y="48"/>
                    </a:lnTo>
                    <a:lnTo>
                      <a:pt x="4" y="50"/>
                    </a:lnTo>
                    <a:lnTo>
                      <a:pt x="4" y="53"/>
                    </a:lnTo>
                    <a:lnTo>
                      <a:pt x="5" y="52"/>
                    </a:lnTo>
                    <a:lnTo>
                      <a:pt x="5" y="49"/>
                    </a:lnTo>
                    <a:lnTo>
                      <a:pt x="5" y="47"/>
                    </a:lnTo>
                    <a:lnTo>
                      <a:pt x="5" y="43"/>
                    </a:lnTo>
                    <a:lnTo>
                      <a:pt x="5" y="37"/>
                    </a:lnTo>
                    <a:lnTo>
                      <a:pt x="5" y="34"/>
                    </a:lnTo>
                    <a:lnTo>
                      <a:pt x="6" y="35"/>
                    </a:lnTo>
                    <a:lnTo>
                      <a:pt x="6" y="34"/>
                    </a:lnTo>
                    <a:lnTo>
                      <a:pt x="6" y="29"/>
                    </a:lnTo>
                    <a:lnTo>
                      <a:pt x="6" y="24"/>
                    </a:lnTo>
                    <a:lnTo>
                      <a:pt x="6" y="24"/>
                    </a:lnTo>
                    <a:lnTo>
                      <a:pt x="6" y="2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64" name="Freeform 824"/>
              <p:cNvSpPr/>
              <p:nvPr/>
            </p:nvSpPr>
            <p:spPr bwMode="auto">
              <a:xfrm>
                <a:off x="1142" y="2935"/>
                <a:ext cx="7" cy="70"/>
              </a:xfrm>
              <a:custGeom>
                <a:avLst/>
                <a:gdLst>
                  <a:gd name="T0" fmla="*/ 0 w 7"/>
                  <a:gd name="T1" fmla="*/ 70 h 70"/>
                  <a:gd name="T2" fmla="*/ 0 w 7"/>
                  <a:gd name="T3" fmla="*/ 66 h 70"/>
                  <a:gd name="T4" fmla="*/ 0 w 7"/>
                  <a:gd name="T5" fmla="*/ 61 h 70"/>
                  <a:gd name="T6" fmla="*/ 0 w 7"/>
                  <a:gd name="T7" fmla="*/ 61 h 70"/>
                  <a:gd name="T8" fmla="*/ 0 w 7"/>
                  <a:gd name="T9" fmla="*/ 62 h 70"/>
                  <a:gd name="T10" fmla="*/ 1 w 7"/>
                  <a:gd name="T11" fmla="*/ 53 h 70"/>
                  <a:gd name="T12" fmla="*/ 1 w 7"/>
                  <a:gd name="T13" fmla="*/ 42 h 70"/>
                  <a:gd name="T14" fmla="*/ 1 w 7"/>
                  <a:gd name="T15" fmla="*/ 39 h 70"/>
                  <a:gd name="T16" fmla="*/ 1 w 7"/>
                  <a:gd name="T17" fmla="*/ 39 h 70"/>
                  <a:gd name="T18" fmla="*/ 1 w 7"/>
                  <a:gd name="T19" fmla="*/ 36 h 70"/>
                  <a:gd name="T20" fmla="*/ 1 w 7"/>
                  <a:gd name="T21" fmla="*/ 35 h 70"/>
                  <a:gd name="T22" fmla="*/ 2 w 7"/>
                  <a:gd name="T23" fmla="*/ 37 h 70"/>
                  <a:gd name="T24" fmla="*/ 2 w 7"/>
                  <a:gd name="T25" fmla="*/ 35 h 70"/>
                  <a:gd name="T26" fmla="*/ 2 w 7"/>
                  <a:gd name="T27" fmla="*/ 30 h 70"/>
                  <a:gd name="T28" fmla="*/ 2 w 7"/>
                  <a:gd name="T29" fmla="*/ 29 h 70"/>
                  <a:gd name="T30" fmla="*/ 2 w 7"/>
                  <a:gd name="T31" fmla="*/ 32 h 70"/>
                  <a:gd name="T32" fmla="*/ 2 w 7"/>
                  <a:gd name="T33" fmla="*/ 32 h 70"/>
                  <a:gd name="T34" fmla="*/ 2 w 7"/>
                  <a:gd name="T35" fmla="*/ 28 h 70"/>
                  <a:gd name="T36" fmla="*/ 2 w 7"/>
                  <a:gd name="T37" fmla="*/ 25 h 70"/>
                  <a:gd name="T38" fmla="*/ 2 w 7"/>
                  <a:gd name="T39" fmla="*/ 25 h 70"/>
                  <a:gd name="T40" fmla="*/ 3 w 7"/>
                  <a:gd name="T41" fmla="*/ 23 h 70"/>
                  <a:gd name="T42" fmla="*/ 3 w 7"/>
                  <a:gd name="T43" fmla="*/ 19 h 70"/>
                  <a:gd name="T44" fmla="*/ 3 w 7"/>
                  <a:gd name="T45" fmla="*/ 19 h 70"/>
                  <a:gd name="T46" fmla="*/ 3 w 7"/>
                  <a:gd name="T47" fmla="*/ 22 h 70"/>
                  <a:gd name="T48" fmla="*/ 3 w 7"/>
                  <a:gd name="T49" fmla="*/ 20 h 70"/>
                  <a:gd name="T50" fmla="*/ 3 w 7"/>
                  <a:gd name="T51" fmla="*/ 19 h 70"/>
                  <a:gd name="T52" fmla="*/ 3 w 7"/>
                  <a:gd name="T53" fmla="*/ 23 h 70"/>
                  <a:gd name="T54" fmla="*/ 3 w 7"/>
                  <a:gd name="T55" fmla="*/ 24 h 70"/>
                  <a:gd name="T56" fmla="*/ 3 w 7"/>
                  <a:gd name="T57" fmla="*/ 22 h 70"/>
                  <a:gd name="T58" fmla="*/ 4 w 7"/>
                  <a:gd name="T59" fmla="*/ 23 h 70"/>
                  <a:gd name="T60" fmla="*/ 4 w 7"/>
                  <a:gd name="T61" fmla="*/ 27 h 70"/>
                  <a:gd name="T62" fmla="*/ 4 w 7"/>
                  <a:gd name="T63" fmla="*/ 27 h 70"/>
                  <a:gd name="T64" fmla="*/ 4 w 7"/>
                  <a:gd name="T65" fmla="*/ 24 h 70"/>
                  <a:gd name="T66" fmla="*/ 4 w 7"/>
                  <a:gd name="T67" fmla="*/ 23 h 70"/>
                  <a:gd name="T68" fmla="*/ 4 w 7"/>
                  <a:gd name="T69" fmla="*/ 21 h 70"/>
                  <a:gd name="T70" fmla="*/ 5 w 7"/>
                  <a:gd name="T71" fmla="*/ 17 h 70"/>
                  <a:gd name="T72" fmla="*/ 5 w 7"/>
                  <a:gd name="T73" fmla="*/ 13 h 70"/>
                  <a:gd name="T74" fmla="*/ 5 w 7"/>
                  <a:gd name="T75" fmla="*/ 14 h 70"/>
                  <a:gd name="T76" fmla="*/ 5 w 7"/>
                  <a:gd name="T77" fmla="*/ 12 h 70"/>
                  <a:gd name="T78" fmla="*/ 5 w 7"/>
                  <a:gd name="T79" fmla="*/ 8 h 70"/>
                  <a:gd name="T80" fmla="*/ 5 w 7"/>
                  <a:gd name="T81" fmla="*/ 7 h 70"/>
                  <a:gd name="T82" fmla="*/ 5 w 7"/>
                  <a:gd name="T83" fmla="*/ 10 h 70"/>
                  <a:gd name="T84" fmla="*/ 5 w 7"/>
                  <a:gd name="T85" fmla="*/ 13 h 70"/>
                  <a:gd name="T86" fmla="*/ 5 w 7"/>
                  <a:gd name="T87" fmla="*/ 13 h 70"/>
                  <a:gd name="T88" fmla="*/ 5 w 7"/>
                  <a:gd name="T89" fmla="*/ 16 h 70"/>
                  <a:gd name="T90" fmla="*/ 6 w 7"/>
                  <a:gd name="T91" fmla="*/ 19 h 70"/>
                  <a:gd name="T92" fmla="*/ 6 w 7"/>
                  <a:gd name="T93" fmla="*/ 16 h 70"/>
                  <a:gd name="T94" fmla="*/ 6 w 7"/>
                  <a:gd name="T95" fmla="*/ 12 h 70"/>
                  <a:gd name="T96" fmla="*/ 6 w 7"/>
                  <a:gd name="T97" fmla="*/ 11 h 70"/>
                  <a:gd name="T98" fmla="*/ 6 w 7"/>
                  <a:gd name="T99" fmla="*/ 11 h 70"/>
                  <a:gd name="T100" fmla="*/ 6 w 7"/>
                  <a:gd name="T101" fmla="*/ 6 h 70"/>
                  <a:gd name="T102" fmla="*/ 7 w 7"/>
                  <a:gd name="T103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70">
                    <a:moveTo>
                      <a:pt x="0" y="70"/>
                    </a:moveTo>
                    <a:lnTo>
                      <a:pt x="0" y="66"/>
                    </a:lnTo>
                    <a:lnTo>
                      <a:pt x="0" y="61"/>
                    </a:lnTo>
                    <a:lnTo>
                      <a:pt x="0" y="61"/>
                    </a:lnTo>
                    <a:lnTo>
                      <a:pt x="0" y="62"/>
                    </a:lnTo>
                    <a:lnTo>
                      <a:pt x="1" y="53"/>
                    </a:lnTo>
                    <a:lnTo>
                      <a:pt x="1" y="42"/>
                    </a:lnTo>
                    <a:lnTo>
                      <a:pt x="1" y="39"/>
                    </a:lnTo>
                    <a:lnTo>
                      <a:pt x="1" y="39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2" y="37"/>
                    </a:lnTo>
                    <a:lnTo>
                      <a:pt x="2" y="35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2" y="32"/>
                    </a:lnTo>
                    <a:lnTo>
                      <a:pt x="2" y="32"/>
                    </a:lnTo>
                    <a:lnTo>
                      <a:pt x="2" y="28"/>
                    </a:lnTo>
                    <a:lnTo>
                      <a:pt x="2" y="25"/>
                    </a:lnTo>
                    <a:lnTo>
                      <a:pt x="2" y="25"/>
                    </a:lnTo>
                    <a:lnTo>
                      <a:pt x="3" y="23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22"/>
                    </a:lnTo>
                    <a:lnTo>
                      <a:pt x="3" y="20"/>
                    </a:lnTo>
                    <a:lnTo>
                      <a:pt x="3" y="19"/>
                    </a:lnTo>
                    <a:lnTo>
                      <a:pt x="3" y="23"/>
                    </a:lnTo>
                    <a:lnTo>
                      <a:pt x="3" y="24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4" y="27"/>
                    </a:lnTo>
                    <a:lnTo>
                      <a:pt x="4" y="27"/>
                    </a:lnTo>
                    <a:lnTo>
                      <a:pt x="4" y="24"/>
                    </a:lnTo>
                    <a:lnTo>
                      <a:pt x="4" y="23"/>
                    </a:lnTo>
                    <a:lnTo>
                      <a:pt x="4" y="21"/>
                    </a:lnTo>
                    <a:lnTo>
                      <a:pt x="5" y="17"/>
                    </a:lnTo>
                    <a:lnTo>
                      <a:pt x="5" y="13"/>
                    </a:lnTo>
                    <a:lnTo>
                      <a:pt x="5" y="14"/>
                    </a:lnTo>
                    <a:lnTo>
                      <a:pt x="5" y="12"/>
                    </a:lnTo>
                    <a:lnTo>
                      <a:pt x="5" y="8"/>
                    </a:lnTo>
                    <a:lnTo>
                      <a:pt x="5" y="7"/>
                    </a:lnTo>
                    <a:lnTo>
                      <a:pt x="5" y="10"/>
                    </a:lnTo>
                    <a:lnTo>
                      <a:pt x="5" y="13"/>
                    </a:lnTo>
                    <a:lnTo>
                      <a:pt x="5" y="13"/>
                    </a:lnTo>
                    <a:lnTo>
                      <a:pt x="5" y="16"/>
                    </a:lnTo>
                    <a:lnTo>
                      <a:pt x="6" y="19"/>
                    </a:lnTo>
                    <a:lnTo>
                      <a:pt x="6" y="16"/>
                    </a:lnTo>
                    <a:lnTo>
                      <a:pt x="6" y="12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6" y="6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65" name="Freeform 825"/>
              <p:cNvSpPr/>
              <p:nvPr/>
            </p:nvSpPr>
            <p:spPr bwMode="auto">
              <a:xfrm>
                <a:off x="1148" y="2925"/>
                <a:ext cx="7" cy="43"/>
              </a:xfrm>
              <a:custGeom>
                <a:avLst/>
                <a:gdLst>
                  <a:gd name="T0" fmla="*/ 0 w 7"/>
                  <a:gd name="T1" fmla="*/ 16 h 43"/>
                  <a:gd name="T2" fmla="*/ 1 w 7"/>
                  <a:gd name="T3" fmla="*/ 10 h 43"/>
                  <a:gd name="T4" fmla="*/ 1 w 7"/>
                  <a:gd name="T5" fmla="*/ 8 h 43"/>
                  <a:gd name="T6" fmla="*/ 1 w 7"/>
                  <a:gd name="T7" fmla="*/ 6 h 43"/>
                  <a:gd name="T8" fmla="*/ 1 w 7"/>
                  <a:gd name="T9" fmla="*/ 1 h 43"/>
                  <a:gd name="T10" fmla="*/ 1 w 7"/>
                  <a:gd name="T11" fmla="*/ 0 h 43"/>
                  <a:gd name="T12" fmla="*/ 1 w 7"/>
                  <a:gd name="T13" fmla="*/ 3 h 43"/>
                  <a:gd name="T14" fmla="*/ 1 w 7"/>
                  <a:gd name="T15" fmla="*/ 6 h 43"/>
                  <a:gd name="T16" fmla="*/ 1 w 7"/>
                  <a:gd name="T17" fmla="*/ 5 h 43"/>
                  <a:gd name="T18" fmla="*/ 1 w 7"/>
                  <a:gd name="T19" fmla="*/ 4 h 43"/>
                  <a:gd name="T20" fmla="*/ 2 w 7"/>
                  <a:gd name="T21" fmla="*/ 6 h 43"/>
                  <a:gd name="T22" fmla="*/ 2 w 7"/>
                  <a:gd name="T23" fmla="*/ 7 h 43"/>
                  <a:gd name="T24" fmla="*/ 2 w 7"/>
                  <a:gd name="T25" fmla="*/ 6 h 43"/>
                  <a:gd name="T26" fmla="*/ 2 w 7"/>
                  <a:gd name="T27" fmla="*/ 7 h 43"/>
                  <a:gd name="T28" fmla="*/ 2 w 7"/>
                  <a:gd name="T29" fmla="*/ 9 h 43"/>
                  <a:gd name="T30" fmla="*/ 2 w 7"/>
                  <a:gd name="T31" fmla="*/ 8 h 43"/>
                  <a:gd name="T32" fmla="*/ 2 w 7"/>
                  <a:gd name="T33" fmla="*/ 4 h 43"/>
                  <a:gd name="T34" fmla="*/ 2 w 7"/>
                  <a:gd name="T35" fmla="*/ 5 h 43"/>
                  <a:gd name="T36" fmla="*/ 2 w 7"/>
                  <a:gd name="T37" fmla="*/ 10 h 43"/>
                  <a:gd name="T38" fmla="*/ 3 w 7"/>
                  <a:gd name="T39" fmla="*/ 13 h 43"/>
                  <a:gd name="T40" fmla="*/ 3 w 7"/>
                  <a:gd name="T41" fmla="*/ 14 h 43"/>
                  <a:gd name="T42" fmla="*/ 3 w 7"/>
                  <a:gd name="T43" fmla="*/ 19 h 43"/>
                  <a:gd name="T44" fmla="*/ 3 w 7"/>
                  <a:gd name="T45" fmla="*/ 24 h 43"/>
                  <a:gd name="T46" fmla="*/ 3 w 7"/>
                  <a:gd name="T47" fmla="*/ 26 h 43"/>
                  <a:gd name="T48" fmla="*/ 3 w 7"/>
                  <a:gd name="T49" fmla="*/ 29 h 43"/>
                  <a:gd name="T50" fmla="*/ 4 w 7"/>
                  <a:gd name="T51" fmla="*/ 35 h 43"/>
                  <a:gd name="T52" fmla="*/ 4 w 7"/>
                  <a:gd name="T53" fmla="*/ 39 h 43"/>
                  <a:gd name="T54" fmla="*/ 4 w 7"/>
                  <a:gd name="T55" fmla="*/ 38 h 43"/>
                  <a:gd name="T56" fmla="*/ 4 w 7"/>
                  <a:gd name="T57" fmla="*/ 36 h 43"/>
                  <a:gd name="T58" fmla="*/ 4 w 7"/>
                  <a:gd name="T59" fmla="*/ 36 h 43"/>
                  <a:gd name="T60" fmla="*/ 4 w 7"/>
                  <a:gd name="T61" fmla="*/ 36 h 43"/>
                  <a:gd name="T62" fmla="*/ 4 w 7"/>
                  <a:gd name="T63" fmla="*/ 34 h 43"/>
                  <a:gd name="T64" fmla="*/ 4 w 7"/>
                  <a:gd name="T65" fmla="*/ 34 h 43"/>
                  <a:gd name="T66" fmla="*/ 4 w 7"/>
                  <a:gd name="T67" fmla="*/ 36 h 43"/>
                  <a:gd name="T68" fmla="*/ 5 w 7"/>
                  <a:gd name="T69" fmla="*/ 35 h 43"/>
                  <a:gd name="T70" fmla="*/ 5 w 7"/>
                  <a:gd name="T71" fmla="*/ 33 h 43"/>
                  <a:gd name="T72" fmla="*/ 5 w 7"/>
                  <a:gd name="T73" fmla="*/ 31 h 43"/>
                  <a:gd name="T74" fmla="*/ 5 w 7"/>
                  <a:gd name="T75" fmla="*/ 33 h 43"/>
                  <a:gd name="T76" fmla="*/ 5 w 7"/>
                  <a:gd name="T77" fmla="*/ 35 h 43"/>
                  <a:gd name="T78" fmla="*/ 5 w 7"/>
                  <a:gd name="T79" fmla="*/ 35 h 43"/>
                  <a:gd name="T80" fmla="*/ 6 w 7"/>
                  <a:gd name="T81" fmla="*/ 38 h 43"/>
                  <a:gd name="T82" fmla="*/ 6 w 7"/>
                  <a:gd name="T83" fmla="*/ 42 h 43"/>
                  <a:gd name="T84" fmla="*/ 6 w 7"/>
                  <a:gd name="T85" fmla="*/ 42 h 43"/>
                  <a:gd name="T86" fmla="*/ 6 w 7"/>
                  <a:gd name="T87" fmla="*/ 38 h 43"/>
                  <a:gd name="T88" fmla="*/ 6 w 7"/>
                  <a:gd name="T89" fmla="*/ 40 h 43"/>
                  <a:gd name="T90" fmla="*/ 6 w 7"/>
                  <a:gd name="T91" fmla="*/ 43 h 43"/>
                  <a:gd name="T92" fmla="*/ 6 w 7"/>
                  <a:gd name="T93" fmla="*/ 41 h 43"/>
                  <a:gd name="T94" fmla="*/ 6 w 7"/>
                  <a:gd name="T95" fmla="*/ 38 h 43"/>
                  <a:gd name="T96" fmla="*/ 6 w 7"/>
                  <a:gd name="T97" fmla="*/ 41 h 43"/>
                  <a:gd name="T98" fmla="*/ 7 w 7"/>
                  <a:gd name="T99" fmla="*/ 42 h 43"/>
                  <a:gd name="T100" fmla="*/ 7 w 7"/>
                  <a:gd name="T101" fmla="*/ 39 h 43"/>
                  <a:gd name="T102" fmla="*/ 7 w 7"/>
                  <a:gd name="T103" fmla="*/ 4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3">
                    <a:moveTo>
                      <a:pt x="0" y="16"/>
                    </a:moveTo>
                    <a:lnTo>
                      <a:pt x="1" y="10"/>
                    </a:lnTo>
                    <a:lnTo>
                      <a:pt x="1" y="8"/>
                    </a:lnTo>
                    <a:lnTo>
                      <a:pt x="1" y="6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1" y="3"/>
                    </a:lnTo>
                    <a:lnTo>
                      <a:pt x="1" y="6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2" y="8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2" y="10"/>
                    </a:lnTo>
                    <a:lnTo>
                      <a:pt x="3" y="13"/>
                    </a:lnTo>
                    <a:lnTo>
                      <a:pt x="3" y="14"/>
                    </a:lnTo>
                    <a:lnTo>
                      <a:pt x="3" y="19"/>
                    </a:lnTo>
                    <a:lnTo>
                      <a:pt x="3" y="24"/>
                    </a:lnTo>
                    <a:lnTo>
                      <a:pt x="3" y="26"/>
                    </a:lnTo>
                    <a:lnTo>
                      <a:pt x="3" y="29"/>
                    </a:lnTo>
                    <a:lnTo>
                      <a:pt x="4" y="35"/>
                    </a:lnTo>
                    <a:lnTo>
                      <a:pt x="4" y="39"/>
                    </a:lnTo>
                    <a:lnTo>
                      <a:pt x="4" y="38"/>
                    </a:lnTo>
                    <a:lnTo>
                      <a:pt x="4" y="36"/>
                    </a:lnTo>
                    <a:lnTo>
                      <a:pt x="4" y="36"/>
                    </a:lnTo>
                    <a:lnTo>
                      <a:pt x="4" y="36"/>
                    </a:lnTo>
                    <a:lnTo>
                      <a:pt x="4" y="34"/>
                    </a:lnTo>
                    <a:lnTo>
                      <a:pt x="4" y="34"/>
                    </a:lnTo>
                    <a:lnTo>
                      <a:pt x="4" y="36"/>
                    </a:lnTo>
                    <a:lnTo>
                      <a:pt x="5" y="35"/>
                    </a:lnTo>
                    <a:lnTo>
                      <a:pt x="5" y="33"/>
                    </a:lnTo>
                    <a:lnTo>
                      <a:pt x="5" y="31"/>
                    </a:lnTo>
                    <a:lnTo>
                      <a:pt x="5" y="33"/>
                    </a:lnTo>
                    <a:lnTo>
                      <a:pt x="5" y="35"/>
                    </a:lnTo>
                    <a:lnTo>
                      <a:pt x="5" y="35"/>
                    </a:lnTo>
                    <a:lnTo>
                      <a:pt x="6" y="38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38"/>
                    </a:lnTo>
                    <a:lnTo>
                      <a:pt x="6" y="40"/>
                    </a:lnTo>
                    <a:lnTo>
                      <a:pt x="6" y="43"/>
                    </a:lnTo>
                    <a:lnTo>
                      <a:pt x="6" y="41"/>
                    </a:lnTo>
                    <a:lnTo>
                      <a:pt x="6" y="38"/>
                    </a:lnTo>
                    <a:lnTo>
                      <a:pt x="6" y="41"/>
                    </a:lnTo>
                    <a:lnTo>
                      <a:pt x="7" y="42"/>
                    </a:lnTo>
                    <a:lnTo>
                      <a:pt x="7" y="39"/>
                    </a:lnTo>
                    <a:lnTo>
                      <a:pt x="7" y="4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66" name="Freeform 826"/>
              <p:cNvSpPr/>
              <p:nvPr/>
            </p:nvSpPr>
            <p:spPr bwMode="auto">
              <a:xfrm>
                <a:off x="1155" y="2948"/>
                <a:ext cx="6" cy="52"/>
              </a:xfrm>
              <a:custGeom>
                <a:avLst/>
                <a:gdLst>
                  <a:gd name="T0" fmla="*/ 0 w 6"/>
                  <a:gd name="T1" fmla="*/ 16 h 52"/>
                  <a:gd name="T2" fmla="*/ 0 w 6"/>
                  <a:gd name="T3" fmla="*/ 17 h 52"/>
                  <a:gd name="T4" fmla="*/ 0 w 6"/>
                  <a:gd name="T5" fmla="*/ 22 h 52"/>
                  <a:gd name="T6" fmla="*/ 0 w 6"/>
                  <a:gd name="T7" fmla="*/ 22 h 52"/>
                  <a:gd name="T8" fmla="*/ 0 w 6"/>
                  <a:gd name="T9" fmla="*/ 19 h 52"/>
                  <a:gd name="T10" fmla="*/ 0 w 6"/>
                  <a:gd name="T11" fmla="*/ 18 h 52"/>
                  <a:gd name="T12" fmla="*/ 0 w 6"/>
                  <a:gd name="T13" fmla="*/ 18 h 52"/>
                  <a:gd name="T14" fmla="*/ 0 w 6"/>
                  <a:gd name="T15" fmla="*/ 15 h 52"/>
                  <a:gd name="T16" fmla="*/ 0 w 6"/>
                  <a:gd name="T17" fmla="*/ 10 h 52"/>
                  <a:gd name="T18" fmla="*/ 1 w 6"/>
                  <a:gd name="T19" fmla="*/ 9 h 52"/>
                  <a:gd name="T20" fmla="*/ 1 w 6"/>
                  <a:gd name="T21" fmla="*/ 8 h 52"/>
                  <a:gd name="T22" fmla="*/ 1 w 6"/>
                  <a:gd name="T23" fmla="*/ 4 h 52"/>
                  <a:gd name="T24" fmla="*/ 1 w 6"/>
                  <a:gd name="T25" fmla="*/ 0 h 52"/>
                  <a:gd name="T26" fmla="*/ 1 w 6"/>
                  <a:gd name="T27" fmla="*/ 0 h 52"/>
                  <a:gd name="T28" fmla="*/ 1 w 6"/>
                  <a:gd name="T29" fmla="*/ 3 h 52"/>
                  <a:gd name="T30" fmla="*/ 2 w 6"/>
                  <a:gd name="T31" fmla="*/ 2 h 52"/>
                  <a:gd name="T32" fmla="*/ 2 w 6"/>
                  <a:gd name="T33" fmla="*/ 3 h 52"/>
                  <a:gd name="T34" fmla="*/ 2 w 6"/>
                  <a:gd name="T35" fmla="*/ 6 h 52"/>
                  <a:gd name="T36" fmla="*/ 2 w 6"/>
                  <a:gd name="T37" fmla="*/ 7 h 52"/>
                  <a:gd name="T38" fmla="*/ 2 w 6"/>
                  <a:gd name="T39" fmla="*/ 6 h 52"/>
                  <a:gd name="T40" fmla="*/ 2 w 6"/>
                  <a:gd name="T41" fmla="*/ 6 h 52"/>
                  <a:gd name="T42" fmla="*/ 2 w 6"/>
                  <a:gd name="T43" fmla="*/ 10 h 52"/>
                  <a:gd name="T44" fmla="*/ 2 w 6"/>
                  <a:gd name="T45" fmla="*/ 11 h 52"/>
                  <a:gd name="T46" fmla="*/ 2 w 6"/>
                  <a:gd name="T47" fmla="*/ 10 h 52"/>
                  <a:gd name="T48" fmla="*/ 3 w 6"/>
                  <a:gd name="T49" fmla="*/ 11 h 52"/>
                  <a:gd name="T50" fmla="*/ 3 w 6"/>
                  <a:gd name="T51" fmla="*/ 12 h 52"/>
                  <a:gd name="T52" fmla="*/ 3 w 6"/>
                  <a:gd name="T53" fmla="*/ 8 h 52"/>
                  <a:gd name="T54" fmla="*/ 3 w 6"/>
                  <a:gd name="T55" fmla="*/ 5 h 52"/>
                  <a:gd name="T56" fmla="*/ 3 w 6"/>
                  <a:gd name="T57" fmla="*/ 7 h 52"/>
                  <a:gd name="T58" fmla="*/ 3 w 6"/>
                  <a:gd name="T59" fmla="*/ 10 h 52"/>
                  <a:gd name="T60" fmla="*/ 4 w 6"/>
                  <a:gd name="T61" fmla="*/ 10 h 52"/>
                  <a:gd name="T62" fmla="*/ 4 w 6"/>
                  <a:gd name="T63" fmla="*/ 12 h 52"/>
                  <a:gd name="T64" fmla="*/ 4 w 6"/>
                  <a:gd name="T65" fmla="*/ 15 h 52"/>
                  <a:gd name="T66" fmla="*/ 4 w 6"/>
                  <a:gd name="T67" fmla="*/ 18 h 52"/>
                  <a:gd name="T68" fmla="*/ 4 w 6"/>
                  <a:gd name="T69" fmla="*/ 19 h 52"/>
                  <a:gd name="T70" fmla="*/ 4 w 6"/>
                  <a:gd name="T71" fmla="*/ 22 h 52"/>
                  <a:gd name="T72" fmla="*/ 4 w 6"/>
                  <a:gd name="T73" fmla="*/ 25 h 52"/>
                  <a:gd name="T74" fmla="*/ 4 w 6"/>
                  <a:gd name="T75" fmla="*/ 26 h 52"/>
                  <a:gd name="T76" fmla="*/ 4 w 6"/>
                  <a:gd name="T77" fmla="*/ 26 h 52"/>
                  <a:gd name="T78" fmla="*/ 5 w 6"/>
                  <a:gd name="T79" fmla="*/ 28 h 52"/>
                  <a:gd name="T80" fmla="*/ 5 w 6"/>
                  <a:gd name="T81" fmla="*/ 30 h 52"/>
                  <a:gd name="T82" fmla="*/ 5 w 6"/>
                  <a:gd name="T83" fmla="*/ 30 h 52"/>
                  <a:gd name="T84" fmla="*/ 5 w 6"/>
                  <a:gd name="T85" fmla="*/ 30 h 52"/>
                  <a:gd name="T86" fmla="*/ 5 w 6"/>
                  <a:gd name="T87" fmla="*/ 32 h 52"/>
                  <a:gd name="T88" fmla="*/ 5 w 6"/>
                  <a:gd name="T89" fmla="*/ 35 h 52"/>
                  <a:gd name="T90" fmla="*/ 5 w 6"/>
                  <a:gd name="T91" fmla="*/ 36 h 52"/>
                  <a:gd name="T92" fmla="*/ 5 w 6"/>
                  <a:gd name="T93" fmla="*/ 37 h 52"/>
                  <a:gd name="T94" fmla="*/ 5 w 6"/>
                  <a:gd name="T95" fmla="*/ 40 h 52"/>
                  <a:gd name="T96" fmla="*/ 6 w 6"/>
                  <a:gd name="T97" fmla="*/ 45 h 52"/>
                  <a:gd name="T98" fmla="*/ 6 w 6"/>
                  <a:gd name="T99" fmla="*/ 50 h 52"/>
                  <a:gd name="T100" fmla="*/ 6 w 6"/>
                  <a:gd name="T101" fmla="*/ 52 h 52"/>
                  <a:gd name="T102" fmla="*/ 6 w 6"/>
                  <a:gd name="T103" fmla="*/ 5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2">
                    <a:moveTo>
                      <a:pt x="0" y="16"/>
                    </a:moveTo>
                    <a:lnTo>
                      <a:pt x="0" y="17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1" y="9"/>
                    </a:lnTo>
                    <a:lnTo>
                      <a:pt x="1" y="8"/>
                    </a:lnTo>
                    <a:lnTo>
                      <a:pt x="1" y="4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3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10"/>
                    </a:lnTo>
                    <a:lnTo>
                      <a:pt x="2" y="11"/>
                    </a:lnTo>
                    <a:lnTo>
                      <a:pt x="2" y="10"/>
                    </a:lnTo>
                    <a:lnTo>
                      <a:pt x="3" y="11"/>
                    </a:lnTo>
                    <a:lnTo>
                      <a:pt x="3" y="12"/>
                    </a:lnTo>
                    <a:lnTo>
                      <a:pt x="3" y="8"/>
                    </a:lnTo>
                    <a:lnTo>
                      <a:pt x="3" y="5"/>
                    </a:lnTo>
                    <a:lnTo>
                      <a:pt x="3" y="7"/>
                    </a:lnTo>
                    <a:lnTo>
                      <a:pt x="3" y="10"/>
                    </a:lnTo>
                    <a:lnTo>
                      <a:pt x="4" y="10"/>
                    </a:lnTo>
                    <a:lnTo>
                      <a:pt x="4" y="12"/>
                    </a:lnTo>
                    <a:lnTo>
                      <a:pt x="4" y="15"/>
                    </a:lnTo>
                    <a:lnTo>
                      <a:pt x="4" y="18"/>
                    </a:lnTo>
                    <a:lnTo>
                      <a:pt x="4" y="19"/>
                    </a:lnTo>
                    <a:lnTo>
                      <a:pt x="4" y="22"/>
                    </a:lnTo>
                    <a:lnTo>
                      <a:pt x="4" y="25"/>
                    </a:lnTo>
                    <a:lnTo>
                      <a:pt x="4" y="26"/>
                    </a:lnTo>
                    <a:lnTo>
                      <a:pt x="4" y="26"/>
                    </a:lnTo>
                    <a:lnTo>
                      <a:pt x="5" y="28"/>
                    </a:lnTo>
                    <a:lnTo>
                      <a:pt x="5" y="30"/>
                    </a:lnTo>
                    <a:lnTo>
                      <a:pt x="5" y="30"/>
                    </a:lnTo>
                    <a:lnTo>
                      <a:pt x="5" y="30"/>
                    </a:lnTo>
                    <a:lnTo>
                      <a:pt x="5" y="32"/>
                    </a:lnTo>
                    <a:lnTo>
                      <a:pt x="5" y="35"/>
                    </a:lnTo>
                    <a:lnTo>
                      <a:pt x="5" y="36"/>
                    </a:lnTo>
                    <a:lnTo>
                      <a:pt x="5" y="37"/>
                    </a:lnTo>
                    <a:lnTo>
                      <a:pt x="5" y="40"/>
                    </a:lnTo>
                    <a:lnTo>
                      <a:pt x="6" y="45"/>
                    </a:lnTo>
                    <a:lnTo>
                      <a:pt x="6" y="50"/>
                    </a:lnTo>
                    <a:lnTo>
                      <a:pt x="6" y="52"/>
                    </a:lnTo>
                    <a:lnTo>
                      <a:pt x="6" y="5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67" name="Freeform 827"/>
              <p:cNvSpPr/>
              <p:nvPr/>
            </p:nvSpPr>
            <p:spPr bwMode="auto">
              <a:xfrm>
                <a:off x="1161" y="2980"/>
                <a:ext cx="6" cy="36"/>
              </a:xfrm>
              <a:custGeom>
                <a:avLst/>
                <a:gdLst>
                  <a:gd name="T0" fmla="*/ 0 w 6"/>
                  <a:gd name="T1" fmla="*/ 20 h 36"/>
                  <a:gd name="T2" fmla="*/ 0 w 6"/>
                  <a:gd name="T3" fmla="*/ 18 h 36"/>
                  <a:gd name="T4" fmla="*/ 0 w 6"/>
                  <a:gd name="T5" fmla="*/ 17 h 36"/>
                  <a:gd name="T6" fmla="*/ 0 w 6"/>
                  <a:gd name="T7" fmla="*/ 18 h 36"/>
                  <a:gd name="T8" fmla="*/ 1 w 6"/>
                  <a:gd name="T9" fmla="*/ 17 h 36"/>
                  <a:gd name="T10" fmla="*/ 1 w 6"/>
                  <a:gd name="T11" fmla="*/ 15 h 36"/>
                  <a:gd name="T12" fmla="*/ 1 w 6"/>
                  <a:gd name="T13" fmla="*/ 13 h 36"/>
                  <a:gd name="T14" fmla="*/ 1 w 6"/>
                  <a:gd name="T15" fmla="*/ 12 h 36"/>
                  <a:gd name="T16" fmla="*/ 1 w 6"/>
                  <a:gd name="T17" fmla="*/ 8 h 36"/>
                  <a:gd name="T18" fmla="*/ 1 w 6"/>
                  <a:gd name="T19" fmla="*/ 5 h 36"/>
                  <a:gd name="T20" fmla="*/ 1 w 6"/>
                  <a:gd name="T21" fmla="*/ 3 h 36"/>
                  <a:gd name="T22" fmla="*/ 1 w 6"/>
                  <a:gd name="T23" fmla="*/ 4 h 36"/>
                  <a:gd name="T24" fmla="*/ 1 w 6"/>
                  <a:gd name="T25" fmla="*/ 6 h 36"/>
                  <a:gd name="T26" fmla="*/ 2 w 6"/>
                  <a:gd name="T27" fmla="*/ 6 h 36"/>
                  <a:gd name="T28" fmla="*/ 2 w 6"/>
                  <a:gd name="T29" fmla="*/ 6 h 36"/>
                  <a:gd name="T30" fmla="*/ 2 w 6"/>
                  <a:gd name="T31" fmla="*/ 6 h 36"/>
                  <a:gd name="T32" fmla="*/ 2 w 6"/>
                  <a:gd name="T33" fmla="*/ 5 h 36"/>
                  <a:gd name="T34" fmla="*/ 2 w 6"/>
                  <a:gd name="T35" fmla="*/ 5 h 36"/>
                  <a:gd name="T36" fmla="*/ 2 w 6"/>
                  <a:gd name="T37" fmla="*/ 6 h 36"/>
                  <a:gd name="T38" fmla="*/ 2 w 6"/>
                  <a:gd name="T39" fmla="*/ 5 h 36"/>
                  <a:gd name="T40" fmla="*/ 3 w 6"/>
                  <a:gd name="T41" fmla="*/ 2 h 36"/>
                  <a:gd name="T42" fmla="*/ 3 w 6"/>
                  <a:gd name="T43" fmla="*/ 0 h 36"/>
                  <a:gd name="T44" fmla="*/ 3 w 6"/>
                  <a:gd name="T45" fmla="*/ 1 h 36"/>
                  <a:gd name="T46" fmla="*/ 3 w 6"/>
                  <a:gd name="T47" fmla="*/ 1 h 36"/>
                  <a:gd name="T48" fmla="*/ 3 w 6"/>
                  <a:gd name="T49" fmla="*/ 0 h 36"/>
                  <a:gd name="T50" fmla="*/ 3 w 6"/>
                  <a:gd name="T51" fmla="*/ 3 h 36"/>
                  <a:gd name="T52" fmla="*/ 3 w 6"/>
                  <a:gd name="T53" fmla="*/ 9 h 36"/>
                  <a:gd name="T54" fmla="*/ 3 w 6"/>
                  <a:gd name="T55" fmla="*/ 12 h 36"/>
                  <a:gd name="T56" fmla="*/ 3 w 6"/>
                  <a:gd name="T57" fmla="*/ 11 h 36"/>
                  <a:gd name="T58" fmla="*/ 4 w 6"/>
                  <a:gd name="T59" fmla="*/ 12 h 36"/>
                  <a:gd name="T60" fmla="*/ 4 w 6"/>
                  <a:gd name="T61" fmla="*/ 15 h 36"/>
                  <a:gd name="T62" fmla="*/ 4 w 6"/>
                  <a:gd name="T63" fmla="*/ 17 h 36"/>
                  <a:gd name="T64" fmla="*/ 4 w 6"/>
                  <a:gd name="T65" fmla="*/ 19 h 36"/>
                  <a:gd name="T66" fmla="*/ 4 w 6"/>
                  <a:gd name="T67" fmla="*/ 21 h 36"/>
                  <a:gd name="T68" fmla="*/ 4 w 6"/>
                  <a:gd name="T69" fmla="*/ 20 h 36"/>
                  <a:gd name="T70" fmla="*/ 4 w 6"/>
                  <a:gd name="T71" fmla="*/ 17 h 36"/>
                  <a:gd name="T72" fmla="*/ 4 w 6"/>
                  <a:gd name="T73" fmla="*/ 18 h 36"/>
                  <a:gd name="T74" fmla="*/ 4 w 6"/>
                  <a:gd name="T75" fmla="*/ 21 h 36"/>
                  <a:gd name="T76" fmla="*/ 5 w 6"/>
                  <a:gd name="T77" fmla="*/ 22 h 36"/>
                  <a:gd name="T78" fmla="*/ 5 w 6"/>
                  <a:gd name="T79" fmla="*/ 24 h 36"/>
                  <a:gd name="T80" fmla="*/ 5 w 6"/>
                  <a:gd name="T81" fmla="*/ 27 h 36"/>
                  <a:gd name="T82" fmla="*/ 5 w 6"/>
                  <a:gd name="T83" fmla="*/ 27 h 36"/>
                  <a:gd name="T84" fmla="*/ 5 w 6"/>
                  <a:gd name="T85" fmla="*/ 23 h 36"/>
                  <a:gd name="T86" fmla="*/ 5 w 6"/>
                  <a:gd name="T87" fmla="*/ 23 h 36"/>
                  <a:gd name="T88" fmla="*/ 6 w 6"/>
                  <a:gd name="T89" fmla="*/ 28 h 36"/>
                  <a:gd name="T90" fmla="*/ 6 w 6"/>
                  <a:gd name="T91" fmla="*/ 35 h 36"/>
                  <a:gd name="T92" fmla="*/ 6 w 6"/>
                  <a:gd name="T93" fmla="*/ 36 h 36"/>
                  <a:gd name="T94" fmla="*/ 6 w 6"/>
                  <a:gd name="T95" fmla="*/ 31 h 36"/>
                  <a:gd name="T96" fmla="*/ 6 w 6"/>
                  <a:gd name="T97" fmla="*/ 28 h 36"/>
                  <a:gd name="T98" fmla="*/ 6 w 6"/>
                  <a:gd name="T99" fmla="*/ 28 h 36"/>
                  <a:gd name="T100" fmla="*/ 6 w 6"/>
                  <a:gd name="T101" fmla="*/ 27 h 36"/>
                  <a:gd name="T102" fmla="*/ 6 w 6"/>
                  <a:gd name="T103" fmla="*/ 2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6">
                    <a:moveTo>
                      <a:pt x="0" y="20"/>
                    </a:moveTo>
                    <a:lnTo>
                      <a:pt x="0" y="18"/>
                    </a:lnTo>
                    <a:lnTo>
                      <a:pt x="0" y="17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5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1" y="8"/>
                    </a:lnTo>
                    <a:lnTo>
                      <a:pt x="1" y="5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1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3" y="3"/>
                    </a:lnTo>
                    <a:lnTo>
                      <a:pt x="3" y="9"/>
                    </a:lnTo>
                    <a:lnTo>
                      <a:pt x="3" y="12"/>
                    </a:lnTo>
                    <a:lnTo>
                      <a:pt x="3" y="11"/>
                    </a:lnTo>
                    <a:lnTo>
                      <a:pt x="4" y="12"/>
                    </a:lnTo>
                    <a:lnTo>
                      <a:pt x="4" y="15"/>
                    </a:lnTo>
                    <a:lnTo>
                      <a:pt x="4" y="17"/>
                    </a:lnTo>
                    <a:lnTo>
                      <a:pt x="4" y="19"/>
                    </a:lnTo>
                    <a:lnTo>
                      <a:pt x="4" y="21"/>
                    </a:lnTo>
                    <a:lnTo>
                      <a:pt x="4" y="20"/>
                    </a:lnTo>
                    <a:lnTo>
                      <a:pt x="4" y="17"/>
                    </a:lnTo>
                    <a:lnTo>
                      <a:pt x="4" y="18"/>
                    </a:lnTo>
                    <a:lnTo>
                      <a:pt x="4" y="21"/>
                    </a:lnTo>
                    <a:lnTo>
                      <a:pt x="5" y="22"/>
                    </a:lnTo>
                    <a:lnTo>
                      <a:pt x="5" y="24"/>
                    </a:lnTo>
                    <a:lnTo>
                      <a:pt x="5" y="27"/>
                    </a:lnTo>
                    <a:lnTo>
                      <a:pt x="5" y="27"/>
                    </a:lnTo>
                    <a:lnTo>
                      <a:pt x="5" y="23"/>
                    </a:lnTo>
                    <a:lnTo>
                      <a:pt x="5" y="23"/>
                    </a:lnTo>
                    <a:lnTo>
                      <a:pt x="6" y="28"/>
                    </a:lnTo>
                    <a:lnTo>
                      <a:pt x="6" y="35"/>
                    </a:lnTo>
                    <a:lnTo>
                      <a:pt x="6" y="36"/>
                    </a:lnTo>
                    <a:lnTo>
                      <a:pt x="6" y="31"/>
                    </a:lnTo>
                    <a:lnTo>
                      <a:pt x="6" y="28"/>
                    </a:lnTo>
                    <a:lnTo>
                      <a:pt x="6" y="28"/>
                    </a:lnTo>
                    <a:lnTo>
                      <a:pt x="6" y="27"/>
                    </a:lnTo>
                    <a:lnTo>
                      <a:pt x="6" y="2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68" name="Freeform 828"/>
              <p:cNvSpPr/>
              <p:nvPr/>
            </p:nvSpPr>
            <p:spPr bwMode="auto">
              <a:xfrm>
                <a:off x="1167" y="2937"/>
                <a:ext cx="7" cy="76"/>
              </a:xfrm>
              <a:custGeom>
                <a:avLst/>
                <a:gdLst>
                  <a:gd name="T0" fmla="*/ 0 w 7"/>
                  <a:gd name="T1" fmla="*/ 70 h 76"/>
                  <a:gd name="T2" fmla="*/ 0 w 7"/>
                  <a:gd name="T3" fmla="*/ 69 h 76"/>
                  <a:gd name="T4" fmla="*/ 0 w 7"/>
                  <a:gd name="T5" fmla="*/ 71 h 76"/>
                  <a:gd name="T6" fmla="*/ 1 w 7"/>
                  <a:gd name="T7" fmla="*/ 71 h 76"/>
                  <a:gd name="T8" fmla="*/ 1 w 7"/>
                  <a:gd name="T9" fmla="*/ 69 h 76"/>
                  <a:gd name="T10" fmla="*/ 1 w 7"/>
                  <a:gd name="T11" fmla="*/ 68 h 76"/>
                  <a:gd name="T12" fmla="*/ 1 w 7"/>
                  <a:gd name="T13" fmla="*/ 72 h 76"/>
                  <a:gd name="T14" fmla="*/ 1 w 7"/>
                  <a:gd name="T15" fmla="*/ 74 h 76"/>
                  <a:gd name="T16" fmla="*/ 1 w 7"/>
                  <a:gd name="T17" fmla="*/ 75 h 76"/>
                  <a:gd name="T18" fmla="*/ 2 w 7"/>
                  <a:gd name="T19" fmla="*/ 76 h 76"/>
                  <a:gd name="T20" fmla="*/ 2 w 7"/>
                  <a:gd name="T21" fmla="*/ 75 h 76"/>
                  <a:gd name="T22" fmla="*/ 2 w 7"/>
                  <a:gd name="T23" fmla="*/ 68 h 76"/>
                  <a:gd name="T24" fmla="*/ 2 w 7"/>
                  <a:gd name="T25" fmla="*/ 64 h 76"/>
                  <a:gd name="T26" fmla="*/ 2 w 7"/>
                  <a:gd name="T27" fmla="*/ 63 h 76"/>
                  <a:gd name="T28" fmla="*/ 2 w 7"/>
                  <a:gd name="T29" fmla="*/ 59 h 76"/>
                  <a:gd name="T30" fmla="*/ 2 w 7"/>
                  <a:gd name="T31" fmla="*/ 53 h 76"/>
                  <a:gd name="T32" fmla="*/ 2 w 7"/>
                  <a:gd name="T33" fmla="*/ 49 h 76"/>
                  <a:gd name="T34" fmla="*/ 2 w 7"/>
                  <a:gd name="T35" fmla="*/ 46 h 76"/>
                  <a:gd name="T36" fmla="*/ 3 w 7"/>
                  <a:gd name="T37" fmla="*/ 42 h 76"/>
                  <a:gd name="T38" fmla="*/ 3 w 7"/>
                  <a:gd name="T39" fmla="*/ 41 h 76"/>
                  <a:gd name="T40" fmla="*/ 3 w 7"/>
                  <a:gd name="T41" fmla="*/ 39 h 76"/>
                  <a:gd name="T42" fmla="*/ 3 w 7"/>
                  <a:gd name="T43" fmla="*/ 36 h 76"/>
                  <a:gd name="T44" fmla="*/ 3 w 7"/>
                  <a:gd name="T45" fmla="*/ 34 h 76"/>
                  <a:gd name="T46" fmla="*/ 3 w 7"/>
                  <a:gd name="T47" fmla="*/ 31 h 76"/>
                  <a:gd name="T48" fmla="*/ 3 w 7"/>
                  <a:gd name="T49" fmla="*/ 27 h 76"/>
                  <a:gd name="T50" fmla="*/ 3 w 7"/>
                  <a:gd name="T51" fmla="*/ 22 h 76"/>
                  <a:gd name="T52" fmla="*/ 3 w 7"/>
                  <a:gd name="T53" fmla="*/ 19 h 76"/>
                  <a:gd name="T54" fmla="*/ 4 w 7"/>
                  <a:gd name="T55" fmla="*/ 17 h 76"/>
                  <a:gd name="T56" fmla="*/ 4 w 7"/>
                  <a:gd name="T57" fmla="*/ 14 h 76"/>
                  <a:gd name="T58" fmla="*/ 4 w 7"/>
                  <a:gd name="T59" fmla="*/ 10 h 76"/>
                  <a:gd name="T60" fmla="*/ 4 w 7"/>
                  <a:gd name="T61" fmla="*/ 4 h 76"/>
                  <a:gd name="T62" fmla="*/ 4 w 7"/>
                  <a:gd name="T63" fmla="*/ 0 h 76"/>
                  <a:gd name="T64" fmla="*/ 4 w 7"/>
                  <a:gd name="T65" fmla="*/ 2 h 76"/>
                  <a:gd name="T66" fmla="*/ 5 w 7"/>
                  <a:gd name="T67" fmla="*/ 3 h 76"/>
                  <a:gd name="T68" fmla="*/ 5 w 7"/>
                  <a:gd name="T69" fmla="*/ 2 h 76"/>
                  <a:gd name="T70" fmla="*/ 5 w 7"/>
                  <a:gd name="T71" fmla="*/ 3 h 76"/>
                  <a:gd name="T72" fmla="*/ 5 w 7"/>
                  <a:gd name="T73" fmla="*/ 7 h 76"/>
                  <a:gd name="T74" fmla="*/ 5 w 7"/>
                  <a:gd name="T75" fmla="*/ 9 h 76"/>
                  <a:gd name="T76" fmla="*/ 5 w 7"/>
                  <a:gd name="T77" fmla="*/ 10 h 76"/>
                  <a:gd name="T78" fmla="*/ 5 w 7"/>
                  <a:gd name="T79" fmla="*/ 14 h 76"/>
                  <a:gd name="T80" fmla="*/ 5 w 7"/>
                  <a:gd name="T81" fmla="*/ 17 h 76"/>
                  <a:gd name="T82" fmla="*/ 5 w 7"/>
                  <a:gd name="T83" fmla="*/ 19 h 76"/>
                  <a:gd name="T84" fmla="*/ 5 w 7"/>
                  <a:gd name="T85" fmla="*/ 19 h 76"/>
                  <a:gd name="T86" fmla="*/ 6 w 7"/>
                  <a:gd name="T87" fmla="*/ 20 h 76"/>
                  <a:gd name="T88" fmla="*/ 6 w 7"/>
                  <a:gd name="T89" fmla="*/ 19 h 76"/>
                  <a:gd name="T90" fmla="*/ 6 w 7"/>
                  <a:gd name="T91" fmla="*/ 18 h 76"/>
                  <a:gd name="T92" fmla="*/ 6 w 7"/>
                  <a:gd name="T93" fmla="*/ 17 h 76"/>
                  <a:gd name="T94" fmla="*/ 6 w 7"/>
                  <a:gd name="T95" fmla="*/ 17 h 76"/>
                  <a:gd name="T96" fmla="*/ 6 w 7"/>
                  <a:gd name="T97" fmla="*/ 18 h 76"/>
                  <a:gd name="T98" fmla="*/ 7 w 7"/>
                  <a:gd name="T99" fmla="*/ 21 h 76"/>
                  <a:gd name="T100" fmla="*/ 7 w 7"/>
                  <a:gd name="T101" fmla="*/ 23 h 76"/>
                  <a:gd name="T102" fmla="*/ 7 w 7"/>
                  <a:gd name="T103" fmla="*/ 2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76">
                    <a:moveTo>
                      <a:pt x="0" y="70"/>
                    </a:moveTo>
                    <a:lnTo>
                      <a:pt x="0" y="69"/>
                    </a:lnTo>
                    <a:lnTo>
                      <a:pt x="0" y="71"/>
                    </a:lnTo>
                    <a:lnTo>
                      <a:pt x="1" y="71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72"/>
                    </a:lnTo>
                    <a:lnTo>
                      <a:pt x="1" y="74"/>
                    </a:lnTo>
                    <a:lnTo>
                      <a:pt x="1" y="75"/>
                    </a:lnTo>
                    <a:lnTo>
                      <a:pt x="2" y="76"/>
                    </a:lnTo>
                    <a:lnTo>
                      <a:pt x="2" y="75"/>
                    </a:lnTo>
                    <a:lnTo>
                      <a:pt x="2" y="68"/>
                    </a:lnTo>
                    <a:lnTo>
                      <a:pt x="2" y="64"/>
                    </a:lnTo>
                    <a:lnTo>
                      <a:pt x="2" y="63"/>
                    </a:lnTo>
                    <a:lnTo>
                      <a:pt x="2" y="59"/>
                    </a:lnTo>
                    <a:lnTo>
                      <a:pt x="2" y="53"/>
                    </a:lnTo>
                    <a:lnTo>
                      <a:pt x="2" y="49"/>
                    </a:lnTo>
                    <a:lnTo>
                      <a:pt x="2" y="46"/>
                    </a:lnTo>
                    <a:lnTo>
                      <a:pt x="3" y="42"/>
                    </a:lnTo>
                    <a:lnTo>
                      <a:pt x="3" y="41"/>
                    </a:lnTo>
                    <a:lnTo>
                      <a:pt x="3" y="39"/>
                    </a:lnTo>
                    <a:lnTo>
                      <a:pt x="3" y="36"/>
                    </a:lnTo>
                    <a:lnTo>
                      <a:pt x="3" y="34"/>
                    </a:lnTo>
                    <a:lnTo>
                      <a:pt x="3" y="31"/>
                    </a:lnTo>
                    <a:lnTo>
                      <a:pt x="3" y="27"/>
                    </a:lnTo>
                    <a:lnTo>
                      <a:pt x="3" y="22"/>
                    </a:lnTo>
                    <a:lnTo>
                      <a:pt x="3" y="19"/>
                    </a:lnTo>
                    <a:lnTo>
                      <a:pt x="4" y="17"/>
                    </a:lnTo>
                    <a:lnTo>
                      <a:pt x="4" y="14"/>
                    </a:lnTo>
                    <a:lnTo>
                      <a:pt x="4" y="10"/>
                    </a:lnTo>
                    <a:lnTo>
                      <a:pt x="4" y="4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5" y="7"/>
                    </a:lnTo>
                    <a:lnTo>
                      <a:pt x="5" y="9"/>
                    </a:lnTo>
                    <a:lnTo>
                      <a:pt x="5" y="10"/>
                    </a:lnTo>
                    <a:lnTo>
                      <a:pt x="5" y="14"/>
                    </a:lnTo>
                    <a:lnTo>
                      <a:pt x="5" y="17"/>
                    </a:lnTo>
                    <a:lnTo>
                      <a:pt x="5" y="19"/>
                    </a:lnTo>
                    <a:lnTo>
                      <a:pt x="5" y="19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6" y="17"/>
                    </a:lnTo>
                    <a:lnTo>
                      <a:pt x="6" y="17"/>
                    </a:lnTo>
                    <a:lnTo>
                      <a:pt x="6" y="18"/>
                    </a:lnTo>
                    <a:lnTo>
                      <a:pt x="7" y="21"/>
                    </a:lnTo>
                    <a:lnTo>
                      <a:pt x="7" y="23"/>
                    </a:lnTo>
                    <a:lnTo>
                      <a:pt x="7" y="2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69" name="Freeform 829"/>
              <p:cNvSpPr/>
              <p:nvPr/>
            </p:nvSpPr>
            <p:spPr bwMode="auto">
              <a:xfrm>
                <a:off x="1174" y="2894"/>
                <a:ext cx="6" cy="80"/>
              </a:xfrm>
              <a:custGeom>
                <a:avLst/>
                <a:gdLst>
                  <a:gd name="T0" fmla="*/ 0 w 6"/>
                  <a:gd name="T1" fmla="*/ 66 h 80"/>
                  <a:gd name="T2" fmla="*/ 0 w 6"/>
                  <a:gd name="T3" fmla="*/ 69 h 80"/>
                  <a:gd name="T4" fmla="*/ 0 w 6"/>
                  <a:gd name="T5" fmla="*/ 72 h 80"/>
                  <a:gd name="T6" fmla="*/ 0 w 6"/>
                  <a:gd name="T7" fmla="*/ 74 h 80"/>
                  <a:gd name="T8" fmla="*/ 0 w 6"/>
                  <a:gd name="T9" fmla="*/ 76 h 80"/>
                  <a:gd name="T10" fmla="*/ 0 w 6"/>
                  <a:gd name="T11" fmla="*/ 79 h 80"/>
                  <a:gd name="T12" fmla="*/ 0 w 6"/>
                  <a:gd name="T13" fmla="*/ 80 h 80"/>
                  <a:gd name="T14" fmla="*/ 0 w 6"/>
                  <a:gd name="T15" fmla="*/ 76 h 80"/>
                  <a:gd name="T16" fmla="*/ 1 w 6"/>
                  <a:gd name="T17" fmla="*/ 74 h 80"/>
                  <a:gd name="T18" fmla="*/ 1 w 6"/>
                  <a:gd name="T19" fmla="*/ 74 h 80"/>
                  <a:gd name="T20" fmla="*/ 1 w 6"/>
                  <a:gd name="T21" fmla="*/ 72 h 80"/>
                  <a:gd name="T22" fmla="*/ 1 w 6"/>
                  <a:gd name="T23" fmla="*/ 67 h 80"/>
                  <a:gd name="T24" fmla="*/ 1 w 6"/>
                  <a:gd name="T25" fmla="*/ 64 h 80"/>
                  <a:gd name="T26" fmla="*/ 1 w 6"/>
                  <a:gd name="T27" fmla="*/ 60 h 80"/>
                  <a:gd name="T28" fmla="*/ 1 w 6"/>
                  <a:gd name="T29" fmla="*/ 55 h 80"/>
                  <a:gd name="T30" fmla="*/ 1 w 6"/>
                  <a:gd name="T31" fmla="*/ 50 h 80"/>
                  <a:gd name="T32" fmla="*/ 1 w 6"/>
                  <a:gd name="T33" fmla="*/ 48 h 80"/>
                  <a:gd name="T34" fmla="*/ 2 w 6"/>
                  <a:gd name="T35" fmla="*/ 45 h 80"/>
                  <a:gd name="T36" fmla="*/ 2 w 6"/>
                  <a:gd name="T37" fmla="*/ 42 h 80"/>
                  <a:gd name="T38" fmla="*/ 2 w 6"/>
                  <a:gd name="T39" fmla="*/ 37 h 80"/>
                  <a:gd name="T40" fmla="*/ 2 w 6"/>
                  <a:gd name="T41" fmla="*/ 33 h 80"/>
                  <a:gd name="T42" fmla="*/ 2 w 6"/>
                  <a:gd name="T43" fmla="*/ 25 h 80"/>
                  <a:gd name="T44" fmla="*/ 2 w 6"/>
                  <a:gd name="T45" fmla="*/ 19 h 80"/>
                  <a:gd name="T46" fmla="*/ 3 w 6"/>
                  <a:gd name="T47" fmla="*/ 16 h 80"/>
                  <a:gd name="T48" fmla="*/ 3 w 6"/>
                  <a:gd name="T49" fmla="*/ 15 h 80"/>
                  <a:gd name="T50" fmla="*/ 3 w 6"/>
                  <a:gd name="T51" fmla="*/ 10 h 80"/>
                  <a:gd name="T52" fmla="*/ 3 w 6"/>
                  <a:gd name="T53" fmla="*/ 4 h 80"/>
                  <a:gd name="T54" fmla="*/ 3 w 6"/>
                  <a:gd name="T55" fmla="*/ 1 h 80"/>
                  <a:gd name="T56" fmla="*/ 3 w 6"/>
                  <a:gd name="T57" fmla="*/ 0 h 80"/>
                  <a:gd name="T58" fmla="*/ 3 w 6"/>
                  <a:gd name="T59" fmla="*/ 0 h 80"/>
                  <a:gd name="T60" fmla="*/ 3 w 6"/>
                  <a:gd name="T61" fmla="*/ 1 h 80"/>
                  <a:gd name="T62" fmla="*/ 3 w 6"/>
                  <a:gd name="T63" fmla="*/ 4 h 80"/>
                  <a:gd name="T64" fmla="*/ 4 w 6"/>
                  <a:gd name="T65" fmla="*/ 7 h 80"/>
                  <a:gd name="T66" fmla="*/ 4 w 6"/>
                  <a:gd name="T67" fmla="*/ 8 h 80"/>
                  <a:gd name="T68" fmla="*/ 4 w 6"/>
                  <a:gd name="T69" fmla="*/ 8 h 80"/>
                  <a:gd name="T70" fmla="*/ 4 w 6"/>
                  <a:gd name="T71" fmla="*/ 12 h 80"/>
                  <a:gd name="T72" fmla="*/ 4 w 6"/>
                  <a:gd name="T73" fmla="*/ 16 h 80"/>
                  <a:gd name="T74" fmla="*/ 4 w 6"/>
                  <a:gd name="T75" fmla="*/ 18 h 80"/>
                  <a:gd name="T76" fmla="*/ 5 w 6"/>
                  <a:gd name="T77" fmla="*/ 20 h 80"/>
                  <a:gd name="T78" fmla="*/ 5 w 6"/>
                  <a:gd name="T79" fmla="*/ 22 h 80"/>
                  <a:gd name="T80" fmla="*/ 5 w 6"/>
                  <a:gd name="T81" fmla="*/ 23 h 80"/>
                  <a:gd name="T82" fmla="*/ 5 w 6"/>
                  <a:gd name="T83" fmla="*/ 23 h 80"/>
                  <a:gd name="T84" fmla="*/ 5 w 6"/>
                  <a:gd name="T85" fmla="*/ 25 h 80"/>
                  <a:gd name="T86" fmla="*/ 5 w 6"/>
                  <a:gd name="T87" fmla="*/ 28 h 80"/>
                  <a:gd name="T88" fmla="*/ 5 w 6"/>
                  <a:gd name="T89" fmla="*/ 29 h 80"/>
                  <a:gd name="T90" fmla="*/ 5 w 6"/>
                  <a:gd name="T91" fmla="*/ 29 h 80"/>
                  <a:gd name="T92" fmla="*/ 5 w 6"/>
                  <a:gd name="T93" fmla="*/ 31 h 80"/>
                  <a:gd name="T94" fmla="*/ 6 w 6"/>
                  <a:gd name="T95" fmla="*/ 33 h 80"/>
                  <a:gd name="T96" fmla="*/ 6 w 6"/>
                  <a:gd name="T97" fmla="*/ 34 h 80"/>
                  <a:gd name="T98" fmla="*/ 6 w 6"/>
                  <a:gd name="T99" fmla="*/ 36 h 80"/>
                  <a:gd name="T100" fmla="*/ 6 w 6"/>
                  <a:gd name="T101" fmla="*/ 39 h 80"/>
                  <a:gd name="T102" fmla="*/ 6 w 6"/>
                  <a:gd name="T103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0">
                    <a:moveTo>
                      <a:pt x="0" y="66"/>
                    </a:moveTo>
                    <a:lnTo>
                      <a:pt x="0" y="69"/>
                    </a:lnTo>
                    <a:lnTo>
                      <a:pt x="0" y="72"/>
                    </a:lnTo>
                    <a:lnTo>
                      <a:pt x="0" y="74"/>
                    </a:lnTo>
                    <a:lnTo>
                      <a:pt x="0" y="76"/>
                    </a:lnTo>
                    <a:lnTo>
                      <a:pt x="0" y="79"/>
                    </a:lnTo>
                    <a:lnTo>
                      <a:pt x="0" y="80"/>
                    </a:lnTo>
                    <a:lnTo>
                      <a:pt x="0" y="76"/>
                    </a:lnTo>
                    <a:lnTo>
                      <a:pt x="1" y="74"/>
                    </a:lnTo>
                    <a:lnTo>
                      <a:pt x="1" y="74"/>
                    </a:lnTo>
                    <a:lnTo>
                      <a:pt x="1" y="72"/>
                    </a:lnTo>
                    <a:lnTo>
                      <a:pt x="1" y="67"/>
                    </a:lnTo>
                    <a:lnTo>
                      <a:pt x="1" y="64"/>
                    </a:lnTo>
                    <a:lnTo>
                      <a:pt x="1" y="60"/>
                    </a:lnTo>
                    <a:lnTo>
                      <a:pt x="1" y="55"/>
                    </a:lnTo>
                    <a:lnTo>
                      <a:pt x="1" y="50"/>
                    </a:lnTo>
                    <a:lnTo>
                      <a:pt x="1" y="48"/>
                    </a:lnTo>
                    <a:lnTo>
                      <a:pt x="2" y="45"/>
                    </a:lnTo>
                    <a:lnTo>
                      <a:pt x="2" y="42"/>
                    </a:lnTo>
                    <a:lnTo>
                      <a:pt x="2" y="37"/>
                    </a:lnTo>
                    <a:lnTo>
                      <a:pt x="2" y="33"/>
                    </a:lnTo>
                    <a:lnTo>
                      <a:pt x="2" y="25"/>
                    </a:lnTo>
                    <a:lnTo>
                      <a:pt x="2" y="19"/>
                    </a:lnTo>
                    <a:lnTo>
                      <a:pt x="3" y="16"/>
                    </a:lnTo>
                    <a:lnTo>
                      <a:pt x="3" y="15"/>
                    </a:lnTo>
                    <a:lnTo>
                      <a:pt x="3" y="10"/>
                    </a:lnTo>
                    <a:lnTo>
                      <a:pt x="3" y="4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3" y="4"/>
                    </a:lnTo>
                    <a:lnTo>
                      <a:pt x="4" y="7"/>
                    </a:lnTo>
                    <a:lnTo>
                      <a:pt x="4" y="8"/>
                    </a:lnTo>
                    <a:lnTo>
                      <a:pt x="4" y="8"/>
                    </a:lnTo>
                    <a:lnTo>
                      <a:pt x="4" y="12"/>
                    </a:lnTo>
                    <a:lnTo>
                      <a:pt x="4" y="16"/>
                    </a:lnTo>
                    <a:lnTo>
                      <a:pt x="4" y="18"/>
                    </a:lnTo>
                    <a:lnTo>
                      <a:pt x="5" y="20"/>
                    </a:lnTo>
                    <a:lnTo>
                      <a:pt x="5" y="22"/>
                    </a:lnTo>
                    <a:lnTo>
                      <a:pt x="5" y="23"/>
                    </a:lnTo>
                    <a:lnTo>
                      <a:pt x="5" y="23"/>
                    </a:lnTo>
                    <a:lnTo>
                      <a:pt x="5" y="25"/>
                    </a:lnTo>
                    <a:lnTo>
                      <a:pt x="5" y="28"/>
                    </a:lnTo>
                    <a:lnTo>
                      <a:pt x="5" y="29"/>
                    </a:lnTo>
                    <a:lnTo>
                      <a:pt x="5" y="29"/>
                    </a:lnTo>
                    <a:lnTo>
                      <a:pt x="5" y="31"/>
                    </a:lnTo>
                    <a:lnTo>
                      <a:pt x="6" y="33"/>
                    </a:lnTo>
                    <a:lnTo>
                      <a:pt x="6" y="34"/>
                    </a:lnTo>
                    <a:lnTo>
                      <a:pt x="6" y="36"/>
                    </a:lnTo>
                    <a:lnTo>
                      <a:pt x="6" y="39"/>
                    </a:lnTo>
                    <a:lnTo>
                      <a:pt x="6" y="4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70" name="Freeform 830"/>
              <p:cNvSpPr/>
              <p:nvPr/>
            </p:nvSpPr>
            <p:spPr bwMode="auto">
              <a:xfrm>
                <a:off x="1180" y="2933"/>
                <a:ext cx="6" cy="55"/>
              </a:xfrm>
              <a:custGeom>
                <a:avLst/>
                <a:gdLst>
                  <a:gd name="T0" fmla="*/ 0 w 6"/>
                  <a:gd name="T1" fmla="*/ 0 h 55"/>
                  <a:gd name="T2" fmla="*/ 0 w 6"/>
                  <a:gd name="T3" fmla="*/ 1 h 55"/>
                  <a:gd name="T4" fmla="*/ 0 w 6"/>
                  <a:gd name="T5" fmla="*/ 1 h 55"/>
                  <a:gd name="T6" fmla="*/ 0 w 6"/>
                  <a:gd name="T7" fmla="*/ 1 h 55"/>
                  <a:gd name="T8" fmla="*/ 0 w 6"/>
                  <a:gd name="T9" fmla="*/ 2 h 55"/>
                  <a:gd name="T10" fmla="*/ 0 w 6"/>
                  <a:gd name="T11" fmla="*/ 3 h 55"/>
                  <a:gd name="T12" fmla="*/ 0 w 6"/>
                  <a:gd name="T13" fmla="*/ 6 h 55"/>
                  <a:gd name="T14" fmla="*/ 1 w 6"/>
                  <a:gd name="T15" fmla="*/ 9 h 55"/>
                  <a:gd name="T16" fmla="*/ 1 w 6"/>
                  <a:gd name="T17" fmla="*/ 12 h 55"/>
                  <a:gd name="T18" fmla="*/ 1 w 6"/>
                  <a:gd name="T19" fmla="*/ 14 h 55"/>
                  <a:gd name="T20" fmla="*/ 1 w 6"/>
                  <a:gd name="T21" fmla="*/ 16 h 55"/>
                  <a:gd name="T22" fmla="*/ 1 w 6"/>
                  <a:gd name="T23" fmla="*/ 17 h 55"/>
                  <a:gd name="T24" fmla="*/ 1 w 6"/>
                  <a:gd name="T25" fmla="*/ 17 h 55"/>
                  <a:gd name="T26" fmla="*/ 2 w 6"/>
                  <a:gd name="T27" fmla="*/ 17 h 55"/>
                  <a:gd name="T28" fmla="*/ 2 w 6"/>
                  <a:gd name="T29" fmla="*/ 17 h 55"/>
                  <a:gd name="T30" fmla="*/ 2 w 6"/>
                  <a:gd name="T31" fmla="*/ 16 h 55"/>
                  <a:gd name="T32" fmla="*/ 2 w 6"/>
                  <a:gd name="T33" fmla="*/ 14 h 55"/>
                  <a:gd name="T34" fmla="*/ 2 w 6"/>
                  <a:gd name="T35" fmla="*/ 11 h 55"/>
                  <a:gd name="T36" fmla="*/ 2 w 6"/>
                  <a:gd name="T37" fmla="*/ 9 h 55"/>
                  <a:gd name="T38" fmla="*/ 2 w 6"/>
                  <a:gd name="T39" fmla="*/ 8 h 55"/>
                  <a:gd name="T40" fmla="*/ 2 w 6"/>
                  <a:gd name="T41" fmla="*/ 6 h 55"/>
                  <a:gd name="T42" fmla="*/ 2 w 6"/>
                  <a:gd name="T43" fmla="*/ 6 h 55"/>
                  <a:gd name="T44" fmla="*/ 3 w 6"/>
                  <a:gd name="T45" fmla="*/ 6 h 55"/>
                  <a:gd name="T46" fmla="*/ 3 w 6"/>
                  <a:gd name="T47" fmla="*/ 8 h 55"/>
                  <a:gd name="T48" fmla="*/ 3 w 6"/>
                  <a:gd name="T49" fmla="*/ 10 h 55"/>
                  <a:gd name="T50" fmla="*/ 3 w 6"/>
                  <a:gd name="T51" fmla="*/ 12 h 55"/>
                  <a:gd name="T52" fmla="*/ 3 w 6"/>
                  <a:gd name="T53" fmla="*/ 14 h 55"/>
                  <a:gd name="T54" fmla="*/ 3 w 6"/>
                  <a:gd name="T55" fmla="*/ 17 h 55"/>
                  <a:gd name="T56" fmla="*/ 4 w 6"/>
                  <a:gd name="T57" fmla="*/ 18 h 55"/>
                  <a:gd name="T58" fmla="*/ 4 w 6"/>
                  <a:gd name="T59" fmla="*/ 19 h 55"/>
                  <a:gd name="T60" fmla="*/ 4 w 6"/>
                  <a:gd name="T61" fmla="*/ 21 h 55"/>
                  <a:gd name="T62" fmla="*/ 4 w 6"/>
                  <a:gd name="T63" fmla="*/ 22 h 55"/>
                  <a:gd name="T64" fmla="*/ 4 w 6"/>
                  <a:gd name="T65" fmla="*/ 22 h 55"/>
                  <a:gd name="T66" fmla="*/ 4 w 6"/>
                  <a:gd name="T67" fmla="*/ 24 h 55"/>
                  <a:gd name="T68" fmla="*/ 4 w 6"/>
                  <a:gd name="T69" fmla="*/ 25 h 55"/>
                  <a:gd name="T70" fmla="*/ 4 w 6"/>
                  <a:gd name="T71" fmla="*/ 25 h 55"/>
                  <a:gd name="T72" fmla="*/ 4 w 6"/>
                  <a:gd name="T73" fmla="*/ 25 h 55"/>
                  <a:gd name="T74" fmla="*/ 5 w 6"/>
                  <a:gd name="T75" fmla="*/ 26 h 55"/>
                  <a:gd name="T76" fmla="*/ 5 w 6"/>
                  <a:gd name="T77" fmla="*/ 29 h 55"/>
                  <a:gd name="T78" fmla="*/ 5 w 6"/>
                  <a:gd name="T79" fmla="*/ 32 h 55"/>
                  <a:gd name="T80" fmla="*/ 5 w 6"/>
                  <a:gd name="T81" fmla="*/ 36 h 55"/>
                  <a:gd name="T82" fmla="*/ 5 w 6"/>
                  <a:gd name="T83" fmla="*/ 41 h 55"/>
                  <a:gd name="T84" fmla="*/ 5 w 6"/>
                  <a:gd name="T85" fmla="*/ 44 h 55"/>
                  <a:gd name="T86" fmla="*/ 5 w 6"/>
                  <a:gd name="T87" fmla="*/ 48 h 55"/>
                  <a:gd name="T88" fmla="*/ 5 w 6"/>
                  <a:gd name="T89" fmla="*/ 51 h 55"/>
                  <a:gd name="T90" fmla="*/ 5 w 6"/>
                  <a:gd name="T91" fmla="*/ 53 h 55"/>
                  <a:gd name="T92" fmla="*/ 6 w 6"/>
                  <a:gd name="T93" fmla="*/ 54 h 55"/>
                  <a:gd name="T94" fmla="*/ 6 w 6"/>
                  <a:gd name="T95" fmla="*/ 55 h 55"/>
                  <a:gd name="T96" fmla="*/ 6 w 6"/>
                  <a:gd name="T97" fmla="*/ 53 h 55"/>
                  <a:gd name="T98" fmla="*/ 6 w 6"/>
                  <a:gd name="T99" fmla="*/ 51 h 55"/>
                  <a:gd name="T100" fmla="*/ 6 w 6"/>
                  <a:gd name="T101" fmla="*/ 51 h 55"/>
                  <a:gd name="T102" fmla="*/ 6 w 6"/>
                  <a:gd name="T103" fmla="*/ 5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5">
                    <a:moveTo>
                      <a:pt x="0" y="0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1" y="14"/>
                    </a:lnTo>
                    <a:lnTo>
                      <a:pt x="1" y="16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2" y="17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4"/>
                    </a:lnTo>
                    <a:lnTo>
                      <a:pt x="2" y="11"/>
                    </a:lnTo>
                    <a:lnTo>
                      <a:pt x="2" y="9"/>
                    </a:lnTo>
                    <a:lnTo>
                      <a:pt x="2" y="8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3" y="6"/>
                    </a:lnTo>
                    <a:lnTo>
                      <a:pt x="3" y="8"/>
                    </a:lnTo>
                    <a:lnTo>
                      <a:pt x="3" y="10"/>
                    </a:lnTo>
                    <a:lnTo>
                      <a:pt x="3" y="12"/>
                    </a:lnTo>
                    <a:lnTo>
                      <a:pt x="3" y="14"/>
                    </a:lnTo>
                    <a:lnTo>
                      <a:pt x="3" y="17"/>
                    </a:lnTo>
                    <a:lnTo>
                      <a:pt x="4" y="18"/>
                    </a:lnTo>
                    <a:lnTo>
                      <a:pt x="4" y="19"/>
                    </a:lnTo>
                    <a:lnTo>
                      <a:pt x="4" y="21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4"/>
                    </a:lnTo>
                    <a:lnTo>
                      <a:pt x="4" y="25"/>
                    </a:lnTo>
                    <a:lnTo>
                      <a:pt x="4" y="25"/>
                    </a:lnTo>
                    <a:lnTo>
                      <a:pt x="4" y="25"/>
                    </a:lnTo>
                    <a:lnTo>
                      <a:pt x="5" y="26"/>
                    </a:lnTo>
                    <a:lnTo>
                      <a:pt x="5" y="29"/>
                    </a:lnTo>
                    <a:lnTo>
                      <a:pt x="5" y="32"/>
                    </a:lnTo>
                    <a:lnTo>
                      <a:pt x="5" y="36"/>
                    </a:lnTo>
                    <a:lnTo>
                      <a:pt x="5" y="41"/>
                    </a:lnTo>
                    <a:lnTo>
                      <a:pt x="5" y="44"/>
                    </a:lnTo>
                    <a:lnTo>
                      <a:pt x="5" y="48"/>
                    </a:lnTo>
                    <a:lnTo>
                      <a:pt x="5" y="51"/>
                    </a:lnTo>
                    <a:lnTo>
                      <a:pt x="5" y="53"/>
                    </a:lnTo>
                    <a:lnTo>
                      <a:pt x="6" y="54"/>
                    </a:lnTo>
                    <a:lnTo>
                      <a:pt x="6" y="55"/>
                    </a:lnTo>
                    <a:lnTo>
                      <a:pt x="6" y="53"/>
                    </a:lnTo>
                    <a:lnTo>
                      <a:pt x="6" y="51"/>
                    </a:lnTo>
                    <a:lnTo>
                      <a:pt x="6" y="51"/>
                    </a:lnTo>
                    <a:lnTo>
                      <a:pt x="6" y="5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71" name="Freeform 831"/>
              <p:cNvSpPr/>
              <p:nvPr/>
            </p:nvSpPr>
            <p:spPr bwMode="auto">
              <a:xfrm>
                <a:off x="1186" y="2984"/>
                <a:ext cx="7" cy="45"/>
              </a:xfrm>
              <a:custGeom>
                <a:avLst/>
                <a:gdLst>
                  <a:gd name="T0" fmla="*/ 0 w 7"/>
                  <a:gd name="T1" fmla="*/ 0 h 45"/>
                  <a:gd name="T2" fmla="*/ 0 w 7"/>
                  <a:gd name="T3" fmla="*/ 3 h 45"/>
                  <a:gd name="T4" fmla="*/ 1 w 7"/>
                  <a:gd name="T5" fmla="*/ 6 h 45"/>
                  <a:gd name="T6" fmla="*/ 1 w 7"/>
                  <a:gd name="T7" fmla="*/ 9 h 45"/>
                  <a:gd name="T8" fmla="*/ 1 w 7"/>
                  <a:gd name="T9" fmla="*/ 13 h 45"/>
                  <a:gd name="T10" fmla="*/ 1 w 7"/>
                  <a:gd name="T11" fmla="*/ 17 h 45"/>
                  <a:gd name="T12" fmla="*/ 1 w 7"/>
                  <a:gd name="T13" fmla="*/ 22 h 45"/>
                  <a:gd name="T14" fmla="*/ 1 w 7"/>
                  <a:gd name="T15" fmla="*/ 28 h 45"/>
                  <a:gd name="T16" fmla="*/ 1 w 7"/>
                  <a:gd name="T17" fmla="*/ 34 h 45"/>
                  <a:gd name="T18" fmla="*/ 1 w 7"/>
                  <a:gd name="T19" fmla="*/ 39 h 45"/>
                  <a:gd name="T20" fmla="*/ 1 w 7"/>
                  <a:gd name="T21" fmla="*/ 42 h 45"/>
                  <a:gd name="T22" fmla="*/ 2 w 7"/>
                  <a:gd name="T23" fmla="*/ 43 h 45"/>
                  <a:gd name="T24" fmla="*/ 2 w 7"/>
                  <a:gd name="T25" fmla="*/ 44 h 45"/>
                  <a:gd name="T26" fmla="*/ 2 w 7"/>
                  <a:gd name="T27" fmla="*/ 43 h 45"/>
                  <a:gd name="T28" fmla="*/ 2 w 7"/>
                  <a:gd name="T29" fmla="*/ 40 h 45"/>
                  <a:gd name="T30" fmla="*/ 2 w 7"/>
                  <a:gd name="T31" fmla="*/ 40 h 45"/>
                  <a:gd name="T32" fmla="*/ 2 w 7"/>
                  <a:gd name="T33" fmla="*/ 41 h 45"/>
                  <a:gd name="T34" fmla="*/ 3 w 7"/>
                  <a:gd name="T35" fmla="*/ 40 h 45"/>
                  <a:gd name="T36" fmla="*/ 3 w 7"/>
                  <a:gd name="T37" fmla="*/ 37 h 45"/>
                  <a:gd name="T38" fmla="*/ 3 w 7"/>
                  <a:gd name="T39" fmla="*/ 36 h 45"/>
                  <a:gd name="T40" fmla="*/ 3 w 7"/>
                  <a:gd name="T41" fmla="*/ 38 h 45"/>
                  <a:gd name="T42" fmla="*/ 3 w 7"/>
                  <a:gd name="T43" fmla="*/ 40 h 45"/>
                  <a:gd name="T44" fmla="*/ 3 w 7"/>
                  <a:gd name="T45" fmla="*/ 41 h 45"/>
                  <a:gd name="T46" fmla="*/ 3 w 7"/>
                  <a:gd name="T47" fmla="*/ 43 h 45"/>
                  <a:gd name="T48" fmla="*/ 3 w 7"/>
                  <a:gd name="T49" fmla="*/ 45 h 45"/>
                  <a:gd name="T50" fmla="*/ 3 w 7"/>
                  <a:gd name="T51" fmla="*/ 43 h 45"/>
                  <a:gd name="T52" fmla="*/ 3 w 7"/>
                  <a:gd name="T53" fmla="*/ 39 h 45"/>
                  <a:gd name="T54" fmla="*/ 4 w 7"/>
                  <a:gd name="T55" fmla="*/ 37 h 45"/>
                  <a:gd name="T56" fmla="*/ 4 w 7"/>
                  <a:gd name="T57" fmla="*/ 37 h 45"/>
                  <a:gd name="T58" fmla="*/ 4 w 7"/>
                  <a:gd name="T59" fmla="*/ 36 h 45"/>
                  <a:gd name="T60" fmla="*/ 4 w 7"/>
                  <a:gd name="T61" fmla="*/ 34 h 45"/>
                  <a:gd name="T62" fmla="*/ 4 w 7"/>
                  <a:gd name="T63" fmla="*/ 33 h 45"/>
                  <a:gd name="T64" fmla="*/ 4 w 7"/>
                  <a:gd name="T65" fmla="*/ 31 h 45"/>
                  <a:gd name="T66" fmla="*/ 4 w 7"/>
                  <a:gd name="T67" fmla="*/ 29 h 45"/>
                  <a:gd name="T68" fmla="*/ 4 w 7"/>
                  <a:gd name="T69" fmla="*/ 29 h 45"/>
                  <a:gd name="T70" fmla="*/ 4 w 7"/>
                  <a:gd name="T71" fmla="*/ 30 h 45"/>
                  <a:gd name="T72" fmla="*/ 5 w 7"/>
                  <a:gd name="T73" fmla="*/ 29 h 45"/>
                  <a:gd name="T74" fmla="*/ 5 w 7"/>
                  <a:gd name="T75" fmla="*/ 27 h 45"/>
                  <a:gd name="T76" fmla="*/ 5 w 7"/>
                  <a:gd name="T77" fmla="*/ 27 h 45"/>
                  <a:gd name="T78" fmla="*/ 5 w 7"/>
                  <a:gd name="T79" fmla="*/ 27 h 45"/>
                  <a:gd name="T80" fmla="*/ 5 w 7"/>
                  <a:gd name="T81" fmla="*/ 24 h 45"/>
                  <a:gd name="T82" fmla="*/ 5 w 7"/>
                  <a:gd name="T83" fmla="*/ 22 h 45"/>
                  <a:gd name="T84" fmla="*/ 6 w 7"/>
                  <a:gd name="T85" fmla="*/ 22 h 45"/>
                  <a:gd name="T86" fmla="*/ 6 w 7"/>
                  <a:gd name="T87" fmla="*/ 20 h 45"/>
                  <a:gd name="T88" fmla="*/ 6 w 7"/>
                  <a:gd name="T89" fmla="*/ 15 h 45"/>
                  <a:gd name="T90" fmla="*/ 6 w 7"/>
                  <a:gd name="T91" fmla="*/ 12 h 45"/>
                  <a:gd name="T92" fmla="*/ 6 w 7"/>
                  <a:gd name="T93" fmla="*/ 10 h 45"/>
                  <a:gd name="T94" fmla="*/ 6 w 7"/>
                  <a:gd name="T95" fmla="*/ 7 h 45"/>
                  <a:gd name="T96" fmla="*/ 6 w 7"/>
                  <a:gd name="T97" fmla="*/ 7 h 45"/>
                  <a:gd name="T98" fmla="*/ 6 w 7"/>
                  <a:gd name="T99" fmla="*/ 9 h 45"/>
                  <a:gd name="T100" fmla="*/ 6 w 7"/>
                  <a:gd name="T101" fmla="*/ 8 h 45"/>
                  <a:gd name="T102" fmla="*/ 7 w 7"/>
                  <a:gd name="T103" fmla="*/ 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5">
                    <a:moveTo>
                      <a:pt x="0" y="0"/>
                    </a:moveTo>
                    <a:lnTo>
                      <a:pt x="0" y="3"/>
                    </a:lnTo>
                    <a:lnTo>
                      <a:pt x="1" y="6"/>
                    </a:lnTo>
                    <a:lnTo>
                      <a:pt x="1" y="9"/>
                    </a:lnTo>
                    <a:lnTo>
                      <a:pt x="1" y="13"/>
                    </a:lnTo>
                    <a:lnTo>
                      <a:pt x="1" y="17"/>
                    </a:lnTo>
                    <a:lnTo>
                      <a:pt x="1" y="22"/>
                    </a:lnTo>
                    <a:lnTo>
                      <a:pt x="1" y="28"/>
                    </a:lnTo>
                    <a:lnTo>
                      <a:pt x="1" y="34"/>
                    </a:lnTo>
                    <a:lnTo>
                      <a:pt x="1" y="39"/>
                    </a:lnTo>
                    <a:lnTo>
                      <a:pt x="1" y="42"/>
                    </a:lnTo>
                    <a:lnTo>
                      <a:pt x="2" y="43"/>
                    </a:lnTo>
                    <a:lnTo>
                      <a:pt x="2" y="44"/>
                    </a:lnTo>
                    <a:lnTo>
                      <a:pt x="2" y="43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41"/>
                    </a:lnTo>
                    <a:lnTo>
                      <a:pt x="3" y="40"/>
                    </a:lnTo>
                    <a:lnTo>
                      <a:pt x="3" y="37"/>
                    </a:lnTo>
                    <a:lnTo>
                      <a:pt x="3" y="36"/>
                    </a:lnTo>
                    <a:lnTo>
                      <a:pt x="3" y="38"/>
                    </a:lnTo>
                    <a:lnTo>
                      <a:pt x="3" y="40"/>
                    </a:lnTo>
                    <a:lnTo>
                      <a:pt x="3" y="41"/>
                    </a:lnTo>
                    <a:lnTo>
                      <a:pt x="3" y="43"/>
                    </a:lnTo>
                    <a:lnTo>
                      <a:pt x="3" y="45"/>
                    </a:lnTo>
                    <a:lnTo>
                      <a:pt x="3" y="43"/>
                    </a:lnTo>
                    <a:lnTo>
                      <a:pt x="3" y="39"/>
                    </a:lnTo>
                    <a:lnTo>
                      <a:pt x="4" y="37"/>
                    </a:lnTo>
                    <a:lnTo>
                      <a:pt x="4" y="37"/>
                    </a:lnTo>
                    <a:lnTo>
                      <a:pt x="4" y="36"/>
                    </a:lnTo>
                    <a:lnTo>
                      <a:pt x="4" y="34"/>
                    </a:lnTo>
                    <a:lnTo>
                      <a:pt x="4" y="33"/>
                    </a:lnTo>
                    <a:lnTo>
                      <a:pt x="4" y="31"/>
                    </a:lnTo>
                    <a:lnTo>
                      <a:pt x="4" y="29"/>
                    </a:lnTo>
                    <a:lnTo>
                      <a:pt x="4" y="29"/>
                    </a:lnTo>
                    <a:lnTo>
                      <a:pt x="4" y="30"/>
                    </a:lnTo>
                    <a:lnTo>
                      <a:pt x="5" y="29"/>
                    </a:lnTo>
                    <a:lnTo>
                      <a:pt x="5" y="27"/>
                    </a:lnTo>
                    <a:lnTo>
                      <a:pt x="5" y="27"/>
                    </a:lnTo>
                    <a:lnTo>
                      <a:pt x="5" y="27"/>
                    </a:lnTo>
                    <a:lnTo>
                      <a:pt x="5" y="24"/>
                    </a:lnTo>
                    <a:lnTo>
                      <a:pt x="5" y="22"/>
                    </a:lnTo>
                    <a:lnTo>
                      <a:pt x="6" y="22"/>
                    </a:lnTo>
                    <a:lnTo>
                      <a:pt x="6" y="20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6" y="10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6" y="9"/>
                    </a:lnTo>
                    <a:lnTo>
                      <a:pt x="6" y="8"/>
                    </a:lnTo>
                    <a:lnTo>
                      <a:pt x="7" y="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72" name="Freeform 832"/>
              <p:cNvSpPr/>
              <p:nvPr/>
            </p:nvSpPr>
            <p:spPr bwMode="auto">
              <a:xfrm>
                <a:off x="1192" y="2952"/>
                <a:ext cx="7" cy="58"/>
              </a:xfrm>
              <a:custGeom>
                <a:avLst/>
                <a:gdLst>
                  <a:gd name="T0" fmla="*/ 0 w 7"/>
                  <a:gd name="T1" fmla="*/ 40 h 58"/>
                  <a:gd name="T2" fmla="*/ 1 w 7"/>
                  <a:gd name="T3" fmla="*/ 38 h 58"/>
                  <a:gd name="T4" fmla="*/ 1 w 7"/>
                  <a:gd name="T5" fmla="*/ 37 h 58"/>
                  <a:gd name="T6" fmla="*/ 1 w 7"/>
                  <a:gd name="T7" fmla="*/ 37 h 58"/>
                  <a:gd name="T8" fmla="*/ 1 w 7"/>
                  <a:gd name="T9" fmla="*/ 37 h 58"/>
                  <a:gd name="T10" fmla="*/ 1 w 7"/>
                  <a:gd name="T11" fmla="*/ 37 h 58"/>
                  <a:gd name="T12" fmla="*/ 1 w 7"/>
                  <a:gd name="T13" fmla="*/ 38 h 58"/>
                  <a:gd name="T14" fmla="*/ 2 w 7"/>
                  <a:gd name="T15" fmla="*/ 38 h 58"/>
                  <a:gd name="T16" fmla="*/ 2 w 7"/>
                  <a:gd name="T17" fmla="*/ 37 h 58"/>
                  <a:gd name="T18" fmla="*/ 2 w 7"/>
                  <a:gd name="T19" fmla="*/ 36 h 58"/>
                  <a:gd name="T20" fmla="*/ 2 w 7"/>
                  <a:gd name="T21" fmla="*/ 36 h 58"/>
                  <a:gd name="T22" fmla="*/ 2 w 7"/>
                  <a:gd name="T23" fmla="*/ 39 h 58"/>
                  <a:gd name="T24" fmla="*/ 2 w 7"/>
                  <a:gd name="T25" fmla="*/ 47 h 58"/>
                  <a:gd name="T26" fmla="*/ 2 w 7"/>
                  <a:gd name="T27" fmla="*/ 52 h 58"/>
                  <a:gd name="T28" fmla="*/ 2 w 7"/>
                  <a:gd name="T29" fmla="*/ 50 h 58"/>
                  <a:gd name="T30" fmla="*/ 2 w 7"/>
                  <a:gd name="T31" fmla="*/ 48 h 58"/>
                  <a:gd name="T32" fmla="*/ 3 w 7"/>
                  <a:gd name="T33" fmla="*/ 52 h 58"/>
                  <a:gd name="T34" fmla="*/ 3 w 7"/>
                  <a:gd name="T35" fmla="*/ 57 h 58"/>
                  <a:gd name="T36" fmla="*/ 3 w 7"/>
                  <a:gd name="T37" fmla="*/ 58 h 58"/>
                  <a:gd name="T38" fmla="*/ 3 w 7"/>
                  <a:gd name="T39" fmla="*/ 57 h 58"/>
                  <a:gd name="T40" fmla="*/ 3 w 7"/>
                  <a:gd name="T41" fmla="*/ 58 h 58"/>
                  <a:gd name="T42" fmla="*/ 3 w 7"/>
                  <a:gd name="T43" fmla="*/ 56 h 58"/>
                  <a:gd name="T44" fmla="*/ 4 w 7"/>
                  <a:gd name="T45" fmla="*/ 51 h 58"/>
                  <a:gd name="T46" fmla="*/ 4 w 7"/>
                  <a:gd name="T47" fmla="*/ 49 h 58"/>
                  <a:gd name="T48" fmla="*/ 4 w 7"/>
                  <a:gd name="T49" fmla="*/ 53 h 58"/>
                  <a:gd name="T50" fmla="*/ 4 w 7"/>
                  <a:gd name="T51" fmla="*/ 55 h 58"/>
                  <a:gd name="T52" fmla="*/ 4 w 7"/>
                  <a:gd name="T53" fmla="*/ 49 h 58"/>
                  <a:gd name="T54" fmla="*/ 4 w 7"/>
                  <a:gd name="T55" fmla="*/ 45 h 58"/>
                  <a:gd name="T56" fmla="*/ 4 w 7"/>
                  <a:gd name="T57" fmla="*/ 46 h 58"/>
                  <a:gd name="T58" fmla="*/ 4 w 7"/>
                  <a:gd name="T59" fmla="*/ 44 h 58"/>
                  <a:gd name="T60" fmla="*/ 4 w 7"/>
                  <a:gd name="T61" fmla="*/ 37 h 58"/>
                  <a:gd name="T62" fmla="*/ 5 w 7"/>
                  <a:gd name="T63" fmla="*/ 36 h 58"/>
                  <a:gd name="T64" fmla="*/ 5 w 7"/>
                  <a:gd name="T65" fmla="*/ 40 h 58"/>
                  <a:gd name="T66" fmla="*/ 5 w 7"/>
                  <a:gd name="T67" fmla="*/ 35 h 58"/>
                  <a:gd name="T68" fmla="*/ 5 w 7"/>
                  <a:gd name="T69" fmla="*/ 25 h 58"/>
                  <a:gd name="T70" fmla="*/ 5 w 7"/>
                  <a:gd name="T71" fmla="*/ 24 h 58"/>
                  <a:gd name="T72" fmla="*/ 5 w 7"/>
                  <a:gd name="T73" fmla="*/ 27 h 58"/>
                  <a:gd name="T74" fmla="*/ 5 w 7"/>
                  <a:gd name="T75" fmla="*/ 21 h 58"/>
                  <a:gd name="T76" fmla="*/ 5 w 7"/>
                  <a:gd name="T77" fmla="*/ 12 h 58"/>
                  <a:gd name="T78" fmla="*/ 5 w 7"/>
                  <a:gd name="T79" fmla="*/ 12 h 58"/>
                  <a:gd name="T80" fmla="*/ 5 w 7"/>
                  <a:gd name="T81" fmla="*/ 10 h 58"/>
                  <a:gd name="T82" fmla="*/ 6 w 7"/>
                  <a:gd name="T83" fmla="*/ 2 h 58"/>
                  <a:gd name="T84" fmla="*/ 6 w 7"/>
                  <a:gd name="T85" fmla="*/ 0 h 58"/>
                  <a:gd name="T86" fmla="*/ 6 w 7"/>
                  <a:gd name="T87" fmla="*/ 6 h 58"/>
                  <a:gd name="T88" fmla="*/ 6 w 7"/>
                  <a:gd name="T89" fmla="*/ 8 h 58"/>
                  <a:gd name="T90" fmla="*/ 6 w 7"/>
                  <a:gd name="T91" fmla="*/ 7 h 58"/>
                  <a:gd name="T92" fmla="*/ 6 w 7"/>
                  <a:gd name="T93" fmla="*/ 11 h 58"/>
                  <a:gd name="T94" fmla="*/ 7 w 7"/>
                  <a:gd name="T95" fmla="*/ 16 h 58"/>
                  <a:gd name="T96" fmla="*/ 7 w 7"/>
                  <a:gd name="T97" fmla="*/ 14 h 58"/>
                  <a:gd name="T98" fmla="*/ 7 w 7"/>
                  <a:gd name="T99" fmla="*/ 11 h 58"/>
                  <a:gd name="T100" fmla="*/ 7 w 7"/>
                  <a:gd name="T101" fmla="*/ 12 h 58"/>
                  <a:gd name="T102" fmla="*/ 7 w 7"/>
                  <a:gd name="T103" fmla="*/ 13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8">
                    <a:moveTo>
                      <a:pt x="0" y="40"/>
                    </a:moveTo>
                    <a:lnTo>
                      <a:pt x="1" y="38"/>
                    </a:lnTo>
                    <a:lnTo>
                      <a:pt x="1" y="37"/>
                    </a:lnTo>
                    <a:lnTo>
                      <a:pt x="1" y="37"/>
                    </a:lnTo>
                    <a:lnTo>
                      <a:pt x="1" y="37"/>
                    </a:lnTo>
                    <a:lnTo>
                      <a:pt x="1" y="37"/>
                    </a:lnTo>
                    <a:lnTo>
                      <a:pt x="1" y="38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2" y="36"/>
                    </a:lnTo>
                    <a:lnTo>
                      <a:pt x="2" y="39"/>
                    </a:lnTo>
                    <a:lnTo>
                      <a:pt x="2" y="47"/>
                    </a:lnTo>
                    <a:lnTo>
                      <a:pt x="2" y="52"/>
                    </a:lnTo>
                    <a:lnTo>
                      <a:pt x="2" y="50"/>
                    </a:lnTo>
                    <a:lnTo>
                      <a:pt x="2" y="48"/>
                    </a:lnTo>
                    <a:lnTo>
                      <a:pt x="3" y="52"/>
                    </a:lnTo>
                    <a:lnTo>
                      <a:pt x="3" y="57"/>
                    </a:lnTo>
                    <a:lnTo>
                      <a:pt x="3" y="58"/>
                    </a:lnTo>
                    <a:lnTo>
                      <a:pt x="3" y="57"/>
                    </a:lnTo>
                    <a:lnTo>
                      <a:pt x="3" y="58"/>
                    </a:lnTo>
                    <a:lnTo>
                      <a:pt x="3" y="56"/>
                    </a:lnTo>
                    <a:lnTo>
                      <a:pt x="4" y="51"/>
                    </a:lnTo>
                    <a:lnTo>
                      <a:pt x="4" y="49"/>
                    </a:lnTo>
                    <a:lnTo>
                      <a:pt x="4" y="53"/>
                    </a:lnTo>
                    <a:lnTo>
                      <a:pt x="4" y="55"/>
                    </a:lnTo>
                    <a:lnTo>
                      <a:pt x="4" y="49"/>
                    </a:lnTo>
                    <a:lnTo>
                      <a:pt x="4" y="45"/>
                    </a:lnTo>
                    <a:lnTo>
                      <a:pt x="4" y="46"/>
                    </a:lnTo>
                    <a:lnTo>
                      <a:pt x="4" y="44"/>
                    </a:lnTo>
                    <a:lnTo>
                      <a:pt x="4" y="37"/>
                    </a:lnTo>
                    <a:lnTo>
                      <a:pt x="5" y="36"/>
                    </a:lnTo>
                    <a:lnTo>
                      <a:pt x="5" y="40"/>
                    </a:lnTo>
                    <a:lnTo>
                      <a:pt x="5" y="35"/>
                    </a:lnTo>
                    <a:lnTo>
                      <a:pt x="5" y="25"/>
                    </a:lnTo>
                    <a:lnTo>
                      <a:pt x="5" y="24"/>
                    </a:lnTo>
                    <a:lnTo>
                      <a:pt x="5" y="27"/>
                    </a:lnTo>
                    <a:lnTo>
                      <a:pt x="5" y="21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5" y="10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6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6" y="11"/>
                    </a:lnTo>
                    <a:lnTo>
                      <a:pt x="7" y="16"/>
                    </a:lnTo>
                    <a:lnTo>
                      <a:pt x="7" y="14"/>
                    </a:lnTo>
                    <a:lnTo>
                      <a:pt x="7" y="11"/>
                    </a:lnTo>
                    <a:lnTo>
                      <a:pt x="7" y="12"/>
                    </a:lnTo>
                    <a:lnTo>
                      <a:pt x="7" y="1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73" name="Freeform 833"/>
              <p:cNvSpPr/>
              <p:nvPr/>
            </p:nvSpPr>
            <p:spPr bwMode="auto">
              <a:xfrm>
                <a:off x="1199" y="2924"/>
                <a:ext cx="7" cy="59"/>
              </a:xfrm>
              <a:custGeom>
                <a:avLst/>
                <a:gdLst>
                  <a:gd name="T0" fmla="*/ 0 w 7"/>
                  <a:gd name="T1" fmla="*/ 40 h 59"/>
                  <a:gd name="T2" fmla="*/ 0 w 7"/>
                  <a:gd name="T3" fmla="*/ 41 h 59"/>
                  <a:gd name="T4" fmla="*/ 0 w 7"/>
                  <a:gd name="T5" fmla="*/ 38 h 59"/>
                  <a:gd name="T6" fmla="*/ 0 w 7"/>
                  <a:gd name="T7" fmla="*/ 37 h 59"/>
                  <a:gd name="T8" fmla="*/ 0 w 7"/>
                  <a:gd name="T9" fmla="*/ 39 h 59"/>
                  <a:gd name="T10" fmla="*/ 0 w 7"/>
                  <a:gd name="T11" fmla="*/ 40 h 59"/>
                  <a:gd name="T12" fmla="*/ 1 w 7"/>
                  <a:gd name="T13" fmla="*/ 37 h 59"/>
                  <a:gd name="T14" fmla="*/ 1 w 7"/>
                  <a:gd name="T15" fmla="*/ 38 h 59"/>
                  <a:gd name="T16" fmla="*/ 1 w 7"/>
                  <a:gd name="T17" fmla="*/ 45 h 59"/>
                  <a:gd name="T18" fmla="*/ 1 w 7"/>
                  <a:gd name="T19" fmla="*/ 47 h 59"/>
                  <a:gd name="T20" fmla="*/ 1 w 7"/>
                  <a:gd name="T21" fmla="*/ 45 h 59"/>
                  <a:gd name="T22" fmla="*/ 1 w 7"/>
                  <a:gd name="T23" fmla="*/ 49 h 59"/>
                  <a:gd name="T24" fmla="*/ 2 w 7"/>
                  <a:gd name="T25" fmla="*/ 54 h 59"/>
                  <a:gd name="T26" fmla="*/ 2 w 7"/>
                  <a:gd name="T27" fmla="*/ 54 h 59"/>
                  <a:gd name="T28" fmla="*/ 2 w 7"/>
                  <a:gd name="T29" fmla="*/ 53 h 59"/>
                  <a:gd name="T30" fmla="*/ 2 w 7"/>
                  <a:gd name="T31" fmla="*/ 57 h 59"/>
                  <a:gd name="T32" fmla="*/ 2 w 7"/>
                  <a:gd name="T33" fmla="*/ 59 h 59"/>
                  <a:gd name="T34" fmla="*/ 2 w 7"/>
                  <a:gd name="T35" fmla="*/ 54 h 59"/>
                  <a:gd name="T36" fmla="*/ 2 w 7"/>
                  <a:gd name="T37" fmla="*/ 51 h 59"/>
                  <a:gd name="T38" fmla="*/ 2 w 7"/>
                  <a:gd name="T39" fmla="*/ 52 h 59"/>
                  <a:gd name="T40" fmla="*/ 2 w 7"/>
                  <a:gd name="T41" fmla="*/ 49 h 59"/>
                  <a:gd name="T42" fmla="*/ 3 w 7"/>
                  <a:gd name="T43" fmla="*/ 44 h 59"/>
                  <a:gd name="T44" fmla="*/ 3 w 7"/>
                  <a:gd name="T45" fmla="*/ 44 h 59"/>
                  <a:gd name="T46" fmla="*/ 3 w 7"/>
                  <a:gd name="T47" fmla="*/ 47 h 59"/>
                  <a:gd name="T48" fmla="*/ 3 w 7"/>
                  <a:gd name="T49" fmla="*/ 44 h 59"/>
                  <a:gd name="T50" fmla="*/ 3 w 7"/>
                  <a:gd name="T51" fmla="*/ 39 h 59"/>
                  <a:gd name="T52" fmla="*/ 3 w 7"/>
                  <a:gd name="T53" fmla="*/ 40 h 59"/>
                  <a:gd name="T54" fmla="*/ 3 w 7"/>
                  <a:gd name="T55" fmla="*/ 44 h 59"/>
                  <a:gd name="T56" fmla="*/ 3 w 7"/>
                  <a:gd name="T57" fmla="*/ 42 h 59"/>
                  <a:gd name="T58" fmla="*/ 3 w 7"/>
                  <a:gd name="T59" fmla="*/ 37 h 59"/>
                  <a:gd name="T60" fmla="*/ 4 w 7"/>
                  <a:gd name="T61" fmla="*/ 34 h 59"/>
                  <a:gd name="T62" fmla="*/ 4 w 7"/>
                  <a:gd name="T63" fmla="*/ 29 h 59"/>
                  <a:gd name="T64" fmla="*/ 4 w 7"/>
                  <a:gd name="T65" fmla="*/ 21 h 59"/>
                  <a:gd name="T66" fmla="*/ 4 w 7"/>
                  <a:gd name="T67" fmla="*/ 17 h 59"/>
                  <a:gd name="T68" fmla="*/ 4 w 7"/>
                  <a:gd name="T69" fmla="*/ 18 h 59"/>
                  <a:gd name="T70" fmla="*/ 4 w 7"/>
                  <a:gd name="T71" fmla="*/ 14 h 59"/>
                  <a:gd name="T72" fmla="*/ 5 w 7"/>
                  <a:gd name="T73" fmla="*/ 7 h 59"/>
                  <a:gd name="T74" fmla="*/ 5 w 7"/>
                  <a:gd name="T75" fmla="*/ 3 h 59"/>
                  <a:gd name="T76" fmla="*/ 5 w 7"/>
                  <a:gd name="T77" fmla="*/ 3 h 59"/>
                  <a:gd name="T78" fmla="*/ 5 w 7"/>
                  <a:gd name="T79" fmla="*/ 1 h 59"/>
                  <a:gd name="T80" fmla="*/ 5 w 7"/>
                  <a:gd name="T81" fmla="*/ 0 h 59"/>
                  <a:gd name="T82" fmla="*/ 5 w 7"/>
                  <a:gd name="T83" fmla="*/ 5 h 59"/>
                  <a:gd name="T84" fmla="*/ 5 w 7"/>
                  <a:gd name="T85" fmla="*/ 8 h 59"/>
                  <a:gd name="T86" fmla="*/ 5 w 7"/>
                  <a:gd name="T87" fmla="*/ 5 h 59"/>
                  <a:gd name="T88" fmla="*/ 5 w 7"/>
                  <a:gd name="T89" fmla="*/ 4 h 59"/>
                  <a:gd name="T90" fmla="*/ 6 w 7"/>
                  <a:gd name="T91" fmla="*/ 8 h 59"/>
                  <a:gd name="T92" fmla="*/ 6 w 7"/>
                  <a:gd name="T93" fmla="*/ 10 h 59"/>
                  <a:gd name="T94" fmla="*/ 6 w 7"/>
                  <a:gd name="T95" fmla="*/ 7 h 59"/>
                  <a:gd name="T96" fmla="*/ 6 w 7"/>
                  <a:gd name="T97" fmla="*/ 5 h 59"/>
                  <a:gd name="T98" fmla="*/ 6 w 7"/>
                  <a:gd name="T99" fmla="*/ 5 h 59"/>
                  <a:gd name="T100" fmla="*/ 6 w 7"/>
                  <a:gd name="T101" fmla="*/ 5 h 59"/>
                  <a:gd name="T102" fmla="*/ 7 w 7"/>
                  <a:gd name="T103" fmla="*/ 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9">
                    <a:moveTo>
                      <a:pt x="0" y="40"/>
                    </a:moveTo>
                    <a:lnTo>
                      <a:pt x="0" y="41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9"/>
                    </a:lnTo>
                    <a:lnTo>
                      <a:pt x="0" y="40"/>
                    </a:lnTo>
                    <a:lnTo>
                      <a:pt x="1" y="37"/>
                    </a:lnTo>
                    <a:lnTo>
                      <a:pt x="1" y="38"/>
                    </a:lnTo>
                    <a:lnTo>
                      <a:pt x="1" y="45"/>
                    </a:lnTo>
                    <a:lnTo>
                      <a:pt x="1" y="47"/>
                    </a:lnTo>
                    <a:lnTo>
                      <a:pt x="1" y="45"/>
                    </a:lnTo>
                    <a:lnTo>
                      <a:pt x="1" y="49"/>
                    </a:lnTo>
                    <a:lnTo>
                      <a:pt x="2" y="54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7"/>
                    </a:lnTo>
                    <a:lnTo>
                      <a:pt x="2" y="59"/>
                    </a:lnTo>
                    <a:lnTo>
                      <a:pt x="2" y="54"/>
                    </a:lnTo>
                    <a:lnTo>
                      <a:pt x="2" y="51"/>
                    </a:lnTo>
                    <a:lnTo>
                      <a:pt x="2" y="52"/>
                    </a:lnTo>
                    <a:lnTo>
                      <a:pt x="2" y="49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7"/>
                    </a:lnTo>
                    <a:lnTo>
                      <a:pt x="3" y="44"/>
                    </a:lnTo>
                    <a:lnTo>
                      <a:pt x="3" y="39"/>
                    </a:lnTo>
                    <a:lnTo>
                      <a:pt x="3" y="40"/>
                    </a:lnTo>
                    <a:lnTo>
                      <a:pt x="3" y="44"/>
                    </a:lnTo>
                    <a:lnTo>
                      <a:pt x="3" y="42"/>
                    </a:lnTo>
                    <a:lnTo>
                      <a:pt x="3" y="37"/>
                    </a:lnTo>
                    <a:lnTo>
                      <a:pt x="4" y="34"/>
                    </a:lnTo>
                    <a:lnTo>
                      <a:pt x="4" y="29"/>
                    </a:lnTo>
                    <a:lnTo>
                      <a:pt x="4" y="21"/>
                    </a:lnTo>
                    <a:lnTo>
                      <a:pt x="4" y="17"/>
                    </a:lnTo>
                    <a:lnTo>
                      <a:pt x="4" y="18"/>
                    </a:lnTo>
                    <a:lnTo>
                      <a:pt x="4" y="14"/>
                    </a:lnTo>
                    <a:lnTo>
                      <a:pt x="5" y="7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5" y="5"/>
                    </a:lnTo>
                    <a:lnTo>
                      <a:pt x="5" y="8"/>
                    </a:lnTo>
                    <a:lnTo>
                      <a:pt x="5" y="5"/>
                    </a:lnTo>
                    <a:lnTo>
                      <a:pt x="5" y="4"/>
                    </a:lnTo>
                    <a:lnTo>
                      <a:pt x="6" y="8"/>
                    </a:lnTo>
                    <a:lnTo>
                      <a:pt x="6" y="10"/>
                    </a:lnTo>
                    <a:lnTo>
                      <a:pt x="6" y="7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7" y="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74" name="Freeform 834"/>
              <p:cNvSpPr/>
              <p:nvPr/>
            </p:nvSpPr>
            <p:spPr bwMode="auto">
              <a:xfrm>
                <a:off x="1205" y="2912"/>
                <a:ext cx="7" cy="25"/>
              </a:xfrm>
              <a:custGeom>
                <a:avLst/>
                <a:gdLst>
                  <a:gd name="T0" fmla="*/ 0 w 7"/>
                  <a:gd name="T1" fmla="*/ 17 h 25"/>
                  <a:gd name="T2" fmla="*/ 1 w 7"/>
                  <a:gd name="T3" fmla="*/ 15 h 25"/>
                  <a:gd name="T4" fmla="*/ 1 w 7"/>
                  <a:gd name="T5" fmla="*/ 15 h 25"/>
                  <a:gd name="T6" fmla="*/ 1 w 7"/>
                  <a:gd name="T7" fmla="*/ 17 h 25"/>
                  <a:gd name="T8" fmla="*/ 1 w 7"/>
                  <a:gd name="T9" fmla="*/ 17 h 25"/>
                  <a:gd name="T10" fmla="*/ 1 w 7"/>
                  <a:gd name="T11" fmla="*/ 15 h 25"/>
                  <a:gd name="T12" fmla="*/ 1 w 7"/>
                  <a:gd name="T13" fmla="*/ 14 h 25"/>
                  <a:gd name="T14" fmla="*/ 1 w 7"/>
                  <a:gd name="T15" fmla="*/ 16 h 25"/>
                  <a:gd name="T16" fmla="*/ 1 w 7"/>
                  <a:gd name="T17" fmla="*/ 15 h 25"/>
                  <a:gd name="T18" fmla="*/ 1 w 7"/>
                  <a:gd name="T19" fmla="*/ 12 h 25"/>
                  <a:gd name="T20" fmla="*/ 1 w 7"/>
                  <a:gd name="T21" fmla="*/ 12 h 25"/>
                  <a:gd name="T22" fmla="*/ 2 w 7"/>
                  <a:gd name="T23" fmla="*/ 14 h 25"/>
                  <a:gd name="T24" fmla="*/ 2 w 7"/>
                  <a:gd name="T25" fmla="*/ 13 h 25"/>
                  <a:gd name="T26" fmla="*/ 2 w 7"/>
                  <a:gd name="T27" fmla="*/ 9 h 25"/>
                  <a:gd name="T28" fmla="*/ 2 w 7"/>
                  <a:gd name="T29" fmla="*/ 7 h 25"/>
                  <a:gd name="T30" fmla="*/ 2 w 7"/>
                  <a:gd name="T31" fmla="*/ 10 h 25"/>
                  <a:gd name="T32" fmla="*/ 2 w 7"/>
                  <a:gd name="T33" fmla="*/ 11 h 25"/>
                  <a:gd name="T34" fmla="*/ 2 w 7"/>
                  <a:gd name="T35" fmla="*/ 12 h 25"/>
                  <a:gd name="T36" fmla="*/ 2 w 7"/>
                  <a:gd name="T37" fmla="*/ 16 h 25"/>
                  <a:gd name="T38" fmla="*/ 2 w 7"/>
                  <a:gd name="T39" fmla="*/ 20 h 25"/>
                  <a:gd name="T40" fmla="*/ 3 w 7"/>
                  <a:gd name="T41" fmla="*/ 20 h 25"/>
                  <a:gd name="T42" fmla="*/ 3 w 7"/>
                  <a:gd name="T43" fmla="*/ 20 h 25"/>
                  <a:gd name="T44" fmla="*/ 3 w 7"/>
                  <a:gd name="T45" fmla="*/ 23 h 25"/>
                  <a:gd name="T46" fmla="*/ 3 w 7"/>
                  <a:gd name="T47" fmla="*/ 25 h 25"/>
                  <a:gd name="T48" fmla="*/ 3 w 7"/>
                  <a:gd name="T49" fmla="*/ 24 h 25"/>
                  <a:gd name="T50" fmla="*/ 3 w 7"/>
                  <a:gd name="T51" fmla="*/ 21 h 25"/>
                  <a:gd name="T52" fmla="*/ 4 w 7"/>
                  <a:gd name="T53" fmla="*/ 21 h 25"/>
                  <a:gd name="T54" fmla="*/ 4 w 7"/>
                  <a:gd name="T55" fmla="*/ 19 h 25"/>
                  <a:gd name="T56" fmla="*/ 4 w 7"/>
                  <a:gd name="T57" fmla="*/ 14 h 25"/>
                  <a:gd name="T58" fmla="*/ 4 w 7"/>
                  <a:gd name="T59" fmla="*/ 10 h 25"/>
                  <a:gd name="T60" fmla="*/ 4 w 7"/>
                  <a:gd name="T61" fmla="*/ 9 h 25"/>
                  <a:gd name="T62" fmla="*/ 4 w 7"/>
                  <a:gd name="T63" fmla="*/ 8 h 25"/>
                  <a:gd name="T64" fmla="*/ 4 w 7"/>
                  <a:gd name="T65" fmla="*/ 5 h 25"/>
                  <a:gd name="T66" fmla="*/ 4 w 7"/>
                  <a:gd name="T67" fmla="*/ 3 h 25"/>
                  <a:gd name="T68" fmla="*/ 4 w 7"/>
                  <a:gd name="T69" fmla="*/ 3 h 25"/>
                  <a:gd name="T70" fmla="*/ 5 w 7"/>
                  <a:gd name="T71" fmla="*/ 3 h 25"/>
                  <a:gd name="T72" fmla="*/ 5 w 7"/>
                  <a:gd name="T73" fmla="*/ 2 h 25"/>
                  <a:gd name="T74" fmla="*/ 5 w 7"/>
                  <a:gd name="T75" fmla="*/ 3 h 25"/>
                  <a:gd name="T76" fmla="*/ 5 w 7"/>
                  <a:gd name="T77" fmla="*/ 6 h 25"/>
                  <a:gd name="T78" fmla="*/ 5 w 7"/>
                  <a:gd name="T79" fmla="*/ 6 h 25"/>
                  <a:gd name="T80" fmla="*/ 5 w 7"/>
                  <a:gd name="T81" fmla="*/ 2 h 25"/>
                  <a:gd name="T82" fmla="*/ 6 w 7"/>
                  <a:gd name="T83" fmla="*/ 0 h 25"/>
                  <a:gd name="T84" fmla="*/ 6 w 7"/>
                  <a:gd name="T85" fmla="*/ 2 h 25"/>
                  <a:gd name="T86" fmla="*/ 6 w 7"/>
                  <a:gd name="T87" fmla="*/ 1 h 25"/>
                  <a:gd name="T88" fmla="*/ 6 w 7"/>
                  <a:gd name="T89" fmla="*/ 1 h 25"/>
                  <a:gd name="T90" fmla="*/ 6 w 7"/>
                  <a:gd name="T91" fmla="*/ 4 h 25"/>
                  <a:gd name="T92" fmla="*/ 6 w 7"/>
                  <a:gd name="T93" fmla="*/ 6 h 25"/>
                  <a:gd name="T94" fmla="*/ 6 w 7"/>
                  <a:gd name="T95" fmla="*/ 7 h 25"/>
                  <a:gd name="T96" fmla="*/ 6 w 7"/>
                  <a:gd name="T97" fmla="*/ 11 h 25"/>
                  <a:gd name="T98" fmla="*/ 6 w 7"/>
                  <a:gd name="T99" fmla="*/ 17 h 25"/>
                  <a:gd name="T100" fmla="*/ 7 w 7"/>
                  <a:gd name="T101" fmla="*/ 22 h 25"/>
                  <a:gd name="T102" fmla="*/ 7 w 7"/>
                  <a:gd name="T103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5">
                    <a:moveTo>
                      <a:pt x="0" y="17"/>
                    </a:moveTo>
                    <a:lnTo>
                      <a:pt x="1" y="15"/>
                    </a:lnTo>
                    <a:lnTo>
                      <a:pt x="1" y="15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1" y="15"/>
                    </a:lnTo>
                    <a:lnTo>
                      <a:pt x="1" y="14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1" y="12"/>
                    </a:lnTo>
                    <a:lnTo>
                      <a:pt x="1" y="12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9"/>
                    </a:lnTo>
                    <a:lnTo>
                      <a:pt x="2" y="7"/>
                    </a:lnTo>
                    <a:lnTo>
                      <a:pt x="2" y="10"/>
                    </a:lnTo>
                    <a:lnTo>
                      <a:pt x="2" y="11"/>
                    </a:lnTo>
                    <a:lnTo>
                      <a:pt x="2" y="12"/>
                    </a:lnTo>
                    <a:lnTo>
                      <a:pt x="2" y="16"/>
                    </a:lnTo>
                    <a:lnTo>
                      <a:pt x="2" y="20"/>
                    </a:lnTo>
                    <a:lnTo>
                      <a:pt x="3" y="20"/>
                    </a:lnTo>
                    <a:lnTo>
                      <a:pt x="3" y="20"/>
                    </a:lnTo>
                    <a:lnTo>
                      <a:pt x="3" y="23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1"/>
                    </a:lnTo>
                    <a:lnTo>
                      <a:pt x="4" y="21"/>
                    </a:lnTo>
                    <a:lnTo>
                      <a:pt x="4" y="19"/>
                    </a:lnTo>
                    <a:lnTo>
                      <a:pt x="4" y="14"/>
                    </a:lnTo>
                    <a:lnTo>
                      <a:pt x="4" y="10"/>
                    </a:lnTo>
                    <a:lnTo>
                      <a:pt x="4" y="9"/>
                    </a:lnTo>
                    <a:lnTo>
                      <a:pt x="4" y="8"/>
                    </a:lnTo>
                    <a:lnTo>
                      <a:pt x="4" y="5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5" y="2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6" y="7"/>
                    </a:lnTo>
                    <a:lnTo>
                      <a:pt x="6" y="11"/>
                    </a:lnTo>
                    <a:lnTo>
                      <a:pt x="6" y="17"/>
                    </a:lnTo>
                    <a:lnTo>
                      <a:pt x="7" y="22"/>
                    </a:lnTo>
                    <a:lnTo>
                      <a:pt x="7" y="2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75" name="Freeform 835"/>
              <p:cNvSpPr/>
              <p:nvPr/>
            </p:nvSpPr>
            <p:spPr bwMode="auto">
              <a:xfrm>
                <a:off x="1212" y="2934"/>
                <a:ext cx="6" cy="101"/>
              </a:xfrm>
              <a:custGeom>
                <a:avLst/>
                <a:gdLst>
                  <a:gd name="T0" fmla="*/ 0 w 6"/>
                  <a:gd name="T1" fmla="*/ 0 h 101"/>
                  <a:gd name="T2" fmla="*/ 0 w 6"/>
                  <a:gd name="T3" fmla="*/ 3 h 101"/>
                  <a:gd name="T4" fmla="*/ 0 w 6"/>
                  <a:gd name="T5" fmla="*/ 8 h 101"/>
                  <a:gd name="T6" fmla="*/ 0 w 6"/>
                  <a:gd name="T7" fmla="*/ 11 h 101"/>
                  <a:gd name="T8" fmla="*/ 0 w 6"/>
                  <a:gd name="T9" fmla="*/ 11 h 101"/>
                  <a:gd name="T10" fmla="*/ 0 w 6"/>
                  <a:gd name="T11" fmla="*/ 14 h 101"/>
                  <a:gd name="T12" fmla="*/ 0 w 6"/>
                  <a:gd name="T13" fmla="*/ 19 h 101"/>
                  <a:gd name="T14" fmla="*/ 0 w 6"/>
                  <a:gd name="T15" fmla="*/ 22 h 101"/>
                  <a:gd name="T16" fmla="*/ 0 w 6"/>
                  <a:gd name="T17" fmla="*/ 23 h 101"/>
                  <a:gd name="T18" fmla="*/ 1 w 6"/>
                  <a:gd name="T19" fmla="*/ 24 h 101"/>
                  <a:gd name="T20" fmla="*/ 1 w 6"/>
                  <a:gd name="T21" fmla="*/ 27 h 101"/>
                  <a:gd name="T22" fmla="*/ 1 w 6"/>
                  <a:gd name="T23" fmla="*/ 30 h 101"/>
                  <a:gd name="T24" fmla="*/ 1 w 6"/>
                  <a:gd name="T25" fmla="*/ 33 h 101"/>
                  <a:gd name="T26" fmla="*/ 1 w 6"/>
                  <a:gd name="T27" fmla="*/ 39 h 101"/>
                  <a:gd name="T28" fmla="*/ 1 w 6"/>
                  <a:gd name="T29" fmla="*/ 47 h 101"/>
                  <a:gd name="T30" fmla="*/ 2 w 6"/>
                  <a:gd name="T31" fmla="*/ 53 h 101"/>
                  <a:gd name="T32" fmla="*/ 2 w 6"/>
                  <a:gd name="T33" fmla="*/ 58 h 101"/>
                  <a:gd name="T34" fmla="*/ 2 w 6"/>
                  <a:gd name="T35" fmla="*/ 65 h 101"/>
                  <a:gd name="T36" fmla="*/ 2 w 6"/>
                  <a:gd name="T37" fmla="*/ 72 h 101"/>
                  <a:gd name="T38" fmla="*/ 2 w 6"/>
                  <a:gd name="T39" fmla="*/ 76 h 101"/>
                  <a:gd name="T40" fmla="*/ 2 w 6"/>
                  <a:gd name="T41" fmla="*/ 80 h 101"/>
                  <a:gd name="T42" fmla="*/ 2 w 6"/>
                  <a:gd name="T43" fmla="*/ 84 h 101"/>
                  <a:gd name="T44" fmla="*/ 2 w 6"/>
                  <a:gd name="T45" fmla="*/ 85 h 101"/>
                  <a:gd name="T46" fmla="*/ 2 w 6"/>
                  <a:gd name="T47" fmla="*/ 84 h 101"/>
                  <a:gd name="T48" fmla="*/ 2 w 6"/>
                  <a:gd name="T49" fmla="*/ 84 h 101"/>
                  <a:gd name="T50" fmla="*/ 3 w 6"/>
                  <a:gd name="T51" fmla="*/ 86 h 101"/>
                  <a:gd name="T52" fmla="*/ 3 w 6"/>
                  <a:gd name="T53" fmla="*/ 85 h 101"/>
                  <a:gd name="T54" fmla="*/ 3 w 6"/>
                  <a:gd name="T55" fmla="*/ 85 h 101"/>
                  <a:gd name="T56" fmla="*/ 3 w 6"/>
                  <a:gd name="T57" fmla="*/ 86 h 101"/>
                  <a:gd name="T58" fmla="*/ 3 w 6"/>
                  <a:gd name="T59" fmla="*/ 87 h 101"/>
                  <a:gd name="T60" fmla="*/ 3 w 6"/>
                  <a:gd name="T61" fmla="*/ 86 h 101"/>
                  <a:gd name="T62" fmla="*/ 4 w 6"/>
                  <a:gd name="T63" fmla="*/ 85 h 101"/>
                  <a:gd name="T64" fmla="*/ 4 w 6"/>
                  <a:gd name="T65" fmla="*/ 86 h 101"/>
                  <a:gd name="T66" fmla="*/ 4 w 6"/>
                  <a:gd name="T67" fmla="*/ 87 h 101"/>
                  <a:gd name="T68" fmla="*/ 4 w 6"/>
                  <a:gd name="T69" fmla="*/ 87 h 101"/>
                  <a:gd name="T70" fmla="*/ 4 w 6"/>
                  <a:gd name="T71" fmla="*/ 86 h 101"/>
                  <a:gd name="T72" fmla="*/ 4 w 6"/>
                  <a:gd name="T73" fmla="*/ 84 h 101"/>
                  <a:gd name="T74" fmla="*/ 4 w 6"/>
                  <a:gd name="T75" fmla="*/ 84 h 101"/>
                  <a:gd name="T76" fmla="*/ 4 w 6"/>
                  <a:gd name="T77" fmla="*/ 85 h 101"/>
                  <a:gd name="T78" fmla="*/ 4 w 6"/>
                  <a:gd name="T79" fmla="*/ 84 h 101"/>
                  <a:gd name="T80" fmla="*/ 5 w 6"/>
                  <a:gd name="T81" fmla="*/ 86 h 101"/>
                  <a:gd name="T82" fmla="*/ 5 w 6"/>
                  <a:gd name="T83" fmla="*/ 88 h 101"/>
                  <a:gd name="T84" fmla="*/ 5 w 6"/>
                  <a:gd name="T85" fmla="*/ 89 h 101"/>
                  <a:gd name="T86" fmla="*/ 5 w 6"/>
                  <a:gd name="T87" fmla="*/ 90 h 101"/>
                  <a:gd name="T88" fmla="*/ 5 w 6"/>
                  <a:gd name="T89" fmla="*/ 92 h 101"/>
                  <a:gd name="T90" fmla="*/ 5 w 6"/>
                  <a:gd name="T91" fmla="*/ 95 h 101"/>
                  <a:gd name="T92" fmla="*/ 5 w 6"/>
                  <a:gd name="T93" fmla="*/ 98 h 101"/>
                  <a:gd name="T94" fmla="*/ 5 w 6"/>
                  <a:gd name="T95" fmla="*/ 99 h 101"/>
                  <a:gd name="T96" fmla="*/ 5 w 6"/>
                  <a:gd name="T97" fmla="*/ 101 h 101"/>
                  <a:gd name="T98" fmla="*/ 6 w 6"/>
                  <a:gd name="T99" fmla="*/ 101 h 101"/>
                  <a:gd name="T100" fmla="*/ 6 w 6"/>
                  <a:gd name="T101" fmla="*/ 101 h 101"/>
                  <a:gd name="T102" fmla="*/ 6 w 6"/>
                  <a:gd name="T103" fmla="*/ 10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01">
                    <a:moveTo>
                      <a:pt x="0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9"/>
                    </a:lnTo>
                    <a:lnTo>
                      <a:pt x="0" y="22"/>
                    </a:lnTo>
                    <a:lnTo>
                      <a:pt x="0" y="23"/>
                    </a:lnTo>
                    <a:lnTo>
                      <a:pt x="1" y="24"/>
                    </a:lnTo>
                    <a:lnTo>
                      <a:pt x="1" y="27"/>
                    </a:lnTo>
                    <a:lnTo>
                      <a:pt x="1" y="30"/>
                    </a:lnTo>
                    <a:lnTo>
                      <a:pt x="1" y="33"/>
                    </a:lnTo>
                    <a:lnTo>
                      <a:pt x="1" y="39"/>
                    </a:lnTo>
                    <a:lnTo>
                      <a:pt x="1" y="47"/>
                    </a:lnTo>
                    <a:lnTo>
                      <a:pt x="2" y="53"/>
                    </a:lnTo>
                    <a:lnTo>
                      <a:pt x="2" y="58"/>
                    </a:lnTo>
                    <a:lnTo>
                      <a:pt x="2" y="65"/>
                    </a:lnTo>
                    <a:lnTo>
                      <a:pt x="2" y="72"/>
                    </a:lnTo>
                    <a:lnTo>
                      <a:pt x="2" y="76"/>
                    </a:lnTo>
                    <a:lnTo>
                      <a:pt x="2" y="80"/>
                    </a:lnTo>
                    <a:lnTo>
                      <a:pt x="2" y="84"/>
                    </a:lnTo>
                    <a:lnTo>
                      <a:pt x="2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3" y="86"/>
                    </a:lnTo>
                    <a:lnTo>
                      <a:pt x="3" y="85"/>
                    </a:lnTo>
                    <a:lnTo>
                      <a:pt x="3" y="85"/>
                    </a:lnTo>
                    <a:lnTo>
                      <a:pt x="3" y="86"/>
                    </a:lnTo>
                    <a:lnTo>
                      <a:pt x="3" y="87"/>
                    </a:lnTo>
                    <a:lnTo>
                      <a:pt x="3" y="86"/>
                    </a:lnTo>
                    <a:lnTo>
                      <a:pt x="4" y="85"/>
                    </a:lnTo>
                    <a:lnTo>
                      <a:pt x="4" y="86"/>
                    </a:lnTo>
                    <a:lnTo>
                      <a:pt x="4" y="87"/>
                    </a:lnTo>
                    <a:lnTo>
                      <a:pt x="4" y="87"/>
                    </a:lnTo>
                    <a:lnTo>
                      <a:pt x="4" y="86"/>
                    </a:lnTo>
                    <a:lnTo>
                      <a:pt x="4" y="84"/>
                    </a:lnTo>
                    <a:lnTo>
                      <a:pt x="4" y="84"/>
                    </a:lnTo>
                    <a:lnTo>
                      <a:pt x="4" y="85"/>
                    </a:lnTo>
                    <a:lnTo>
                      <a:pt x="4" y="84"/>
                    </a:lnTo>
                    <a:lnTo>
                      <a:pt x="5" y="86"/>
                    </a:lnTo>
                    <a:lnTo>
                      <a:pt x="5" y="88"/>
                    </a:lnTo>
                    <a:lnTo>
                      <a:pt x="5" y="89"/>
                    </a:lnTo>
                    <a:lnTo>
                      <a:pt x="5" y="90"/>
                    </a:lnTo>
                    <a:lnTo>
                      <a:pt x="5" y="92"/>
                    </a:lnTo>
                    <a:lnTo>
                      <a:pt x="5" y="95"/>
                    </a:lnTo>
                    <a:lnTo>
                      <a:pt x="5" y="98"/>
                    </a:lnTo>
                    <a:lnTo>
                      <a:pt x="5" y="99"/>
                    </a:lnTo>
                    <a:lnTo>
                      <a:pt x="5" y="101"/>
                    </a:lnTo>
                    <a:lnTo>
                      <a:pt x="6" y="101"/>
                    </a:lnTo>
                    <a:lnTo>
                      <a:pt x="6" y="101"/>
                    </a:lnTo>
                    <a:lnTo>
                      <a:pt x="6" y="10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76" name="Freeform 836"/>
              <p:cNvSpPr/>
              <p:nvPr/>
            </p:nvSpPr>
            <p:spPr bwMode="auto">
              <a:xfrm>
                <a:off x="1218" y="2964"/>
                <a:ext cx="6" cy="81"/>
              </a:xfrm>
              <a:custGeom>
                <a:avLst/>
                <a:gdLst>
                  <a:gd name="T0" fmla="*/ 0 w 6"/>
                  <a:gd name="T1" fmla="*/ 71 h 81"/>
                  <a:gd name="T2" fmla="*/ 0 w 6"/>
                  <a:gd name="T3" fmla="*/ 70 h 81"/>
                  <a:gd name="T4" fmla="*/ 0 w 6"/>
                  <a:gd name="T5" fmla="*/ 72 h 81"/>
                  <a:gd name="T6" fmla="*/ 0 w 6"/>
                  <a:gd name="T7" fmla="*/ 74 h 81"/>
                  <a:gd name="T8" fmla="*/ 0 w 6"/>
                  <a:gd name="T9" fmla="*/ 74 h 81"/>
                  <a:gd name="T10" fmla="*/ 1 w 6"/>
                  <a:gd name="T11" fmla="*/ 72 h 81"/>
                  <a:gd name="T12" fmla="*/ 1 w 6"/>
                  <a:gd name="T13" fmla="*/ 75 h 81"/>
                  <a:gd name="T14" fmla="*/ 1 w 6"/>
                  <a:gd name="T15" fmla="*/ 78 h 81"/>
                  <a:gd name="T16" fmla="*/ 1 w 6"/>
                  <a:gd name="T17" fmla="*/ 77 h 81"/>
                  <a:gd name="T18" fmla="*/ 1 w 6"/>
                  <a:gd name="T19" fmla="*/ 77 h 81"/>
                  <a:gd name="T20" fmla="*/ 1 w 6"/>
                  <a:gd name="T21" fmla="*/ 80 h 81"/>
                  <a:gd name="T22" fmla="*/ 1 w 6"/>
                  <a:gd name="T23" fmla="*/ 81 h 81"/>
                  <a:gd name="T24" fmla="*/ 1 w 6"/>
                  <a:gd name="T25" fmla="*/ 79 h 81"/>
                  <a:gd name="T26" fmla="*/ 1 w 6"/>
                  <a:gd name="T27" fmla="*/ 78 h 81"/>
                  <a:gd name="T28" fmla="*/ 2 w 6"/>
                  <a:gd name="T29" fmla="*/ 79 h 81"/>
                  <a:gd name="T30" fmla="*/ 2 w 6"/>
                  <a:gd name="T31" fmla="*/ 78 h 81"/>
                  <a:gd name="T32" fmla="*/ 2 w 6"/>
                  <a:gd name="T33" fmla="*/ 75 h 81"/>
                  <a:gd name="T34" fmla="*/ 2 w 6"/>
                  <a:gd name="T35" fmla="*/ 75 h 81"/>
                  <a:gd name="T36" fmla="*/ 2 w 6"/>
                  <a:gd name="T37" fmla="*/ 75 h 81"/>
                  <a:gd name="T38" fmla="*/ 2 w 6"/>
                  <a:gd name="T39" fmla="*/ 73 h 81"/>
                  <a:gd name="T40" fmla="*/ 3 w 6"/>
                  <a:gd name="T41" fmla="*/ 71 h 81"/>
                  <a:gd name="T42" fmla="*/ 3 w 6"/>
                  <a:gd name="T43" fmla="*/ 74 h 81"/>
                  <a:gd name="T44" fmla="*/ 3 w 6"/>
                  <a:gd name="T45" fmla="*/ 76 h 81"/>
                  <a:gd name="T46" fmla="*/ 3 w 6"/>
                  <a:gd name="T47" fmla="*/ 74 h 81"/>
                  <a:gd name="T48" fmla="*/ 3 w 6"/>
                  <a:gd name="T49" fmla="*/ 74 h 81"/>
                  <a:gd name="T50" fmla="*/ 3 w 6"/>
                  <a:gd name="T51" fmla="*/ 76 h 81"/>
                  <a:gd name="T52" fmla="*/ 3 w 6"/>
                  <a:gd name="T53" fmla="*/ 74 h 81"/>
                  <a:gd name="T54" fmla="*/ 3 w 6"/>
                  <a:gd name="T55" fmla="*/ 72 h 81"/>
                  <a:gd name="T56" fmla="*/ 3 w 6"/>
                  <a:gd name="T57" fmla="*/ 75 h 81"/>
                  <a:gd name="T58" fmla="*/ 4 w 6"/>
                  <a:gd name="T59" fmla="*/ 78 h 81"/>
                  <a:gd name="T60" fmla="*/ 4 w 6"/>
                  <a:gd name="T61" fmla="*/ 71 h 81"/>
                  <a:gd name="T62" fmla="*/ 4 w 6"/>
                  <a:gd name="T63" fmla="*/ 64 h 81"/>
                  <a:gd name="T64" fmla="*/ 4 w 6"/>
                  <a:gd name="T65" fmla="*/ 64 h 81"/>
                  <a:gd name="T66" fmla="*/ 4 w 6"/>
                  <a:gd name="T67" fmla="*/ 62 h 81"/>
                  <a:gd name="T68" fmla="*/ 4 w 6"/>
                  <a:gd name="T69" fmla="*/ 56 h 81"/>
                  <a:gd name="T70" fmla="*/ 4 w 6"/>
                  <a:gd name="T71" fmla="*/ 54 h 81"/>
                  <a:gd name="T72" fmla="*/ 4 w 6"/>
                  <a:gd name="T73" fmla="*/ 55 h 81"/>
                  <a:gd name="T74" fmla="*/ 4 w 6"/>
                  <a:gd name="T75" fmla="*/ 51 h 81"/>
                  <a:gd name="T76" fmla="*/ 4 w 6"/>
                  <a:gd name="T77" fmla="*/ 45 h 81"/>
                  <a:gd name="T78" fmla="*/ 5 w 6"/>
                  <a:gd name="T79" fmla="*/ 48 h 81"/>
                  <a:gd name="T80" fmla="*/ 5 w 6"/>
                  <a:gd name="T81" fmla="*/ 52 h 81"/>
                  <a:gd name="T82" fmla="*/ 5 w 6"/>
                  <a:gd name="T83" fmla="*/ 50 h 81"/>
                  <a:gd name="T84" fmla="*/ 5 w 6"/>
                  <a:gd name="T85" fmla="*/ 44 h 81"/>
                  <a:gd name="T86" fmla="*/ 5 w 6"/>
                  <a:gd name="T87" fmla="*/ 41 h 81"/>
                  <a:gd name="T88" fmla="*/ 5 w 6"/>
                  <a:gd name="T89" fmla="*/ 36 h 81"/>
                  <a:gd name="T90" fmla="*/ 6 w 6"/>
                  <a:gd name="T91" fmla="*/ 27 h 81"/>
                  <a:gd name="T92" fmla="*/ 6 w 6"/>
                  <a:gd name="T93" fmla="*/ 19 h 81"/>
                  <a:gd name="T94" fmla="*/ 6 w 6"/>
                  <a:gd name="T95" fmla="*/ 17 h 81"/>
                  <a:gd name="T96" fmla="*/ 6 w 6"/>
                  <a:gd name="T97" fmla="*/ 14 h 81"/>
                  <a:gd name="T98" fmla="*/ 6 w 6"/>
                  <a:gd name="T99" fmla="*/ 7 h 81"/>
                  <a:gd name="T100" fmla="*/ 6 w 6"/>
                  <a:gd name="T101" fmla="*/ 0 h 81"/>
                  <a:gd name="T102" fmla="*/ 6 w 6"/>
                  <a:gd name="T103" fmla="*/ 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1">
                    <a:moveTo>
                      <a:pt x="0" y="71"/>
                    </a:moveTo>
                    <a:lnTo>
                      <a:pt x="0" y="70"/>
                    </a:lnTo>
                    <a:lnTo>
                      <a:pt x="0" y="72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1" y="72"/>
                    </a:lnTo>
                    <a:lnTo>
                      <a:pt x="1" y="75"/>
                    </a:lnTo>
                    <a:lnTo>
                      <a:pt x="1" y="78"/>
                    </a:lnTo>
                    <a:lnTo>
                      <a:pt x="1" y="77"/>
                    </a:lnTo>
                    <a:lnTo>
                      <a:pt x="1" y="77"/>
                    </a:lnTo>
                    <a:lnTo>
                      <a:pt x="1" y="80"/>
                    </a:lnTo>
                    <a:lnTo>
                      <a:pt x="1" y="81"/>
                    </a:lnTo>
                    <a:lnTo>
                      <a:pt x="1" y="79"/>
                    </a:lnTo>
                    <a:lnTo>
                      <a:pt x="1" y="78"/>
                    </a:lnTo>
                    <a:lnTo>
                      <a:pt x="2" y="79"/>
                    </a:lnTo>
                    <a:lnTo>
                      <a:pt x="2" y="78"/>
                    </a:lnTo>
                    <a:lnTo>
                      <a:pt x="2" y="75"/>
                    </a:lnTo>
                    <a:lnTo>
                      <a:pt x="2" y="75"/>
                    </a:lnTo>
                    <a:lnTo>
                      <a:pt x="2" y="75"/>
                    </a:lnTo>
                    <a:lnTo>
                      <a:pt x="2" y="73"/>
                    </a:lnTo>
                    <a:lnTo>
                      <a:pt x="3" y="71"/>
                    </a:lnTo>
                    <a:lnTo>
                      <a:pt x="3" y="74"/>
                    </a:lnTo>
                    <a:lnTo>
                      <a:pt x="3" y="76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6"/>
                    </a:lnTo>
                    <a:lnTo>
                      <a:pt x="3" y="74"/>
                    </a:lnTo>
                    <a:lnTo>
                      <a:pt x="3" y="72"/>
                    </a:lnTo>
                    <a:lnTo>
                      <a:pt x="3" y="75"/>
                    </a:lnTo>
                    <a:lnTo>
                      <a:pt x="4" y="78"/>
                    </a:lnTo>
                    <a:lnTo>
                      <a:pt x="4" y="71"/>
                    </a:lnTo>
                    <a:lnTo>
                      <a:pt x="4" y="64"/>
                    </a:lnTo>
                    <a:lnTo>
                      <a:pt x="4" y="64"/>
                    </a:lnTo>
                    <a:lnTo>
                      <a:pt x="4" y="62"/>
                    </a:lnTo>
                    <a:lnTo>
                      <a:pt x="4" y="56"/>
                    </a:lnTo>
                    <a:lnTo>
                      <a:pt x="4" y="54"/>
                    </a:lnTo>
                    <a:lnTo>
                      <a:pt x="4" y="55"/>
                    </a:lnTo>
                    <a:lnTo>
                      <a:pt x="4" y="51"/>
                    </a:lnTo>
                    <a:lnTo>
                      <a:pt x="4" y="45"/>
                    </a:lnTo>
                    <a:lnTo>
                      <a:pt x="5" y="48"/>
                    </a:lnTo>
                    <a:lnTo>
                      <a:pt x="5" y="52"/>
                    </a:lnTo>
                    <a:lnTo>
                      <a:pt x="5" y="50"/>
                    </a:lnTo>
                    <a:lnTo>
                      <a:pt x="5" y="44"/>
                    </a:lnTo>
                    <a:lnTo>
                      <a:pt x="5" y="41"/>
                    </a:lnTo>
                    <a:lnTo>
                      <a:pt x="5" y="36"/>
                    </a:lnTo>
                    <a:lnTo>
                      <a:pt x="6" y="27"/>
                    </a:lnTo>
                    <a:lnTo>
                      <a:pt x="6" y="19"/>
                    </a:lnTo>
                    <a:lnTo>
                      <a:pt x="6" y="17"/>
                    </a:lnTo>
                    <a:lnTo>
                      <a:pt x="6" y="14"/>
                    </a:lnTo>
                    <a:lnTo>
                      <a:pt x="6" y="7"/>
                    </a:lnTo>
                    <a:lnTo>
                      <a:pt x="6" y="0"/>
                    </a:lnTo>
                    <a:lnTo>
                      <a:pt x="6" y="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77" name="Freeform 837"/>
              <p:cNvSpPr/>
              <p:nvPr/>
            </p:nvSpPr>
            <p:spPr bwMode="auto">
              <a:xfrm>
                <a:off x="1224" y="2939"/>
                <a:ext cx="7" cy="28"/>
              </a:xfrm>
              <a:custGeom>
                <a:avLst/>
                <a:gdLst>
                  <a:gd name="T0" fmla="*/ 0 w 7"/>
                  <a:gd name="T1" fmla="*/ 25 h 28"/>
                  <a:gd name="T2" fmla="*/ 0 w 7"/>
                  <a:gd name="T3" fmla="*/ 26 h 28"/>
                  <a:gd name="T4" fmla="*/ 0 w 7"/>
                  <a:gd name="T5" fmla="*/ 28 h 28"/>
                  <a:gd name="T6" fmla="*/ 0 w 7"/>
                  <a:gd name="T7" fmla="*/ 24 h 28"/>
                  <a:gd name="T8" fmla="*/ 1 w 7"/>
                  <a:gd name="T9" fmla="*/ 24 h 28"/>
                  <a:gd name="T10" fmla="*/ 1 w 7"/>
                  <a:gd name="T11" fmla="*/ 27 h 28"/>
                  <a:gd name="T12" fmla="*/ 1 w 7"/>
                  <a:gd name="T13" fmla="*/ 23 h 28"/>
                  <a:gd name="T14" fmla="*/ 1 w 7"/>
                  <a:gd name="T15" fmla="*/ 18 h 28"/>
                  <a:gd name="T16" fmla="*/ 1 w 7"/>
                  <a:gd name="T17" fmla="*/ 20 h 28"/>
                  <a:gd name="T18" fmla="*/ 1 w 7"/>
                  <a:gd name="T19" fmla="*/ 22 h 28"/>
                  <a:gd name="T20" fmla="*/ 2 w 7"/>
                  <a:gd name="T21" fmla="*/ 14 h 28"/>
                  <a:gd name="T22" fmla="*/ 2 w 7"/>
                  <a:gd name="T23" fmla="*/ 9 h 28"/>
                  <a:gd name="T24" fmla="*/ 2 w 7"/>
                  <a:gd name="T25" fmla="*/ 11 h 28"/>
                  <a:gd name="T26" fmla="*/ 2 w 7"/>
                  <a:gd name="T27" fmla="*/ 9 h 28"/>
                  <a:gd name="T28" fmla="*/ 2 w 7"/>
                  <a:gd name="T29" fmla="*/ 2 h 28"/>
                  <a:gd name="T30" fmla="*/ 2 w 7"/>
                  <a:gd name="T31" fmla="*/ 1 h 28"/>
                  <a:gd name="T32" fmla="*/ 2 w 7"/>
                  <a:gd name="T33" fmla="*/ 3 h 28"/>
                  <a:gd name="T34" fmla="*/ 2 w 7"/>
                  <a:gd name="T35" fmla="*/ 1 h 28"/>
                  <a:gd name="T36" fmla="*/ 2 w 7"/>
                  <a:gd name="T37" fmla="*/ 0 h 28"/>
                  <a:gd name="T38" fmla="*/ 3 w 7"/>
                  <a:gd name="T39" fmla="*/ 4 h 28"/>
                  <a:gd name="T40" fmla="*/ 3 w 7"/>
                  <a:gd name="T41" fmla="*/ 7 h 28"/>
                  <a:gd name="T42" fmla="*/ 3 w 7"/>
                  <a:gd name="T43" fmla="*/ 7 h 28"/>
                  <a:gd name="T44" fmla="*/ 3 w 7"/>
                  <a:gd name="T45" fmla="*/ 7 h 28"/>
                  <a:gd name="T46" fmla="*/ 3 w 7"/>
                  <a:gd name="T47" fmla="*/ 11 h 28"/>
                  <a:gd name="T48" fmla="*/ 3 w 7"/>
                  <a:gd name="T49" fmla="*/ 15 h 28"/>
                  <a:gd name="T50" fmla="*/ 3 w 7"/>
                  <a:gd name="T51" fmla="*/ 15 h 28"/>
                  <a:gd name="T52" fmla="*/ 3 w 7"/>
                  <a:gd name="T53" fmla="*/ 15 h 28"/>
                  <a:gd name="T54" fmla="*/ 3 w 7"/>
                  <a:gd name="T55" fmla="*/ 18 h 28"/>
                  <a:gd name="T56" fmla="*/ 4 w 7"/>
                  <a:gd name="T57" fmla="*/ 21 h 28"/>
                  <a:gd name="T58" fmla="*/ 4 w 7"/>
                  <a:gd name="T59" fmla="*/ 21 h 28"/>
                  <a:gd name="T60" fmla="*/ 4 w 7"/>
                  <a:gd name="T61" fmla="*/ 22 h 28"/>
                  <a:gd name="T62" fmla="*/ 4 w 7"/>
                  <a:gd name="T63" fmla="*/ 26 h 28"/>
                  <a:gd name="T64" fmla="*/ 4 w 7"/>
                  <a:gd name="T65" fmla="*/ 27 h 28"/>
                  <a:gd name="T66" fmla="*/ 4 w 7"/>
                  <a:gd name="T67" fmla="*/ 25 h 28"/>
                  <a:gd name="T68" fmla="*/ 5 w 7"/>
                  <a:gd name="T69" fmla="*/ 25 h 28"/>
                  <a:gd name="T70" fmla="*/ 5 w 7"/>
                  <a:gd name="T71" fmla="*/ 27 h 28"/>
                  <a:gd name="T72" fmla="*/ 5 w 7"/>
                  <a:gd name="T73" fmla="*/ 27 h 28"/>
                  <a:gd name="T74" fmla="*/ 5 w 7"/>
                  <a:gd name="T75" fmla="*/ 27 h 28"/>
                  <a:gd name="T76" fmla="*/ 5 w 7"/>
                  <a:gd name="T77" fmla="*/ 27 h 28"/>
                  <a:gd name="T78" fmla="*/ 5 w 7"/>
                  <a:gd name="T79" fmla="*/ 27 h 28"/>
                  <a:gd name="T80" fmla="*/ 5 w 7"/>
                  <a:gd name="T81" fmla="*/ 25 h 28"/>
                  <a:gd name="T82" fmla="*/ 5 w 7"/>
                  <a:gd name="T83" fmla="*/ 24 h 28"/>
                  <a:gd name="T84" fmla="*/ 5 w 7"/>
                  <a:gd name="T85" fmla="*/ 22 h 28"/>
                  <a:gd name="T86" fmla="*/ 6 w 7"/>
                  <a:gd name="T87" fmla="*/ 20 h 28"/>
                  <a:gd name="T88" fmla="*/ 6 w 7"/>
                  <a:gd name="T89" fmla="*/ 19 h 28"/>
                  <a:gd name="T90" fmla="*/ 6 w 7"/>
                  <a:gd name="T91" fmla="*/ 18 h 28"/>
                  <a:gd name="T92" fmla="*/ 6 w 7"/>
                  <a:gd name="T93" fmla="*/ 15 h 28"/>
                  <a:gd name="T94" fmla="*/ 6 w 7"/>
                  <a:gd name="T95" fmla="*/ 12 h 28"/>
                  <a:gd name="T96" fmla="*/ 6 w 7"/>
                  <a:gd name="T97" fmla="*/ 9 h 28"/>
                  <a:gd name="T98" fmla="*/ 7 w 7"/>
                  <a:gd name="T99" fmla="*/ 7 h 28"/>
                  <a:gd name="T100" fmla="*/ 7 w 7"/>
                  <a:gd name="T101" fmla="*/ 5 h 28"/>
                  <a:gd name="T102" fmla="*/ 7 w 7"/>
                  <a:gd name="T103" fmla="*/ 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8">
                    <a:moveTo>
                      <a:pt x="0" y="25"/>
                    </a:moveTo>
                    <a:lnTo>
                      <a:pt x="0" y="26"/>
                    </a:lnTo>
                    <a:lnTo>
                      <a:pt x="0" y="28"/>
                    </a:lnTo>
                    <a:lnTo>
                      <a:pt x="0" y="24"/>
                    </a:lnTo>
                    <a:lnTo>
                      <a:pt x="1" y="24"/>
                    </a:lnTo>
                    <a:lnTo>
                      <a:pt x="1" y="27"/>
                    </a:lnTo>
                    <a:lnTo>
                      <a:pt x="1" y="23"/>
                    </a:lnTo>
                    <a:lnTo>
                      <a:pt x="1" y="18"/>
                    </a:lnTo>
                    <a:lnTo>
                      <a:pt x="1" y="20"/>
                    </a:lnTo>
                    <a:lnTo>
                      <a:pt x="1" y="22"/>
                    </a:lnTo>
                    <a:lnTo>
                      <a:pt x="2" y="14"/>
                    </a:lnTo>
                    <a:lnTo>
                      <a:pt x="2" y="9"/>
                    </a:lnTo>
                    <a:lnTo>
                      <a:pt x="2" y="11"/>
                    </a:lnTo>
                    <a:lnTo>
                      <a:pt x="2" y="9"/>
                    </a:lnTo>
                    <a:lnTo>
                      <a:pt x="2" y="2"/>
                    </a:lnTo>
                    <a:lnTo>
                      <a:pt x="2" y="1"/>
                    </a:lnTo>
                    <a:lnTo>
                      <a:pt x="2" y="3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4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3" y="11"/>
                    </a:lnTo>
                    <a:lnTo>
                      <a:pt x="3" y="15"/>
                    </a:lnTo>
                    <a:lnTo>
                      <a:pt x="3" y="15"/>
                    </a:lnTo>
                    <a:lnTo>
                      <a:pt x="3" y="15"/>
                    </a:lnTo>
                    <a:lnTo>
                      <a:pt x="3" y="18"/>
                    </a:lnTo>
                    <a:lnTo>
                      <a:pt x="4" y="21"/>
                    </a:lnTo>
                    <a:lnTo>
                      <a:pt x="4" y="21"/>
                    </a:lnTo>
                    <a:lnTo>
                      <a:pt x="4" y="22"/>
                    </a:lnTo>
                    <a:lnTo>
                      <a:pt x="4" y="26"/>
                    </a:lnTo>
                    <a:lnTo>
                      <a:pt x="4" y="27"/>
                    </a:lnTo>
                    <a:lnTo>
                      <a:pt x="4" y="25"/>
                    </a:lnTo>
                    <a:lnTo>
                      <a:pt x="5" y="25"/>
                    </a:lnTo>
                    <a:lnTo>
                      <a:pt x="5" y="27"/>
                    </a:lnTo>
                    <a:lnTo>
                      <a:pt x="5" y="27"/>
                    </a:lnTo>
                    <a:lnTo>
                      <a:pt x="5" y="27"/>
                    </a:lnTo>
                    <a:lnTo>
                      <a:pt x="5" y="27"/>
                    </a:lnTo>
                    <a:lnTo>
                      <a:pt x="5" y="27"/>
                    </a:lnTo>
                    <a:lnTo>
                      <a:pt x="5" y="25"/>
                    </a:lnTo>
                    <a:lnTo>
                      <a:pt x="5" y="24"/>
                    </a:lnTo>
                    <a:lnTo>
                      <a:pt x="5" y="22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6" y="9"/>
                    </a:lnTo>
                    <a:lnTo>
                      <a:pt x="7" y="7"/>
                    </a:lnTo>
                    <a:lnTo>
                      <a:pt x="7" y="5"/>
                    </a:lnTo>
                    <a:lnTo>
                      <a:pt x="7" y="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78" name="Freeform 838"/>
              <p:cNvSpPr/>
              <p:nvPr/>
            </p:nvSpPr>
            <p:spPr bwMode="auto">
              <a:xfrm>
                <a:off x="1231" y="2892"/>
                <a:ext cx="6" cy="63"/>
              </a:xfrm>
              <a:custGeom>
                <a:avLst/>
                <a:gdLst>
                  <a:gd name="T0" fmla="*/ 0 w 6"/>
                  <a:gd name="T1" fmla="*/ 52 h 63"/>
                  <a:gd name="T2" fmla="*/ 0 w 6"/>
                  <a:gd name="T3" fmla="*/ 50 h 63"/>
                  <a:gd name="T4" fmla="*/ 0 w 6"/>
                  <a:gd name="T5" fmla="*/ 48 h 63"/>
                  <a:gd name="T6" fmla="*/ 0 w 6"/>
                  <a:gd name="T7" fmla="*/ 47 h 63"/>
                  <a:gd name="T8" fmla="*/ 0 w 6"/>
                  <a:gd name="T9" fmla="*/ 46 h 63"/>
                  <a:gd name="T10" fmla="*/ 0 w 6"/>
                  <a:gd name="T11" fmla="*/ 44 h 63"/>
                  <a:gd name="T12" fmla="*/ 0 w 6"/>
                  <a:gd name="T13" fmla="*/ 44 h 63"/>
                  <a:gd name="T14" fmla="*/ 0 w 6"/>
                  <a:gd name="T15" fmla="*/ 44 h 63"/>
                  <a:gd name="T16" fmla="*/ 0 w 6"/>
                  <a:gd name="T17" fmla="*/ 43 h 63"/>
                  <a:gd name="T18" fmla="*/ 1 w 6"/>
                  <a:gd name="T19" fmla="*/ 40 h 63"/>
                  <a:gd name="T20" fmla="*/ 1 w 6"/>
                  <a:gd name="T21" fmla="*/ 39 h 63"/>
                  <a:gd name="T22" fmla="*/ 1 w 6"/>
                  <a:gd name="T23" fmla="*/ 40 h 63"/>
                  <a:gd name="T24" fmla="*/ 1 w 6"/>
                  <a:gd name="T25" fmla="*/ 42 h 63"/>
                  <a:gd name="T26" fmla="*/ 1 w 6"/>
                  <a:gd name="T27" fmla="*/ 42 h 63"/>
                  <a:gd name="T28" fmla="*/ 1 w 6"/>
                  <a:gd name="T29" fmla="*/ 42 h 63"/>
                  <a:gd name="T30" fmla="*/ 1 w 6"/>
                  <a:gd name="T31" fmla="*/ 40 h 63"/>
                  <a:gd name="T32" fmla="*/ 1 w 6"/>
                  <a:gd name="T33" fmla="*/ 39 h 63"/>
                  <a:gd name="T34" fmla="*/ 1 w 6"/>
                  <a:gd name="T35" fmla="*/ 39 h 63"/>
                  <a:gd name="T36" fmla="*/ 2 w 6"/>
                  <a:gd name="T37" fmla="*/ 40 h 63"/>
                  <a:gd name="T38" fmla="*/ 2 w 6"/>
                  <a:gd name="T39" fmla="*/ 40 h 63"/>
                  <a:gd name="T40" fmla="*/ 2 w 6"/>
                  <a:gd name="T41" fmla="*/ 39 h 63"/>
                  <a:gd name="T42" fmla="*/ 2 w 6"/>
                  <a:gd name="T43" fmla="*/ 38 h 63"/>
                  <a:gd name="T44" fmla="*/ 2 w 6"/>
                  <a:gd name="T45" fmla="*/ 38 h 63"/>
                  <a:gd name="T46" fmla="*/ 2 w 6"/>
                  <a:gd name="T47" fmla="*/ 40 h 63"/>
                  <a:gd name="T48" fmla="*/ 3 w 6"/>
                  <a:gd name="T49" fmla="*/ 43 h 63"/>
                  <a:gd name="T50" fmla="*/ 3 w 6"/>
                  <a:gd name="T51" fmla="*/ 45 h 63"/>
                  <a:gd name="T52" fmla="*/ 3 w 6"/>
                  <a:gd name="T53" fmla="*/ 47 h 63"/>
                  <a:gd name="T54" fmla="*/ 3 w 6"/>
                  <a:gd name="T55" fmla="*/ 51 h 63"/>
                  <a:gd name="T56" fmla="*/ 3 w 6"/>
                  <a:gd name="T57" fmla="*/ 53 h 63"/>
                  <a:gd name="T58" fmla="*/ 3 w 6"/>
                  <a:gd name="T59" fmla="*/ 56 h 63"/>
                  <a:gd name="T60" fmla="*/ 3 w 6"/>
                  <a:gd name="T61" fmla="*/ 60 h 63"/>
                  <a:gd name="T62" fmla="*/ 3 w 6"/>
                  <a:gd name="T63" fmla="*/ 63 h 63"/>
                  <a:gd name="T64" fmla="*/ 3 w 6"/>
                  <a:gd name="T65" fmla="*/ 62 h 63"/>
                  <a:gd name="T66" fmla="*/ 4 w 6"/>
                  <a:gd name="T67" fmla="*/ 62 h 63"/>
                  <a:gd name="T68" fmla="*/ 4 w 6"/>
                  <a:gd name="T69" fmla="*/ 63 h 63"/>
                  <a:gd name="T70" fmla="*/ 4 w 6"/>
                  <a:gd name="T71" fmla="*/ 60 h 63"/>
                  <a:gd name="T72" fmla="*/ 4 w 6"/>
                  <a:gd name="T73" fmla="*/ 55 h 63"/>
                  <a:gd name="T74" fmla="*/ 4 w 6"/>
                  <a:gd name="T75" fmla="*/ 52 h 63"/>
                  <a:gd name="T76" fmla="*/ 4 w 6"/>
                  <a:gd name="T77" fmla="*/ 50 h 63"/>
                  <a:gd name="T78" fmla="*/ 5 w 6"/>
                  <a:gd name="T79" fmla="*/ 46 h 63"/>
                  <a:gd name="T80" fmla="*/ 5 w 6"/>
                  <a:gd name="T81" fmla="*/ 43 h 63"/>
                  <a:gd name="T82" fmla="*/ 5 w 6"/>
                  <a:gd name="T83" fmla="*/ 42 h 63"/>
                  <a:gd name="T84" fmla="*/ 5 w 6"/>
                  <a:gd name="T85" fmla="*/ 40 h 63"/>
                  <a:gd name="T86" fmla="*/ 5 w 6"/>
                  <a:gd name="T87" fmla="*/ 38 h 63"/>
                  <a:gd name="T88" fmla="*/ 5 w 6"/>
                  <a:gd name="T89" fmla="*/ 35 h 63"/>
                  <a:gd name="T90" fmla="*/ 5 w 6"/>
                  <a:gd name="T91" fmla="*/ 34 h 63"/>
                  <a:gd name="T92" fmla="*/ 5 w 6"/>
                  <a:gd name="T93" fmla="*/ 30 h 63"/>
                  <a:gd name="T94" fmla="*/ 5 w 6"/>
                  <a:gd name="T95" fmla="*/ 25 h 63"/>
                  <a:gd name="T96" fmla="*/ 6 w 6"/>
                  <a:gd name="T97" fmla="*/ 18 h 63"/>
                  <a:gd name="T98" fmla="*/ 6 w 6"/>
                  <a:gd name="T99" fmla="*/ 13 h 63"/>
                  <a:gd name="T100" fmla="*/ 6 w 6"/>
                  <a:gd name="T101" fmla="*/ 8 h 63"/>
                  <a:gd name="T102" fmla="*/ 6 w 6"/>
                  <a:gd name="T103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3">
                    <a:moveTo>
                      <a:pt x="0" y="52"/>
                    </a:moveTo>
                    <a:lnTo>
                      <a:pt x="0" y="50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4"/>
                    </a:lnTo>
                    <a:lnTo>
                      <a:pt x="0" y="44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40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9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8"/>
                    </a:lnTo>
                    <a:lnTo>
                      <a:pt x="2" y="40"/>
                    </a:lnTo>
                    <a:lnTo>
                      <a:pt x="3" y="43"/>
                    </a:lnTo>
                    <a:lnTo>
                      <a:pt x="3" y="45"/>
                    </a:lnTo>
                    <a:lnTo>
                      <a:pt x="3" y="47"/>
                    </a:lnTo>
                    <a:lnTo>
                      <a:pt x="3" y="51"/>
                    </a:lnTo>
                    <a:lnTo>
                      <a:pt x="3" y="53"/>
                    </a:lnTo>
                    <a:lnTo>
                      <a:pt x="3" y="56"/>
                    </a:lnTo>
                    <a:lnTo>
                      <a:pt x="3" y="60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4" y="62"/>
                    </a:lnTo>
                    <a:lnTo>
                      <a:pt x="4" y="63"/>
                    </a:lnTo>
                    <a:lnTo>
                      <a:pt x="4" y="60"/>
                    </a:lnTo>
                    <a:lnTo>
                      <a:pt x="4" y="55"/>
                    </a:lnTo>
                    <a:lnTo>
                      <a:pt x="4" y="52"/>
                    </a:lnTo>
                    <a:lnTo>
                      <a:pt x="4" y="50"/>
                    </a:lnTo>
                    <a:lnTo>
                      <a:pt x="5" y="46"/>
                    </a:lnTo>
                    <a:lnTo>
                      <a:pt x="5" y="43"/>
                    </a:lnTo>
                    <a:lnTo>
                      <a:pt x="5" y="42"/>
                    </a:lnTo>
                    <a:lnTo>
                      <a:pt x="5" y="40"/>
                    </a:lnTo>
                    <a:lnTo>
                      <a:pt x="5" y="38"/>
                    </a:lnTo>
                    <a:lnTo>
                      <a:pt x="5" y="35"/>
                    </a:lnTo>
                    <a:lnTo>
                      <a:pt x="5" y="34"/>
                    </a:lnTo>
                    <a:lnTo>
                      <a:pt x="5" y="30"/>
                    </a:lnTo>
                    <a:lnTo>
                      <a:pt x="5" y="25"/>
                    </a:lnTo>
                    <a:lnTo>
                      <a:pt x="6" y="18"/>
                    </a:lnTo>
                    <a:lnTo>
                      <a:pt x="6" y="13"/>
                    </a:lnTo>
                    <a:lnTo>
                      <a:pt x="6" y="8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79" name="Freeform 839"/>
              <p:cNvSpPr/>
              <p:nvPr/>
            </p:nvSpPr>
            <p:spPr bwMode="auto">
              <a:xfrm>
                <a:off x="1237" y="2877"/>
                <a:ext cx="6" cy="119"/>
              </a:xfrm>
              <a:custGeom>
                <a:avLst/>
                <a:gdLst>
                  <a:gd name="T0" fmla="*/ 0 w 6"/>
                  <a:gd name="T1" fmla="*/ 23 h 119"/>
                  <a:gd name="T2" fmla="*/ 0 w 6"/>
                  <a:gd name="T3" fmla="*/ 15 h 119"/>
                  <a:gd name="T4" fmla="*/ 0 w 6"/>
                  <a:gd name="T5" fmla="*/ 8 h 119"/>
                  <a:gd name="T6" fmla="*/ 0 w 6"/>
                  <a:gd name="T7" fmla="*/ 6 h 119"/>
                  <a:gd name="T8" fmla="*/ 0 w 6"/>
                  <a:gd name="T9" fmla="*/ 3 h 119"/>
                  <a:gd name="T10" fmla="*/ 0 w 6"/>
                  <a:gd name="T11" fmla="*/ 0 h 119"/>
                  <a:gd name="T12" fmla="*/ 0 w 6"/>
                  <a:gd name="T13" fmla="*/ 0 h 119"/>
                  <a:gd name="T14" fmla="*/ 1 w 6"/>
                  <a:gd name="T15" fmla="*/ 4 h 119"/>
                  <a:gd name="T16" fmla="*/ 1 w 6"/>
                  <a:gd name="T17" fmla="*/ 7 h 119"/>
                  <a:gd name="T18" fmla="*/ 1 w 6"/>
                  <a:gd name="T19" fmla="*/ 10 h 119"/>
                  <a:gd name="T20" fmla="*/ 1 w 6"/>
                  <a:gd name="T21" fmla="*/ 15 h 119"/>
                  <a:gd name="T22" fmla="*/ 1 w 6"/>
                  <a:gd name="T23" fmla="*/ 20 h 119"/>
                  <a:gd name="T24" fmla="*/ 1 w 6"/>
                  <a:gd name="T25" fmla="*/ 22 h 119"/>
                  <a:gd name="T26" fmla="*/ 2 w 6"/>
                  <a:gd name="T27" fmla="*/ 23 h 119"/>
                  <a:gd name="T28" fmla="*/ 2 w 6"/>
                  <a:gd name="T29" fmla="*/ 26 h 119"/>
                  <a:gd name="T30" fmla="*/ 2 w 6"/>
                  <a:gd name="T31" fmla="*/ 26 h 119"/>
                  <a:gd name="T32" fmla="*/ 2 w 6"/>
                  <a:gd name="T33" fmla="*/ 25 h 119"/>
                  <a:gd name="T34" fmla="*/ 2 w 6"/>
                  <a:gd name="T35" fmla="*/ 25 h 119"/>
                  <a:gd name="T36" fmla="*/ 2 w 6"/>
                  <a:gd name="T37" fmla="*/ 25 h 119"/>
                  <a:gd name="T38" fmla="*/ 2 w 6"/>
                  <a:gd name="T39" fmla="*/ 25 h 119"/>
                  <a:gd name="T40" fmla="*/ 2 w 6"/>
                  <a:gd name="T41" fmla="*/ 27 h 119"/>
                  <a:gd name="T42" fmla="*/ 2 w 6"/>
                  <a:gd name="T43" fmla="*/ 32 h 119"/>
                  <a:gd name="T44" fmla="*/ 2 w 6"/>
                  <a:gd name="T45" fmla="*/ 38 h 119"/>
                  <a:gd name="T46" fmla="*/ 3 w 6"/>
                  <a:gd name="T47" fmla="*/ 44 h 119"/>
                  <a:gd name="T48" fmla="*/ 3 w 6"/>
                  <a:gd name="T49" fmla="*/ 50 h 119"/>
                  <a:gd name="T50" fmla="*/ 3 w 6"/>
                  <a:gd name="T51" fmla="*/ 57 h 119"/>
                  <a:gd name="T52" fmla="*/ 3 w 6"/>
                  <a:gd name="T53" fmla="*/ 65 h 119"/>
                  <a:gd name="T54" fmla="*/ 3 w 6"/>
                  <a:gd name="T55" fmla="*/ 71 h 119"/>
                  <a:gd name="T56" fmla="*/ 3 w 6"/>
                  <a:gd name="T57" fmla="*/ 77 h 119"/>
                  <a:gd name="T58" fmla="*/ 4 w 6"/>
                  <a:gd name="T59" fmla="*/ 83 h 119"/>
                  <a:gd name="T60" fmla="*/ 4 w 6"/>
                  <a:gd name="T61" fmla="*/ 88 h 119"/>
                  <a:gd name="T62" fmla="*/ 4 w 6"/>
                  <a:gd name="T63" fmla="*/ 91 h 119"/>
                  <a:gd name="T64" fmla="*/ 4 w 6"/>
                  <a:gd name="T65" fmla="*/ 94 h 119"/>
                  <a:gd name="T66" fmla="*/ 4 w 6"/>
                  <a:gd name="T67" fmla="*/ 97 h 119"/>
                  <a:gd name="T68" fmla="*/ 4 w 6"/>
                  <a:gd name="T69" fmla="*/ 99 h 119"/>
                  <a:gd name="T70" fmla="*/ 4 w 6"/>
                  <a:gd name="T71" fmla="*/ 101 h 119"/>
                  <a:gd name="T72" fmla="*/ 4 w 6"/>
                  <a:gd name="T73" fmla="*/ 102 h 119"/>
                  <a:gd name="T74" fmla="*/ 4 w 6"/>
                  <a:gd name="T75" fmla="*/ 104 h 119"/>
                  <a:gd name="T76" fmla="*/ 5 w 6"/>
                  <a:gd name="T77" fmla="*/ 106 h 119"/>
                  <a:gd name="T78" fmla="*/ 5 w 6"/>
                  <a:gd name="T79" fmla="*/ 108 h 119"/>
                  <a:gd name="T80" fmla="*/ 5 w 6"/>
                  <a:gd name="T81" fmla="*/ 109 h 119"/>
                  <a:gd name="T82" fmla="*/ 5 w 6"/>
                  <a:gd name="T83" fmla="*/ 108 h 119"/>
                  <a:gd name="T84" fmla="*/ 5 w 6"/>
                  <a:gd name="T85" fmla="*/ 107 h 119"/>
                  <a:gd name="T86" fmla="*/ 5 w 6"/>
                  <a:gd name="T87" fmla="*/ 108 h 119"/>
                  <a:gd name="T88" fmla="*/ 5 w 6"/>
                  <a:gd name="T89" fmla="*/ 110 h 119"/>
                  <a:gd name="T90" fmla="*/ 5 w 6"/>
                  <a:gd name="T91" fmla="*/ 111 h 119"/>
                  <a:gd name="T92" fmla="*/ 5 w 6"/>
                  <a:gd name="T93" fmla="*/ 112 h 119"/>
                  <a:gd name="T94" fmla="*/ 6 w 6"/>
                  <a:gd name="T95" fmla="*/ 112 h 119"/>
                  <a:gd name="T96" fmla="*/ 6 w 6"/>
                  <a:gd name="T97" fmla="*/ 111 h 119"/>
                  <a:gd name="T98" fmla="*/ 6 w 6"/>
                  <a:gd name="T99" fmla="*/ 111 h 119"/>
                  <a:gd name="T100" fmla="*/ 6 w 6"/>
                  <a:gd name="T101" fmla="*/ 115 h 119"/>
                  <a:gd name="T102" fmla="*/ 6 w 6"/>
                  <a:gd name="T103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19">
                    <a:moveTo>
                      <a:pt x="0" y="23"/>
                    </a:moveTo>
                    <a:lnTo>
                      <a:pt x="0" y="15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4"/>
                    </a:lnTo>
                    <a:lnTo>
                      <a:pt x="1" y="7"/>
                    </a:lnTo>
                    <a:lnTo>
                      <a:pt x="1" y="10"/>
                    </a:lnTo>
                    <a:lnTo>
                      <a:pt x="1" y="15"/>
                    </a:lnTo>
                    <a:lnTo>
                      <a:pt x="1" y="20"/>
                    </a:lnTo>
                    <a:lnTo>
                      <a:pt x="1" y="22"/>
                    </a:lnTo>
                    <a:lnTo>
                      <a:pt x="2" y="23"/>
                    </a:lnTo>
                    <a:lnTo>
                      <a:pt x="2" y="26"/>
                    </a:lnTo>
                    <a:lnTo>
                      <a:pt x="2" y="26"/>
                    </a:lnTo>
                    <a:lnTo>
                      <a:pt x="2" y="25"/>
                    </a:lnTo>
                    <a:lnTo>
                      <a:pt x="2" y="25"/>
                    </a:lnTo>
                    <a:lnTo>
                      <a:pt x="2" y="25"/>
                    </a:lnTo>
                    <a:lnTo>
                      <a:pt x="2" y="25"/>
                    </a:lnTo>
                    <a:lnTo>
                      <a:pt x="2" y="27"/>
                    </a:lnTo>
                    <a:lnTo>
                      <a:pt x="2" y="32"/>
                    </a:lnTo>
                    <a:lnTo>
                      <a:pt x="2" y="38"/>
                    </a:lnTo>
                    <a:lnTo>
                      <a:pt x="3" y="44"/>
                    </a:lnTo>
                    <a:lnTo>
                      <a:pt x="3" y="50"/>
                    </a:lnTo>
                    <a:lnTo>
                      <a:pt x="3" y="57"/>
                    </a:lnTo>
                    <a:lnTo>
                      <a:pt x="3" y="65"/>
                    </a:lnTo>
                    <a:lnTo>
                      <a:pt x="3" y="71"/>
                    </a:lnTo>
                    <a:lnTo>
                      <a:pt x="3" y="77"/>
                    </a:lnTo>
                    <a:lnTo>
                      <a:pt x="4" y="83"/>
                    </a:lnTo>
                    <a:lnTo>
                      <a:pt x="4" y="88"/>
                    </a:lnTo>
                    <a:lnTo>
                      <a:pt x="4" y="91"/>
                    </a:lnTo>
                    <a:lnTo>
                      <a:pt x="4" y="94"/>
                    </a:lnTo>
                    <a:lnTo>
                      <a:pt x="4" y="97"/>
                    </a:lnTo>
                    <a:lnTo>
                      <a:pt x="4" y="99"/>
                    </a:lnTo>
                    <a:lnTo>
                      <a:pt x="4" y="101"/>
                    </a:lnTo>
                    <a:lnTo>
                      <a:pt x="4" y="102"/>
                    </a:lnTo>
                    <a:lnTo>
                      <a:pt x="4" y="104"/>
                    </a:lnTo>
                    <a:lnTo>
                      <a:pt x="5" y="106"/>
                    </a:lnTo>
                    <a:lnTo>
                      <a:pt x="5" y="108"/>
                    </a:lnTo>
                    <a:lnTo>
                      <a:pt x="5" y="109"/>
                    </a:lnTo>
                    <a:lnTo>
                      <a:pt x="5" y="108"/>
                    </a:lnTo>
                    <a:lnTo>
                      <a:pt x="5" y="107"/>
                    </a:lnTo>
                    <a:lnTo>
                      <a:pt x="5" y="108"/>
                    </a:lnTo>
                    <a:lnTo>
                      <a:pt x="5" y="110"/>
                    </a:lnTo>
                    <a:lnTo>
                      <a:pt x="5" y="111"/>
                    </a:lnTo>
                    <a:lnTo>
                      <a:pt x="5" y="112"/>
                    </a:lnTo>
                    <a:lnTo>
                      <a:pt x="6" y="112"/>
                    </a:lnTo>
                    <a:lnTo>
                      <a:pt x="6" y="111"/>
                    </a:lnTo>
                    <a:lnTo>
                      <a:pt x="6" y="111"/>
                    </a:lnTo>
                    <a:lnTo>
                      <a:pt x="6" y="115"/>
                    </a:lnTo>
                    <a:lnTo>
                      <a:pt x="6" y="11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80" name="Freeform 840"/>
              <p:cNvSpPr/>
              <p:nvPr/>
            </p:nvSpPr>
            <p:spPr bwMode="auto">
              <a:xfrm>
                <a:off x="1243" y="2992"/>
                <a:ext cx="6" cy="58"/>
              </a:xfrm>
              <a:custGeom>
                <a:avLst/>
                <a:gdLst>
                  <a:gd name="T0" fmla="*/ 0 w 6"/>
                  <a:gd name="T1" fmla="*/ 0 h 58"/>
                  <a:gd name="T2" fmla="*/ 0 w 6"/>
                  <a:gd name="T3" fmla="*/ 4 h 58"/>
                  <a:gd name="T4" fmla="*/ 0 w 6"/>
                  <a:gd name="T5" fmla="*/ 1 h 58"/>
                  <a:gd name="T6" fmla="*/ 1 w 6"/>
                  <a:gd name="T7" fmla="*/ 1 h 58"/>
                  <a:gd name="T8" fmla="*/ 1 w 6"/>
                  <a:gd name="T9" fmla="*/ 7 h 58"/>
                  <a:gd name="T10" fmla="*/ 1 w 6"/>
                  <a:gd name="T11" fmla="*/ 11 h 58"/>
                  <a:gd name="T12" fmla="*/ 1 w 6"/>
                  <a:gd name="T13" fmla="*/ 11 h 58"/>
                  <a:gd name="T14" fmla="*/ 1 w 6"/>
                  <a:gd name="T15" fmla="*/ 13 h 58"/>
                  <a:gd name="T16" fmla="*/ 1 w 6"/>
                  <a:gd name="T17" fmla="*/ 18 h 58"/>
                  <a:gd name="T18" fmla="*/ 1 w 6"/>
                  <a:gd name="T19" fmla="*/ 19 h 58"/>
                  <a:gd name="T20" fmla="*/ 1 w 6"/>
                  <a:gd name="T21" fmla="*/ 16 h 58"/>
                  <a:gd name="T22" fmla="*/ 1 w 6"/>
                  <a:gd name="T23" fmla="*/ 17 h 58"/>
                  <a:gd name="T24" fmla="*/ 2 w 6"/>
                  <a:gd name="T25" fmla="*/ 20 h 58"/>
                  <a:gd name="T26" fmla="*/ 2 w 6"/>
                  <a:gd name="T27" fmla="*/ 21 h 58"/>
                  <a:gd name="T28" fmla="*/ 2 w 6"/>
                  <a:gd name="T29" fmla="*/ 21 h 58"/>
                  <a:gd name="T30" fmla="*/ 2 w 6"/>
                  <a:gd name="T31" fmla="*/ 22 h 58"/>
                  <a:gd name="T32" fmla="*/ 2 w 6"/>
                  <a:gd name="T33" fmla="*/ 21 h 58"/>
                  <a:gd name="T34" fmla="*/ 2 w 6"/>
                  <a:gd name="T35" fmla="*/ 19 h 58"/>
                  <a:gd name="T36" fmla="*/ 3 w 6"/>
                  <a:gd name="T37" fmla="*/ 21 h 58"/>
                  <a:gd name="T38" fmla="*/ 3 w 6"/>
                  <a:gd name="T39" fmla="*/ 25 h 58"/>
                  <a:gd name="T40" fmla="*/ 3 w 6"/>
                  <a:gd name="T41" fmla="*/ 25 h 58"/>
                  <a:gd name="T42" fmla="*/ 3 w 6"/>
                  <a:gd name="T43" fmla="*/ 20 h 58"/>
                  <a:gd name="T44" fmla="*/ 3 w 6"/>
                  <a:gd name="T45" fmla="*/ 18 h 58"/>
                  <a:gd name="T46" fmla="*/ 3 w 6"/>
                  <a:gd name="T47" fmla="*/ 22 h 58"/>
                  <a:gd name="T48" fmla="*/ 3 w 6"/>
                  <a:gd name="T49" fmla="*/ 26 h 58"/>
                  <a:gd name="T50" fmla="*/ 3 w 6"/>
                  <a:gd name="T51" fmla="*/ 25 h 58"/>
                  <a:gd name="T52" fmla="*/ 3 w 6"/>
                  <a:gd name="T53" fmla="*/ 25 h 58"/>
                  <a:gd name="T54" fmla="*/ 4 w 6"/>
                  <a:gd name="T55" fmla="*/ 29 h 58"/>
                  <a:gd name="T56" fmla="*/ 4 w 6"/>
                  <a:gd name="T57" fmla="*/ 32 h 58"/>
                  <a:gd name="T58" fmla="*/ 4 w 6"/>
                  <a:gd name="T59" fmla="*/ 33 h 58"/>
                  <a:gd name="T60" fmla="*/ 4 w 6"/>
                  <a:gd name="T61" fmla="*/ 37 h 58"/>
                  <a:gd name="T62" fmla="*/ 4 w 6"/>
                  <a:gd name="T63" fmla="*/ 44 h 58"/>
                  <a:gd name="T64" fmla="*/ 4 w 6"/>
                  <a:gd name="T65" fmla="*/ 47 h 58"/>
                  <a:gd name="T66" fmla="*/ 4 w 6"/>
                  <a:gd name="T67" fmla="*/ 48 h 58"/>
                  <a:gd name="T68" fmla="*/ 4 w 6"/>
                  <a:gd name="T69" fmla="*/ 52 h 58"/>
                  <a:gd name="T70" fmla="*/ 4 w 6"/>
                  <a:gd name="T71" fmla="*/ 55 h 58"/>
                  <a:gd name="T72" fmla="*/ 4 w 6"/>
                  <a:gd name="T73" fmla="*/ 55 h 58"/>
                  <a:gd name="T74" fmla="*/ 5 w 6"/>
                  <a:gd name="T75" fmla="*/ 57 h 58"/>
                  <a:gd name="T76" fmla="*/ 5 w 6"/>
                  <a:gd name="T77" fmla="*/ 58 h 58"/>
                  <a:gd name="T78" fmla="*/ 5 w 6"/>
                  <a:gd name="T79" fmla="*/ 55 h 58"/>
                  <a:gd name="T80" fmla="*/ 5 w 6"/>
                  <a:gd name="T81" fmla="*/ 51 h 58"/>
                  <a:gd name="T82" fmla="*/ 5 w 6"/>
                  <a:gd name="T83" fmla="*/ 50 h 58"/>
                  <a:gd name="T84" fmla="*/ 5 w 6"/>
                  <a:gd name="T85" fmla="*/ 50 h 58"/>
                  <a:gd name="T86" fmla="*/ 6 w 6"/>
                  <a:gd name="T87" fmla="*/ 51 h 58"/>
                  <a:gd name="T88" fmla="*/ 6 w 6"/>
                  <a:gd name="T89" fmla="*/ 54 h 58"/>
                  <a:gd name="T90" fmla="*/ 6 w 6"/>
                  <a:gd name="T91" fmla="*/ 55 h 58"/>
                  <a:gd name="T92" fmla="*/ 6 w 6"/>
                  <a:gd name="T93" fmla="*/ 54 h 58"/>
                  <a:gd name="T94" fmla="*/ 6 w 6"/>
                  <a:gd name="T95" fmla="*/ 56 h 58"/>
                  <a:gd name="T96" fmla="*/ 6 w 6"/>
                  <a:gd name="T97" fmla="*/ 57 h 58"/>
                  <a:gd name="T98" fmla="*/ 6 w 6"/>
                  <a:gd name="T99" fmla="*/ 56 h 58"/>
                  <a:gd name="T100" fmla="*/ 6 w 6"/>
                  <a:gd name="T101" fmla="*/ 55 h 58"/>
                  <a:gd name="T102" fmla="*/ 6 w 6"/>
                  <a:gd name="T103" fmla="*/ 5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8">
                    <a:moveTo>
                      <a:pt x="0" y="0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1" y="7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1" y="13"/>
                    </a:lnTo>
                    <a:lnTo>
                      <a:pt x="1" y="18"/>
                    </a:lnTo>
                    <a:lnTo>
                      <a:pt x="1" y="19"/>
                    </a:lnTo>
                    <a:lnTo>
                      <a:pt x="1" y="16"/>
                    </a:lnTo>
                    <a:lnTo>
                      <a:pt x="1" y="17"/>
                    </a:lnTo>
                    <a:lnTo>
                      <a:pt x="2" y="20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19"/>
                    </a:lnTo>
                    <a:lnTo>
                      <a:pt x="3" y="21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0"/>
                    </a:lnTo>
                    <a:lnTo>
                      <a:pt x="3" y="18"/>
                    </a:lnTo>
                    <a:lnTo>
                      <a:pt x="3" y="22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4" y="29"/>
                    </a:lnTo>
                    <a:lnTo>
                      <a:pt x="4" y="32"/>
                    </a:lnTo>
                    <a:lnTo>
                      <a:pt x="4" y="33"/>
                    </a:lnTo>
                    <a:lnTo>
                      <a:pt x="4" y="37"/>
                    </a:lnTo>
                    <a:lnTo>
                      <a:pt x="4" y="44"/>
                    </a:lnTo>
                    <a:lnTo>
                      <a:pt x="4" y="47"/>
                    </a:lnTo>
                    <a:lnTo>
                      <a:pt x="4" y="48"/>
                    </a:lnTo>
                    <a:lnTo>
                      <a:pt x="4" y="52"/>
                    </a:lnTo>
                    <a:lnTo>
                      <a:pt x="4" y="55"/>
                    </a:lnTo>
                    <a:lnTo>
                      <a:pt x="4" y="55"/>
                    </a:lnTo>
                    <a:lnTo>
                      <a:pt x="5" y="57"/>
                    </a:lnTo>
                    <a:lnTo>
                      <a:pt x="5" y="58"/>
                    </a:lnTo>
                    <a:lnTo>
                      <a:pt x="5" y="55"/>
                    </a:lnTo>
                    <a:lnTo>
                      <a:pt x="5" y="51"/>
                    </a:lnTo>
                    <a:lnTo>
                      <a:pt x="5" y="50"/>
                    </a:lnTo>
                    <a:lnTo>
                      <a:pt x="5" y="50"/>
                    </a:lnTo>
                    <a:lnTo>
                      <a:pt x="6" y="51"/>
                    </a:lnTo>
                    <a:lnTo>
                      <a:pt x="6" y="54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6" y="56"/>
                    </a:lnTo>
                    <a:lnTo>
                      <a:pt x="6" y="57"/>
                    </a:lnTo>
                    <a:lnTo>
                      <a:pt x="6" y="56"/>
                    </a:lnTo>
                    <a:lnTo>
                      <a:pt x="6" y="55"/>
                    </a:lnTo>
                    <a:lnTo>
                      <a:pt x="6" y="5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81" name="Freeform 841"/>
              <p:cNvSpPr/>
              <p:nvPr/>
            </p:nvSpPr>
            <p:spPr bwMode="auto">
              <a:xfrm>
                <a:off x="1249" y="2954"/>
                <a:ext cx="7" cy="94"/>
              </a:xfrm>
              <a:custGeom>
                <a:avLst/>
                <a:gdLst>
                  <a:gd name="T0" fmla="*/ 0 w 7"/>
                  <a:gd name="T1" fmla="*/ 93 h 94"/>
                  <a:gd name="T2" fmla="*/ 0 w 7"/>
                  <a:gd name="T3" fmla="*/ 94 h 94"/>
                  <a:gd name="T4" fmla="*/ 1 w 7"/>
                  <a:gd name="T5" fmla="*/ 90 h 94"/>
                  <a:gd name="T6" fmla="*/ 1 w 7"/>
                  <a:gd name="T7" fmla="*/ 83 h 94"/>
                  <a:gd name="T8" fmla="*/ 1 w 7"/>
                  <a:gd name="T9" fmla="*/ 76 h 94"/>
                  <a:gd name="T10" fmla="*/ 1 w 7"/>
                  <a:gd name="T11" fmla="*/ 74 h 94"/>
                  <a:gd name="T12" fmla="*/ 1 w 7"/>
                  <a:gd name="T13" fmla="*/ 72 h 94"/>
                  <a:gd name="T14" fmla="*/ 1 w 7"/>
                  <a:gd name="T15" fmla="*/ 68 h 94"/>
                  <a:gd name="T16" fmla="*/ 2 w 7"/>
                  <a:gd name="T17" fmla="*/ 61 h 94"/>
                  <a:gd name="T18" fmla="*/ 2 w 7"/>
                  <a:gd name="T19" fmla="*/ 55 h 94"/>
                  <a:gd name="T20" fmla="*/ 2 w 7"/>
                  <a:gd name="T21" fmla="*/ 49 h 94"/>
                  <a:gd name="T22" fmla="*/ 2 w 7"/>
                  <a:gd name="T23" fmla="*/ 44 h 94"/>
                  <a:gd name="T24" fmla="*/ 2 w 7"/>
                  <a:gd name="T25" fmla="*/ 43 h 94"/>
                  <a:gd name="T26" fmla="*/ 2 w 7"/>
                  <a:gd name="T27" fmla="*/ 45 h 94"/>
                  <a:gd name="T28" fmla="*/ 2 w 7"/>
                  <a:gd name="T29" fmla="*/ 44 h 94"/>
                  <a:gd name="T30" fmla="*/ 2 w 7"/>
                  <a:gd name="T31" fmla="*/ 38 h 94"/>
                  <a:gd name="T32" fmla="*/ 2 w 7"/>
                  <a:gd name="T33" fmla="*/ 34 h 94"/>
                  <a:gd name="T34" fmla="*/ 3 w 7"/>
                  <a:gd name="T35" fmla="*/ 35 h 94"/>
                  <a:gd name="T36" fmla="*/ 3 w 7"/>
                  <a:gd name="T37" fmla="*/ 34 h 94"/>
                  <a:gd name="T38" fmla="*/ 3 w 7"/>
                  <a:gd name="T39" fmla="*/ 30 h 94"/>
                  <a:gd name="T40" fmla="*/ 3 w 7"/>
                  <a:gd name="T41" fmla="*/ 26 h 94"/>
                  <a:gd name="T42" fmla="*/ 3 w 7"/>
                  <a:gd name="T43" fmla="*/ 21 h 94"/>
                  <a:gd name="T44" fmla="*/ 3 w 7"/>
                  <a:gd name="T45" fmla="*/ 13 h 94"/>
                  <a:gd name="T46" fmla="*/ 3 w 7"/>
                  <a:gd name="T47" fmla="*/ 9 h 94"/>
                  <a:gd name="T48" fmla="*/ 3 w 7"/>
                  <a:gd name="T49" fmla="*/ 11 h 94"/>
                  <a:gd name="T50" fmla="*/ 3 w 7"/>
                  <a:gd name="T51" fmla="*/ 10 h 94"/>
                  <a:gd name="T52" fmla="*/ 4 w 7"/>
                  <a:gd name="T53" fmla="*/ 4 h 94"/>
                  <a:gd name="T54" fmla="*/ 4 w 7"/>
                  <a:gd name="T55" fmla="*/ 0 h 94"/>
                  <a:gd name="T56" fmla="*/ 4 w 7"/>
                  <a:gd name="T57" fmla="*/ 2 h 94"/>
                  <a:gd name="T58" fmla="*/ 4 w 7"/>
                  <a:gd name="T59" fmla="*/ 4 h 94"/>
                  <a:gd name="T60" fmla="*/ 4 w 7"/>
                  <a:gd name="T61" fmla="*/ 5 h 94"/>
                  <a:gd name="T62" fmla="*/ 4 w 7"/>
                  <a:gd name="T63" fmla="*/ 4 h 94"/>
                  <a:gd name="T64" fmla="*/ 5 w 7"/>
                  <a:gd name="T65" fmla="*/ 4 h 94"/>
                  <a:gd name="T66" fmla="*/ 5 w 7"/>
                  <a:gd name="T67" fmla="*/ 4 h 94"/>
                  <a:gd name="T68" fmla="*/ 5 w 7"/>
                  <a:gd name="T69" fmla="*/ 4 h 94"/>
                  <a:gd name="T70" fmla="*/ 5 w 7"/>
                  <a:gd name="T71" fmla="*/ 6 h 94"/>
                  <a:gd name="T72" fmla="*/ 5 w 7"/>
                  <a:gd name="T73" fmla="*/ 7 h 94"/>
                  <a:gd name="T74" fmla="*/ 5 w 7"/>
                  <a:gd name="T75" fmla="*/ 6 h 94"/>
                  <a:gd name="T76" fmla="*/ 5 w 7"/>
                  <a:gd name="T77" fmla="*/ 4 h 94"/>
                  <a:gd name="T78" fmla="*/ 5 w 7"/>
                  <a:gd name="T79" fmla="*/ 5 h 94"/>
                  <a:gd name="T80" fmla="*/ 5 w 7"/>
                  <a:gd name="T81" fmla="*/ 8 h 94"/>
                  <a:gd name="T82" fmla="*/ 6 w 7"/>
                  <a:gd name="T83" fmla="*/ 8 h 94"/>
                  <a:gd name="T84" fmla="*/ 6 w 7"/>
                  <a:gd name="T85" fmla="*/ 7 h 94"/>
                  <a:gd name="T86" fmla="*/ 6 w 7"/>
                  <a:gd name="T87" fmla="*/ 6 h 94"/>
                  <a:gd name="T88" fmla="*/ 6 w 7"/>
                  <a:gd name="T89" fmla="*/ 7 h 94"/>
                  <a:gd name="T90" fmla="*/ 6 w 7"/>
                  <a:gd name="T91" fmla="*/ 7 h 94"/>
                  <a:gd name="T92" fmla="*/ 6 w 7"/>
                  <a:gd name="T93" fmla="*/ 9 h 94"/>
                  <a:gd name="T94" fmla="*/ 7 w 7"/>
                  <a:gd name="T95" fmla="*/ 9 h 94"/>
                  <a:gd name="T96" fmla="*/ 7 w 7"/>
                  <a:gd name="T97" fmla="*/ 8 h 94"/>
                  <a:gd name="T98" fmla="*/ 7 w 7"/>
                  <a:gd name="T99" fmla="*/ 6 h 94"/>
                  <a:gd name="T100" fmla="*/ 7 w 7"/>
                  <a:gd name="T101" fmla="*/ 4 h 94"/>
                  <a:gd name="T102" fmla="*/ 7 w 7"/>
                  <a:gd name="T103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94">
                    <a:moveTo>
                      <a:pt x="0" y="93"/>
                    </a:moveTo>
                    <a:lnTo>
                      <a:pt x="0" y="94"/>
                    </a:lnTo>
                    <a:lnTo>
                      <a:pt x="1" y="90"/>
                    </a:lnTo>
                    <a:lnTo>
                      <a:pt x="1" y="83"/>
                    </a:lnTo>
                    <a:lnTo>
                      <a:pt x="1" y="76"/>
                    </a:lnTo>
                    <a:lnTo>
                      <a:pt x="1" y="74"/>
                    </a:lnTo>
                    <a:lnTo>
                      <a:pt x="1" y="72"/>
                    </a:lnTo>
                    <a:lnTo>
                      <a:pt x="1" y="68"/>
                    </a:lnTo>
                    <a:lnTo>
                      <a:pt x="2" y="61"/>
                    </a:lnTo>
                    <a:lnTo>
                      <a:pt x="2" y="55"/>
                    </a:lnTo>
                    <a:lnTo>
                      <a:pt x="2" y="49"/>
                    </a:lnTo>
                    <a:lnTo>
                      <a:pt x="2" y="44"/>
                    </a:lnTo>
                    <a:lnTo>
                      <a:pt x="2" y="43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2" y="38"/>
                    </a:lnTo>
                    <a:lnTo>
                      <a:pt x="2" y="34"/>
                    </a:lnTo>
                    <a:lnTo>
                      <a:pt x="3" y="35"/>
                    </a:lnTo>
                    <a:lnTo>
                      <a:pt x="3" y="34"/>
                    </a:lnTo>
                    <a:lnTo>
                      <a:pt x="3" y="30"/>
                    </a:lnTo>
                    <a:lnTo>
                      <a:pt x="3" y="26"/>
                    </a:lnTo>
                    <a:lnTo>
                      <a:pt x="3" y="21"/>
                    </a:lnTo>
                    <a:lnTo>
                      <a:pt x="3" y="13"/>
                    </a:lnTo>
                    <a:lnTo>
                      <a:pt x="3" y="9"/>
                    </a:lnTo>
                    <a:lnTo>
                      <a:pt x="3" y="11"/>
                    </a:lnTo>
                    <a:lnTo>
                      <a:pt x="3" y="10"/>
                    </a:lnTo>
                    <a:lnTo>
                      <a:pt x="4" y="4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5" y="6"/>
                    </a:lnTo>
                    <a:lnTo>
                      <a:pt x="5" y="7"/>
                    </a:lnTo>
                    <a:lnTo>
                      <a:pt x="5" y="6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5" y="8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6" y="6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6" y="9"/>
                    </a:lnTo>
                    <a:lnTo>
                      <a:pt x="7" y="9"/>
                    </a:lnTo>
                    <a:lnTo>
                      <a:pt x="7" y="8"/>
                    </a:lnTo>
                    <a:lnTo>
                      <a:pt x="7" y="6"/>
                    </a:lnTo>
                    <a:lnTo>
                      <a:pt x="7" y="4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82" name="Freeform 842"/>
              <p:cNvSpPr/>
              <p:nvPr/>
            </p:nvSpPr>
            <p:spPr bwMode="auto">
              <a:xfrm>
                <a:off x="1256" y="2903"/>
                <a:ext cx="6" cy="55"/>
              </a:xfrm>
              <a:custGeom>
                <a:avLst/>
                <a:gdLst>
                  <a:gd name="T0" fmla="*/ 0 w 6"/>
                  <a:gd name="T1" fmla="*/ 55 h 55"/>
                  <a:gd name="T2" fmla="*/ 0 w 6"/>
                  <a:gd name="T3" fmla="*/ 51 h 55"/>
                  <a:gd name="T4" fmla="*/ 0 w 6"/>
                  <a:gd name="T5" fmla="*/ 49 h 55"/>
                  <a:gd name="T6" fmla="*/ 0 w 6"/>
                  <a:gd name="T7" fmla="*/ 49 h 55"/>
                  <a:gd name="T8" fmla="*/ 0 w 6"/>
                  <a:gd name="T9" fmla="*/ 46 h 55"/>
                  <a:gd name="T10" fmla="*/ 0 w 6"/>
                  <a:gd name="T11" fmla="*/ 42 h 55"/>
                  <a:gd name="T12" fmla="*/ 0 w 6"/>
                  <a:gd name="T13" fmla="*/ 41 h 55"/>
                  <a:gd name="T14" fmla="*/ 1 w 6"/>
                  <a:gd name="T15" fmla="*/ 41 h 55"/>
                  <a:gd name="T16" fmla="*/ 1 w 6"/>
                  <a:gd name="T17" fmla="*/ 40 h 55"/>
                  <a:gd name="T18" fmla="*/ 1 w 6"/>
                  <a:gd name="T19" fmla="*/ 39 h 55"/>
                  <a:gd name="T20" fmla="*/ 1 w 6"/>
                  <a:gd name="T21" fmla="*/ 40 h 55"/>
                  <a:gd name="T22" fmla="*/ 1 w 6"/>
                  <a:gd name="T23" fmla="*/ 39 h 55"/>
                  <a:gd name="T24" fmla="*/ 1 w 6"/>
                  <a:gd name="T25" fmla="*/ 35 h 55"/>
                  <a:gd name="T26" fmla="*/ 2 w 6"/>
                  <a:gd name="T27" fmla="*/ 33 h 55"/>
                  <a:gd name="T28" fmla="*/ 2 w 6"/>
                  <a:gd name="T29" fmla="*/ 32 h 55"/>
                  <a:gd name="T30" fmla="*/ 2 w 6"/>
                  <a:gd name="T31" fmla="*/ 30 h 55"/>
                  <a:gd name="T32" fmla="*/ 2 w 6"/>
                  <a:gd name="T33" fmla="*/ 28 h 55"/>
                  <a:gd name="T34" fmla="*/ 2 w 6"/>
                  <a:gd name="T35" fmla="*/ 26 h 55"/>
                  <a:gd name="T36" fmla="*/ 2 w 6"/>
                  <a:gd name="T37" fmla="*/ 26 h 55"/>
                  <a:gd name="T38" fmla="*/ 2 w 6"/>
                  <a:gd name="T39" fmla="*/ 24 h 55"/>
                  <a:gd name="T40" fmla="*/ 2 w 6"/>
                  <a:gd name="T41" fmla="*/ 21 h 55"/>
                  <a:gd name="T42" fmla="*/ 2 w 6"/>
                  <a:gd name="T43" fmla="*/ 19 h 55"/>
                  <a:gd name="T44" fmla="*/ 3 w 6"/>
                  <a:gd name="T45" fmla="*/ 20 h 55"/>
                  <a:gd name="T46" fmla="*/ 3 w 6"/>
                  <a:gd name="T47" fmla="*/ 21 h 55"/>
                  <a:gd name="T48" fmla="*/ 3 w 6"/>
                  <a:gd name="T49" fmla="*/ 18 h 55"/>
                  <a:gd name="T50" fmla="*/ 3 w 6"/>
                  <a:gd name="T51" fmla="*/ 14 h 55"/>
                  <a:gd name="T52" fmla="*/ 3 w 6"/>
                  <a:gd name="T53" fmla="*/ 12 h 55"/>
                  <a:gd name="T54" fmla="*/ 3 w 6"/>
                  <a:gd name="T55" fmla="*/ 11 h 55"/>
                  <a:gd name="T56" fmla="*/ 3 w 6"/>
                  <a:gd name="T57" fmla="*/ 9 h 55"/>
                  <a:gd name="T58" fmla="*/ 3 w 6"/>
                  <a:gd name="T59" fmla="*/ 9 h 55"/>
                  <a:gd name="T60" fmla="*/ 3 w 6"/>
                  <a:gd name="T61" fmla="*/ 7 h 55"/>
                  <a:gd name="T62" fmla="*/ 4 w 6"/>
                  <a:gd name="T63" fmla="*/ 2 h 55"/>
                  <a:gd name="T64" fmla="*/ 4 w 6"/>
                  <a:gd name="T65" fmla="*/ 0 h 55"/>
                  <a:gd name="T66" fmla="*/ 4 w 6"/>
                  <a:gd name="T67" fmla="*/ 3 h 55"/>
                  <a:gd name="T68" fmla="*/ 4 w 6"/>
                  <a:gd name="T69" fmla="*/ 6 h 55"/>
                  <a:gd name="T70" fmla="*/ 4 w 6"/>
                  <a:gd name="T71" fmla="*/ 7 h 55"/>
                  <a:gd name="T72" fmla="*/ 4 w 6"/>
                  <a:gd name="T73" fmla="*/ 11 h 55"/>
                  <a:gd name="T74" fmla="*/ 5 w 6"/>
                  <a:gd name="T75" fmla="*/ 15 h 55"/>
                  <a:gd name="T76" fmla="*/ 5 w 6"/>
                  <a:gd name="T77" fmla="*/ 18 h 55"/>
                  <a:gd name="T78" fmla="*/ 5 w 6"/>
                  <a:gd name="T79" fmla="*/ 21 h 55"/>
                  <a:gd name="T80" fmla="*/ 5 w 6"/>
                  <a:gd name="T81" fmla="*/ 26 h 55"/>
                  <a:gd name="T82" fmla="*/ 5 w 6"/>
                  <a:gd name="T83" fmla="*/ 30 h 55"/>
                  <a:gd name="T84" fmla="*/ 5 w 6"/>
                  <a:gd name="T85" fmla="*/ 32 h 55"/>
                  <a:gd name="T86" fmla="*/ 5 w 6"/>
                  <a:gd name="T87" fmla="*/ 33 h 55"/>
                  <a:gd name="T88" fmla="*/ 5 w 6"/>
                  <a:gd name="T89" fmla="*/ 35 h 55"/>
                  <a:gd name="T90" fmla="*/ 5 w 6"/>
                  <a:gd name="T91" fmla="*/ 37 h 55"/>
                  <a:gd name="T92" fmla="*/ 6 w 6"/>
                  <a:gd name="T93" fmla="*/ 37 h 55"/>
                  <a:gd name="T94" fmla="*/ 6 w 6"/>
                  <a:gd name="T95" fmla="*/ 38 h 55"/>
                  <a:gd name="T96" fmla="*/ 6 w 6"/>
                  <a:gd name="T97" fmla="*/ 39 h 55"/>
                  <a:gd name="T98" fmla="*/ 6 w 6"/>
                  <a:gd name="T99" fmla="*/ 41 h 55"/>
                  <a:gd name="T100" fmla="*/ 6 w 6"/>
                  <a:gd name="T101" fmla="*/ 42 h 55"/>
                  <a:gd name="T102" fmla="*/ 6 w 6"/>
                  <a:gd name="T103" fmla="*/ 4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5">
                    <a:moveTo>
                      <a:pt x="0" y="55"/>
                    </a:moveTo>
                    <a:lnTo>
                      <a:pt x="0" y="51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6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1" y="41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5"/>
                    </a:lnTo>
                    <a:lnTo>
                      <a:pt x="2" y="33"/>
                    </a:lnTo>
                    <a:lnTo>
                      <a:pt x="2" y="32"/>
                    </a:lnTo>
                    <a:lnTo>
                      <a:pt x="2" y="30"/>
                    </a:lnTo>
                    <a:lnTo>
                      <a:pt x="2" y="28"/>
                    </a:lnTo>
                    <a:lnTo>
                      <a:pt x="2" y="26"/>
                    </a:lnTo>
                    <a:lnTo>
                      <a:pt x="2" y="26"/>
                    </a:lnTo>
                    <a:lnTo>
                      <a:pt x="2" y="24"/>
                    </a:lnTo>
                    <a:lnTo>
                      <a:pt x="2" y="21"/>
                    </a:lnTo>
                    <a:lnTo>
                      <a:pt x="2" y="19"/>
                    </a:lnTo>
                    <a:lnTo>
                      <a:pt x="3" y="20"/>
                    </a:lnTo>
                    <a:lnTo>
                      <a:pt x="3" y="21"/>
                    </a:lnTo>
                    <a:lnTo>
                      <a:pt x="3" y="18"/>
                    </a:lnTo>
                    <a:lnTo>
                      <a:pt x="3" y="14"/>
                    </a:lnTo>
                    <a:lnTo>
                      <a:pt x="3" y="12"/>
                    </a:lnTo>
                    <a:lnTo>
                      <a:pt x="3" y="11"/>
                    </a:lnTo>
                    <a:lnTo>
                      <a:pt x="3" y="9"/>
                    </a:lnTo>
                    <a:lnTo>
                      <a:pt x="3" y="9"/>
                    </a:lnTo>
                    <a:lnTo>
                      <a:pt x="3" y="7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4" y="3"/>
                    </a:lnTo>
                    <a:lnTo>
                      <a:pt x="4" y="6"/>
                    </a:lnTo>
                    <a:lnTo>
                      <a:pt x="4" y="7"/>
                    </a:lnTo>
                    <a:lnTo>
                      <a:pt x="4" y="11"/>
                    </a:lnTo>
                    <a:lnTo>
                      <a:pt x="5" y="15"/>
                    </a:lnTo>
                    <a:lnTo>
                      <a:pt x="5" y="18"/>
                    </a:lnTo>
                    <a:lnTo>
                      <a:pt x="5" y="21"/>
                    </a:lnTo>
                    <a:lnTo>
                      <a:pt x="5" y="26"/>
                    </a:lnTo>
                    <a:lnTo>
                      <a:pt x="5" y="30"/>
                    </a:lnTo>
                    <a:lnTo>
                      <a:pt x="5" y="32"/>
                    </a:lnTo>
                    <a:lnTo>
                      <a:pt x="5" y="33"/>
                    </a:lnTo>
                    <a:lnTo>
                      <a:pt x="5" y="35"/>
                    </a:lnTo>
                    <a:lnTo>
                      <a:pt x="5" y="37"/>
                    </a:lnTo>
                    <a:lnTo>
                      <a:pt x="6" y="37"/>
                    </a:lnTo>
                    <a:lnTo>
                      <a:pt x="6" y="38"/>
                    </a:lnTo>
                    <a:lnTo>
                      <a:pt x="6" y="39"/>
                    </a:lnTo>
                    <a:lnTo>
                      <a:pt x="6" y="41"/>
                    </a:lnTo>
                    <a:lnTo>
                      <a:pt x="6" y="42"/>
                    </a:lnTo>
                    <a:lnTo>
                      <a:pt x="6" y="4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83" name="Freeform 843"/>
              <p:cNvSpPr/>
              <p:nvPr/>
            </p:nvSpPr>
            <p:spPr bwMode="auto">
              <a:xfrm>
                <a:off x="1262" y="2927"/>
                <a:ext cx="7" cy="55"/>
              </a:xfrm>
              <a:custGeom>
                <a:avLst/>
                <a:gdLst>
                  <a:gd name="T0" fmla="*/ 0 w 7"/>
                  <a:gd name="T1" fmla="*/ 18 h 55"/>
                  <a:gd name="T2" fmla="*/ 0 w 7"/>
                  <a:gd name="T3" fmla="*/ 19 h 55"/>
                  <a:gd name="T4" fmla="*/ 1 w 7"/>
                  <a:gd name="T5" fmla="*/ 21 h 55"/>
                  <a:gd name="T6" fmla="*/ 1 w 7"/>
                  <a:gd name="T7" fmla="*/ 22 h 55"/>
                  <a:gd name="T8" fmla="*/ 1 w 7"/>
                  <a:gd name="T9" fmla="*/ 22 h 55"/>
                  <a:gd name="T10" fmla="*/ 1 w 7"/>
                  <a:gd name="T11" fmla="*/ 22 h 55"/>
                  <a:gd name="T12" fmla="*/ 1 w 7"/>
                  <a:gd name="T13" fmla="*/ 22 h 55"/>
                  <a:gd name="T14" fmla="*/ 1 w 7"/>
                  <a:gd name="T15" fmla="*/ 20 h 55"/>
                  <a:gd name="T16" fmla="*/ 1 w 7"/>
                  <a:gd name="T17" fmla="*/ 17 h 55"/>
                  <a:gd name="T18" fmla="*/ 1 w 7"/>
                  <a:gd name="T19" fmla="*/ 14 h 55"/>
                  <a:gd name="T20" fmla="*/ 1 w 7"/>
                  <a:gd name="T21" fmla="*/ 10 h 55"/>
                  <a:gd name="T22" fmla="*/ 2 w 7"/>
                  <a:gd name="T23" fmla="*/ 5 h 55"/>
                  <a:gd name="T24" fmla="*/ 2 w 7"/>
                  <a:gd name="T25" fmla="*/ 2 h 55"/>
                  <a:gd name="T26" fmla="*/ 2 w 7"/>
                  <a:gd name="T27" fmla="*/ 1 h 55"/>
                  <a:gd name="T28" fmla="*/ 2 w 7"/>
                  <a:gd name="T29" fmla="*/ 1 h 55"/>
                  <a:gd name="T30" fmla="*/ 2 w 7"/>
                  <a:gd name="T31" fmla="*/ 0 h 55"/>
                  <a:gd name="T32" fmla="*/ 2 w 7"/>
                  <a:gd name="T33" fmla="*/ 2 h 55"/>
                  <a:gd name="T34" fmla="*/ 2 w 7"/>
                  <a:gd name="T35" fmla="*/ 4 h 55"/>
                  <a:gd name="T36" fmla="*/ 2 w 7"/>
                  <a:gd name="T37" fmla="*/ 7 h 55"/>
                  <a:gd name="T38" fmla="*/ 2 w 7"/>
                  <a:gd name="T39" fmla="*/ 10 h 55"/>
                  <a:gd name="T40" fmla="*/ 2 w 7"/>
                  <a:gd name="T41" fmla="*/ 12 h 55"/>
                  <a:gd name="T42" fmla="*/ 3 w 7"/>
                  <a:gd name="T43" fmla="*/ 13 h 55"/>
                  <a:gd name="T44" fmla="*/ 3 w 7"/>
                  <a:gd name="T45" fmla="*/ 15 h 55"/>
                  <a:gd name="T46" fmla="*/ 3 w 7"/>
                  <a:gd name="T47" fmla="*/ 16 h 55"/>
                  <a:gd name="T48" fmla="*/ 3 w 7"/>
                  <a:gd name="T49" fmla="*/ 16 h 55"/>
                  <a:gd name="T50" fmla="*/ 3 w 7"/>
                  <a:gd name="T51" fmla="*/ 16 h 55"/>
                  <a:gd name="T52" fmla="*/ 3 w 7"/>
                  <a:gd name="T53" fmla="*/ 16 h 55"/>
                  <a:gd name="T54" fmla="*/ 4 w 7"/>
                  <a:gd name="T55" fmla="*/ 15 h 55"/>
                  <a:gd name="T56" fmla="*/ 4 w 7"/>
                  <a:gd name="T57" fmla="*/ 14 h 55"/>
                  <a:gd name="T58" fmla="*/ 4 w 7"/>
                  <a:gd name="T59" fmla="*/ 14 h 55"/>
                  <a:gd name="T60" fmla="*/ 4 w 7"/>
                  <a:gd name="T61" fmla="*/ 15 h 55"/>
                  <a:gd name="T62" fmla="*/ 4 w 7"/>
                  <a:gd name="T63" fmla="*/ 16 h 55"/>
                  <a:gd name="T64" fmla="*/ 4 w 7"/>
                  <a:gd name="T65" fmla="*/ 18 h 55"/>
                  <a:gd name="T66" fmla="*/ 4 w 7"/>
                  <a:gd name="T67" fmla="*/ 20 h 55"/>
                  <a:gd name="T68" fmla="*/ 4 w 7"/>
                  <a:gd name="T69" fmla="*/ 23 h 55"/>
                  <a:gd name="T70" fmla="*/ 4 w 7"/>
                  <a:gd name="T71" fmla="*/ 25 h 55"/>
                  <a:gd name="T72" fmla="*/ 5 w 7"/>
                  <a:gd name="T73" fmla="*/ 27 h 55"/>
                  <a:gd name="T74" fmla="*/ 5 w 7"/>
                  <a:gd name="T75" fmla="*/ 31 h 55"/>
                  <a:gd name="T76" fmla="*/ 5 w 7"/>
                  <a:gd name="T77" fmla="*/ 34 h 55"/>
                  <a:gd name="T78" fmla="*/ 5 w 7"/>
                  <a:gd name="T79" fmla="*/ 37 h 55"/>
                  <a:gd name="T80" fmla="*/ 5 w 7"/>
                  <a:gd name="T81" fmla="*/ 39 h 55"/>
                  <a:gd name="T82" fmla="*/ 5 w 7"/>
                  <a:gd name="T83" fmla="*/ 41 h 55"/>
                  <a:gd name="T84" fmla="*/ 6 w 7"/>
                  <a:gd name="T85" fmla="*/ 42 h 55"/>
                  <a:gd name="T86" fmla="*/ 6 w 7"/>
                  <a:gd name="T87" fmla="*/ 45 h 55"/>
                  <a:gd name="T88" fmla="*/ 6 w 7"/>
                  <a:gd name="T89" fmla="*/ 48 h 55"/>
                  <a:gd name="T90" fmla="*/ 6 w 7"/>
                  <a:gd name="T91" fmla="*/ 50 h 55"/>
                  <a:gd name="T92" fmla="*/ 6 w 7"/>
                  <a:gd name="T93" fmla="*/ 51 h 55"/>
                  <a:gd name="T94" fmla="*/ 6 w 7"/>
                  <a:gd name="T95" fmla="*/ 51 h 55"/>
                  <a:gd name="T96" fmla="*/ 6 w 7"/>
                  <a:gd name="T97" fmla="*/ 52 h 55"/>
                  <a:gd name="T98" fmla="*/ 6 w 7"/>
                  <a:gd name="T99" fmla="*/ 54 h 55"/>
                  <a:gd name="T100" fmla="*/ 6 w 7"/>
                  <a:gd name="T101" fmla="*/ 54 h 55"/>
                  <a:gd name="T102" fmla="*/ 7 w 7"/>
                  <a:gd name="T103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5">
                    <a:moveTo>
                      <a:pt x="0" y="18"/>
                    </a:moveTo>
                    <a:lnTo>
                      <a:pt x="0" y="19"/>
                    </a:lnTo>
                    <a:lnTo>
                      <a:pt x="1" y="21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0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1" y="10"/>
                    </a:lnTo>
                    <a:lnTo>
                      <a:pt x="2" y="5"/>
                    </a:lnTo>
                    <a:lnTo>
                      <a:pt x="2" y="2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2" y="7"/>
                    </a:lnTo>
                    <a:lnTo>
                      <a:pt x="2" y="10"/>
                    </a:lnTo>
                    <a:lnTo>
                      <a:pt x="2" y="12"/>
                    </a:lnTo>
                    <a:lnTo>
                      <a:pt x="3" y="13"/>
                    </a:lnTo>
                    <a:lnTo>
                      <a:pt x="3" y="15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4" y="15"/>
                    </a:lnTo>
                    <a:lnTo>
                      <a:pt x="4" y="14"/>
                    </a:lnTo>
                    <a:lnTo>
                      <a:pt x="4" y="14"/>
                    </a:lnTo>
                    <a:lnTo>
                      <a:pt x="4" y="15"/>
                    </a:lnTo>
                    <a:lnTo>
                      <a:pt x="4" y="16"/>
                    </a:lnTo>
                    <a:lnTo>
                      <a:pt x="4" y="18"/>
                    </a:lnTo>
                    <a:lnTo>
                      <a:pt x="4" y="20"/>
                    </a:lnTo>
                    <a:lnTo>
                      <a:pt x="4" y="23"/>
                    </a:lnTo>
                    <a:lnTo>
                      <a:pt x="4" y="25"/>
                    </a:lnTo>
                    <a:lnTo>
                      <a:pt x="5" y="27"/>
                    </a:lnTo>
                    <a:lnTo>
                      <a:pt x="5" y="31"/>
                    </a:lnTo>
                    <a:lnTo>
                      <a:pt x="5" y="34"/>
                    </a:lnTo>
                    <a:lnTo>
                      <a:pt x="5" y="37"/>
                    </a:lnTo>
                    <a:lnTo>
                      <a:pt x="5" y="39"/>
                    </a:lnTo>
                    <a:lnTo>
                      <a:pt x="5" y="41"/>
                    </a:lnTo>
                    <a:lnTo>
                      <a:pt x="6" y="42"/>
                    </a:lnTo>
                    <a:lnTo>
                      <a:pt x="6" y="45"/>
                    </a:lnTo>
                    <a:lnTo>
                      <a:pt x="6" y="48"/>
                    </a:lnTo>
                    <a:lnTo>
                      <a:pt x="6" y="50"/>
                    </a:lnTo>
                    <a:lnTo>
                      <a:pt x="6" y="51"/>
                    </a:lnTo>
                    <a:lnTo>
                      <a:pt x="6" y="51"/>
                    </a:lnTo>
                    <a:lnTo>
                      <a:pt x="6" y="52"/>
                    </a:lnTo>
                    <a:lnTo>
                      <a:pt x="6" y="54"/>
                    </a:lnTo>
                    <a:lnTo>
                      <a:pt x="6" y="54"/>
                    </a:lnTo>
                    <a:lnTo>
                      <a:pt x="7" y="5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84" name="Freeform 844"/>
              <p:cNvSpPr/>
              <p:nvPr/>
            </p:nvSpPr>
            <p:spPr bwMode="auto">
              <a:xfrm>
                <a:off x="1268" y="2976"/>
                <a:ext cx="7" cy="54"/>
              </a:xfrm>
              <a:custGeom>
                <a:avLst/>
                <a:gdLst>
                  <a:gd name="T0" fmla="*/ 0 w 7"/>
                  <a:gd name="T1" fmla="*/ 5 h 54"/>
                  <a:gd name="T2" fmla="*/ 1 w 7"/>
                  <a:gd name="T3" fmla="*/ 6 h 54"/>
                  <a:gd name="T4" fmla="*/ 1 w 7"/>
                  <a:gd name="T5" fmla="*/ 5 h 54"/>
                  <a:gd name="T6" fmla="*/ 1 w 7"/>
                  <a:gd name="T7" fmla="*/ 3 h 54"/>
                  <a:gd name="T8" fmla="*/ 1 w 7"/>
                  <a:gd name="T9" fmla="*/ 2 h 54"/>
                  <a:gd name="T10" fmla="*/ 1 w 7"/>
                  <a:gd name="T11" fmla="*/ 2 h 54"/>
                  <a:gd name="T12" fmla="*/ 1 w 7"/>
                  <a:gd name="T13" fmla="*/ 0 h 54"/>
                  <a:gd name="T14" fmla="*/ 1 w 7"/>
                  <a:gd name="T15" fmla="*/ 0 h 54"/>
                  <a:gd name="T16" fmla="*/ 1 w 7"/>
                  <a:gd name="T17" fmla="*/ 1 h 54"/>
                  <a:gd name="T18" fmla="*/ 1 w 7"/>
                  <a:gd name="T19" fmla="*/ 2 h 54"/>
                  <a:gd name="T20" fmla="*/ 2 w 7"/>
                  <a:gd name="T21" fmla="*/ 0 h 54"/>
                  <a:gd name="T22" fmla="*/ 2 w 7"/>
                  <a:gd name="T23" fmla="*/ 0 h 54"/>
                  <a:gd name="T24" fmla="*/ 2 w 7"/>
                  <a:gd name="T25" fmla="*/ 2 h 54"/>
                  <a:gd name="T26" fmla="*/ 2 w 7"/>
                  <a:gd name="T27" fmla="*/ 3 h 54"/>
                  <a:gd name="T28" fmla="*/ 2 w 7"/>
                  <a:gd name="T29" fmla="*/ 4 h 54"/>
                  <a:gd name="T30" fmla="*/ 2 w 7"/>
                  <a:gd name="T31" fmla="*/ 4 h 54"/>
                  <a:gd name="T32" fmla="*/ 3 w 7"/>
                  <a:gd name="T33" fmla="*/ 4 h 54"/>
                  <a:gd name="T34" fmla="*/ 3 w 7"/>
                  <a:gd name="T35" fmla="*/ 5 h 54"/>
                  <a:gd name="T36" fmla="*/ 3 w 7"/>
                  <a:gd name="T37" fmla="*/ 5 h 54"/>
                  <a:gd name="T38" fmla="*/ 3 w 7"/>
                  <a:gd name="T39" fmla="*/ 6 h 54"/>
                  <a:gd name="T40" fmla="*/ 3 w 7"/>
                  <a:gd name="T41" fmla="*/ 6 h 54"/>
                  <a:gd name="T42" fmla="*/ 3 w 7"/>
                  <a:gd name="T43" fmla="*/ 6 h 54"/>
                  <a:gd name="T44" fmla="*/ 3 w 7"/>
                  <a:gd name="T45" fmla="*/ 6 h 54"/>
                  <a:gd name="T46" fmla="*/ 3 w 7"/>
                  <a:gd name="T47" fmla="*/ 6 h 54"/>
                  <a:gd name="T48" fmla="*/ 3 w 7"/>
                  <a:gd name="T49" fmla="*/ 6 h 54"/>
                  <a:gd name="T50" fmla="*/ 4 w 7"/>
                  <a:gd name="T51" fmla="*/ 7 h 54"/>
                  <a:gd name="T52" fmla="*/ 4 w 7"/>
                  <a:gd name="T53" fmla="*/ 8 h 54"/>
                  <a:gd name="T54" fmla="*/ 4 w 7"/>
                  <a:gd name="T55" fmla="*/ 8 h 54"/>
                  <a:gd name="T56" fmla="*/ 4 w 7"/>
                  <a:gd name="T57" fmla="*/ 8 h 54"/>
                  <a:gd name="T58" fmla="*/ 4 w 7"/>
                  <a:gd name="T59" fmla="*/ 7 h 54"/>
                  <a:gd name="T60" fmla="*/ 4 w 7"/>
                  <a:gd name="T61" fmla="*/ 7 h 54"/>
                  <a:gd name="T62" fmla="*/ 5 w 7"/>
                  <a:gd name="T63" fmla="*/ 8 h 54"/>
                  <a:gd name="T64" fmla="*/ 5 w 7"/>
                  <a:gd name="T65" fmla="*/ 7 h 54"/>
                  <a:gd name="T66" fmla="*/ 5 w 7"/>
                  <a:gd name="T67" fmla="*/ 4 h 54"/>
                  <a:gd name="T68" fmla="*/ 5 w 7"/>
                  <a:gd name="T69" fmla="*/ 5 h 54"/>
                  <a:gd name="T70" fmla="*/ 5 w 7"/>
                  <a:gd name="T71" fmla="*/ 7 h 54"/>
                  <a:gd name="T72" fmla="*/ 5 w 7"/>
                  <a:gd name="T73" fmla="*/ 7 h 54"/>
                  <a:gd name="T74" fmla="*/ 5 w 7"/>
                  <a:gd name="T75" fmla="*/ 8 h 54"/>
                  <a:gd name="T76" fmla="*/ 5 w 7"/>
                  <a:gd name="T77" fmla="*/ 10 h 54"/>
                  <a:gd name="T78" fmla="*/ 5 w 7"/>
                  <a:gd name="T79" fmla="*/ 14 h 54"/>
                  <a:gd name="T80" fmla="*/ 5 w 7"/>
                  <a:gd name="T81" fmla="*/ 18 h 54"/>
                  <a:gd name="T82" fmla="*/ 6 w 7"/>
                  <a:gd name="T83" fmla="*/ 24 h 54"/>
                  <a:gd name="T84" fmla="*/ 6 w 7"/>
                  <a:gd name="T85" fmla="*/ 29 h 54"/>
                  <a:gd name="T86" fmla="*/ 6 w 7"/>
                  <a:gd name="T87" fmla="*/ 33 h 54"/>
                  <a:gd name="T88" fmla="*/ 6 w 7"/>
                  <a:gd name="T89" fmla="*/ 38 h 54"/>
                  <a:gd name="T90" fmla="*/ 6 w 7"/>
                  <a:gd name="T91" fmla="*/ 45 h 54"/>
                  <a:gd name="T92" fmla="*/ 6 w 7"/>
                  <a:gd name="T93" fmla="*/ 49 h 54"/>
                  <a:gd name="T94" fmla="*/ 6 w 7"/>
                  <a:gd name="T95" fmla="*/ 50 h 54"/>
                  <a:gd name="T96" fmla="*/ 6 w 7"/>
                  <a:gd name="T97" fmla="*/ 52 h 54"/>
                  <a:gd name="T98" fmla="*/ 6 w 7"/>
                  <a:gd name="T99" fmla="*/ 54 h 54"/>
                  <a:gd name="T100" fmla="*/ 7 w 7"/>
                  <a:gd name="T101" fmla="*/ 54 h 54"/>
                  <a:gd name="T102" fmla="*/ 7 w 7"/>
                  <a:gd name="T103" fmla="*/ 5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4">
                    <a:moveTo>
                      <a:pt x="0" y="5"/>
                    </a:moveTo>
                    <a:lnTo>
                      <a:pt x="1" y="6"/>
                    </a:lnTo>
                    <a:lnTo>
                      <a:pt x="1" y="5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3" y="4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4" y="7"/>
                    </a:lnTo>
                    <a:lnTo>
                      <a:pt x="4" y="8"/>
                    </a:lnTo>
                    <a:lnTo>
                      <a:pt x="4" y="8"/>
                    </a:lnTo>
                    <a:lnTo>
                      <a:pt x="4" y="8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5" y="8"/>
                    </a:lnTo>
                    <a:lnTo>
                      <a:pt x="5" y="7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5" y="8"/>
                    </a:lnTo>
                    <a:lnTo>
                      <a:pt x="5" y="10"/>
                    </a:lnTo>
                    <a:lnTo>
                      <a:pt x="5" y="14"/>
                    </a:lnTo>
                    <a:lnTo>
                      <a:pt x="5" y="18"/>
                    </a:lnTo>
                    <a:lnTo>
                      <a:pt x="6" y="24"/>
                    </a:lnTo>
                    <a:lnTo>
                      <a:pt x="6" y="29"/>
                    </a:lnTo>
                    <a:lnTo>
                      <a:pt x="6" y="33"/>
                    </a:lnTo>
                    <a:lnTo>
                      <a:pt x="6" y="38"/>
                    </a:lnTo>
                    <a:lnTo>
                      <a:pt x="6" y="45"/>
                    </a:lnTo>
                    <a:lnTo>
                      <a:pt x="6" y="49"/>
                    </a:lnTo>
                    <a:lnTo>
                      <a:pt x="6" y="50"/>
                    </a:lnTo>
                    <a:lnTo>
                      <a:pt x="6" y="52"/>
                    </a:lnTo>
                    <a:lnTo>
                      <a:pt x="6" y="54"/>
                    </a:lnTo>
                    <a:lnTo>
                      <a:pt x="7" y="54"/>
                    </a:lnTo>
                    <a:lnTo>
                      <a:pt x="7" y="5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85" name="Freeform 845"/>
              <p:cNvSpPr/>
              <p:nvPr/>
            </p:nvSpPr>
            <p:spPr bwMode="auto">
              <a:xfrm>
                <a:off x="1275" y="2985"/>
                <a:ext cx="6" cy="56"/>
              </a:xfrm>
              <a:custGeom>
                <a:avLst/>
                <a:gdLst>
                  <a:gd name="T0" fmla="*/ 0 w 6"/>
                  <a:gd name="T1" fmla="*/ 45 h 56"/>
                  <a:gd name="T2" fmla="*/ 0 w 6"/>
                  <a:gd name="T3" fmla="*/ 43 h 56"/>
                  <a:gd name="T4" fmla="*/ 0 w 6"/>
                  <a:gd name="T5" fmla="*/ 41 h 56"/>
                  <a:gd name="T6" fmla="*/ 0 w 6"/>
                  <a:gd name="T7" fmla="*/ 41 h 56"/>
                  <a:gd name="T8" fmla="*/ 0 w 6"/>
                  <a:gd name="T9" fmla="*/ 44 h 56"/>
                  <a:gd name="T10" fmla="*/ 0 w 6"/>
                  <a:gd name="T11" fmla="*/ 45 h 56"/>
                  <a:gd name="T12" fmla="*/ 1 w 6"/>
                  <a:gd name="T13" fmla="*/ 45 h 56"/>
                  <a:gd name="T14" fmla="*/ 1 w 6"/>
                  <a:gd name="T15" fmla="*/ 47 h 56"/>
                  <a:gd name="T16" fmla="*/ 1 w 6"/>
                  <a:gd name="T17" fmla="*/ 50 h 56"/>
                  <a:gd name="T18" fmla="*/ 1 w 6"/>
                  <a:gd name="T19" fmla="*/ 53 h 56"/>
                  <a:gd name="T20" fmla="*/ 1 w 6"/>
                  <a:gd name="T21" fmla="*/ 56 h 56"/>
                  <a:gd name="T22" fmla="*/ 1 w 6"/>
                  <a:gd name="T23" fmla="*/ 55 h 56"/>
                  <a:gd name="T24" fmla="*/ 1 w 6"/>
                  <a:gd name="T25" fmla="*/ 48 h 56"/>
                  <a:gd name="T26" fmla="*/ 1 w 6"/>
                  <a:gd name="T27" fmla="*/ 45 h 56"/>
                  <a:gd name="T28" fmla="*/ 1 w 6"/>
                  <a:gd name="T29" fmla="*/ 47 h 56"/>
                  <a:gd name="T30" fmla="*/ 2 w 6"/>
                  <a:gd name="T31" fmla="*/ 45 h 56"/>
                  <a:gd name="T32" fmla="*/ 2 w 6"/>
                  <a:gd name="T33" fmla="*/ 38 h 56"/>
                  <a:gd name="T34" fmla="*/ 2 w 6"/>
                  <a:gd name="T35" fmla="*/ 34 h 56"/>
                  <a:gd name="T36" fmla="*/ 2 w 6"/>
                  <a:gd name="T37" fmla="*/ 35 h 56"/>
                  <a:gd name="T38" fmla="*/ 2 w 6"/>
                  <a:gd name="T39" fmla="*/ 31 h 56"/>
                  <a:gd name="T40" fmla="*/ 2 w 6"/>
                  <a:gd name="T41" fmla="*/ 28 h 56"/>
                  <a:gd name="T42" fmla="*/ 3 w 6"/>
                  <a:gd name="T43" fmla="*/ 31 h 56"/>
                  <a:gd name="T44" fmla="*/ 3 w 6"/>
                  <a:gd name="T45" fmla="*/ 37 h 56"/>
                  <a:gd name="T46" fmla="*/ 3 w 6"/>
                  <a:gd name="T47" fmla="*/ 38 h 56"/>
                  <a:gd name="T48" fmla="*/ 3 w 6"/>
                  <a:gd name="T49" fmla="*/ 35 h 56"/>
                  <a:gd name="T50" fmla="*/ 3 w 6"/>
                  <a:gd name="T51" fmla="*/ 33 h 56"/>
                  <a:gd name="T52" fmla="*/ 3 w 6"/>
                  <a:gd name="T53" fmla="*/ 33 h 56"/>
                  <a:gd name="T54" fmla="*/ 3 w 6"/>
                  <a:gd name="T55" fmla="*/ 33 h 56"/>
                  <a:gd name="T56" fmla="*/ 3 w 6"/>
                  <a:gd name="T57" fmla="*/ 31 h 56"/>
                  <a:gd name="T58" fmla="*/ 3 w 6"/>
                  <a:gd name="T59" fmla="*/ 28 h 56"/>
                  <a:gd name="T60" fmla="*/ 4 w 6"/>
                  <a:gd name="T61" fmla="*/ 23 h 56"/>
                  <a:gd name="T62" fmla="*/ 4 w 6"/>
                  <a:gd name="T63" fmla="*/ 18 h 56"/>
                  <a:gd name="T64" fmla="*/ 4 w 6"/>
                  <a:gd name="T65" fmla="*/ 16 h 56"/>
                  <a:gd name="T66" fmla="*/ 4 w 6"/>
                  <a:gd name="T67" fmla="*/ 18 h 56"/>
                  <a:gd name="T68" fmla="*/ 4 w 6"/>
                  <a:gd name="T69" fmla="*/ 17 h 56"/>
                  <a:gd name="T70" fmla="*/ 4 w 6"/>
                  <a:gd name="T71" fmla="*/ 12 h 56"/>
                  <a:gd name="T72" fmla="*/ 4 w 6"/>
                  <a:gd name="T73" fmla="*/ 9 h 56"/>
                  <a:gd name="T74" fmla="*/ 4 w 6"/>
                  <a:gd name="T75" fmla="*/ 11 h 56"/>
                  <a:gd name="T76" fmla="*/ 4 w 6"/>
                  <a:gd name="T77" fmla="*/ 11 h 56"/>
                  <a:gd name="T78" fmla="*/ 5 w 6"/>
                  <a:gd name="T79" fmla="*/ 8 h 56"/>
                  <a:gd name="T80" fmla="*/ 5 w 6"/>
                  <a:gd name="T81" fmla="*/ 10 h 56"/>
                  <a:gd name="T82" fmla="*/ 5 w 6"/>
                  <a:gd name="T83" fmla="*/ 11 h 56"/>
                  <a:gd name="T84" fmla="*/ 5 w 6"/>
                  <a:gd name="T85" fmla="*/ 9 h 56"/>
                  <a:gd name="T86" fmla="*/ 5 w 6"/>
                  <a:gd name="T87" fmla="*/ 8 h 56"/>
                  <a:gd name="T88" fmla="*/ 5 w 6"/>
                  <a:gd name="T89" fmla="*/ 10 h 56"/>
                  <a:gd name="T90" fmla="*/ 6 w 6"/>
                  <a:gd name="T91" fmla="*/ 10 h 56"/>
                  <a:gd name="T92" fmla="*/ 6 w 6"/>
                  <a:gd name="T93" fmla="*/ 7 h 56"/>
                  <a:gd name="T94" fmla="*/ 6 w 6"/>
                  <a:gd name="T95" fmla="*/ 6 h 56"/>
                  <a:gd name="T96" fmla="*/ 6 w 6"/>
                  <a:gd name="T97" fmla="*/ 6 h 56"/>
                  <a:gd name="T98" fmla="*/ 6 w 6"/>
                  <a:gd name="T99" fmla="*/ 3 h 56"/>
                  <a:gd name="T100" fmla="*/ 6 w 6"/>
                  <a:gd name="T101" fmla="*/ 0 h 56"/>
                  <a:gd name="T102" fmla="*/ 6 w 6"/>
                  <a:gd name="T10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6">
                    <a:moveTo>
                      <a:pt x="0" y="45"/>
                    </a:moveTo>
                    <a:lnTo>
                      <a:pt x="0" y="43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0" y="44"/>
                    </a:lnTo>
                    <a:lnTo>
                      <a:pt x="0" y="45"/>
                    </a:lnTo>
                    <a:lnTo>
                      <a:pt x="1" y="45"/>
                    </a:lnTo>
                    <a:lnTo>
                      <a:pt x="1" y="47"/>
                    </a:lnTo>
                    <a:lnTo>
                      <a:pt x="1" y="50"/>
                    </a:lnTo>
                    <a:lnTo>
                      <a:pt x="1" y="53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48"/>
                    </a:lnTo>
                    <a:lnTo>
                      <a:pt x="1" y="45"/>
                    </a:lnTo>
                    <a:lnTo>
                      <a:pt x="1" y="47"/>
                    </a:lnTo>
                    <a:lnTo>
                      <a:pt x="2" y="45"/>
                    </a:lnTo>
                    <a:lnTo>
                      <a:pt x="2" y="38"/>
                    </a:lnTo>
                    <a:lnTo>
                      <a:pt x="2" y="34"/>
                    </a:lnTo>
                    <a:lnTo>
                      <a:pt x="2" y="35"/>
                    </a:lnTo>
                    <a:lnTo>
                      <a:pt x="2" y="31"/>
                    </a:lnTo>
                    <a:lnTo>
                      <a:pt x="2" y="28"/>
                    </a:lnTo>
                    <a:lnTo>
                      <a:pt x="3" y="31"/>
                    </a:lnTo>
                    <a:lnTo>
                      <a:pt x="3" y="37"/>
                    </a:lnTo>
                    <a:lnTo>
                      <a:pt x="3" y="38"/>
                    </a:lnTo>
                    <a:lnTo>
                      <a:pt x="3" y="35"/>
                    </a:lnTo>
                    <a:lnTo>
                      <a:pt x="3" y="33"/>
                    </a:lnTo>
                    <a:lnTo>
                      <a:pt x="3" y="33"/>
                    </a:lnTo>
                    <a:lnTo>
                      <a:pt x="3" y="33"/>
                    </a:lnTo>
                    <a:lnTo>
                      <a:pt x="3" y="31"/>
                    </a:lnTo>
                    <a:lnTo>
                      <a:pt x="3" y="28"/>
                    </a:lnTo>
                    <a:lnTo>
                      <a:pt x="4" y="23"/>
                    </a:lnTo>
                    <a:lnTo>
                      <a:pt x="4" y="18"/>
                    </a:lnTo>
                    <a:lnTo>
                      <a:pt x="4" y="16"/>
                    </a:lnTo>
                    <a:lnTo>
                      <a:pt x="4" y="18"/>
                    </a:lnTo>
                    <a:lnTo>
                      <a:pt x="4" y="17"/>
                    </a:lnTo>
                    <a:lnTo>
                      <a:pt x="4" y="12"/>
                    </a:lnTo>
                    <a:lnTo>
                      <a:pt x="4" y="9"/>
                    </a:lnTo>
                    <a:lnTo>
                      <a:pt x="4" y="11"/>
                    </a:lnTo>
                    <a:lnTo>
                      <a:pt x="4" y="11"/>
                    </a:lnTo>
                    <a:lnTo>
                      <a:pt x="5" y="8"/>
                    </a:lnTo>
                    <a:lnTo>
                      <a:pt x="5" y="10"/>
                    </a:lnTo>
                    <a:lnTo>
                      <a:pt x="5" y="11"/>
                    </a:lnTo>
                    <a:lnTo>
                      <a:pt x="5" y="9"/>
                    </a:lnTo>
                    <a:lnTo>
                      <a:pt x="5" y="8"/>
                    </a:lnTo>
                    <a:lnTo>
                      <a:pt x="5" y="10"/>
                    </a:lnTo>
                    <a:lnTo>
                      <a:pt x="6" y="10"/>
                    </a:lnTo>
                    <a:lnTo>
                      <a:pt x="6" y="7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6" y="3"/>
                    </a:lnTo>
                    <a:lnTo>
                      <a:pt x="6" y="0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86" name="Freeform 846"/>
              <p:cNvSpPr/>
              <p:nvPr/>
            </p:nvSpPr>
            <p:spPr bwMode="auto">
              <a:xfrm>
                <a:off x="1281" y="2901"/>
                <a:ext cx="7" cy="84"/>
              </a:xfrm>
              <a:custGeom>
                <a:avLst/>
                <a:gdLst>
                  <a:gd name="T0" fmla="*/ 0 w 7"/>
                  <a:gd name="T1" fmla="*/ 84 h 84"/>
                  <a:gd name="T2" fmla="*/ 0 w 7"/>
                  <a:gd name="T3" fmla="*/ 84 h 84"/>
                  <a:gd name="T4" fmla="*/ 0 w 7"/>
                  <a:gd name="T5" fmla="*/ 82 h 84"/>
                  <a:gd name="T6" fmla="*/ 0 w 7"/>
                  <a:gd name="T7" fmla="*/ 78 h 84"/>
                  <a:gd name="T8" fmla="*/ 0 w 7"/>
                  <a:gd name="T9" fmla="*/ 77 h 84"/>
                  <a:gd name="T10" fmla="*/ 1 w 7"/>
                  <a:gd name="T11" fmla="*/ 78 h 84"/>
                  <a:gd name="T12" fmla="*/ 1 w 7"/>
                  <a:gd name="T13" fmla="*/ 75 h 84"/>
                  <a:gd name="T14" fmla="*/ 1 w 7"/>
                  <a:gd name="T15" fmla="*/ 69 h 84"/>
                  <a:gd name="T16" fmla="*/ 1 w 7"/>
                  <a:gd name="T17" fmla="*/ 65 h 84"/>
                  <a:gd name="T18" fmla="*/ 1 w 7"/>
                  <a:gd name="T19" fmla="*/ 65 h 84"/>
                  <a:gd name="T20" fmla="*/ 1 w 7"/>
                  <a:gd name="T21" fmla="*/ 66 h 84"/>
                  <a:gd name="T22" fmla="*/ 2 w 7"/>
                  <a:gd name="T23" fmla="*/ 62 h 84"/>
                  <a:gd name="T24" fmla="*/ 2 w 7"/>
                  <a:gd name="T25" fmla="*/ 58 h 84"/>
                  <a:gd name="T26" fmla="*/ 2 w 7"/>
                  <a:gd name="T27" fmla="*/ 58 h 84"/>
                  <a:gd name="T28" fmla="*/ 2 w 7"/>
                  <a:gd name="T29" fmla="*/ 57 h 84"/>
                  <a:gd name="T30" fmla="*/ 2 w 7"/>
                  <a:gd name="T31" fmla="*/ 55 h 84"/>
                  <a:gd name="T32" fmla="*/ 2 w 7"/>
                  <a:gd name="T33" fmla="*/ 54 h 84"/>
                  <a:gd name="T34" fmla="*/ 2 w 7"/>
                  <a:gd name="T35" fmla="*/ 54 h 84"/>
                  <a:gd name="T36" fmla="*/ 2 w 7"/>
                  <a:gd name="T37" fmla="*/ 50 h 84"/>
                  <a:gd name="T38" fmla="*/ 2 w 7"/>
                  <a:gd name="T39" fmla="*/ 47 h 84"/>
                  <a:gd name="T40" fmla="*/ 3 w 7"/>
                  <a:gd name="T41" fmla="*/ 48 h 84"/>
                  <a:gd name="T42" fmla="*/ 3 w 7"/>
                  <a:gd name="T43" fmla="*/ 48 h 84"/>
                  <a:gd name="T44" fmla="*/ 3 w 7"/>
                  <a:gd name="T45" fmla="*/ 45 h 84"/>
                  <a:gd name="T46" fmla="*/ 3 w 7"/>
                  <a:gd name="T47" fmla="*/ 43 h 84"/>
                  <a:gd name="T48" fmla="*/ 3 w 7"/>
                  <a:gd name="T49" fmla="*/ 41 h 84"/>
                  <a:gd name="T50" fmla="*/ 3 w 7"/>
                  <a:gd name="T51" fmla="*/ 39 h 84"/>
                  <a:gd name="T52" fmla="*/ 3 w 7"/>
                  <a:gd name="T53" fmla="*/ 37 h 84"/>
                  <a:gd name="T54" fmla="*/ 3 w 7"/>
                  <a:gd name="T55" fmla="*/ 37 h 84"/>
                  <a:gd name="T56" fmla="*/ 3 w 7"/>
                  <a:gd name="T57" fmla="*/ 37 h 84"/>
                  <a:gd name="T58" fmla="*/ 4 w 7"/>
                  <a:gd name="T59" fmla="*/ 35 h 84"/>
                  <a:gd name="T60" fmla="*/ 4 w 7"/>
                  <a:gd name="T61" fmla="*/ 34 h 84"/>
                  <a:gd name="T62" fmla="*/ 4 w 7"/>
                  <a:gd name="T63" fmla="*/ 34 h 84"/>
                  <a:gd name="T64" fmla="*/ 4 w 7"/>
                  <a:gd name="T65" fmla="*/ 33 h 84"/>
                  <a:gd name="T66" fmla="*/ 4 w 7"/>
                  <a:gd name="T67" fmla="*/ 30 h 84"/>
                  <a:gd name="T68" fmla="*/ 4 w 7"/>
                  <a:gd name="T69" fmla="*/ 26 h 84"/>
                  <a:gd name="T70" fmla="*/ 5 w 7"/>
                  <a:gd name="T71" fmla="*/ 22 h 84"/>
                  <a:gd name="T72" fmla="*/ 5 w 7"/>
                  <a:gd name="T73" fmla="*/ 19 h 84"/>
                  <a:gd name="T74" fmla="*/ 5 w 7"/>
                  <a:gd name="T75" fmla="*/ 16 h 84"/>
                  <a:gd name="T76" fmla="*/ 5 w 7"/>
                  <a:gd name="T77" fmla="*/ 13 h 84"/>
                  <a:gd name="T78" fmla="*/ 5 w 7"/>
                  <a:gd name="T79" fmla="*/ 9 h 84"/>
                  <a:gd name="T80" fmla="*/ 5 w 7"/>
                  <a:gd name="T81" fmla="*/ 4 h 84"/>
                  <a:gd name="T82" fmla="*/ 5 w 7"/>
                  <a:gd name="T83" fmla="*/ 0 h 84"/>
                  <a:gd name="T84" fmla="*/ 5 w 7"/>
                  <a:gd name="T85" fmla="*/ 0 h 84"/>
                  <a:gd name="T86" fmla="*/ 5 w 7"/>
                  <a:gd name="T87" fmla="*/ 3 h 84"/>
                  <a:gd name="T88" fmla="*/ 6 w 7"/>
                  <a:gd name="T89" fmla="*/ 5 h 84"/>
                  <a:gd name="T90" fmla="*/ 6 w 7"/>
                  <a:gd name="T91" fmla="*/ 5 h 84"/>
                  <a:gd name="T92" fmla="*/ 6 w 7"/>
                  <a:gd name="T93" fmla="*/ 7 h 84"/>
                  <a:gd name="T94" fmla="*/ 6 w 7"/>
                  <a:gd name="T95" fmla="*/ 10 h 84"/>
                  <a:gd name="T96" fmla="*/ 6 w 7"/>
                  <a:gd name="T97" fmla="*/ 13 h 84"/>
                  <a:gd name="T98" fmla="*/ 6 w 7"/>
                  <a:gd name="T99" fmla="*/ 18 h 84"/>
                  <a:gd name="T100" fmla="*/ 7 w 7"/>
                  <a:gd name="T101" fmla="*/ 22 h 84"/>
                  <a:gd name="T102" fmla="*/ 7 w 7"/>
                  <a:gd name="T103" fmla="*/ 23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84">
                    <a:moveTo>
                      <a:pt x="0" y="84"/>
                    </a:moveTo>
                    <a:lnTo>
                      <a:pt x="0" y="84"/>
                    </a:lnTo>
                    <a:lnTo>
                      <a:pt x="0" y="82"/>
                    </a:lnTo>
                    <a:lnTo>
                      <a:pt x="0" y="78"/>
                    </a:lnTo>
                    <a:lnTo>
                      <a:pt x="0" y="77"/>
                    </a:lnTo>
                    <a:lnTo>
                      <a:pt x="1" y="78"/>
                    </a:lnTo>
                    <a:lnTo>
                      <a:pt x="1" y="75"/>
                    </a:lnTo>
                    <a:lnTo>
                      <a:pt x="1" y="69"/>
                    </a:lnTo>
                    <a:lnTo>
                      <a:pt x="1" y="65"/>
                    </a:lnTo>
                    <a:lnTo>
                      <a:pt x="1" y="65"/>
                    </a:lnTo>
                    <a:lnTo>
                      <a:pt x="1" y="66"/>
                    </a:lnTo>
                    <a:lnTo>
                      <a:pt x="2" y="62"/>
                    </a:lnTo>
                    <a:lnTo>
                      <a:pt x="2" y="58"/>
                    </a:lnTo>
                    <a:lnTo>
                      <a:pt x="2" y="58"/>
                    </a:lnTo>
                    <a:lnTo>
                      <a:pt x="2" y="57"/>
                    </a:lnTo>
                    <a:lnTo>
                      <a:pt x="2" y="55"/>
                    </a:lnTo>
                    <a:lnTo>
                      <a:pt x="2" y="54"/>
                    </a:lnTo>
                    <a:lnTo>
                      <a:pt x="2" y="54"/>
                    </a:lnTo>
                    <a:lnTo>
                      <a:pt x="2" y="50"/>
                    </a:lnTo>
                    <a:lnTo>
                      <a:pt x="2" y="47"/>
                    </a:lnTo>
                    <a:lnTo>
                      <a:pt x="3" y="48"/>
                    </a:lnTo>
                    <a:lnTo>
                      <a:pt x="3" y="48"/>
                    </a:lnTo>
                    <a:lnTo>
                      <a:pt x="3" y="45"/>
                    </a:lnTo>
                    <a:lnTo>
                      <a:pt x="3" y="43"/>
                    </a:lnTo>
                    <a:lnTo>
                      <a:pt x="3" y="41"/>
                    </a:lnTo>
                    <a:lnTo>
                      <a:pt x="3" y="39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4" y="35"/>
                    </a:lnTo>
                    <a:lnTo>
                      <a:pt x="4" y="34"/>
                    </a:lnTo>
                    <a:lnTo>
                      <a:pt x="4" y="34"/>
                    </a:lnTo>
                    <a:lnTo>
                      <a:pt x="4" y="33"/>
                    </a:lnTo>
                    <a:lnTo>
                      <a:pt x="4" y="30"/>
                    </a:lnTo>
                    <a:lnTo>
                      <a:pt x="4" y="26"/>
                    </a:lnTo>
                    <a:lnTo>
                      <a:pt x="5" y="22"/>
                    </a:lnTo>
                    <a:lnTo>
                      <a:pt x="5" y="19"/>
                    </a:lnTo>
                    <a:lnTo>
                      <a:pt x="5" y="16"/>
                    </a:lnTo>
                    <a:lnTo>
                      <a:pt x="5" y="13"/>
                    </a:lnTo>
                    <a:lnTo>
                      <a:pt x="5" y="9"/>
                    </a:lnTo>
                    <a:lnTo>
                      <a:pt x="5" y="4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3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6" y="7"/>
                    </a:lnTo>
                    <a:lnTo>
                      <a:pt x="6" y="10"/>
                    </a:lnTo>
                    <a:lnTo>
                      <a:pt x="6" y="13"/>
                    </a:lnTo>
                    <a:lnTo>
                      <a:pt x="6" y="18"/>
                    </a:lnTo>
                    <a:lnTo>
                      <a:pt x="7" y="22"/>
                    </a:lnTo>
                    <a:lnTo>
                      <a:pt x="7" y="2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87" name="Freeform 847"/>
              <p:cNvSpPr/>
              <p:nvPr/>
            </p:nvSpPr>
            <p:spPr bwMode="auto">
              <a:xfrm>
                <a:off x="1288" y="2921"/>
                <a:ext cx="6" cy="35"/>
              </a:xfrm>
              <a:custGeom>
                <a:avLst/>
                <a:gdLst>
                  <a:gd name="T0" fmla="*/ 0 w 6"/>
                  <a:gd name="T1" fmla="*/ 2 h 35"/>
                  <a:gd name="T2" fmla="*/ 0 w 6"/>
                  <a:gd name="T3" fmla="*/ 3 h 35"/>
                  <a:gd name="T4" fmla="*/ 0 w 6"/>
                  <a:gd name="T5" fmla="*/ 2 h 35"/>
                  <a:gd name="T6" fmla="*/ 0 w 6"/>
                  <a:gd name="T7" fmla="*/ 4 h 35"/>
                  <a:gd name="T8" fmla="*/ 0 w 6"/>
                  <a:gd name="T9" fmla="*/ 6 h 35"/>
                  <a:gd name="T10" fmla="*/ 0 w 6"/>
                  <a:gd name="T11" fmla="*/ 7 h 35"/>
                  <a:gd name="T12" fmla="*/ 0 w 6"/>
                  <a:gd name="T13" fmla="*/ 8 h 35"/>
                  <a:gd name="T14" fmla="*/ 0 w 6"/>
                  <a:gd name="T15" fmla="*/ 10 h 35"/>
                  <a:gd name="T16" fmla="*/ 0 w 6"/>
                  <a:gd name="T17" fmla="*/ 14 h 35"/>
                  <a:gd name="T18" fmla="*/ 1 w 6"/>
                  <a:gd name="T19" fmla="*/ 17 h 35"/>
                  <a:gd name="T20" fmla="*/ 1 w 6"/>
                  <a:gd name="T21" fmla="*/ 21 h 35"/>
                  <a:gd name="T22" fmla="*/ 1 w 6"/>
                  <a:gd name="T23" fmla="*/ 25 h 35"/>
                  <a:gd name="T24" fmla="*/ 1 w 6"/>
                  <a:gd name="T25" fmla="*/ 29 h 35"/>
                  <a:gd name="T26" fmla="*/ 1 w 6"/>
                  <a:gd name="T27" fmla="*/ 31 h 35"/>
                  <a:gd name="T28" fmla="*/ 1 w 6"/>
                  <a:gd name="T29" fmla="*/ 32 h 35"/>
                  <a:gd name="T30" fmla="*/ 1 w 6"/>
                  <a:gd name="T31" fmla="*/ 31 h 35"/>
                  <a:gd name="T32" fmla="*/ 1 w 6"/>
                  <a:gd name="T33" fmla="*/ 30 h 35"/>
                  <a:gd name="T34" fmla="*/ 1 w 6"/>
                  <a:gd name="T35" fmla="*/ 26 h 35"/>
                  <a:gd name="T36" fmla="*/ 1 w 6"/>
                  <a:gd name="T37" fmla="*/ 22 h 35"/>
                  <a:gd name="T38" fmla="*/ 2 w 6"/>
                  <a:gd name="T39" fmla="*/ 20 h 35"/>
                  <a:gd name="T40" fmla="*/ 2 w 6"/>
                  <a:gd name="T41" fmla="*/ 15 h 35"/>
                  <a:gd name="T42" fmla="*/ 2 w 6"/>
                  <a:gd name="T43" fmla="*/ 9 h 35"/>
                  <a:gd name="T44" fmla="*/ 2 w 6"/>
                  <a:gd name="T45" fmla="*/ 4 h 35"/>
                  <a:gd name="T46" fmla="*/ 2 w 6"/>
                  <a:gd name="T47" fmla="*/ 1 h 35"/>
                  <a:gd name="T48" fmla="*/ 2 w 6"/>
                  <a:gd name="T49" fmla="*/ 0 h 35"/>
                  <a:gd name="T50" fmla="*/ 3 w 6"/>
                  <a:gd name="T51" fmla="*/ 0 h 35"/>
                  <a:gd name="T52" fmla="*/ 3 w 6"/>
                  <a:gd name="T53" fmla="*/ 3 h 35"/>
                  <a:gd name="T54" fmla="*/ 3 w 6"/>
                  <a:gd name="T55" fmla="*/ 5 h 35"/>
                  <a:gd name="T56" fmla="*/ 3 w 6"/>
                  <a:gd name="T57" fmla="*/ 6 h 35"/>
                  <a:gd name="T58" fmla="*/ 3 w 6"/>
                  <a:gd name="T59" fmla="*/ 8 h 35"/>
                  <a:gd name="T60" fmla="*/ 3 w 6"/>
                  <a:gd name="T61" fmla="*/ 10 h 35"/>
                  <a:gd name="T62" fmla="*/ 3 w 6"/>
                  <a:gd name="T63" fmla="*/ 12 h 35"/>
                  <a:gd name="T64" fmla="*/ 3 w 6"/>
                  <a:gd name="T65" fmla="*/ 11 h 35"/>
                  <a:gd name="T66" fmla="*/ 3 w 6"/>
                  <a:gd name="T67" fmla="*/ 10 h 35"/>
                  <a:gd name="T68" fmla="*/ 4 w 6"/>
                  <a:gd name="T69" fmla="*/ 10 h 35"/>
                  <a:gd name="T70" fmla="*/ 4 w 6"/>
                  <a:gd name="T71" fmla="*/ 7 h 35"/>
                  <a:gd name="T72" fmla="*/ 4 w 6"/>
                  <a:gd name="T73" fmla="*/ 5 h 35"/>
                  <a:gd name="T74" fmla="*/ 4 w 6"/>
                  <a:gd name="T75" fmla="*/ 5 h 35"/>
                  <a:gd name="T76" fmla="*/ 4 w 6"/>
                  <a:gd name="T77" fmla="*/ 5 h 35"/>
                  <a:gd name="T78" fmla="*/ 4 w 6"/>
                  <a:gd name="T79" fmla="*/ 4 h 35"/>
                  <a:gd name="T80" fmla="*/ 5 w 6"/>
                  <a:gd name="T81" fmla="*/ 3 h 35"/>
                  <a:gd name="T82" fmla="*/ 5 w 6"/>
                  <a:gd name="T83" fmla="*/ 6 h 35"/>
                  <a:gd name="T84" fmla="*/ 5 w 6"/>
                  <a:gd name="T85" fmla="*/ 10 h 35"/>
                  <a:gd name="T86" fmla="*/ 5 w 6"/>
                  <a:gd name="T87" fmla="*/ 12 h 35"/>
                  <a:gd name="T88" fmla="*/ 5 w 6"/>
                  <a:gd name="T89" fmla="*/ 14 h 35"/>
                  <a:gd name="T90" fmla="*/ 5 w 6"/>
                  <a:gd name="T91" fmla="*/ 18 h 35"/>
                  <a:gd name="T92" fmla="*/ 5 w 6"/>
                  <a:gd name="T93" fmla="*/ 23 h 35"/>
                  <a:gd name="T94" fmla="*/ 5 w 6"/>
                  <a:gd name="T95" fmla="*/ 26 h 35"/>
                  <a:gd name="T96" fmla="*/ 5 w 6"/>
                  <a:gd name="T97" fmla="*/ 28 h 35"/>
                  <a:gd name="T98" fmla="*/ 6 w 6"/>
                  <a:gd name="T99" fmla="*/ 31 h 35"/>
                  <a:gd name="T100" fmla="*/ 6 w 6"/>
                  <a:gd name="T101" fmla="*/ 33 h 35"/>
                  <a:gd name="T102" fmla="*/ 6 w 6"/>
                  <a:gd name="T103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5">
                    <a:moveTo>
                      <a:pt x="0" y="2"/>
                    </a:moveTo>
                    <a:lnTo>
                      <a:pt x="0" y="3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1" y="17"/>
                    </a:lnTo>
                    <a:lnTo>
                      <a:pt x="1" y="21"/>
                    </a:lnTo>
                    <a:lnTo>
                      <a:pt x="1" y="25"/>
                    </a:lnTo>
                    <a:lnTo>
                      <a:pt x="1" y="29"/>
                    </a:lnTo>
                    <a:lnTo>
                      <a:pt x="1" y="31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26"/>
                    </a:lnTo>
                    <a:lnTo>
                      <a:pt x="1" y="22"/>
                    </a:lnTo>
                    <a:lnTo>
                      <a:pt x="2" y="20"/>
                    </a:lnTo>
                    <a:lnTo>
                      <a:pt x="2" y="15"/>
                    </a:lnTo>
                    <a:lnTo>
                      <a:pt x="2" y="9"/>
                    </a:lnTo>
                    <a:lnTo>
                      <a:pt x="2" y="4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3" y="3"/>
                    </a:lnTo>
                    <a:lnTo>
                      <a:pt x="3" y="5"/>
                    </a:lnTo>
                    <a:lnTo>
                      <a:pt x="3" y="6"/>
                    </a:lnTo>
                    <a:lnTo>
                      <a:pt x="3" y="8"/>
                    </a:lnTo>
                    <a:lnTo>
                      <a:pt x="3" y="10"/>
                    </a:lnTo>
                    <a:lnTo>
                      <a:pt x="3" y="12"/>
                    </a:lnTo>
                    <a:lnTo>
                      <a:pt x="3" y="11"/>
                    </a:lnTo>
                    <a:lnTo>
                      <a:pt x="3" y="10"/>
                    </a:lnTo>
                    <a:lnTo>
                      <a:pt x="4" y="10"/>
                    </a:lnTo>
                    <a:lnTo>
                      <a:pt x="4" y="7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5" y="3"/>
                    </a:lnTo>
                    <a:lnTo>
                      <a:pt x="5" y="6"/>
                    </a:lnTo>
                    <a:lnTo>
                      <a:pt x="5" y="10"/>
                    </a:lnTo>
                    <a:lnTo>
                      <a:pt x="5" y="12"/>
                    </a:lnTo>
                    <a:lnTo>
                      <a:pt x="5" y="14"/>
                    </a:lnTo>
                    <a:lnTo>
                      <a:pt x="5" y="18"/>
                    </a:lnTo>
                    <a:lnTo>
                      <a:pt x="5" y="23"/>
                    </a:lnTo>
                    <a:lnTo>
                      <a:pt x="5" y="26"/>
                    </a:lnTo>
                    <a:lnTo>
                      <a:pt x="5" y="28"/>
                    </a:lnTo>
                    <a:lnTo>
                      <a:pt x="6" y="31"/>
                    </a:lnTo>
                    <a:lnTo>
                      <a:pt x="6" y="33"/>
                    </a:lnTo>
                    <a:lnTo>
                      <a:pt x="6" y="3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88" name="Freeform 848"/>
              <p:cNvSpPr/>
              <p:nvPr/>
            </p:nvSpPr>
            <p:spPr bwMode="auto">
              <a:xfrm>
                <a:off x="1294" y="2954"/>
                <a:ext cx="6" cy="35"/>
              </a:xfrm>
              <a:custGeom>
                <a:avLst/>
                <a:gdLst>
                  <a:gd name="T0" fmla="*/ 0 w 6"/>
                  <a:gd name="T1" fmla="*/ 0 h 35"/>
                  <a:gd name="T2" fmla="*/ 0 w 6"/>
                  <a:gd name="T3" fmla="*/ 2 h 35"/>
                  <a:gd name="T4" fmla="*/ 0 w 6"/>
                  <a:gd name="T5" fmla="*/ 7 h 35"/>
                  <a:gd name="T6" fmla="*/ 0 w 6"/>
                  <a:gd name="T7" fmla="*/ 12 h 35"/>
                  <a:gd name="T8" fmla="*/ 0 w 6"/>
                  <a:gd name="T9" fmla="*/ 15 h 35"/>
                  <a:gd name="T10" fmla="*/ 0 w 6"/>
                  <a:gd name="T11" fmla="*/ 17 h 35"/>
                  <a:gd name="T12" fmla="*/ 0 w 6"/>
                  <a:gd name="T13" fmla="*/ 20 h 35"/>
                  <a:gd name="T14" fmla="*/ 0 w 6"/>
                  <a:gd name="T15" fmla="*/ 25 h 35"/>
                  <a:gd name="T16" fmla="*/ 1 w 6"/>
                  <a:gd name="T17" fmla="*/ 28 h 35"/>
                  <a:gd name="T18" fmla="*/ 1 w 6"/>
                  <a:gd name="T19" fmla="*/ 30 h 35"/>
                  <a:gd name="T20" fmla="*/ 1 w 6"/>
                  <a:gd name="T21" fmla="*/ 33 h 35"/>
                  <a:gd name="T22" fmla="*/ 1 w 6"/>
                  <a:gd name="T23" fmla="*/ 35 h 35"/>
                  <a:gd name="T24" fmla="*/ 1 w 6"/>
                  <a:gd name="T25" fmla="*/ 34 h 35"/>
                  <a:gd name="T26" fmla="*/ 1 w 6"/>
                  <a:gd name="T27" fmla="*/ 32 h 35"/>
                  <a:gd name="T28" fmla="*/ 2 w 6"/>
                  <a:gd name="T29" fmla="*/ 34 h 35"/>
                  <a:gd name="T30" fmla="*/ 2 w 6"/>
                  <a:gd name="T31" fmla="*/ 35 h 35"/>
                  <a:gd name="T32" fmla="*/ 2 w 6"/>
                  <a:gd name="T33" fmla="*/ 33 h 35"/>
                  <a:gd name="T34" fmla="*/ 2 w 6"/>
                  <a:gd name="T35" fmla="*/ 31 h 35"/>
                  <a:gd name="T36" fmla="*/ 2 w 6"/>
                  <a:gd name="T37" fmla="*/ 30 h 35"/>
                  <a:gd name="T38" fmla="*/ 2 w 6"/>
                  <a:gd name="T39" fmla="*/ 28 h 35"/>
                  <a:gd name="T40" fmla="*/ 2 w 6"/>
                  <a:gd name="T41" fmla="*/ 26 h 35"/>
                  <a:gd name="T42" fmla="*/ 2 w 6"/>
                  <a:gd name="T43" fmla="*/ 27 h 35"/>
                  <a:gd name="T44" fmla="*/ 2 w 6"/>
                  <a:gd name="T45" fmla="*/ 26 h 35"/>
                  <a:gd name="T46" fmla="*/ 3 w 6"/>
                  <a:gd name="T47" fmla="*/ 25 h 35"/>
                  <a:gd name="T48" fmla="*/ 3 w 6"/>
                  <a:gd name="T49" fmla="*/ 24 h 35"/>
                  <a:gd name="T50" fmla="*/ 3 w 6"/>
                  <a:gd name="T51" fmla="*/ 24 h 35"/>
                  <a:gd name="T52" fmla="*/ 3 w 6"/>
                  <a:gd name="T53" fmla="*/ 24 h 35"/>
                  <a:gd name="T54" fmla="*/ 3 w 6"/>
                  <a:gd name="T55" fmla="*/ 23 h 35"/>
                  <a:gd name="T56" fmla="*/ 3 w 6"/>
                  <a:gd name="T57" fmla="*/ 22 h 35"/>
                  <a:gd name="T58" fmla="*/ 4 w 6"/>
                  <a:gd name="T59" fmla="*/ 24 h 35"/>
                  <a:gd name="T60" fmla="*/ 4 w 6"/>
                  <a:gd name="T61" fmla="*/ 25 h 35"/>
                  <a:gd name="T62" fmla="*/ 4 w 6"/>
                  <a:gd name="T63" fmla="*/ 23 h 35"/>
                  <a:gd name="T64" fmla="*/ 4 w 6"/>
                  <a:gd name="T65" fmla="*/ 22 h 35"/>
                  <a:gd name="T66" fmla="*/ 4 w 6"/>
                  <a:gd name="T67" fmla="*/ 24 h 35"/>
                  <a:gd name="T68" fmla="*/ 4 w 6"/>
                  <a:gd name="T69" fmla="*/ 26 h 35"/>
                  <a:gd name="T70" fmla="*/ 4 w 6"/>
                  <a:gd name="T71" fmla="*/ 25 h 35"/>
                  <a:gd name="T72" fmla="*/ 4 w 6"/>
                  <a:gd name="T73" fmla="*/ 26 h 35"/>
                  <a:gd name="T74" fmla="*/ 4 w 6"/>
                  <a:gd name="T75" fmla="*/ 29 h 35"/>
                  <a:gd name="T76" fmla="*/ 4 w 6"/>
                  <a:gd name="T77" fmla="*/ 28 h 35"/>
                  <a:gd name="T78" fmla="*/ 5 w 6"/>
                  <a:gd name="T79" fmla="*/ 24 h 35"/>
                  <a:gd name="T80" fmla="*/ 5 w 6"/>
                  <a:gd name="T81" fmla="*/ 21 h 35"/>
                  <a:gd name="T82" fmla="*/ 5 w 6"/>
                  <a:gd name="T83" fmla="*/ 21 h 35"/>
                  <a:gd name="T84" fmla="*/ 5 w 6"/>
                  <a:gd name="T85" fmla="*/ 20 h 35"/>
                  <a:gd name="T86" fmla="*/ 5 w 6"/>
                  <a:gd name="T87" fmla="*/ 18 h 35"/>
                  <a:gd name="T88" fmla="*/ 5 w 6"/>
                  <a:gd name="T89" fmla="*/ 17 h 35"/>
                  <a:gd name="T90" fmla="*/ 5 w 6"/>
                  <a:gd name="T91" fmla="*/ 16 h 35"/>
                  <a:gd name="T92" fmla="*/ 5 w 6"/>
                  <a:gd name="T93" fmla="*/ 14 h 35"/>
                  <a:gd name="T94" fmla="*/ 5 w 6"/>
                  <a:gd name="T95" fmla="*/ 14 h 35"/>
                  <a:gd name="T96" fmla="*/ 6 w 6"/>
                  <a:gd name="T97" fmla="*/ 19 h 35"/>
                  <a:gd name="T98" fmla="*/ 6 w 6"/>
                  <a:gd name="T99" fmla="*/ 26 h 35"/>
                  <a:gd name="T100" fmla="*/ 6 w 6"/>
                  <a:gd name="T101" fmla="*/ 30 h 35"/>
                  <a:gd name="T102" fmla="*/ 6 w 6"/>
                  <a:gd name="T103" fmla="*/ 3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5">
                    <a:moveTo>
                      <a:pt x="0" y="0"/>
                    </a:moveTo>
                    <a:lnTo>
                      <a:pt x="0" y="2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0" y="17"/>
                    </a:lnTo>
                    <a:lnTo>
                      <a:pt x="0" y="20"/>
                    </a:lnTo>
                    <a:lnTo>
                      <a:pt x="0" y="25"/>
                    </a:lnTo>
                    <a:lnTo>
                      <a:pt x="1" y="28"/>
                    </a:lnTo>
                    <a:lnTo>
                      <a:pt x="1" y="30"/>
                    </a:lnTo>
                    <a:lnTo>
                      <a:pt x="1" y="33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1" y="32"/>
                    </a:lnTo>
                    <a:lnTo>
                      <a:pt x="2" y="34"/>
                    </a:lnTo>
                    <a:lnTo>
                      <a:pt x="2" y="35"/>
                    </a:lnTo>
                    <a:lnTo>
                      <a:pt x="2" y="33"/>
                    </a:lnTo>
                    <a:lnTo>
                      <a:pt x="2" y="31"/>
                    </a:lnTo>
                    <a:lnTo>
                      <a:pt x="2" y="30"/>
                    </a:lnTo>
                    <a:lnTo>
                      <a:pt x="2" y="28"/>
                    </a:lnTo>
                    <a:lnTo>
                      <a:pt x="2" y="26"/>
                    </a:lnTo>
                    <a:lnTo>
                      <a:pt x="2" y="27"/>
                    </a:lnTo>
                    <a:lnTo>
                      <a:pt x="2" y="26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3" y="23"/>
                    </a:lnTo>
                    <a:lnTo>
                      <a:pt x="3" y="22"/>
                    </a:lnTo>
                    <a:lnTo>
                      <a:pt x="4" y="24"/>
                    </a:lnTo>
                    <a:lnTo>
                      <a:pt x="4" y="25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4"/>
                    </a:lnTo>
                    <a:lnTo>
                      <a:pt x="4" y="26"/>
                    </a:lnTo>
                    <a:lnTo>
                      <a:pt x="4" y="25"/>
                    </a:lnTo>
                    <a:lnTo>
                      <a:pt x="4" y="26"/>
                    </a:lnTo>
                    <a:lnTo>
                      <a:pt x="4" y="29"/>
                    </a:lnTo>
                    <a:lnTo>
                      <a:pt x="4" y="28"/>
                    </a:lnTo>
                    <a:lnTo>
                      <a:pt x="5" y="24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5" y="18"/>
                    </a:lnTo>
                    <a:lnTo>
                      <a:pt x="5" y="17"/>
                    </a:lnTo>
                    <a:lnTo>
                      <a:pt x="5" y="16"/>
                    </a:lnTo>
                    <a:lnTo>
                      <a:pt x="5" y="14"/>
                    </a:lnTo>
                    <a:lnTo>
                      <a:pt x="5" y="14"/>
                    </a:lnTo>
                    <a:lnTo>
                      <a:pt x="6" y="19"/>
                    </a:lnTo>
                    <a:lnTo>
                      <a:pt x="6" y="26"/>
                    </a:lnTo>
                    <a:lnTo>
                      <a:pt x="6" y="30"/>
                    </a:lnTo>
                    <a:lnTo>
                      <a:pt x="6" y="3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89" name="Freeform 849"/>
              <p:cNvSpPr/>
              <p:nvPr/>
            </p:nvSpPr>
            <p:spPr bwMode="auto">
              <a:xfrm>
                <a:off x="1300" y="2984"/>
                <a:ext cx="6" cy="33"/>
              </a:xfrm>
              <a:custGeom>
                <a:avLst/>
                <a:gdLst>
                  <a:gd name="T0" fmla="*/ 0 w 6"/>
                  <a:gd name="T1" fmla="*/ 0 h 33"/>
                  <a:gd name="T2" fmla="*/ 0 w 6"/>
                  <a:gd name="T3" fmla="*/ 1 h 33"/>
                  <a:gd name="T4" fmla="*/ 0 w 6"/>
                  <a:gd name="T5" fmla="*/ 4 h 33"/>
                  <a:gd name="T6" fmla="*/ 0 w 6"/>
                  <a:gd name="T7" fmla="*/ 8 h 33"/>
                  <a:gd name="T8" fmla="*/ 1 w 6"/>
                  <a:gd name="T9" fmla="*/ 11 h 33"/>
                  <a:gd name="T10" fmla="*/ 1 w 6"/>
                  <a:gd name="T11" fmla="*/ 14 h 33"/>
                  <a:gd name="T12" fmla="*/ 1 w 6"/>
                  <a:gd name="T13" fmla="*/ 17 h 33"/>
                  <a:gd name="T14" fmla="*/ 1 w 6"/>
                  <a:gd name="T15" fmla="*/ 17 h 33"/>
                  <a:gd name="T16" fmla="*/ 1 w 6"/>
                  <a:gd name="T17" fmla="*/ 14 h 33"/>
                  <a:gd name="T18" fmla="*/ 1 w 6"/>
                  <a:gd name="T19" fmla="*/ 13 h 33"/>
                  <a:gd name="T20" fmla="*/ 1 w 6"/>
                  <a:gd name="T21" fmla="*/ 17 h 33"/>
                  <a:gd name="T22" fmla="*/ 1 w 6"/>
                  <a:gd name="T23" fmla="*/ 21 h 33"/>
                  <a:gd name="T24" fmla="*/ 1 w 6"/>
                  <a:gd name="T25" fmla="*/ 23 h 33"/>
                  <a:gd name="T26" fmla="*/ 2 w 6"/>
                  <a:gd name="T27" fmla="*/ 22 h 33"/>
                  <a:gd name="T28" fmla="*/ 2 w 6"/>
                  <a:gd name="T29" fmla="*/ 23 h 33"/>
                  <a:gd name="T30" fmla="*/ 2 w 6"/>
                  <a:gd name="T31" fmla="*/ 26 h 33"/>
                  <a:gd name="T32" fmla="*/ 2 w 6"/>
                  <a:gd name="T33" fmla="*/ 31 h 33"/>
                  <a:gd name="T34" fmla="*/ 2 w 6"/>
                  <a:gd name="T35" fmla="*/ 33 h 33"/>
                  <a:gd name="T36" fmla="*/ 2 w 6"/>
                  <a:gd name="T37" fmla="*/ 32 h 33"/>
                  <a:gd name="T38" fmla="*/ 3 w 6"/>
                  <a:gd name="T39" fmla="*/ 31 h 33"/>
                  <a:gd name="T40" fmla="*/ 3 w 6"/>
                  <a:gd name="T41" fmla="*/ 29 h 33"/>
                  <a:gd name="T42" fmla="*/ 3 w 6"/>
                  <a:gd name="T43" fmla="*/ 27 h 33"/>
                  <a:gd name="T44" fmla="*/ 3 w 6"/>
                  <a:gd name="T45" fmla="*/ 24 h 33"/>
                  <a:gd name="T46" fmla="*/ 3 w 6"/>
                  <a:gd name="T47" fmla="*/ 22 h 33"/>
                  <a:gd name="T48" fmla="*/ 3 w 6"/>
                  <a:gd name="T49" fmla="*/ 20 h 33"/>
                  <a:gd name="T50" fmla="*/ 3 w 6"/>
                  <a:gd name="T51" fmla="*/ 18 h 33"/>
                  <a:gd name="T52" fmla="*/ 3 w 6"/>
                  <a:gd name="T53" fmla="*/ 17 h 33"/>
                  <a:gd name="T54" fmla="*/ 3 w 6"/>
                  <a:gd name="T55" fmla="*/ 17 h 33"/>
                  <a:gd name="T56" fmla="*/ 4 w 6"/>
                  <a:gd name="T57" fmla="*/ 15 h 33"/>
                  <a:gd name="T58" fmla="*/ 4 w 6"/>
                  <a:gd name="T59" fmla="*/ 15 h 33"/>
                  <a:gd name="T60" fmla="*/ 4 w 6"/>
                  <a:gd name="T61" fmla="*/ 19 h 33"/>
                  <a:gd name="T62" fmla="*/ 4 w 6"/>
                  <a:gd name="T63" fmla="*/ 22 h 33"/>
                  <a:gd name="T64" fmla="*/ 4 w 6"/>
                  <a:gd name="T65" fmla="*/ 22 h 33"/>
                  <a:gd name="T66" fmla="*/ 4 w 6"/>
                  <a:gd name="T67" fmla="*/ 22 h 33"/>
                  <a:gd name="T68" fmla="*/ 4 w 6"/>
                  <a:gd name="T69" fmla="*/ 22 h 33"/>
                  <a:gd name="T70" fmla="*/ 4 w 6"/>
                  <a:gd name="T71" fmla="*/ 22 h 33"/>
                  <a:gd name="T72" fmla="*/ 4 w 6"/>
                  <a:gd name="T73" fmla="*/ 22 h 33"/>
                  <a:gd name="T74" fmla="*/ 5 w 6"/>
                  <a:gd name="T75" fmla="*/ 21 h 33"/>
                  <a:gd name="T76" fmla="*/ 5 w 6"/>
                  <a:gd name="T77" fmla="*/ 21 h 33"/>
                  <a:gd name="T78" fmla="*/ 5 w 6"/>
                  <a:gd name="T79" fmla="*/ 22 h 33"/>
                  <a:gd name="T80" fmla="*/ 5 w 6"/>
                  <a:gd name="T81" fmla="*/ 18 h 33"/>
                  <a:gd name="T82" fmla="*/ 5 w 6"/>
                  <a:gd name="T83" fmla="*/ 11 h 33"/>
                  <a:gd name="T84" fmla="*/ 5 w 6"/>
                  <a:gd name="T85" fmla="*/ 8 h 33"/>
                  <a:gd name="T86" fmla="*/ 6 w 6"/>
                  <a:gd name="T87" fmla="*/ 8 h 33"/>
                  <a:gd name="T88" fmla="*/ 6 w 6"/>
                  <a:gd name="T89" fmla="*/ 9 h 33"/>
                  <a:gd name="T90" fmla="*/ 6 w 6"/>
                  <a:gd name="T91" fmla="*/ 9 h 33"/>
                  <a:gd name="T92" fmla="*/ 6 w 6"/>
                  <a:gd name="T93" fmla="*/ 9 h 33"/>
                  <a:gd name="T94" fmla="*/ 6 w 6"/>
                  <a:gd name="T95" fmla="*/ 6 h 33"/>
                  <a:gd name="T96" fmla="*/ 6 w 6"/>
                  <a:gd name="T97" fmla="*/ 6 h 33"/>
                  <a:gd name="T98" fmla="*/ 6 w 6"/>
                  <a:gd name="T99" fmla="*/ 10 h 33"/>
                  <a:gd name="T100" fmla="*/ 6 w 6"/>
                  <a:gd name="T101" fmla="*/ 15 h 33"/>
                  <a:gd name="T102" fmla="*/ 6 w 6"/>
                  <a:gd name="T103" fmla="*/ 1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3">
                    <a:moveTo>
                      <a:pt x="0" y="0"/>
                    </a:moveTo>
                    <a:lnTo>
                      <a:pt x="0" y="1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1" y="11"/>
                    </a:lnTo>
                    <a:lnTo>
                      <a:pt x="1" y="14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7"/>
                    </a:lnTo>
                    <a:lnTo>
                      <a:pt x="1" y="21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3"/>
                    </a:lnTo>
                    <a:lnTo>
                      <a:pt x="2" y="26"/>
                    </a:lnTo>
                    <a:lnTo>
                      <a:pt x="2" y="31"/>
                    </a:lnTo>
                    <a:lnTo>
                      <a:pt x="2" y="33"/>
                    </a:lnTo>
                    <a:lnTo>
                      <a:pt x="2" y="32"/>
                    </a:lnTo>
                    <a:lnTo>
                      <a:pt x="3" y="31"/>
                    </a:lnTo>
                    <a:lnTo>
                      <a:pt x="3" y="29"/>
                    </a:lnTo>
                    <a:lnTo>
                      <a:pt x="3" y="27"/>
                    </a:lnTo>
                    <a:lnTo>
                      <a:pt x="3" y="24"/>
                    </a:lnTo>
                    <a:lnTo>
                      <a:pt x="3" y="22"/>
                    </a:lnTo>
                    <a:lnTo>
                      <a:pt x="3" y="20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3" y="17"/>
                    </a:lnTo>
                    <a:lnTo>
                      <a:pt x="4" y="15"/>
                    </a:lnTo>
                    <a:lnTo>
                      <a:pt x="4" y="15"/>
                    </a:lnTo>
                    <a:lnTo>
                      <a:pt x="4" y="19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2"/>
                    </a:lnTo>
                    <a:lnTo>
                      <a:pt x="5" y="18"/>
                    </a:lnTo>
                    <a:lnTo>
                      <a:pt x="5" y="11"/>
                    </a:lnTo>
                    <a:lnTo>
                      <a:pt x="5" y="8"/>
                    </a:lnTo>
                    <a:lnTo>
                      <a:pt x="6" y="8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6" y="10"/>
                    </a:lnTo>
                    <a:lnTo>
                      <a:pt x="6" y="15"/>
                    </a:lnTo>
                    <a:lnTo>
                      <a:pt x="6" y="1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90" name="Freeform 850"/>
              <p:cNvSpPr/>
              <p:nvPr/>
            </p:nvSpPr>
            <p:spPr bwMode="auto">
              <a:xfrm>
                <a:off x="1306" y="2898"/>
                <a:ext cx="7" cy="101"/>
              </a:xfrm>
              <a:custGeom>
                <a:avLst/>
                <a:gdLst>
                  <a:gd name="T0" fmla="*/ 0 w 7"/>
                  <a:gd name="T1" fmla="*/ 101 h 101"/>
                  <a:gd name="T2" fmla="*/ 0 w 7"/>
                  <a:gd name="T3" fmla="*/ 99 h 101"/>
                  <a:gd name="T4" fmla="*/ 0 w 7"/>
                  <a:gd name="T5" fmla="*/ 95 h 101"/>
                  <a:gd name="T6" fmla="*/ 1 w 7"/>
                  <a:gd name="T7" fmla="*/ 93 h 101"/>
                  <a:gd name="T8" fmla="*/ 1 w 7"/>
                  <a:gd name="T9" fmla="*/ 93 h 101"/>
                  <a:gd name="T10" fmla="*/ 1 w 7"/>
                  <a:gd name="T11" fmla="*/ 95 h 101"/>
                  <a:gd name="T12" fmla="*/ 1 w 7"/>
                  <a:gd name="T13" fmla="*/ 97 h 101"/>
                  <a:gd name="T14" fmla="*/ 1 w 7"/>
                  <a:gd name="T15" fmla="*/ 98 h 101"/>
                  <a:gd name="T16" fmla="*/ 1 w 7"/>
                  <a:gd name="T17" fmla="*/ 95 h 101"/>
                  <a:gd name="T18" fmla="*/ 2 w 7"/>
                  <a:gd name="T19" fmla="*/ 93 h 101"/>
                  <a:gd name="T20" fmla="*/ 2 w 7"/>
                  <a:gd name="T21" fmla="*/ 96 h 101"/>
                  <a:gd name="T22" fmla="*/ 2 w 7"/>
                  <a:gd name="T23" fmla="*/ 99 h 101"/>
                  <a:gd name="T24" fmla="*/ 2 w 7"/>
                  <a:gd name="T25" fmla="*/ 99 h 101"/>
                  <a:gd name="T26" fmla="*/ 2 w 7"/>
                  <a:gd name="T27" fmla="*/ 98 h 101"/>
                  <a:gd name="T28" fmla="*/ 2 w 7"/>
                  <a:gd name="T29" fmla="*/ 96 h 101"/>
                  <a:gd name="T30" fmla="*/ 2 w 7"/>
                  <a:gd name="T31" fmla="*/ 94 h 101"/>
                  <a:gd name="T32" fmla="*/ 2 w 7"/>
                  <a:gd name="T33" fmla="*/ 95 h 101"/>
                  <a:gd name="T34" fmla="*/ 2 w 7"/>
                  <a:gd name="T35" fmla="*/ 96 h 101"/>
                  <a:gd name="T36" fmla="*/ 3 w 7"/>
                  <a:gd name="T37" fmla="*/ 93 h 101"/>
                  <a:gd name="T38" fmla="*/ 3 w 7"/>
                  <a:gd name="T39" fmla="*/ 88 h 101"/>
                  <a:gd name="T40" fmla="*/ 3 w 7"/>
                  <a:gd name="T41" fmla="*/ 85 h 101"/>
                  <a:gd name="T42" fmla="*/ 3 w 7"/>
                  <a:gd name="T43" fmla="*/ 85 h 101"/>
                  <a:gd name="T44" fmla="*/ 3 w 7"/>
                  <a:gd name="T45" fmla="*/ 86 h 101"/>
                  <a:gd name="T46" fmla="*/ 3 w 7"/>
                  <a:gd name="T47" fmla="*/ 86 h 101"/>
                  <a:gd name="T48" fmla="*/ 3 w 7"/>
                  <a:gd name="T49" fmla="*/ 84 h 101"/>
                  <a:gd name="T50" fmla="*/ 3 w 7"/>
                  <a:gd name="T51" fmla="*/ 79 h 101"/>
                  <a:gd name="T52" fmla="*/ 3 w 7"/>
                  <a:gd name="T53" fmla="*/ 76 h 101"/>
                  <a:gd name="T54" fmla="*/ 4 w 7"/>
                  <a:gd name="T55" fmla="*/ 77 h 101"/>
                  <a:gd name="T56" fmla="*/ 4 w 7"/>
                  <a:gd name="T57" fmla="*/ 80 h 101"/>
                  <a:gd name="T58" fmla="*/ 4 w 7"/>
                  <a:gd name="T59" fmla="*/ 80 h 101"/>
                  <a:gd name="T60" fmla="*/ 4 w 7"/>
                  <a:gd name="T61" fmla="*/ 75 h 101"/>
                  <a:gd name="T62" fmla="*/ 4 w 7"/>
                  <a:gd name="T63" fmla="*/ 70 h 101"/>
                  <a:gd name="T64" fmla="*/ 4 w 7"/>
                  <a:gd name="T65" fmla="*/ 69 h 101"/>
                  <a:gd name="T66" fmla="*/ 5 w 7"/>
                  <a:gd name="T67" fmla="*/ 69 h 101"/>
                  <a:gd name="T68" fmla="*/ 5 w 7"/>
                  <a:gd name="T69" fmla="*/ 66 h 101"/>
                  <a:gd name="T70" fmla="*/ 5 w 7"/>
                  <a:gd name="T71" fmla="*/ 62 h 101"/>
                  <a:gd name="T72" fmla="*/ 5 w 7"/>
                  <a:gd name="T73" fmla="*/ 59 h 101"/>
                  <a:gd name="T74" fmla="*/ 5 w 7"/>
                  <a:gd name="T75" fmla="*/ 54 h 101"/>
                  <a:gd name="T76" fmla="*/ 5 w 7"/>
                  <a:gd name="T77" fmla="*/ 51 h 101"/>
                  <a:gd name="T78" fmla="*/ 5 w 7"/>
                  <a:gd name="T79" fmla="*/ 52 h 101"/>
                  <a:gd name="T80" fmla="*/ 5 w 7"/>
                  <a:gd name="T81" fmla="*/ 52 h 101"/>
                  <a:gd name="T82" fmla="*/ 5 w 7"/>
                  <a:gd name="T83" fmla="*/ 46 h 101"/>
                  <a:gd name="T84" fmla="*/ 6 w 7"/>
                  <a:gd name="T85" fmla="*/ 39 h 101"/>
                  <a:gd name="T86" fmla="*/ 6 w 7"/>
                  <a:gd name="T87" fmla="*/ 38 h 101"/>
                  <a:gd name="T88" fmla="*/ 6 w 7"/>
                  <a:gd name="T89" fmla="*/ 36 h 101"/>
                  <a:gd name="T90" fmla="*/ 6 w 7"/>
                  <a:gd name="T91" fmla="*/ 31 h 101"/>
                  <a:gd name="T92" fmla="*/ 6 w 7"/>
                  <a:gd name="T93" fmla="*/ 24 h 101"/>
                  <a:gd name="T94" fmla="*/ 6 w 7"/>
                  <a:gd name="T95" fmla="*/ 17 h 101"/>
                  <a:gd name="T96" fmla="*/ 7 w 7"/>
                  <a:gd name="T97" fmla="*/ 11 h 101"/>
                  <a:gd name="T98" fmla="*/ 7 w 7"/>
                  <a:gd name="T99" fmla="*/ 4 h 101"/>
                  <a:gd name="T100" fmla="*/ 7 w 7"/>
                  <a:gd name="T101" fmla="*/ 1 h 101"/>
                  <a:gd name="T102" fmla="*/ 7 w 7"/>
                  <a:gd name="T103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01">
                    <a:moveTo>
                      <a:pt x="0" y="101"/>
                    </a:moveTo>
                    <a:lnTo>
                      <a:pt x="0" y="99"/>
                    </a:lnTo>
                    <a:lnTo>
                      <a:pt x="0" y="95"/>
                    </a:lnTo>
                    <a:lnTo>
                      <a:pt x="1" y="93"/>
                    </a:lnTo>
                    <a:lnTo>
                      <a:pt x="1" y="93"/>
                    </a:lnTo>
                    <a:lnTo>
                      <a:pt x="1" y="95"/>
                    </a:lnTo>
                    <a:lnTo>
                      <a:pt x="1" y="97"/>
                    </a:lnTo>
                    <a:lnTo>
                      <a:pt x="1" y="98"/>
                    </a:lnTo>
                    <a:lnTo>
                      <a:pt x="1" y="95"/>
                    </a:lnTo>
                    <a:lnTo>
                      <a:pt x="2" y="93"/>
                    </a:lnTo>
                    <a:lnTo>
                      <a:pt x="2" y="96"/>
                    </a:lnTo>
                    <a:lnTo>
                      <a:pt x="2" y="99"/>
                    </a:lnTo>
                    <a:lnTo>
                      <a:pt x="2" y="99"/>
                    </a:lnTo>
                    <a:lnTo>
                      <a:pt x="2" y="98"/>
                    </a:lnTo>
                    <a:lnTo>
                      <a:pt x="2" y="96"/>
                    </a:lnTo>
                    <a:lnTo>
                      <a:pt x="2" y="94"/>
                    </a:lnTo>
                    <a:lnTo>
                      <a:pt x="2" y="95"/>
                    </a:lnTo>
                    <a:lnTo>
                      <a:pt x="2" y="96"/>
                    </a:lnTo>
                    <a:lnTo>
                      <a:pt x="3" y="93"/>
                    </a:lnTo>
                    <a:lnTo>
                      <a:pt x="3" y="88"/>
                    </a:lnTo>
                    <a:lnTo>
                      <a:pt x="3" y="85"/>
                    </a:lnTo>
                    <a:lnTo>
                      <a:pt x="3" y="85"/>
                    </a:lnTo>
                    <a:lnTo>
                      <a:pt x="3" y="86"/>
                    </a:lnTo>
                    <a:lnTo>
                      <a:pt x="3" y="86"/>
                    </a:lnTo>
                    <a:lnTo>
                      <a:pt x="3" y="84"/>
                    </a:lnTo>
                    <a:lnTo>
                      <a:pt x="3" y="79"/>
                    </a:lnTo>
                    <a:lnTo>
                      <a:pt x="3" y="76"/>
                    </a:lnTo>
                    <a:lnTo>
                      <a:pt x="4" y="77"/>
                    </a:lnTo>
                    <a:lnTo>
                      <a:pt x="4" y="80"/>
                    </a:lnTo>
                    <a:lnTo>
                      <a:pt x="4" y="80"/>
                    </a:lnTo>
                    <a:lnTo>
                      <a:pt x="4" y="75"/>
                    </a:lnTo>
                    <a:lnTo>
                      <a:pt x="4" y="70"/>
                    </a:lnTo>
                    <a:lnTo>
                      <a:pt x="4" y="69"/>
                    </a:lnTo>
                    <a:lnTo>
                      <a:pt x="5" y="69"/>
                    </a:lnTo>
                    <a:lnTo>
                      <a:pt x="5" y="66"/>
                    </a:lnTo>
                    <a:lnTo>
                      <a:pt x="5" y="62"/>
                    </a:lnTo>
                    <a:lnTo>
                      <a:pt x="5" y="59"/>
                    </a:lnTo>
                    <a:lnTo>
                      <a:pt x="5" y="54"/>
                    </a:lnTo>
                    <a:lnTo>
                      <a:pt x="5" y="51"/>
                    </a:lnTo>
                    <a:lnTo>
                      <a:pt x="5" y="52"/>
                    </a:lnTo>
                    <a:lnTo>
                      <a:pt x="5" y="52"/>
                    </a:lnTo>
                    <a:lnTo>
                      <a:pt x="5" y="46"/>
                    </a:lnTo>
                    <a:lnTo>
                      <a:pt x="6" y="39"/>
                    </a:lnTo>
                    <a:lnTo>
                      <a:pt x="6" y="38"/>
                    </a:lnTo>
                    <a:lnTo>
                      <a:pt x="6" y="36"/>
                    </a:lnTo>
                    <a:lnTo>
                      <a:pt x="6" y="31"/>
                    </a:lnTo>
                    <a:lnTo>
                      <a:pt x="6" y="24"/>
                    </a:lnTo>
                    <a:lnTo>
                      <a:pt x="6" y="17"/>
                    </a:lnTo>
                    <a:lnTo>
                      <a:pt x="7" y="11"/>
                    </a:lnTo>
                    <a:lnTo>
                      <a:pt x="7" y="4"/>
                    </a:lnTo>
                    <a:lnTo>
                      <a:pt x="7" y="1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91" name="Freeform 851"/>
              <p:cNvSpPr/>
              <p:nvPr/>
            </p:nvSpPr>
            <p:spPr bwMode="auto">
              <a:xfrm>
                <a:off x="1313" y="2894"/>
                <a:ext cx="6" cy="59"/>
              </a:xfrm>
              <a:custGeom>
                <a:avLst/>
                <a:gdLst>
                  <a:gd name="T0" fmla="*/ 0 w 6"/>
                  <a:gd name="T1" fmla="*/ 5 h 59"/>
                  <a:gd name="T2" fmla="*/ 0 w 6"/>
                  <a:gd name="T3" fmla="*/ 4 h 59"/>
                  <a:gd name="T4" fmla="*/ 0 w 6"/>
                  <a:gd name="T5" fmla="*/ 1 h 59"/>
                  <a:gd name="T6" fmla="*/ 0 w 6"/>
                  <a:gd name="T7" fmla="*/ 0 h 59"/>
                  <a:gd name="T8" fmla="*/ 0 w 6"/>
                  <a:gd name="T9" fmla="*/ 2 h 59"/>
                  <a:gd name="T10" fmla="*/ 0 w 6"/>
                  <a:gd name="T11" fmla="*/ 6 h 59"/>
                  <a:gd name="T12" fmla="*/ 0 w 6"/>
                  <a:gd name="T13" fmla="*/ 7 h 59"/>
                  <a:gd name="T14" fmla="*/ 1 w 6"/>
                  <a:gd name="T15" fmla="*/ 6 h 59"/>
                  <a:gd name="T16" fmla="*/ 1 w 6"/>
                  <a:gd name="T17" fmla="*/ 4 h 59"/>
                  <a:gd name="T18" fmla="*/ 1 w 6"/>
                  <a:gd name="T19" fmla="*/ 7 h 59"/>
                  <a:gd name="T20" fmla="*/ 1 w 6"/>
                  <a:gd name="T21" fmla="*/ 10 h 59"/>
                  <a:gd name="T22" fmla="*/ 1 w 6"/>
                  <a:gd name="T23" fmla="*/ 11 h 59"/>
                  <a:gd name="T24" fmla="*/ 1 w 6"/>
                  <a:gd name="T25" fmla="*/ 11 h 59"/>
                  <a:gd name="T26" fmla="*/ 2 w 6"/>
                  <a:gd name="T27" fmla="*/ 10 h 59"/>
                  <a:gd name="T28" fmla="*/ 2 w 6"/>
                  <a:gd name="T29" fmla="*/ 9 h 59"/>
                  <a:gd name="T30" fmla="*/ 2 w 6"/>
                  <a:gd name="T31" fmla="*/ 11 h 59"/>
                  <a:gd name="T32" fmla="*/ 2 w 6"/>
                  <a:gd name="T33" fmla="*/ 16 h 59"/>
                  <a:gd name="T34" fmla="*/ 2 w 6"/>
                  <a:gd name="T35" fmla="*/ 21 h 59"/>
                  <a:gd name="T36" fmla="*/ 2 w 6"/>
                  <a:gd name="T37" fmla="*/ 21 h 59"/>
                  <a:gd name="T38" fmla="*/ 2 w 6"/>
                  <a:gd name="T39" fmla="*/ 23 h 59"/>
                  <a:gd name="T40" fmla="*/ 2 w 6"/>
                  <a:gd name="T41" fmla="*/ 28 h 59"/>
                  <a:gd name="T42" fmla="*/ 2 w 6"/>
                  <a:gd name="T43" fmla="*/ 34 h 59"/>
                  <a:gd name="T44" fmla="*/ 2 w 6"/>
                  <a:gd name="T45" fmla="*/ 38 h 59"/>
                  <a:gd name="T46" fmla="*/ 3 w 6"/>
                  <a:gd name="T47" fmla="*/ 39 h 59"/>
                  <a:gd name="T48" fmla="*/ 3 w 6"/>
                  <a:gd name="T49" fmla="*/ 38 h 59"/>
                  <a:gd name="T50" fmla="*/ 3 w 6"/>
                  <a:gd name="T51" fmla="*/ 35 h 59"/>
                  <a:gd name="T52" fmla="*/ 3 w 6"/>
                  <a:gd name="T53" fmla="*/ 33 h 59"/>
                  <a:gd name="T54" fmla="*/ 3 w 6"/>
                  <a:gd name="T55" fmla="*/ 32 h 59"/>
                  <a:gd name="T56" fmla="*/ 3 w 6"/>
                  <a:gd name="T57" fmla="*/ 32 h 59"/>
                  <a:gd name="T58" fmla="*/ 3 w 6"/>
                  <a:gd name="T59" fmla="*/ 29 h 59"/>
                  <a:gd name="T60" fmla="*/ 3 w 6"/>
                  <a:gd name="T61" fmla="*/ 24 h 59"/>
                  <a:gd name="T62" fmla="*/ 3 w 6"/>
                  <a:gd name="T63" fmla="*/ 22 h 59"/>
                  <a:gd name="T64" fmla="*/ 4 w 6"/>
                  <a:gd name="T65" fmla="*/ 23 h 59"/>
                  <a:gd name="T66" fmla="*/ 4 w 6"/>
                  <a:gd name="T67" fmla="*/ 23 h 59"/>
                  <a:gd name="T68" fmla="*/ 4 w 6"/>
                  <a:gd name="T69" fmla="*/ 23 h 59"/>
                  <a:gd name="T70" fmla="*/ 4 w 6"/>
                  <a:gd name="T71" fmla="*/ 25 h 59"/>
                  <a:gd name="T72" fmla="*/ 4 w 6"/>
                  <a:gd name="T73" fmla="*/ 26 h 59"/>
                  <a:gd name="T74" fmla="*/ 4 w 6"/>
                  <a:gd name="T75" fmla="*/ 27 h 59"/>
                  <a:gd name="T76" fmla="*/ 5 w 6"/>
                  <a:gd name="T77" fmla="*/ 29 h 59"/>
                  <a:gd name="T78" fmla="*/ 5 w 6"/>
                  <a:gd name="T79" fmla="*/ 33 h 59"/>
                  <a:gd name="T80" fmla="*/ 5 w 6"/>
                  <a:gd name="T81" fmla="*/ 35 h 59"/>
                  <a:gd name="T82" fmla="*/ 5 w 6"/>
                  <a:gd name="T83" fmla="*/ 35 h 59"/>
                  <a:gd name="T84" fmla="*/ 5 w 6"/>
                  <a:gd name="T85" fmla="*/ 37 h 59"/>
                  <a:gd name="T86" fmla="*/ 5 w 6"/>
                  <a:gd name="T87" fmla="*/ 40 h 59"/>
                  <a:gd name="T88" fmla="*/ 5 w 6"/>
                  <a:gd name="T89" fmla="*/ 43 h 59"/>
                  <a:gd name="T90" fmla="*/ 5 w 6"/>
                  <a:gd name="T91" fmla="*/ 44 h 59"/>
                  <a:gd name="T92" fmla="*/ 5 w 6"/>
                  <a:gd name="T93" fmla="*/ 45 h 59"/>
                  <a:gd name="T94" fmla="*/ 6 w 6"/>
                  <a:gd name="T95" fmla="*/ 46 h 59"/>
                  <a:gd name="T96" fmla="*/ 6 w 6"/>
                  <a:gd name="T97" fmla="*/ 49 h 59"/>
                  <a:gd name="T98" fmla="*/ 6 w 6"/>
                  <a:gd name="T99" fmla="*/ 53 h 59"/>
                  <a:gd name="T100" fmla="*/ 6 w 6"/>
                  <a:gd name="T101" fmla="*/ 57 h 59"/>
                  <a:gd name="T102" fmla="*/ 6 w 6"/>
                  <a:gd name="T103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9">
                    <a:moveTo>
                      <a:pt x="0" y="5"/>
                    </a:move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1" y="6"/>
                    </a:lnTo>
                    <a:lnTo>
                      <a:pt x="1" y="4"/>
                    </a:lnTo>
                    <a:lnTo>
                      <a:pt x="1" y="7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2" y="10"/>
                    </a:lnTo>
                    <a:lnTo>
                      <a:pt x="2" y="9"/>
                    </a:lnTo>
                    <a:lnTo>
                      <a:pt x="2" y="11"/>
                    </a:lnTo>
                    <a:lnTo>
                      <a:pt x="2" y="16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3"/>
                    </a:lnTo>
                    <a:lnTo>
                      <a:pt x="2" y="28"/>
                    </a:lnTo>
                    <a:lnTo>
                      <a:pt x="2" y="34"/>
                    </a:lnTo>
                    <a:lnTo>
                      <a:pt x="2" y="38"/>
                    </a:lnTo>
                    <a:lnTo>
                      <a:pt x="3" y="39"/>
                    </a:lnTo>
                    <a:lnTo>
                      <a:pt x="3" y="38"/>
                    </a:lnTo>
                    <a:lnTo>
                      <a:pt x="3" y="35"/>
                    </a:lnTo>
                    <a:lnTo>
                      <a:pt x="3" y="33"/>
                    </a:lnTo>
                    <a:lnTo>
                      <a:pt x="3" y="32"/>
                    </a:lnTo>
                    <a:lnTo>
                      <a:pt x="3" y="32"/>
                    </a:lnTo>
                    <a:lnTo>
                      <a:pt x="3" y="29"/>
                    </a:lnTo>
                    <a:lnTo>
                      <a:pt x="3" y="24"/>
                    </a:lnTo>
                    <a:lnTo>
                      <a:pt x="3" y="22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5"/>
                    </a:lnTo>
                    <a:lnTo>
                      <a:pt x="4" y="26"/>
                    </a:lnTo>
                    <a:lnTo>
                      <a:pt x="4" y="27"/>
                    </a:lnTo>
                    <a:lnTo>
                      <a:pt x="5" y="29"/>
                    </a:lnTo>
                    <a:lnTo>
                      <a:pt x="5" y="33"/>
                    </a:lnTo>
                    <a:lnTo>
                      <a:pt x="5" y="35"/>
                    </a:lnTo>
                    <a:lnTo>
                      <a:pt x="5" y="35"/>
                    </a:lnTo>
                    <a:lnTo>
                      <a:pt x="5" y="37"/>
                    </a:lnTo>
                    <a:lnTo>
                      <a:pt x="5" y="40"/>
                    </a:lnTo>
                    <a:lnTo>
                      <a:pt x="5" y="43"/>
                    </a:lnTo>
                    <a:lnTo>
                      <a:pt x="5" y="44"/>
                    </a:lnTo>
                    <a:lnTo>
                      <a:pt x="5" y="45"/>
                    </a:lnTo>
                    <a:lnTo>
                      <a:pt x="6" y="46"/>
                    </a:lnTo>
                    <a:lnTo>
                      <a:pt x="6" y="49"/>
                    </a:lnTo>
                    <a:lnTo>
                      <a:pt x="6" y="53"/>
                    </a:lnTo>
                    <a:lnTo>
                      <a:pt x="6" y="57"/>
                    </a:lnTo>
                    <a:lnTo>
                      <a:pt x="6" y="5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92" name="Freeform 852"/>
              <p:cNvSpPr/>
              <p:nvPr/>
            </p:nvSpPr>
            <p:spPr bwMode="auto">
              <a:xfrm>
                <a:off x="1319" y="2951"/>
                <a:ext cx="6" cy="71"/>
              </a:xfrm>
              <a:custGeom>
                <a:avLst/>
                <a:gdLst>
                  <a:gd name="T0" fmla="*/ 0 w 6"/>
                  <a:gd name="T1" fmla="*/ 0 h 71"/>
                  <a:gd name="T2" fmla="*/ 0 w 6"/>
                  <a:gd name="T3" fmla="*/ 2 h 71"/>
                  <a:gd name="T4" fmla="*/ 0 w 6"/>
                  <a:gd name="T5" fmla="*/ 3 h 71"/>
                  <a:gd name="T6" fmla="*/ 1 w 6"/>
                  <a:gd name="T7" fmla="*/ 4 h 71"/>
                  <a:gd name="T8" fmla="*/ 1 w 6"/>
                  <a:gd name="T9" fmla="*/ 7 h 71"/>
                  <a:gd name="T10" fmla="*/ 1 w 6"/>
                  <a:gd name="T11" fmla="*/ 10 h 71"/>
                  <a:gd name="T12" fmla="*/ 1 w 6"/>
                  <a:gd name="T13" fmla="*/ 12 h 71"/>
                  <a:gd name="T14" fmla="*/ 1 w 6"/>
                  <a:gd name="T15" fmla="*/ 12 h 71"/>
                  <a:gd name="T16" fmla="*/ 1 w 6"/>
                  <a:gd name="T17" fmla="*/ 14 h 71"/>
                  <a:gd name="T18" fmla="*/ 1 w 6"/>
                  <a:gd name="T19" fmla="*/ 17 h 71"/>
                  <a:gd name="T20" fmla="*/ 1 w 6"/>
                  <a:gd name="T21" fmla="*/ 20 h 71"/>
                  <a:gd name="T22" fmla="*/ 1 w 6"/>
                  <a:gd name="T23" fmla="*/ 25 h 71"/>
                  <a:gd name="T24" fmla="*/ 2 w 6"/>
                  <a:gd name="T25" fmla="*/ 28 h 71"/>
                  <a:gd name="T26" fmla="*/ 2 w 6"/>
                  <a:gd name="T27" fmla="*/ 30 h 71"/>
                  <a:gd name="T28" fmla="*/ 2 w 6"/>
                  <a:gd name="T29" fmla="*/ 33 h 71"/>
                  <a:gd name="T30" fmla="*/ 2 w 6"/>
                  <a:gd name="T31" fmla="*/ 37 h 71"/>
                  <a:gd name="T32" fmla="*/ 2 w 6"/>
                  <a:gd name="T33" fmla="*/ 42 h 71"/>
                  <a:gd name="T34" fmla="*/ 2 w 6"/>
                  <a:gd name="T35" fmla="*/ 45 h 71"/>
                  <a:gd name="T36" fmla="*/ 2 w 6"/>
                  <a:gd name="T37" fmla="*/ 47 h 71"/>
                  <a:gd name="T38" fmla="*/ 2 w 6"/>
                  <a:gd name="T39" fmla="*/ 51 h 71"/>
                  <a:gd name="T40" fmla="*/ 2 w 6"/>
                  <a:gd name="T41" fmla="*/ 54 h 71"/>
                  <a:gd name="T42" fmla="*/ 3 w 6"/>
                  <a:gd name="T43" fmla="*/ 55 h 71"/>
                  <a:gd name="T44" fmla="*/ 3 w 6"/>
                  <a:gd name="T45" fmla="*/ 56 h 71"/>
                  <a:gd name="T46" fmla="*/ 3 w 6"/>
                  <a:gd name="T47" fmla="*/ 57 h 71"/>
                  <a:gd name="T48" fmla="*/ 3 w 6"/>
                  <a:gd name="T49" fmla="*/ 57 h 71"/>
                  <a:gd name="T50" fmla="*/ 3 w 6"/>
                  <a:gd name="T51" fmla="*/ 57 h 71"/>
                  <a:gd name="T52" fmla="*/ 3 w 6"/>
                  <a:gd name="T53" fmla="*/ 59 h 71"/>
                  <a:gd name="T54" fmla="*/ 4 w 6"/>
                  <a:gd name="T55" fmla="*/ 60 h 71"/>
                  <a:gd name="T56" fmla="*/ 4 w 6"/>
                  <a:gd name="T57" fmla="*/ 60 h 71"/>
                  <a:gd name="T58" fmla="*/ 4 w 6"/>
                  <a:gd name="T59" fmla="*/ 59 h 71"/>
                  <a:gd name="T60" fmla="*/ 4 w 6"/>
                  <a:gd name="T61" fmla="*/ 60 h 71"/>
                  <a:gd name="T62" fmla="*/ 4 w 6"/>
                  <a:gd name="T63" fmla="*/ 62 h 71"/>
                  <a:gd name="T64" fmla="*/ 4 w 6"/>
                  <a:gd name="T65" fmla="*/ 62 h 71"/>
                  <a:gd name="T66" fmla="*/ 4 w 6"/>
                  <a:gd name="T67" fmla="*/ 62 h 71"/>
                  <a:gd name="T68" fmla="*/ 4 w 6"/>
                  <a:gd name="T69" fmla="*/ 61 h 71"/>
                  <a:gd name="T70" fmla="*/ 4 w 6"/>
                  <a:gd name="T71" fmla="*/ 60 h 71"/>
                  <a:gd name="T72" fmla="*/ 4 w 6"/>
                  <a:gd name="T73" fmla="*/ 59 h 71"/>
                  <a:gd name="T74" fmla="*/ 5 w 6"/>
                  <a:gd name="T75" fmla="*/ 60 h 71"/>
                  <a:gd name="T76" fmla="*/ 5 w 6"/>
                  <a:gd name="T77" fmla="*/ 61 h 71"/>
                  <a:gd name="T78" fmla="*/ 5 w 6"/>
                  <a:gd name="T79" fmla="*/ 60 h 71"/>
                  <a:gd name="T80" fmla="*/ 5 w 6"/>
                  <a:gd name="T81" fmla="*/ 60 h 71"/>
                  <a:gd name="T82" fmla="*/ 5 w 6"/>
                  <a:gd name="T83" fmla="*/ 62 h 71"/>
                  <a:gd name="T84" fmla="*/ 5 w 6"/>
                  <a:gd name="T85" fmla="*/ 65 h 71"/>
                  <a:gd name="T86" fmla="*/ 6 w 6"/>
                  <a:gd name="T87" fmla="*/ 67 h 71"/>
                  <a:gd name="T88" fmla="*/ 6 w 6"/>
                  <a:gd name="T89" fmla="*/ 69 h 71"/>
                  <a:gd name="T90" fmla="*/ 6 w 6"/>
                  <a:gd name="T91" fmla="*/ 71 h 71"/>
                  <a:gd name="T92" fmla="*/ 6 w 6"/>
                  <a:gd name="T93" fmla="*/ 71 h 71"/>
                  <a:gd name="T94" fmla="*/ 6 w 6"/>
                  <a:gd name="T95" fmla="*/ 69 h 71"/>
                  <a:gd name="T96" fmla="*/ 6 w 6"/>
                  <a:gd name="T97" fmla="*/ 67 h 71"/>
                  <a:gd name="T98" fmla="*/ 6 w 6"/>
                  <a:gd name="T99" fmla="*/ 63 h 71"/>
                  <a:gd name="T100" fmla="*/ 6 w 6"/>
                  <a:gd name="T101" fmla="*/ 57 h 71"/>
                  <a:gd name="T102" fmla="*/ 6 w 6"/>
                  <a:gd name="T103" fmla="*/ 5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1">
                    <a:moveTo>
                      <a:pt x="0" y="0"/>
                    </a:moveTo>
                    <a:lnTo>
                      <a:pt x="0" y="2"/>
                    </a:lnTo>
                    <a:lnTo>
                      <a:pt x="0" y="3"/>
                    </a:lnTo>
                    <a:lnTo>
                      <a:pt x="1" y="4"/>
                    </a:lnTo>
                    <a:lnTo>
                      <a:pt x="1" y="7"/>
                    </a:lnTo>
                    <a:lnTo>
                      <a:pt x="1" y="10"/>
                    </a:lnTo>
                    <a:lnTo>
                      <a:pt x="1" y="12"/>
                    </a:lnTo>
                    <a:lnTo>
                      <a:pt x="1" y="12"/>
                    </a:lnTo>
                    <a:lnTo>
                      <a:pt x="1" y="14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1" y="25"/>
                    </a:lnTo>
                    <a:lnTo>
                      <a:pt x="2" y="28"/>
                    </a:lnTo>
                    <a:lnTo>
                      <a:pt x="2" y="30"/>
                    </a:lnTo>
                    <a:lnTo>
                      <a:pt x="2" y="33"/>
                    </a:lnTo>
                    <a:lnTo>
                      <a:pt x="2" y="37"/>
                    </a:lnTo>
                    <a:lnTo>
                      <a:pt x="2" y="42"/>
                    </a:lnTo>
                    <a:lnTo>
                      <a:pt x="2" y="45"/>
                    </a:lnTo>
                    <a:lnTo>
                      <a:pt x="2" y="47"/>
                    </a:lnTo>
                    <a:lnTo>
                      <a:pt x="2" y="51"/>
                    </a:lnTo>
                    <a:lnTo>
                      <a:pt x="2" y="54"/>
                    </a:lnTo>
                    <a:lnTo>
                      <a:pt x="3" y="55"/>
                    </a:lnTo>
                    <a:lnTo>
                      <a:pt x="3" y="56"/>
                    </a:lnTo>
                    <a:lnTo>
                      <a:pt x="3" y="57"/>
                    </a:lnTo>
                    <a:lnTo>
                      <a:pt x="3" y="57"/>
                    </a:lnTo>
                    <a:lnTo>
                      <a:pt x="3" y="57"/>
                    </a:lnTo>
                    <a:lnTo>
                      <a:pt x="3" y="59"/>
                    </a:lnTo>
                    <a:lnTo>
                      <a:pt x="4" y="60"/>
                    </a:lnTo>
                    <a:lnTo>
                      <a:pt x="4" y="60"/>
                    </a:lnTo>
                    <a:lnTo>
                      <a:pt x="4" y="59"/>
                    </a:lnTo>
                    <a:lnTo>
                      <a:pt x="4" y="60"/>
                    </a:lnTo>
                    <a:lnTo>
                      <a:pt x="4" y="62"/>
                    </a:lnTo>
                    <a:lnTo>
                      <a:pt x="4" y="62"/>
                    </a:lnTo>
                    <a:lnTo>
                      <a:pt x="4" y="62"/>
                    </a:lnTo>
                    <a:lnTo>
                      <a:pt x="4" y="61"/>
                    </a:lnTo>
                    <a:lnTo>
                      <a:pt x="4" y="60"/>
                    </a:lnTo>
                    <a:lnTo>
                      <a:pt x="4" y="59"/>
                    </a:lnTo>
                    <a:lnTo>
                      <a:pt x="5" y="60"/>
                    </a:lnTo>
                    <a:lnTo>
                      <a:pt x="5" y="61"/>
                    </a:lnTo>
                    <a:lnTo>
                      <a:pt x="5" y="60"/>
                    </a:lnTo>
                    <a:lnTo>
                      <a:pt x="5" y="60"/>
                    </a:lnTo>
                    <a:lnTo>
                      <a:pt x="5" y="62"/>
                    </a:lnTo>
                    <a:lnTo>
                      <a:pt x="5" y="65"/>
                    </a:lnTo>
                    <a:lnTo>
                      <a:pt x="6" y="67"/>
                    </a:lnTo>
                    <a:lnTo>
                      <a:pt x="6" y="69"/>
                    </a:lnTo>
                    <a:lnTo>
                      <a:pt x="6" y="71"/>
                    </a:lnTo>
                    <a:lnTo>
                      <a:pt x="6" y="71"/>
                    </a:lnTo>
                    <a:lnTo>
                      <a:pt x="6" y="69"/>
                    </a:lnTo>
                    <a:lnTo>
                      <a:pt x="6" y="67"/>
                    </a:lnTo>
                    <a:lnTo>
                      <a:pt x="6" y="63"/>
                    </a:lnTo>
                    <a:lnTo>
                      <a:pt x="6" y="57"/>
                    </a:lnTo>
                    <a:lnTo>
                      <a:pt x="6" y="5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93" name="Freeform 853"/>
              <p:cNvSpPr/>
              <p:nvPr/>
            </p:nvSpPr>
            <p:spPr bwMode="auto">
              <a:xfrm>
                <a:off x="1325" y="2971"/>
                <a:ext cx="7" cy="37"/>
              </a:xfrm>
              <a:custGeom>
                <a:avLst/>
                <a:gdLst>
                  <a:gd name="T0" fmla="*/ 0 w 7"/>
                  <a:gd name="T1" fmla="*/ 37 h 37"/>
                  <a:gd name="T2" fmla="*/ 0 w 7"/>
                  <a:gd name="T3" fmla="*/ 31 h 37"/>
                  <a:gd name="T4" fmla="*/ 1 w 7"/>
                  <a:gd name="T5" fmla="*/ 27 h 37"/>
                  <a:gd name="T6" fmla="*/ 1 w 7"/>
                  <a:gd name="T7" fmla="*/ 21 h 37"/>
                  <a:gd name="T8" fmla="*/ 1 w 7"/>
                  <a:gd name="T9" fmla="*/ 14 h 37"/>
                  <a:gd name="T10" fmla="*/ 1 w 7"/>
                  <a:gd name="T11" fmla="*/ 11 h 37"/>
                  <a:gd name="T12" fmla="*/ 1 w 7"/>
                  <a:gd name="T13" fmla="*/ 11 h 37"/>
                  <a:gd name="T14" fmla="*/ 1 w 7"/>
                  <a:gd name="T15" fmla="*/ 10 h 37"/>
                  <a:gd name="T16" fmla="*/ 1 w 7"/>
                  <a:gd name="T17" fmla="*/ 6 h 37"/>
                  <a:gd name="T18" fmla="*/ 1 w 7"/>
                  <a:gd name="T19" fmla="*/ 6 h 37"/>
                  <a:gd name="T20" fmla="*/ 1 w 7"/>
                  <a:gd name="T21" fmla="*/ 8 h 37"/>
                  <a:gd name="T22" fmla="*/ 2 w 7"/>
                  <a:gd name="T23" fmla="*/ 7 h 37"/>
                  <a:gd name="T24" fmla="*/ 2 w 7"/>
                  <a:gd name="T25" fmla="*/ 6 h 37"/>
                  <a:gd name="T26" fmla="*/ 2 w 7"/>
                  <a:gd name="T27" fmla="*/ 5 h 37"/>
                  <a:gd name="T28" fmla="*/ 2 w 7"/>
                  <a:gd name="T29" fmla="*/ 6 h 37"/>
                  <a:gd name="T30" fmla="*/ 2 w 7"/>
                  <a:gd name="T31" fmla="*/ 6 h 37"/>
                  <a:gd name="T32" fmla="*/ 2 w 7"/>
                  <a:gd name="T33" fmla="*/ 4 h 37"/>
                  <a:gd name="T34" fmla="*/ 3 w 7"/>
                  <a:gd name="T35" fmla="*/ 3 h 37"/>
                  <a:gd name="T36" fmla="*/ 3 w 7"/>
                  <a:gd name="T37" fmla="*/ 3 h 37"/>
                  <a:gd name="T38" fmla="*/ 3 w 7"/>
                  <a:gd name="T39" fmla="*/ 3 h 37"/>
                  <a:gd name="T40" fmla="*/ 3 w 7"/>
                  <a:gd name="T41" fmla="*/ 2 h 37"/>
                  <a:gd name="T42" fmla="*/ 3 w 7"/>
                  <a:gd name="T43" fmla="*/ 3 h 37"/>
                  <a:gd name="T44" fmla="*/ 3 w 7"/>
                  <a:gd name="T45" fmla="*/ 5 h 37"/>
                  <a:gd name="T46" fmla="*/ 3 w 7"/>
                  <a:gd name="T47" fmla="*/ 7 h 37"/>
                  <a:gd name="T48" fmla="*/ 3 w 7"/>
                  <a:gd name="T49" fmla="*/ 9 h 37"/>
                  <a:gd name="T50" fmla="*/ 3 w 7"/>
                  <a:gd name="T51" fmla="*/ 12 h 37"/>
                  <a:gd name="T52" fmla="*/ 4 w 7"/>
                  <a:gd name="T53" fmla="*/ 12 h 37"/>
                  <a:gd name="T54" fmla="*/ 4 w 7"/>
                  <a:gd name="T55" fmla="*/ 11 h 37"/>
                  <a:gd name="T56" fmla="*/ 4 w 7"/>
                  <a:gd name="T57" fmla="*/ 13 h 37"/>
                  <a:gd name="T58" fmla="*/ 4 w 7"/>
                  <a:gd name="T59" fmla="*/ 15 h 37"/>
                  <a:gd name="T60" fmla="*/ 4 w 7"/>
                  <a:gd name="T61" fmla="*/ 13 h 37"/>
                  <a:gd name="T62" fmla="*/ 4 w 7"/>
                  <a:gd name="T63" fmla="*/ 10 h 37"/>
                  <a:gd name="T64" fmla="*/ 5 w 7"/>
                  <a:gd name="T65" fmla="*/ 7 h 37"/>
                  <a:gd name="T66" fmla="*/ 5 w 7"/>
                  <a:gd name="T67" fmla="*/ 7 h 37"/>
                  <a:gd name="T68" fmla="*/ 5 w 7"/>
                  <a:gd name="T69" fmla="*/ 7 h 37"/>
                  <a:gd name="T70" fmla="*/ 5 w 7"/>
                  <a:gd name="T71" fmla="*/ 4 h 37"/>
                  <a:gd name="T72" fmla="*/ 5 w 7"/>
                  <a:gd name="T73" fmla="*/ 1 h 37"/>
                  <a:gd name="T74" fmla="*/ 5 w 7"/>
                  <a:gd name="T75" fmla="*/ 0 h 37"/>
                  <a:gd name="T76" fmla="*/ 5 w 7"/>
                  <a:gd name="T77" fmla="*/ 0 h 37"/>
                  <a:gd name="T78" fmla="*/ 5 w 7"/>
                  <a:gd name="T79" fmla="*/ 1 h 37"/>
                  <a:gd name="T80" fmla="*/ 5 w 7"/>
                  <a:gd name="T81" fmla="*/ 7 h 37"/>
                  <a:gd name="T82" fmla="*/ 6 w 7"/>
                  <a:gd name="T83" fmla="*/ 12 h 37"/>
                  <a:gd name="T84" fmla="*/ 6 w 7"/>
                  <a:gd name="T85" fmla="*/ 13 h 37"/>
                  <a:gd name="T86" fmla="*/ 6 w 7"/>
                  <a:gd name="T87" fmla="*/ 13 h 37"/>
                  <a:gd name="T88" fmla="*/ 6 w 7"/>
                  <a:gd name="T89" fmla="*/ 15 h 37"/>
                  <a:gd name="T90" fmla="*/ 6 w 7"/>
                  <a:gd name="T91" fmla="*/ 18 h 37"/>
                  <a:gd name="T92" fmla="*/ 6 w 7"/>
                  <a:gd name="T93" fmla="*/ 20 h 37"/>
                  <a:gd name="T94" fmla="*/ 6 w 7"/>
                  <a:gd name="T95" fmla="*/ 20 h 37"/>
                  <a:gd name="T96" fmla="*/ 6 w 7"/>
                  <a:gd name="T97" fmla="*/ 19 h 37"/>
                  <a:gd name="T98" fmla="*/ 6 w 7"/>
                  <a:gd name="T99" fmla="*/ 15 h 37"/>
                  <a:gd name="T100" fmla="*/ 6 w 7"/>
                  <a:gd name="T101" fmla="*/ 14 h 37"/>
                  <a:gd name="T102" fmla="*/ 7 w 7"/>
                  <a:gd name="T103" fmla="*/ 18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37">
                    <a:moveTo>
                      <a:pt x="0" y="37"/>
                    </a:moveTo>
                    <a:lnTo>
                      <a:pt x="0" y="31"/>
                    </a:lnTo>
                    <a:lnTo>
                      <a:pt x="1" y="27"/>
                    </a:lnTo>
                    <a:lnTo>
                      <a:pt x="1" y="21"/>
                    </a:lnTo>
                    <a:lnTo>
                      <a:pt x="1" y="14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1" y="10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2" y="7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3" y="3"/>
                    </a:lnTo>
                    <a:lnTo>
                      <a:pt x="3" y="5"/>
                    </a:lnTo>
                    <a:lnTo>
                      <a:pt x="3" y="7"/>
                    </a:lnTo>
                    <a:lnTo>
                      <a:pt x="3" y="9"/>
                    </a:lnTo>
                    <a:lnTo>
                      <a:pt x="3" y="12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4" y="13"/>
                    </a:lnTo>
                    <a:lnTo>
                      <a:pt x="4" y="15"/>
                    </a:lnTo>
                    <a:lnTo>
                      <a:pt x="4" y="13"/>
                    </a:lnTo>
                    <a:lnTo>
                      <a:pt x="4" y="10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5" y="4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5" y="7"/>
                    </a:lnTo>
                    <a:lnTo>
                      <a:pt x="6" y="12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5"/>
                    </a:lnTo>
                    <a:lnTo>
                      <a:pt x="6" y="18"/>
                    </a:lnTo>
                    <a:lnTo>
                      <a:pt x="6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5"/>
                    </a:lnTo>
                    <a:lnTo>
                      <a:pt x="6" y="14"/>
                    </a:lnTo>
                    <a:lnTo>
                      <a:pt x="7" y="1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94" name="Freeform 854"/>
              <p:cNvSpPr/>
              <p:nvPr/>
            </p:nvSpPr>
            <p:spPr bwMode="auto">
              <a:xfrm>
                <a:off x="1331" y="2965"/>
                <a:ext cx="7" cy="45"/>
              </a:xfrm>
              <a:custGeom>
                <a:avLst/>
                <a:gdLst>
                  <a:gd name="T0" fmla="*/ 0 w 7"/>
                  <a:gd name="T1" fmla="*/ 20 h 45"/>
                  <a:gd name="T2" fmla="*/ 1 w 7"/>
                  <a:gd name="T3" fmla="*/ 24 h 45"/>
                  <a:gd name="T4" fmla="*/ 1 w 7"/>
                  <a:gd name="T5" fmla="*/ 26 h 45"/>
                  <a:gd name="T6" fmla="*/ 1 w 7"/>
                  <a:gd name="T7" fmla="*/ 26 h 45"/>
                  <a:gd name="T8" fmla="*/ 1 w 7"/>
                  <a:gd name="T9" fmla="*/ 25 h 45"/>
                  <a:gd name="T10" fmla="*/ 1 w 7"/>
                  <a:gd name="T11" fmla="*/ 28 h 45"/>
                  <a:gd name="T12" fmla="*/ 1 w 7"/>
                  <a:gd name="T13" fmla="*/ 29 h 45"/>
                  <a:gd name="T14" fmla="*/ 2 w 7"/>
                  <a:gd name="T15" fmla="*/ 28 h 45"/>
                  <a:gd name="T16" fmla="*/ 2 w 7"/>
                  <a:gd name="T17" fmla="*/ 27 h 45"/>
                  <a:gd name="T18" fmla="*/ 2 w 7"/>
                  <a:gd name="T19" fmla="*/ 29 h 45"/>
                  <a:gd name="T20" fmla="*/ 2 w 7"/>
                  <a:gd name="T21" fmla="*/ 32 h 45"/>
                  <a:gd name="T22" fmla="*/ 2 w 7"/>
                  <a:gd name="T23" fmla="*/ 31 h 45"/>
                  <a:gd name="T24" fmla="*/ 2 w 7"/>
                  <a:gd name="T25" fmla="*/ 29 h 45"/>
                  <a:gd name="T26" fmla="*/ 2 w 7"/>
                  <a:gd name="T27" fmla="*/ 33 h 45"/>
                  <a:gd name="T28" fmla="*/ 2 w 7"/>
                  <a:gd name="T29" fmla="*/ 39 h 45"/>
                  <a:gd name="T30" fmla="*/ 2 w 7"/>
                  <a:gd name="T31" fmla="*/ 42 h 45"/>
                  <a:gd name="T32" fmla="*/ 3 w 7"/>
                  <a:gd name="T33" fmla="*/ 42 h 45"/>
                  <a:gd name="T34" fmla="*/ 3 w 7"/>
                  <a:gd name="T35" fmla="*/ 41 h 45"/>
                  <a:gd name="T36" fmla="*/ 3 w 7"/>
                  <a:gd name="T37" fmla="*/ 38 h 45"/>
                  <a:gd name="T38" fmla="*/ 3 w 7"/>
                  <a:gd name="T39" fmla="*/ 38 h 45"/>
                  <a:gd name="T40" fmla="*/ 3 w 7"/>
                  <a:gd name="T41" fmla="*/ 43 h 45"/>
                  <a:gd name="T42" fmla="*/ 3 w 7"/>
                  <a:gd name="T43" fmla="*/ 45 h 45"/>
                  <a:gd name="T44" fmla="*/ 4 w 7"/>
                  <a:gd name="T45" fmla="*/ 39 h 45"/>
                  <a:gd name="T46" fmla="*/ 4 w 7"/>
                  <a:gd name="T47" fmla="*/ 34 h 45"/>
                  <a:gd name="T48" fmla="*/ 4 w 7"/>
                  <a:gd name="T49" fmla="*/ 33 h 45"/>
                  <a:gd name="T50" fmla="*/ 4 w 7"/>
                  <a:gd name="T51" fmla="*/ 33 h 45"/>
                  <a:gd name="T52" fmla="*/ 4 w 7"/>
                  <a:gd name="T53" fmla="*/ 32 h 45"/>
                  <a:gd name="T54" fmla="*/ 4 w 7"/>
                  <a:gd name="T55" fmla="*/ 31 h 45"/>
                  <a:gd name="T56" fmla="*/ 4 w 7"/>
                  <a:gd name="T57" fmla="*/ 29 h 45"/>
                  <a:gd name="T58" fmla="*/ 4 w 7"/>
                  <a:gd name="T59" fmla="*/ 24 h 45"/>
                  <a:gd name="T60" fmla="*/ 4 w 7"/>
                  <a:gd name="T61" fmla="*/ 22 h 45"/>
                  <a:gd name="T62" fmla="*/ 5 w 7"/>
                  <a:gd name="T63" fmla="*/ 24 h 45"/>
                  <a:gd name="T64" fmla="*/ 5 w 7"/>
                  <a:gd name="T65" fmla="*/ 27 h 45"/>
                  <a:gd name="T66" fmla="*/ 5 w 7"/>
                  <a:gd name="T67" fmla="*/ 26 h 45"/>
                  <a:gd name="T68" fmla="*/ 5 w 7"/>
                  <a:gd name="T69" fmla="*/ 21 h 45"/>
                  <a:gd name="T70" fmla="*/ 5 w 7"/>
                  <a:gd name="T71" fmla="*/ 15 h 45"/>
                  <a:gd name="T72" fmla="*/ 5 w 7"/>
                  <a:gd name="T73" fmla="*/ 15 h 45"/>
                  <a:gd name="T74" fmla="*/ 5 w 7"/>
                  <a:gd name="T75" fmla="*/ 17 h 45"/>
                  <a:gd name="T76" fmla="*/ 5 w 7"/>
                  <a:gd name="T77" fmla="*/ 16 h 45"/>
                  <a:gd name="T78" fmla="*/ 5 w 7"/>
                  <a:gd name="T79" fmla="*/ 13 h 45"/>
                  <a:gd name="T80" fmla="*/ 6 w 7"/>
                  <a:gd name="T81" fmla="*/ 9 h 45"/>
                  <a:gd name="T82" fmla="*/ 6 w 7"/>
                  <a:gd name="T83" fmla="*/ 5 h 45"/>
                  <a:gd name="T84" fmla="*/ 6 w 7"/>
                  <a:gd name="T85" fmla="*/ 2 h 45"/>
                  <a:gd name="T86" fmla="*/ 6 w 7"/>
                  <a:gd name="T87" fmla="*/ 4 h 45"/>
                  <a:gd name="T88" fmla="*/ 6 w 7"/>
                  <a:gd name="T89" fmla="*/ 6 h 45"/>
                  <a:gd name="T90" fmla="*/ 6 w 7"/>
                  <a:gd name="T91" fmla="*/ 4 h 45"/>
                  <a:gd name="T92" fmla="*/ 7 w 7"/>
                  <a:gd name="T93" fmla="*/ 3 h 45"/>
                  <a:gd name="T94" fmla="*/ 7 w 7"/>
                  <a:gd name="T95" fmla="*/ 4 h 45"/>
                  <a:gd name="T96" fmla="*/ 7 w 7"/>
                  <a:gd name="T97" fmla="*/ 2 h 45"/>
                  <a:gd name="T98" fmla="*/ 7 w 7"/>
                  <a:gd name="T99" fmla="*/ 1 h 45"/>
                  <a:gd name="T100" fmla="*/ 7 w 7"/>
                  <a:gd name="T101" fmla="*/ 2 h 45"/>
                  <a:gd name="T102" fmla="*/ 7 w 7"/>
                  <a:gd name="T103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5">
                    <a:moveTo>
                      <a:pt x="0" y="20"/>
                    </a:moveTo>
                    <a:lnTo>
                      <a:pt x="1" y="24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8"/>
                    </a:lnTo>
                    <a:lnTo>
                      <a:pt x="1" y="29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9"/>
                    </a:lnTo>
                    <a:lnTo>
                      <a:pt x="2" y="32"/>
                    </a:lnTo>
                    <a:lnTo>
                      <a:pt x="2" y="31"/>
                    </a:lnTo>
                    <a:lnTo>
                      <a:pt x="2" y="29"/>
                    </a:lnTo>
                    <a:lnTo>
                      <a:pt x="2" y="33"/>
                    </a:lnTo>
                    <a:lnTo>
                      <a:pt x="2" y="39"/>
                    </a:lnTo>
                    <a:lnTo>
                      <a:pt x="2" y="42"/>
                    </a:lnTo>
                    <a:lnTo>
                      <a:pt x="3" y="42"/>
                    </a:lnTo>
                    <a:lnTo>
                      <a:pt x="3" y="41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3" y="43"/>
                    </a:lnTo>
                    <a:lnTo>
                      <a:pt x="3" y="45"/>
                    </a:lnTo>
                    <a:lnTo>
                      <a:pt x="4" y="39"/>
                    </a:lnTo>
                    <a:lnTo>
                      <a:pt x="4" y="34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4" y="32"/>
                    </a:lnTo>
                    <a:lnTo>
                      <a:pt x="4" y="31"/>
                    </a:lnTo>
                    <a:lnTo>
                      <a:pt x="4" y="29"/>
                    </a:lnTo>
                    <a:lnTo>
                      <a:pt x="4" y="24"/>
                    </a:lnTo>
                    <a:lnTo>
                      <a:pt x="4" y="22"/>
                    </a:lnTo>
                    <a:lnTo>
                      <a:pt x="5" y="24"/>
                    </a:lnTo>
                    <a:lnTo>
                      <a:pt x="5" y="27"/>
                    </a:lnTo>
                    <a:lnTo>
                      <a:pt x="5" y="26"/>
                    </a:lnTo>
                    <a:lnTo>
                      <a:pt x="5" y="21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7"/>
                    </a:lnTo>
                    <a:lnTo>
                      <a:pt x="5" y="16"/>
                    </a:lnTo>
                    <a:lnTo>
                      <a:pt x="5" y="13"/>
                    </a:lnTo>
                    <a:lnTo>
                      <a:pt x="6" y="9"/>
                    </a:lnTo>
                    <a:lnTo>
                      <a:pt x="6" y="5"/>
                    </a:lnTo>
                    <a:lnTo>
                      <a:pt x="6" y="2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6" y="4"/>
                    </a:lnTo>
                    <a:lnTo>
                      <a:pt x="7" y="3"/>
                    </a:lnTo>
                    <a:lnTo>
                      <a:pt x="7" y="4"/>
                    </a:lnTo>
                    <a:lnTo>
                      <a:pt x="7" y="2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95" name="Freeform 855"/>
              <p:cNvSpPr/>
              <p:nvPr/>
            </p:nvSpPr>
            <p:spPr bwMode="auto">
              <a:xfrm>
                <a:off x="1338" y="2879"/>
                <a:ext cx="7" cy="88"/>
              </a:xfrm>
              <a:custGeom>
                <a:avLst/>
                <a:gdLst>
                  <a:gd name="T0" fmla="*/ 0 w 7"/>
                  <a:gd name="T1" fmla="*/ 88 h 88"/>
                  <a:gd name="T2" fmla="*/ 0 w 7"/>
                  <a:gd name="T3" fmla="*/ 86 h 88"/>
                  <a:gd name="T4" fmla="*/ 0 w 7"/>
                  <a:gd name="T5" fmla="*/ 81 h 88"/>
                  <a:gd name="T6" fmla="*/ 0 w 7"/>
                  <a:gd name="T7" fmla="*/ 77 h 88"/>
                  <a:gd name="T8" fmla="*/ 0 w 7"/>
                  <a:gd name="T9" fmla="*/ 75 h 88"/>
                  <a:gd name="T10" fmla="*/ 1 w 7"/>
                  <a:gd name="T11" fmla="*/ 70 h 88"/>
                  <a:gd name="T12" fmla="*/ 1 w 7"/>
                  <a:gd name="T13" fmla="*/ 65 h 88"/>
                  <a:gd name="T14" fmla="*/ 1 w 7"/>
                  <a:gd name="T15" fmla="*/ 61 h 88"/>
                  <a:gd name="T16" fmla="*/ 1 w 7"/>
                  <a:gd name="T17" fmla="*/ 56 h 88"/>
                  <a:gd name="T18" fmla="*/ 1 w 7"/>
                  <a:gd name="T19" fmla="*/ 51 h 88"/>
                  <a:gd name="T20" fmla="*/ 1 w 7"/>
                  <a:gd name="T21" fmla="*/ 48 h 88"/>
                  <a:gd name="T22" fmla="*/ 2 w 7"/>
                  <a:gd name="T23" fmla="*/ 48 h 88"/>
                  <a:gd name="T24" fmla="*/ 2 w 7"/>
                  <a:gd name="T25" fmla="*/ 47 h 88"/>
                  <a:gd name="T26" fmla="*/ 2 w 7"/>
                  <a:gd name="T27" fmla="*/ 43 h 88"/>
                  <a:gd name="T28" fmla="*/ 2 w 7"/>
                  <a:gd name="T29" fmla="*/ 41 h 88"/>
                  <a:gd name="T30" fmla="*/ 2 w 7"/>
                  <a:gd name="T31" fmla="*/ 41 h 88"/>
                  <a:gd name="T32" fmla="*/ 2 w 7"/>
                  <a:gd name="T33" fmla="*/ 41 h 88"/>
                  <a:gd name="T34" fmla="*/ 2 w 7"/>
                  <a:gd name="T35" fmla="*/ 37 h 88"/>
                  <a:gd name="T36" fmla="*/ 2 w 7"/>
                  <a:gd name="T37" fmla="*/ 34 h 88"/>
                  <a:gd name="T38" fmla="*/ 2 w 7"/>
                  <a:gd name="T39" fmla="*/ 33 h 88"/>
                  <a:gd name="T40" fmla="*/ 2 w 7"/>
                  <a:gd name="T41" fmla="*/ 30 h 88"/>
                  <a:gd name="T42" fmla="*/ 3 w 7"/>
                  <a:gd name="T43" fmla="*/ 25 h 88"/>
                  <a:gd name="T44" fmla="*/ 3 w 7"/>
                  <a:gd name="T45" fmla="*/ 22 h 88"/>
                  <a:gd name="T46" fmla="*/ 3 w 7"/>
                  <a:gd name="T47" fmla="*/ 21 h 88"/>
                  <a:gd name="T48" fmla="*/ 3 w 7"/>
                  <a:gd name="T49" fmla="*/ 20 h 88"/>
                  <a:gd name="T50" fmla="*/ 3 w 7"/>
                  <a:gd name="T51" fmla="*/ 18 h 88"/>
                  <a:gd name="T52" fmla="*/ 3 w 7"/>
                  <a:gd name="T53" fmla="*/ 20 h 88"/>
                  <a:gd name="T54" fmla="*/ 3 w 7"/>
                  <a:gd name="T55" fmla="*/ 21 h 88"/>
                  <a:gd name="T56" fmla="*/ 3 w 7"/>
                  <a:gd name="T57" fmla="*/ 21 h 88"/>
                  <a:gd name="T58" fmla="*/ 3 w 7"/>
                  <a:gd name="T59" fmla="*/ 23 h 88"/>
                  <a:gd name="T60" fmla="*/ 4 w 7"/>
                  <a:gd name="T61" fmla="*/ 28 h 88"/>
                  <a:gd name="T62" fmla="*/ 4 w 7"/>
                  <a:gd name="T63" fmla="*/ 30 h 88"/>
                  <a:gd name="T64" fmla="*/ 4 w 7"/>
                  <a:gd name="T65" fmla="*/ 28 h 88"/>
                  <a:gd name="T66" fmla="*/ 4 w 7"/>
                  <a:gd name="T67" fmla="*/ 26 h 88"/>
                  <a:gd name="T68" fmla="*/ 4 w 7"/>
                  <a:gd name="T69" fmla="*/ 26 h 88"/>
                  <a:gd name="T70" fmla="*/ 4 w 7"/>
                  <a:gd name="T71" fmla="*/ 26 h 88"/>
                  <a:gd name="T72" fmla="*/ 5 w 7"/>
                  <a:gd name="T73" fmla="*/ 23 h 88"/>
                  <a:gd name="T74" fmla="*/ 5 w 7"/>
                  <a:gd name="T75" fmla="*/ 18 h 88"/>
                  <a:gd name="T76" fmla="*/ 5 w 7"/>
                  <a:gd name="T77" fmla="*/ 13 h 88"/>
                  <a:gd name="T78" fmla="*/ 5 w 7"/>
                  <a:gd name="T79" fmla="*/ 7 h 88"/>
                  <a:gd name="T80" fmla="*/ 5 w 7"/>
                  <a:gd name="T81" fmla="*/ 2 h 88"/>
                  <a:gd name="T82" fmla="*/ 5 w 7"/>
                  <a:gd name="T83" fmla="*/ 1 h 88"/>
                  <a:gd name="T84" fmla="*/ 5 w 7"/>
                  <a:gd name="T85" fmla="*/ 2 h 88"/>
                  <a:gd name="T86" fmla="*/ 5 w 7"/>
                  <a:gd name="T87" fmla="*/ 1 h 88"/>
                  <a:gd name="T88" fmla="*/ 5 w 7"/>
                  <a:gd name="T89" fmla="*/ 0 h 88"/>
                  <a:gd name="T90" fmla="*/ 6 w 7"/>
                  <a:gd name="T91" fmla="*/ 1 h 88"/>
                  <a:gd name="T92" fmla="*/ 6 w 7"/>
                  <a:gd name="T93" fmla="*/ 3 h 88"/>
                  <a:gd name="T94" fmla="*/ 6 w 7"/>
                  <a:gd name="T95" fmla="*/ 4 h 88"/>
                  <a:gd name="T96" fmla="*/ 6 w 7"/>
                  <a:gd name="T97" fmla="*/ 5 h 88"/>
                  <a:gd name="T98" fmla="*/ 6 w 7"/>
                  <a:gd name="T99" fmla="*/ 6 h 88"/>
                  <a:gd name="T100" fmla="*/ 6 w 7"/>
                  <a:gd name="T101" fmla="*/ 4 h 88"/>
                  <a:gd name="T102" fmla="*/ 7 w 7"/>
                  <a:gd name="T103" fmla="*/ 3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88">
                    <a:moveTo>
                      <a:pt x="0" y="88"/>
                    </a:moveTo>
                    <a:lnTo>
                      <a:pt x="0" y="86"/>
                    </a:lnTo>
                    <a:lnTo>
                      <a:pt x="0" y="81"/>
                    </a:lnTo>
                    <a:lnTo>
                      <a:pt x="0" y="77"/>
                    </a:lnTo>
                    <a:lnTo>
                      <a:pt x="0" y="75"/>
                    </a:lnTo>
                    <a:lnTo>
                      <a:pt x="1" y="70"/>
                    </a:lnTo>
                    <a:lnTo>
                      <a:pt x="1" y="65"/>
                    </a:lnTo>
                    <a:lnTo>
                      <a:pt x="1" y="61"/>
                    </a:lnTo>
                    <a:lnTo>
                      <a:pt x="1" y="56"/>
                    </a:lnTo>
                    <a:lnTo>
                      <a:pt x="1" y="51"/>
                    </a:lnTo>
                    <a:lnTo>
                      <a:pt x="1" y="48"/>
                    </a:lnTo>
                    <a:lnTo>
                      <a:pt x="2" y="48"/>
                    </a:lnTo>
                    <a:lnTo>
                      <a:pt x="2" y="47"/>
                    </a:lnTo>
                    <a:lnTo>
                      <a:pt x="2" y="43"/>
                    </a:lnTo>
                    <a:lnTo>
                      <a:pt x="2" y="41"/>
                    </a:lnTo>
                    <a:lnTo>
                      <a:pt x="2" y="41"/>
                    </a:lnTo>
                    <a:lnTo>
                      <a:pt x="2" y="41"/>
                    </a:lnTo>
                    <a:lnTo>
                      <a:pt x="2" y="37"/>
                    </a:lnTo>
                    <a:lnTo>
                      <a:pt x="2" y="34"/>
                    </a:lnTo>
                    <a:lnTo>
                      <a:pt x="2" y="33"/>
                    </a:lnTo>
                    <a:lnTo>
                      <a:pt x="2" y="30"/>
                    </a:lnTo>
                    <a:lnTo>
                      <a:pt x="3" y="25"/>
                    </a:lnTo>
                    <a:lnTo>
                      <a:pt x="3" y="22"/>
                    </a:lnTo>
                    <a:lnTo>
                      <a:pt x="3" y="21"/>
                    </a:lnTo>
                    <a:lnTo>
                      <a:pt x="3" y="20"/>
                    </a:lnTo>
                    <a:lnTo>
                      <a:pt x="3" y="18"/>
                    </a:lnTo>
                    <a:lnTo>
                      <a:pt x="3" y="20"/>
                    </a:lnTo>
                    <a:lnTo>
                      <a:pt x="3" y="21"/>
                    </a:lnTo>
                    <a:lnTo>
                      <a:pt x="3" y="21"/>
                    </a:lnTo>
                    <a:lnTo>
                      <a:pt x="3" y="23"/>
                    </a:lnTo>
                    <a:lnTo>
                      <a:pt x="4" y="28"/>
                    </a:lnTo>
                    <a:lnTo>
                      <a:pt x="4" y="30"/>
                    </a:lnTo>
                    <a:lnTo>
                      <a:pt x="4" y="28"/>
                    </a:lnTo>
                    <a:lnTo>
                      <a:pt x="4" y="26"/>
                    </a:lnTo>
                    <a:lnTo>
                      <a:pt x="4" y="26"/>
                    </a:lnTo>
                    <a:lnTo>
                      <a:pt x="4" y="26"/>
                    </a:lnTo>
                    <a:lnTo>
                      <a:pt x="5" y="23"/>
                    </a:lnTo>
                    <a:lnTo>
                      <a:pt x="5" y="18"/>
                    </a:lnTo>
                    <a:lnTo>
                      <a:pt x="5" y="13"/>
                    </a:lnTo>
                    <a:lnTo>
                      <a:pt x="5" y="7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5" y="2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6" y="6"/>
                    </a:lnTo>
                    <a:lnTo>
                      <a:pt x="6" y="4"/>
                    </a:lnTo>
                    <a:lnTo>
                      <a:pt x="7" y="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96" name="Freeform 856"/>
              <p:cNvSpPr/>
              <p:nvPr/>
            </p:nvSpPr>
            <p:spPr bwMode="auto">
              <a:xfrm>
                <a:off x="1344" y="2882"/>
                <a:ext cx="7" cy="139"/>
              </a:xfrm>
              <a:custGeom>
                <a:avLst/>
                <a:gdLst>
                  <a:gd name="T0" fmla="*/ 0 w 7"/>
                  <a:gd name="T1" fmla="*/ 1 h 139"/>
                  <a:gd name="T2" fmla="*/ 1 w 7"/>
                  <a:gd name="T3" fmla="*/ 0 h 139"/>
                  <a:gd name="T4" fmla="*/ 1 w 7"/>
                  <a:gd name="T5" fmla="*/ 1 h 139"/>
                  <a:gd name="T6" fmla="*/ 1 w 7"/>
                  <a:gd name="T7" fmla="*/ 4 h 139"/>
                  <a:gd name="T8" fmla="*/ 1 w 7"/>
                  <a:gd name="T9" fmla="*/ 4 h 139"/>
                  <a:gd name="T10" fmla="*/ 1 w 7"/>
                  <a:gd name="T11" fmla="*/ 2 h 139"/>
                  <a:gd name="T12" fmla="*/ 1 w 7"/>
                  <a:gd name="T13" fmla="*/ 3 h 139"/>
                  <a:gd name="T14" fmla="*/ 1 w 7"/>
                  <a:gd name="T15" fmla="*/ 5 h 139"/>
                  <a:gd name="T16" fmla="*/ 1 w 7"/>
                  <a:gd name="T17" fmla="*/ 7 h 139"/>
                  <a:gd name="T18" fmla="*/ 1 w 7"/>
                  <a:gd name="T19" fmla="*/ 7 h 139"/>
                  <a:gd name="T20" fmla="*/ 2 w 7"/>
                  <a:gd name="T21" fmla="*/ 9 h 139"/>
                  <a:gd name="T22" fmla="*/ 2 w 7"/>
                  <a:gd name="T23" fmla="*/ 10 h 139"/>
                  <a:gd name="T24" fmla="*/ 2 w 7"/>
                  <a:gd name="T25" fmla="*/ 12 h 139"/>
                  <a:gd name="T26" fmla="*/ 2 w 7"/>
                  <a:gd name="T27" fmla="*/ 13 h 139"/>
                  <a:gd name="T28" fmla="*/ 2 w 7"/>
                  <a:gd name="T29" fmla="*/ 17 h 139"/>
                  <a:gd name="T30" fmla="*/ 2 w 7"/>
                  <a:gd name="T31" fmla="*/ 21 h 139"/>
                  <a:gd name="T32" fmla="*/ 2 w 7"/>
                  <a:gd name="T33" fmla="*/ 23 h 139"/>
                  <a:gd name="T34" fmla="*/ 2 w 7"/>
                  <a:gd name="T35" fmla="*/ 25 h 139"/>
                  <a:gd name="T36" fmla="*/ 2 w 7"/>
                  <a:gd name="T37" fmla="*/ 30 h 139"/>
                  <a:gd name="T38" fmla="*/ 3 w 7"/>
                  <a:gd name="T39" fmla="*/ 34 h 139"/>
                  <a:gd name="T40" fmla="*/ 3 w 7"/>
                  <a:gd name="T41" fmla="*/ 36 h 139"/>
                  <a:gd name="T42" fmla="*/ 3 w 7"/>
                  <a:gd name="T43" fmla="*/ 40 h 139"/>
                  <a:gd name="T44" fmla="*/ 3 w 7"/>
                  <a:gd name="T45" fmla="*/ 46 h 139"/>
                  <a:gd name="T46" fmla="*/ 3 w 7"/>
                  <a:gd name="T47" fmla="*/ 50 h 139"/>
                  <a:gd name="T48" fmla="*/ 3 w 7"/>
                  <a:gd name="T49" fmla="*/ 55 h 139"/>
                  <a:gd name="T50" fmla="*/ 4 w 7"/>
                  <a:gd name="T51" fmla="*/ 60 h 139"/>
                  <a:gd name="T52" fmla="*/ 4 w 7"/>
                  <a:gd name="T53" fmla="*/ 67 h 139"/>
                  <a:gd name="T54" fmla="*/ 4 w 7"/>
                  <a:gd name="T55" fmla="*/ 70 h 139"/>
                  <a:gd name="T56" fmla="*/ 4 w 7"/>
                  <a:gd name="T57" fmla="*/ 76 h 139"/>
                  <a:gd name="T58" fmla="*/ 4 w 7"/>
                  <a:gd name="T59" fmla="*/ 82 h 139"/>
                  <a:gd name="T60" fmla="*/ 4 w 7"/>
                  <a:gd name="T61" fmla="*/ 87 h 139"/>
                  <a:gd name="T62" fmla="*/ 4 w 7"/>
                  <a:gd name="T63" fmla="*/ 89 h 139"/>
                  <a:gd name="T64" fmla="*/ 4 w 7"/>
                  <a:gd name="T65" fmla="*/ 92 h 139"/>
                  <a:gd name="T66" fmla="*/ 4 w 7"/>
                  <a:gd name="T67" fmla="*/ 97 h 139"/>
                  <a:gd name="T68" fmla="*/ 4 w 7"/>
                  <a:gd name="T69" fmla="*/ 102 h 139"/>
                  <a:gd name="T70" fmla="*/ 5 w 7"/>
                  <a:gd name="T71" fmla="*/ 106 h 139"/>
                  <a:gd name="T72" fmla="*/ 5 w 7"/>
                  <a:gd name="T73" fmla="*/ 108 h 139"/>
                  <a:gd name="T74" fmla="*/ 5 w 7"/>
                  <a:gd name="T75" fmla="*/ 110 h 139"/>
                  <a:gd name="T76" fmla="*/ 5 w 7"/>
                  <a:gd name="T77" fmla="*/ 112 h 139"/>
                  <a:gd name="T78" fmla="*/ 5 w 7"/>
                  <a:gd name="T79" fmla="*/ 115 h 139"/>
                  <a:gd name="T80" fmla="*/ 5 w 7"/>
                  <a:gd name="T81" fmla="*/ 117 h 139"/>
                  <a:gd name="T82" fmla="*/ 6 w 7"/>
                  <a:gd name="T83" fmla="*/ 118 h 139"/>
                  <a:gd name="T84" fmla="*/ 6 w 7"/>
                  <a:gd name="T85" fmla="*/ 118 h 139"/>
                  <a:gd name="T86" fmla="*/ 6 w 7"/>
                  <a:gd name="T87" fmla="*/ 118 h 139"/>
                  <a:gd name="T88" fmla="*/ 6 w 7"/>
                  <a:gd name="T89" fmla="*/ 119 h 139"/>
                  <a:gd name="T90" fmla="*/ 6 w 7"/>
                  <a:gd name="T91" fmla="*/ 119 h 139"/>
                  <a:gd name="T92" fmla="*/ 6 w 7"/>
                  <a:gd name="T93" fmla="*/ 121 h 139"/>
                  <a:gd name="T94" fmla="*/ 6 w 7"/>
                  <a:gd name="T95" fmla="*/ 124 h 139"/>
                  <a:gd name="T96" fmla="*/ 6 w 7"/>
                  <a:gd name="T97" fmla="*/ 126 h 139"/>
                  <a:gd name="T98" fmla="*/ 6 w 7"/>
                  <a:gd name="T99" fmla="*/ 128 h 139"/>
                  <a:gd name="T100" fmla="*/ 7 w 7"/>
                  <a:gd name="T101" fmla="*/ 133 h 139"/>
                  <a:gd name="T102" fmla="*/ 7 w 7"/>
                  <a:gd name="T103" fmla="*/ 139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39">
                    <a:moveTo>
                      <a:pt x="0" y="1"/>
                    </a:moveTo>
                    <a:lnTo>
                      <a:pt x="1" y="0"/>
                    </a:lnTo>
                    <a:lnTo>
                      <a:pt x="1" y="1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2" y="9"/>
                    </a:lnTo>
                    <a:lnTo>
                      <a:pt x="2" y="10"/>
                    </a:lnTo>
                    <a:lnTo>
                      <a:pt x="2" y="12"/>
                    </a:lnTo>
                    <a:lnTo>
                      <a:pt x="2" y="13"/>
                    </a:lnTo>
                    <a:lnTo>
                      <a:pt x="2" y="17"/>
                    </a:lnTo>
                    <a:lnTo>
                      <a:pt x="2" y="21"/>
                    </a:lnTo>
                    <a:lnTo>
                      <a:pt x="2" y="23"/>
                    </a:lnTo>
                    <a:lnTo>
                      <a:pt x="2" y="25"/>
                    </a:lnTo>
                    <a:lnTo>
                      <a:pt x="2" y="30"/>
                    </a:lnTo>
                    <a:lnTo>
                      <a:pt x="3" y="34"/>
                    </a:lnTo>
                    <a:lnTo>
                      <a:pt x="3" y="36"/>
                    </a:lnTo>
                    <a:lnTo>
                      <a:pt x="3" y="40"/>
                    </a:lnTo>
                    <a:lnTo>
                      <a:pt x="3" y="46"/>
                    </a:lnTo>
                    <a:lnTo>
                      <a:pt x="3" y="50"/>
                    </a:lnTo>
                    <a:lnTo>
                      <a:pt x="3" y="55"/>
                    </a:lnTo>
                    <a:lnTo>
                      <a:pt x="4" y="60"/>
                    </a:lnTo>
                    <a:lnTo>
                      <a:pt x="4" y="67"/>
                    </a:lnTo>
                    <a:lnTo>
                      <a:pt x="4" y="70"/>
                    </a:lnTo>
                    <a:lnTo>
                      <a:pt x="4" y="76"/>
                    </a:lnTo>
                    <a:lnTo>
                      <a:pt x="4" y="82"/>
                    </a:lnTo>
                    <a:lnTo>
                      <a:pt x="4" y="87"/>
                    </a:lnTo>
                    <a:lnTo>
                      <a:pt x="4" y="89"/>
                    </a:lnTo>
                    <a:lnTo>
                      <a:pt x="4" y="92"/>
                    </a:lnTo>
                    <a:lnTo>
                      <a:pt x="4" y="97"/>
                    </a:lnTo>
                    <a:lnTo>
                      <a:pt x="4" y="102"/>
                    </a:lnTo>
                    <a:lnTo>
                      <a:pt x="5" y="106"/>
                    </a:lnTo>
                    <a:lnTo>
                      <a:pt x="5" y="108"/>
                    </a:lnTo>
                    <a:lnTo>
                      <a:pt x="5" y="110"/>
                    </a:lnTo>
                    <a:lnTo>
                      <a:pt x="5" y="112"/>
                    </a:lnTo>
                    <a:lnTo>
                      <a:pt x="5" y="115"/>
                    </a:lnTo>
                    <a:lnTo>
                      <a:pt x="5" y="117"/>
                    </a:lnTo>
                    <a:lnTo>
                      <a:pt x="6" y="118"/>
                    </a:lnTo>
                    <a:lnTo>
                      <a:pt x="6" y="118"/>
                    </a:lnTo>
                    <a:lnTo>
                      <a:pt x="6" y="118"/>
                    </a:lnTo>
                    <a:lnTo>
                      <a:pt x="6" y="119"/>
                    </a:lnTo>
                    <a:lnTo>
                      <a:pt x="6" y="119"/>
                    </a:lnTo>
                    <a:lnTo>
                      <a:pt x="6" y="121"/>
                    </a:lnTo>
                    <a:lnTo>
                      <a:pt x="6" y="124"/>
                    </a:lnTo>
                    <a:lnTo>
                      <a:pt x="6" y="126"/>
                    </a:lnTo>
                    <a:lnTo>
                      <a:pt x="6" y="128"/>
                    </a:lnTo>
                    <a:lnTo>
                      <a:pt x="7" y="133"/>
                    </a:lnTo>
                    <a:lnTo>
                      <a:pt x="7" y="13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97" name="Freeform 857"/>
              <p:cNvSpPr/>
              <p:nvPr/>
            </p:nvSpPr>
            <p:spPr bwMode="auto">
              <a:xfrm>
                <a:off x="1351" y="2997"/>
                <a:ext cx="6" cy="48"/>
              </a:xfrm>
              <a:custGeom>
                <a:avLst/>
                <a:gdLst>
                  <a:gd name="T0" fmla="*/ 0 w 6"/>
                  <a:gd name="T1" fmla="*/ 18 h 48"/>
                  <a:gd name="T2" fmla="*/ 0 w 6"/>
                  <a:gd name="T3" fmla="*/ 24 h 48"/>
                  <a:gd name="T4" fmla="*/ 0 w 6"/>
                  <a:gd name="T5" fmla="*/ 28 h 48"/>
                  <a:gd name="T6" fmla="*/ 0 w 6"/>
                  <a:gd name="T7" fmla="*/ 26 h 48"/>
                  <a:gd name="T8" fmla="*/ 0 w 6"/>
                  <a:gd name="T9" fmla="*/ 28 h 48"/>
                  <a:gd name="T10" fmla="*/ 0 w 6"/>
                  <a:gd name="T11" fmla="*/ 33 h 48"/>
                  <a:gd name="T12" fmla="*/ 0 w 6"/>
                  <a:gd name="T13" fmla="*/ 36 h 48"/>
                  <a:gd name="T14" fmla="*/ 0 w 6"/>
                  <a:gd name="T15" fmla="*/ 35 h 48"/>
                  <a:gd name="T16" fmla="*/ 0 w 6"/>
                  <a:gd name="T17" fmla="*/ 36 h 48"/>
                  <a:gd name="T18" fmla="*/ 1 w 6"/>
                  <a:gd name="T19" fmla="*/ 35 h 48"/>
                  <a:gd name="T20" fmla="*/ 1 w 6"/>
                  <a:gd name="T21" fmla="*/ 31 h 48"/>
                  <a:gd name="T22" fmla="*/ 1 w 6"/>
                  <a:gd name="T23" fmla="*/ 29 h 48"/>
                  <a:gd name="T24" fmla="*/ 1 w 6"/>
                  <a:gd name="T25" fmla="*/ 30 h 48"/>
                  <a:gd name="T26" fmla="*/ 1 w 6"/>
                  <a:gd name="T27" fmla="*/ 29 h 48"/>
                  <a:gd name="T28" fmla="*/ 1 w 6"/>
                  <a:gd name="T29" fmla="*/ 25 h 48"/>
                  <a:gd name="T30" fmla="*/ 2 w 6"/>
                  <a:gd name="T31" fmla="*/ 25 h 48"/>
                  <a:gd name="T32" fmla="*/ 2 w 6"/>
                  <a:gd name="T33" fmla="*/ 28 h 48"/>
                  <a:gd name="T34" fmla="*/ 2 w 6"/>
                  <a:gd name="T35" fmla="*/ 28 h 48"/>
                  <a:gd name="T36" fmla="*/ 2 w 6"/>
                  <a:gd name="T37" fmla="*/ 28 h 48"/>
                  <a:gd name="T38" fmla="*/ 2 w 6"/>
                  <a:gd name="T39" fmla="*/ 29 h 48"/>
                  <a:gd name="T40" fmla="*/ 2 w 6"/>
                  <a:gd name="T41" fmla="*/ 32 h 48"/>
                  <a:gd name="T42" fmla="*/ 2 w 6"/>
                  <a:gd name="T43" fmla="*/ 31 h 48"/>
                  <a:gd name="T44" fmla="*/ 2 w 6"/>
                  <a:gd name="T45" fmla="*/ 30 h 48"/>
                  <a:gd name="T46" fmla="*/ 2 w 6"/>
                  <a:gd name="T47" fmla="*/ 29 h 48"/>
                  <a:gd name="T48" fmla="*/ 3 w 6"/>
                  <a:gd name="T49" fmla="*/ 29 h 48"/>
                  <a:gd name="T50" fmla="*/ 3 w 6"/>
                  <a:gd name="T51" fmla="*/ 30 h 48"/>
                  <a:gd name="T52" fmla="*/ 3 w 6"/>
                  <a:gd name="T53" fmla="*/ 31 h 48"/>
                  <a:gd name="T54" fmla="*/ 3 w 6"/>
                  <a:gd name="T55" fmla="*/ 31 h 48"/>
                  <a:gd name="T56" fmla="*/ 3 w 6"/>
                  <a:gd name="T57" fmla="*/ 30 h 48"/>
                  <a:gd name="T58" fmla="*/ 3 w 6"/>
                  <a:gd name="T59" fmla="*/ 31 h 48"/>
                  <a:gd name="T60" fmla="*/ 4 w 6"/>
                  <a:gd name="T61" fmla="*/ 35 h 48"/>
                  <a:gd name="T62" fmla="*/ 4 w 6"/>
                  <a:gd name="T63" fmla="*/ 38 h 48"/>
                  <a:gd name="T64" fmla="*/ 4 w 6"/>
                  <a:gd name="T65" fmla="*/ 40 h 48"/>
                  <a:gd name="T66" fmla="*/ 4 w 6"/>
                  <a:gd name="T67" fmla="*/ 43 h 48"/>
                  <a:gd name="T68" fmla="*/ 4 w 6"/>
                  <a:gd name="T69" fmla="*/ 44 h 48"/>
                  <a:gd name="T70" fmla="*/ 4 w 6"/>
                  <a:gd name="T71" fmla="*/ 46 h 48"/>
                  <a:gd name="T72" fmla="*/ 4 w 6"/>
                  <a:gd name="T73" fmla="*/ 48 h 48"/>
                  <a:gd name="T74" fmla="*/ 4 w 6"/>
                  <a:gd name="T75" fmla="*/ 48 h 48"/>
                  <a:gd name="T76" fmla="*/ 4 w 6"/>
                  <a:gd name="T77" fmla="*/ 45 h 48"/>
                  <a:gd name="T78" fmla="*/ 5 w 6"/>
                  <a:gd name="T79" fmla="*/ 42 h 48"/>
                  <a:gd name="T80" fmla="*/ 5 w 6"/>
                  <a:gd name="T81" fmla="*/ 39 h 48"/>
                  <a:gd name="T82" fmla="*/ 5 w 6"/>
                  <a:gd name="T83" fmla="*/ 34 h 48"/>
                  <a:gd name="T84" fmla="*/ 5 w 6"/>
                  <a:gd name="T85" fmla="*/ 28 h 48"/>
                  <a:gd name="T86" fmla="*/ 5 w 6"/>
                  <a:gd name="T87" fmla="*/ 22 h 48"/>
                  <a:gd name="T88" fmla="*/ 5 w 6"/>
                  <a:gd name="T89" fmla="*/ 19 h 48"/>
                  <a:gd name="T90" fmla="*/ 5 w 6"/>
                  <a:gd name="T91" fmla="*/ 16 h 48"/>
                  <a:gd name="T92" fmla="*/ 5 w 6"/>
                  <a:gd name="T93" fmla="*/ 10 h 48"/>
                  <a:gd name="T94" fmla="*/ 5 w 6"/>
                  <a:gd name="T95" fmla="*/ 6 h 48"/>
                  <a:gd name="T96" fmla="*/ 5 w 6"/>
                  <a:gd name="T97" fmla="*/ 7 h 48"/>
                  <a:gd name="T98" fmla="*/ 6 w 6"/>
                  <a:gd name="T99" fmla="*/ 8 h 48"/>
                  <a:gd name="T100" fmla="*/ 6 w 6"/>
                  <a:gd name="T101" fmla="*/ 4 h 48"/>
                  <a:gd name="T102" fmla="*/ 6 w 6"/>
                  <a:gd name="T10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8">
                    <a:moveTo>
                      <a:pt x="0" y="18"/>
                    </a:moveTo>
                    <a:lnTo>
                      <a:pt x="0" y="24"/>
                    </a:lnTo>
                    <a:lnTo>
                      <a:pt x="0" y="28"/>
                    </a:lnTo>
                    <a:lnTo>
                      <a:pt x="0" y="26"/>
                    </a:lnTo>
                    <a:lnTo>
                      <a:pt x="0" y="28"/>
                    </a:lnTo>
                    <a:lnTo>
                      <a:pt x="0" y="33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6"/>
                    </a:lnTo>
                    <a:lnTo>
                      <a:pt x="1" y="35"/>
                    </a:lnTo>
                    <a:lnTo>
                      <a:pt x="1" y="31"/>
                    </a:lnTo>
                    <a:lnTo>
                      <a:pt x="1" y="29"/>
                    </a:lnTo>
                    <a:lnTo>
                      <a:pt x="1" y="30"/>
                    </a:lnTo>
                    <a:lnTo>
                      <a:pt x="1" y="29"/>
                    </a:lnTo>
                    <a:lnTo>
                      <a:pt x="1" y="25"/>
                    </a:lnTo>
                    <a:lnTo>
                      <a:pt x="2" y="25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9"/>
                    </a:lnTo>
                    <a:lnTo>
                      <a:pt x="2" y="32"/>
                    </a:lnTo>
                    <a:lnTo>
                      <a:pt x="2" y="31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3" y="29"/>
                    </a:lnTo>
                    <a:lnTo>
                      <a:pt x="3" y="30"/>
                    </a:lnTo>
                    <a:lnTo>
                      <a:pt x="3" y="31"/>
                    </a:lnTo>
                    <a:lnTo>
                      <a:pt x="3" y="31"/>
                    </a:lnTo>
                    <a:lnTo>
                      <a:pt x="3" y="30"/>
                    </a:lnTo>
                    <a:lnTo>
                      <a:pt x="3" y="31"/>
                    </a:lnTo>
                    <a:lnTo>
                      <a:pt x="4" y="35"/>
                    </a:lnTo>
                    <a:lnTo>
                      <a:pt x="4" y="38"/>
                    </a:lnTo>
                    <a:lnTo>
                      <a:pt x="4" y="40"/>
                    </a:lnTo>
                    <a:lnTo>
                      <a:pt x="4" y="43"/>
                    </a:lnTo>
                    <a:lnTo>
                      <a:pt x="4" y="44"/>
                    </a:lnTo>
                    <a:lnTo>
                      <a:pt x="4" y="46"/>
                    </a:lnTo>
                    <a:lnTo>
                      <a:pt x="4" y="48"/>
                    </a:lnTo>
                    <a:lnTo>
                      <a:pt x="4" y="48"/>
                    </a:lnTo>
                    <a:lnTo>
                      <a:pt x="4" y="45"/>
                    </a:lnTo>
                    <a:lnTo>
                      <a:pt x="5" y="42"/>
                    </a:lnTo>
                    <a:lnTo>
                      <a:pt x="5" y="39"/>
                    </a:lnTo>
                    <a:lnTo>
                      <a:pt x="5" y="34"/>
                    </a:lnTo>
                    <a:lnTo>
                      <a:pt x="5" y="28"/>
                    </a:lnTo>
                    <a:lnTo>
                      <a:pt x="5" y="22"/>
                    </a:lnTo>
                    <a:lnTo>
                      <a:pt x="5" y="19"/>
                    </a:lnTo>
                    <a:lnTo>
                      <a:pt x="5" y="16"/>
                    </a:lnTo>
                    <a:lnTo>
                      <a:pt x="5" y="10"/>
                    </a:lnTo>
                    <a:lnTo>
                      <a:pt x="5" y="6"/>
                    </a:lnTo>
                    <a:lnTo>
                      <a:pt x="5" y="7"/>
                    </a:lnTo>
                    <a:lnTo>
                      <a:pt x="6" y="8"/>
                    </a:lnTo>
                    <a:lnTo>
                      <a:pt x="6" y="4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98" name="Freeform 858"/>
              <p:cNvSpPr/>
              <p:nvPr/>
            </p:nvSpPr>
            <p:spPr bwMode="auto">
              <a:xfrm>
                <a:off x="1357" y="2952"/>
                <a:ext cx="6" cy="49"/>
              </a:xfrm>
              <a:custGeom>
                <a:avLst/>
                <a:gdLst>
                  <a:gd name="T0" fmla="*/ 0 w 6"/>
                  <a:gd name="T1" fmla="*/ 49 h 49"/>
                  <a:gd name="T2" fmla="*/ 0 w 6"/>
                  <a:gd name="T3" fmla="*/ 45 h 49"/>
                  <a:gd name="T4" fmla="*/ 0 w 6"/>
                  <a:gd name="T5" fmla="*/ 45 h 49"/>
                  <a:gd name="T6" fmla="*/ 0 w 6"/>
                  <a:gd name="T7" fmla="*/ 42 h 49"/>
                  <a:gd name="T8" fmla="*/ 0 w 6"/>
                  <a:gd name="T9" fmla="*/ 37 h 49"/>
                  <a:gd name="T10" fmla="*/ 1 w 6"/>
                  <a:gd name="T11" fmla="*/ 39 h 49"/>
                  <a:gd name="T12" fmla="*/ 1 w 6"/>
                  <a:gd name="T13" fmla="*/ 42 h 49"/>
                  <a:gd name="T14" fmla="*/ 1 w 6"/>
                  <a:gd name="T15" fmla="*/ 39 h 49"/>
                  <a:gd name="T16" fmla="*/ 1 w 6"/>
                  <a:gd name="T17" fmla="*/ 36 h 49"/>
                  <a:gd name="T18" fmla="*/ 1 w 6"/>
                  <a:gd name="T19" fmla="*/ 36 h 49"/>
                  <a:gd name="T20" fmla="*/ 1 w 6"/>
                  <a:gd name="T21" fmla="*/ 34 h 49"/>
                  <a:gd name="T22" fmla="*/ 1 w 6"/>
                  <a:gd name="T23" fmla="*/ 31 h 49"/>
                  <a:gd name="T24" fmla="*/ 1 w 6"/>
                  <a:gd name="T25" fmla="*/ 33 h 49"/>
                  <a:gd name="T26" fmla="*/ 1 w 6"/>
                  <a:gd name="T27" fmla="*/ 34 h 49"/>
                  <a:gd name="T28" fmla="*/ 2 w 6"/>
                  <a:gd name="T29" fmla="*/ 32 h 49"/>
                  <a:gd name="T30" fmla="*/ 2 w 6"/>
                  <a:gd name="T31" fmla="*/ 31 h 49"/>
                  <a:gd name="T32" fmla="*/ 2 w 6"/>
                  <a:gd name="T33" fmla="*/ 29 h 49"/>
                  <a:gd name="T34" fmla="*/ 2 w 6"/>
                  <a:gd name="T35" fmla="*/ 29 h 49"/>
                  <a:gd name="T36" fmla="*/ 2 w 6"/>
                  <a:gd name="T37" fmla="*/ 31 h 49"/>
                  <a:gd name="T38" fmla="*/ 2 w 6"/>
                  <a:gd name="T39" fmla="*/ 33 h 49"/>
                  <a:gd name="T40" fmla="*/ 3 w 6"/>
                  <a:gd name="T41" fmla="*/ 34 h 49"/>
                  <a:gd name="T42" fmla="*/ 3 w 6"/>
                  <a:gd name="T43" fmla="*/ 33 h 49"/>
                  <a:gd name="T44" fmla="*/ 3 w 6"/>
                  <a:gd name="T45" fmla="*/ 30 h 49"/>
                  <a:gd name="T46" fmla="*/ 3 w 6"/>
                  <a:gd name="T47" fmla="*/ 26 h 49"/>
                  <a:gd name="T48" fmla="*/ 3 w 6"/>
                  <a:gd name="T49" fmla="*/ 26 h 49"/>
                  <a:gd name="T50" fmla="*/ 3 w 6"/>
                  <a:gd name="T51" fmla="*/ 29 h 49"/>
                  <a:gd name="T52" fmla="*/ 3 w 6"/>
                  <a:gd name="T53" fmla="*/ 28 h 49"/>
                  <a:gd name="T54" fmla="*/ 3 w 6"/>
                  <a:gd name="T55" fmla="*/ 24 h 49"/>
                  <a:gd name="T56" fmla="*/ 3 w 6"/>
                  <a:gd name="T57" fmla="*/ 22 h 49"/>
                  <a:gd name="T58" fmla="*/ 4 w 6"/>
                  <a:gd name="T59" fmla="*/ 21 h 49"/>
                  <a:gd name="T60" fmla="*/ 4 w 6"/>
                  <a:gd name="T61" fmla="*/ 22 h 49"/>
                  <a:gd name="T62" fmla="*/ 4 w 6"/>
                  <a:gd name="T63" fmla="*/ 28 h 49"/>
                  <a:gd name="T64" fmla="*/ 4 w 6"/>
                  <a:gd name="T65" fmla="*/ 28 h 49"/>
                  <a:gd name="T66" fmla="*/ 4 w 6"/>
                  <a:gd name="T67" fmla="*/ 20 h 49"/>
                  <a:gd name="T68" fmla="*/ 4 w 6"/>
                  <a:gd name="T69" fmla="*/ 15 h 49"/>
                  <a:gd name="T70" fmla="*/ 4 w 6"/>
                  <a:gd name="T71" fmla="*/ 16 h 49"/>
                  <a:gd name="T72" fmla="*/ 4 w 6"/>
                  <a:gd name="T73" fmla="*/ 16 h 49"/>
                  <a:gd name="T74" fmla="*/ 4 w 6"/>
                  <a:gd name="T75" fmla="*/ 13 h 49"/>
                  <a:gd name="T76" fmla="*/ 5 w 6"/>
                  <a:gd name="T77" fmla="*/ 10 h 49"/>
                  <a:gd name="T78" fmla="*/ 5 w 6"/>
                  <a:gd name="T79" fmla="*/ 7 h 49"/>
                  <a:gd name="T80" fmla="*/ 5 w 6"/>
                  <a:gd name="T81" fmla="*/ 6 h 49"/>
                  <a:gd name="T82" fmla="*/ 5 w 6"/>
                  <a:gd name="T83" fmla="*/ 6 h 49"/>
                  <a:gd name="T84" fmla="*/ 5 w 6"/>
                  <a:gd name="T85" fmla="*/ 8 h 49"/>
                  <a:gd name="T86" fmla="*/ 5 w 6"/>
                  <a:gd name="T87" fmla="*/ 9 h 49"/>
                  <a:gd name="T88" fmla="*/ 6 w 6"/>
                  <a:gd name="T89" fmla="*/ 7 h 49"/>
                  <a:gd name="T90" fmla="*/ 6 w 6"/>
                  <a:gd name="T91" fmla="*/ 5 h 49"/>
                  <a:gd name="T92" fmla="*/ 6 w 6"/>
                  <a:gd name="T93" fmla="*/ 4 h 49"/>
                  <a:gd name="T94" fmla="*/ 6 w 6"/>
                  <a:gd name="T95" fmla="*/ 4 h 49"/>
                  <a:gd name="T96" fmla="*/ 6 w 6"/>
                  <a:gd name="T97" fmla="*/ 5 h 49"/>
                  <a:gd name="T98" fmla="*/ 6 w 6"/>
                  <a:gd name="T99" fmla="*/ 3 h 49"/>
                  <a:gd name="T100" fmla="*/ 6 w 6"/>
                  <a:gd name="T101" fmla="*/ 1 h 49"/>
                  <a:gd name="T102" fmla="*/ 6 w 6"/>
                  <a:gd name="T103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9">
                    <a:moveTo>
                      <a:pt x="0" y="49"/>
                    </a:moveTo>
                    <a:lnTo>
                      <a:pt x="0" y="45"/>
                    </a:lnTo>
                    <a:lnTo>
                      <a:pt x="0" y="45"/>
                    </a:lnTo>
                    <a:lnTo>
                      <a:pt x="0" y="42"/>
                    </a:lnTo>
                    <a:lnTo>
                      <a:pt x="0" y="37"/>
                    </a:lnTo>
                    <a:lnTo>
                      <a:pt x="1" y="39"/>
                    </a:lnTo>
                    <a:lnTo>
                      <a:pt x="1" y="42"/>
                    </a:lnTo>
                    <a:lnTo>
                      <a:pt x="1" y="39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1"/>
                    </a:lnTo>
                    <a:lnTo>
                      <a:pt x="1" y="33"/>
                    </a:lnTo>
                    <a:lnTo>
                      <a:pt x="1" y="34"/>
                    </a:lnTo>
                    <a:lnTo>
                      <a:pt x="2" y="32"/>
                    </a:lnTo>
                    <a:lnTo>
                      <a:pt x="2" y="31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31"/>
                    </a:lnTo>
                    <a:lnTo>
                      <a:pt x="2" y="33"/>
                    </a:lnTo>
                    <a:lnTo>
                      <a:pt x="3" y="34"/>
                    </a:lnTo>
                    <a:lnTo>
                      <a:pt x="3" y="33"/>
                    </a:lnTo>
                    <a:lnTo>
                      <a:pt x="3" y="30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9"/>
                    </a:lnTo>
                    <a:lnTo>
                      <a:pt x="3" y="28"/>
                    </a:lnTo>
                    <a:lnTo>
                      <a:pt x="3" y="24"/>
                    </a:lnTo>
                    <a:lnTo>
                      <a:pt x="3" y="22"/>
                    </a:lnTo>
                    <a:lnTo>
                      <a:pt x="4" y="21"/>
                    </a:lnTo>
                    <a:lnTo>
                      <a:pt x="4" y="22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4" y="20"/>
                    </a:lnTo>
                    <a:lnTo>
                      <a:pt x="4" y="15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3"/>
                    </a:lnTo>
                    <a:lnTo>
                      <a:pt x="5" y="10"/>
                    </a:lnTo>
                    <a:lnTo>
                      <a:pt x="5" y="7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6" y="7"/>
                    </a:lnTo>
                    <a:lnTo>
                      <a:pt x="6" y="5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6" y="3"/>
                    </a:lnTo>
                    <a:lnTo>
                      <a:pt x="6" y="1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299" name="Freeform 859"/>
              <p:cNvSpPr/>
              <p:nvPr/>
            </p:nvSpPr>
            <p:spPr bwMode="auto">
              <a:xfrm>
                <a:off x="1363" y="2932"/>
                <a:ext cx="7" cy="35"/>
              </a:xfrm>
              <a:custGeom>
                <a:avLst/>
                <a:gdLst>
                  <a:gd name="T0" fmla="*/ 0 w 7"/>
                  <a:gd name="T1" fmla="*/ 21 h 35"/>
                  <a:gd name="T2" fmla="*/ 0 w 7"/>
                  <a:gd name="T3" fmla="*/ 20 h 35"/>
                  <a:gd name="T4" fmla="*/ 0 w 7"/>
                  <a:gd name="T5" fmla="*/ 21 h 35"/>
                  <a:gd name="T6" fmla="*/ 1 w 7"/>
                  <a:gd name="T7" fmla="*/ 25 h 35"/>
                  <a:gd name="T8" fmla="*/ 1 w 7"/>
                  <a:gd name="T9" fmla="*/ 28 h 35"/>
                  <a:gd name="T10" fmla="*/ 1 w 7"/>
                  <a:gd name="T11" fmla="*/ 27 h 35"/>
                  <a:gd name="T12" fmla="*/ 1 w 7"/>
                  <a:gd name="T13" fmla="*/ 26 h 35"/>
                  <a:gd name="T14" fmla="*/ 1 w 7"/>
                  <a:gd name="T15" fmla="*/ 30 h 35"/>
                  <a:gd name="T16" fmla="*/ 1 w 7"/>
                  <a:gd name="T17" fmla="*/ 33 h 35"/>
                  <a:gd name="T18" fmla="*/ 2 w 7"/>
                  <a:gd name="T19" fmla="*/ 33 h 35"/>
                  <a:gd name="T20" fmla="*/ 2 w 7"/>
                  <a:gd name="T21" fmla="*/ 34 h 35"/>
                  <a:gd name="T22" fmla="*/ 2 w 7"/>
                  <a:gd name="T23" fmla="*/ 35 h 35"/>
                  <a:gd name="T24" fmla="*/ 2 w 7"/>
                  <a:gd name="T25" fmla="*/ 32 h 35"/>
                  <a:gd name="T26" fmla="*/ 2 w 7"/>
                  <a:gd name="T27" fmla="*/ 29 h 35"/>
                  <a:gd name="T28" fmla="*/ 2 w 7"/>
                  <a:gd name="T29" fmla="*/ 30 h 35"/>
                  <a:gd name="T30" fmla="*/ 2 w 7"/>
                  <a:gd name="T31" fmla="*/ 27 h 35"/>
                  <a:gd name="T32" fmla="*/ 2 w 7"/>
                  <a:gd name="T33" fmla="*/ 22 h 35"/>
                  <a:gd name="T34" fmla="*/ 2 w 7"/>
                  <a:gd name="T35" fmla="*/ 18 h 35"/>
                  <a:gd name="T36" fmla="*/ 2 w 7"/>
                  <a:gd name="T37" fmla="*/ 18 h 35"/>
                  <a:gd name="T38" fmla="*/ 3 w 7"/>
                  <a:gd name="T39" fmla="*/ 18 h 35"/>
                  <a:gd name="T40" fmla="*/ 3 w 7"/>
                  <a:gd name="T41" fmla="*/ 17 h 35"/>
                  <a:gd name="T42" fmla="*/ 3 w 7"/>
                  <a:gd name="T43" fmla="*/ 18 h 35"/>
                  <a:gd name="T44" fmla="*/ 3 w 7"/>
                  <a:gd name="T45" fmla="*/ 19 h 35"/>
                  <a:gd name="T46" fmla="*/ 3 w 7"/>
                  <a:gd name="T47" fmla="*/ 19 h 35"/>
                  <a:gd name="T48" fmla="*/ 3 w 7"/>
                  <a:gd name="T49" fmla="*/ 19 h 35"/>
                  <a:gd name="T50" fmla="*/ 3 w 7"/>
                  <a:gd name="T51" fmla="*/ 18 h 35"/>
                  <a:gd name="T52" fmla="*/ 3 w 7"/>
                  <a:gd name="T53" fmla="*/ 17 h 35"/>
                  <a:gd name="T54" fmla="*/ 3 w 7"/>
                  <a:gd name="T55" fmla="*/ 16 h 35"/>
                  <a:gd name="T56" fmla="*/ 4 w 7"/>
                  <a:gd name="T57" fmla="*/ 13 h 35"/>
                  <a:gd name="T58" fmla="*/ 4 w 7"/>
                  <a:gd name="T59" fmla="*/ 11 h 35"/>
                  <a:gd name="T60" fmla="*/ 4 w 7"/>
                  <a:gd name="T61" fmla="*/ 9 h 35"/>
                  <a:gd name="T62" fmla="*/ 4 w 7"/>
                  <a:gd name="T63" fmla="*/ 5 h 35"/>
                  <a:gd name="T64" fmla="*/ 4 w 7"/>
                  <a:gd name="T65" fmla="*/ 3 h 35"/>
                  <a:gd name="T66" fmla="*/ 4 w 7"/>
                  <a:gd name="T67" fmla="*/ 4 h 35"/>
                  <a:gd name="T68" fmla="*/ 5 w 7"/>
                  <a:gd name="T69" fmla="*/ 5 h 35"/>
                  <a:gd name="T70" fmla="*/ 5 w 7"/>
                  <a:gd name="T71" fmla="*/ 5 h 35"/>
                  <a:gd name="T72" fmla="*/ 5 w 7"/>
                  <a:gd name="T73" fmla="*/ 7 h 35"/>
                  <a:gd name="T74" fmla="*/ 5 w 7"/>
                  <a:gd name="T75" fmla="*/ 8 h 35"/>
                  <a:gd name="T76" fmla="*/ 5 w 7"/>
                  <a:gd name="T77" fmla="*/ 9 h 35"/>
                  <a:gd name="T78" fmla="*/ 5 w 7"/>
                  <a:gd name="T79" fmla="*/ 11 h 35"/>
                  <a:gd name="T80" fmla="*/ 5 w 7"/>
                  <a:gd name="T81" fmla="*/ 14 h 35"/>
                  <a:gd name="T82" fmla="*/ 5 w 7"/>
                  <a:gd name="T83" fmla="*/ 15 h 35"/>
                  <a:gd name="T84" fmla="*/ 5 w 7"/>
                  <a:gd name="T85" fmla="*/ 14 h 35"/>
                  <a:gd name="T86" fmla="*/ 6 w 7"/>
                  <a:gd name="T87" fmla="*/ 13 h 35"/>
                  <a:gd name="T88" fmla="*/ 6 w 7"/>
                  <a:gd name="T89" fmla="*/ 11 h 35"/>
                  <a:gd name="T90" fmla="*/ 6 w 7"/>
                  <a:gd name="T91" fmla="*/ 9 h 35"/>
                  <a:gd name="T92" fmla="*/ 6 w 7"/>
                  <a:gd name="T93" fmla="*/ 9 h 35"/>
                  <a:gd name="T94" fmla="*/ 6 w 7"/>
                  <a:gd name="T95" fmla="*/ 8 h 35"/>
                  <a:gd name="T96" fmla="*/ 6 w 7"/>
                  <a:gd name="T97" fmla="*/ 6 h 35"/>
                  <a:gd name="T98" fmla="*/ 7 w 7"/>
                  <a:gd name="T99" fmla="*/ 3 h 35"/>
                  <a:gd name="T100" fmla="*/ 7 w 7"/>
                  <a:gd name="T101" fmla="*/ 2 h 35"/>
                  <a:gd name="T102" fmla="*/ 7 w 7"/>
                  <a:gd name="T103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35">
                    <a:moveTo>
                      <a:pt x="0" y="21"/>
                    </a:moveTo>
                    <a:lnTo>
                      <a:pt x="0" y="20"/>
                    </a:lnTo>
                    <a:lnTo>
                      <a:pt x="0" y="21"/>
                    </a:lnTo>
                    <a:lnTo>
                      <a:pt x="1" y="25"/>
                    </a:lnTo>
                    <a:lnTo>
                      <a:pt x="1" y="28"/>
                    </a:lnTo>
                    <a:lnTo>
                      <a:pt x="1" y="27"/>
                    </a:lnTo>
                    <a:lnTo>
                      <a:pt x="1" y="26"/>
                    </a:lnTo>
                    <a:lnTo>
                      <a:pt x="1" y="30"/>
                    </a:lnTo>
                    <a:lnTo>
                      <a:pt x="1" y="33"/>
                    </a:lnTo>
                    <a:lnTo>
                      <a:pt x="2" y="33"/>
                    </a:lnTo>
                    <a:lnTo>
                      <a:pt x="2" y="34"/>
                    </a:lnTo>
                    <a:lnTo>
                      <a:pt x="2" y="35"/>
                    </a:lnTo>
                    <a:lnTo>
                      <a:pt x="2" y="32"/>
                    </a:lnTo>
                    <a:lnTo>
                      <a:pt x="2" y="29"/>
                    </a:lnTo>
                    <a:lnTo>
                      <a:pt x="2" y="30"/>
                    </a:lnTo>
                    <a:lnTo>
                      <a:pt x="2" y="27"/>
                    </a:lnTo>
                    <a:lnTo>
                      <a:pt x="2" y="22"/>
                    </a:lnTo>
                    <a:lnTo>
                      <a:pt x="2" y="18"/>
                    </a:lnTo>
                    <a:lnTo>
                      <a:pt x="2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3" y="18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3" y="16"/>
                    </a:lnTo>
                    <a:lnTo>
                      <a:pt x="4" y="13"/>
                    </a:lnTo>
                    <a:lnTo>
                      <a:pt x="4" y="11"/>
                    </a:lnTo>
                    <a:lnTo>
                      <a:pt x="4" y="9"/>
                    </a:lnTo>
                    <a:lnTo>
                      <a:pt x="4" y="5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5" y="7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5" y="11"/>
                    </a:lnTo>
                    <a:lnTo>
                      <a:pt x="5" y="14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3"/>
                    </a:lnTo>
                    <a:lnTo>
                      <a:pt x="6" y="11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7" y="3"/>
                    </a:lnTo>
                    <a:lnTo>
                      <a:pt x="7" y="2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00" name="Freeform 860"/>
              <p:cNvSpPr/>
              <p:nvPr/>
            </p:nvSpPr>
            <p:spPr bwMode="auto">
              <a:xfrm>
                <a:off x="1370" y="2891"/>
                <a:ext cx="6" cy="57"/>
              </a:xfrm>
              <a:custGeom>
                <a:avLst/>
                <a:gdLst>
                  <a:gd name="T0" fmla="*/ 0 w 6"/>
                  <a:gd name="T1" fmla="*/ 43 h 57"/>
                  <a:gd name="T2" fmla="*/ 0 w 6"/>
                  <a:gd name="T3" fmla="*/ 41 h 57"/>
                  <a:gd name="T4" fmla="*/ 0 w 6"/>
                  <a:gd name="T5" fmla="*/ 39 h 57"/>
                  <a:gd name="T6" fmla="*/ 0 w 6"/>
                  <a:gd name="T7" fmla="*/ 38 h 57"/>
                  <a:gd name="T8" fmla="*/ 0 w 6"/>
                  <a:gd name="T9" fmla="*/ 35 h 57"/>
                  <a:gd name="T10" fmla="*/ 0 w 6"/>
                  <a:gd name="T11" fmla="*/ 30 h 57"/>
                  <a:gd name="T12" fmla="*/ 0 w 6"/>
                  <a:gd name="T13" fmla="*/ 28 h 57"/>
                  <a:gd name="T14" fmla="*/ 0 w 6"/>
                  <a:gd name="T15" fmla="*/ 27 h 57"/>
                  <a:gd name="T16" fmla="*/ 1 w 6"/>
                  <a:gd name="T17" fmla="*/ 25 h 57"/>
                  <a:gd name="T18" fmla="*/ 1 w 6"/>
                  <a:gd name="T19" fmla="*/ 23 h 57"/>
                  <a:gd name="T20" fmla="*/ 1 w 6"/>
                  <a:gd name="T21" fmla="*/ 20 h 57"/>
                  <a:gd name="T22" fmla="*/ 1 w 6"/>
                  <a:gd name="T23" fmla="*/ 18 h 57"/>
                  <a:gd name="T24" fmla="*/ 1 w 6"/>
                  <a:gd name="T25" fmla="*/ 16 h 57"/>
                  <a:gd name="T26" fmla="*/ 1 w 6"/>
                  <a:gd name="T27" fmla="*/ 14 h 57"/>
                  <a:gd name="T28" fmla="*/ 1 w 6"/>
                  <a:gd name="T29" fmla="*/ 12 h 57"/>
                  <a:gd name="T30" fmla="*/ 1 w 6"/>
                  <a:gd name="T31" fmla="*/ 10 h 57"/>
                  <a:gd name="T32" fmla="*/ 1 w 6"/>
                  <a:gd name="T33" fmla="*/ 8 h 57"/>
                  <a:gd name="T34" fmla="*/ 2 w 6"/>
                  <a:gd name="T35" fmla="*/ 7 h 57"/>
                  <a:gd name="T36" fmla="*/ 2 w 6"/>
                  <a:gd name="T37" fmla="*/ 8 h 57"/>
                  <a:gd name="T38" fmla="*/ 2 w 6"/>
                  <a:gd name="T39" fmla="*/ 8 h 57"/>
                  <a:gd name="T40" fmla="*/ 2 w 6"/>
                  <a:gd name="T41" fmla="*/ 7 h 57"/>
                  <a:gd name="T42" fmla="*/ 2 w 6"/>
                  <a:gd name="T43" fmla="*/ 4 h 57"/>
                  <a:gd name="T44" fmla="*/ 2 w 6"/>
                  <a:gd name="T45" fmla="*/ 3 h 57"/>
                  <a:gd name="T46" fmla="*/ 3 w 6"/>
                  <a:gd name="T47" fmla="*/ 3 h 57"/>
                  <a:gd name="T48" fmla="*/ 3 w 6"/>
                  <a:gd name="T49" fmla="*/ 3 h 57"/>
                  <a:gd name="T50" fmla="*/ 3 w 6"/>
                  <a:gd name="T51" fmla="*/ 3 h 57"/>
                  <a:gd name="T52" fmla="*/ 3 w 6"/>
                  <a:gd name="T53" fmla="*/ 2 h 57"/>
                  <a:gd name="T54" fmla="*/ 3 w 6"/>
                  <a:gd name="T55" fmla="*/ 0 h 57"/>
                  <a:gd name="T56" fmla="*/ 3 w 6"/>
                  <a:gd name="T57" fmla="*/ 0 h 57"/>
                  <a:gd name="T58" fmla="*/ 3 w 6"/>
                  <a:gd name="T59" fmla="*/ 2 h 57"/>
                  <a:gd name="T60" fmla="*/ 3 w 6"/>
                  <a:gd name="T61" fmla="*/ 5 h 57"/>
                  <a:gd name="T62" fmla="*/ 3 w 6"/>
                  <a:gd name="T63" fmla="*/ 7 h 57"/>
                  <a:gd name="T64" fmla="*/ 3 w 6"/>
                  <a:gd name="T65" fmla="*/ 8 h 57"/>
                  <a:gd name="T66" fmla="*/ 4 w 6"/>
                  <a:gd name="T67" fmla="*/ 10 h 57"/>
                  <a:gd name="T68" fmla="*/ 4 w 6"/>
                  <a:gd name="T69" fmla="*/ 13 h 57"/>
                  <a:gd name="T70" fmla="*/ 4 w 6"/>
                  <a:gd name="T71" fmla="*/ 17 h 57"/>
                  <a:gd name="T72" fmla="*/ 4 w 6"/>
                  <a:gd name="T73" fmla="*/ 20 h 57"/>
                  <a:gd name="T74" fmla="*/ 4 w 6"/>
                  <a:gd name="T75" fmla="*/ 22 h 57"/>
                  <a:gd name="T76" fmla="*/ 4 w 6"/>
                  <a:gd name="T77" fmla="*/ 24 h 57"/>
                  <a:gd name="T78" fmla="*/ 5 w 6"/>
                  <a:gd name="T79" fmla="*/ 26 h 57"/>
                  <a:gd name="T80" fmla="*/ 5 w 6"/>
                  <a:gd name="T81" fmla="*/ 29 h 57"/>
                  <a:gd name="T82" fmla="*/ 5 w 6"/>
                  <a:gd name="T83" fmla="*/ 31 h 57"/>
                  <a:gd name="T84" fmla="*/ 5 w 6"/>
                  <a:gd name="T85" fmla="*/ 36 h 57"/>
                  <a:gd name="T86" fmla="*/ 5 w 6"/>
                  <a:gd name="T87" fmla="*/ 41 h 57"/>
                  <a:gd name="T88" fmla="*/ 5 w 6"/>
                  <a:gd name="T89" fmla="*/ 44 h 57"/>
                  <a:gd name="T90" fmla="*/ 5 w 6"/>
                  <a:gd name="T91" fmla="*/ 46 h 57"/>
                  <a:gd name="T92" fmla="*/ 5 w 6"/>
                  <a:gd name="T93" fmla="*/ 50 h 57"/>
                  <a:gd name="T94" fmla="*/ 5 w 6"/>
                  <a:gd name="T95" fmla="*/ 52 h 57"/>
                  <a:gd name="T96" fmla="*/ 6 w 6"/>
                  <a:gd name="T97" fmla="*/ 54 h 57"/>
                  <a:gd name="T98" fmla="*/ 6 w 6"/>
                  <a:gd name="T99" fmla="*/ 56 h 57"/>
                  <a:gd name="T100" fmla="*/ 6 w 6"/>
                  <a:gd name="T101" fmla="*/ 57 h 57"/>
                  <a:gd name="T102" fmla="*/ 6 w 6"/>
                  <a:gd name="T103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7">
                    <a:moveTo>
                      <a:pt x="0" y="43"/>
                    </a:moveTo>
                    <a:lnTo>
                      <a:pt x="0" y="41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5"/>
                    </a:lnTo>
                    <a:lnTo>
                      <a:pt x="0" y="30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1" y="25"/>
                    </a:lnTo>
                    <a:lnTo>
                      <a:pt x="1" y="23"/>
                    </a:lnTo>
                    <a:lnTo>
                      <a:pt x="1" y="20"/>
                    </a:lnTo>
                    <a:lnTo>
                      <a:pt x="1" y="18"/>
                    </a:lnTo>
                    <a:lnTo>
                      <a:pt x="1" y="16"/>
                    </a:lnTo>
                    <a:lnTo>
                      <a:pt x="1" y="14"/>
                    </a:lnTo>
                    <a:lnTo>
                      <a:pt x="1" y="12"/>
                    </a:lnTo>
                    <a:lnTo>
                      <a:pt x="1" y="10"/>
                    </a:lnTo>
                    <a:lnTo>
                      <a:pt x="1" y="8"/>
                    </a:lnTo>
                    <a:lnTo>
                      <a:pt x="2" y="7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7"/>
                    </a:lnTo>
                    <a:lnTo>
                      <a:pt x="2" y="4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5"/>
                    </a:lnTo>
                    <a:lnTo>
                      <a:pt x="3" y="7"/>
                    </a:lnTo>
                    <a:lnTo>
                      <a:pt x="3" y="8"/>
                    </a:lnTo>
                    <a:lnTo>
                      <a:pt x="4" y="10"/>
                    </a:lnTo>
                    <a:lnTo>
                      <a:pt x="4" y="13"/>
                    </a:lnTo>
                    <a:lnTo>
                      <a:pt x="4" y="17"/>
                    </a:lnTo>
                    <a:lnTo>
                      <a:pt x="4" y="20"/>
                    </a:lnTo>
                    <a:lnTo>
                      <a:pt x="4" y="22"/>
                    </a:lnTo>
                    <a:lnTo>
                      <a:pt x="4" y="24"/>
                    </a:lnTo>
                    <a:lnTo>
                      <a:pt x="5" y="26"/>
                    </a:lnTo>
                    <a:lnTo>
                      <a:pt x="5" y="29"/>
                    </a:lnTo>
                    <a:lnTo>
                      <a:pt x="5" y="31"/>
                    </a:lnTo>
                    <a:lnTo>
                      <a:pt x="5" y="36"/>
                    </a:lnTo>
                    <a:lnTo>
                      <a:pt x="5" y="41"/>
                    </a:lnTo>
                    <a:lnTo>
                      <a:pt x="5" y="44"/>
                    </a:lnTo>
                    <a:lnTo>
                      <a:pt x="5" y="46"/>
                    </a:lnTo>
                    <a:lnTo>
                      <a:pt x="5" y="50"/>
                    </a:lnTo>
                    <a:lnTo>
                      <a:pt x="5" y="52"/>
                    </a:lnTo>
                    <a:lnTo>
                      <a:pt x="6" y="54"/>
                    </a:lnTo>
                    <a:lnTo>
                      <a:pt x="6" y="56"/>
                    </a:lnTo>
                    <a:lnTo>
                      <a:pt x="6" y="57"/>
                    </a:lnTo>
                    <a:lnTo>
                      <a:pt x="6" y="5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01" name="Freeform 861"/>
              <p:cNvSpPr/>
              <p:nvPr/>
            </p:nvSpPr>
            <p:spPr bwMode="auto">
              <a:xfrm>
                <a:off x="1376" y="2946"/>
                <a:ext cx="6" cy="97"/>
              </a:xfrm>
              <a:custGeom>
                <a:avLst/>
                <a:gdLst>
                  <a:gd name="T0" fmla="*/ 0 w 6"/>
                  <a:gd name="T1" fmla="*/ 2 h 97"/>
                  <a:gd name="T2" fmla="*/ 0 w 6"/>
                  <a:gd name="T3" fmla="*/ 2 h 97"/>
                  <a:gd name="T4" fmla="*/ 0 w 6"/>
                  <a:gd name="T5" fmla="*/ 1 h 97"/>
                  <a:gd name="T6" fmla="*/ 0 w 6"/>
                  <a:gd name="T7" fmla="*/ 0 h 97"/>
                  <a:gd name="T8" fmla="*/ 1 w 6"/>
                  <a:gd name="T9" fmla="*/ 1 h 97"/>
                  <a:gd name="T10" fmla="*/ 1 w 6"/>
                  <a:gd name="T11" fmla="*/ 3 h 97"/>
                  <a:gd name="T12" fmla="*/ 1 w 6"/>
                  <a:gd name="T13" fmla="*/ 5 h 97"/>
                  <a:gd name="T14" fmla="*/ 1 w 6"/>
                  <a:gd name="T15" fmla="*/ 7 h 97"/>
                  <a:gd name="T16" fmla="*/ 1 w 6"/>
                  <a:gd name="T17" fmla="*/ 8 h 97"/>
                  <a:gd name="T18" fmla="*/ 1 w 6"/>
                  <a:gd name="T19" fmla="*/ 11 h 97"/>
                  <a:gd name="T20" fmla="*/ 1 w 6"/>
                  <a:gd name="T21" fmla="*/ 16 h 97"/>
                  <a:gd name="T22" fmla="*/ 1 w 6"/>
                  <a:gd name="T23" fmla="*/ 21 h 97"/>
                  <a:gd name="T24" fmla="*/ 1 w 6"/>
                  <a:gd name="T25" fmla="*/ 25 h 97"/>
                  <a:gd name="T26" fmla="*/ 2 w 6"/>
                  <a:gd name="T27" fmla="*/ 28 h 97"/>
                  <a:gd name="T28" fmla="*/ 2 w 6"/>
                  <a:gd name="T29" fmla="*/ 32 h 97"/>
                  <a:gd name="T30" fmla="*/ 2 w 6"/>
                  <a:gd name="T31" fmla="*/ 35 h 97"/>
                  <a:gd name="T32" fmla="*/ 2 w 6"/>
                  <a:gd name="T33" fmla="*/ 37 h 97"/>
                  <a:gd name="T34" fmla="*/ 2 w 6"/>
                  <a:gd name="T35" fmla="*/ 39 h 97"/>
                  <a:gd name="T36" fmla="*/ 2 w 6"/>
                  <a:gd name="T37" fmla="*/ 42 h 97"/>
                  <a:gd name="T38" fmla="*/ 2 w 6"/>
                  <a:gd name="T39" fmla="*/ 40 h 97"/>
                  <a:gd name="T40" fmla="*/ 2 w 6"/>
                  <a:gd name="T41" fmla="*/ 36 h 97"/>
                  <a:gd name="T42" fmla="*/ 2 w 6"/>
                  <a:gd name="T43" fmla="*/ 37 h 97"/>
                  <a:gd name="T44" fmla="*/ 3 w 6"/>
                  <a:gd name="T45" fmla="*/ 40 h 97"/>
                  <a:gd name="T46" fmla="*/ 3 w 6"/>
                  <a:gd name="T47" fmla="*/ 39 h 97"/>
                  <a:gd name="T48" fmla="*/ 3 w 6"/>
                  <a:gd name="T49" fmla="*/ 38 h 97"/>
                  <a:gd name="T50" fmla="*/ 3 w 6"/>
                  <a:gd name="T51" fmla="*/ 40 h 97"/>
                  <a:gd name="T52" fmla="*/ 3 w 6"/>
                  <a:gd name="T53" fmla="*/ 43 h 97"/>
                  <a:gd name="T54" fmla="*/ 3 w 6"/>
                  <a:gd name="T55" fmla="*/ 44 h 97"/>
                  <a:gd name="T56" fmla="*/ 4 w 6"/>
                  <a:gd name="T57" fmla="*/ 46 h 97"/>
                  <a:gd name="T58" fmla="*/ 4 w 6"/>
                  <a:gd name="T59" fmla="*/ 48 h 97"/>
                  <a:gd name="T60" fmla="*/ 4 w 6"/>
                  <a:gd name="T61" fmla="*/ 49 h 97"/>
                  <a:gd name="T62" fmla="*/ 4 w 6"/>
                  <a:gd name="T63" fmla="*/ 51 h 97"/>
                  <a:gd name="T64" fmla="*/ 4 w 6"/>
                  <a:gd name="T65" fmla="*/ 52 h 97"/>
                  <a:gd name="T66" fmla="*/ 4 w 6"/>
                  <a:gd name="T67" fmla="*/ 50 h 97"/>
                  <a:gd name="T68" fmla="*/ 4 w 6"/>
                  <a:gd name="T69" fmla="*/ 50 h 97"/>
                  <a:gd name="T70" fmla="*/ 4 w 6"/>
                  <a:gd name="T71" fmla="*/ 52 h 97"/>
                  <a:gd name="T72" fmla="*/ 4 w 6"/>
                  <a:gd name="T73" fmla="*/ 54 h 97"/>
                  <a:gd name="T74" fmla="*/ 5 w 6"/>
                  <a:gd name="T75" fmla="*/ 55 h 97"/>
                  <a:gd name="T76" fmla="*/ 5 w 6"/>
                  <a:gd name="T77" fmla="*/ 57 h 97"/>
                  <a:gd name="T78" fmla="*/ 5 w 6"/>
                  <a:gd name="T79" fmla="*/ 58 h 97"/>
                  <a:gd name="T80" fmla="*/ 5 w 6"/>
                  <a:gd name="T81" fmla="*/ 63 h 97"/>
                  <a:gd name="T82" fmla="*/ 5 w 6"/>
                  <a:gd name="T83" fmla="*/ 71 h 97"/>
                  <a:gd name="T84" fmla="*/ 5 w 6"/>
                  <a:gd name="T85" fmla="*/ 77 h 97"/>
                  <a:gd name="T86" fmla="*/ 6 w 6"/>
                  <a:gd name="T87" fmla="*/ 81 h 97"/>
                  <a:gd name="T88" fmla="*/ 6 w 6"/>
                  <a:gd name="T89" fmla="*/ 84 h 97"/>
                  <a:gd name="T90" fmla="*/ 6 w 6"/>
                  <a:gd name="T91" fmla="*/ 86 h 97"/>
                  <a:gd name="T92" fmla="*/ 6 w 6"/>
                  <a:gd name="T93" fmla="*/ 91 h 97"/>
                  <a:gd name="T94" fmla="*/ 6 w 6"/>
                  <a:gd name="T95" fmla="*/ 97 h 97"/>
                  <a:gd name="T96" fmla="*/ 6 w 6"/>
                  <a:gd name="T97" fmla="*/ 97 h 97"/>
                  <a:gd name="T98" fmla="*/ 6 w 6"/>
                  <a:gd name="T99" fmla="*/ 93 h 97"/>
                  <a:gd name="T100" fmla="*/ 6 w 6"/>
                  <a:gd name="T101" fmla="*/ 93 h 97"/>
                  <a:gd name="T102" fmla="*/ 6 w 6"/>
                  <a:gd name="T103" fmla="*/ 9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97">
                    <a:moveTo>
                      <a:pt x="0" y="2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1"/>
                    </a:lnTo>
                    <a:lnTo>
                      <a:pt x="1" y="3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8"/>
                    </a:lnTo>
                    <a:lnTo>
                      <a:pt x="1" y="11"/>
                    </a:lnTo>
                    <a:lnTo>
                      <a:pt x="1" y="16"/>
                    </a:lnTo>
                    <a:lnTo>
                      <a:pt x="1" y="21"/>
                    </a:lnTo>
                    <a:lnTo>
                      <a:pt x="1" y="25"/>
                    </a:lnTo>
                    <a:lnTo>
                      <a:pt x="2" y="28"/>
                    </a:lnTo>
                    <a:lnTo>
                      <a:pt x="2" y="32"/>
                    </a:lnTo>
                    <a:lnTo>
                      <a:pt x="2" y="35"/>
                    </a:lnTo>
                    <a:lnTo>
                      <a:pt x="2" y="37"/>
                    </a:lnTo>
                    <a:lnTo>
                      <a:pt x="2" y="39"/>
                    </a:lnTo>
                    <a:lnTo>
                      <a:pt x="2" y="42"/>
                    </a:lnTo>
                    <a:lnTo>
                      <a:pt x="2" y="40"/>
                    </a:lnTo>
                    <a:lnTo>
                      <a:pt x="2" y="36"/>
                    </a:lnTo>
                    <a:lnTo>
                      <a:pt x="2" y="37"/>
                    </a:lnTo>
                    <a:lnTo>
                      <a:pt x="3" y="40"/>
                    </a:lnTo>
                    <a:lnTo>
                      <a:pt x="3" y="39"/>
                    </a:lnTo>
                    <a:lnTo>
                      <a:pt x="3" y="38"/>
                    </a:lnTo>
                    <a:lnTo>
                      <a:pt x="3" y="40"/>
                    </a:lnTo>
                    <a:lnTo>
                      <a:pt x="3" y="43"/>
                    </a:lnTo>
                    <a:lnTo>
                      <a:pt x="3" y="44"/>
                    </a:lnTo>
                    <a:lnTo>
                      <a:pt x="4" y="46"/>
                    </a:lnTo>
                    <a:lnTo>
                      <a:pt x="4" y="48"/>
                    </a:lnTo>
                    <a:lnTo>
                      <a:pt x="4" y="49"/>
                    </a:lnTo>
                    <a:lnTo>
                      <a:pt x="4" y="51"/>
                    </a:lnTo>
                    <a:lnTo>
                      <a:pt x="4" y="52"/>
                    </a:lnTo>
                    <a:lnTo>
                      <a:pt x="4" y="50"/>
                    </a:lnTo>
                    <a:lnTo>
                      <a:pt x="4" y="50"/>
                    </a:lnTo>
                    <a:lnTo>
                      <a:pt x="4" y="52"/>
                    </a:lnTo>
                    <a:lnTo>
                      <a:pt x="4" y="54"/>
                    </a:lnTo>
                    <a:lnTo>
                      <a:pt x="5" y="55"/>
                    </a:lnTo>
                    <a:lnTo>
                      <a:pt x="5" y="57"/>
                    </a:lnTo>
                    <a:lnTo>
                      <a:pt x="5" y="58"/>
                    </a:lnTo>
                    <a:lnTo>
                      <a:pt x="5" y="63"/>
                    </a:lnTo>
                    <a:lnTo>
                      <a:pt x="5" y="71"/>
                    </a:lnTo>
                    <a:lnTo>
                      <a:pt x="5" y="77"/>
                    </a:lnTo>
                    <a:lnTo>
                      <a:pt x="6" y="81"/>
                    </a:lnTo>
                    <a:lnTo>
                      <a:pt x="6" y="84"/>
                    </a:lnTo>
                    <a:lnTo>
                      <a:pt x="6" y="86"/>
                    </a:lnTo>
                    <a:lnTo>
                      <a:pt x="6" y="91"/>
                    </a:lnTo>
                    <a:lnTo>
                      <a:pt x="6" y="97"/>
                    </a:lnTo>
                    <a:lnTo>
                      <a:pt x="6" y="97"/>
                    </a:lnTo>
                    <a:lnTo>
                      <a:pt x="6" y="93"/>
                    </a:lnTo>
                    <a:lnTo>
                      <a:pt x="6" y="93"/>
                    </a:lnTo>
                    <a:lnTo>
                      <a:pt x="6" y="9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02" name="Freeform 862"/>
              <p:cNvSpPr/>
              <p:nvPr/>
            </p:nvSpPr>
            <p:spPr bwMode="auto">
              <a:xfrm>
                <a:off x="1382" y="2988"/>
                <a:ext cx="7" cy="54"/>
              </a:xfrm>
              <a:custGeom>
                <a:avLst/>
                <a:gdLst>
                  <a:gd name="T0" fmla="*/ 0 w 7"/>
                  <a:gd name="T1" fmla="*/ 51 h 54"/>
                  <a:gd name="T2" fmla="*/ 0 w 7"/>
                  <a:gd name="T3" fmla="*/ 54 h 54"/>
                  <a:gd name="T4" fmla="*/ 0 w 7"/>
                  <a:gd name="T5" fmla="*/ 52 h 54"/>
                  <a:gd name="T6" fmla="*/ 1 w 7"/>
                  <a:gd name="T7" fmla="*/ 48 h 54"/>
                  <a:gd name="T8" fmla="*/ 1 w 7"/>
                  <a:gd name="T9" fmla="*/ 48 h 54"/>
                  <a:gd name="T10" fmla="*/ 1 w 7"/>
                  <a:gd name="T11" fmla="*/ 47 h 54"/>
                  <a:gd name="T12" fmla="*/ 1 w 7"/>
                  <a:gd name="T13" fmla="*/ 44 h 54"/>
                  <a:gd name="T14" fmla="*/ 1 w 7"/>
                  <a:gd name="T15" fmla="*/ 42 h 54"/>
                  <a:gd name="T16" fmla="*/ 1 w 7"/>
                  <a:gd name="T17" fmla="*/ 43 h 54"/>
                  <a:gd name="T18" fmla="*/ 1 w 7"/>
                  <a:gd name="T19" fmla="*/ 45 h 54"/>
                  <a:gd name="T20" fmla="*/ 1 w 7"/>
                  <a:gd name="T21" fmla="*/ 44 h 54"/>
                  <a:gd name="T22" fmla="*/ 1 w 7"/>
                  <a:gd name="T23" fmla="*/ 40 h 54"/>
                  <a:gd name="T24" fmla="*/ 2 w 7"/>
                  <a:gd name="T25" fmla="*/ 40 h 54"/>
                  <a:gd name="T26" fmla="*/ 2 w 7"/>
                  <a:gd name="T27" fmla="*/ 41 h 54"/>
                  <a:gd name="T28" fmla="*/ 2 w 7"/>
                  <a:gd name="T29" fmla="*/ 40 h 54"/>
                  <a:gd name="T30" fmla="*/ 2 w 7"/>
                  <a:gd name="T31" fmla="*/ 38 h 54"/>
                  <a:gd name="T32" fmla="*/ 2 w 7"/>
                  <a:gd name="T33" fmla="*/ 41 h 54"/>
                  <a:gd name="T34" fmla="*/ 2 w 7"/>
                  <a:gd name="T35" fmla="*/ 42 h 54"/>
                  <a:gd name="T36" fmla="*/ 3 w 7"/>
                  <a:gd name="T37" fmla="*/ 39 h 54"/>
                  <a:gd name="T38" fmla="*/ 3 w 7"/>
                  <a:gd name="T39" fmla="*/ 40 h 54"/>
                  <a:gd name="T40" fmla="*/ 3 w 7"/>
                  <a:gd name="T41" fmla="*/ 42 h 54"/>
                  <a:gd name="T42" fmla="*/ 3 w 7"/>
                  <a:gd name="T43" fmla="*/ 42 h 54"/>
                  <a:gd name="T44" fmla="*/ 3 w 7"/>
                  <a:gd name="T45" fmla="*/ 44 h 54"/>
                  <a:gd name="T46" fmla="*/ 3 w 7"/>
                  <a:gd name="T47" fmla="*/ 49 h 54"/>
                  <a:gd name="T48" fmla="*/ 3 w 7"/>
                  <a:gd name="T49" fmla="*/ 49 h 54"/>
                  <a:gd name="T50" fmla="*/ 3 w 7"/>
                  <a:gd name="T51" fmla="*/ 47 h 54"/>
                  <a:gd name="T52" fmla="*/ 3 w 7"/>
                  <a:gd name="T53" fmla="*/ 46 h 54"/>
                  <a:gd name="T54" fmla="*/ 4 w 7"/>
                  <a:gd name="T55" fmla="*/ 45 h 54"/>
                  <a:gd name="T56" fmla="*/ 4 w 7"/>
                  <a:gd name="T57" fmla="*/ 45 h 54"/>
                  <a:gd name="T58" fmla="*/ 4 w 7"/>
                  <a:gd name="T59" fmla="*/ 48 h 54"/>
                  <a:gd name="T60" fmla="*/ 4 w 7"/>
                  <a:gd name="T61" fmla="*/ 49 h 54"/>
                  <a:gd name="T62" fmla="*/ 4 w 7"/>
                  <a:gd name="T63" fmla="*/ 47 h 54"/>
                  <a:gd name="T64" fmla="*/ 4 w 7"/>
                  <a:gd name="T65" fmla="*/ 42 h 54"/>
                  <a:gd name="T66" fmla="*/ 5 w 7"/>
                  <a:gd name="T67" fmla="*/ 41 h 54"/>
                  <a:gd name="T68" fmla="*/ 5 w 7"/>
                  <a:gd name="T69" fmla="*/ 45 h 54"/>
                  <a:gd name="T70" fmla="*/ 5 w 7"/>
                  <a:gd name="T71" fmla="*/ 52 h 54"/>
                  <a:gd name="T72" fmla="*/ 5 w 7"/>
                  <a:gd name="T73" fmla="*/ 53 h 54"/>
                  <a:gd name="T74" fmla="*/ 5 w 7"/>
                  <a:gd name="T75" fmla="*/ 48 h 54"/>
                  <a:gd name="T76" fmla="*/ 5 w 7"/>
                  <a:gd name="T77" fmla="*/ 43 h 54"/>
                  <a:gd name="T78" fmla="*/ 5 w 7"/>
                  <a:gd name="T79" fmla="*/ 39 h 54"/>
                  <a:gd name="T80" fmla="*/ 5 w 7"/>
                  <a:gd name="T81" fmla="*/ 36 h 54"/>
                  <a:gd name="T82" fmla="*/ 5 w 7"/>
                  <a:gd name="T83" fmla="*/ 37 h 54"/>
                  <a:gd name="T84" fmla="*/ 6 w 7"/>
                  <a:gd name="T85" fmla="*/ 38 h 54"/>
                  <a:gd name="T86" fmla="*/ 6 w 7"/>
                  <a:gd name="T87" fmla="*/ 32 h 54"/>
                  <a:gd name="T88" fmla="*/ 6 w 7"/>
                  <a:gd name="T89" fmla="*/ 23 h 54"/>
                  <a:gd name="T90" fmla="*/ 6 w 7"/>
                  <a:gd name="T91" fmla="*/ 19 h 54"/>
                  <a:gd name="T92" fmla="*/ 6 w 7"/>
                  <a:gd name="T93" fmla="*/ 18 h 54"/>
                  <a:gd name="T94" fmla="*/ 6 w 7"/>
                  <a:gd name="T95" fmla="*/ 20 h 54"/>
                  <a:gd name="T96" fmla="*/ 6 w 7"/>
                  <a:gd name="T97" fmla="*/ 21 h 54"/>
                  <a:gd name="T98" fmla="*/ 6 w 7"/>
                  <a:gd name="T99" fmla="*/ 17 h 54"/>
                  <a:gd name="T100" fmla="*/ 6 w 7"/>
                  <a:gd name="T101" fmla="*/ 8 h 54"/>
                  <a:gd name="T102" fmla="*/ 7 w 7"/>
                  <a:gd name="T103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4">
                    <a:moveTo>
                      <a:pt x="0" y="51"/>
                    </a:moveTo>
                    <a:lnTo>
                      <a:pt x="0" y="54"/>
                    </a:lnTo>
                    <a:lnTo>
                      <a:pt x="0" y="52"/>
                    </a:lnTo>
                    <a:lnTo>
                      <a:pt x="1" y="48"/>
                    </a:lnTo>
                    <a:lnTo>
                      <a:pt x="1" y="48"/>
                    </a:lnTo>
                    <a:lnTo>
                      <a:pt x="1" y="47"/>
                    </a:lnTo>
                    <a:lnTo>
                      <a:pt x="1" y="44"/>
                    </a:lnTo>
                    <a:lnTo>
                      <a:pt x="1" y="42"/>
                    </a:lnTo>
                    <a:lnTo>
                      <a:pt x="1" y="43"/>
                    </a:lnTo>
                    <a:lnTo>
                      <a:pt x="1" y="45"/>
                    </a:lnTo>
                    <a:lnTo>
                      <a:pt x="1" y="44"/>
                    </a:lnTo>
                    <a:lnTo>
                      <a:pt x="1" y="40"/>
                    </a:lnTo>
                    <a:lnTo>
                      <a:pt x="2" y="40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38"/>
                    </a:lnTo>
                    <a:lnTo>
                      <a:pt x="2" y="41"/>
                    </a:lnTo>
                    <a:lnTo>
                      <a:pt x="2" y="42"/>
                    </a:lnTo>
                    <a:lnTo>
                      <a:pt x="3" y="39"/>
                    </a:lnTo>
                    <a:lnTo>
                      <a:pt x="3" y="40"/>
                    </a:lnTo>
                    <a:lnTo>
                      <a:pt x="3" y="42"/>
                    </a:lnTo>
                    <a:lnTo>
                      <a:pt x="3" y="42"/>
                    </a:lnTo>
                    <a:lnTo>
                      <a:pt x="3" y="44"/>
                    </a:lnTo>
                    <a:lnTo>
                      <a:pt x="3" y="49"/>
                    </a:lnTo>
                    <a:lnTo>
                      <a:pt x="3" y="49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8"/>
                    </a:lnTo>
                    <a:lnTo>
                      <a:pt x="4" y="49"/>
                    </a:lnTo>
                    <a:lnTo>
                      <a:pt x="4" y="47"/>
                    </a:lnTo>
                    <a:lnTo>
                      <a:pt x="4" y="42"/>
                    </a:lnTo>
                    <a:lnTo>
                      <a:pt x="5" y="41"/>
                    </a:lnTo>
                    <a:lnTo>
                      <a:pt x="5" y="45"/>
                    </a:lnTo>
                    <a:lnTo>
                      <a:pt x="5" y="52"/>
                    </a:lnTo>
                    <a:lnTo>
                      <a:pt x="5" y="53"/>
                    </a:lnTo>
                    <a:lnTo>
                      <a:pt x="5" y="48"/>
                    </a:lnTo>
                    <a:lnTo>
                      <a:pt x="5" y="43"/>
                    </a:lnTo>
                    <a:lnTo>
                      <a:pt x="5" y="39"/>
                    </a:lnTo>
                    <a:lnTo>
                      <a:pt x="5" y="36"/>
                    </a:lnTo>
                    <a:lnTo>
                      <a:pt x="5" y="37"/>
                    </a:lnTo>
                    <a:lnTo>
                      <a:pt x="6" y="38"/>
                    </a:lnTo>
                    <a:lnTo>
                      <a:pt x="6" y="32"/>
                    </a:lnTo>
                    <a:lnTo>
                      <a:pt x="6" y="23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6" y="20"/>
                    </a:lnTo>
                    <a:lnTo>
                      <a:pt x="6" y="21"/>
                    </a:lnTo>
                    <a:lnTo>
                      <a:pt x="6" y="17"/>
                    </a:lnTo>
                    <a:lnTo>
                      <a:pt x="6" y="8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03" name="Freeform 863"/>
              <p:cNvSpPr/>
              <p:nvPr/>
            </p:nvSpPr>
            <p:spPr bwMode="auto">
              <a:xfrm>
                <a:off x="1388" y="2905"/>
                <a:ext cx="7" cy="91"/>
              </a:xfrm>
              <a:custGeom>
                <a:avLst/>
                <a:gdLst>
                  <a:gd name="T0" fmla="*/ 0 w 7"/>
                  <a:gd name="T1" fmla="*/ 91 h 91"/>
                  <a:gd name="T2" fmla="*/ 1 w 7"/>
                  <a:gd name="T3" fmla="*/ 83 h 91"/>
                  <a:gd name="T4" fmla="*/ 1 w 7"/>
                  <a:gd name="T5" fmla="*/ 80 h 91"/>
                  <a:gd name="T6" fmla="*/ 1 w 7"/>
                  <a:gd name="T7" fmla="*/ 81 h 91"/>
                  <a:gd name="T8" fmla="*/ 1 w 7"/>
                  <a:gd name="T9" fmla="*/ 80 h 91"/>
                  <a:gd name="T10" fmla="*/ 1 w 7"/>
                  <a:gd name="T11" fmla="*/ 73 h 91"/>
                  <a:gd name="T12" fmla="*/ 1 w 7"/>
                  <a:gd name="T13" fmla="*/ 65 h 91"/>
                  <a:gd name="T14" fmla="*/ 2 w 7"/>
                  <a:gd name="T15" fmla="*/ 58 h 91"/>
                  <a:gd name="T16" fmla="*/ 2 w 7"/>
                  <a:gd name="T17" fmla="*/ 53 h 91"/>
                  <a:gd name="T18" fmla="*/ 2 w 7"/>
                  <a:gd name="T19" fmla="*/ 49 h 91"/>
                  <a:gd name="T20" fmla="*/ 2 w 7"/>
                  <a:gd name="T21" fmla="*/ 48 h 91"/>
                  <a:gd name="T22" fmla="*/ 2 w 7"/>
                  <a:gd name="T23" fmla="*/ 46 h 91"/>
                  <a:gd name="T24" fmla="*/ 2 w 7"/>
                  <a:gd name="T25" fmla="*/ 41 h 91"/>
                  <a:gd name="T26" fmla="*/ 2 w 7"/>
                  <a:gd name="T27" fmla="*/ 37 h 91"/>
                  <a:gd name="T28" fmla="*/ 2 w 7"/>
                  <a:gd name="T29" fmla="*/ 37 h 91"/>
                  <a:gd name="T30" fmla="*/ 2 w 7"/>
                  <a:gd name="T31" fmla="*/ 40 h 91"/>
                  <a:gd name="T32" fmla="*/ 2 w 7"/>
                  <a:gd name="T33" fmla="*/ 42 h 91"/>
                  <a:gd name="T34" fmla="*/ 3 w 7"/>
                  <a:gd name="T35" fmla="*/ 43 h 91"/>
                  <a:gd name="T36" fmla="*/ 3 w 7"/>
                  <a:gd name="T37" fmla="*/ 44 h 91"/>
                  <a:gd name="T38" fmla="*/ 3 w 7"/>
                  <a:gd name="T39" fmla="*/ 41 h 91"/>
                  <a:gd name="T40" fmla="*/ 3 w 7"/>
                  <a:gd name="T41" fmla="*/ 38 h 91"/>
                  <a:gd name="T42" fmla="*/ 3 w 7"/>
                  <a:gd name="T43" fmla="*/ 38 h 91"/>
                  <a:gd name="T44" fmla="*/ 3 w 7"/>
                  <a:gd name="T45" fmla="*/ 37 h 91"/>
                  <a:gd name="T46" fmla="*/ 4 w 7"/>
                  <a:gd name="T47" fmla="*/ 33 h 91"/>
                  <a:gd name="T48" fmla="*/ 4 w 7"/>
                  <a:gd name="T49" fmla="*/ 28 h 91"/>
                  <a:gd name="T50" fmla="*/ 4 w 7"/>
                  <a:gd name="T51" fmla="*/ 26 h 91"/>
                  <a:gd name="T52" fmla="*/ 4 w 7"/>
                  <a:gd name="T53" fmla="*/ 26 h 91"/>
                  <a:gd name="T54" fmla="*/ 4 w 7"/>
                  <a:gd name="T55" fmla="*/ 23 h 91"/>
                  <a:gd name="T56" fmla="*/ 4 w 7"/>
                  <a:gd name="T57" fmla="*/ 20 h 91"/>
                  <a:gd name="T58" fmla="*/ 4 w 7"/>
                  <a:gd name="T59" fmla="*/ 21 h 91"/>
                  <a:gd name="T60" fmla="*/ 4 w 7"/>
                  <a:gd name="T61" fmla="*/ 24 h 91"/>
                  <a:gd name="T62" fmla="*/ 4 w 7"/>
                  <a:gd name="T63" fmla="*/ 24 h 91"/>
                  <a:gd name="T64" fmla="*/ 5 w 7"/>
                  <a:gd name="T65" fmla="*/ 25 h 91"/>
                  <a:gd name="T66" fmla="*/ 5 w 7"/>
                  <a:gd name="T67" fmla="*/ 25 h 91"/>
                  <a:gd name="T68" fmla="*/ 5 w 7"/>
                  <a:gd name="T69" fmla="*/ 24 h 91"/>
                  <a:gd name="T70" fmla="*/ 5 w 7"/>
                  <a:gd name="T71" fmla="*/ 22 h 91"/>
                  <a:gd name="T72" fmla="*/ 5 w 7"/>
                  <a:gd name="T73" fmla="*/ 20 h 91"/>
                  <a:gd name="T74" fmla="*/ 5 w 7"/>
                  <a:gd name="T75" fmla="*/ 17 h 91"/>
                  <a:gd name="T76" fmla="*/ 5 w 7"/>
                  <a:gd name="T77" fmla="*/ 14 h 91"/>
                  <a:gd name="T78" fmla="*/ 5 w 7"/>
                  <a:gd name="T79" fmla="*/ 12 h 91"/>
                  <a:gd name="T80" fmla="*/ 5 w 7"/>
                  <a:gd name="T81" fmla="*/ 7 h 91"/>
                  <a:gd name="T82" fmla="*/ 6 w 7"/>
                  <a:gd name="T83" fmla="*/ 2 h 91"/>
                  <a:gd name="T84" fmla="*/ 6 w 7"/>
                  <a:gd name="T85" fmla="*/ 0 h 91"/>
                  <a:gd name="T86" fmla="*/ 6 w 7"/>
                  <a:gd name="T87" fmla="*/ 2 h 91"/>
                  <a:gd name="T88" fmla="*/ 6 w 7"/>
                  <a:gd name="T89" fmla="*/ 3 h 91"/>
                  <a:gd name="T90" fmla="*/ 6 w 7"/>
                  <a:gd name="T91" fmla="*/ 3 h 91"/>
                  <a:gd name="T92" fmla="*/ 6 w 7"/>
                  <a:gd name="T93" fmla="*/ 3 h 91"/>
                  <a:gd name="T94" fmla="*/ 7 w 7"/>
                  <a:gd name="T95" fmla="*/ 2 h 91"/>
                  <a:gd name="T96" fmla="*/ 7 w 7"/>
                  <a:gd name="T97" fmla="*/ 3 h 91"/>
                  <a:gd name="T98" fmla="*/ 7 w 7"/>
                  <a:gd name="T99" fmla="*/ 5 h 91"/>
                  <a:gd name="T100" fmla="*/ 7 w 7"/>
                  <a:gd name="T101" fmla="*/ 7 h 91"/>
                  <a:gd name="T102" fmla="*/ 7 w 7"/>
                  <a:gd name="T103" fmla="*/ 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91">
                    <a:moveTo>
                      <a:pt x="0" y="91"/>
                    </a:moveTo>
                    <a:lnTo>
                      <a:pt x="1" y="83"/>
                    </a:lnTo>
                    <a:lnTo>
                      <a:pt x="1" y="80"/>
                    </a:lnTo>
                    <a:lnTo>
                      <a:pt x="1" y="81"/>
                    </a:lnTo>
                    <a:lnTo>
                      <a:pt x="1" y="80"/>
                    </a:lnTo>
                    <a:lnTo>
                      <a:pt x="1" y="73"/>
                    </a:lnTo>
                    <a:lnTo>
                      <a:pt x="1" y="65"/>
                    </a:lnTo>
                    <a:lnTo>
                      <a:pt x="2" y="58"/>
                    </a:lnTo>
                    <a:lnTo>
                      <a:pt x="2" y="53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2" y="41"/>
                    </a:lnTo>
                    <a:lnTo>
                      <a:pt x="2" y="37"/>
                    </a:lnTo>
                    <a:lnTo>
                      <a:pt x="2" y="37"/>
                    </a:lnTo>
                    <a:lnTo>
                      <a:pt x="2" y="40"/>
                    </a:lnTo>
                    <a:lnTo>
                      <a:pt x="2" y="42"/>
                    </a:lnTo>
                    <a:lnTo>
                      <a:pt x="3" y="43"/>
                    </a:lnTo>
                    <a:lnTo>
                      <a:pt x="3" y="44"/>
                    </a:lnTo>
                    <a:lnTo>
                      <a:pt x="3" y="41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3" y="37"/>
                    </a:lnTo>
                    <a:lnTo>
                      <a:pt x="4" y="33"/>
                    </a:lnTo>
                    <a:lnTo>
                      <a:pt x="4" y="28"/>
                    </a:lnTo>
                    <a:lnTo>
                      <a:pt x="4" y="26"/>
                    </a:lnTo>
                    <a:lnTo>
                      <a:pt x="4" y="26"/>
                    </a:lnTo>
                    <a:lnTo>
                      <a:pt x="4" y="23"/>
                    </a:lnTo>
                    <a:lnTo>
                      <a:pt x="4" y="20"/>
                    </a:lnTo>
                    <a:lnTo>
                      <a:pt x="4" y="21"/>
                    </a:lnTo>
                    <a:lnTo>
                      <a:pt x="4" y="24"/>
                    </a:lnTo>
                    <a:lnTo>
                      <a:pt x="4" y="24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5" y="24"/>
                    </a:lnTo>
                    <a:lnTo>
                      <a:pt x="5" y="22"/>
                    </a:lnTo>
                    <a:lnTo>
                      <a:pt x="5" y="20"/>
                    </a:lnTo>
                    <a:lnTo>
                      <a:pt x="5" y="17"/>
                    </a:lnTo>
                    <a:lnTo>
                      <a:pt x="5" y="14"/>
                    </a:lnTo>
                    <a:lnTo>
                      <a:pt x="5" y="12"/>
                    </a:lnTo>
                    <a:lnTo>
                      <a:pt x="5" y="7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7" y="2"/>
                    </a:lnTo>
                    <a:lnTo>
                      <a:pt x="7" y="3"/>
                    </a:lnTo>
                    <a:lnTo>
                      <a:pt x="7" y="5"/>
                    </a:lnTo>
                    <a:lnTo>
                      <a:pt x="7" y="7"/>
                    </a:lnTo>
                    <a:lnTo>
                      <a:pt x="7" y="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04" name="Freeform 864"/>
              <p:cNvSpPr/>
              <p:nvPr/>
            </p:nvSpPr>
            <p:spPr bwMode="auto">
              <a:xfrm>
                <a:off x="1395" y="2902"/>
                <a:ext cx="6" cy="57"/>
              </a:xfrm>
              <a:custGeom>
                <a:avLst/>
                <a:gdLst>
                  <a:gd name="T0" fmla="*/ 0 w 6"/>
                  <a:gd name="T1" fmla="*/ 10 h 57"/>
                  <a:gd name="T2" fmla="*/ 0 w 6"/>
                  <a:gd name="T3" fmla="*/ 11 h 57"/>
                  <a:gd name="T4" fmla="*/ 0 w 6"/>
                  <a:gd name="T5" fmla="*/ 11 h 57"/>
                  <a:gd name="T6" fmla="*/ 0 w 6"/>
                  <a:gd name="T7" fmla="*/ 8 h 57"/>
                  <a:gd name="T8" fmla="*/ 0 w 6"/>
                  <a:gd name="T9" fmla="*/ 6 h 57"/>
                  <a:gd name="T10" fmla="*/ 0 w 6"/>
                  <a:gd name="T11" fmla="*/ 4 h 57"/>
                  <a:gd name="T12" fmla="*/ 1 w 6"/>
                  <a:gd name="T13" fmla="*/ 4 h 57"/>
                  <a:gd name="T14" fmla="*/ 1 w 6"/>
                  <a:gd name="T15" fmla="*/ 5 h 57"/>
                  <a:gd name="T16" fmla="*/ 1 w 6"/>
                  <a:gd name="T17" fmla="*/ 5 h 57"/>
                  <a:gd name="T18" fmla="*/ 1 w 6"/>
                  <a:gd name="T19" fmla="*/ 3 h 57"/>
                  <a:gd name="T20" fmla="*/ 1 w 6"/>
                  <a:gd name="T21" fmla="*/ 1 h 57"/>
                  <a:gd name="T22" fmla="*/ 1 w 6"/>
                  <a:gd name="T23" fmla="*/ 0 h 57"/>
                  <a:gd name="T24" fmla="*/ 2 w 6"/>
                  <a:gd name="T25" fmla="*/ 3 h 57"/>
                  <a:gd name="T26" fmla="*/ 2 w 6"/>
                  <a:gd name="T27" fmla="*/ 6 h 57"/>
                  <a:gd name="T28" fmla="*/ 2 w 6"/>
                  <a:gd name="T29" fmla="*/ 7 h 57"/>
                  <a:gd name="T30" fmla="*/ 2 w 6"/>
                  <a:gd name="T31" fmla="*/ 7 h 57"/>
                  <a:gd name="T32" fmla="*/ 2 w 6"/>
                  <a:gd name="T33" fmla="*/ 7 h 57"/>
                  <a:gd name="T34" fmla="*/ 2 w 6"/>
                  <a:gd name="T35" fmla="*/ 6 h 57"/>
                  <a:gd name="T36" fmla="*/ 2 w 6"/>
                  <a:gd name="T37" fmla="*/ 5 h 57"/>
                  <a:gd name="T38" fmla="*/ 2 w 6"/>
                  <a:gd name="T39" fmla="*/ 9 h 57"/>
                  <a:gd name="T40" fmla="*/ 2 w 6"/>
                  <a:gd name="T41" fmla="*/ 12 h 57"/>
                  <a:gd name="T42" fmla="*/ 3 w 6"/>
                  <a:gd name="T43" fmla="*/ 12 h 57"/>
                  <a:gd name="T44" fmla="*/ 3 w 6"/>
                  <a:gd name="T45" fmla="*/ 12 h 57"/>
                  <a:gd name="T46" fmla="*/ 3 w 6"/>
                  <a:gd name="T47" fmla="*/ 12 h 57"/>
                  <a:gd name="T48" fmla="*/ 3 w 6"/>
                  <a:gd name="T49" fmla="*/ 14 h 57"/>
                  <a:gd name="T50" fmla="*/ 3 w 6"/>
                  <a:gd name="T51" fmla="*/ 18 h 57"/>
                  <a:gd name="T52" fmla="*/ 3 w 6"/>
                  <a:gd name="T53" fmla="*/ 22 h 57"/>
                  <a:gd name="T54" fmla="*/ 3 w 6"/>
                  <a:gd name="T55" fmla="*/ 25 h 57"/>
                  <a:gd name="T56" fmla="*/ 3 w 6"/>
                  <a:gd name="T57" fmla="*/ 27 h 57"/>
                  <a:gd name="T58" fmla="*/ 3 w 6"/>
                  <a:gd name="T59" fmla="*/ 27 h 57"/>
                  <a:gd name="T60" fmla="*/ 4 w 6"/>
                  <a:gd name="T61" fmla="*/ 29 h 57"/>
                  <a:gd name="T62" fmla="*/ 4 w 6"/>
                  <a:gd name="T63" fmla="*/ 34 h 57"/>
                  <a:gd name="T64" fmla="*/ 4 w 6"/>
                  <a:gd name="T65" fmla="*/ 37 h 57"/>
                  <a:gd name="T66" fmla="*/ 4 w 6"/>
                  <a:gd name="T67" fmla="*/ 39 h 57"/>
                  <a:gd name="T68" fmla="*/ 4 w 6"/>
                  <a:gd name="T69" fmla="*/ 39 h 57"/>
                  <a:gd name="T70" fmla="*/ 4 w 6"/>
                  <a:gd name="T71" fmla="*/ 40 h 57"/>
                  <a:gd name="T72" fmla="*/ 4 w 6"/>
                  <a:gd name="T73" fmla="*/ 42 h 57"/>
                  <a:gd name="T74" fmla="*/ 5 w 6"/>
                  <a:gd name="T75" fmla="*/ 44 h 57"/>
                  <a:gd name="T76" fmla="*/ 5 w 6"/>
                  <a:gd name="T77" fmla="*/ 48 h 57"/>
                  <a:gd name="T78" fmla="*/ 5 w 6"/>
                  <a:gd name="T79" fmla="*/ 51 h 57"/>
                  <a:gd name="T80" fmla="*/ 5 w 6"/>
                  <a:gd name="T81" fmla="*/ 52 h 57"/>
                  <a:gd name="T82" fmla="*/ 5 w 6"/>
                  <a:gd name="T83" fmla="*/ 52 h 57"/>
                  <a:gd name="T84" fmla="*/ 5 w 6"/>
                  <a:gd name="T85" fmla="*/ 51 h 57"/>
                  <a:gd name="T86" fmla="*/ 5 w 6"/>
                  <a:gd name="T87" fmla="*/ 52 h 57"/>
                  <a:gd name="T88" fmla="*/ 5 w 6"/>
                  <a:gd name="T89" fmla="*/ 54 h 57"/>
                  <a:gd name="T90" fmla="*/ 5 w 6"/>
                  <a:gd name="T91" fmla="*/ 55 h 57"/>
                  <a:gd name="T92" fmla="*/ 6 w 6"/>
                  <a:gd name="T93" fmla="*/ 54 h 57"/>
                  <a:gd name="T94" fmla="*/ 6 w 6"/>
                  <a:gd name="T95" fmla="*/ 56 h 57"/>
                  <a:gd name="T96" fmla="*/ 6 w 6"/>
                  <a:gd name="T97" fmla="*/ 56 h 57"/>
                  <a:gd name="T98" fmla="*/ 6 w 6"/>
                  <a:gd name="T99" fmla="*/ 56 h 57"/>
                  <a:gd name="T100" fmla="*/ 6 w 6"/>
                  <a:gd name="T101" fmla="*/ 57 h 57"/>
                  <a:gd name="T102" fmla="*/ 6 w 6"/>
                  <a:gd name="T103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7">
                    <a:moveTo>
                      <a:pt x="0" y="10"/>
                    </a:moveTo>
                    <a:lnTo>
                      <a:pt x="0" y="11"/>
                    </a:lnTo>
                    <a:lnTo>
                      <a:pt x="0" y="11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1" y="4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2" y="3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2" y="9"/>
                    </a:lnTo>
                    <a:lnTo>
                      <a:pt x="2" y="12"/>
                    </a:lnTo>
                    <a:lnTo>
                      <a:pt x="3" y="12"/>
                    </a:lnTo>
                    <a:lnTo>
                      <a:pt x="3" y="12"/>
                    </a:lnTo>
                    <a:lnTo>
                      <a:pt x="3" y="12"/>
                    </a:lnTo>
                    <a:lnTo>
                      <a:pt x="3" y="14"/>
                    </a:lnTo>
                    <a:lnTo>
                      <a:pt x="3" y="18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3" y="27"/>
                    </a:lnTo>
                    <a:lnTo>
                      <a:pt x="3" y="27"/>
                    </a:lnTo>
                    <a:lnTo>
                      <a:pt x="4" y="29"/>
                    </a:lnTo>
                    <a:lnTo>
                      <a:pt x="4" y="34"/>
                    </a:lnTo>
                    <a:lnTo>
                      <a:pt x="4" y="37"/>
                    </a:lnTo>
                    <a:lnTo>
                      <a:pt x="4" y="39"/>
                    </a:lnTo>
                    <a:lnTo>
                      <a:pt x="4" y="39"/>
                    </a:lnTo>
                    <a:lnTo>
                      <a:pt x="4" y="40"/>
                    </a:lnTo>
                    <a:lnTo>
                      <a:pt x="4" y="42"/>
                    </a:lnTo>
                    <a:lnTo>
                      <a:pt x="5" y="44"/>
                    </a:lnTo>
                    <a:lnTo>
                      <a:pt x="5" y="48"/>
                    </a:lnTo>
                    <a:lnTo>
                      <a:pt x="5" y="51"/>
                    </a:lnTo>
                    <a:lnTo>
                      <a:pt x="5" y="52"/>
                    </a:lnTo>
                    <a:lnTo>
                      <a:pt x="5" y="52"/>
                    </a:lnTo>
                    <a:lnTo>
                      <a:pt x="5" y="51"/>
                    </a:lnTo>
                    <a:lnTo>
                      <a:pt x="5" y="52"/>
                    </a:lnTo>
                    <a:lnTo>
                      <a:pt x="5" y="54"/>
                    </a:lnTo>
                    <a:lnTo>
                      <a:pt x="5" y="55"/>
                    </a:lnTo>
                    <a:lnTo>
                      <a:pt x="6" y="54"/>
                    </a:lnTo>
                    <a:lnTo>
                      <a:pt x="6" y="56"/>
                    </a:lnTo>
                    <a:lnTo>
                      <a:pt x="6" y="56"/>
                    </a:lnTo>
                    <a:lnTo>
                      <a:pt x="6" y="56"/>
                    </a:lnTo>
                    <a:lnTo>
                      <a:pt x="6" y="57"/>
                    </a:lnTo>
                    <a:lnTo>
                      <a:pt x="6" y="5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05" name="Freeform 865"/>
              <p:cNvSpPr/>
              <p:nvPr/>
            </p:nvSpPr>
            <p:spPr bwMode="auto">
              <a:xfrm>
                <a:off x="1401" y="2948"/>
                <a:ext cx="7" cy="20"/>
              </a:xfrm>
              <a:custGeom>
                <a:avLst/>
                <a:gdLst>
                  <a:gd name="T0" fmla="*/ 0 w 7"/>
                  <a:gd name="T1" fmla="*/ 11 h 20"/>
                  <a:gd name="T2" fmla="*/ 0 w 7"/>
                  <a:gd name="T3" fmla="*/ 11 h 20"/>
                  <a:gd name="T4" fmla="*/ 1 w 7"/>
                  <a:gd name="T5" fmla="*/ 11 h 20"/>
                  <a:gd name="T6" fmla="*/ 1 w 7"/>
                  <a:gd name="T7" fmla="*/ 13 h 20"/>
                  <a:gd name="T8" fmla="*/ 1 w 7"/>
                  <a:gd name="T9" fmla="*/ 14 h 20"/>
                  <a:gd name="T10" fmla="*/ 1 w 7"/>
                  <a:gd name="T11" fmla="*/ 14 h 20"/>
                  <a:gd name="T12" fmla="*/ 1 w 7"/>
                  <a:gd name="T13" fmla="*/ 14 h 20"/>
                  <a:gd name="T14" fmla="*/ 1 w 7"/>
                  <a:gd name="T15" fmla="*/ 14 h 20"/>
                  <a:gd name="T16" fmla="*/ 1 w 7"/>
                  <a:gd name="T17" fmla="*/ 13 h 20"/>
                  <a:gd name="T18" fmla="*/ 1 w 7"/>
                  <a:gd name="T19" fmla="*/ 13 h 20"/>
                  <a:gd name="T20" fmla="*/ 1 w 7"/>
                  <a:gd name="T21" fmla="*/ 11 h 20"/>
                  <a:gd name="T22" fmla="*/ 2 w 7"/>
                  <a:gd name="T23" fmla="*/ 9 h 20"/>
                  <a:gd name="T24" fmla="*/ 2 w 7"/>
                  <a:gd name="T25" fmla="*/ 6 h 20"/>
                  <a:gd name="T26" fmla="*/ 2 w 7"/>
                  <a:gd name="T27" fmla="*/ 2 h 20"/>
                  <a:gd name="T28" fmla="*/ 2 w 7"/>
                  <a:gd name="T29" fmla="*/ 0 h 20"/>
                  <a:gd name="T30" fmla="*/ 2 w 7"/>
                  <a:gd name="T31" fmla="*/ 0 h 20"/>
                  <a:gd name="T32" fmla="*/ 2 w 7"/>
                  <a:gd name="T33" fmla="*/ 2 h 20"/>
                  <a:gd name="T34" fmla="*/ 2 w 7"/>
                  <a:gd name="T35" fmla="*/ 4 h 20"/>
                  <a:gd name="T36" fmla="*/ 2 w 7"/>
                  <a:gd name="T37" fmla="*/ 5 h 20"/>
                  <a:gd name="T38" fmla="*/ 2 w 7"/>
                  <a:gd name="T39" fmla="*/ 6 h 20"/>
                  <a:gd name="T40" fmla="*/ 3 w 7"/>
                  <a:gd name="T41" fmla="*/ 8 h 20"/>
                  <a:gd name="T42" fmla="*/ 3 w 7"/>
                  <a:gd name="T43" fmla="*/ 10 h 20"/>
                  <a:gd name="T44" fmla="*/ 3 w 7"/>
                  <a:gd name="T45" fmla="*/ 14 h 20"/>
                  <a:gd name="T46" fmla="*/ 3 w 7"/>
                  <a:gd name="T47" fmla="*/ 15 h 20"/>
                  <a:gd name="T48" fmla="*/ 3 w 7"/>
                  <a:gd name="T49" fmla="*/ 15 h 20"/>
                  <a:gd name="T50" fmla="*/ 3 w 7"/>
                  <a:gd name="T51" fmla="*/ 13 h 20"/>
                  <a:gd name="T52" fmla="*/ 4 w 7"/>
                  <a:gd name="T53" fmla="*/ 13 h 20"/>
                  <a:gd name="T54" fmla="*/ 4 w 7"/>
                  <a:gd name="T55" fmla="*/ 13 h 20"/>
                  <a:gd name="T56" fmla="*/ 4 w 7"/>
                  <a:gd name="T57" fmla="*/ 12 h 20"/>
                  <a:gd name="T58" fmla="*/ 4 w 7"/>
                  <a:gd name="T59" fmla="*/ 12 h 20"/>
                  <a:gd name="T60" fmla="*/ 4 w 7"/>
                  <a:gd name="T61" fmla="*/ 12 h 20"/>
                  <a:gd name="T62" fmla="*/ 4 w 7"/>
                  <a:gd name="T63" fmla="*/ 11 h 20"/>
                  <a:gd name="T64" fmla="*/ 4 w 7"/>
                  <a:gd name="T65" fmla="*/ 10 h 20"/>
                  <a:gd name="T66" fmla="*/ 4 w 7"/>
                  <a:gd name="T67" fmla="*/ 10 h 20"/>
                  <a:gd name="T68" fmla="*/ 4 w 7"/>
                  <a:gd name="T69" fmla="*/ 13 h 20"/>
                  <a:gd name="T70" fmla="*/ 5 w 7"/>
                  <a:gd name="T71" fmla="*/ 16 h 20"/>
                  <a:gd name="T72" fmla="*/ 5 w 7"/>
                  <a:gd name="T73" fmla="*/ 16 h 20"/>
                  <a:gd name="T74" fmla="*/ 5 w 7"/>
                  <a:gd name="T75" fmla="*/ 15 h 20"/>
                  <a:gd name="T76" fmla="*/ 5 w 7"/>
                  <a:gd name="T77" fmla="*/ 14 h 20"/>
                  <a:gd name="T78" fmla="*/ 5 w 7"/>
                  <a:gd name="T79" fmla="*/ 14 h 20"/>
                  <a:gd name="T80" fmla="*/ 5 w 7"/>
                  <a:gd name="T81" fmla="*/ 12 h 20"/>
                  <a:gd name="T82" fmla="*/ 6 w 7"/>
                  <a:gd name="T83" fmla="*/ 9 h 20"/>
                  <a:gd name="T84" fmla="*/ 6 w 7"/>
                  <a:gd name="T85" fmla="*/ 8 h 20"/>
                  <a:gd name="T86" fmla="*/ 6 w 7"/>
                  <a:gd name="T87" fmla="*/ 6 h 20"/>
                  <a:gd name="T88" fmla="*/ 6 w 7"/>
                  <a:gd name="T89" fmla="*/ 2 h 20"/>
                  <a:gd name="T90" fmla="*/ 6 w 7"/>
                  <a:gd name="T91" fmla="*/ 1 h 20"/>
                  <a:gd name="T92" fmla="*/ 6 w 7"/>
                  <a:gd name="T93" fmla="*/ 3 h 20"/>
                  <a:gd name="T94" fmla="*/ 6 w 7"/>
                  <a:gd name="T95" fmla="*/ 5 h 20"/>
                  <a:gd name="T96" fmla="*/ 6 w 7"/>
                  <a:gd name="T97" fmla="*/ 8 h 20"/>
                  <a:gd name="T98" fmla="*/ 6 w 7"/>
                  <a:gd name="T99" fmla="*/ 12 h 20"/>
                  <a:gd name="T100" fmla="*/ 6 w 7"/>
                  <a:gd name="T101" fmla="*/ 15 h 20"/>
                  <a:gd name="T102" fmla="*/ 7 w 7"/>
                  <a:gd name="T10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0">
                    <a:moveTo>
                      <a:pt x="0" y="11"/>
                    </a:moveTo>
                    <a:lnTo>
                      <a:pt x="0" y="11"/>
                    </a:lnTo>
                    <a:lnTo>
                      <a:pt x="1" y="11"/>
                    </a:lnTo>
                    <a:lnTo>
                      <a:pt x="1" y="13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1" y="11"/>
                    </a:lnTo>
                    <a:lnTo>
                      <a:pt x="2" y="9"/>
                    </a:lnTo>
                    <a:lnTo>
                      <a:pt x="2" y="6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2" y="6"/>
                    </a:lnTo>
                    <a:lnTo>
                      <a:pt x="3" y="8"/>
                    </a:lnTo>
                    <a:lnTo>
                      <a:pt x="3" y="10"/>
                    </a:lnTo>
                    <a:lnTo>
                      <a:pt x="3" y="14"/>
                    </a:lnTo>
                    <a:lnTo>
                      <a:pt x="3" y="15"/>
                    </a:lnTo>
                    <a:lnTo>
                      <a:pt x="3" y="15"/>
                    </a:lnTo>
                    <a:lnTo>
                      <a:pt x="3" y="13"/>
                    </a:lnTo>
                    <a:lnTo>
                      <a:pt x="4" y="13"/>
                    </a:lnTo>
                    <a:lnTo>
                      <a:pt x="4" y="13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4" y="13"/>
                    </a:lnTo>
                    <a:lnTo>
                      <a:pt x="5" y="16"/>
                    </a:lnTo>
                    <a:lnTo>
                      <a:pt x="5" y="16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5" y="14"/>
                    </a:lnTo>
                    <a:lnTo>
                      <a:pt x="5" y="12"/>
                    </a:lnTo>
                    <a:lnTo>
                      <a:pt x="6" y="9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5"/>
                    </a:lnTo>
                    <a:lnTo>
                      <a:pt x="6" y="8"/>
                    </a:lnTo>
                    <a:lnTo>
                      <a:pt x="6" y="12"/>
                    </a:lnTo>
                    <a:lnTo>
                      <a:pt x="6" y="15"/>
                    </a:lnTo>
                    <a:lnTo>
                      <a:pt x="7" y="2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06" name="Freeform 866"/>
              <p:cNvSpPr/>
              <p:nvPr/>
            </p:nvSpPr>
            <p:spPr bwMode="auto">
              <a:xfrm>
                <a:off x="1407" y="2963"/>
                <a:ext cx="7" cy="99"/>
              </a:xfrm>
              <a:custGeom>
                <a:avLst/>
                <a:gdLst>
                  <a:gd name="T0" fmla="*/ 0 w 7"/>
                  <a:gd name="T1" fmla="*/ 0 h 99"/>
                  <a:gd name="T2" fmla="*/ 1 w 7"/>
                  <a:gd name="T3" fmla="*/ 5 h 99"/>
                  <a:gd name="T4" fmla="*/ 1 w 7"/>
                  <a:gd name="T5" fmla="*/ 11 h 99"/>
                  <a:gd name="T6" fmla="*/ 1 w 7"/>
                  <a:gd name="T7" fmla="*/ 18 h 99"/>
                  <a:gd name="T8" fmla="*/ 1 w 7"/>
                  <a:gd name="T9" fmla="*/ 23 h 99"/>
                  <a:gd name="T10" fmla="*/ 1 w 7"/>
                  <a:gd name="T11" fmla="*/ 27 h 99"/>
                  <a:gd name="T12" fmla="*/ 1 w 7"/>
                  <a:gd name="T13" fmla="*/ 30 h 99"/>
                  <a:gd name="T14" fmla="*/ 1 w 7"/>
                  <a:gd name="T15" fmla="*/ 32 h 99"/>
                  <a:gd name="T16" fmla="*/ 1 w 7"/>
                  <a:gd name="T17" fmla="*/ 33 h 99"/>
                  <a:gd name="T18" fmla="*/ 1 w 7"/>
                  <a:gd name="T19" fmla="*/ 35 h 99"/>
                  <a:gd name="T20" fmla="*/ 2 w 7"/>
                  <a:gd name="T21" fmla="*/ 38 h 99"/>
                  <a:gd name="T22" fmla="*/ 2 w 7"/>
                  <a:gd name="T23" fmla="*/ 38 h 99"/>
                  <a:gd name="T24" fmla="*/ 2 w 7"/>
                  <a:gd name="T25" fmla="*/ 38 h 99"/>
                  <a:gd name="T26" fmla="*/ 2 w 7"/>
                  <a:gd name="T27" fmla="*/ 37 h 99"/>
                  <a:gd name="T28" fmla="*/ 2 w 7"/>
                  <a:gd name="T29" fmla="*/ 37 h 99"/>
                  <a:gd name="T30" fmla="*/ 2 w 7"/>
                  <a:gd name="T31" fmla="*/ 37 h 99"/>
                  <a:gd name="T32" fmla="*/ 3 w 7"/>
                  <a:gd name="T33" fmla="*/ 37 h 99"/>
                  <a:gd name="T34" fmla="*/ 3 w 7"/>
                  <a:gd name="T35" fmla="*/ 37 h 99"/>
                  <a:gd name="T36" fmla="*/ 3 w 7"/>
                  <a:gd name="T37" fmla="*/ 36 h 99"/>
                  <a:gd name="T38" fmla="*/ 3 w 7"/>
                  <a:gd name="T39" fmla="*/ 37 h 99"/>
                  <a:gd name="T40" fmla="*/ 3 w 7"/>
                  <a:gd name="T41" fmla="*/ 37 h 99"/>
                  <a:gd name="T42" fmla="*/ 3 w 7"/>
                  <a:gd name="T43" fmla="*/ 37 h 99"/>
                  <a:gd name="T44" fmla="*/ 3 w 7"/>
                  <a:gd name="T45" fmla="*/ 38 h 99"/>
                  <a:gd name="T46" fmla="*/ 3 w 7"/>
                  <a:gd name="T47" fmla="*/ 40 h 99"/>
                  <a:gd name="T48" fmla="*/ 3 w 7"/>
                  <a:gd name="T49" fmla="*/ 42 h 99"/>
                  <a:gd name="T50" fmla="*/ 4 w 7"/>
                  <a:gd name="T51" fmla="*/ 42 h 99"/>
                  <a:gd name="T52" fmla="*/ 4 w 7"/>
                  <a:gd name="T53" fmla="*/ 45 h 99"/>
                  <a:gd name="T54" fmla="*/ 4 w 7"/>
                  <a:gd name="T55" fmla="*/ 47 h 99"/>
                  <a:gd name="T56" fmla="*/ 4 w 7"/>
                  <a:gd name="T57" fmla="*/ 44 h 99"/>
                  <a:gd name="T58" fmla="*/ 4 w 7"/>
                  <a:gd name="T59" fmla="*/ 43 h 99"/>
                  <a:gd name="T60" fmla="*/ 4 w 7"/>
                  <a:gd name="T61" fmla="*/ 49 h 99"/>
                  <a:gd name="T62" fmla="*/ 5 w 7"/>
                  <a:gd name="T63" fmla="*/ 55 h 99"/>
                  <a:gd name="T64" fmla="*/ 5 w 7"/>
                  <a:gd name="T65" fmla="*/ 55 h 99"/>
                  <a:gd name="T66" fmla="*/ 5 w 7"/>
                  <a:gd name="T67" fmla="*/ 54 h 99"/>
                  <a:gd name="T68" fmla="*/ 5 w 7"/>
                  <a:gd name="T69" fmla="*/ 57 h 99"/>
                  <a:gd name="T70" fmla="*/ 5 w 7"/>
                  <a:gd name="T71" fmla="*/ 57 h 99"/>
                  <a:gd name="T72" fmla="*/ 5 w 7"/>
                  <a:gd name="T73" fmla="*/ 54 h 99"/>
                  <a:gd name="T74" fmla="*/ 5 w 7"/>
                  <a:gd name="T75" fmla="*/ 57 h 99"/>
                  <a:gd name="T76" fmla="*/ 5 w 7"/>
                  <a:gd name="T77" fmla="*/ 66 h 99"/>
                  <a:gd name="T78" fmla="*/ 5 w 7"/>
                  <a:gd name="T79" fmla="*/ 70 h 99"/>
                  <a:gd name="T80" fmla="*/ 6 w 7"/>
                  <a:gd name="T81" fmla="*/ 65 h 99"/>
                  <a:gd name="T82" fmla="*/ 6 w 7"/>
                  <a:gd name="T83" fmla="*/ 63 h 99"/>
                  <a:gd name="T84" fmla="*/ 6 w 7"/>
                  <a:gd name="T85" fmla="*/ 68 h 99"/>
                  <a:gd name="T86" fmla="*/ 6 w 7"/>
                  <a:gd name="T87" fmla="*/ 74 h 99"/>
                  <a:gd name="T88" fmla="*/ 6 w 7"/>
                  <a:gd name="T89" fmla="*/ 77 h 99"/>
                  <a:gd name="T90" fmla="*/ 6 w 7"/>
                  <a:gd name="T91" fmla="*/ 80 h 99"/>
                  <a:gd name="T92" fmla="*/ 6 w 7"/>
                  <a:gd name="T93" fmla="*/ 84 h 99"/>
                  <a:gd name="T94" fmla="*/ 6 w 7"/>
                  <a:gd name="T95" fmla="*/ 83 h 99"/>
                  <a:gd name="T96" fmla="*/ 6 w 7"/>
                  <a:gd name="T97" fmla="*/ 82 h 99"/>
                  <a:gd name="T98" fmla="*/ 7 w 7"/>
                  <a:gd name="T99" fmla="*/ 86 h 99"/>
                  <a:gd name="T100" fmla="*/ 7 w 7"/>
                  <a:gd name="T101" fmla="*/ 93 h 99"/>
                  <a:gd name="T102" fmla="*/ 7 w 7"/>
                  <a:gd name="T103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99">
                    <a:moveTo>
                      <a:pt x="0" y="0"/>
                    </a:moveTo>
                    <a:lnTo>
                      <a:pt x="1" y="5"/>
                    </a:lnTo>
                    <a:lnTo>
                      <a:pt x="1" y="11"/>
                    </a:lnTo>
                    <a:lnTo>
                      <a:pt x="1" y="18"/>
                    </a:lnTo>
                    <a:lnTo>
                      <a:pt x="1" y="23"/>
                    </a:lnTo>
                    <a:lnTo>
                      <a:pt x="1" y="27"/>
                    </a:lnTo>
                    <a:lnTo>
                      <a:pt x="1" y="30"/>
                    </a:lnTo>
                    <a:lnTo>
                      <a:pt x="1" y="32"/>
                    </a:lnTo>
                    <a:lnTo>
                      <a:pt x="1" y="33"/>
                    </a:lnTo>
                    <a:lnTo>
                      <a:pt x="1" y="35"/>
                    </a:lnTo>
                    <a:lnTo>
                      <a:pt x="2" y="38"/>
                    </a:lnTo>
                    <a:lnTo>
                      <a:pt x="2" y="38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7"/>
                    </a:lnTo>
                    <a:lnTo>
                      <a:pt x="2" y="37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3" y="36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3" y="38"/>
                    </a:lnTo>
                    <a:lnTo>
                      <a:pt x="3" y="40"/>
                    </a:lnTo>
                    <a:lnTo>
                      <a:pt x="3" y="42"/>
                    </a:lnTo>
                    <a:lnTo>
                      <a:pt x="4" y="42"/>
                    </a:lnTo>
                    <a:lnTo>
                      <a:pt x="4" y="45"/>
                    </a:lnTo>
                    <a:lnTo>
                      <a:pt x="4" y="47"/>
                    </a:lnTo>
                    <a:lnTo>
                      <a:pt x="4" y="44"/>
                    </a:lnTo>
                    <a:lnTo>
                      <a:pt x="4" y="43"/>
                    </a:lnTo>
                    <a:lnTo>
                      <a:pt x="4" y="49"/>
                    </a:lnTo>
                    <a:lnTo>
                      <a:pt x="5" y="55"/>
                    </a:lnTo>
                    <a:lnTo>
                      <a:pt x="5" y="55"/>
                    </a:lnTo>
                    <a:lnTo>
                      <a:pt x="5" y="54"/>
                    </a:lnTo>
                    <a:lnTo>
                      <a:pt x="5" y="57"/>
                    </a:lnTo>
                    <a:lnTo>
                      <a:pt x="5" y="57"/>
                    </a:lnTo>
                    <a:lnTo>
                      <a:pt x="5" y="54"/>
                    </a:lnTo>
                    <a:lnTo>
                      <a:pt x="5" y="57"/>
                    </a:lnTo>
                    <a:lnTo>
                      <a:pt x="5" y="66"/>
                    </a:lnTo>
                    <a:lnTo>
                      <a:pt x="5" y="70"/>
                    </a:lnTo>
                    <a:lnTo>
                      <a:pt x="6" y="65"/>
                    </a:lnTo>
                    <a:lnTo>
                      <a:pt x="6" y="63"/>
                    </a:lnTo>
                    <a:lnTo>
                      <a:pt x="6" y="68"/>
                    </a:lnTo>
                    <a:lnTo>
                      <a:pt x="6" y="74"/>
                    </a:lnTo>
                    <a:lnTo>
                      <a:pt x="6" y="77"/>
                    </a:lnTo>
                    <a:lnTo>
                      <a:pt x="6" y="80"/>
                    </a:lnTo>
                    <a:lnTo>
                      <a:pt x="6" y="84"/>
                    </a:lnTo>
                    <a:lnTo>
                      <a:pt x="6" y="83"/>
                    </a:lnTo>
                    <a:lnTo>
                      <a:pt x="6" y="82"/>
                    </a:lnTo>
                    <a:lnTo>
                      <a:pt x="7" y="86"/>
                    </a:lnTo>
                    <a:lnTo>
                      <a:pt x="7" y="93"/>
                    </a:lnTo>
                    <a:lnTo>
                      <a:pt x="7" y="9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07" name="Freeform 867"/>
              <p:cNvSpPr/>
              <p:nvPr/>
            </p:nvSpPr>
            <p:spPr bwMode="auto">
              <a:xfrm>
                <a:off x="1414" y="2929"/>
                <a:ext cx="6" cy="135"/>
              </a:xfrm>
              <a:custGeom>
                <a:avLst/>
                <a:gdLst>
                  <a:gd name="T0" fmla="*/ 0 w 6"/>
                  <a:gd name="T1" fmla="*/ 127 h 135"/>
                  <a:gd name="T2" fmla="*/ 0 w 6"/>
                  <a:gd name="T3" fmla="*/ 133 h 135"/>
                  <a:gd name="T4" fmla="*/ 0 w 6"/>
                  <a:gd name="T5" fmla="*/ 135 h 135"/>
                  <a:gd name="T6" fmla="*/ 0 w 6"/>
                  <a:gd name="T7" fmla="*/ 133 h 135"/>
                  <a:gd name="T8" fmla="*/ 0 w 6"/>
                  <a:gd name="T9" fmla="*/ 127 h 135"/>
                  <a:gd name="T10" fmla="*/ 1 w 6"/>
                  <a:gd name="T11" fmla="*/ 125 h 135"/>
                  <a:gd name="T12" fmla="*/ 1 w 6"/>
                  <a:gd name="T13" fmla="*/ 124 h 135"/>
                  <a:gd name="T14" fmla="*/ 1 w 6"/>
                  <a:gd name="T15" fmla="*/ 127 h 135"/>
                  <a:gd name="T16" fmla="*/ 1 w 6"/>
                  <a:gd name="T17" fmla="*/ 132 h 135"/>
                  <a:gd name="T18" fmla="*/ 1 w 6"/>
                  <a:gd name="T19" fmla="*/ 129 h 135"/>
                  <a:gd name="T20" fmla="*/ 1 w 6"/>
                  <a:gd name="T21" fmla="*/ 118 h 135"/>
                  <a:gd name="T22" fmla="*/ 1 w 6"/>
                  <a:gd name="T23" fmla="*/ 112 h 135"/>
                  <a:gd name="T24" fmla="*/ 1 w 6"/>
                  <a:gd name="T25" fmla="*/ 115 h 135"/>
                  <a:gd name="T26" fmla="*/ 1 w 6"/>
                  <a:gd name="T27" fmla="*/ 117 h 135"/>
                  <a:gd name="T28" fmla="*/ 1 w 6"/>
                  <a:gd name="T29" fmla="*/ 114 h 135"/>
                  <a:gd name="T30" fmla="*/ 2 w 6"/>
                  <a:gd name="T31" fmla="*/ 104 h 135"/>
                  <a:gd name="T32" fmla="*/ 2 w 6"/>
                  <a:gd name="T33" fmla="*/ 90 h 135"/>
                  <a:gd name="T34" fmla="*/ 2 w 6"/>
                  <a:gd name="T35" fmla="*/ 79 h 135"/>
                  <a:gd name="T36" fmla="*/ 2 w 6"/>
                  <a:gd name="T37" fmla="*/ 75 h 135"/>
                  <a:gd name="T38" fmla="*/ 2 w 6"/>
                  <a:gd name="T39" fmla="*/ 74 h 135"/>
                  <a:gd name="T40" fmla="*/ 2 w 6"/>
                  <a:gd name="T41" fmla="*/ 73 h 135"/>
                  <a:gd name="T42" fmla="*/ 3 w 6"/>
                  <a:gd name="T43" fmla="*/ 68 h 135"/>
                  <a:gd name="T44" fmla="*/ 3 w 6"/>
                  <a:gd name="T45" fmla="*/ 59 h 135"/>
                  <a:gd name="T46" fmla="*/ 3 w 6"/>
                  <a:gd name="T47" fmla="*/ 51 h 135"/>
                  <a:gd name="T48" fmla="*/ 3 w 6"/>
                  <a:gd name="T49" fmla="*/ 52 h 135"/>
                  <a:gd name="T50" fmla="*/ 3 w 6"/>
                  <a:gd name="T51" fmla="*/ 57 h 135"/>
                  <a:gd name="T52" fmla="*/ 3 w 6"/>
                  <a:gd name="T53" fmla="*/ 57 h 135"/>
                  <a:gd name="T54" fmla="*/ 3 w 6"/>
                  <a:gd name="T55" fmla="*/ 52 h 135"/>
                  <a:gd name="T56" fmla="*/ 3 w 6"/>
                  <a:gd name="T57" fmla="*/ 46 h 135"/>
                  <a:gd name="T58" fmla="*/ 3 w 6"/>
                  <a:gd name="T59" fmla="*/ 41 h 135"/>
                  <a:gd name="T60" fmla="*/ 4 w 6"/>
                  <a:gd name="T61" fmla="*/ 39 h 135"/>
                  <a:gd name="T62" fmla="*/ 4 w 6"/>
                  <a:gd name="T63" fmla="*/ 40 h 135"/>
                  <a:gd name="T64" fmla="*/ 4 w 6"/>
                  <a:gd name="T65" fmla="*/ 38 h 135"/>
                  <a:gd name="T66" fmla="*/ 4 w 6"/>
                  <a:gd name="T67" fmla="*/ 33 h 135"/>
                  <a:gd name="T68" fmla="*/ 4 w 6"/>
                  <a:gd name="T69" fmla="*/ 29 h 135"/>
                  <a:gd name="T70" fmla="*/ 4 w 6"/>
                  <a:gd name="T71" fmla="*/ 25 h 135"/>
                  <a:gd name="T72" fmla="*/ 4 w 6"/>
                  <a:gd name="T73" fmla="*/ 23 h 135"/>
                  <a:gd name="T74" fmla="*/ 4 w 6"/>
                  <a:gd name="T75" fmla="*/ 25 h 135"/>
                  <a:gd name="T76" fmla="*/ 4 w 6"/>
                  <a:gd name="T77" fmla="*/ 25 h 135"/>
                  <a:gd name="T78" fmla="*/ 5 w 6"/>
                  <a:gd name="T79" fmla="*/ 22 h 135"/>
                  <a:gd name="T80" fmla="*/ 5 w 6"/>
                  <a:gd name="T81" fmla="*/ 21 h 135"/>
                  <a:gd name="T82" fmla="*/ 5 w 6"/>
                  <a:gd name="T83" fmla="*/ 23 h 135"/>
                  <a:gd name="T84" fmla="*/ 5 w 6"/>
                  <a:gd name="T85" fmla="*/ 25 h 135"/>
                  <a:gd name="T86" fmla="*/ 5 w 6"/>
                  <a:gd name="T87" fmla="*/ 25 h 135"/>
                  <a:gd name="T88" fmla="*/ 5 w 6"/>
                  <a:gd name="T89" fmla="*/ 23 h 135"/>
                  <a:gd name="T90" fmla="*/ 6 w 6"/>
                  <a:gd name="T91" fmla="*/ 17 h 135"/>
                  <a:gd name="T92" fmla="*/ 6 w 6"/>
                  <a:gd name="T93" fmla="*/ 13 h 135"/>
                  <a:gd name="T94" fmla="*/ 6 w 6"/>
                  <a:gd name="T95" fmla="*/ 15 h 135"/>
                  <a:gd name="T96" fmla="*/ 6 w 6"/>
                  <a:gd name="T97" fmla="*/ 16 h 135"/>
                  <a:gd name="T98" fmla="*/ 6 w 6"/>
                  <a:gd name="T99" fmla="*/ 10 h 135"/>
                  <a:gd name="T100" fmla="*/ 6 w 6"/>
                  <a:gd name="T101" fmla="*/ 3 h 135"/>
                  <a:gd name="T102" fmla="*/ 6 w 6"/>
                  <a:gd name="T103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35">
                    <a:moveTo>
                      <a:pt x="0" y="127"/>
                    </a:moveTo>
                    <a:lnTo>
                      <a:pt x="0" y="133"/>
                    </a:lnTo>
                    <a:lnTo>
                      <a:pt x="0" y="135"/>
                    </a:lnTo>
                    <a:lnTo>
                      <a:pt x="0" y="133"/>
                    </a:lnTo>
                    <a:lnTo>
                      <a:pt x="0" y="127"/>
                    </a:lnTo>
                    <a:lnTo>
                      <a:pt x="1" y="125"/>
                    </a:lnTo>
                    <a:lnTo>
                      <a:pt x="1" y="124"/>
                    </a:lnTo>
                    <a:lnTo>
                      <a:pt x="1" y="127"/>
                    </a:lnTo>
                    <a:lnTo>
                      <a:pt x="1" y="132"/>
                    </a:lnTo>
                    <a:lnTo>
                      <a:pt x="1" y="129"/>
                    </a:lnTo>
                    <a:lnTo>
                      <a:pt x="1" y="118"/>
                    </a:lnTo>
                    <a:lnTo>
                      <a:pt x="1" y="112"/>
                    </a:lnTo>
                    <a:lnTo>
                      <a:pt x="1" y="115"/>
                    </a:lnTo>
                    <a:lnTo>
                      <a:pt x="1" y="117"/>
                    </a:lnTo>
                    <a:lnTo>
                      <a:pt x="1" y="114"/>
                    </a:lnTo>
                    <a:lnTo>
                      <a:pt x="2" y="104"/>
                    </a:lnTo>
                    <a:lnTo>
                      <a:pt x="2" y="90"/>
                    </a:lnTo>
                    <a:lnTo>
                      <a:pt x="2" y="79"/>
                    </a:lnTo>
                    <a:lnTo>
                      <a:pt x="2" y="75"/>
                    </a:lnTo>
                    <a:lnTo>
                      <a:pt x="2" y="74"/>
                    </a:lnTo>
                    <a:lnTo>
                      <a:pt x="2" y="73"/>
                    </a:lnTo>
                    <a:lnTo>
                      <a:pt x="3" y="68"/>
                    </a:lnTo>
                    <a:lnTo>
                      <a:pt x="3" y="59"/>
                    </a:lnTo>
                    <a:lnTo>
                      <a:pt x="3" y="51"/>
                    </a:lnTo>
                    <a:lnTo>
                      <a:pt x="3" y="52"/>
                    </a:lnTo>
                    <a:lnTo>
                      <a:pt x="3" y="57"/>
                    </a:lnTo>
                    <a:lnTo>
                      <a:pt x="3" y="57"/>
                    </a:lnTo>
                    <a:lnTo>
                      <a:pt x="3" y="52"/>
                    </a:lnTo>
                    <a:lnTo>
                      <a:pt x="3" y="46"/>
                    </a:lnTo>
                    <a:lnTo>
                      <a:pt x="3" y="41"/>
                    </a:lnTo>
                    <a:lnTo>
                      <a:pt x="4" y="39"/>
                    </a:lnTo>
                    <a:lnTo>
                      <a:pt x="4" y="40"/>
                    </a:lnTo>
                    <a:lnTo>
                      <a:pt x="4" y="38"/>
                    </a:lnTo>
                    <a:lnTo>
                      <a:pt x="4" y="33"/>
                    </a:lnTo>
                    <a:lnTo>
                      <a:pt x="4" y="29"/>
                    </a:lnTo>
                    <a:lnTo>
                      <a:pt x="4" y="25"/>
                    </a:lnTo>
                    <a:lnTo>
                      <a:pt x="4" y="23"/>
                    </a:lnTo>
                    <a:lnTo>
                      <a:pt x="4" y="25"/>
                    </a:lnTo>
                    <a:lnTo>
                      <a:pt x="4" y="25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3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5" y="23"/>
                    </a:lnTo>
                    <a:lnTo>
                      <a:pt x="6" y="17"/>
                    </a:lnTo>
                    <a:lnTo>
                      <a:pt x="6" y="13"/>
                    </a:lnTo>
                    <a:lnTo>
                      <a:pt x="6" y="15"/>
                    </a:lnTo>
                    <a:lnTo>
                      <a:pt x="6" y="16"/>
                    </a:lnTo>
                    <a:lnTo>
                      <a:pt x="6" y="10"/>
                    </a:lnTo>
                    <a:lnTo>
                      <a:pt x="6" y="3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08" name="Freeform 868"/>
              <p:cNvSpPr/>
              <p:nvPr/>
            </p:nvSpPr>
            <p:spPr bwMode="auto">
              <a:xfrm>
                <a:off x="1420" y="2897"/>
                <a:ext cx="7" cy="40"/>
              </a:xfrm>
              <a:custGeom>
                <a:avLst/>
                <a:gdLst>
                  <a:gd name="T0" fmla="*/ 0 w 7"/>
                  <a:gd name="T1" fmla="*/ 35 h 40"/>
                  <a:gd name="T2" fmla="*/ 0 w 7"/>
                  <a:gd name="T3" fmla="*/ 32 h 40"/>
                  <a:gd name="T4" fmla="*/ 0 w 7"/>
                  <a:gd name="T5" fmla="*/ 32 h 40"/>
                  <a:gd name="T6" fmla="*/ 0 w 7"/>
                  <a:gd name="T7" fmla="*/ 35 h 40"/>
                  <a:gd name="T8" fmla="*/ 1 w 7"/>
                  <a:gd name="T9" fmla="*/ 37 h 40"/>
                  <a:gd name="T10" fmla="*/ 1 w 7"/>
                  <a:gd name="T11" fmla="*/ 37 h 40"/>
                  <a:gd name="T12" fmla="*/ 1 w 7"/>
                  <a:gd name="T13" fmla="*/ 34 h 40"/>
                  <a:gd name="T14" fmla="*/ 1 w 7"/>
                  <a:gd name="T15" fmla="*/ 31 h 40"/>
                  <a:gd name="T16" fmla="*/ 1 w 7"/>
                  <a:gd name="T17" fmla="*/ 31 h 40"/>
                  <a:gd name="T18" fmla="*/ 1 w 7"/>
                  <a:gd name="T19" fmla="*/ 34 h 40"/>
                  <a:gd name="T20" fmla="*/ 2 w 7"/>
                  <a:gd name="T21" fmla="*/ 35 h 40"/>
                  <a:gd name="T22" fmla="*/ 2 w 7"/>
                  <a:gd name="T23" fmla="*/ 30 h 40"/>
                  <a:gd name="T24" fmla="*/ 2 w 7"/>
                  <a:gd name="T25" fmla="*/ 25 h 40"/>
                  <a:gd name="T26" fmla="*/ 2 w 7"/>
                  <a:gd name="T27" fmla="*/ 21 h 40"/>
                  <a:gd name="T28" fmla="*/ 2 w 7"/>
                  <a:gd name="T29" fmla="*/ 18 h 40"/>
                  <a:gd name="T30" fmla="*/ 2 w 7"/>
                  <a:gd name="T31" fmla="*/ 17 h 40"/>
                  <a:gd name="T32" fmla="*/ 2 w 7"/>
                  <a:gd name="T33" fmla="*/ 18 h 40"/>
                  <a:gd name="T34" fmla="*/ 2 w 7"/>
                  <a:gd name="T35" fmla="*/ 19 h 40"/>
                  <a:gd name="T36" fmla="*/ 2 w 7"/>
                  <a:gd name="T37" fmla="*/ 14 h 40"/>
                  <a:gd name="T38" fmla="*/ 3 w 7"/>
                  <a:gd name="T39" fmla="*/ 8 h 40"/>
                  <a:gd name="T40" fmla="*/ 3 w 7"/>
                  <a:gd name="T41" fmla="*/ 6 h 40"/>
                  <a:gd name="T42" fmla="*/ 3 w 7"/>
                  <a:gd name="T43" fmla="*/ 8 h 40"/>
                  <a:gd name="T44" fmla="*/ 3 w 7"/>
                  <a:gd name="T45" fmla="*/ 8 h 40"/>
                  <a:gd name="T46" fmla="*/ 3 w 7"/>
                  <a:gd name="T47" fmla="*/ 8 h 40"/>
                  <a:gd name="T48" fmla="*/ 3 w 7"/>
                  <a:gd name="T49" fmla="*/ 7 h 40"/>
                  <a:gd name="T50" fmla="*/ 3 w 7"/>
                  <a:gd name="T51" fmla="*/ 3 h 40"/>
                  <a:gd name="T52" fmla="*/ 3 w 7"/>
                  <a:gd name="T53" fmla="*/ 0 h 40"/>
                  <a:gd name="T54" fmla="*/ 3 w 7"/>
                  <a:gd name="T55" fmla="*/ 0 h 40"/>
                  <a:gd name="T56" fmla="*/ 4 w 7"/>
                  <a:gd name="T57" fmla="*/ 1 h 40"/>
                  <a:gd name="T58" fmla="*/ 4 w 7"/>
                  <a:gd name="T59" fmla="*/ 4 h 40"/>
                  <a:gd name="T60" fmla="*/ 4 w 7"/>
                  <a:gd name="T61" fmla="*/ 5 h 40"/>
                  <a:gd name="T62" fmla="*/ 4 w 7"/>
                  <a:gd name="T63" fmla="*/ 3 h 40"/>
                  <a:gd name="T64" fmla="*/ 4 w 7"/>
                  <a:gd name="T65" fmla="*/ 2 h 40"/>
                  <a:gd name="T66" fmla="*/ 4 w 7"/>
                  <a:gd name="T67" fmla="*/ 4 h 40"/>
                  <a:gd name="T68" fmla="*/ 4 w 7"/>
                  <a:gd name="T69" fmla="*/ 7 h 40"/>
                  <a:gd name="T70" fmla="*/ 5 w 7"/>
                  <a:gd name="T71" fmla="*/ 10 h 40"/>
                  <a:gd name="T72" fmla="*/ 5 w 7"/>
                  <a:gd name="T73" fmla="*/ 12 h 40"/>
                  <a:gd name="T74" fmla="*/ 5 w 7"/>
                  <a:gd name="T75" fmla="*/ 12 h 40"/>
                  <a:gd name="T76" fmla="*/ 5 w 7"/>
                  <a:gd name="T77" fmla="*/ 10 h 40"/>
                  <a:gd name="T78" fmla="*/ 5 w 7"/>
                  <a:gd name="T79" fmla="*/ 13 h 40"/>
                  <a:gd name="T80" fmla="*/ 5 w 7"/>
                  <a:gd name="T81" fmla="*/ 17 h 40"/>
                  <a:gd name="T82" fmla="*/ 5 w 7"/>
                  <a:gd name="T83" fmla="*/ 21 h 40"/>
                  <a:gd name="T84" fmla="*/ 5 w 7"/>
                  <a:gd name="T85" fmla="*/ 24 h 40"/>
                  <a:gd name="T86" fmla="*/ 5 w 7"/>
                  <a:gd name="T87" fmla="*/ 25 h 40"/>
                  <a:gd name="T88" fmla="*/ 6 w 7"/>
                  <a:gd name="T89" fmla="*/ 24 h 40"/>
                  <a:gd name="T90" fmla="*/ 6 w 7"/>
                  <a:gd name="T91" fmla="*/ 26 h 40"/>
                  <a:gd name="T92" fmla="*/ 6 w 7"/>
                  <a:gd name="T93" fmla="*/ 32 h 40"/>
                  <a:gd name="T94" fmla="*/ 6 w 7"/>
                  <a:gd name="T95" fmla="*/ 35 h 40"/>
                  <a:gd name="T96" fmla="*/ 6 w 7"/>
                  <a:gd name="T97" fmla="*/ 36 h 40"/>
                  <a:gd name="T98" fmla="*/ 6 w 7"/>
                  <a:gd name="T99" fmla="*/ 37 h 40"/>
                  <a:gd name="T100" fmla="*/ 7 w 7"/>
                  <a:gd name="T101" fmla="*/ 39 h 40"/>
                  <a:gd name="T102" fmla="*/ 7 w 7"/>
                  <a:gd name="T10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0">
                    <a:moveTo>
                      <a:pt x="0" y="35"/>
                    </a:moveTo>
                    <a:lnTo>
                      <a:pt x="0" y="32"/>
                    </a:lnTo>
                    <a:lnTo>
                      <a:pt x="0" y="32"/>
                    </a:lnTo>
                    <a:lnTo>
                      <a:pt x="0" y="35"/>
                    </a:lnTo>
                    <a:lnTo>
                      <a:pt x="1" y="37"/>
                    </a:lnTo>
                    <a:lnTo>
                      <a:pt x="1" y="37"/>
                    </a:lnTo>
                    <a:lnTo>
                      <a:pt x="1" y="34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4"/>
                    </a:lnTo>
                    <a:lnTo>
                      <a:pt x="2" y="35"/>
                    </a:lnTo>
                    <a:lnTo>
                      <a:pt x="2" y="30"/>
                    </a:lnTo>
                    <a:lnTo>
                      <a:pt x="2" y="25"/>
                    </a:lnTo>
                    <a:lnTo>
                      <a:pt x="2" y="21"/>
                    </a:lnTo>
                    <a:lnTo>
                      <a:pt x="2" y="18"/>
                    </a:lnTo>
                    <a:lnTo>
                      <a:pt x="2" y="17"/>
                    </a:lnTo>
                    <a:lnTo>
                      <a:pt x="2" y="18"/>
                    </a:lnTo>
                    <a:lnTo>
                      <a:pt x="2" y="19"/>
                    </a:lnTo>
                    <a:lnTo>
                      <a:pt x="2" y="14"/>
                    </a:lnTo>
                    <a:lnTo>
                      <a:pt x="3" y="8"/>
                    </a:lnTo>
                    <a:lnTo>
                      <a:pt x="3" y="6"/>
                    </a:lnTo>
                    <a:lnTo>
                      <a:pt x="3" y="8"/>
                    </a:lnTo>
                    <a:lnTo>
                      <a:pt x="3" y="8"/>
                    </a:lnTo>
                    <a:lnTo>
                      <a:pt x="3" y="8"/>
                    </a:lnTo>
                    <a:lnTo>
                      <a:pt x="3" y="7"/>
                    </a:lnTo>
                    <a:lnTo>
                      <a:pt x="3" y="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4" y="1"/>
                    </a:lnTo>
                    <a:lnTo>
                      <a:pt x="4" y="4"/>
                    </a:lnTo>
                    <a:lnTo>
                      <a:pt x="4" y="5"/>
                    </a:lnTo>
                    <a:lnTo>
                      <a:pt x="4" y="3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7"/>
                    </a:lnTo>
                    <a:lnTo>
                      <a:pt x="5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5" y="10"/>
                    </a:lnTo>
                    <a:lnTo>
                      <a:pt x="5" y="13"/>
                    </a:lnTo>
                    <a:lnTo>
                      <a:pt x="5" y="17"/>
                    </a:lnTo>
                    <a:lnTo>
                      <a:pt x="5" y="21"/>
                    </a:lnTo>
                    <a:lnTo>
                      <a:pt x="5" y="24"/>
                    </a:lnTo>
                    <a:lnTo>
                      <a:pt x="5" y="25"/>
                    </a:lnTo>
                    <a:lnTo>
                      <a:pt x="6" y="24"/>
                    </a:lnTo>
                    <a:lnTo>
                      <a:pt x="6" y="26"/>
                    </a:lnTo>
                    <a:lnTo>
                      <a:pt x="6" y="32"/>
                    </a:lnTo>
                    <a:lnTo>
                      <a:pt x="6" y="35"/>
                    </a:lnTo>
                    <a:lnTo>
                      <a:pt x="6" y="36"/>
                    </a:lnTo>
                    <a:lnTo>
                      <a:pt x="6" y="37"/>
                    </a:lnTo>
                    <a:lnTo>
                      <a:pt x="7" y="39"/>
                    </a:lnTo>
                    <a:lnTo>
                      <a:pt x="7" y="4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09" name="Freeform 869"/>
              <p:cNvSpPr/>
              <p:nvPr/>
            </p:nvSpPr>
            <p:spPr bwMode="auto">
              <a:xfrm>
                <a:off x="1427" y="2936"/>
                <a:ext cx="6" cy="34"/>
              </a:xfrm>
              <a:custGeom>
                <a:avLst/>
                <a:gdLst>
                  <a:gd name="T0" fmla="*/ 0 w 6"/>
                  <a:gd name="T1" fmla="*/ 0 h 34"/>
                  <a:gd name="T2" fmla="*/ 0 w 6"/>
                  <a:gd name="T3" fmla="*/ 1 h 34"/>
                  <a:gd name="T4" fmla="*/ 0 w 6"/>
                  <a:gd name="T5" fmla="*/ 4 h 34"/>
                  <a:gd name="T6" fmla="*/ 0 w 6"/>
                  <a:gd name="T7" fmla="*/ 5 h 34"/>
                  <a:gd name="T8" fmla="*/ 0 w 6"/>
                  <a:gd name="T9" fmla="*/ 5 h 34"/>
                  <a:gd name="T10" fmla="*/ 0 w 6"/>
                  <a:gd name="T11" fmla="*/ 6 h 34"/>
                  <a:gd name="T12" fmla="*/ 0 w 6"/>
                  <a:gd name="T13" fmla="*/ 6 h 34"/>
                  <a:gd name="T14" fmla="*/ 0 w 6"/>
                  <a:gd name="T15" fmla="*/ 5 h 34"/>
                  <a:gd name="T16" fmla="*/ 0 w 6"/>
                  <a:gd name="T17" fmla="*/ 5 h 34"/>
                  <a:gd name="T18" fmla="*/ 1 w 6"/>
                  <a:gd name="T19" fmla="*/ 5 h 34"/>
                  <a:gd name="T20" fmla="*/ 1 w 6"/>
                  <a:gd name="T21" fmla="*/ 6 h 34"/>
                  <a:gd name="T22" fmla="*/ 1 w 6"/>
                  <a:gd name="T23" fmla="*/ 8 h 34"/>
                  <a:gd name="T24" fmla="*/ 1 w 6"/>
                  <a:gd name="T25" fmla="*/ 11 h 34"/>
                  <a:gd name="T26" fmla="*/ 1 w 6"/>
                  <a:gd name="T27" fmla="*/ 14 h 34"/>
                  <a:gd name="T28" fmla="*/ 1 w 6"/>
                  <a:gd name="T29" fmla="*/ 15 h 34"/>
                  <a:gd name="T30" fmla="*/ 1 w 6"/>
                  <a:gd name="T31" fmla="*/ 14 h 34"/>
                  <a:gd name="T32" fmla="*/ 1 w 6"/>
                  <a:gd name="T33" fmla="*/ 15 h 34"/>
                  <a:gd name="T34" fmla="*/ 1 w 6"/>
                  <a:gd name="T35" fmla="*/ 16 h 34"/>
                  <a:gd name="T36" fmla="*/ 2 w 6"/>
                  <a:gd name="T37" fmla="*/ 17 h 34"/>
                  <a:gd name="T38" fmla="*/ 2 w 6"/>
                  <a:gd name="T39" fmla="*/ 17 h 34"/>
                  <a:gd name="T40" fmla="*/ 2 w 6"/>
                  <a:gd name="T41" fmla="*/ 16 h 34"/>
                  <a:gd name="T42" fmla="*/ 2 w 6"/>
                  <a:gd name="T43" fmla="*/ 13 h 34"/>
                  <a:gd name="T44" fmla="*/ 2 w 6"/>
                  <a:gd name="T45" fmla="*/ 11 h 34"/>
                  <a:gd name="T46" fmla="*/ 2 w 6"/>
                  <a:gd name="T47" fmla="*/ 10 h 34"/>
                  <a:gd name="T48" fmla="*/ 3 w 6"/>
                  <a:gd name="T49" fmla="*/ 11 h 34"/>
                  <a:gd name="T50" fmla="*/ 3 w 6"/>
                  <a:gd name="T51" fmla="*/ 12 h 34"/>
                  <a:gd name="T52" fmla="*/ 3 w 6"/>
                  <a:gd name="T53" fmla="*/ 13 h 34"/>
                  <a:gd name="T54" fmla="*/ 3 w 6"/>
                  <a:gd name="T55" fmla="*/ 13 h 34"/>
                  <a:gd name="T56" fmla="*/ 3 w 6"/>
                  <a:gd name="T57" fmla="*/ 14 h 34"/>
                  <a:gd name="T58" fmla="*/ 3 w 6"/>
                  <a:gd name="T59" fmla="*/ 16 h 34"/>
                  <a:gd name="T60" fmla="*/ 3 w 6"/>
                  <a:gd name="T61" fmla="*/ 20 h 34"/>
                  <a:gd name="T62" fmla="*/ 3 w 6"/>
                  <a:gd name="T63" fmla="*/ 23 h 34"/>
                  <a:gd name="T64" fmla="*/ 3 w 6"/>
                  <a:gd name="T65" fmla="*/ 26 h 34"/>
                  <a:gd name="T66" fmla="*/ 4 w 6"/>
                  <a:gd name="T67" fmla="*/ 27 h 34"/>
                  <a:gd name="T68" fmla="*/ 4 w 6"/>
                  <a:gd name="T69" fmla="*/ 25 h 34"/>
                  <a:gd name="T70" fmla="*/ 4 w 6"/>
                  <a:gd name="T71" fmla="*/ 25 h 34"/>
                  <a:gd name="T72" fmla="*/ 4 w 6"/>
                  <a:gd name="T73" fmla="*/ 25 h 34"/>
                  <a:gd name="T74" fmla="*/ 4 w 6"/>
                  <a:gd name="T75" fmla="*/ 25 h 34"/>
                  <a:gd name="T76" fmla="*/ 4 w 6"/>
                  <a:gd name="T77" fmla="*/ 26 h 34"/>
                  <a:gd name="T78" fmla="*/ 5 w 6"/>
                  <a:gd name="T79" fmla="*/ 26 h 34"/>
                  <a:gd name="T80" fmla="*/ 5 w 6"/>
                  <a:gd name="T81" fmla="*/ 25 h 34"/>
                  <a:gd name="T82" fmla="*/ 5 w 6"/>
                  <a:gd name="T83" fmla="*/ 23 h 34"/>
                  <a:gd name="T84" fmla="*/ 5 w 6"/>
                  <a:gd name="T85" fmla="*/ 24 h 34"/>
                  <a:gd name="T86" fmla="*/ 5 w 6"/>
                  <a:gd name="T87" fmla="*/ 26 h 34"/>
                  <a:gd name="T88" fmla="*/ 5 w 6"/>
                  <a:gd name="T89" fmla="*/ 28 h 34"/>
                  <a:gd name="T90" fmla="*/ 5 w 6"/>
                  <a:gd name="T91" fmla="*/ 31 h 34"/>
                  <a:gd name="T92" fmla="*/ 5 w 6"/>
                  <a:gd name="T93" fmla="*/ 33 h 34"/>
                  <a:gd name="T94" fmla="*/ 5 w 6"/>
                  <a:gd name="T95" fmla="*/ 34 h 34"/>
                  <a:gd name="T96" fmla="*/ 5 w 6"/>
                  <a:gd name="T97" fmla="*/ 33 h 34"/>
                  <a:gd name="T98" fmla="*/ 6 w 6"/>
                  <a:gd name="T99" fmla="*/ 32 h 34"/>
                  <a:gd name="T100" fmla="*/ 6 w 6"/>
                  <a:gd name="T101" fmla="*/ 33 h 34"/>
                  <a:gd name="T102" fmla="*/ 6 w 6"/>
                  <a:gd name="T103" fmla="*/ 3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4">
                    <a:moveTo>
                      <a:pt x="0" y="0"/>
                    </a:moveTo>
                    <a:lnTo>
                      <a:pt x="0" y="1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5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1" y="11"/>
                    </a:lnTo>
                    <a:lnTo>
                      <a:pt x="1" y="14"/>
                    </a:lnTo>
                    <a:lnTo>
                      <a:pt x="1" y="15"/>
                    </a:lnTo>
                    <a:lnTo>
                      <a:pt x="1" y="14"/>
                    </a:lnTo>
                    <a:lnTo>
                      <a:pt x="1" y="15"/>
                    </a:lnTo>
                    <a:lnTo>
                      <a:pt x="1" y="16"/>
                    </a:lnTo>
                    <a:lnTo>
                      <a:pt x="2" y="17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3"/>
                    </a:lnTo>
                    <a:lnTo>
                      <a:pt x="2" y="11"/>
                    </a:lnTo>
                    <a:lnTo>
                      <a:pt x="2" y="10"/>
                    </a:lnTo>
                    <a:lnTo>
                      <a:pt x="3" y="11"/>
                    </a:lnTo>
                    <a:lnTo>
                      <a:pt x="3" y="12"/>
                    </a:lnTo>
                    <a:lnTo>
                      <a:pt x="3" y="13"/>
                    </a:lnTo>
                    <a:lnTo>
                      <a:pt x="3" y="13"/>
                    </a:lnTo>
                    <a:lnTo>
                      <a:pt x="3" y="14"/>
                    </a:lnTo>
                    <a:lnTo>
                      <a:pt x="3" y="16"/>
                    </a:lnTo>
                    <a:lnTo>
                      <a:pt x="3" y="20"/>
                    </a:lnTo>
                    <a:lnTo>
                      <a:pt x="3" y="23"/>
                    </a:lnTo>
                    <a:lnTo>
                      <a:pt x="3" y="26"/>
                    </a:lnTo>
                    <a:lnTo>
                      <a:pt x="4" y="27"/>
                    </a:lnTo>
                    <a:lnTo>
                      <a:pt x="4" y="25"/>
                    </a:lnTo>
                    <a:lnTo>
                      <a:pt x="4" y="25"/>
                    </a:lnTo>
                    <a:lnTo>
                      <a:pt x="4" y="25"/>
                    </a:lnTo>
                    <a:lnTo>
                      <a:pt x="4" y="25"/>
                    </a:lnTo>
                    <a:lnTo>
                      <a:pt x="4" y="26"/>
                    </a:lnTo>
                    <a:lnTo>
                      <a:pt x="5" y="26"/>
                    </a:lnTo>
                    <a:lnTo>
                      <a:pt x="5" y="25"/>
                    </a:lnTo>
                    <a:lnTo>
                      <a:pt x="5" y="23"/>
                    </a:lnTo>
                    <a:lnTo>
                      <a:pt x="5" y="24"/>
                    </a:lnTo>
                    <a:lnTo>
                      <a:pt x="5" y="26"/>
                    </a:lnTo>
                    <a:lnTo>
                      <a:pt x="5" y="28"/>
                    </a:lnTo>
                    <a:lnTo>
                      <a:pt x="5" y="31"/>
                    </a:lnTo>
                    <a:lnTo>
                      <a:pt x="5" y="33"/>
                    </a:lnTo>
                    <a:lnTo>
                      <a:pt x="5" y="34"/>
                    </a:lnTo>
                    <a:lnTo>
                      <a:pt x="5" y="33"/>
                    </a:lnTo>
                    <a:lnTo>
                      <a:pt x="6" y="32"/>
                    </a:lnTo>
                    <a:lnTo>
                      <a:pt x="6" y="33"/>
                    </a:lnTo>
                    <a:lnTo>
                      <a:pt x="6" y="3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10" name="Freeform 870"/>
              <p:cNvSpPr/>
              <p:nvPr/>
            </p:nvSpPr>
            <p:spPr bwMode="auto">
              <a:xfrm>
                <a:off x="1433" y="2960"/>
                <a:ext cx="6" cy="51"/>
              </a:xfrm>
              <a:custGeom>
                <a:avLst/>
                <a:gdLst>
                  <a:gd name="T0" fmla="*/ 0 w 6"/>
                  <a:gd name="T1" fmla="*/ 9 h 51"/>
                  <a:gd name="T2" fmla="*/ 0 w 6"/>
                  <a:gd name="T3" fmla="*/ 8 h 51"/>
                  <a:gd name="T4" fmla="*/ 0 w 6"/>
                  <a:gd name="T5" fmla="*/ 5 h 51"/>
                  <a:gd name="T6" fmla="*/ 0 w 6"/>
                  <a:gd name="T7" fmla="*/ 3 h 51"/>
                  <a:gd name="T8" fmla="*/ 0 w 6"/>
                  <a:gd name="T9" fmla="*/ 2 h 51"/>
                  <a:gd name="T10" fmla="*/ 0 w 6"/>
                  <a:gd name="T11" fmla="*/ 0 h 51"/>
                  <a:gd name="T12" fmla="*/ 0 w 6"/>
                  <a:gd name="T13" fmla="*/ 0 h 51"/>
                  <a:gd name="T14" fmla="*/ 0 w 6"/>
                  <a:gd name="T15" fmla="*/ 3 h 51"/>
                  <a:gd name="T16" fmla="*/ 1 w 6"/>
                  <a:gd name="T17" fmla="*/ 6 h 51"/>
                  <a:gd name="T18" fmla="*/ 1 w 6"/>
                  <a:gd name="T19" fmla="*/ 6 h 51"/>
                  <a:gd name="T20" fmla="*/ 1 w 6"/>
                  <a:gd name="T21" fmla="*/ 9 h 51"/>
                  <a:gd name="T22" fmla="*/ 1 w 6"/>
                  <a:gd name="T23" fmla="*/ 13 h 51"/>
                  <a:gd name="T24" fmla="*/ 1 w 6"/>
                  <a:gd name="T25" fmla="*/ 13 h 51"/>
                  <a:gd name="T26" fmla="*/ 1 w 6"/>
                  <a:gd name="T27" fmla="*/ 14 h 51"/>
                  <a:gd name="T28" fmla="*/ 2 w 6"/>
                  <a:gd name="T29" fmla="*/ 22 h 51"/>
                  <a:gd name="T30" fmla="*/ 2 w 6"/>
                  <a:gd name="T31" fmla="*/ 25 h 51"/>
                  <a:gd name="T32" fmla="*/ 2 w 6"/>
                  <a:gd name="T33" fmla="*/ 21 h 51"/>
                  <a:gd name="T34" fmla="*/ 2 w 6"/>
                  <a:gd name="T35" fmla="*/ 24 h 51"/>
                  <a:gd name="T36" fmla="*/ 2 w 6"/>
                  <a:gd name="T37" fmla="*/ 31 h 51"/>
                  <a:gd name="T38" fmla="*/ 2 w 6"/>
                  <a:gd name="T39" fmla="*/ 29 h 51"/>
                  <a:gd name="T40" fmla="*/ 2 w 6"/>
                  <a:gd name="T41" fmla="*/ 24 h 51"/>
                  <a:gd name="T42" fmla="*/ 2 w 6"/>
                  <a:gd name="T43" fmla="*/ 26 h 51"/>
                  <a:gd name="T44" fmla="*/ 2 w 6"/>
                  <a:gd name="T45" fmla="*/ 29 h 51"/>
                  <a:gd name="T46" fmla="*/ 3 w 6"/>
                  <a:gd name="T47" fmla="*/ 24 h 51"/>
                  <a:gd name="T48" fmla="*/ 3 w 6"/>
                  <a:gd name="T49" fmla="*/ 20 h 51"/>
                  <a:gd name="T50" fmla="*/ 3 w 6"/>
                  <a:gd name="T51" fmla="*/ 23 h 51"/>
                  <a:gd name="T52" fmla="*/ 3 w 6"/>
                  <a:gd name="T53" fmla="*/ 24 h 51"/>
                  <a:gd name="T54" fmla="*/ 3 w 6"/>
                  <a:gd name="T55" fmla="*/ 20 h 51"/>
                  <a:gd name="T56" fmla="*/ 3 w 6"/>
                  <a:gd name="T57" fmla="*/ 19 h 51"/>
                  <a:gd name="T58" fmla="*/ 4 w 6"/>
                  <a:gd name="T59" fmla="*/ 22 h 51"/>
                  <a:gd name="T60" fmla="*/ 4 w 6"/>
                  <a:gd name="T61" fmla="*/ 21 h 51"/>
                  <a:gd name="T62" fmla="*/ 4 w 6"/>
                  <a:gd name="T63" fmla="*/ 15 h 51"/>
                  <a:gd name="T64" fmla="*/ 4 w 6"/>
                  <a:gd name="T65" fmla="*/ 16 h 51"/>
                  <a:gd name="T66" fmla="*/ 4 w 6"/>
                  <a:gd name="T67" fmla="*/ 21 h 51"/>
                  <a:gd name="T68" fmla="*/ 4 w 6"/>
                  <a:gd name="T69" fmla="*/ 20 h 51"/>
                  <a:gd name="T70" fmla="*/ 4 w 6"/>
                  <a:gd name="T71" fmla="*/ 18 h 51"/>
                  <a:gd name="T72" fmla="*/ 4 w 6"/>
                  <a:gd name="T73" fmla="*/ 21 h 51"/>
                  <a:gd name="T74" fmla="*/ 4 w 6"/>
                  <a:gd name="T75" fmla="*/ 24 h 51"/>
                  <a:gd name="T76" fmla="*/ 5 w 6"/>
                  <a:gd name="T77" fmla="*/ 22 h 51"/>
                  <a:gd name="T78" fmla="*/ 5 w 6"/>
                  <a:gd name="T79" fmla="*/ 24 h 51"/>
                  <a:gd name="T80" fmla="*/ 5 w 6"/>
                  <a:gd name="T81" fmla="*/ 29 h 51"/>
                  <a:gd name="T82" fmla="*/ 5 w 6"/>
                  <a:gd name="T83" fmla="*/ 30 h 51"/>
                  <a:gd name="T84" fmla="*/ 5 w 6"/>
                  <a:gd name="T85" fmla="*/ 32 h 51"/>
                  <a:gd name="T86" fmla="*/ 5 w 6"/>
                  <a:gd name="T87" fmla="*/ 35 h 51"/>
                  <a:gd name="T88" fmla="*/ 6 w 6"/>
                  <a:gd name="T89" fmla="*/ 33 h 51"/>
                  <a:gd name="T90" fmla="*/ 6 w 6"/>
                  <a:gd name="T91" fmla="*/ 34 h 51"/>
                  <a:gd name="T92" fmla="*/ 6 w 6"/>
                  <a:gd name="T93" fmla="*/ 41 h 51"/>
                  <a:gd name="T94" fmla="*/ 6 w 6"/>
                  <a:gd name="T95" fmla="*/ 46 h 51"/>
                  <a:gd name="T96" fmla="*/ 6 w 6"/>
                  <a:gd name="T97" fmla="*/ 43 h 51"/>
                  <a:gd name="T98" fmla="*/ 6 w 6"/>
                  <a:gd name="T99" fmla="*/ 43 h 51"/>
                  <a:gd name="T100" fmla="*/ 6 w 6"/>
                  <a:gd name="T101" fmla="*/ 48 h 51"/>
                  <a:gd name="T102" fmla="*/ 6 w 6"/>
                  <a:gd name="T103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1">
                    <a:moveTo>
                      <a:pt x="0" y="9"/>
                    </a:moveTo>
                    <a:lnTo>
                      <a:pt x="0" y="8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9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1" y="14"/>
                    </a:lnTo>
                    <a:lnTo>
                      <a:pt x="2" y="22"/>
                    </a:lnTo>
                    <a:lnTo>
                      <a:pt x="2" y="25"/>
                    </a:lnTo>
                    <a:lnTo>
                      <a:pt x="2" y="21"/>
                    </a:lnTo>
                    <a:lnTo>
                      <a:pt x="2" y="24"/>
                    </a:lnTo>
                    <a:lnTo>
                      <a:pt x="2" y="31"/>
                    </a:lnTo>
                    <a:lnTo>
                      <a:pt x="2" y="29"/>
                    </a:lnTo>
                    <a:lnTo>
                      <a:pt x="2" y="24"/>
                    </a:lnTo>
                    <a:lnTo>
                      <a:pt x="2" y="26"/>
                    </a:lnTo>
                    <a:lnTo>
                      <a:pt x="2" y="29"/>
                    </a:lnTo>
                    <a:lnTo>
                      <a:pt x="3" y="24"/>
                    </a:lnTo>
                    <a:lnTo>
                      <a:pt x="3" y="20"/>
                    </a:lnTo>
                    <a:lnTo>
                      <a:pt x="3" y="23"/>
                    </a:lnTo>
                    <a:lnTo>
                      <a:pt x="3" y="24"/>
                    </a:lnTo>
                    <a:lnTo>
                      <a:pt x="3" y="20"/>
                    </a:lnTo>
                    <a:lnTo>
                      <a:pt x="3" y="19"/>
                    </a:lnTo>
                    <a:lnTo>
                      <a:pt x="4" y="22"/>
                    </a:lnTo>
                    <a:lnTo>
                      <a:pt x="4" y="21"/>
                    </a:lnTo>
                    <a:lnTo>
                      <a:pt x="4" y="15"/>
                    </a:lnTo>
                    <a:lnTo>
                      <a:pt x="4" y="16"/>
                    </a:lnTo>
                    <a:lnTo>
                      <a:pt x="4" y="21"/>
                    </a:lnTo>
                    <a:lnTo>
                      <a:pt x="4" y="20"/>
                    </a:lnTo>
                    <a:lnTo>
                      <a:pt x="4" y="18"/>
                    </a:lnTo>
                    <a:lnTo>
                      <a:pt x="4" y="21"/>
                    </a:lnTo>
                    <a:lnTo>
                      <a:pt x="4" y="24"/>
                    </a:lnTo>
                    <a:lnTo>
                      <a:pt x="5" y="22"/>
                    </a:lnTo>
                    <a:lnTo>
                      <a:pt x="5" y="24"/>
                    </a:lnTo>
                    <a:lnTo>
                      <a:pt x="5" y="29"/>
                    </a:lnTo>
                    <a:lnTo>
                      <a:pt x="5" y="30"/>
                    </a:lnTo>
                    <a:lnTo>
                      <a:pt x="5" y="32"/>
                    </a:lnTo>
                    <a:lnTo>
                      <a:pt x="5" y="35"/>
                    </a:lnTo>
                    <a:lnTo>
                      <a:pt x="6" y="33"/>
                    </a:lnTo>
                    <a:lnTo>
                      <a:pt x="6" y="34"/>
                    </a:lnTo>
                    <a:lnTo>
                      <a:pt x="6" y="41"/>
                    </a:lnTo>
                    <a:lnTo>
                      <a:pt x="6" y="46"/>
                    </a:lnTo>
                    <a:lnTo>
                      <a:pt x="6" y="43"/>
                    </a:lnTo>
                    <a:lnTo>
                      <a:pt x="6" y="43"/>
                    </a:lnTo>
                    <a:lnTo>
                      <a:pt x="6" y="48"/>
                    </a:lnTo>
                    <a:lnTo>
                      <a:pt x="6" y="5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11" name="Freeform 871"/>
              <p:cNvSpPr/>
              <p:nvPr/>
            </p:nvSpPr>
            <p:spPr bwMode="auto">
              <a:xfrm>
                <a:off x="1439" y="2964"/>
                <a:ext cx="6" cy="94"/>
              </a:xfrm>
              <a:custGeom>
                <a:avLst/>
                <a:gdLst>
                  <a:gd name="T0" fmla="*/ 0 w 6"/>
                  <a:gd name="T1" fmla="*/ 44 h 94"/>
                  <a:gd name="T2" fmla="*/ 0 w 6"/>
                  <a:gd name="T3" fmla="*/ 47 h 94"/>
                  <a:gd name="T4" fmla="*/ 0 w 6"/>
                  <a:gd name="T5" fmla="*/ 47 h 94"/>
                  <a:gd name="T6" fmla="*/ 1 w 6"/>
                  <a:gd name="T7" fmla="*/ 52 h 94"/>
                  <a:gd name="T8" fmla="*/ 1 w 6"/>
                  <a:gd name="T9" fmla="*/ 58 h 94"/>
                  <a:gd name="T10" fmla="*/ 1 w 6"/>
                  <a:gd name="T11" fmla="*/ 61 h 94"/>
                  <a:gd name="T12" fmla="*/ 1 w 6"/>
                  <a:gd name="T13" fmla="*/ 65 h 94"/>
                  <a:gd name="T14" fmla="*/ 1 w 6"/>
                  <a:gd name="T15" fmla="*/ 67 h 94"/>
                  <a:gd name="T16" fmla="*/ 1 w 6"/>
                  <a:gd name="T17" fmla="*/ 66 h 94"/>
                  <a:gd name="T18" fmla="*/ 1 w 6"/>
                  <a:gd name="T19" fmla="*/ 69 h 94"/>
                  <a:gd name="T20" fmla="*/ 1 w 6"/>
                  <a:gd name="T21" fmla="*/ 73 h 94"/>
                  <a:gd name="T22" fmla="*/ 1 w 6"/>
                  <a:gd name="T23" fmla="*/ 73 h 94"/>
                  <a:gd name="T24" fmla="*/ 2 w 6"/>
                  <a:gd name="T25" fmla="*/ 71 h 94"/>
                  <a:gd name="T26" fmla="*/ 2 w 6"/>
                  <a:gd name="T27" fmla="*/ 74 h 94"/>
                  <a:gd name="T28" fmla="*/ 2 w 6"/>
                  <a:gd name="T29" fmla="*/ 76 h 94"/>
                  <a:gd name="T30" fmla="*/ 2 w 6"/>
                  <a:gd name="T31" fmla="*/ 78 h 94"/>
                  <a:gd name="T32" fmla="*/ 2 w 6"/>
                  <a:gd name="T33" fmla="*/ 81 h 94"/>
                  <a:gd name="T34" fmla="*/ 2 w 6"/>
                  <a:gd name="T35" fmla="*/ 86 h 94"/>
                  <a:gd name="T36" fmla="*/ 2 w 6"/>
                  <a:gd name="T37" fmla="*/ 90 h 94"/>
                  <a:gd name="T38" fmla="*/ 3 w 6"/>
                  <a:gd name="T39" fmla="*/ 94 h 94"/>
                  <a:gd name="T40" fmla="*/ 3 w 6"/>
                  <a:gd name="T41" fmla="*/ 92 h 94"/>
                  <a:gd name="T42" fmla="*/ 3 w 6"/>
                  <a:gd name="T43" fmla="*/ 86 h 94"/>
                  <a:gd name="T44" fmla="*/ 3 w 6"/>
                  <a:gd name="T45" fmla="*/ 82 h 94"/>
                  <a:gd name="T46" fmla="*/ 3 w 6"/>
                  <a:gd name="T47" fmla="*/ 81 h 94"/>
                  <a:gd name="T48" fmla="*/ 3 w 6"/>
                  <a:gd name="T49" fmla="*/ 77 h 94"/>
                  <a:gd name="T50" fmla="*/ 3 w 6"/>
                  <a:gd name="T51" fmla="*/ 71 h 94"/>
                  <a:gd name="T52" fmla="*/ 3 w 6"/>
                  <a:gd name="T53" fmla="*/ 62 h 94"/>
                  <a:gd name="T54" fmla="*/ 3 w 6"/>
                  <a:gd name="T55" fmla="*/ 55 h 94"/>
                  <a:gd name="T56" fmla="*/ 4 w 6"/>
                  <a:gd name="T57" fmla="*/ 51 h 94"/>
                  <a:gd name="T58" fmla="*/ 4 w 6"/>
                  <a:gd name="T59" fmla="*/ 50 h 94"/>
                  <a:gd name="T60" fmla="*/ 4 w 6"/>
                  <a:gd name="T61" fmla="*/ 47 h 94"/>
                  <a:gd name="T62" fmla="*/ 4 w 6"/>
                  <a:gd name="T63" fmla="*/ 45 h 94"/>
                  <a:gd name="T64" fmla="*/ 4 w 6"/>
                  <a:gd name="T65" fmla="*/ 44 h 94"/>
                  <a:gd name="T66" fmla="*/ 4 w 6"/>
                  <a:gd name="T67" fmla="*/ 41 h 94"/>
                  <a:gd name="T68" fmla="*/ 5 w 6"/>
                  <a:gd name="T69" fmla="*/ 38 h 94"/>
                  <a:gd name="T70" fmla="*/ 5 w 6"/>
                  <a:gd name="T71" fmla="*/ 39 h 94"/>
                  <a:gd name="T72" fmla="*/ 5 w 6"/>
                  <a:gd name="T73" fmla="*/ 38 h 94"/>
                  <a:gd name="T74" fmla="*/ 5 w 6"/>
                  <a:gd name="T75" fmla="*/ 36 h 94"/>
                  <a:gd name="T76" fmla="*/ 5 w 6"/>
                  <a:gd name="T77" fmla="*/ 36 h 94"/>
                  <a:gd name="T78" fmla="*/ 5 w 6"/>
                  <a:gd name="T79" fmla="*/ 32 h 94"/>
                  <a:gd name="T80" fmla="*/ 5 w 6"/>
                  <a:gd name="T81" fmla="*/ 26 h 94"/>
                  <a:gd name="T82" fmla="*/ 5 w 6"/>
                  <a:gd name="T83" fmla="*/ 25 h 94"/>
                  <a:gd name="T84" fmla="*/ 5 w 6"/>
                  <a:gd name="T85" fmla="*/ 25 h 94"/>
                  <a:gd name="T86" fmla="*/ 6 w 6"/>
                  <a:gd name="T87" fmla="*/ 17 h 94"/>
                  <a:gd name="T88" fmla="*/ 6 w 6"/>
                  <a:gd name="T89" fmla="*/ 10 h 94"/>
                  <a:gd name="T90" fmla="*/ 6 w 6"/>
                  <a:gd name="T91" fmla="*/ 11 h 94"/>
                  <a:gd name="T92" fmla="*/ 6 w 6"/>
                  <a:gd name="T93" fmla="*/ 9 h 94"/>
                  <a:gd name="T94" fmla="*/ 6 w 6"/>
                  <a:gd name="T95" fmla="*/ 2 h 94"/>
                  <a:gd name="T96" fmla="*/ 6 w 6"/>
                  <a:gd name="T97" fmla="*/ 0 h 94"/>
                  <a:gd name="T98" fmla="*/ 6 w 6"/>
                  <a:gd name="T99" fmla="*/ 4 h 94"/>
                  <a:gd name="T100" fmla="*/ 6 w 6"/>
                  <a:gd name="T101" fmla="*/ 5 h 94"/>
                  <a:gd name="T102" fmla="*/ 6 w 6"/>
                  <a:gd name="T103" fmla="*/ 2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94">
                    <a:moveTo>
                      <a:pt x="0" y="44"/>
                    </a:moveTo>
                    <a:lnTo>
                      <a:pt x="0" y="47"/>
                    </a:lnTo>
                    <a:lnTo>
                      <a:pt x="0" y="47"/>
                    </a:lnTo>
                    <a:lnTo>
                      <a:pt x="1" y="52"/>
                    </a:lnTo>
                    <a:lnTo>
                      <a:pt x="1" y="58"/>
                    </a:lnTo>
                    <a:lnTo>
                      <a:pt x="1" y="61"/>
                    </a:lnTo>
                    <a:lnTo>
                      <a:pt x="1" y="65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9"/>
                    </a:lnTo>
                    <a:lnTo>
                      <a:pt x="1" y="73"/>
                    </a:lnTo>
                    <a:lnTo>
                      <a:pt x="1" y="73"/>
                    </a:lnTo>
                    <a:lnTo>
                      <a:pt x="2" y="71"/>
                    </a:lnTo>
                    <a:lnTo>
                      <a:pt x="2" y="74"/>
                    </a:lnTo>
                    <a:lnTo>
                      <a:pt x="2" y="76"/>
                    </a:lnTo>
                    <a:lnTo>
                      <a:pt x="2" y="78"/>
                    </a:lnTo>
                    <a:lnTo>
                      <a:pt x="2" y="81"/>
                    </a:lnTo>
                    <a:lnTo>
                      <a:pt x="2" y="86"/>
                    </a:lnTo>
                    <a:lnTo>
                      <a:pt x="2" y="90"/>
                    </a:lnTo>
                    <a:lnTo>
                      <a:pt x="3" y="94"/>
                    </a:lnTo>
                    <a:lnTo>
                      <a:pt x="3" y="92"/>
                    </a:lnTo>
                    <a:lnTo>
                      <a:pt x="3" y="86"/>
                    </a:lnTo>
                    <a:lnTo>
                      <a:pt x="3" y="82"/>
                    </a:lnTo>
                    <a:lnTo>
                      <a:pt x="3" y="81"/>
                    </a:lnTo>
                    <a:lnTo>
                      <a:pt x="3" y="77"/>
                    </a:lnTo>
                    <a:lnTo>
                      <a:pt x="3" y="71"/>
                    </a:lnTo>
                    <a:lnTo>
                      <a:pt x="3" y="62"/>
                    </a:lnTo>
                    <a:lnTo>
                      <a:pt x="3" y="55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4" y="47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4" y="41"/>
                    </a:lnTo>
                    <a:lnTo>
                      <a:pt x="5" y="38"/>
                    </a:lnTo>
                    <a:lnTo>
                      <a:pt x="5" y="39"/>
                    </a:lnTo>
                    <a:lnTo>
                      <a:pt x="5" y="38"/>
                    </a:lnTo>
                    <a:lnTo>
                      <a:pt x="5" y="36"/>
                    </a:lnTo>
                    <a:lnTo>
                      <a:pt x="5" y="36"/>
                    </a:lnTo>
                    <a:lnTo>
                      <a:pt x="5" y="32"/>
                    </a:lnTo>
                    <a:lnTo>
                      <a:pt x="5" y="26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6" y="17"/>
                    </a:lnTo>
                    <a:lnTo>
                      <a:pt x="6" y="10"/>
                    </a:lnTo>
                    <a:lnTo>
                      <a:pt x="6" y="11"/>
                    </a:lnTo>
                    <a:lnTo>
                      <a:pt x="6" y="9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6" y="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12" name="Freeform 872"/>
              <p:cNvSpPr/>
              <p:nvPr/>
            </p:nvSpPr>
            <p:spPr bwMode="auto">
              <a:xfrm>
                <a:off x="1445" y="2889"/>
                <a:ext cx="7" cy="80"/>
              </a:xfrm>
              <a:custGeom>
                <a:avLst/>
                <a:gdLst>
                  <a:gd name="T0" fmla="*/ 0 w 7"/>
                  <a:gd name="T1" fmla="*/ 80 h 80"/>
                  <a:gd name="T2" fmla="*/ 0 w 7"/>
                  <a:gd name="T3" fmla="*/ 77 h 80"/>
                  <a:gd name="T4" fmla="*/ 1 w 7"/>
                  <a:gd name="T5" fmla="*/ 74 h 80"/>
                  <a:gd name="T6" fmla="*/ 1 w 7"/>
                  <a:gd name="T7" fmla="*/ 72 h 80"/>
                  <a:gd name="T8" fmla="*/ 1 w 7"/>
                  <a:gd name="T9" fmla="*/ 68 h 80"/>
                  <a:gd name="T10" fmla="*/ 1 w 7"/>
                  <a:gd name="T11" fmla="*/ 64 h 80"/>
                  <a:gd name="T12" fmla="*/ 1 w 7"/>
                  <a:gd name="T13" fmla="*/ 61 h 80"/>
                  <a:gd name="T14" fmla="*/ 1 w 7"/>
                  <a:gd name="T15" fmla="*/ 58 h 80"/>
                  <a:gd name="T16" fmla="*/ 2 w 7"/>
                  <a:gd name="T17" fmla="*/ 53 h 80"/>
                  <a:gd name="T18" fmla="*/ 2 w 7"/>
                  <a:gd name="T19" fmla="*/ 50 h 80"/>
                  <a:gd name="T20" fmla="*/ 2 w 7"/>
                  <a:gd name="T21" fmla="*/ 50 h 80"/>
                  <a:gd name="T22" fmla="*/ 2 w 7"/>
                  <a:gd name="T23" fmla="*/ 49 h 80"/>
                  <a:gd name="T24" fmla="*/ 2 w 7"/>
                  <a:gd name="T25" fmla="*/ 45 h 80"/>
                  <a:gd name="T26" fmla="*/ 2 w 7"/>
                  <a:gd name="T27" fmla="*/ 45 h 80"/>
                  <a:gd name="T28" fmla="*/ 2 w 7"/>
                  <a:gd name="T29" fmla="*/ 48 h 80"/>
                  <a:gd name="T30" fmla="*/ 2 w 7"/>
                  <a:gd name="T31" fmla="*/ 47 h 80"/>
                  <a:gd name="T32" fmla="*/ 2 w 7"/>
                  <a:gd name="T33" fmla="*/ 43 h 80"/>
                  <a:gd name="T34" fmla="*/ 3 w 7"/>
                  <a:gd name="T35" fmla="*/ 46 h 80"/>
                  <a:gd name="T36" fmla="*/ 3 w 7"/>
                  <a:gd name="T37" fmla="*/ 50 h 80"/>
                  <a:gd name="T38" fmla="*/ 3 w 7"/>
                  <a:gd name="T39" fmla="*/ 48 h 80"/>
                  <a:gd name="T40" fmla="*/ 3 w 7"/>
                  <a:gd name="T41" fmla="*/ 47 h 80"/>
                  <a:gd name="T42" fmla="*/ 3 w 7"/>
                  <a:gd name="T43" fmla="*/ 47 h 80"/>
                  <a:gd name="T44" fmla="*/ 3 w 7"/>
                  <a:gd name="T45" fmla="*/ 44 h 80"/>
                  <a:gd name="T46" fmla="*/ 4 w 7"/>
                  <a:gd name="T47" fmla="*/ 41 h 80"/>
                  <a:gd name="T48" fmla="*/ 4 w 7"/>
                  <a:gd name="T49" fmla="*/ 41 h 80"/>
                  <a:gd name="T50" fmla="*/ 4 w 7"/>
                  <a:gd name="T51" fmla="*/ 39 h 80"/>
                  <a:gd name="T52" fmla="*/ 4 w 7"/>
                  <a:gd name="T53" fmla="*/ 33 h 80"/>
                  <a:gd name="T54" fmla="*/ 4 w 7"/>
                  <a:gd name="T55" fmla="*/ 30 h 80"/>
                  <a:gd name="T56" fmla="*/ 4 w 7"/>
                  <a:gd name="T57" fmla="*/ 29 h 80"/>
                  <a:gd name="T58" fmla="*/ 4 w 7"/>
                  <a:gd name="T59" fmla="*/ 27 h 80"/>
                  <a:gd name="T60" fmla="*/ 4 w 7"/>
                  <a:gd name="T61" fmla="*/ 23 h 80"/>
                  <a:gd name="T62" fmla="*/ 4 w 7"/>
                  <a:gd name="T63" fmla="*/ 21 h 80"/>
                  <a:gd name="T64" fmla="*/ 4 w 7"/>
                  <a:gd name="T65" fmla="*/ 20 h 80"/>
                  <a:gd name="T66" fmla="*/ 5 w 7"/>
                  <a:gd name="T67" fmla="*/ 19 h 80"/>
                  <a:gd name="T68" fmla="*/ 5 w 7"/>
                  <a:gd name="T69" fmla="*/ 18 h 80"/>
                  <a:gd name="T70" fmla="*/ 5 w 7"/>
                  <a:gd name="T71" fmla="*/ 15 h 80"/>
                  <a:gd name="T72" fmla="*/ 5 w 7"/>
                  <a:gd name="T73" fmla="*/ 11 h 80"/>
                  <a:gd name="T74" fmla="*/ 5 w 7"/>
                  <a:gd name="T75" fmla="*/ 8 h 80"/>
                  <a:gd name="T76" fmla="*/ 5 w 7"/>
                  <a:gd name="T77" fmla="*/ 8 h 80"/>
                  <a:gd name="T78" fmla="*/ 5 w 7"/>
                  <a:gd name="T79" fmla="*/ 9 h 80"/>
                  <a:gd name="T80" fmla="*/ 5 w 7"/>
                  <a:gd name="T81" fmla="*/ 5 h 80"/>
                  <a:gd name="T82" fmla="*/ 5 w 7"/>
                  <a:gd name="T83" fmla="*/ 2 h 80"/>
                  <a:gd name="T84" fmla="*/ 6 w 7"/>
                  <a:gd name="T85" fmla="*/ 2 h 80"/>
                  <a:gd name="T86" fmla="*/ 6 w 7"/>
                  <a:gd name="T87" fmla="*/ 1 h 80"/>
                  <a:gd name="T88" fmla="*/ 6 w 7"/>
                  <a:gd name="T89" fmla="*/ 0 h 80"/>
                  <a:gd name="T90" fmla="*/ 6 w 7"/>
                  <a:gd name="T91" fmla="*/ 1 h 80"/>
                  <a:gd name="T92" fmla="*/ 6 w 7"/>
                  <a:gd name="T93" fmla="*/ 5 h 80"/>
                  <a:gd name="T94" fmla="*/ 6 w 7"/>
                  <a:gd name="T95" fmla="*/ 7 h 80"/>
                  <a:gd name="T96" fmla="*/ 7 w 7"/>
                  <a:gd name="T97" fmla="*/ 7 h 80"/>
                  <a:gd name="T98" fmla="*/ 7 w 7"/>
                  <a:gd name="T99" fmla="*/ 8 h 80"/>
                  <a:gd name="T100" fmla="*/ 7 w 7"/>
                  <a:gd name="T101" fmla="*/ 12 h 80"/>
                  <a:gd name="T102" fmla="*/ 7 w 7"/>
                  <a:gd name="T103" fmla="*/ 16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80">
                    <a:moveTo>
                      <a:pt x="0" y="80"/>
                    </a:moveTo>
                    <a:lnTo>
                      <a:pt x="0" y="77"/>
                    </a:lnTo>
                    <a:lnTo>
                      <a:pt x="1" y="74"/>
                    </a:lnTo>
                    <a:lnTo>
                      <a:pt x="1" y="72"/>
                    </a:lnTo>
                    <a:lnTo>
                      <a:pt x="1" y="68"/>
                    </a:lnTo>
                    <a:lnTo>
                      <a:pt x="1" y="64"/>
                    </a:lnTo>
                    <a:lnTo>
                      <a:pt x="1" y="61"/>
                    </a:lnTo>
                    <a:lnTo>
                      <a:pt x="1" y="58"/>
                    </a:lnTo>
                    <a:lnTo>
                      <a:pt x="2" y="53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5"/>
                    </a:lnTo>
                    <a:lnTo>
                      <a:pt x="2" y="45"/>
                    </a:lnTo>
                    <a:lnTo>
                      <a:pt x="2" y="48"/>
                    </a:lnTo>
                    <a:lnTo>
                      <a:pt x="2" y="47"/>
                    </a:lnTo>
                    <a:lnTo>
                      <a:pt x="2" y="43"/>
                    </a:lnTo>
                    <a:lnTo>
                      <a:pt x="3" y="46"/>
                    </a:lnTo>
                    <a:lnTo>
                      <a:pt x="3" y="50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4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4" y="39"/>
                    </a:lnTo>
                    <a:lnTo>
                      <a:pt x="4" y="33"/>
                    </a:lnTo>
                    <a:lnTo>
                      <a:pt x="4" y="30"/>
                    </a:lnTo>
                    <a:lnTo>
                      <a:pt x="4" y="29"/>
                    </a:lnTo>
                    <a:lnTo>
                      <a:pt x="4" y="27"/>
                    </a:lnTo>
                    <a:lnTo>
                      <a:pt x="4" y="23"/>
                    </a:lnTo>
                    <a:lnTo>
                      <a:pt x="4" y="21"/>
                    </a:lnTo>
                    <a:lnTo>
                      <a:pt x="4" y="20"/>
                    </a:lnTo>
                    <a:lnTo>
                      <a:pt x="5" y="19"/>
                    </a:lnTo>
                    <a:lnTo>
                      <a:pt x="5" y="18"/>
                    </a:lnTo>
                    <a:lnTo>
                      <a:pt x="5" y="15"/>
                    </a:lnTo>
                    <a:lnTo>
                      <a:pt x="5" y="11"/>
                    </a:lnTo>
                    <a:lnTo>
                      <a:pt x="5" y="8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5" y="5"/>
                    </a:lnTo>
                    <a:lnTo>
                      <a:pt x="5" y="2"/>
                    </a:lnTo>
                    <a:lnTo>
                      <a:pt x="6" y="2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5"/>
                    </a:lnTo>
                    <a:lnTo>
                      <a:pt x="6" y="7"/>
                    </a:lnTo>
                    <a:lnTo>
                      <a:pt x="7" y="7"/>
                    </a:lnTo>
                    <a:lnTo>
                      <a:pt x="7" y="8"/>
                    </a:lnTo>
                    <a:lnTo>
                      <a:pt x="7" y="12"/>
                    </a:lnTo>
                    <a:lnTo>
                      <a:pt x="7" y="1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13" name="Freeform 873"/>
              <p:cNvSpPr/>
              <p:nvPr/>
            </p:nvSpPr>
            <p:spPr bwMode="auto">
              <a:xfrm>
                <a:off x="1452" y="2901"/>
                <a:ext cx="6" cy="79"/>
              </a:xfrm>
              <a:custGeom>
                <a:avLst/>
                <a:gdLst>
                  <a:gd name="T0" fmla="*/ 0 w 6"/>
                  <a:gd name="T1" fmla="*/ 0 h 79"/>
                  <a:gd name="T2" fmla="*/ 0 w 6"/>
                  <a:gd name="T3" fmla="*/ 4 h 79"/>
                  <a:gd name="T4" fmla="*/ 0 w 6"/>
                  <a:gd name="T5" fmla="*/ 8 h 79"/>
                  <a:gd name="T6" fmla="*/ 0 w 6"/>
                  <a:gd name="T7" fmla="*/ 12 h 79"/>
                  <a:gd name="T8" fmla="*/ 0 w 6"/>
                  <a:gd name="T9" fmla="*/ 16 h 79"/>
                  <a:gd name="T10" fmla="*/ 0 w 6"/>
                  <a:gd name="T11" fmla="*/ 22 h 79"/>
                  <a:gd name="T12" fmla="*/ 0 w 6"/>
                  <a:gd name="T13" fmla="*/ 29 h 79"/>
                  <a:gd name="T14" fmla="*/ 1 w 6"/>
                  <a:gd name="T15" fmla="*/ 36 h 79"/>
                  <a:gd name="T16" fmla="*/ 1 w 6"/>
                  <a:gd name="T17" fmla="*/ 41 h 79"/>
                  <a:gd name="T18" fmla="*/ 1 w 6"/>
                  <a:gd name="T19" fmla="*/ 46 h 79"/>
                  <a:gd name="T20" fmla="*/ 1 w 6"/>
                  <a:gd name="T21" fmla="*/ 51 h 79"/>
                  <a:gd name="T22" fmla="*/ 1 w 6"/>
                  <a:gd name="T23" fmla="*/ 54 h 79"/>
                  <a:gd name="T24" fmla="*/ 1 w 6"/>
                  <a:gd name="T25" fmla="*/ 55 h 79"/>
                  <a:gd name="T26" fmla="*/ 2 w 6"/>
                  <a:gd name="T27" fmla="*/ 57 h 79"/>
                  <a:gd name="T28" fmla="*/ 2 w 6"/>
                  <a:gd name="T29" fmla="*/ 58 h 79"/>
                  <a:gd name="T30" fmla="*/ 2 w 6"/>
                  <a:gd name="T31" fmla="*/ 60 h 79"/>
                  <a:gd name="T32" fmla="*/ 2 w 6"/>
                  <a:gd name="T33" fmla="*/ 63 h 79"/>
                  <a:gd name="T34" fmla="*/ 2 w 6"/>
                  <a:gd name="T35" fmla="*/ 65 h 79"/>
                  <a:gd name="T36" fmla="*/ 2 w 6"/>
                  <a:gd name="T37" fmla="*/ 65 h 79"/>
                  <a:gd name="T38" fmla="*/ 2 w 6"/>
                  <a:gd name="T39" fmla="*/ 67 h 79"/>
                  <a:gd name="T40" fmla="*/ 2 w 6"/>
                  <a:gd name="T41" fmla="*/ 70 h 79"/>
                  <a:gd name="T42" fmla="*/ 2 w 6"/>
                  <a:gd name="T43" fmla="*/ 73 h 79"/>
                  <a:gd name="T44" fmla="*/ 3 w 6"/>
                  <a:gd name="T45" fmla="*/ 75 h 79"/>
                  <a:gd name="T46" fmla="*/ 3 w 6"/>
                  <a:gd name="T47" fmla="*/ 78 h 79"/>
                  <a:gd name="T48" fmla="*/ 3 w 6"/>
                  <a:gd name="T49" fmla="*/ 79 h 79"/>
                  <a:gd name="T50" fmla="*/ 3 w 6"/>
                  <a:gd name="T51" fmla="*/ 79 h 79"/>
                  <a:gd name="T52" fmla="*/ 3 w 6"/>
                  <a:gd name="T53" fmla="*/ 78 h 79"/>
                  <a:gd name="T54" fmla="*/ 3 w 6"/>
                  <a:gd name="T55" fmla="*/ 78 h 79"/>
                  <a:gd name="T56" fmla="*/ 3 w 6"/>
                  <a:gd name="T57" fmla="*/ 77 h 79"/>
                  <a:gd name="T58" fmla="*/ 3 w 6"/>
                  <a:gd name="T59" fmla="*/ 74 h 79"/>
                  <a:gd name="T60" fmla="*/ 3 w 6"/>
                  <a:gd name="T61" fmla="*/ 71 h 79"/>
                  <a:gd name="T62" fmla="*/ 4 w 6"/>
                  <a:gd name="T63" fmla="*/ 69 h 79"/>
                  <a:gd name="T64" fmla="*/ 4 w 6"/>
                  <a:gd name="T65" fmla="*/ 67 h 79"/>
                  <a:gd name="T66" fmla="*/ 4 w 6"/>
                  <a:gd name="T67" fmla="*/ 65 h 79"/>
                  <a:gd name="T68" fmla="*/ 4 w 6"/>
                  <a:gd name="T69" fmla="*/ 65 h 79"/>
                  <a:gd name="T70" fmla="*/ 4 w 6"/>
                  <a:gd name="T71" fmla="*/ 65 h 79"/>
                  <a:gd name="T72" fmla="*/ 4 w 6"/>
                  <a:gd name="T73" fmla="*/ 65 h 79"/>
                  <a:gd name="T74" fmla="*/ 5 w 6"/>
                  <a:gd name="T75" fmla="*/ 66 h 79"/>
                  <a:gd name="T76" fmla="*/ 5 w 6"/>
                  <a:gd name="T77" fmla="*/ 69 h 79"/>
                  <a:gd name="T78" fmla="*/ 5 w 6"/>
                  <a:gd name="T79" fmla="*/ 69 h 79"/>
                  <a:gd name="T80" fmla="*/ 5 w 6"/>
                  <a:gd name="T81" fmla="*/ 69 h 79"/>
                  <a:gd name="T82" fmla="*/ 5 w 6"/>
                  <a:gd name="T83" fmla="*/ 72 h 79"/>
                  <a:gd name="T84" fmla="*/ 5 w 6"/>
                  <a:gd name="T85" fmla="*/ 72 h 79"/>
                  <a:gd name="T86" fmla="*/ 5 w 6"/>
                  <a:gd name="T87" fmla="*/ 70 h 79"/>
                  <a:gd name="T88" fmla="*/ 5 w 6"/>
                  <a:gd name="T89" fmla="*/ 69 h 79"/>
                  <a:gd name="T90" fmla="*/ 5 w 6"/>
                  <a:gd name="T91" fmla="*/ 68 h 79"/>
                  <a:gd name="T92" fmla="*/ 5 w 6"/>
                  <a:gd name="T93" fmla="*/ 66 h 79"/>
                  <a:gd name="T94" fmla="*/ 6 w 6"/>
                  <a:gd name="T95" fmla="*/ 65 h 79"/>
                  <a:gd name="T96" fmla="*/ 6 w 6"/>
                  <a:gd name="T97" fmla="*/ 65 h 79"/>
                  <a:gd name="T98" fmla="*/ 6 w 6"/>
                  <a:gd name="T99" fmla="*/ 66 h 79"/>
                  <a:gd name="T100" fmla="*/ 6 w 6"/>
                  <a:gd name="T101" fmla="*/ 66 h 79"/>
                  <a:gd name="T102" fmla="*/ 6 w 6"/>
                  <a:gd name="T103" fmla="*/ 68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9">
                    <a:moveTo>
                      <a:pt x="0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22"/>
                    </a:lnTo>
                    <a:lnTo>
                      <a:pt x="0" y="29"/>
                    </a:lnTo>
                    <a:lnTo>
                      <a:pt x="1" y="36"/>
                    </a:lnTo>
                    <a:lnTo>
                      <a:pt x="1" y="41"/>
                    </a:lnTo>
                    <a:lnTo>
                      <a:pt x="1" y="46"/>
                    </a:lnTo>
                    <a:lnTo>
                      <a:pt x="1" y="51"/>
                    </a:lnTo>
                    <a:lnTo>
                      <a:pt x="1" y="54"/>
                    </a:lnTo>
                    <a:lnTo>
                      <a:pt x="1" y="55"/>
                    </a:lnTo>
                    <a:lnTo>
                      <a:pt x="2" y="57"/>
                    </a:lnTo>
                    <a:lnTo>
                      <a:pt x="2" y="58"/>
                    </a:lnTo>
                    <a:lnTo>
                      <a:pt x="2" y="60"/>
                    </a:lnTo>
                    <a:lnTo>
                      <a:pt x="2" y="63"/>
                    </a:lnTo>
                    <a:lnTo>
                      <a:pt x="2" y="65"/>
                    </a:lnTo>
                    <a:lnTo>
                      <a:pt x="2" y="65"/>
                    </a:lnTo>
                    <a:lnTo>
                      <a:pt x="2" y="67"/>
                    </a:lnTo>
                    <a:lnTo>
                      <a:pt x="2" y="70"/>
                    </a:lnTo>
                    <a:lnTo>
                      <a:pt x="2" y="73"/>
                    </a:lnTo>
                    <a:lnTo>
                      <a:pt x="3" y="75"/>
                    </a:lnTo>
                    <a:lnTo>
                      <a:pt x="3" y="78"/>
                    </a:lnTo>
                    <a:lnTo>
                      <a:pt x="3" y="79"/>
                    </a:lnTo>
                    <a:lnTo>
                      <a:pt x="3" y="79"/>
                    </a:lnTo>
                    <a:lnTo>
                      <a:pt x="3" y="78"/>
                    </a:lnTo>
                    <a:lnTo>
                      <a:pt x="3" y="78"/>
                    </a:lnTo>
                    <a:lnTo>
                      <a:pt x="3" y="77"/>
                    </a:lnTo>
                    <a:lnTo>
                      <a:pt x="3" y="74"/>
                    </a:lnTo>
                    <a:lnTo>
                      <a:pt x="3" y="71"/>
                    </a:lnTo>
                    <a:lnTo>
                      <a:pt x="4" y="69"/>
                    </a:lnTo>
                    <a:lnTo>
                      <a:pt x="4" y="67"/>
                    </a:lnTo>
                    <a:lnTo>
                      <a:pt x="4" y="65"/>
                    </a:lnTo>
                    <a:lnTo>
                      <a:pt x="4" y="65"/>
                    </a:lnTo>
                    <a:lnTo>
                      <a:pt x="4" y="65"/>
                    </a:lnTo>
                    <a:lnTo>
                      <a:pt x="4" y="65"/>
                    </a:lnTo>
                    <a:lnTo>
                      <a:pt x="5" y="66"/>
                    </a:lnTo>
                    <a:lnTo>
                      <a:pt x="5" y="69"/>
                    </a:lnTo>
                    <a:lnTo>
                      <a:pt x="5" y="69"/>
                    </a:lnTo>
                    <a:lnTo>
                      <a:pt x="5" y="69"/>
                    </a:lnTo>
                    <a:lnTo>
                      <a:pt x="5" y="72"/>
                    </a:lnTo>
                    <a:lnTo>
                      <a:pt x="5" y="72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5" y="66"/>
                    </a:lnTo>
                    <a:lnTo>
                      <a:pt x="6" y="65"/>
                    </a:lnTo>
                    <a:lnTo>
                      <a:pt x="6" y="65"/>
                    </a:lnTo>
                    <a:lnTo>
                      <a:pt x="6" y="66"/>
                    </a:lnTo>
                    <a:lnTo>
                      <a:pt x="6" y="66"/>
                    </a:lnTo>
                    <a:lnTo>
                      <a:pt x="6" y="6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14" name="Freeform 874"/>
              <p:cNvSpPr/>
              <p:nvPr/>
            </p:nvSpPr>
            <p:spPr bwMode="auto">
              <a:xfrm>
                <a:off x="1458" y="2950"/>
                <a:ext cx="7" cy="36"/>
              </a:xfrm>
              <a:custGeom>
                <a:avLst/>
                <a:gdLst>
                  <a:gd name="T0" fmla="*/ 0 w 7"/>
                  <a:gd name="T1" fmla="*/ 17 h 36"/>
                  <a:gd name="T2" fmla="*/ 0 w 7"/>
                  <a:gd name="T3" fmla="*/ 19 h 36"/>
                  <a:gd name="T4" fmla="*/ 0 w 7"/>
                  <a:gd name="T5" fmla="*/ 23 h 36"/>
                  <a:gd name="T6" fmla="*/ 1 w 7"/>
                  <a:gd name="T7" fmla="*/ 28 h 36"/>
                  <a:gd name="T8" fmla="*/ 1 w 7"/>
                  <a:gd name="T9" fmla="*/ 31 h 36"/>
                  <a:gd name="T10" fmla="*/ 1 w 7"/>
                  <a:gd name="T11" fmla="*/ 33 h 36"/>
                  <a:gd name="T12" fmla="*/ 1 w 7"/>
                  <a:gd name="T13" fmla="*/ 35 h 36"/>
                  <a:gd name="T14" fmla="*/ 1 w 7"/>
                  <a:gd name="T15" fmla="*/ 36 h 36"/>
                  <a:gd name="T16" fmla="*/ 1 w 7"/>
                  <a:gd name="T17" fmla="*/ 35 h 36"/>
                  <a:gd name="T18" fmla="*/ 1 w 7"/>
                  <a:gd name="T19" fmla="*/ 35 h 36"/>
                  <a:gd name="T20" fmla="*/ 1 w 7"/>
                  <a:gd name="T21" fmla="*/ 34 h 36"/>
                  <a:gd name="T22" fmla="*/ 1 w 7"/>
                  <a:gd name="T23" fmla="*/ 31 h 36"/>
                  <a:gd name="T24" fmla="*/ 2 w 7"/>
                  <a:gd name="T25" fmla="*/ 29 h 36"/>
                  <a:gd name="T26" fmla="*/ 2 w 7"/>
                  <a:gd name="T27" fmla="*/ 28 h 36"/>
                  <a:gd name="T28" fmla="*/ 2 w 7"/>
                  <a:gd name="T29" fmla="*/ 24 h 36"/>
                  <a:gd name="T30" fmla="*/ 2 w 7"/>
                  <a:gd name="T31" fmla="*/ 21 h 36"/>
                  <a:gd name="T32" fmla="*/ 2 w 7"/>
                  <a:gd name="T33" fmla="*/ 23 h 36"/>
                  <a:gd name="T34" fmla="*/ 2 w 7"/>
                  <a:gd name="T35" fmla="*/ 23 h 36"/>
                  <a:gd name="T36" fmla="*/ 2 w 7"/>
                  <a:gd name="T37" fmla="*/ 19 h 36"/>
                  <a:gd name="T38" fmla="*/ 2 w 7"/>
                  <a:gd name="T39" fmla="*/ 18 h 36"/>
                  <a:gd name="T40" fmla="*/ 2 w 7"/>
                  <a:gd name="T41" fmla="*/ 21 h 36"/>
                  <a:gd name="T42" fmla="*/ 3 w 7"/>
                  <a:gd name="T43" fmla="*/ 24 h 36"/>
                  <a:gd name="T44" fmla="*/ 3 w 7"/>
                  <a:gd name="T45" fmla="*/ 22 h 36"/>
                  <a:gd name="T46" fmla="*/ 3 w 7"/>
                  <a:gd name="T47" fmla="*/ 22 h 36"/>
                  <a:gd name="T48" fmla="*/ 3 w 7"/>
                  <a:gd name="T49" fmla="*/ 25 h 36"/>
                  <a:gd name="T50" fmla="*/ 3 w 7"/>
                  <a:gd name="T51" fmla="*/ 24 h 36"/>
                  <a:gd name="T52" fmla="*/ 3 w 7"/>
                  <a:gd name="T53" fmla="*/ 21 h 36"/>
                  <a:gd name="T54" fmla="*/ 4 w 7"/>
                  <a:gd name="T55" fmla="*/ 23 h 36"/>
                  <a:gd name="T56" fmla="*/ 4 w 7"/>
                  <a:gd name="T57" fmla="*/ 25 h 36"/>
                  <a:gd name="T58" fmla="*/ 4 w 7"/>
                  <a:gd name="T59" fmla="*/ 22 h 36"/>
                  <a:gd name="T60" fmla="*/ 4 w 7"/>
                  <a:gd name="T61" fmla="*/ 18 h 36"/>
                  <a:gd name="T62" fmla="*/ 4 w 7"/>
                  <a:gd name="T63" fmla="*/ 18 h 36"/>
                  <a:gd name="T64" fmla="*/ 4 w 7"/>
                  <a:gd name="T65" fmla="*/ 19 h 36"/>
                  <a:gd name="T66" fmla="*/ 4 w 7"/>
                  <a:gd name="T67" fmla="*/ 17 h 36"/>
                  <a:gd name="T68" fmla="*/ 4 w 7"/>
                  <a:gd name="T69" fmla="*/ 16 h 36"/>
                  <a:gd name="T70" fmla="*/ 4 w 7"/>
                  <a:gd name="T71" fmla="*/ 16 h 36"/>
                  <a:gd name="T72" fmla="*/ 5 w 7"/>
                  <a:gd name="T73" fmla="*/ 14 h 36"/>
                  <a:gd name="T74" fmla="*/ 5 w 7"/>
                  <a:gd name="T75" fmla="*/ 12 h 36"/>
                  <a:gd name="T76" fmla="*/ 5 w 7"/>
                  <a:gd name="T77" fmla="*/ 13 h 36"/>
                  <a:gd name="T78" fmla="*/ 5 w 7"/>
                  <a:gd name="T79" fmla="*/ 11 h 36"/>
                  <a:gd name="T80" fmla="*/ 5 w 7"/>
                  <a:gd name="T81" fmla="*/ 6 h 36"/>
                  <a:gd name="T82" fmla="*/ 5 w 7"/>
                  <a:gd name="T83" fmla="*/ 3 h 36"/>
                  <a:gd name="T84" fmla="*/ 6 w 7"/>
                  <a:gd name="T85" fmla="*/ 3 h 36"/>
                  <a:gd name="T86" fmla="*/ 6 w 7"/>
                  <a:gd name="T87" fmla="*/ 3 h 36"/>
                  <a:gd name="T88" fmla="*/ 6 w 7"/>
                  <a:gd name="T89" fmla="*/ 2 h 36"/>
                  <a:gd name="T90" fmla="*/ 6 w 7"/>
                  <a:gd name="T91" fmla="*/ 0 h 36"/>
                  <a:gd name="T92" fmla="*/ 6 w 7"/>
                  <a:gd name="T93" fmla="*/ 0 h 36"/>
                  <a:gd name="T94" fmla="*/ 6 w 7"/>
                  <a:gd name="T95" fmla="*/ 5 h 36"/>
                  <a:gd name="T96" fmla="*/ 6 w 7"/>
                  <a:gd name="T97" fmla="*/ 7 h 36"/>
                  <a:gd name="T98" fmla="*/ 6 w 7"/>
                  <a:gd name="T99" fmla="*/ 6 h 36"/>
                  <a:gd name="T100" fmla="*/ 6 w 7"/>
                  <a:gd name="T101" fmla="*/ 8 h 36"/>
                  <a:gd name="T102" fmla="*/ 7 w 7"/>
                  <a:gd name="T103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36">
                    <a:moveTo>
                      <a:pt x="0" y="17"/>
                    </a:moveTo>
                    <a:lnTo>
                      <a:pt x="0" y="19"/>
                    </a:lnTo>
                    <a:lnTo>
                      <a:pt x="0" y="23"/>
                    </a:lnTo>
                    <a:lnTo>
                      <a:pt x="1" y="28"/>
                    </a:lnTo>
                    <a:lnTo>
                      <a:pt x="1" y="31"/>
                    </a:lnTo>
                    <a:lnTo>
                      <a:pt x="1" y="33"/>
                    </a:lnTo>
                    <a:lnTo>
                      <a:pt x="1" y="35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1" y="31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4"/>
                    </a:lnTo>
                    <a:lnTo>
                      <a:pt x="2" y="21"/>
                    </a:lnTo>
                    <a:lnTo>
                      <a:pt x="2" y="23"/>
                    </a:lnTo>
                    <a:lnTo>
                      <a:pt x="2" y="23"/>
                    </a:lnTo>
                    <a:lnTo>
                      <a:pt x="2" y="19"/>
                    </a:lnTo>
                    <a:lnTo>
                      <a:pt x="2" y="18"/>
                    </a:lnTo>
                    <a:lnTo>
                      <a:pt x="2" y="21"/>
                    </a:lnTo>
                    <a:lnTo>
                      <a:pt x="3" y="24"/>
                    </a:lnTo>
                    <a:lnTo>
                      <a:pt x="3" y="22"/>
                    </a:lnTo>
                    <a:lnTo>
                      <a:pt x="3" y="22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1"/>
                    </a:lnTo>
                    <a:lnTo>
                      <a:pt x="4" y="23"/>
                    </a:lnTo>
                    <a:lnTo>
                      <a:pt x="4" y="25"/>
                    </a:lnTo>
                    <a:lnTo>
                      <a:pt x="4" y="22"/>
                    </a:lnTo>
                    <a:lnTo>
                      <a:pt x="4" y="18"/>
                    </a:lnTo>
                    <a:lnTo>
                      <a:pt x="4" y="18"/>
                    </a:lnTo>
                    <a:lnTo>
                      <a:pt x="4" y="19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4"/>
                    </a:lnTo>
                    <a:lnTo>
                      <a:pt x="5" y="12"/>
                    </a:lnTo>
                    <a:lnTo>
                      <a:pt x="5" y="13"/>
                    </a:lnTo>
                    <a:lnTo>
                      <a:pt x="5" y="11"/>
                    </a:lnTo>
                    <a:lnTo>
                      <a:pt x="5" y="6"/>
                    </a:lnTo>
                    <a:lnTo>
                      <a:pt x="5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5"/>
                    </a:lnTo>
                    <a:lnTo>
                      <a:pt x="6" y="7"/>
                    </a:lnTo>
                    <a:lnTo>
                      <a:pt x="6" y="6"/>
                    </a:lnTo>
                    <a:lnTo>
                      <a:pt x="6" y="8"/>
                    </a:lnTo>
                    <a:lnTo>
                      <a:pt x="7" y="1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15" name="Freeform 875"/>
              <p:cNvSpPr/>
              <p:nvPr/>
            </p:nvSpPr>
            <p:spPr bwMode="auto">
              <a:xfrm>
                <a:off x="1464" y="2958"/>
                <a:ext cx="7" cy="109"/>
              </a:xfrm>
              <a:custGeom>
                <a:avLst/>
                <a:gdLst>
                  <a:gd name="T0" fmla="*/ 0 w 7"/>
                  <a:gd name="T1" fmla="*/ 0 h 109"/>
                  <a:gd name="T2" fmla="*/ 1 w 7"/>
                  <a:gd name="T3" fmla="*/ 4 h 109"/>
                  <a:gd name="T4" fmla="*/ 1 w 7"/>
                  <a:gd name="T5" fmla="*/ 7 h 109"/>
                  <a:gd name="T6" fmla="*/ 1 w 7"/>
                  <a:gd name="T7" fmla="*/ 5 h 109"/>
                  <a:gd name="T8" fmla="*/ 1 w 7"/>
                  <a:gd name="T9" fmla="*/ 6 h 109"/>
                  <a:gd name="T10" fmla="*/ 1 w 7"/>
                  <a:gd name="T11" fmla="*/ 10 h 109"/>
                  <a:gd name="T12" fmla="*/ 1 w 7"/>
                  <a:gd name="T13" fmla="*/ 14 h 109"/>
                  <a:gd name="T14" fmla="*/ 1 w 7"/>
                  <a:gd name="T15" fmla="*/ 14 h 109"/>
                  <a:gd name="T16" fmla="*/ 1 w 7"/>
                  <a:gd name="T17" fmla="*/ 15 h 109"/>
                  <a:gd name="T18" fmla="*/ 1 w 7"/>
                  <a:gd name="T19" fmla="*/ 20 h 109"/>
                  <a:gd name="T20" fmla="*/ 2 w 7"/>
                  <a:gd name="T21" fmla="*/ 24 h 109"/>
                  <a:gd name="T22" fmla="*/ 2 w 7"/>
                  <a:gd name="T23" fmla="*/ 29 h 109"/>
                  <a:gd name="T24" fmla="*/ 2 w 7"/>
                  <a:gd name="T25" fmla="*/ 33 h 109"/>
                  <a:gd name="T26" fmla="*/ 2 w 7"/>
                  <a:gd name="T27" fmla="*/ 35 h 109"/>
                  <a:gd name="T28" fmla="*/ 2 w 7"/>
                  <a:gd name="T29" fmla="*/ 38 h 109"/>
                  <a:gd name="T30" fmla="*/ 2 w 7"/>
                  <a:gd name="T31" fmla="*/ 41 h 109"/>
                  <a:gd name="T32" fmla="*/ 2 w 7"/>
                  <a:gd name="T33" fmla="*/ 45 h 109"/>
                  <a:gd name="T34" fmla="*/ 3 w 7"/>
                  <a:gd name="T35" fmla="*/ 48 h 109"/>
                  <a:gd name="T36" fmla="*/ 3 w 7"/>
                  <a:gd name="T37" fmla="*/ 50 h 109"/>
                  <a:gd name="T38" fmla="*/ 3 w 7"/>
                  <a:gd name="T39" fmla="*/ 55 h 109"/>
                  <a:gd name="T40" fmla="*/ 3 w 7"/>
                  <a:gd name="T41" fmla="*/ 60 h 109"/>
                  <a:gd name="T42" fmla="*/ 3 w 7"/>
                  <a:gd name="T43" fmla="*/ 66 h 109"/>
                  <a:gd name="T44" fmla="*/ 3 w 7"/>
                  <a:gd name="T45" fmla="*/ 70 h 109"/>
                  <a:gd name="T46" fmla="*/ 3 w 7"/>
                  <a:gd name="T47" fmla="*/ 75 h 109"/>
                  <a:gd name="T48" fmla="*/ 3 w 7"/>
                  <a:gd name="T49" fmla="*/ 83 h 109"/>
                  <a:gd name="T50" fmla="*/ 3 w 7"/>
                  <a:gd name="T51" fmla="*/ 89 h 109"/>
                  <a:gd name="T52" fmla="*/ 4 w 7"/>
                  <a:gd name="T53" fmla="*/ 95 h 109"/>
                  <a:gd name="T54" fmla="*/ 4 w 7"/>
                  <a:gd name="T55" fmla="*/ 100 h 109"/>
                  <a:gd name="T56" fmla="*/ 4 w 7"/>
                  <a:gd name="T57" fmla="*/ 102 h 109"/>
                  <a:gd name="T58" fmla="*/ 4 w 7"/>
                  <a:gd name="T59" fmla="*/ 106 h 109"/>
                  <a:gd name="T60" fmla="*/ 4 w 7"/>
                  <a:gd name="T61" fmla="*/ 109 h 109"/>
                  <a:gd name="T62" fmla="*/ 4 w 7"/>
                  <a:gd name="T63" fmla="*/ 108 h 109"/>
                  <a:gd name="T64" fmla="*/ 5 w 7"/>
                  <a:gd name="T65" fmla="*/ 107 h 109"/>
                  <a:gd name="T66" fmla="*/ 5 w 7"/>
                  <a:gd name="T67" fmla="*/ 109 h 109"/>
                  <a:gd name="T68" fmla="*/ 5 w 7"/>
                  <a:gd name="T69" fmla="*/ 106 h 109"/>
                  <a:gd name="T70" fmla="*/ 5 w 7"/>
                  <a:gd name="T71" fmla="*/ 102 h 109"/>
                  <a:gd name="T72" fmla="*/ 5 w 7"/>
                  <a:gd name="T73" fmla="*/ 102 h 109"/>
                  <a:gd name="T74" fmla="*/ 5 w 7"/>
                  <a:gd name="T75" fmla="*/ 99 h 109"/>
                  <a:gd name="T76" fmla="*/ 5 w 7"/>
                  <a:gd name="T77" fmla="*/ 91 h 109"/>
                  <a:gd name="T78" fmla="*/ 5 w 7"/>
                  <a:gd name="T79" fmla="*/ 85 h 109"/>
                  <a:gd name="T80" fmla="*/ 5 w 7"/>
                  <a:gd name="T81" fmla="*/ 84 h 109"/>
                  <a:gd name="T82" fmla="*/ 6 w 7"/>
                  <a:gd name="T83" fmla="*/ 85 h 109"/>
                  <a:gd name="T84" fmla="*/ 6 w 7"/>
                  <a:gd name="T85" fmla="*/ 84 h 109"/>
                  <a:gd name="T86" fmla="*/ 6 w 7"/>
                  <a:gd name="T87" fmla="*/ 80 h 109"/>
                  <a:gd name="T88" fmla="*/ 6 w 7"/>
                  <a:gd name="T89" fmla="*/ 79 h 109"/>
                  <a:gd name="T90" fmla="*/ 6 w 7"/>
                  <a:gd name="T91" fmla="*/ 77 h 109"/>
                  <a:gd name="T92" fmla="*/ 6 w 7"/>
                  <a:gd name="T93" fmla="*/ 74 h 109"/>
                  <a:gd name="T94" fmla="*/ 6 w 7"/>
                  <a:gd name="T95" fmla="*/ 72 h 109"/>
                  <a:gd name="T96" fmla="*/ 6 w 7"/>
                  <a:gd name="T97" fmla="*/ 68 h 109"/>
                  <a:gd name="T98" fmla="*/ 6 w 7"/>
                  <a:gd name="T99" fmla="*/ 60 h 109"/>
                  <a:gd name="T100" fmla="*/ 7 w 7"/>
                  <a:gd name="T101" fmla="*/ 52 h 109"/>
                  <a:gd name="T102" fmla="*/ 7 w 7"/>
                  <a:gd name="T103" fmla="*/ 45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09">
                    <a:moveTo>
                      <a:pt x="0" y="0"/>
                    </a:moveTo>
                    <a:lnTo>
                      <a:pt x="1" y="4"/>
                    </a:lnTo>
                    <a:lnTo>
                      <a:pt x="1" y="7"/>
                    </a:lnTo>
                    <a:lnTo>
                      <a:pt x="1" y="5"/>
                    </a:lnTo>
                    <a:lnTo>
                      <a:pt x="1" y="6"/>
                    </a:lnTo>
                    <a:lnTo>
                      <a:pt x="1" y="10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1" y="15"/>
                    </a:lnTo>
                    <a:lnTo>
                      <a:pt x="1" y="20"/>
                    </a:lnTo>
                    <a:lnTo>
                      <a:pt x="2" y="24"/>
                    </a:lnTo>
                    <a:lnTo>
                      <a:pt x="2" y="29"/>
                    </a:lnTo>
                    <a:lnTo>
                      <a:pt x="2" y="33"/>
                    </a:lnTo>
                    <a:lnTo>
                      <a:pt x="2" y="35"/>
                    </a:lnTo>
                    <a:lnTo>
                      <a:pt x="2" y="38"/>
                    </a:lnTo>
                    <a:lnTo>
                      <a:pt x="2" y="41"/>
                    </a:lnTo>
                    <a:lnTo>
                      <a:pt x="2" y="45"/>
                    </a:lnTo>
                    <a:lnTo>
                      <a:pt x="3" y="48"/>
                    </a:lnTo>
                    <a:lnTo>
                      <a:pt x="3" y="50"/>
                    </a:lnTo>
                    <a:lnTo>
                      <a:pt x="3" y="55"/>
                    </a:lnTo>
                    <a:lnTo>
                      <a:pt x="3" y="60"/>
                    </a:lnTo>
                    <a:lnTo>
                      <a:pt x="3" y="66"/>
                    </a:lnTo>
                    <a:lnTo>
                      <a:pt x="3" y="70"/>
                    </a:lnTo>
                    <a:lnTo>
                      <a:pt x="3" y="75"/>
                    </a:lnTo>
                    <a:lnTo>
                      <a:pt x="3" y="83"/>
                    </a:lnTo>
                    <a:lnTo>
                      <a:pt x="3" y="89"/>
                    </a:lnTo>
                    <a:lnTo>
                      <a:pt x="4" y="95"/>
                    </a:lnTo>
                    <a:lnTo>
                      <a:pt x="4" y="100"/>
                    </a:lnTo>
                    <a:lnTo>
                      <a:pt x="4" y="102"/>
                    </a:lnTo>
                    <a:lnTo>
                      <a:pt x="4" y="106"/>
                    </a:lnTo>
                    <a:lnTo>
                      <a:pt x="4" y="109"/>
                    </a:lnTo>
                    <a:lnTo>
                      <a:pt x="4" y="108"/>
                    </a:lnTo>
                    <a:lnTo>
                      <a:pt x="5" y="107"/>
                    </a:lnTo>
                    <a:lnTo>
                      <a:pt x="5" y="109"/>
                    </a:lnTo>
                    <a:lnTo>
                      <a:pt x="5" y="106"/>
                    </a:lnTo>
                    <a:lnTo>
                      <a:pt x="5" y="102"/>
                    </a:lnTo>
                    <a:lnTo>
                      <a:pt x="5" y="102"/>
                    </a:lnTo>
                    <a:lnTo>
                      <a:pt x="5" y="99"/>
                    </a:lnTo>
                    <a:lnTo>
                      <a:pt x="5" y="91"/>
                    </a:lnTo>
                    <a:lnTo>
                      <a:pt x="5" y="85"/>
                    </a:lnTo>
                    <a:lnTo>
                      <a:pt x="5" y="84"/>
                    </a:lnTo>
                    <a:lnTo>
                      <a:pt x="6" y="85"/>
                    </a:lnTo>
                    <a:lnTo>
                      <a:pt x="6" y="84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7"/>
                    </a:lnTo>
                    <a:lnTo>
                      <a:pt x="6" y="74"/>
                    </a:lnTo>
                    <a:lnTo>
                      <a:pt x="6" y="72"/>
                    </a:lnTo>
                    <a:lnTo>
                      <a:pt x="6" y="68"/>
                    </a:lnTo>
                    <a:lnTo>
                      <a:pt x="6" y="60"/>
                    </a:lnTo>
                    <a:lnTo>
                      <a:pt x="7" y="52"/>
                    </a:lnTo>
                    <a:lnTo>
                      <a:pt x="7" y="4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16" name="Freeform 876"/>
              <p:cNvSpPr/>
              <p:nvPr/>
            </p:nvSpPr>
            <p:spPr bwMode="auto">
              <a:xfrm>
                <a:off x="1471" y="2886"/>
                <a:ext cx="6" cy="124"/>
              </a:xfrm>
              <a:custGeom>
                <a:avLst/>
                <a:gdLst>
                  <a:gd name="T0" fmla="*/ 0 w 6"/>
                  <a:gd name="T1" fmla="*/ 124 h 124"/>
                  <a:gd name="T2" fmla="*/ 0 w 6"/>
                  <a:gd name="T3" fmla="*/ 117 h 124"/>
                  <a:gd name="T4" fmla="*/ 0 w 6"/>
                  <a:gd name="T5" fmla="*/ 114 h 124"/>
                  <a:gd name="T6" fmla="*/ 0 w 6"/>
                  <a:gd name="T7" fmla="*/ 111 h 124"/>
                  <a:gd name="T8" fmla="*/ 0 w 6"/>
                  <a:gd name="T9" fmla="*/ 106 h 124"/>
                  <a:gd name="T10" fmla="*/ 0 w 6"/>
                  <a:gd name="T11" fmla="*/ 102 h 124"/>
                  <a:gd name="T12" fmla="*/ 1 w 6"/>
                  <a:gd name="T13" fmla="*/ 98 h 124"/>
                  <a:gd name="T14" fmla="*/ 1 w 6"/>
                  <a:gd name="T15" fmla="*/ 94 h 124"/>
                  <a:gd name="T16" fmla="*/ 1 w 6"/>
                  <a:gd name="T17" fmla="*/ 92 h 124"/>
                  <a:gd name="T18" fmla="*/ 1 w 6"/>
                  <a:gd name="T19" fmla="*/ 94 h 124"/>
                  <a:gd name="T20" fmla="*/ 1 w 6"/>
                  <a:gd name="T21" fmla="*/ 92 h 124"/>
                  <a:gd name="T22" fmla="*/ 1 w 6"/>
                  <a:gd name="T23" fmla="*/ 86 h 124"/>
                  <a:gd name="T24" fmla="*/ 1 w 6"/>
                  <a:gd name="T25" fmla="*/ 80 h 124"/>
                  <a:gd name="T26" fmla="*/ 1 w 6"/>
                  <a:gd name="T27" fmla="*/ 78 h 124"/>
                  <a:gd name="T28" fmla="*/ 1 w 6"/>
                  <a:gd name="T29" fmla="*/ 77 h 124"/>
                  <a:gd name="T30" fmla="*/ 2 w 6"/>
                  <a:gd name="T31" fmla="*/ 75 h 124"/>
                  <a:gd name="T32" fmla="*/ 2 w 6"/>
                  <a:gd name="T33" fmla="*/ 70 h 124"/>
                  <a:gd name="T34" fmla="*/ 2 w 6"/>
                  <a:gd name="T35" fmla="*/ 65 h 124"/>
                  <a:gd name="T36" fmla="*/ 2 w 6"/>
                  <a:gd name="T37" fmla="*/ 62 h 124"/>
                  <a:gd name="T38" fmla="*/ 2 w 6"/>
                  <a:gd name="T39" fmla="*/ 61 h 124"/>
                  <a:gd name="T40" fmla="*/ 2 w 6"/>
                  <a:gd name="T41" fmla="*/ 59 h 124"/>
                  <a:gd name="T42" fmla="*/ 3 w 6"/>
                  <a:gd name="T43" fmla="*/ 57 h 124"/>
                  <a:gd name="T44" fmla="*/ 3 w 6"/>
                  <a:gd name="T45" fmla="*/ 56 h 124"/>
                  <a:gd name="T46" fmla="*/ 3 w 6"/>
                  <a:gd name="T47" fmla="*/ 56 h 124"/>
                  <a:gd name="T48" fmla="*/ 3 w 6"/>
                  <a:gd name="T49" fmla="*/ 59 h 124"/>
                  <a:gd name="T50" fmla="*/ 3 w 6"/>
                  <a:gd name="T51" fmla="*/ 63 h 124"/>
                  <a:gd name="T52" fmla="*/ 3 w 6"/>
                  <a:gd name="T53" fmla="*/ 66 h 124"/>
                  <a:gd name="T54" fmla="*/ 3 w 6"/>
                  <a:gd name="T55" fmla="*/ 63 h 124"/>
                  <a:gd name="T56" fmla="*/ 3 w 6"/>
                  <a:gd name="T57" fmla="*/ 61 h 124"/>
                  <a:gd name="T58" fmla="*/ 3 w 6"/>
                  <a:gd name="T59" fmla="*/ 64 h 124"/>
                  <a:gd name="T60" fmla="*/ 3 w 6"/>
                  <a:gd name="T61" fmla="*/ 66 h 124"/>
                  <a:gd name="T62" fmla="*/ 4 w 6"/>
                  <a:gd name="T63" fmla="*/ 65 h 124"/>
                  <a:gd name="T64" fmla="*/ 4 w 6"/>
                  <a:gd name="T65" fmla="*/ 63 h 124"/>
                  <a:gd name="T66" fmla="*/ 4 w 6"/>
                  <a:gd name="T67" fmla="*/ 62 h 124"/>
                  <a:gd name="T68" fmla="*/ 4 w 6"/>
                  <a:gd name="T69" fmla="*/ 58 h 124"/>
                  <a:gd name="T70" fmla="*/ 4 w 6"/>
                  <a:gd name="T71" fmla="*/ 55 h 124"/>
                  <a:gd name="T72" fmla="*/ 4 w 6"/>
                  <a:gd name="T73" fmla="*/ 54 h 124"/>
                  <a:gd name="T74" fmla="*/ 4 w 6"/>
                  <a:gd name="T75" fmla="*/ 54 h 124"/>
                  <a:gd name="T76" fmla="*/ 4 w 6"/>
                  <a:gd name="T77" fmla="*/ 51 h 124"/>
                  <a:gd name="T78" fmla="*/ 4 w 6"/>
                  <a:gd name="T79" fmla="*/ 46 h 124"/>
                  <a:gd name="T80" fmla="*/ 5 w 6"/>
                  <a:gd name="T81" fmla="*/ 43 h 124"/>
                  <a:gd name="T82" fmla="*/ 5 w 6"/>
                  <a:gd name="T83" fmla="*/ 40 h 124"/>
                  <a:gd name="T84" fmla="*/ 5 w 6"/>
                  <a:gd name="T85" fmla="*/ 35 h 124"/>
                  <a:gd name="T86" fmla="*/ 5 w 6"/>
                  <a:gd name="T87" fmla="*/ 30 h 124"/>
                  <a:gd name="T88" fmla="*/ 5 w 6"/>
                  <a:gd name="T89" fmla="*/ 25 h 124"/>
                  <a:gd name="T90" fmla="*/ 5 w 6"/>
                  <a:gd name="T91" fmla="*/ 19 h 124"/>
                  <a:gd name="T92" fmla="*/ 6 w 6"/>
                  <a:gd name="T93" fmla="*/ 13 h 124"/>
                  <a:gd name="T94" fmla="*/ 6 w 6"/>
                  <a:gd name="T95" fmla="*/ 9 h 124"/>
                  <a:gd name="T96" fmla="*/ 6 w 6"/>
                  <a:gd name="T97" fmla="*/ 6 h 124"/>
                  <a:gd name="T98" fmla="*/ 6 w 6"/>
                  <a:gd name="T99" fmla="*/ 2 h 124"/>
                  <a:gd name="T100" fmla="*/ 6 w 6"/>
                  <a:gd name="T101" fmla="*/ 0 h 124"/>
                  <a:gd name="T102" fmla="*/ 6 w 6"/>
                  <a:gd name="T103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24">
                    <a:moveTo>
                      <a:pt x="0" y="124"/>
                    </a:moveTo>
                    <a:lnTo>
                      <a:pt x="0" y="117"/>
                    </a:lnTo>
                    <a:lnTo>
                      <a:pt x="0" y="114"/>
                    </a:lnTo>
                    <a:lnTo>
                      <a:pt x="0" y="111"/>
                    </a:lnTo>
                    <a:lnTo>
                      <a:pt x="0" y="106"/>
                    </a:lnTo>
                    <a:lnTo>
                      <a:pt x="0" y="102"/>
                    </a:lnTo>
                    <a:lnTo>
                      <a:pt x="1" y="98"/>
                    </a:lnTo>
                    <a:lnTo>
                      <a:pt x="1" y="94"/>
                    </a:lnTo>
                    <a:lnTo>
                      <a:pt x="1" y="92"/>
                    </a:lnTo>
                    <a:lnTo>
                      <a:pt x="1" y="94"/>
                    </a:lnTo>
                    <a:lnTo>
                      <a:pt x="1" y="92"/>
                    </a:lnTo>
                    <a:lnTo>
                      <a:pt x="1" y="86"/>
                    </a:lnTo>
                    <a:lnTo>
                      <a:pt x="1" y="80"/>
                    </a:lnTo>
                    <a:lnTo>
                      <a:pt x="1" y="78"/>
                    </a:lnTo>
                    <a:lnTo>
                      <a:pt x="1" y="77"/>
                    </a:lnTo>
                    <a:lnTo>
                      <a:pt x="2" y="75"/>
                    </a:lnTo>
                    <a:lnTo>
                      <a:pt x="2" y="70"/>
                    </a:lnTo>
                    <a:lnTo>
                      <a:pt x="2" y="65"/>
                    </a:lnTo>
                    <a:lnTo>
                      <a:pt x="2" y="62"/>
                    </a:lnTo>
                    <a:lnTo>
                      <a:pt x="2" y="61"/>
                    </a:lnTo>
                    <a:lnTo>
                      <a:pt x="2" y="59"/>
                    </a:lnTo>
                    <a:lnTo>
                      <a:pt x="3" y="57"/>
                    </a:lnTo>
                    <a:lnTo>
                      <a:pt x="3" y="56"/>
                    </a:lnTo>
                    <a:lnTo>
                      <a:pt x="3" y="56"/>
                    </a:lnTo>
                    <a:lnTo>
                      <a:pt x="3" y="59"/>
                    </a:lnTo>
                    <a:lnTo>
                      <a:pt x="3" y="63"/>
                    </a:lnTo>
                    <a:lnTo>
                      <a:pt x="3" y="66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4"/>
                    </a:lnTo>
                    <a:lnTo>
                      <a:pt x="3" y="66"/>
                    </a:lnTo>
                    <a:lnTo>
                      <a:pt x="4" y="65"/>
                    </a:lnTo>
                    <a:lnTo>
                      <a:pt x="4" y="63"/>
                    </a:lnTo>
                    <a:lnTo>
                      <a:pt x="4" y="62"/>
                    </a:lnTo>
                    <a:lnTo>
                      <a:pt x="4" y="58"/>
                    </a:lnTo>
                    <a:lnTo>
                      <a:pt x="4" y="55"/>
                    </a:lnTo>
                    <a:lnTo>
                      <a:pt x="4" y="54"/>
                    </a:lnTo>
                    <a:lnTo>
                      <a:pt x="4" y="54"/>
                    </a:lnTo>
                    <a:lnTo>
                      <a:pt x="4" y="51"/>
                    </a:lnTo>
                    <a:lnTo>
                      <a:pt x="4" y="46"/>
                    </a:lnTo>
                    <a:lnTo>
                      <a:pt x="5" y="43"/>
                    </a:lnTo>
                    <a:lnTo>
                      <a:pt x="5" y="40"/>
                    </a:lnTo>
                    <a:lnTo>
                      <a:pt x="5" y="35"/>
                    </a:lnTo>
                    <a:lnTo>
                      <a:pt x="5" y="30"/>
                    </a:lnTo>
                    <a:lnTo>
                      <a:pt x="5" y="25"/>
                    </a:lnTo>
                    <a:lnTo>
                      <a:pt x="5" y="19"/>
                    </a:lnTo>
                    <a:lnTo>
                      <a:pt x="6" y="13"/>
                    </a:lnTo>
                    <a:lnTo>
                      <a:pt x="6" y="9"/>
                    </a:lnTo>
                    <a:lnTo>
                      <a:pt x="6" y="6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17" name="Freeform 877"/>
              <p:cNvSpPr/>
              <p:nvPr/>
            </p:nvSpPr>
            <p:spPr bwMode="auto">
              <a:xfrm>
                <a:off x="1477" y="2868"/>
                <a:ext cx="7" cy="96"/>
              </a:xfrm>
              <a:custGeom>
                <a:avLst/>
                <a:gdLst>
                  <a:gd name="T0" fmla="*/ 0 w 7"/>
                  <a:gd name="T1" fmla="*/ 18 h 96"/>
                  <a:gd name="T2" fmla="*/ 0 w 7"/>
                  <a:gd name="T3" fmla="*/ 18 h 96"/>
                  <a:gd name="T4" fmla="*/ 0 w 7"/>
                  <a:gd name="T5" fmla="*/ 17 h 96"/>
                  <a:gd name="T6" fmla="*/ 0 w 7"/>
                  <a:gd name="T7" fmla="*/ 13 h 96"/>
                  <a:gd name="T8" fmla="*/ 0 w 7"/>
                  <a:gd name="T9" fmla="*/ 9 h 96"/>
                  <a:gd name="T10" fmla="*/ 1 w 7"/>
                  <a:gd name="T11" fmla="*/ 9 h 96"/>
                  <a:gd name="T12" fmla="*/ 1 w 7"/>
                  <a:gd name="T13" fmla="*/ 9 h 96"/>
                  <a:gd name="T14" fmla="*/ 1 w 7"/>
                  <a:gd name="T15" fmla="*/ 7 h 96"/>
                  <a:gd name="T16" fmla="*/ 1 w 7"/>
                  <a:gd name="T17" fmla="*/ 5 h 96"/>
                  <a:gd name="T18" fmla="*/ 1 w 7"/>
                  <a:gd name="T19" fmla="*/ 3 h 96"/>
                  <a:gd name="T20" fmla="*/ 1 w 7"/>
                  <a:gd name="T21" fmla="*/ 0 h 96"/>
                  <a:gd name="T22" fmla="*/ 2 w 7"/>
                  <a:gd name="T23" fmla="*/ 2 h 96"/>
                  <a:gd name="T24" fmla="*/ 2 w 7"/>
                  <a:gd name="T25" fmla="*/ 6 h 96"/>
                  <a:gd name="T26" fmla="*/ 2 w 7"/>
                  <a:gd name="T27" fmla="*/ 11 h 96"/>
                  <a:gd name="T28" fmla="*/ 2 w 7"/>
                  <a:gd name="T29" fmla="*/ 14 h 96"/>
                  <a:gd name="T30" fmla="*/ 2 w 7"/>
                  <a:gd name="T31" fmla="*/ 17 h 96"/>
                  <a:gd name="T32" fmla="*/ 2 w 7"/>
                  <a:gd name="T33" fmla="*/ 20 h 96"/>
                  <a:gd name="T34" fmla="*/ 2 w 7"/>
                  <a:gd name="T35" fmla="*/ 24 h 96"/>
                  <a:gd name="T36" fmla="*/ 2 w 7"/>
                  <a:gd name="T37" fmla="*/ 31 h 96"/>
                  <a:gd name="T38" fmla="*/ 2 w 7"/>
                  <a:gd name="T39" fmla="*/ 36 h 96"/>
                  <a:gd name="T40" fmla="*/ 3 w 7"/>
                  <a:gd name="T41" fmla="*/ 39 h 96"/>
                  <a:gd name="T42" fmla="*/ 3 w 7"/>
                  <a:gd name="T43" fmla="*/ 41 h 96"/>
                  <a:gd name="T44" fmla="*/ 3 w 7"/>
                  <a:gd name="T45" fmla="*/ 45 h 96"/>
                  <a:gd name="T46" fmla="*/ 3 w 7"/>
                  <a:gd name="T47" fmla="*/ 47 h 96"/>
                  <a:gd name="T48" fmla="*/ 3 w 7"/>
                  <a:gd name="T49" fmla="*/ 50 h 96"/>
                  <a:gd name="T50" fmla="*/ 3 w 7"/>
                  <a:gd name="T51" fmla="*/ 54 h 96"/>
                  <a:gd name="T52" fmla="*/ 3 w 7"/>
                  <a:gd name="T53" fmla="*/ 58 h 96"/>
                  <a:gd name="T54" fmla="*/ 3 w 7"/>
                  <a:gd name="T55" fmla="*/ 61 h 96"/>
                  <a:gd name="T56" fmla="*/ 3 w 7"/>
                  <a:gd name="T57" fmla="*/ 63 h 96"/>
                  <a:gd name="T58" fmla="*/ 4 w 7"/>
                  <a:gd name="T59" fmla="*/ 68 h 96"/>
                  <a:gd name="T60" fmla="*/ 4 w 7"/>
                  <a:gd name="T61" fmla="*/ 72 h 96"/>
                  <a:gd name="T62" fmla="*/ 4 w 7"/>
                  <a:gd name="T63" fmla="*/ 76 h 96"/>
                  <a:gd name="T64" fmla="*/ 4 w 7"/>
                  <a:gd name="T65" fmla="*/ 80 h 96"/>
                  <a:gd name="T66" fmla="*/ 4 w 7"/>
                  <a:gd name="T67" fmla="*/ 83 h 96"/>
                  <a:gd name="T68" fmla="*/ 4 w 7"/>
                  <a:gd name="T69" fmla="*/ 84 h 96"/>
                  <a:gd name="T70" fmla="*/ 5 w 7"/>
                  <a:gd name="T71" fmla="*/ 85 h 96"/>
                  <a:gd name="T72" fmla="*/ 5 w 7"/>
                  <a:gd name="T73" fmla="*/ 86 h 96"/>
                  <a:gd name="T74" fmla="*/ 5 w 7"/>
                  <a:gd name="T75" fmla="*/ 87 h 96"/>
                  <a:gd name="T76" fmla="*/ 5 w 7"/>
                  <a:gd name="T77" fmla="*/ 87 h 96"/>
                  <a:gd name="T78" fmla="*/ 5 w 7"/>
                  <a:gd name="T79" fmla="*/ 86 h 96"/>
                  <a:gd name="T80" fmla="*/ 5 w 7"/>
                  <a:gd name="T81" fmla="*/ 84 h 96"/>
                  <a:gd name="T82" fmla="*/ 5 w 7"/>
                  <a:gd name="T83" fmla="*/ 83 h 96"/>
                  <a:gd name="T84" fmla="*/ 5 w 7"/>
                  <a:gd name="T85" fmla="*/ 81 h 96"/>
                  <a:gd name="T86" fmla="*/ 5 w 7"/>
                  <a:gd name="T87" fmla="*/ 82 h 96"/>
                  <a:gd name="T88" fmla="*/ 6 w 7"/>
                  <a:gd name="T89" fmla="*/ 84 h 96"/>
                  <a:gd name="T90" fmla="*/ 6 w 7"/>
                  <a:gd name="T91" fmla="*/ 88 h 96"/>
                  <a:gd name="T92" fmla="*/ 6 w 7"/>
                  <a:gd name="T93" fmla="*/ 91 h 96"/>
                  <a:gd name="T94" fmla="*/ 6 w 7"/>
                  <a:gd name="T95" fmla="*/ 92 h 96"/>
                  <a:gd name="T96" fmla="*/ 6 w 7"/>
                  <a:gd name="T97" fmla="*/ 93 h 96"/>
                  <a:gd name="T98" fmla="*/ 6 w 7"/>
                  <a:gd name="T99" fmla="*/ 94 h 96"/>
                  <a:gd name="T100" fmla="*/ 6 w 7"/>
                  <a:gd name="T101" fmla="*/ 96 h 96"/>
                  <a:gd name="T102" fmla="*/ 7 w 7"/>
                  <a:gd name="T103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96">
                    <a:moveTo>
                      <a:pt x="0" y="18"/>
                    </a:moveTo>
                    <a:lnTo>
                      <a:pt x="0" y="18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1" y="9"/>
                    </a:lnTo>
                    <a:lnTo>
                      <a:pt x="1" y="9"/>
                    </a:lnTo>
                    <a:lnTo>
                      <a:pt x="1" y="7"/>
                    </a:lnTo>
                    <a:lnTo>
                      <a:pt x="1" y="5"/>
                    </a:lnTo>
                    <a:lnTo>
                      <a:pt x="1" y="3"/>
                    </a:lnTo>
                    <a:lnTo>
                      <a:pt x="1" y="0"/>
                    </a:lnTo>
                    <a:lnTo>
                      <a:pt x="2" y="2"/>
                    </a:lnTo>
                    <a:lnTo>
                      <a:pt x="2" y="6"/>
                    </a:lnTo>
                    <a:lnTo>
                      <a:pt x="2" y="11"/>
                    </a:lnTo>
                    <a:lnTo>
                      <a:pt x="2" y="14"/>
                    </a:lnTo>
                    <a:lnTo>
                      <a:pt x="2" y="17"/>
                    </a:lnTo>
                    <a:lnTo>
                      <a:pt x="2" y="20"/>
                    </a:lnTo>
                    <a:lnTo>
                      <a:pt x="2" y="24"/>
                    </a:lnTo>
                    <a:lnTo>
                      <a:pt x="2" y="31"/>
                    </a:lnTo>
                    <a:lnTo>
                      <a:pt x="2" y="36"/>
                    </a:lnTo>
                    <a:lnTo>
                      <a:pt x="3" y="39"/>
                    </a:lnTo>
                    <a:lnTo>
                      <a:pt x="3" y="41"/>
                    </a:lnTo>
                    <a:lnTo>
                      <a:pt x="3" y="45"/>
                    </a:lnTo>
                    <a:lnTo>
                      <a:pt x="3" y="47"/>
                    </a:lnTo>
                    <a:lnTo>
                      <a:pt x="3" y="50"/>
                    </a:lnTo>
                    <a:lnTo>
                      <a:pt x="3" y="54"/>
                    </a:lnTo>
                    <a:lnTo>
                      <a:pt x="3" y="58"/>
                    </a:lnTo>
                    <a:lnTo>
                      <a:pt x="3" y="61"/>
                    </a:lnTo>
                    <a:lnTo>
                      <a:pt x="3" y="63"/>
                    </a:lnTo>
                    <a:lnTo>
                      <a:pt x="4" y="68"/>
                    </a:lnTo>
                    <a:lnTo>
                      <a:pt x="4" y="72"/>
                    </a:lnTo>
                    <a:lnTo>
                      <a:pt x="4" y="76"/>
                    </a:lnTo>
                    <a:lnTo>
                      <a:pt x="4" y="80"/>
                    </a:lnTo>
                    <a:lnTo>
                      <a:pt x="4" y="83"/>
                    </a:lnTo>
                    <a:lnTo>
                      <a:pt x="4" y="84"/>
                    </a:lnTo>
                    <a:lnTo>
                      <a:pt x="5" y="85"/>
                    </a:lnTo>
                    <a:lnTo>
                      <a:pt x="5" y="86"/>
                    </a:lnTo>
                    <a:lnTo>
                      <a:pt x="5" y="87"/>
                    </a:lnTo>
                    <a:lnTo>
                      <a:pt x="5" y="87"/>
                    </a:lnTo>
                    <a:lnTo>
                      <a:pt x="5" y="86"/>
                    </a:lnTo>
                    <a:lnTo>
                      <a:pt x="5" y="84"/>
                    </a:lnTo>
                    <a:lnTo>
                      <a:pt x="5" y="83"/>
                    </a:lnTo>
                    <a:lnTo>
                      <a:pt x="5" y="81"/>
                    </a:lnTo>
                    <a:lnTo>
                      <a:pt x="5" y="82"/>
                    </a:lnTo>
                    <a:lnTo>
                      <a:pt x="6" y="84"/>
                    </a:lnTo>
                    <a:lnTo>
                      <a:pt x="6" y="88"/>
                    </a:lnTo>
                    <a:lnTo>
                      <a:pt x="6" y="91"/>
                    </a:lnTo>
                    <a:lnTo>
                      <a:pt x="6" y="92"/>
                    </a:lnTo>
                    <a:lnTo>
                      <a:pt x="6" y="93"/>
                    </a:lnTo>
                    <a:lnTo>
                      <a:pt x="6" y="94"/>
                    </a:lnTo>
                    <a:lnTo>
                      <a:pt x="6" y="96"/>
                    </a:lnTo>
                    <a:lnTo>
                      <a:pt x="7" y="9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18" name="Freeform 878"/>
              <p:cNvSpPr/>
              <p:nvPr/>
            </p:nvSpPr>
            <p:spPr bwMode="auto">
              <a:xfrm>
                <a:off x="1483" y="2958"/>
                <a:ext cx="7" cy="62"/>
              </a:xfrm>
              <a:custGeom>
                <a:avLst/>
                <a:gdLst>
                  <a:gd name="T0" fmla="*/ 0 w 7"/>
                  <a:gd name="T1" fmla="*/ 6 h 62"/>
                  <a:gd name="T2" fmla="*/ 1 w 7"/>
                  <a:gd name="T3" fmla="*/ 6 h 62"/>
                  <a:gd name="T4" fmla="*/ 1 w 7"/>
                  <a:gd name="T5" fmla="*/ 5 h 62"/>
                  <a:gd name="T6" fmla="*/ 1 w 7"/>
                  <a:gd name="T7" fmla="*/ 4 h 62"/>
                  <a:gd name="T8" fmla="*/ 1 w 7"/>
                  <a:gd name="T9" fmla="*/ 1 h 62"/>
                  <a:gd name="T10" fmla="*/ 1 w 7"/>
                  <a:gd name="T11" fmla="*/ 0 h 62"/>
                  <a:gd name="T12" fmla="*/ 1 w 7"/>
                  <a:gd name="T13" fmla="*/ 2 h 62"/>
                  <a:gd name="T14" fmla="*/ 1 w 7"/>
                  <a:gd name="T15" fmla="*/ 4 h 62"/>
                  <a:gd name="T16" fmla="*/ 1 w 7"/>
                  <a:gd name="T17" fmla="*/ 3 h 62"/>
                  <a:gd name="T18" fmla="*/ 1 w 7"/>
                  <a:gd name="T19" fmla="*/ 3 h 62"/>
                  <a:gd name="T20" fmla="*/ 2 w 7"/>
                  <a:gd name="T21" fmla="*/ 5 h 62"/>
                  <a:gd name="T22" fmla="*/ 2 w 7"/>
                  <a:gd name="T23" fmla="*/ 7 h 62"/>
                  <a:gd name="T24" fmla="*/ 2 w 7"/>
                  <a:gd name="T25" fmla="*/ 8 h 62"/>
                  <a:gd name="T26" fmla="*/ 2 w 7"/>
                  <a:gd name="T27" fmla="*/ 12 h 62"/>
                  <a:gd name="T28" fmla="*/ 2 w 7"/>
                  <a:gd name="T29" fmla="*/ 16 h 62"/>
                  <a:gd name="T30" fmla="*/ 2 w 7"/>
                  <a:gd name="T31" fmla="*/ 18 h 62"/>
                  <a:gd name="T32" fmla="*/ 2 w 7"/>
                  <a:gd name="T33" fmla="*/ 21 h 62"/>
                  <a:gd name="T34" fmla="*/ 2 w 7"/>
                  <a:gd name="T35" fmla="*/ 26 h 62"/>
                  <a:gd name="T36" fmla="*/ 2 w 7"/>
                  <a:gd name="T37" fmla="*/ 28 h 62"/>
                  <a:gd name="T38" fmla="*/ 3 w 7"/>
                  <a:gd name="T39" fmla="*/ 27 h 62"/>
                  <a:gd name="T40" fmla="*/ 3 w 7"/>
                  <a:gd name="T41" fmla="*/ 29 h 62"/>
                  <a:gd name="T42" fmla="*/ 3 w 7"/>
                  <a:gd name="T43" fmla="*/ 32 h 62"/>
                  <a:gd name="T44" fmla="*/ 3 w 7"/>
                  <a:gd name="T45" fmla="*/ 33 h 62"/>
                  <a:gd name="T46" fmla="*/ 3 w 7"/>
                  <a:gd name="T47" fmla="*/ 32 h 62"/>
                  <a:gd name="T48" fmla="*/ 3 w 7"/>
                  <a:gd name="T49" fmla="*/ 32 h 62"/>
                  <a:gd name="T50" fmla="*/ 4 w 7"/>
                  <a:gd name="T51" fmla="*/ 33 h 62"/>
                  <a:gd name="T52" fmla="*/ 4 w 7"/>
                  <a:gd name="T53" fmla="*/ 33 h 62"/>
                  <a:gd name="T54" fmla="*/ 4 w 7"/>
                  <a:gd name="T55" fmla="*/ 35 h 62"/>
                  <a:gd name="T56" fmla="*/ 4 w 7"/>
                  <a:gd name="T57" fmla="*/ 39 h 62"/>
                  <a:gd name="T58" fmla="*/ 4 w 7"/>
                  <a:gd name="T59" fmla="*/ 42 h 62"/>
                  <a:gd name="T60" fmla="*/ 4 w 7"/>
                  <a:gd name="T61" fmla="*/ 42 h 62"/>
                  <a:gd name="T62" fmla="*/ 4 w 7"/>
                  <a:gd name="T63" fmla="*/ 43 h 62"/>
                  <a:gd name="T64" fmla="*/ 4 w 7"/>
                  <a:gd name="T65" fmla="*/ 46 h 62"/>
                  <a:gd name="T66" fmla="*/ 4 w 7"/>
                  <a:gd name="T67" fmla="*/ 49 h 62"/>
                  <a:gd name="T68" fmla="*/ 5 w 7"/>
                  <a:gd name="T69" fmla="*/ 51 h 62"/>
                  <a:gd name="T70" fmla="*/ 5 w 7"/>
                  <a:gd name="T71" fmla="*/ 53 h 62"/>
                  <a:gd name="T72" fmla="*/ 5 w 7"/>
                  <a:gd name="T73" fmla="*/ 55 h 62"/>
                  <a:gd name="T74" fmla="*/ 5 w 7"/>
                  <a:gd name="T75" fmla="*/ 55 h 62"/>
                  <a:gd name="T76" fmla="*/ 5 w 7"/>
                  <a:gd name="T77" fmla="*/ 56 h 62"/>
                  <a:gd name="T78" fmla="*/ 5 w 7"/>
                  <a:gd name="T79" fmla="*/ 59 h 62"/>
                  <a:gd name="T80" fmla="*/ 6 w 7"/>
                  <a:gd name="T81" fmla="*/ 60 h 62"/>
                  <a:gd name="T82" fmla="*/ 6 w 7"/>
                  <a:gd name="T83" fmla="*/ 61 h 62"/>
                  <a:gd name="T84" fmla="*/ 6 w 7"/>
                  <a:gd name="T85" fmla="*/ 62 h 62"/>
                  <a:gd name="T86" fmla="*/ 6 w 7"/>
                  <a:gd name="T87" fmla="*/ 62 h 62"/>
                  <a:gd name="T88" fmla="*/ 6 w 7"/>
                  <a:gd name="T89" fmla="*/ 60 h 62"/>
                  <a:gd name="T90" fmla="*/ 6 w 7"/>
                  <a:gd name="T91" fmla="*/ 59 h 62"/>
                  <a:gd name="T92" fmla="*/ 6 w 7"/>
                  <a:gd name="T93" fmla="*/ 58 h 62"/>
                  <a:gd name="T94" fmla="*/ 6 w 7"/>
                  <a:gd name="T95" fmla="*/ 55 h 62"/>
                  <a:gd name="T96" fmla="*/ 6 w 7"/>
                  <a:gd name="T97" fmla="*/ 52 h 62"/>
                  <a:gd name="T98" fmla="*/ 7 w 7"/>
                  <a:gd name="T99" fmla="*/ 52 h 62"/>
                  <a:gd name="T100" fmla="*/ 7 w 7"/>
                  <a:gd name="T101" fmla="*/ 48 h 62"/>
                  <a:gd name="T102" fmla="*/ 7 w 7"/>
                  <a:gd name="T103" fmla="*/ 44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62">
                    <a:moveTo>
                      <a:pt x="0" y="6"/>
                    </a:moveTo>
                    <a:lnTo>
                      <a:pt x="1" y="6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1" y="2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2" y="8"/>
                    </a:lnTo>
                    <a:lnTo>
                      <a:pt x="2" y="12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2" y="21"/>
                    </a:lnTo>
                    <a:lnTo>
                      <a:pt x="2" y="26"/>
                    </a:lnTo>
                    <a:lnTo>
                      <a:pt x="2" y="28"/>
                    </a:lnTo>
                    <a:lnTo>
                      <a:pt x="3" y="27"/>
                    </a:lnTo>
                    <a:lnTo>
                      <a:pt x="3" y="29"/>
                    </a:lnTo>
                    <a:lnTo>
                      <a:pt x="3" y="32"/>
                    </a:lnTo>
                    <a:lnTo>
                      <a:pt x="3" y="33"/>
                    </a:lnTo>
                    <a:lnTo>
                      <a:pt x="3" y="32"/>
                    </a:lnTo>
                    <a:lnTo>
                      <a:pt x="3" y="32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4" y="35"/>
                    </a:lnTo>
                    <a:lnTo>
                      <a:pt x="4" y="39"/>
                    </a:lnTo>
                    <a:lnTo>
                      <a:pt x="4" y="42"/>
                    </a:lnTo>
                    <a:lnTo>
                      <a:pt x="4" y="42"/>
                    </a:lnTo>
                    <a:lnTo>
                      <a:pt x="4" y="43"/>
                    </a:lnTo>
                    <a:lnTo>
                      <a:pt x="4" y="46"/>
                    </a:lnTo>
                    <a:lnTo>
                      <a:pt x="4" y="49"/>
                    </a:lnTo>
                    <a:lnTo>
                      <a:pt x="5" y="51"/>
                    </a:lnTo>
                    <a:lnTo>
                      <a:pt x="5" y="53"/>
                    </a:lnTo>
                    <a:lnTo>
                      <a:pt x="5" y="55"/>
                    </a:lnTo>
                    <a:lnTo>
                      <a:pt x="5" y="55"/>
                    </a:lnTo>
                    <a:lnTo>
                      <a:pt x="5" y="56"/>
                    </a:lnTo>
                    <a:lnTo>
                      <a:pt x="5" y="59"/>
                    </a:lnTo>
                    <a:lnTo>
                      <a:pt x="6" y="60"/>
                    </a:lnTo>
                    <a:lnTo>
                      <a:pt x="6" y="61"/>
                    </a:lnTo>
                    <a:lnTo>
                      <a:pt x="6" y="62"/>
                    </a:lnTo>
                    <a:lnTo>
                      <a:pt x="6" y="62"/>
                    </a:lnTo>
                    <a:lnTo>
                      <a:pt x="6" y="60"/>
                    </a:lnTo>
                    <a:lnTo>
                      <a:pt x="6" y="59"/>
                    </a:lnTo>
                    <a:lnTo>
                      <a:pt x="6" y="58"/>
                    </a:lnTo>
                    <a:lnTo>
                      <a:pt x="6" y="55"/>
                    </a:lnTo>
                    <a:lnTo>
                      <a:pt x="6" y="52"/>
                    </a:lnTo>
                    <a:lnTo>
                      <a:pt x="7" y="52"/>
                    </a:lnTo>
                    <a:lnTo>
                      <a:pt x="7" y="48"/>
                    </a:lnTo>
                    <a:lnTo>
                      <a:pt x="7" y="4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19" name="Freeform 879"/>
              <p:cNvSpPr/>
              <p:nvPr/>
            </p:nvSpPr>
            <p:spPr bwMode="auto">
              <a:xfrm>
                <a:off x="1490" y="2983"/>
                <a:ext cx="6" cy="43"/>
              </a:xfrm>
              <a:custGeom>
                <a:avLst/>
                <a:gdLst>
                  <a:gd name="T0" fmla="*/ 0 w 6"/>
                  <a:gd name="T1" fmla="*/ 23 h 43"/>
                  <a:gd name="T2" fmla="*/ 0 w 6"/>
                  <a:gd name="T3" fmla="*/ 19 h 43"/>
                  <a:gd name="T4" fmla="*/ 0 w 6"/>
                  <a:gd name="T5" fmla="*/ 20 h 43"/>
                  <a:gd name="T6" fmla="*/ 0 w 6"/>
                  <a:gd name="T7" fmla="*/ 20 h 43"/>
                  <a:gd name="T8" fmla="*/ 0 w 6"/>
                  <a:gd name="T9" fmla="*/ 17 h 43"/>
                  <a:gd name="T10" fmla="*/ 0 w 6"/>
                  <a:gd name="T11" fmla="*/ 17 h 43"/>
                  <a:gd name="T12" fmla="*/ 0 w 6"/>
                  <a:gd name="T13" fmla="*/ 17 h 43"/>
                  <a:gd name="T14" fmla="*/ 0 w 6"/>
                  <a:gd name="T15" fmla="*/ 13 h 43"/>
                  <a:gd name="T16" fmla="*/ 1 w 6"/>
                  <a:gd name="T17" fmla="*/ 8 h 43"/>
                  <a:gd name="T18" fmla="*/ 1 w 6"/>
                  <a:gd name="T19" fmla="*/ 7 h 43"/>
                  <a:gd name="T20" fmla="*/ 1 w 6"/>
                  <a:gd name="T21" fmla="*/ 7 h 43"/>
                  <a:gd name="T22" fmla="*/ 1 w 6"/>
                  <a:gd name="T23" fmla="*/ 6 h 43"/>
                  <a:gd name="T24" fmla="*/ 1 w 6"/>
                  <a:gd name="T25" fmla="*/ 3 h 43"/>
                  <a:gd name="T26" fmla="*/ 1 w 6"/>
                  <a:gd name="T27" fmla="*/ 1 h 43"/>
                  <a:gd name="T28" fmla="*/ 1 w 6"/>
                  <a:gd name="T29" fmla="*/ 1 h 43"/>
                  <a:gd name="T30" fmla="*/ 2 w 6"/>
                  <a:gd name="T31" fmla="*/ 0 h 43"/>
                  <a:gd name="T32" fmla="*/ 2 w 6"/>
                  <a:gd name="T33" fmla="*/ 0 h 43"/>
                  <a:gd name="T34" fmla="*/ 2 w 6"/>
                  <a:gd name="T35" fmla="*/ 2 h 43"/>
                  <a:gd name="T36" fmla="*/ 2 w 6"/>
                  <a:gd name="T37" fmla="*/ 2 h 43"/>
                  <a:gd name="T38" fmla="*/ 2 w 6"/>
                  <a:gd name="T39" fmla="*/ 3 h 43"/>
                  <a:gd name="T40" fmla="*/ 2 w 6"/>
                  <a:gd name="T41" fmla="*/ 7 h 43"/>
                  <a:gd name="T42" fmla="*/ 2 w 6"/>
                  <a:gd name="T43" fmla="*/ 10 h 43"/>
                  <a:gd name="T44" fmla="*/ 2 w 6"/>
                  <a:gd name="T45" fmla="*/ 10 h 43"/>
                  <a:gd name="T46" fmla="*/ 2 w 6"/>
                  <a:gd name="T47" fmla="*/ 11 h 43"/>
                  <a:gd name="T48" fmla="*/ 3 w 6"/>
                  <a:gd name="T49" fmla="*/ 14 h 43"/>
                  <a:gd name="T50" fmla="*/ 3 w 6"/>
                  <a:gd name="T51" fmla="*/ 15 h 43"/>
                  <a:gd name="T52" fmla="*/ 3 w 6"/>
                  <a:gd name="T53" fmla="*/ 14 h 43"/>
                  <a:gd name="T54" fmla="*/ 3 w 6"/>
                  <a:gd name="T55" fmla="*/ 14 h 43"/>
                  <a:gd name="T56" fmla="*/ 3 w 6"/>
                  <a:gd name="T57" fmla="*/ 14 h 43"/>
                  <a:gd name="T58" fmla="*/ 3 w 6"/>
                  <a:gd name="T59" fmla="*/ 14 h 43"/>
                  <a:gd name="T60" fmla="*/ 4 w 6"/>
                  <a:gd name="T61" fmla="*/ 15 h 43"/>
                  <a:gd name="T62" fmla="*/ 4 w 6"/>
                  <a:gd name="T63" fmla="*/ 15 h 43"/>
                  <a:gd name="T64" fmla="*/ 4 w 6"/>
                  <a:gd name="T65" fmla="*/ 16 h 43"/>
                  <a:gd name="T66" fmla="*/ 4 w 6"/>
                  <a:gd name="T67" fmla="*/ 20 h 43"/>
                  <a:gd name="T68" fmla="*/ 4 w 6"/>
                  <a:gd name="T69" fmla="*/ 25 h 43"/>
                  <a:gd name="T70" fmla="*/ 4 w 6"/>
                  <a:gd name="T71" fmla="*/ 26 h 43"/>
                  <a:gd name="T72" fmla="*/ 4 w 6"/>
                  <a:gd name="T73" fmla="*/ 29 h 43"/>
                  <a:gd name="T74" fmla="*/ 4 w 6"/>
                  <a:gd name="T75" fmla="*/ 35 h 43"/>
                  <a:gd name="T76" fmla="*/ 4 w 6"/>
                  <a:gd name="T77" fmla="*/ 41 h 43"/>
                  <a:gd name="T78" fmla="*/ 5 w 6"/>
                  <a:gd name="T79" fmla="*/ 43 h 43"/>
                  <a:gd name="T80" fmla="*/ 5 w 6"/>
                  <a:gd name="T81" fmla="*/ 43 h 43"/>
                  <a:gd name="T82" fmla="*/ 5 w 6"/>
                  <a:gd name="T83" fmla="*/ 40 h 43"/>
                  <a:gd name="T84" fmla="*/ 5 w 6"/>
                  <a:gd name="T85" fmla="*/ 38 h 43"/>
                  <a:gd name="T86" fmla="*/ 5 w 6"/>
                  <a:gd name="T87" fmla="*/ 39 h 43"/>
                  <a:gd name="T88" fmla="*/ 5 w 6"/>
                  <a:gd name="T89" fmla="*/ 38 h 43"/>
                  <a:gd name="T90" fmla="*/ 6 w 6"/>
                  <a:gd name="T91" fmla="*/ 33 h 43"/>
                  <a:gd name="T92" fmla="*/ 6 w 6"/>
                  <a:gd name="T93" fmla="*/ 28 h 43"/>
                  <a:gd name="T94" fmla="*/ 6 w 6"/>
                  <a:gd name="T95" fmla="*/ 27 h 43"/>
                  <a:gd name="T96" fmla="*/ 6 w 6"/>
                  <a:gd name="T97" fmla="*/ 25 h 43"/>
                  <a:gd name="T98" fmla="*/ 6 w 6"/>
                  <a:gd name="T99" fmla="*/ 23 h 43"/>
                  <a:gd name="T100" fmla="*/ 6 w 6"/>
                  <a:gd name="T101" fmla="*/ 27 h 43"/>
                  <a:gd name="T102" fmla="*/ 6 w 6"/>
                  <a:gd name="T103" fmla="*/ 3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3">
                    <a:moveTo>
                      <a:pt x="0" y="23"/>
                    </a:moveTo>
                    <a:lnTo>
                      <a:pt x="0" y="19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0" y="13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1" y="6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3"/>
                    </a:lnTo>
                    <a:lnTo>
                      <a:pt x="2" y="7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11"/>
                    </a:lnTo>
                    <a:lnTo>
                      <a:pt x="3" y="14"/>
                    </a:lnTo>
                    <a:lnTo>
                      <a:pt x="3" y="15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4" y="15"/>
                    </a:lnTo>
                    <a:lnTo>
                      <a:pt x="4" y="15"/>
                    </a:lnTo>
                    <a:lnTo>
                      <a:pt x="4" y="16"/>
                    </a:lnTo>
                    <a:lnTo>
                      <a:pt x="4" y="20"/>
                    </a:lnTo>
                    <a:lnTo>
                      <a:pt x="4" y="25"/>
                    </a:lnTo>
                    <a:lnTo>
                      <a:pt x="4" y="26"/>
                    </a:lnTo>
                    <a:lnTo>
                      <a:pt x="4" y="29"/>
                    </a:lnTo>
                    <a:lnTo>
                      <a:pt x="4" y="35"/>
                    </a:lnTo>
                    <a:lnTo>
                      <a:pt x="4" y="41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5" y="40"/>
                    </a:lnTo>
                    <a:lnTo>
                      <a:pt x="5" y="38"/>
                    </a:lnTo>
                    <a:lnTo>
                      <a:pt x="5" y="39"/>
                    </a:lnTo>
                    <a:lnTo>
                      <a:pt x="5" y="38"/>
                    </a:lnTo>
                    <a:lnTo>
                      <a:pt x="6" y="33"/>
                    </a:lnTo>
                    <a:lnTo>
                      <a:pt x="6" y="28"/>
                    </a:lnTo>
                    <a:lnTo>
                      <a:pt x="6" y="27"/>
                    </a:lnTo>
                    <a:lnTo>
                      <a:pt x="6" y="25"/>
                    </a:lnTo>
                    <a:lnTo>
                      <a:pt x="6" y="23"/>
                    </a:lnTo>
                    <a:lnTo>
                      <a:pt x="6" y="27"/>
                    </a:lnTo>
                    <a:lnTo>
                      <a:pt x="6" y="3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20" name="Freeform 880"/>
              <p:cNvSpPr/>
              <p:nvPr/>
            </p:nvSpPr>
            <p:spPr bwMode="auto">
              <a:xfrm>
                <a:off x="1496" y="2936"/>
                <a:ext cx="6" cy="77"/>
              </a:xfrm>
              <a:custGeom>
                <a:avLst/>
                <a:gdLst>
                  <a:gd name="T0" fmla="*/ 0 w 6"/>
                  <a:gd name="T1" fmla="*/ 74 h 77"/>
                  <a:gd name="T2" fmla="*/ 0 w 6"/>
                  <a:gd name="T3" fmla="*/ 77 h 77"/>
                  <a:gd name="T4" fmla="*/ 0 w 6"/>
                  <a:gd name="T5" fmla="*/ 73 h 77"/>
                  <a:gd name="T6" fmla="*/ 0 w 6"/>
                  <a:gd name="T7" fmla="*/ 69 h 77"/>
                  <a:gd name="T8" fmla="*/ 1 w 6"/>
                  <a:gd name="T9" fmla="*/ 67 h 77"/>
                  <a:gd name="T10" fmla="*/ 1 w 6"/>
                  <a:gd name="T11" fmla="*/ 64 h 77"/>
                  <a:gd name="T12" fmla="*/ 1 w 6"/>
                  <a:gd name="T13" fmla="*/ 62 h 77"/>
                  <a:gd name="T14" fmla="*/ 1 w 6"/>
                  <a:gd name="T15" fmla="*/ 60 h 77"/>
                  <a:gd name="T16" fmla="*/ 1 w 6"/>
                  <a:gd name="T17" fmla="*/ 58 h 77"/>
                  <a:gd name="T18" fmla="*/ 1 w 6"/>
                  <a:gd name="T19" fmla="*/ 53 h 77"/>
                  <a:gd name="T20" fmla="*/ 1 w 6"/>
                  <a:gd name="T21" fmla="*/ 48 h 77"/>
                  <a:gd name="T22" fmla="*/ 1 w 6"/>
                  <a:gd name="T23" fmla="*/ 48 h 77"/>
                  <a:gd name="T24" fmla="*/ 1 w 6"/>
                  <a:gd name="T25" fmla="*/ 47 h 77"/>
                  <a:gd name="T26" fmla="*/ 2 w 6"/>
                  <a:gd name="T27" fmla="*/ 43 h 77"/>
                  <a:gd name="T28" fmla="*/ 2 w 6"/>
                  <a:gd name="T29" fmla="*/ 41 h 77"/>
                  <a:gd name="T30" fmla="*/ 2 w 6"/>
                  <a:gd name="T31" fmla="*/ 40 h 77"/>
                  <a:gd name="T32" fmla="*/ 2 w 6"/>
                  <a:gd name="T33" fmla="*/ 36 h 77"/>
                  <a:gd name="T34" fmla="*/ 2 w 6"/>
                  <a:gd name="T35" fmla="*/ 31 h 77"/>
                  <a:gd name="T36" fmla="*/ 2 w 6"/>
                  <a:gd name="T37" fmla="*/ 31 h 77"/>
                  <a:gd name="T38" fmla="*/ 3 w 6"/>
                  <a:gd name="T39" fmla="*/ 36 h 77"/>
                  <a:gd name="T40" fmla="*/ 3 w 6"/>
                  <a:gd name="T41" fmla="*/ 35 h 77"/>
                  <a:gd name="T42" fmla="*/ 3 w 6"/>
                  <a:gd name="T43" fmla="*/ 27 h 77"/>
                  <a:gd name="T44" fmla="*/ 3 w 6"/>
                  <a:gd name="T45" fmla="*/ 21 h 77"/>
                  <a:gd name="T46" fmla="*/ 3 w 6"/>
                  <a:gd name="T47" fmla="*/ 20 h 77"/>
                  <a:gd name="T48" fmla="*/ 3 w 6"/>
                  <a:gd name="T49" fmla="*/ 18 h 77"/>
                  <a:gd name="T50" fmla="*/ 3 w 6"/>
                  <a:gd name="T51" fmla="*/ 16 h 77"/>
                  <a:gd name="T52" fmla="*/ 3 w 6"/>
                  <a:gd name="T53" fmla="*/ 16 h 77"/>
                  <a:gd name="T54" fmla="*/ 3 w 6"/>
                  <a:gd name="T55" fmla="*/ 11 h 77"/>
                  <a:gd name="T56" fmla="*/ 4 w 6"/>
                  <a:gd name="T57" fmla="*/ 1 h 77"/>
                  <a:gd name="T58" fmla="*/ 4 w 6"/>
                  <a:gd name="T59" fmla="*/ 0 h 77"/>
                  <a:gd name="T60" fmla="*/ 4 w 6"/>
                  <a:gd name="T61" fmla="*/ 5 h 77"/>
                  <a:gd name="T62" fmla="*/ 4 w 6"/>
                  <a:gd name="T63" fmla="*/ 6 h 77"/>
                  <a:gd name="T64" fmla="*/ 4 w 6"/>
                  <a:gd name="T65" fmla="*/ 6 h 77"/>
                  <a:gd name="T66" fmla="*/ 4 w 6"/>
                  <a:gd name="T67" fmla="*/ 6 h 77"/>
                  <a:gd name="T68" fmla="*/ 4 w 6"/>
                  <a:gd name="T69" fmla="*/ 7 h 77"/>
                  <a:gd name="T70" fmla="*/ 5 w 6"/>
                  <a:gd name="T71" fmla="*/ 7 h 77"/>
                  <a:gd name="T72" fmla="*/ 5 w 6"/>
                  <a:gd name="T73" fmla="*/ 11 h 77"/>
                  <a:gd name="T74" fmla="*/ 5 w 6"/>
                  <a:gd name="T75" fmla="*/ 15 h 77"/>
                  <a:gd name="T76" fmla="*/ 5 w 6"/>
                  <a:gd name="T77" fmla="*/ 16 h 77"/>
                  <a:gd name="T78" fmla="*/ 5 w 6"/>
                  <a:gd name="T79" fmla="*/ 16 h 77"/>
                  <a:gd name="T80" fmla="*/ 5 w 6"/>
                  <a:gd name="T81" fmla="*/ 18 h 77"/>
                  <a:gd name="T82" fmla="*/ 5 w 6"/>
                  <a:gd name="T83" fmla="*/ 22 h 77"/>
                  <a:gd name="T84" fmla="*/ 5 w 6"/>
                  <a:gd name="T85" fmla="*/ 25 h 77"/>
                  <a:gd name="T86" fmla="*/ 5 w 6"/>
                  <a:gd name="T87" fmla="*/ 25 h 77"/>
                  <a:gd name="T88" fmla="*/ 6 w 6"/>
                  <a:gd name="T89" fmla="*/ 25 h 77"/>
                  <a:gd name="T90" fmla="*/ 6 w 6"/>
                  <a:gd name="T91" fmla="*/ 27 h 77"/>
                  <a:gd name="T92" fmla="*/ 6 w 6"/>
                  <a:gd name="T93" fmla="*/ 28 h 77"/>
                  <a:gd name="T94" fmla="*/ 6 w 6"/>
                  <a:gd name="T95" fmla="*/ 27 h 77"/>
                  <a:gd name="T96" fmla="*/ 6 w 6"/>
                  <a:gd name="T97" fmla="*/ 27 h 77"/>
                  <a:gd name="T98" fmla="*/ 6 w 6"/>
                  <a:gd name="T99" fmla="*/ 27 h 77"/>
                  <a:gd name="T100" fmla="*/ 6 w 6"/>
                  <a:gd name="T101" fmla="*/ 24 h 77"/>
                  <a:gd name="T102" fmla="*/ 6 w 6"/>
                  <a:gd name="T103" fmla="*/ 2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7">
                    <a:moveTo>
                      <a:pt x="0" y="74"/>
                    </a:moveTo>
                    <a:lnTo>
                      <a:pt x="0" y="77"/>
                    </a:lnTo>
                    <a:lnTo>
                      <a:pt x="0" y="73"/>
                    </a:lnTo>
                    <a:lnTo>
                      <a:pt x="0" y="69"/>
                    </a:lnTo>
                    <a:lnTo>
                      <a:pt x="1" y="67"/>
                    </a:lnTo>
                    <a:lnTo>
                      <a:pt x="1" y="64"/>
                    </a:lnTo>
                    <a:lnTo>
                      <a:pt x="1" y="62"/>
                    </a:lnTo>
                    <a:lnTo>
                      <a:pt x="1" y="60"/>
                    </a:lnTo>
                    <a:lnTo>
                      <a:pt x="1" y="58"/>
                    </a:lnTo>
                    <a:lnTo>
                      <a:pt x="1" y="53"/>
                    </a:lnTo>
                    <a:lnTo>
                      <a:pt x="1" y="48"/>
                    </a:lnTo>
                    <a:lnTo>
                      <a:pt x="1" y="48"/>
                    </a:lnTo>
                    <a:lnTo>
                      <a:pt x="1" y="47"/>
                    </a:lnTo>
                    <a:lnTo>
                      <a:pt x="2" y="43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36"/>
                    </a:lnTo>
                    <a:lnTo>
                      <a:pt x="2" y="31"/>
                    </a:lnTo>
                    <a:lnTo>
                      <a:pt x="2" y="31"/>
                    </a:lnTo>
                    <a:lnTo>
                      <a:pt x="3" y="36"/>
                    </a:lnTo>
                    <a:lnTo>
                      <a:pt x="3" y="35"/>
                    </a:lnTo>
                    <a:lnTo>
                      <a:pt x="3" y="27"/>
                    </a:lnTo>
                    <a:lnTo>
                      <a:pt x="3" y="21"/>
                    </a:lnTo>
                    <a:lnTo>
                      <a:pt x="3" y="20"/>
                    </a:lnTo>
                    <a:lnTo>
                      <a:pt x="3" y="18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1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4" y="5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7"/>
                    </a:lnTo>
                    <a:lnTo>
                      <a:pt x="5" y="7"/>
                    </a:lnTo>
                    <a:lnTo>
                      <a:pt x="5" y="11"/>
                    </a:lnTo>
                    <a:lnTo>
                      <a:pt x="5" y="15"/>
                    </a:lnTo>
                    <a:lnTo>
                      <a:pt x="5" y="16"/>
                    </a:lnTo>
                    <a:lnTo>
                      <a:pt x="5" y="16"/>
                    </a:lnTo>
                    <a:lnTo>
                      <a:pt x="5" y="18"/>
                    </a:lnTo>
                    <a:lnTo>
                      <a:pt x="5" y="22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6" y="25"/>
                    </a:lnTo>
                    <a:lnTo>
                      <a:pt x="6" y="27"/>
                    </a:lnTo>
                    <a:lnTo>
                      <a:pt x="6" y="28"/>
                    </a:lnTo>
                    <a:lnTo>
                      <a:pt x="6" y="27"/>
                    </a:lnTo>
                    <a:lnTo>
                      <a:pt x="6" y="27"/>
                    </a:lnTo>
                    <a:lnTo>
                      <a:pt x="6" y="27"/>
                    </a:lnTo>
                    <a:lnTo>
                      <a:pt x="6" y="24"/>
                    </a:lnTo>
                    <a:lnTo>
                      <a:pt x="6" y="2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21" name="Freeform 881"/>
              <p:cNvSpPr/>
              <p:nvPr/>
            </p:nvSpPr>
            <p:spPr bwMode="auto">
              <a:xfrm>
                <a:off x="1502" y="2908"/>
                <a:ext cx="7" cy="52"/>
              </a:xfrm>
              <a:custGeom>
                <a:avLst/>
                <a:gdLst>
                  <a:gd name="T0" fmla="*/ 0 w 7"/>
                  <a:gd name="T1" fmla="*/ 52 h 52"/>
                  <a:gd name="T2" fmla="*/ 0 w 7"/>
                  <a:gd name="T3" fmla="*/ 48 h 52"/>
                  <a:gd name="T4" fmla="*/ 0 w 7"/>
                  <a:gd name="T5" fmla="*/ 45 h 52"/>
                  <a:gd name="T6" fmla="*/ 1 w 7"/>
                  <a:gd name="T7" fmla="*/ 45 h 52"/>
                  <a:gd name="T8" fmla="*/ 1 w 7"/>
                  <a:gd name="T9" fmla="*/ 44 h 52"/>
                  <a:gd name="T10" fmla="*/ 1 w 7"/>
                  <a:gd name="T11" fmla="*/ 42 h 52"/>
                  <a:gd name="T12" fmla="*/ 1 w 7"/>
                  <a:gd name="T13" fmla="*/ 39 h 52"/>
                  <a:gd name="T14" fmla="*/ 1 w 7"/>
                  <a:gd name="T15" fmla="*/ 38 h 52"/>
                  <a:gd name="T16" fmla="*/ 1 w 7"/>
                  <a:gd name="T17" fmla="*/ 36 h 52"/>
                  <a:gd name="T18" fmla="*/ 2 w 7"/>
                  <a:gd name="T19" fmla="*/ 37 h 52"/>
                  <a:gd name="T20" fmla="*/ 2 w 7"/>
                  <a:gd name="T21" fmla="*/ 35 h 52"/>
                  <a:gd name="T22" fmla="*/ 2 w 7"/>
                  <a:gd name="T23" fmla="*/ 30 h 52"/>
                  <a:gd name="T24" fmla="*/ 2 w 7"/>
                  <a:gd name="T25" fmla="*/ 24 h 52"/>
                  <a:gd name="T26" fmla="*/ 2 w 7"/>
                  <a:gd name="T27" fmla="*/ 19 h 52"/>
                  <a:gd name="T28" fmla="*/ 2 w 7"/>
                  <a:gd name="T29" fmla="*/ 16 h 52"/>
                  <a:gd name="T30" fmla="*/ 2 w 7"/>
                  <a:gd name="T31" fmla="*/ 15 h 52"/>
                  <a:gd name="T32" fmla="*/ 2 w 7"/>
                  <a:gd name="T33" fmla="*/ 13 h 52"/>
                  <a:gd name="T34" fmla="*/ 2 w 7"/>
                  <a:gd name="T35" fmla="*/ 9 h 52"/>
                  <a:gd name="T36" fmla="*/ 3 w 7"/>
                  <a:gd name="T37" fmla="*/ 4 h 52"/>
                  <a:gd name="T38" fmla="*/ 3 w 7"/>
                  <a:gd name="T39" fmla="*/ 0 h 52"/>
                  <a:gd name="T40" fmla="*/ 3 w 7"/>
                  <a:gd name="T41" fmla="*/ 0 h 52"/>
                  <a:gd name="T42" fmla="*/ 3 w 7"/>
                  <a:gd name="T43" fmla="*/ 1 h 52"/>
                  <a:gd name="T44" fmla="*/ 3 w 7"/>
                  <a:gd name="T45" fmla="*/ 1 h 52"/>
                  <a:gd name="T46" fmla="*/ 3 w 7"/>
                  <a:gd name="T47" fmla="*/ 1 h 52"/>
                  <a:gd name="T48" fmla="*/ 4 w 7"/>
                  <a:gd name="T49" fmla="*/ 1 h 52"/>
                  <a:gd name="T50" fmla="*/ 4 w 7"/>
                  <a:gd name="T51" fmla="*/ 1 h 52"/>
                  <a:gd name="T52" fmla="*/ 4 w 7"/>
                  <a:gd name="T53" fmla="*/ 1 h 52"/>
                  <a:gd name="T54" fmla="*/ 4 w 7"/>
                  <a:gd name="T55" fmla="*/ 3 h 52"/>
                  <a:gd name="T56" fmla="*/ 4 w 7"/>
                  <a:gd name="T57" fmla="*/ 4 h 52"/>
                  <a:gd name="T58" fmla="*/ 4 w 7"/>
                  <a:gd name="T59" fmla="*/ 5 h 52"/>
                  <a:gd name="T60" fmla="*/ 4 w 7"/>
                  <a:gd name="T61" fmla="*/ 6 h 52"/>
                  <a:gd name="T62" fmla="*/ 4 w 7"/>
                  <a:gd name="T63" fmla="*/ 6 h 52"/>
                  <a:gd name="T64" fmla="*/ 4 w 7"/>
                  <a:gd name="T65" fmla="*/ 3 h 52"/>
                  <a:gd name="T66" fmla="*/ 5 w 7"/>
                  <a:gd name="T67" fmla="*/ 4 h 52"/>
                  <a:gd name="T68" fmla="*/ 5 w 7"/>
                  <a:gd name="T69" fmla="*/ 6 h 52"/>
                  <a:gd name="T70" fmla="*/ 5 w 7"/>
                  <a:gd name="T71" fmla="*/ 8 h 52"/>
                  <a:gd name="T72" fmla="*/ 5 w 7"/>
                  <a:gd name="T73" fmla="*/ 9 h 52"/>
                  <a:gd name="T74" fmla="*/ 5 w 7"/>
                  <a:gd name="T75" fmla="*/ 11 h 52"/>
                  <a:gd name="T76" fmla="*/ 5 w 7"/>
                  <a:gd name="T77" fmla="*/ 13 h 52"/>
                  <a:gd name="T78" fmla="*/ 5 w 7"/>
                  <a:gd name="T79" fmla="*/ 17 h 52"/>
                  <a:gd name="T80" fmla="*/ 5 w 7"/>
                  <a:gd name="T81" fmla="*/ 24 h 52"/>
                  <a:gd name="T82" fmla="*/ 5 w 7"/>
                  <a:gd name="T83" fmla="*/ 27 h 52"/>
                  <a:gd name="T84" fmla="*/ 6 w 7"/>
                  <a:gd name="T85" fmla="*/ 28 h 52"/>
                  <a:gd name="T86" fmla="*/ 6 w 7"/>
                  <a:gd name="T87" fmla="*/ 30 h 52"/>
                  <a:gd name="T88" fmla="*/ 6 w 7"/>
                  <a:gd name="T89" fmla="*/ 33 h 52"/>
                  <a:gd name="T90" fmla="*/ 6 w 7"/>
                  <a:gd name="T91" fmla="*/ 31 h 52"/>
                  <a:gd name="T92" fmla="*/ 6 w 7"/>
                  <a:gd name="T93" fmla="*/ 31 h 52"/>
                  <a:gd name="T94" fmla="*/ 6 w 7"/>
                  <a:gd name="T95" fmla="*/ 33 h 52"/>
                  <a:gd name="T96" fmla="*/ 6 w 7"/>
                  <a:gd name="T97" fmla="*/ 32 h 52"/>
                  <a:gd name="T98" fmla="*/ 7 w 7"/>
                  <a:gd name="T99" fmla="*/ 28 h 52"/>
                  <a:gd name="T100" fmla="*/ 7 w 7"/>
                  <a:gd name="T101" fmla="*/ 26 h 52"/>
                  <a:gd name="T102" fmla="*/ 7 w 7"/>
                  <a:gd name="T103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2">
                    <a:moveTo>
                      <a:pt x="0" y="52"/>
                    </a:moveTo>
                    <a:lnTo>
                      <a:pt x="0" y="48"/>
                    </a:lnTo>
                    <a:lnTo>
                      <a:pt x="0" y="45"/>
                    </a:lnTo>
                    <a:lnTo>
                      <a:pt x="1" y="45"/>
                    </a:lnTo>
                    <a:lnTo>
                      <a:pt x="1" y="44"/>
                    </a:lnTo>
                    <a:lnTo>
                      <a:pt x="1" y="42"/>
                    </a:lnTo>
                    <a:lnTo>
                      <a:pt x="1" y="39"/>
                    </a:lnTo>
                    <a:lnTo>
                      <a:pt x="1" y="38"/>
                    </a:lnTo>
                    <a:lnTo>
                      <a:pt x="1" y="36"/>
                    </a:lnTo>
                    <a:lnTo>
                      <a:pt x="2" y="37"/>
                    </a:lnTo>
                    <a:lnTo>
                      <a:pt x="2" y="35"/>
                    </a:lnTo>
                    <a:lnTo>
                      <a:pt x="2" y="30"/>
                    </a:lnTo>
                    <a:lnTo>
                      <a:pt x="2" y="24"/>
                    </a:lnTo>
                    <a:lnTo>
                      <a:pt x="2" y="19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2" y="13"/>
                    </a:lnTo>
                    <a:lnTo>
                      <a:pt x="2" y="9"/>
                    </a:lnTo>
                    <a:lnTo>
                      <a:pt x="3" y="4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4" y="5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3"/>
                    </a:lnTo>
                    <a:lnTo>
                      <a:pt x="5" y="4"/>
                    </a:lnTo>
                    <a:lnTo>
                      <a:pt x="5" y="6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5" y="11"/>
                    </a:lnTo>
                    <a:lnTo>
                      <a:pt x="5" y="13"/>
                    </a:lnTo>
                    <a:lnTo>
                      <a:pt x="5" y="17"/>
                    </a:lnTo>
                    <a:lnTo>
                      <a:pt x="5" y="24"/>
                    </a:lnTo>
                    <a:lnTo>
                      <a:pt x="5" y="27"/>
                    </a:lnTo>
                    <a:lnTo>
                      <a:pt x="6" y="28"/>
                    </a:lnTo>
                    <a:lnTo>
                      <a:pt x="6" y="30"/>
                    </a:lnTo>
                    <a:lnTo>
                      <a:pt x="6" y="33"/>
                    </a:lnTo>
                    <a:lnTo>
                      <a:pt x="6" y="31"/>
                    </a:lnTo>
                    <a:lnTo>
                      <a:pt x="6" y="31"/>
                    </a:lnTo>
                    <a:lnTo>
                      <a:pt x="6" y="33"/>
                    </a:lnTo>
                    <a:lnTo>
                      <a:pt x="6" y="32"/>
                    </a:lnTo>
                    <a:lnTo>
                      <a:pt x="7" y="28"/>
                    </a:lnTo>
                    <a:lnTo>
                      <a:pt x="7" y="26"/>
                    </a:lnTo>
                    <a:lnTo>
                      <a:pt x="7" y="2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22" name="Freeform 882"/>
              <p:cNvSpPr/>
              <p:nvPr/>
            </p:nvSpPr>
            <p:spPr bwMode="auto">
              <a:xfrm>
                <a:off x="1509" y="2919"/>
                <a:ext cx="6" cy="73"/>
              </a:xfrm>
              <a:custGeom>
                <a:avLst/>
                <a:gdLst>
                  <a:gd name="T0" fmla="*/ 0 w 6"/>
                  <a:gd name="T1" fmla="*/ 15 h 73"/>
                  <a:gd name="T2" fmla="*/ 0 w 6"/>
                  <a:gd name="T3" fmla="*/ 15 h 73"/>
                  <a:gd name="T4" fmla="*/ 0 w 6"/>
                  <a:gd name="T5" fmla="*/ 15 h 73"/>
                  <a:gd name="T6" fmla="*/ 0 w 6"/>
                  <a:gd name="T7" fmla="*/ 13 h 73"/>
                  <a:gd name="T8" fmla="*/ 0 w 6"/>
                  <a:gd name="T9" fmla="*/ 14 h 73"/>
                  <a:gd name="T10" fmla="*/ 0 w 6"/>
                  <a:gd name="T11" fmla="*/ 15 h 73"/>
                  <a:gd name="T12" fmla="*/ 0 w 6"/>
                  <a:gd name="T13" fmla="*/ 15 h 73"/>
                  <a:gd name="T14" fmla="*/ 0 w 6"/>
                  <a:gd name="T15" fmla="*/ 16 h 73"/>
                  <a:gd name="T16" fmla="*/ 1 w 6"/>
                  <a:gd name="T17" fmla="*/ 17 h 73"/>
                  <a:gd name="T18" fmla="*/ 1 w 6"/>
                  <a:gd name="T19" fmla="*/ 14 h 73"/>
                  <a:gd name="T20" fmla="*/ 1 w 6"/>
                  <a:gd name="T21" fmla="*/ 12 h 73"/>
                  <a:gd name="T22" fmla="*/ 1 w 6"/>
                  <a:gd name="T23" fmla="*/ 12 h 73"/>
                  <a:gd name="T24" fmla="*/ 1 w 6"/>
                  <a:gd name="T25" fmla="*/ 13 h 73"/>
                  <a:gd name="T26" fmla="*/ 1 w 6"/>
                  <a:gd name="T27" fmla="*/ 9 h 73"/>
                  <a:gd name="T28" fmla="*/ 2 w 6"/>
                  <a:gd name="T29" fmla="*/ 5 h 73"/>
                  <a:gd name="T30" fmla="*/ 2 w 6"/>
                  <a:gd name="T31" fmla="*/ 3 h 73"/>
                  <a:gd name="T32" fmla="*/ 2 w 6"/>
                  <a:gd name="T33" fmla="*/ 2 h 73"/>
                  <a:gd name="T34" fmla="*/ 2 w 6"/>
                  <a:gd name="T35" fmla="*/ 0 h 73"/>
                  <a:gd name="T36" fmla="*/ 2 w 6"/>
                  <a:gd name="T37" fmla="*/ 1 h 73"/>
                  <a:gd name="T38" fmla="*/ 2 w 6"/>
                  <a:gd name="T39" fmla="*/ 2 h 73"/>
                  <a:gd name="T40" fmla="*/ 2 w 6"/>
                  <a:gd name="T41" fmla="*/ 2 h 73"/>
                  <a:gd name="T42" fmla="*/ 2 w 6"/>
                  <a:gd name="T43" fmla="*/ 4 h 73"/>
                  <a:gd name="T44" fmla="*/ 2 w 6"/>
                  <a:gd name="T45" fmla="*/ 7 h 73"/>
                  <a:gd name="T46" fmla="*/ 3 w 6"/>
                  <a:gd name="T47" fmla="*/ 10 h 73"/>
                  <a:gd name="T48" fmla="*/ 3 w 6"/>
                  <a:gd name="T49" fmla="*/ 13 h 73"/>
                  <a:gd name="T50" fmla="*/ 3 w 6"/>
                  <a:gd name="T51" fmla="*/ 14 h 73"/>
                  <a:gd name="T52" fmla="*/ 3 w 6"/>
                  <a:gd name="T53" fmla="*/ 14 h 73"/>
                  <a:gd name="T54" fmla="*/ 3 w 6"/>
                  <a:gd name="T55" fmla="*/ 13 h 73"/>
                  <a:gd name="T56" fmla="*/ 3 w 6"/>
                  <a:gd name="T57" fmla="*/ 15 h 73"/>
                  <a:gd name="T58" fmla="*/ 3 w 6"/>
                  <a:gd name="T59" fmla="*/ 16 h 73"/>
                  <a:gd name="T60" fmla="*/ 3 w 6"/>
                  <a:gd name="T61" fmla="*/ 17 h 73"/>
                  <a:gd name="T62" fmla="*/ 3 w 6"/>
                  <a:gd name="T63" fmla="*/ 17 h 73"/>
                  <a:gd name="T64" fmla="*/ 4 w 6"/>
                  <a:gd name="T65" fmla="*/ 18 h 73"/>
                  <a:gd name="T66" fmla="*/ 4 w 6"/>
                  <a:gd name="T67" fmla="*/ 18 h 73"/>
                  <a:gd name="T68" fmla="*/ 4 w 6"/>
                  <a:gd name="T69" fmla="*/ 19 h 73"/>
                  <a:gd name="T70" fmla="*/ 4 w 6"/>
                  <a:gd name="T71" fmla="*/ 23 h 73"/>
                  <a:gd name="T72" fmla="*/ 4 w 6"/>
                  <a:gd name="T73" fmla="*/ 28 h 73"/>
                  <a:gd name="T74" fmla="*/ 4 w 6"/>
                  <a:gd name="T75" fmla="*/ 31 h 73"/>
                  <a:gd name="T76" fmla="*/ 5 w 6"/>
                  <a:gd name="T77" fmla="*/ 32 h 73"/>
                  <a:gd name="T78" fmla="*/ 5 w 6"/>
                  <a:gd name="T79" fmla="*/ 34 h 73"/>
                  <a:gd name="T80" fmla="*/ 5 w 6"/>
                  <a:gd name="T81" fmla="*/ 36 h 73"/>
                  <a:gd name="T82" fmla="*/ 5 w 6"/>
                  <a:gd name="T83" fmla="*/ 39 h 73"/>
                  <a:gd name="T84" fmla="*/ 5 w 6"/>
                  <a:gd name="T85" fmla="*/ 42 h 73"/>
                  <a:gd name="T86" fmla="*/ 5 w 6"/>
                  <a:gd name="T87" fmla="*/ 46 h 73"/>
                  <a:gd name="T88" fmla="*/ 5 w 6"/>
                  <a:gd name="T89" fmla="*/ 48 h 73"/>
                  <a:gd name="T90" fmla="*/ 5 w 6"/>
                  <a:gd name="T91" fmla="*/ 50 h 73"/>
                  <a:gd name="T92" fmla="*/ 5 w 6"/>
                  <a:gd name="T93" fmla="*/ 55 h 73"/>
                  <a:gd name="T94" fmla="*/ 6 w 6"/>
                  <a:gd name="T95" fmla="*/ 60 h 73"/>
                  <a:gd name="T96" fmla="*/ 6 w 6"/>
                  <a:gd name="T97" fmla="*/ 63 h 73"/>
                  <a:gd name="T98" fmla="*/ 6 w 6"/>
                  <a:gd name="T99" fmla="*/ 66 h 73"/>
                  <a:gd name="T100" fmla="*/ 6 w 6"/>
                  <a:gd name="T101" fmla="*/ 70 h 73"/>
                  <a:gd name="T102" fmla="*/ 6 w 6"/>
                  <a:gd name="T103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3">
                    <a:moveTo>
                      <a:pt x="0" y="15"/>
                    </a:moveTo>
                    <a:lnTo>
                      <a:pt x="0" y="15"/>
                    </a:lnTo>
                    <a:lnTo>
                      <a:pt x="0" y="15"/>
                    </a:lnTo>
                    <a:lnTo>
                      <a:pt x="0" y="13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0" y="15"/>
                    </a:lnTo>
                    <a:lnTo>
                      <a:pt x="0" y="16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1" y="12"/>
                    </a:lnTo>
                    <a:lnTo>
                      <a:pt x="1" y="12"/>
                    </a:lnTo>
                    <a:lnTo>
                      <a:pt x="1" y="13"/>
                    </a:lnTo>
                    <a:lnTo>
                      <a:pt x="1" y="9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2" y="7"/>
                    </a:lnTo>
                    <a:lnTo>
                      <a:pt x="3" y="10"/>
                    </a:lnTo>
                    <a:lnTo>
                      <a:pt x="3" y="13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3" y="15"/>
                    </a:lnTo>
                    <a:lnTo>
                      <a:pt x="3" y="16"/>
                    </a:lnTo>
                    <a:lnTo>
                      <a:pt x="3" y="17"/>
                    </a:lnTo>
                    <a:lnTo>
                      <a:pt x="3" y="17"/>
                    </a:lnTo>
                    <a:lnTo>
                      <a:pt x="4" y="18"/>
                    </a:lnTo>
                    <a:lnTo>
                      <a:pt x="4" y="18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4" y="28"/>
                    </a:lnTo>
                    <a:lnTo>
                      <a:pt x="4" y="31"/>
                    </a:lnTo>
                    <a:lnTo>
                      <a:pt x="5" y="32"/>
                    </a:lnTo>
                    <a:lnTo>
                      <a:pt x="5" y="34"/>
                    </a:lnTo>
                    <a:lnTo>
                      <a:pt x="5" y="36"/>
                    </a:lnTo>
                    <a:lnTo>
                      <a:pt x="5" y="39"/>
                    </a:lnTo>
                    <a:lnTo>
                      <a:pt x="5" y="42"/>
                    </a:lnTo>
                    <a:lnTo>
                      <a:pt x="5" y="46"/>
                    </a:lnTo>
                    <a:lnTo>
                      <a:pt x="5" y="48"/>
                    </a:lnTo>
                    <a:lnTo>
                      <a:pt x="5" y="50"/>
                    </a:lnTo>
                    <a:lnTo>
                      <a:pt x="5" y="55"/>
                    </a:lnTo>
                    <a:lnTo>
                      <a:pt x="6" y="60"/>
                    </a:lnTo>
                    <a:lnTo>
                      <a:pt x="6" y="63"/>
                    </a:lnTo>
                    <a:lnTo>
                      <a:pt x="6" y="66"/>
                    </a:lnTo>
                    <a:lnTo>
                      <a:pt x="6" y="70"/>
                    </a:lnTo>
                    <a:lnTo>
                      <a:pt x="6" y="7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23" name="Freeform 883"/>
              <p:cNvSpPr/>
              <p:nvPr/>
            </p:nvSpPr>
            <p:spPr bwMode="auto">
              <a:xfrm>
                <a:off x="1515" y="2989"/>
                <a:ext cx="6" cy="87"/>
              </a:xfrm>
              <a:custGeom>
                <a:avLst/>
                <a:gdLst>
                  <a:gd name="T0" fmla="*/ 0 w 6"/>
                  <a:gd name="T1" fmla="*/ 0 h 87"/>
                  <a:gd name="T2" fmla="*/ 0 w 6"/>
                  <a:gd name="T3" fmla="*/ 3 h 87"/>
                  <a:gd name="T4" fmla="*/ 0 w 6"/>
                  <a:gd name="T5" fmla="*/ 4 h 87"/>
                  <a:gd name="T6" fmla="*/ 1 w 6"/>
                  <a:gd name="T7" fmla="*/ 6 h 87"/>
                  <a:gd name="T8" fmla="*/ 1 w 6"/>
                  <a:gd name="T9" fmla="*/ 9 h 87"/>
                  <a:gd name="T10" fmla="*/ 1 w 6"/>
                  <a:gd name="T11" fmla="*/ 10 h 87"/>
                  <a:gd name="T12" fmla="*/ 1 w 6"/>
                  <a:gd name="T13" fmla="*/ 9 h 87"/>
                  <a:gd name="T14" fmla="*/ 1 w 6"/>
                  <a:gd name="T15" fmla="*/ 11 h 87"/>
                  <a:gd name="T16" fmla="*/ 1 w 6"/>
                  <a:gd name="T17" fmla="*/ 13 h 87"/>
                  <a:gd name="T18" fmla="*/ 1 w 6"/>
                  <a:gd name="T19" fmla="*/ 13 h 87"/>
                  <a:gd name="T20" fmla="*/ 1 w 6"/>
                  <a:gd name="T21" fmla="*/ 13 h 87"/>
                  <a:gd name="T22" fmla="*/ 1 w 6"/>
                  <a:gd name="T23" fmla="*/ 13 h 87"/>
                  <a:gd name="T24" fmla="*/ 1 w 6"/>
                  <a:gd name="T25" fmla="*/ 13 h 87"/>
                  <a:gd name="T26" fmla="*/ 2 w 6"/>
                  <a:gd name="T27" fmla="*/ 16 h 87"/>
                  <a:gd name="T28" fmla="*/ 2 w 6"/>
                  <a:gd name="T29" fmla="*/ 15 h 87"/>
                  <a:gd name="T30" fmla="*/ 2 w 6"/>
                  <a:gd name="T31" fmla="*/ 10 h 87"/>
                  <a:gd name="T32" fmla="*/ 2 w 6"/>
                  <a:gd name="T33" fmla="*/ 10 h 87"/>
                  <a:gd name="T34" fmla="*/ 2 w 6"/>
                  <a:gd name="T35" fmla="*/ 15 h 87"/>
                  <a:gd name="T36" fmla="*/ 2 w 6"/>
                  <a:gd name="T37" fmla="*/ 14 h 87"/>
                  <a:gd name="T38" fmla="*/ 2 w 6"/>
                  <a:gd name="T39" fmla="*/ 10 h 87"/>
                  <a:gd name="T40" fmla="*/ 2 w 6"/>
                  <a:gd name="T41" fmla="*/ 9 h 87"/>
                  <a:gd name="T42" fmla="*/ 2 w 6"/>
                  <a:gd name="T43" fmla="*/ 9 h 87"/>
                  <a:gd name="T44" fmla="*/ 3 w 6"/>
                  <a:gd name="T45" fmla="*/ 7 h 87"/>
                  <a:gd name="T46" fmla="*/ 3 w 6"/>
                  <a:gd name="T47" fmla="*/ 9 h 87"/>
                  <a:gd name="T48" fmla="*/ 3 w 6"/>
                  <a:gd name="T49" fmla="*/ 12 h 87"/>
                  <a:gd name="T50" fmla="*/ 3 w 6"/>
                  <a:gd name="T51" fmla="*/ 11 h 87"/>
                  <a:gd name="T52" fmla="*/ 3 w 6"/>
                  <a:gd name="T53" fmla="*/ 9 h 87"/>
                  <a:gd name="T54" fmla="*/ 3 w 6"/>
                  <a:gd name="T55" fmla="*/ 15 h 87"/>
                  <a:gd name="T56" fmla="*/ 4 w 6"/>
                  <a:gd name="T57" fmla="*/ 24 h 87"/>
                  <a:gd name="T58" fmla="*/ 4 w 6"/>
                  <a:gd name="T59" fmla="*/ 25 h 87"/>
                  <a:gd name="T60" fmla="*/ 4 w 6"/>
                  <a:gd name="T61" fmla="*/ 26 h 87"/>
                  <a:gd name="T62" fmla="*/ 4 w 6"/>
                  <a:gd name="T63" fmla="*/ 32 h 87"/>
                  <a:gd name="T64" fmla="*/ 4 w 6"/>
                  <a:gd name="T65" fmla="*/ 36 h 87"/>
                  <a:gd name="T66" fmla="*/ 4 w 6"/>
                  <a:gd name="T67" fmla="*/ 36 h 87"/>
                  <a:gd name="T68" fmla="*/ 4 w 6"/>
                  <a:gd name="T69" fmla="*/ 38 h 87"/>
                  <a:gd name="T70" fmla="*/ 4 w 6"/>
                  <a:gd name="T71" fmla="*/ 43 h 87"/>
                  <a:gd name="T72" fmla="*/ 4 w 6"/>
                  <a:gd name="T73" fmla="*/ 46 h 87"/>
                  <a:gd name="T74" fmla="*/ 5 w 6"/>
                  <a:gd name="T75" fmla="*/ 47 h 87"/>
                  <a:gd name="T76" fmla="*/ 5 w 6"/>
                  <a:gd name="T77" fmla="*/ 47 h 87"/>
                  <a:gd name="T78" fmla="*/ 5 w 6"/>
                  <a:gd name="T79" fmla="*/ 49 h 87"/>
                  <a:gd name="T80" fmla="*/ 5 w 6"/>
                  <a:gd name="T81" fmla="*/ 53 h 87"/>
                  <a:gd name="T82" fmla="*/ 5 w 6"/>
                  <a:gd name="T83" fmla="*/ 58 h 87"/>
                  <a:gd name="T84" fmla="*/ 5 w 6"/>
                  <a:gd name="T85" fmla="*/ 64 h 87"/>
                  <a:gd name="T86" fmla="*/ 6 w 6"/>
                  <a:gd name="T87" fmla="*/ 69 h 87"/>
                  <a:gd name="T88" fmla="*/ 6 w 6"/>
                  <a:gd name="T89" fmla="*/ 73 h 87"/>
                  <a:gd name="T90" fmla="*/ 6 w 6"/>
                  <a:gd name="T91" fmla="*/ 75 h 87"/>
                  <a:gd name="T92" fmla="*/ 6 w 6"/>
                  <a:gd name="T93" fmla="*/ 77 h 87"/>
                  <a:gd name="T94" fmla="*/ 6 w 6"/>
                  <a:gd name="T95" fmla="*/ 81 h 87"/>
                  <a:gd name="T96" fmla="*/ 6 w 6"/>
                  <a:gd name="T97" fmla="*/ 87 h 87"/>
                  <a:gd name="T98" fmla="*/ 6 w 6"/>
                  <a:gd name="T99" fmla="*/ 87 h 87"/>
                  <a:gd name="T100" fmla="*/ 6 w 6"/>
                  <a:gd name="T101" fmla="*/ 82 h 87"/>
                  <a:gd name="T102" fmla="*/ 6 w 6"/>
                  <a:gd name="T103" fmla="*/ 8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7">
                    <a:moveTo>
                      <a:pt x="0" y="0"/>
                    </a:moveTo>
                    <a:lnTo>
                      <a:pt x="0" y="3"/>
                    </a:lnTo>
                    <a:lnTo>
                      <a:pt x="0" y="4"/>
                    </a:lnTo>
                    <a:lnTo>
                      <a:pt x="1" y="6"/>
                    </a:lnTo>
                    <a:lnTo>
                      <a:pt x="1" y="9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1" y="11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2" y="10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3" y="7"/>
                    </a:lnTo>
                    <a:lnTo>
                      <a:pt x="3" y="9"/>
                    </a:lnTo>
                    <a:lnTo>
                      <a:pt x="3" y="12"/>
                    </a:lnTo>
                    <a:lnTo>
                      <a:pt x="3" y="11"/>
                    </a:lnTo>
                    <a:lnTo>
                      <a:pt x="3" y="9"/>
                    </a:lnTo>
                    <a:lnTo>
                      <a:pt x="3" y="15"/>
                    </a:lnTo>
                    <a:lnTo>
                      <a:pt x="4" y="24"/>
                    </a:lnTo>
                    <a:lnTo>
                      <a:pt x="4" y="25"/>
                    </a:lnTo>
                    <a:lnTo>
                      <a:pt x="4" y="26"/>
                    </a:lnTo>
                    <a:lnTo>
                      <a:pt x="4" y="32"/>
                    </a:lnTo>
                    <a:lnTo>
                      <a:pt x="4" y="36"/>
                    </a:lnTo>
                    <a:lnTo>
                      <a:pt x="4" y="36"/>
                    </a:lnTo>
                    <a:lnTo>
                      <a:pt x="4" y="38"/>
                    </a:lnTo>
                    <a:lnTo>
                      <a:pt x="4" y="43"/>
                    </a:lnTo>
                    <a:lnTo>
                      <a:pt x="4" y="46"/>
                    </a:lnTo>
                    <a:lnTo>
                      <a:pt x="5" y="47"/>
                    </a:lnTo>
                    <a:lnTo>
                      <a:pt x="5" y="47"/>
                    </a:lnTo>
                    <a:lnTo>
                      <a:pt x="5" y="49"/>
                    </a:lnTo>
                    <a:lnTo>
                      <a:pt x="5" y="53"/>
                    </a:lnTo>
                    <a:lnTo>
                      <a:pt x="5" y="58"/>
                    </a:lnTo>
                    <a:lnTo>
                      <a:pt x="5" y="64"/>
                    </a:lnTo>
                    <a:lnTo>
                      <a:pt x="6" y="69"/>
                    </a:lnTo>
                    <a:lnTo>
                      <a:pt x="6" y="73"/>
                    </a:lnTo>
                    <a:lnTo>
                      <a:pt x="6" y="75"/>
                    </a:lnTo>
                    <a:lnTo>
                      <a:pt x="6" y="77"/>
                    </a:lnTo>
                    <a:lnTo>
                      <a:pt x="6" y="81"/>
                    </a:lnTo>
                    <a:lnTo>
                      <a:pt x="6" y="87"/>
                    </a:lnTo>
                    <a:lnTo>
                      <a:pt x="6" y="87"/>
                    </a:lnTo>
                    <a:lnTo>
                      <a:pt x="6" y="82"/>
                    </a:lnTo>
                    <a:lnTo>
                      <a:pt x="6" y="8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24" name="Freeform 884"/>
              <p:cNvSpPr/>
              <p:nvPr/>
            </p:nvSpPr>
            <p:spPr bwMode="auto">
              <a:xfrm>
                <a:off x="1521" y="2917"/>
                <a:ext cx="7" cy="158"/>
              </a:xfrm>
              <a:custGeom>
                <a:avLst/>
                <a:gdLst>
                  <a:gd name="T0" fmla="*/ 0 w 7"/>
                  <a:gd name="T1" fmla="*/ 154 h 158"/>
                  <a:gd name="T2" fmla="*/ 0 w 7"/>
                  <a:gd name="T3" fmla="*/ 152 h 158"/>
                  <a:gd name="T4" fmla="*/ 1 w 7"/>
                  <a:gd name="T5" fmla="*/ 156 h 158"/>
                  <a:gd name="T6" fmla="*/ 1 w 7"/>
                  <a:gd name="T7" fmla="*/ 157 h 158"/>
                  <a:gd name="T8" fmla="*/ 1 w 7"/>
                  <a:gd name="T9" fmla="*/ 156 h 158"/>
                  <a:gd name="T10" fmla="*/ 1 w 7"/>
                  <a:gd name="T11" fmla="*/ 158 h 158"/>
                  <a:gd name="T12" fmla="*/ 1 w 7"/>
                  <a:gd name="T13" fmla="*/ 158 h 158"/>
                  <a:gd name="T14" fmla="*/ 1 w 7"/>
                  <a:gd name="T15" fmla="*/ 152 h 158"/>
                  <a:gd name="T16" fmla="*/ 1 w 7"/>
                  <a:gd name="T17" fmla="*/ 150 h 158"/>
                  <a:gd name="T18" fmla="*/ 1 w 7"/>
                  <a:gd name="T19" fmla="*/ 154 h 158"/>
                  <a:gd name="T20" fmla="*/ 1 w 7"/>
                  <a:gd name="T21" fmla="*/ 153 h 158"/>
                  <a:gd name="T22" fmla="*/ 2 w 7"/>
                  <a:gd name="T23" fmla="*/ 150 h 158"/>
                  <a:gd name="T24" fmla="*/ 2 w 7"/>
                  <a:gd name="T25" fmla="*/ 150 h 158"/>
                  <a:gd name="T26" fmla="*/ 2 w 7"/>
                  <a:gd name="T27" fmla="*/ 150 h 158"/>
                  <a:gd name="T28" fmla="*/ 2 w 7"/>
                  <a:gd name="T29" fmla="*/ 142 h 158"/>
                  <a:gd name="T30" fmla="*/ 2 w 7"/>
                  <a:gd name="T31" fmla="*/ 137 h 158"/>
                  <a:gd name="T32" fmla="*/ 2 w 7"/>
                  <a:gd name="T33" fmla="*/ 142 h 158"/>
                  <a:gd name="T34" fmla="*/ 3 w 7"/>
                  <a:gd name="T35" fmla="*/ 144 h 158"/>
                  <a:gd name="T36" fmla="*/ 3 w 7"/>
                  <a:gd name="T37" fmla="*/ 137 h 158"/>
                  <a:gd name="T38" fmla="*/ 3 w 7"/>
                  <a:gd name="T39" fmla="*/ 128 h 158"/>
                  <a:gd name="T40" fmla="*/ 3 w 7"/>
                  <a:gd name="T41" fmla="*/ 121 h 158"/>
                  <a:gd name="T42" fmla="*/ 3 w 7"/>
                  <a:gd name="T43" fmla="*/ 116 h 158"/>
                  <a:gd name="T44" fmla="*/ 3 w 7"/>
                  <a:gd name="T45" fmla="*/ 112 h 158"/>
                  <a:gd name="T46" fmla="*/ 3 w 7"/>
                  <a:gd name="T47" fmla="*/ 108 h 158"/>
                  <a:gd name="T48" fmla="*/ 3 w 7"/>
                  <a:gd name="T49" fmla="*/ 106 h 158"/>
                  <a:gd name="T50" fmla="*/ 3 w 7"/>
                  <a:gd name="T51" fmla="*/ 99 h 158"/>
                  <a:gd name="T52" fmla="*/ 4 w 7"/>
                  <a:gd name="T53" fmla="*/ 93 h 158"/>
                  <a:gd name="T54" fmla="*/ 4 w 7"/>
                  <a:gd name="T55" fmla="*/ 92 h 158"/>
                  <a:gd name="T56" fmla="*/ 4 w 7"/>
                  <a:gd name="T57" fmla="*/ 91 h 158"/>
                  <a:gd name="T58" fmla="*/ 4 w 7"/>
                  <a:gd name="T59" fmla="*/ 84 h 158"/>
                  <a:gd name="T60" fmla="*/ 4 w 7"/>
                  <a:gd name="T61" fmla="*/ 79 h 158"/>
                  <a:gd name="T62" fmla="*/ 4 w 7"/>
                  <a:gd name="T63" fmla="*/ 75 h 158"/>
                  <a:gd name="T64" fmla="*/ 4 w 7"/>
                  <a:gd name="T65" fmla="*/ 63 h 158"/>
                  <a:gd name="T66" fmla="*/ 5 w 7"/>
                  <a:gd name="T67" fmla="*/ 53 h 158"/>
                  <a:gd name="T68" fmla="*/ 5 w 7"/>
                  <a:gd name="T69" fmla="*/ 51 h 158"/>
                  <a:gd name="T70" fmla="*/ 5 w 7"/>
                  <a:gd name="T71" fmla="*/ 47 h 158"/>
                  <a:gd name="T72" fmla="*/ 5 w 7"/>
                  <a:gd name="T73" fmla="*/ 40 h 158"/>
                  <a:gd name="T74" fmla="*/ 5 w 7"/>
                  <a:gd name="T75" fmla="*/ 34 h 158"/>
                  <a:gd name="T76" fmla="*/ 5 w 7"/>
                  <a:gd name="T77" fmla="*/ 29 h 158"/>
                  <a:gd name="T78" fmla="*/ 5 w 7"/>
                  <a:gd name="T79" fmla="*/ 22 h 158"/>
                  <a:gd name="T80" fmla="*/ 5 w 7"/>
                  <a:gd name="T81" fmla="*/ 17 h 158"/>
                  <a:gd name="T82" fmla="*/ 5 w 7"/>
                  <a:gd name="T83" fmla="*/ 18 h 158"/>
                  <a:gd name="T84" fmla="*/ 6 w 7"/>
                  <a:gd name="T85" fmla="*/ 17 h 158"/>
                  <a:gd name="T86" fmla="*/ 6 w 7"/>
                  <a:gd name="T87" fmla="*/ 9 h 158"/>
                  <a:gd name="T88" fmla="*/ 6 w 7"/>
                  <a:gd name="T89" fmla="*/ 3 h 158"/>
                  <a:gd name="T90" fmla="*/ 6 w 7"/>
                  <a:gd name="T91" fmla="*/ 2 h 158"/>
                  <a:gd name="T92" fmla="*/ 6 w 7"/>
                  <a:gd name="T93" fmla="*/ 2 h 158"/>
                  <a:gd name="T94" fmla="*/ 6 w 7"/>
                  <a:gd name="T95" fmla="*/ 0 h 158"/>
                  <a:gd name="T96" fmla="*/ 6 w 7"/>
                  <a:gd name="T97" fmla="*/ 1 h 158"/>
                  <a:gd name="T98" fmla="*/ 6 w 7"/>
                  <a:gd name="T99" fmla="*/ 3 h 158"/>
                  <a:gd name="T100" fmla="*/ 6 w 7"/>
                  <a:gd name="T101" fmla="*/ 2 h 158"/>
                  <a:gd name="T102" fmla="*/ 7 w 7"/>
                  <a:gd name="T103" fmla="*/ 2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58">
                    <a:moveTo>
                      <a:pt x="0" y="154"/>
                    </a:moveTo>
                    <a:lnTo>
                      <a:pt x="0" y="152"/>
                    </a:lnTo>
                    <a:lnTo>
                      <a:pt x="1" y="156"/>
                    </a:lnTo>
                    <a:lnTo>
                      <a:pt x="1" y="157"/>
                    </a:lnTo>
                    <a:lnTo>
                      <a:pt x="1" y="156"/>
                    </a:lnTo>
                    <a:lnTo>
                      <a:pt x="1" y="158"/>
                    </a:lnTo>
                    <a:lnTo>
                      <a:pt x="1" y="158"/>
                    </a:lnTo>
                    <a:lnTo>
                      <a:pt x="1" y="152"/>
                    </a:lnTo>
                    <a:lnTo>
                      <a:pt x="1" y="150"/>
                    </a:lnTo>
                    <a:lnTo>
                      <a:pt x="1" y="154"/>
                    </a:lnTo>
                    <a:lnTo>
                      <a:pt x="1" y="153"/>
                    </a:lnTo>
                    <a:lnTo>
                      <a:pt x="2" y="150"/>
                    </a:lnTo>
                    <a:lnTo>
                      <a:pt x="2" y="150"/>
                    </a:lnTo>
                    <a:lnTo>
                      <a:pt x="2" y="150"/>
                    </a:lnTo>
                    <a:lnTo>
                      <a:pt x="2" y="142"/>
                    </a:lnTo>
                    <a:lnTo>
                      <a:pt x="2" y="137"/>
                    </a:lnTo>
                    <a:lnTo>
                      <a:pt x="2" y="142"/>
                    </a:lnTo>
                    <a:lnTo>
                      <a:pt x="3" y="144"/>
                    </a:lnTo>
                    <a:lnTo>
                      <a:pt x="3" y="137"/>
                    </a:lnTo>
                    <a:lnTo>
                      <a:pt x="3" y="128"/>
                    </a:lnTo>
                    <a:lnTo>
                      <a:pt x="3" y="121"/>
                    </a:lnTo>
                    <a:lnTo>
                      <a:pt x="3" y="116"/>
                    </a:lnTo>
                    <a:lnTo>
                      <a:pt x="3" y="112"/>
                    </a:lnTo>
                    <a:lnTo>
                      <a:pt x="3" y="108"/>
                    </a:lnTo>
                    <a:lnTo>
                      <a:pt x="3" y="106"/>
                    </a:lnTo>
                    <a:lnTo>
                      <a:pt x="3" y="99"/>
                    </a:lnTo>
                    <a:lnTo>
                      <a:pt x="4" y="93"/>
                    </a:lnTo>
                    <a:lnTo>
                      <a:pt x="4" y="92"/>
                    </a:lnTo>
                    <a:lnTo>
                      <a:pt x="4" y="91"/>
                    </a:lnTo>
                    <a:lnTo>
                      <a:pt x="4" y="84"/>
                    </a:lnTo>
                    <a:lnTo>
                      <a:pt x="4" y="79"/>
                    </a:lnTo>
                    <a:lnTo>
                      <a:pt x="4" y="75"/>
                    </a:lnTo>
                    <a:lnTo>
                      <a:pt x="4" y="63"/>
                    </a:lnTo>
                    <a:lnTo>
                      <a:pt x="5" y="53"/>
                    </a:lnTo>
                    <a:lnTo>
                      <a:pt x="5" y="51"/>
                    </a:lnTo>
                    <a:lnTo>
                      <a:pt x="5" y="47"/>
                    </a:lnTo>
                    <a:lnTo>
                      <a:pt x="5" y="40"/>
                    </a:lnTo>
                    <a:lnTo>
                      <a:pt x="5" y="34"/>
                    </a:lnTo>
                    <a:lnTo>
                      <a:pt x="5" y="29"/>
                    </a:lnTo>
                    <a:lnTo>
                      <a:pt x="5" y="22"/>
                    </a:lnTo>
                    <a:lnTo>
                      <a:pt x="5" y="17"/>
                    </a:lnTo>
                    <a:lnTo>
                      <a:pt x="5" y="18"/>
                    </a:lnTo>
                    <a:lnTo>
                      <a:pt x="6" y="17"/>
                    </a:lnTo>
                    <a:lnTo>
                      <a:pt x="6" y="9"/>
                    </a:lnTo>
                    <a:lnTo>
                      <a:pt x="6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2"/>
                    </a:lnTo>
                    <a:lnTo>
                      <a:pt x="7" y="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25" name="Freeform 885"/>
              <p:cNvSpPr/>
              <p:nvPr/>
            </p:nvSpPr>
            <p:spPr bwMode="auto">
              <a:xfrm>
                <a:off x="1527" y="2878"/>
                <a:ext cx="7" cy="78"/>
              </a:xfrm>
              <a:custGeom>
                <a:avLst/>
                <a:gdLst>
                  <a:gd name="T0" fmla="*/ 0 w 7"/>
                  <a:gd name="T1" fmla="*/ 41 h 78"/>
                  <a:gd name="T2" fmla="*/ 1 w 7"/>
                  <a:gd name="T3" fmla="*/ 41 h 78"/>
                  <a:gd name="T4" fmla="*/ 1 w 7"/>
                  <a:gd name="T5" fmla="*/ 46 h 78"/>
                  <a:gd name="T6" fmla="*/ 1 w 7"/>
                  <a:gd name="T7" fmla="*/ 49 h 78"/>
                  <a:gd name="T8" fmla="*/ 1 w 7"/>
                  <a:gd name="T9" fmla="*/ 46 h 78"/>
                  <a:gd name="T10" fmla="*/ 1 w 7"/>
                  <a:gd name="T11" fmla="*/ 45 h 78"/>
                  <a:gd name="T12" fmla="*/ 1 w 7"/>
                  <a:gd name="T13" fmla="*/ 48 h 78"/>
                  <a:gd name="T14" fmla="*/ 2 w 7"/>
                  <a:gd name="T15" fmla="*/ 50 h 78"/>
                  <a:gd name="T16" fmla="*/ 2 w 7"/>
                  <a:gd name="T17" fmla="*/ 50 h 78"/>
                  <a:gd name="T18" fmla="*/ 2 w 7"/>
                  <a:gd name="T19" fmla="*/ 48 h 78"/>
                  <a:gd name="T20" fmla="*/ 2 w 7"/>
                  <a:gd name="T21" fmla="*/ 46 h 78"/>
                  <a:gd name="T22" fmla="*/ 2 w 7"/>
                  <a:gd name="T23" fmla="*/ 43 h 78"/>
                  <a:gd name="T24" fmla="*/ 2 w 7"/>
                  <a:gd name="T25" fmla="*/ 40 h 78"/>
                  <a:gd name="T26" fmla="*/ 2 w 7"/>
                  <a:gd name="T27" fmla="*/ 40 h 78"/>
                  <a:gd name="T28" fmla="*/ 2 w 7"/>
                  <a:gd name="T29" fmla="*/ 40 h 78"/>
                  <a:gd name="T30" fmla="*/ 2 w 7"/>
                  <a:gd name="T31" fmla="*/ 36 h 78"/>
                  <a:gd name="T32" fmla="*/ 3 w 7"/>
                  <a:gd name="T33" fmla="*/ 34 h 78"/>
                  <a:gd name="T34" fmla="*/ 3 w 7"/>
                  <a:gd name="T35" fmla="*/ 34 h 78"/>
                  <a:gd name="T36" fmla="*/ 3 w 7"/>
                  <a:gd name="T37" fmla="*/ 32 h 78"/>
                  <a:gd name="T38" fmla="*/ 3 w 7"/>
                  <a:gd name="T39" fmla="*/ 31 h 78"/>
                  <a:gd name="T40" fmla="*/ 3 w 7"/>
                  <a:gd name="T41" fmla="*/ 31 h 78"/>
                  <a:gd name="T42" fmla="*/ 3 w 7"/>
                  <a:gd name="T43" fmla="*/ 30 h 78"/>
                  <a:gd name="T44" fmla="*/ 4 w 7"/>
                  <a:gd name="T45" fmla="*/ 26 h 78"/>
                  <a:gd name="T46" fmla="*/ 4 w 7"/>
                  <a:gd name="T47" fmla="*/ 22 h 78"/>
                  <a:gd name="T48" fmla="*/ 4 w 7"/>
                  <a:gd name="T49" fmla="*/ 19 h 78"/>
                  <a:gd name="T50" fmla="*/ 4 w 7"/>
                  <a:gd name="T51" fmla="*/ 19 h 78"/>
                  <a:gd name="T52" fmla="*/ 4 w 7"/>
                  <a:gd name="T53" fmla="*/ 17 h 78"/>
                  <a:gd name="T54" fmla="*/ 4 w 7"/>
                  <a:gd name="T55" fmla="*/ 12 h 78"/>
                  <a:gd name="T56" fmla="*/ 4 w 7"/>
                  <a:gd name="T57" fmla="*/ 6 h 78"/>
                  <a:gd name="T58" fmla="*/ 4 w 7"/>
                  <a:gd name="T59" fmla="*/ 2 h 78"/>
                  <a:gd name="T60" fmla="*/ 4 w 7"/>
                  <a:gd name="T61" fmla="*/ 0 h 78"/>
                  <a:gd name="T62" fmla="*/ 5 w 7"/>
                  <a:gd name="T63" fmla="*/ 2 h 78"/>
                  <a:gd name="T64" fmla="*/ 5 w 7"/>
                  <a:gd name="T65" fmla="*/ 3 h 78"/>
                  <a:gd name="T66" fmla="*/ 5 w 7"/>
                  <a:gd name="T67" fmla="*/ 4 h 78"/>
                  <a:gd name="T68" fmla="*/ 5 w 7"/>
                  <a:gd name="T69" fmla="*/ 5 h 78"/>
                  <a:gd name="T70" fmla="*/ 5 w 7"/>
                  <a:gd name="T71" fmla="*/ 6 h 78"/>
                  <a:gd name="T72" fmla="*/ 5 w 7"/>
                  <a:gd name="T73" fmla="*/ 6 h 78"/>
                  <a:gd name="T74" fmla="*/ 5 w 7"/>
                  <a:gd name="T75" fmla="*/ 9 h 78"/>
                  <a:gd name="T76" fmla="*/ 5 w 7"/>
                  <a:gd name="T77" fmla="*/ 14 h 78"/>
                  <a:gd name="T78" fmla="*/ 5 w 7"/>
                  <a:gd name="T79" fmla="*/ 18 h 78"/>
                  <a:gd name="T80" fmla="*/ 6 w 7"/>
                  <a:gd name="T81" fmla="*/ 18 h 78"/>
                  <a:gd name="T82" fmla="*/ 6 w 7"/>
                  <a:gd name="T83" fmla="*/ 17 h 78"/>
                  <a:gd name="T84" fmla="*/ 6 w 7"/>
                  <a:gd name="T85" fmla="*/ 17 h 78"/>
                  <a:gd name="T86" fmla="*/ 6 w 7"/>
                  <a:gd name="T87" fmla="*/ 21 h 78"/>
                  <a:gd name="T88" fmla="*/ 6 w 7"/>
                  <a:gd name="T89" fmla="*/ 31 h 78"/>
                  <a:gd name="T90" fmla="*/ 6 w 7"/>
                  <a:gd name="T91" fmla="*/ 39 h 78"/>
                  <a:gd name="T92" fmla="*/ 6 w 7"/>
                  <a:gd name="T93" fmla="*/ 43 h 78"/>
                  <a:gd name="T94" fmla="*/ 7 w 7"/>
                  <a:gd name="T95" fmla="*/ 46 h 78"/>
                  <a:gd name="T96" fmla="*/ 7 w 7"/>
                  <a:gd name="T97" fmla="*/ 55 h 78"/>
                  <a:gd name="T98" fmla="*/ 7 w 7"/>
                  <a:gd name="T99" fmla="*/ 64 h 78"/>
                  <a:gd name="T100" fmla="*/ 7 w 7"/>
                  <a:gd name="T101" fmla="*/ 71 h 78"/>
                  <a:gd name="T102" fmla="*/ 7 w 7"/>
                  <a:gd name="T103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78">
                    <a:moveTo>
                      <a:pt x="0" y="41"/>
                    </a:moveTo>
                    <a:lnTo>
                      <a:pt x="1" y="41"/>
                    </a:lnTo>
                    <a:lnTo>
                      <a:pt x="1" y="46"/>
                    </a:lnTo>
                    <a:lnTo>
                      <a:pt x="1" y="49"/>
                    </a:lnTo>
                    <a:lnTo>
                      <a:pt x="1" y="46"/>
                    </a:lnTo>
                    <a:lnTo>
                      <a:pt x="1" y="45"/>
                    </a:lnTo>
                    <a:lnTo>
                      <a:pt x="1" y="48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2" y="43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6"/>
                    </a:lnTo>
                    <a:lnTo>
                      <a:pt x="3" y="34"/>
                    </a:lnTo>
                    <a:lnTo>
                      <a:pt x="3" y="34"/>
                    </a:lnTo>
                    <a:lnTo>
                      <a:pt x="3" y="32"/>
                    </a:lnTo>
                    <a:lnTo>
                      <a:pt x="3" y="31"/>
                    </a:lnTo>
                    <a:lnTo>
                      <a:pt x="3" y="31"/>
                    </a:lnTo>
                    <a:lnTo>
                      <a:pt x="3" y="30"/>
                    </a:lnTo>
                    <a:lnTo>
                      <a:pt x="4" y="26"/>
                    </a:lnTo>
                    <a:lnTo>
                      <a:pt x="4" y="22"/>
                    </a:lnTo>
                    <a:lnTo>
                      <a:pt x="4" y="19"/>
                    </a:lnTo>
                    <a:lnTo>
                      <a:pt x="4" y="19"/>
                    </a:lnTo>
                    <a:lnTo>
                      <a:pt x="4" y="17"/>
                    </a:lnTo>
                    <a:lnTo>
                      <a:pt x="4" y="12"/>
                    </a:lnTo>
                    <a:lnTo>
                      <a:pt x="4" y="6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5" y="9"/>
                    </a:lnTo>
                    <a:lnTo>
                      <a:pt x="5" y="14"/>
                    </a:lnTo>
                    <a:lnTo>
                      <a:pt x="5" y="18"/>
                    </a:lnTo>
                    <a:lnTo>
                      <a:pt x="6" y="18"/>
                    </a:lnTo>
                    <a:lnTo>
                      <a:pt x="6" y="17"/>
                    </a:lnTo>
                    <a:lnTo>
                      <a:pt x="6" y="17"/>
                    </a:lnTo>
                    <a:lnTo>
                      <a:pt x="6" y="21"/>
                    </a:lnTo>
                    <a:lnTo>
                      <a:pt x="6" y="31"/>
                    </a:lnTo>
                    <a:lnTo>
                      <a:pt x="6" y="39"/>
                    </a:lnTo>
                    <a:lnTo>
                      <a:pt x="6" y="43"/>
                    </a:lnTo>
                    <a:lnTo>
                      <a:pt x="7" y="46"/>
                    </a:lnTo>
                    <a:lnTo>
                      <a:pt x="7" y="55"/>
                    </a:lnTo>
                    <a:lnTo>
                      <a:pt x="7" y="64"/>
                    </a:lnTo>
                    <a:lnTo>
                      <a:pt x="7" y="71"/>
                    </a:lnTo>
                    <a:lnTo>
                      <a:pt x="7" y="7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26" name="Freeform 886"/>
              <p:cNvSpPr/>
              <p:nvPr/>
            </p:nvSpPr>
            <p:spPr bwMode="auto">
              <a:xfrm>
                <a:off x="1534" y="2934"/>
                <a:ext cx="7" cy="52"/>
              </a:xfrm>
              <a:custGeom>
                <a:avLst/>
                <a:gdLst>
                  <a:gd name="T0" fmla="*/ 0 w 7"/>
                  <a:gd name="T1" fmla="*/ 15 h 52"/>
                  <a:gd name="T2" fmla="*/ 0 w 7"/>
                  <a:gd name="T3" fmla="*/ 22 h 52"/>
                  <a:gd name="T4" fmla="*/ 0 w 7"/>
                  <a:gd name="T5" fmla="*/ 28 h 52"/>
                  <a:gd name="T6" fmla="*/ 0 w 7"/>
                  <a:gd name="T7" fmla="*/ 29 h 52"/>
                  <a:gd name="T8" fmla="*/ 0 w 7"/>
                  <a:gd name="T9" fmla="*/ 32 h 52"/>
                  <a:gd name="T10" fmla="*/ 0 w 7"/>
                  <a:gd name="T11" fmla="*/ 37 h 52"/>
                  <a:gd name="T12" fmla="*/ 1 w 7"/>
                  <a:gd name="T13" fmla="*/ 42 h 52"/>
                  <a:gd name="T14" fmla="*/ 1 w 7"/>
                  <a:gd name="T15" fmla="*/ 44 h 52"/>
                  <a:gd name="T16" fmla="*/ 1 w 7"/>
                  <a:gd name="T17" fmla="*/ 47 h 52"/>
                  <a:gd name="T18" fmla="*/ 1 w 7"/>
                  <a:gd name="T19" fmla="*/ 47 h 52"/>
                  <a:gd name="T20" fmla="*/ 1 w 7"/>
                  <a:gd name="T21" fmla="*/ 44 h 52"/>
                  <a:gd name="T22" fmla="*/ 1 w 7"/>
                  <a:gd name="T23" fmla="*/ 44 h 52"/>
                  <a:gd name="T24" fmla="*/ 2 w 7"/>
                  <a:gd name="T25" fmla="*/ 47 h 52"/>
                  <a:gd name="T26" fmla="*/ 2 w 7"/>
                  <a:gd name="T27" fmla="*/ 50 h 52"/>
                  <a:gd name="T28" fmla="*/ 2 w 7"/>
                  <a:gd name="T29" fmla="*/ 50 h 52"/>
                  <a:gd name="T30" fmla="*/ 2 w 7"/>
                  <a:gd name="T31" fmla="*/ 51 h 52"/>
                  <a:gd name="T32" fmla="*/ 2 w 7"/>
                  <a:gd name="T33" fmla="*/ 50 h 52"/>
                  <a:gd name="T34" fmla="*/ 2 w 7"/>
                  <a:gd name="T35" fmla="*/ 50 h 52"/>
                  <a:gd name="T36" fmla="*/ 2 w 7"/>
                  <a:gd name="T37" fmla="*/ 50 h 52"/>
                  <a:gd name="T38" fmla="*/ 2 w 7"/>
                  <a:gd name="T39" fmla="*/ 52 h 52"/>
                  <a:gd name="T40" fmla="*/ 2 w 7"/>
                  <a:gd name="T41" fmla="*/ 51 h 52"/>
                  <a:gd name="T42" fmla="*/ 3 w 7"/>
                  <a:gd name="T43" fmla="*/ 47 h 52"/>
                  <a:gd name="T44" fmla="*/ 3 w 7"/>
                  <a:gd name="T45" fmla="*/ 45 h 52"/>
                  <a:gd name="T46" fmla="*/ 3 w 7"/>
                  <a:gd name="T47" fmla="*/ 43 h 52"/>
                  <a:gd name="T48" fmla="*/ 3 w 7"/>
                  <a:gd name="T49" fmla="*/ 40 h 52"/>
                  <a:gd name="T50" fmla="*/ 3 w 7"/>
                  <a:gd name="T51" fmla="*/ 34 h 52"/>
                  <a:gd name="T52" fmla="*/ 3 w 7"/>
                  <a:gd name="T53" fmla="*/ 31 h 52"/>
                  <a:gd name="T54" fmla="*/ 3 w 7"/>
                  <a:gd name="T55" fmla="*/ 32 h 52"/>
                  <a:gd name="T56" fmla="*/ 3 w 7"/>
                  <a:gd name="T57" fmla="*/ 30 h 52"/>
                  <a:gd name="T58" fmla="*/ 3 w 7"/>
                  <a:gd name="T59" fmla="*/ 26 h 52"/>
                  <a:gd name="T60" fmla="*/ 4 w 7"/>
                  <a:gd name="T61" fmla="*/ 24 h 52"/>
                  <a:gd name="T62" fmla="*/ 4 w 7"/>
                  <a:gd name="T63" fmla="*/ 22 h 52"/>
                  <a:gd name="T64" fmla="*/ 4 w 7"/>
                  <a:gd name="T65" fmla="*/ 19 h 52"/>
                  <a:gd name="T66" fmla="*/ 4 w 7"/>
                  <a:gd name="T67" fmla="*/ 18 h 52"/>
                  <a:gd name="T68" fmla="*/ 4 w 7"/>
                  <a:gd name="T69" fmla="*/ 19 h 52"/>
                  <a:gd name="T70" fmla="*/ 4 w 7"/>
                  <a:gd name="T71" fmla="*/ 17 h 52"/>
                  <a:gd name="T72" fmla="*/ 5 w 7"/>
                  <a:gd name="T73" fmla="*/ 12 h 52"/>
                  <a:gd name="T74" fmla="*/ 5 w 7"/>
                  <a:gd name="T75" fmla="*/ 12 h 52"/>
                  <a:gd name="T76" fmla="*/ 5 w 7"/>
                  <a:gd name="T77" fmla="*/ 12 h 52"/>
                  <a:gd name="T78" fmla="*/ 5 w 7"/>
                  <a:gd name="T79" fmla="*/ 10 h 52"/>
                  <a:gd name="T80" fmla="*/ 5 w 7"/>
                  <a:gd name="T81" fmla="*/ 8 h 52"/>
                  <a:gd name="T82" fmla="*/ 5 w 7"/>
                  <a:gd name="T83" fmla="*/ 9 h 52"/>
                  <a:gd name="T84" fmla="*/ 5 w 7"/>
                  <a:gd name="T85" fmla="*/ 9 h 52"/>
                  <a:gd name="T86" fmla="*/ 5 w 7"/>
                  <a:gd name="T87" fmla="*/ 7 h 52"/>
                  <a:gd name="T88" fmla="*/ 5 w 7"/>
                  <a:gd name="T89" fmla="*/ 5 h 52"/>
                  <a:gd name="T90" fmla="*/ 6 w 7"/>
                  <a:gd name="T91" fmla="*/ 3 h 52"/>
                  <a:gd name="T92" fmla="*/ 6 w 7"/>
                  <a:gd name="T93" fmla="*/ 3 h 52"/>
                  <a:gd name="T94" fmla="*/ 6 w 7"/>
                  <a:gd name="T95" fmla="*/ 3 h 52"/>
                  <a:gd name="T96" fmla="*/ 6 w 7"/>
                  <a:gd name="T97" fmla="*/ 3 h 52"/>
                  <a:gd name="T98" fmla="*/ 6 w 7"/>
                  <a:gd name="T99" fmla="*/ 2 h 52"/>
                  <a:gd name="T100" fmla="*/ 6 w 7"/>
                  <a:gd name="T101" fmla="*/ 0 h 52"/>
                  <a:gd name="T102" fmla="*/ 7 w 7"/>
                  <a:gd name="T103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2">
                    <a:moveTo>
                      <a:pt x="0" y="15"/>
                    </a:moveTo>
                    <a:lnTo>
                      <a:pt x="0" y="22"/>
                    </a:lnTo>
                    <a:lnTo>
                      <a:pt x="0" y="28"/>
                    </a:lnTo>
                    <a:lnTo>
                      <a:pt x="0" y="29"/>
                    </a:lnTo>
                    <a:lnTo>
                      <a:pt x="0" y="32"/>
                    </a:lnTo>
                    <a:lnTo>
                      <a:pt x="0" y="37"/>
                    </a:lnTo>
                    <a:lnTo>
                      <a:pt x="1" y="42"/>
                    </a:lnTo>
                    <a:lnTo>
                      <a:pt x="1" y="44"/>
                    </a:lnTo>
                    <a:lnTo>
                      <a:pt x="1" y="47"/>
                    </a:lnTo>
                    <a:lnTo>
                      <a:pt x="1" y="47"/>
                    </a:lnTo>
                    <a:lnTo>
                      <a:pt x="1" y="44"/>
                    </a:lnTo>
                    <a:lnTo>
                      <a:pt x="1" y="44"/>
                    </a:lnTo>
                    <a:lnTo>
                      <a:pt x="2" y="47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52"/>
                    </a:lnTo>
                    <a:lnTo>
                      <a:pt x="2" y="51"/>
                    </a:lnTo>
                    <a:lnTo>
                      <a:pt x="3" y="47"/>
                    </a:lnTo>
                    <a:lnTo>
                      <a:pt x="3" y="45"/>
                    </a:lnTo>
                    <a:lnTo>
                      <a:pt x="3" y="43"/>
                    </a:lnTo>
                    <a:lnTo>
                      <a:pt x="3" y="40"/>
                    </a:lnTo>
                    <a:lnTo>
                      <a:pt x="3" y="34"/>
                    </a:lnTo>
                    <a:lnTo>
                      <a:pt x="3" y="31"/>
                    </a:lnTo>
                    <a:lnTo>
                      <a:pt x="3" y="32"/>
                    </a:lnTo>
                    <a:lnTo>
                      <a:pt x="3" y="30"/>
                    </a:lnTo>
                    <a:lnTo>
                      <a:pt x="3" y="26"/>
                    </a:lnTo>
                    <a:lnTo>
                      <a:pt x="4" y="24"/>
                    </a:lnTo>
                    <a:lnTo>
                      <a:pt x="4" y="22"/>
                    </a:lnTo>
                    <a:lnTo>
                      <a:pt x="4" y="19"/>
                    </a:lnTo>
                    <a:lnTo>
                      <a:pt x="4" y="18"/>
                    </a:lnTo>
                    <a:lnTo>
                      <a:pt x="4" y="19"/>
                    </a:lnTo>
                    <a:lnTo>
                      <a:pt x="4" y="17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5" y="10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5" y="5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27" name="Freeform 887"/>
              <p:cNvSpPr/>
              <p:nvPr/>
            </p:nvSpPr>
            <p:spPr bwMode="auto">
              <a:xfrm>
                <a:off x="1540" y="2934"/>
                <a:ext cx="7" cy="69"/>
              </a:xfrm>
              <a:custGeom>
                <a:avLst/>
                <a:gdLst>
                  <a:gd name="T0" fmla="*/ 0 w 7"/>
                  <a:gd name="T1" fmla="*/ 0 h 69"/>
                  <a:gd name="T2" fmla="*/ 1 w 7"/>
                  <a:gd name="T3" fmla="*/ 0 h 69"/>
                  <a:gd name="T4" fmla="*/ 1 w 7"/>
                  <a:gd name="T5" fmla="*/ 1 h 69"/>
                  <a:gd name="T6" fmla="*/ 1 w 7"/>
                  <a:gd name="T7" fmla="*/ 4 h 69"/>
                  <a:gd name="T8" fmla="*/ 1 w 7"/>
                  <a:gd name="T9" fmla="*/ 8 h 69"/>
                  <a:gd name="T10" fmla="*/ 1 w 7"/>
                  <a:gd name="T11" fmla="*/ 11 h 69"/>
                  <a:gd name="T12" fmla="*/ 1 w 7"/>
                  <a:gd name="T13" fmla="*/ 11 h 69"/>
                  <a:gd name="T14" fmla="*/ 1 w 7"/>
                  <a:gd name="T15" fmla="*/ 11 h 69"/>
                  <a:gd name="T16" fmla="*/ 1 w 7"/>
                  <a:gd name="T17" fmla="*/ 15 h 69"/>
                  <a:gd name="T18" fmla="*/ 1 w 7"/>
                  <a:gd name="T19" fmla="*/ 21 h 69"/>
                  <a:gd name="T20" fmla="*/ 2 w 7"/>
                  <a:gd name="T21" fmla="*/ 23 h 69"/>
                  <a:gd name="T22" fmla="*/ 2 w 7"/>
                  <a:gd name="T23" fmla="*/ 24 h 69"/>
                  <a:gd name="T24" fmla="*/ 2 w 7"/>
                  <a:gd name="T25" fmla="*/ 25 h 69"/>
                  <a:gd name="T26" fmla="*/ 2 w 7"/>
                  <a:gd name="T27" fmla="*/ 26 h 69"/>
                  <a:gd name="T28" fmla="*/ 2 w 7"/>
                  <a:gd name="T29" fmla="*/ 26 h 69"/>
                  <a:gd name="T30" fmla="*/ 2 w 7"/>
                  <a:gd name="T31" fmla="*/ 28 h 69"/>
                  <a:gd name="T32" fmla="*/ 2 w 7"/>
                  <a:gd name="T33" fmla="*/ 30 h 69"/>
                  <a:gd name="T34" fmla="*/ 2 w 7"/>
                  <a:gd name="T35" fmla="*/ 29 h 69"/>
                  <a:gd name="T36" fmla="*/ 2 w 7"/>
                  <a:gd name="T37" fmla="*/ 28 h 69"/>
                  <a:gd name="T38" fmla="*/ 2 w 7"/>
                  <a:gd name="T39" fmla="*/ 30 h 69"/>
                  <a:gd name="T40" fmla="*/ 3 w 7"/>
                  <a:gd name="T41" fmla="*/ 32 h 69"/>
                  <a:gd name="T42" fmla="*/ 3 w 7"/>
                  <a:gd name="T43" fmla="*/ 32 h 69"/>
                  <a:gd name="T44" fmla="*/ 3 w 7"/>
                  <a:gd name="T45" fmla="*/ 33 h 69"/>
                  <a:gd name="T46" fmla="*/ 3 w 7"/>
                  <a:gd name="T47" fmla="*/ 35 h 69"/>
                  <a:gd name="T48" fmla="*/ 3 w 7"/>
                  <a:gd name="T49" fmla="*/ 36 h 69"/>
                  <a:gd name="T50" fmla="*/ 3 w 7"/>
                  <a:gd name="T51" fmla="*/ 35 h 69"/>
                  <a:gd name="T52" fmla="*/ 4 w 7"/>
                  <a:gd name="T53" fmla="*/ 36 h 69"/>
                  <a:gd name="T54" fmla="*/ 4 w 7"/>
                  <a:gd name="T55" fmla="*/ 35 h 69"/>
                  <a:gd name="T56" fmla="*/ 4 w 7"/>
                  <a:gd name="T57" fmla="*/ 33 h 69"/>
                  <a:gd name="T58" fmla="*/ 4 w 7"/>
                  <a:gd name="T59" fmla="*/ 33 h 69"/>
                  <a:gd name="T60" fmla="*/ 4 w 7"/>
                  <a:gd name="T61" fmla="*/ 35 h 69"/>
                  <a:gd name="T62" fmla="*/ 4 w 7"/>
                  <a:gd name="T63" fmla="*/ 32 h 69"/>
                  <a:gd name="T64" fmla="*/ 4 w 7"/>
                  <a:gd name="T65" fmla="*/ 27 h 69"/>
                  <a:gd name="T66" fmla="*/ 4 w 7"/>
                  <a:gd name="T67" fmla="*/ 27 h 69"/>
                  <a:gd name="T68" fmla="*/ 4 w 7"/>
                  <a:gd name="T69" fmla="*/ 32 h 69"/>
                  <a:gd name="T70" fmla="*/ 5 w 7"/>
                  <a:gd name="T71" fmla="*/ 33 h 69"/>
                  <a:gd name="T72" fmla="*/ 5 w 7"/>
                  <a:gd name="T73" fmla="*/ 33 h 69"/>
                  <a:gd name="T74" fmla="*/ 5 w 7"/>
                  <a:gd name="T75" fmla="*/ 37 h 69"/>
                  <a:gd name="T76" fmla="*/ 5 w 7"/>
                  <a:gd name="T77" fmla="*/ 40 h 69"/>
                  <a:gd name="T78" fmla="*/ 5 w 7"/>
                  <a:gd name="T79" fmla="*/ 41 h 69"/>
                  <a:gd name="T80" fmla="*/ 5 w 7"/>
                  <a:gd name="T81" fmla="*/ 45 h 69"/>
                  <a:gd name="T82" fmla="*/ 6 w 7"/>
                  <a:gd name="T83" fmla="*/ 50 h 69"/>
                  <a:gd name="T84" fmla="*/ 6 w 7"/>
                  <a:gd name="T85" fmla="*/ 51 h 69"/>
                  <a:gd name="T86" fmla="*/ 6 w 7"/>
                  <a:gd name="T87" fmla="*/ 50 h 69"/>
                  <a:gd name="T88" fmla="*/ 6 w 7"/>
                  <a:gd name="T89" fmla="*/ 53 h 69"/>
                  <a:gd name="T90" fmla="*/ 6 w 7"/>
                  <a:gd name="T91" fmla="*/ 55 h 69"/>
                  <a:gd name="T92" fmla="*/ 6 w 7"/>
                  <a:gd name="T93" fmla="*/ 55 h 69"/>
                  <a:gd name="T94" fmla="*/ 6 w 7"/>
                  <a:gd name="T95" fmla="*/ 56 h 69"/>
                  <a:gd name="T96" fmla="*/ 6 w 7"/>
                  <a:gd name="T97" fmla="*/ 62 h 69"/>
                  <a:gd name="T98" fmla="*/ 6 w 7"/>
                  <a:gd name="T99" fmla="*/ 64 h 69"/>
                  <a:gd name="T100" fmla="*/ 7 w 7"/>
                  <a:gd name="T101" fmla="*/ 64 h 69"/>
                  <a:gd name="T102" fmla="*/ 7 w 7"/>
                  <a:gd name="T103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69">
                    <a:moveTo>
                      <a:pt x="0" y="0"/>
                    </a:moveTo>
                    <a:lnTo>
                      <a:pt x="1" y="0"/>
                    </a:lnTo>
                    <a:lnTo>
                      <a:pt x="1" y="1"/>
                    </a:lnTo>
                    <a:lnTo>
                      <a:pt x="1" y="4"/>
                    </a:lnTo>
                    <a:lnTo>
                      <a:pt x="1" y="8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1" y="15"/>
                    </a:lnTo>
                    <a:lnTo>
                      <a:pt x="1" y="21"/>
                    </a:lnTo>
                    <a:lnTo>
                      <a:pt x="2" y="23"/>
                    </a:lnTo>
                    <a:lnTo>
                      <a:pt x="2" y="24"/>
                    </a:lnTo>
                    <a:lnTo>
                      <a:pt x="2" y="25"/>
                    </a:lnTo>
                    <a:lnTo>
                      <a:pt x="2" y="26"/>
                    </a:lnTo>
                    <a:lnTo>
                      <a:pt x="2" y="26"/>
                    </a:lnTo>
                    <a:lnTo>
                      <a:pt x="2" y="28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30"/>
                    </a:lnTo>
                    <a:lnTo>
                      <a:pt x="3" y="32"/>
                    </a:lnTo>
                    <a:lnTo>
                      <a:pt x="3" y="32"/>
                    </a:lnTo>
                    <a:lnTo>
                      <a:pt x="3" y="33"/>
                    </a:lnTo>
                    <a:lnTo>
                      <a:pt x="3" y="35"/>
                    </a:lnTo>
                    <a:lnTo>
                      <a:pt x="3" y="36"/>
                    </a:lnTo>
                    <a:lnTo>
                      <a:pt x="3" y="35"/>
                    </a:lnTo>
                    <a:lnTo>
                      <a:pt x="4" y="36"/>
                    </a:lnTo>
                    <a:lnTo>
                      <a:pt x="4" y="35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4" y="35"/>
                    </a:lnTo>
                    <a:lnTo>
                      <a:pt x="4" y="32"/>
                    </a:lnTo>
                    <a:lnTo>
                      <a:pt x="4" y="27"/>
                    </a:lnTo>
                    <a:lnTo>
                      <a:pt x="4" y="27"/>
                    </a:lnTo>
                    <a:lnTo>
                      <a:pt x="4" y="32"/>
                    </a:lnTo>
                    <a:lnTo>
                      <a:pt x="5" y="33"/>
                    </a:lnTo>
                    <a:lnTo>
                      <a:pt x="5" y="33"/>
                    </a:lnTo>
                    <a:lnTo>
                      <a:pt x="5" y="37"/>
                    </a:lnTo>
                    <a:lnTo>
                      <a:pt x="5" y="40"/>
                    </a:lnTo>
                    <a:lnTo>
                      <a:pt x="5" y="41"/>
                    </a:lnTo>
                    <a:lnTo>
                      <a:pt x="5" y="45"/>
                    </a:lnTo>
                    <a:lnTo>
                      <a:pt x="6" y="50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53"/>
                    </a:lnTo>
                    <a:lnTo>
                      <a:pt x="6" y="55"/>
                    </a:lnTo>
                    <a:lnTo>
                      <a:pt x="6" y="55"/>
                    </a:lnTo>
                    <a:lnTo>
                      <a:pt x="6" y="56"/>
                    </a:lnTo>
                    <a:lnTo>
                      <a:pt x="6" y="62"/>
                    </a:lnTo>
                    <a:lnTo>
                      <a:pt x="6" y="64"/>
                    </a:lnTo>
                    <a:lnTo>
                      <a:pt x="7" y="64"/>
                    </a:lnTo>
                    <a:lnTo>
                      <a:pt x="7" y="6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28" name="Freeform 888"/>
              <p:cNvSpPr/>
              <p:nvPr/>
            </p:nvSpPr>
            <p:spPr bwMode="auto">
              <a:xfrm>
                <a:off x="1547" y="2968"/>
                <a:ext cx="6" cy="124"/>
              </a:xfrm>
              <a:custGeom>
                <a:avLst/>
                <a:gdLst>
                  <a:gd name="T0" fmla="*/ 0 w 6"/>
                  <a:gd name="T1" fmla="*/ 30 h 124"/>
                  <a:gd name="T2" fmla="*/ 0 w 6"/>
                  <a:gd name="T3" fmla="*/ 35 h 124"/>
                  <a:gd name="T4" fmla="*/ 0 w 6"/>
                  <a:gd name="T5" fmla="*/ 46 h 124"/>
                  <a:gd name="T6" fmla="*/ 0 w 6"/>
                  <a:gd name="T7" fmla="*/ 50 h 124"/>
                  <a:gd name="T8" fmla="*/ 0 w 6"/>
                  <a:gd name="T9" fmla="*/ 52 h 124"/>
                  <a:gd name="T10" fmla="*/ 0 w 6"/>
                  <a:gd name="T11" fmla="*/ 60 h 124"/>
                  <a:gd name="T12" fmla="*/ 0 w 6"/>
                  <a:gd name="T13" fmla="*/ 70 h 124"/>
                  <a:gd name="T14" fmla="*/ 0 w 6"/>
                  <a:gd name="T15" fmla="*/ 74 h 124"/>
                  <a:gd name="T16" fmla="*/ 0 w 6"/>
                  <a:gd name="T17" fmla="*/ 76 h 124"/>
                  <a:gd name="T18" fmla="*/ 1 w 6"/>
                  <a:gd name="T19" fmla="*/ 80 h 124"/>
                  <a:gd name="T20" fmla="*/ 1 w 6"/>
                  <a:gd name="T21" fmla="*/ 84 h 124"/>
                  <a:gd name="T22" fmla="*/ 1 w 6"/>
                  <a:gd name="T23" fmla="*/ 87 h 124"/>
                  <a:gd name="T24" fmla="*/ 1 w 6"/>
                  <a:gd name="T25" fmla="*/ 89 h 124"/>
                  <a:gd name="T26" fmla="*/ 1 w 6"/>
                  <a:gd name="T27" fmla="*/ 90 h 124"/>
                  <a:gd name="T28" fmla="*/ 1 w 6"/>
                  <a:gd name="T29" fmla="*/ 90 h 124"/>
                  <a:gd name="T30" fmla="*/ 2 w 6"/>
                  <a:gd name="T31" fmla="*/ 92 h 124"/>
                  <a:gd name="T32" fmla="*/ 2 w 6"/>
                  <a:gd name="T33" fmla="*/ 96 h 124"/>
                  <a:gd name="T34" fmla="*/ 2 w 6"/>
                  <a:gd name="T35" fmla="*/ 99 h 124"/>
                  <a:gd name="T36" fmla="*/ 2 w 6"/>
                  <a:gd name="T37" fmla="*/ 102 h 124"/>
                  <a:gd name="T38" fmla="*/ 2 w 6"/>
                  <a:gd name="T39" fmla="*/ 110 h 124"/>
                  <a:gd name="T40" fmla="*/ 2 w 6"/>
                  <a:gd name="T41" fmla="*/ 118 h 124"/>
                  <a:gd name="T42" fmla="*/ 2 w 6"/>
                  <a:gd name="T43" fmla="*/ 120 h 124"/>
                  <a:gd name="T44" fmla="*/ 2 w 6"/>
                  <a:gd name="T45" fmla="*/ 120 h 124"/>
                  <a:gd name="T46" fmla="*/ 2 w 6"/>
                  <a:gd name="T47" fmla="*/ 121 h 124"/>
                  <a:gd name="T48" fmla="*/ 3 w 6"/>
                  <a:gd name="T49" fmla="*/ 122 h 124"/>
                  <a:gd name="T50" fmla="*/ 3 w 6"/>
                  <a:gd name="T51" fmla="*/ 124 h 124"/>
                  <a:gd name="T52" fmla="*/ 3 w 6"/>
                  <a:gd name="T53" fmla="*/ 124 h 124"/>
                  <a:gd name="T54" fmla="*/ 3 w 6"/>
                  <a:gd name="T55" fmla="*/ 117 h 124"/>
                  <a:gd name="T56" fmla="*/ 3 w 6"/>
                  <a:gd name="T57" fmla="*/ 111 h 124"/>
                  <a:gd name="T58" fmla="*/ 3 w 6"/>
                  <a:gd name="T59" fmla="*/ 113 h 124"/>
                  <a:gd name="T60" fmla="*/ 3 w 6"/>
                  <a:gd name="T61" fmla="*/ 115 h 124"/>
                  <a:gd name="T62" fmla="*/ 4 w 6"/>
                  <a:gd name="T63" fmla="*/ 109 h 124"/>
                  <a:gd name="T64" fmla="*/ 4 w 6"/>
                  <a:gd name="T65" fmla="*/ 104 h 124"/>
                  <a:gd name="T66" fmla="*/ 4 w 6"/>
                  <a:gd name="T67" fmla="*/ 106 h 124"/>
                  <a:gd name="T68" fmla="*/ 4 w 6"/>
                  <a:gd name="T69" fmla="*/ 107 h 124"/>
                  <a:gd name="T70" fmla="*/ 4 w 6"/>
                  <a:gd name="T71" fmla="*/ 102 h 124"/>
                  <a:gd name="T72" fmla="*/ 4 w 6"/>
                  <a:gd name="T73" fmla="*/ 95 h 124"/>
                  <a:gd name="T74" fmla="*/ 4 w 6"/>
                  <a:gd name="T75" fmla="*/ 89 h 124"/>
                  <a:gd name="T76" fmla="*/ 4 w 6"/>
                  <a:gd name="T77" fmla="*/ 82 h 124"/>
                  <a:gd name="T78" fmla="*/ 4 w 6"/>
                  <a:gd name="T79" fmla="*/ 77 h 124"/>
                  <a:gd name="T80" fmla="*/ 5 w 6"/>
                  <a:gd name="T81" fmla="*/ 72 h 124"/>
                  <a:gd name="T82" fmla="*/ 5 w 6"/>
                  <a:gd name="T83" fmla="*/ 67 h 124"/>
                  <a:gd name="T84" fmla="*/ 5 w 6"/>
                  <a:gd name="T85" fmla="*/ 58 h 124"/>
                  <a:gd name="T86" fmla="*/ 5 w 6"/>
                  <a:gd name="T87" fmla="*/ 52 h 124"/>
                  <a:gd name="T88" fmla="*/ 5 w 6"/>
                  <a:gd name="T89" fmla="*/ 49 h 124"/>
                  <a:gd name="T90" fmla="*/ 5 w 6"/>
                  <a:gd name="T91" fmla="*/ 45 h 124"/>
                  <a:gd name="T92" fmla="*/ 5 w 6"/>
                  <a:gd name="T93" fmla="*/ 36 h 124"/>
                  <a:gd name="T94" fmla="*/ 5 w 6"/>
                  <a:gd name="T95" fmla="*/ 25 h 124"/>
                  <a:gd name="T96" fmla="*/ 5 w 6"/>
                  <a:gd name="T97" fmla="*/ 18 h 124"/>
                  <a:gd name="T98" fmla="*/ 6 w 6"/>
                  <a:gd name="T99" fmla="*/ 11 h 124"/>
                  <a:gd name="T100" fmla="*/ 6 w 6"/>
                  <a:gd name="T101" fmla="*/ 4 h 124"/>
                  <a:gd name="T102" fmla="*/ 6 w 6"/>
                  <a:gd name="T103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24">
                    <a:moveTo>
                      <a:pt x="0" y="30"/>
                    </a:moveTo>
                    <a:lnTo>
                      <a:pt x="0" y="35"/>
                    </a:lnTo>
                    <a:lnTo>
                      <a:pt x="0" y="46"/>
                    </a:lnTo>
                    <a:lnTo>
                      <a:pt x="0" y="50"/>
                    </a:lnTo>
                    <a:lnTo>
                      <a:pt x="0" y="52"/>
                    </a:lnTo>
                    <a:lnTo>
                      <a:pt x="0" y="60"/>
                    </a:lnTo>
                    <a:lnTo>
                      <a:pt x="0" y="70"/>
                    </a:lnTo>
                    <a:lnTo>
                      <a:pt x="0" y="74"/>
                    </a:lnTo>
                    <a:lnTo>
                      <a:pt x="0" y="76"/>
                    </a:lnTo>
                    <a:lnTo>
                      <a:pt x="1" y="80"/>
                    </a:lnTo>
                    <a:lnTo>
                      <a:pt x="1" y="84"/>
                    </a:lnTo>
                    <a:lnTo>
                      <a:pt x="1" y="87"/>
                    </a:lnTo>
                    <a:lnTo>
                      <a:pt x="1" y="89"/>
                    </a:lnTo>
                    <a:lnTo>
                      <a:pt x="1" y="90"/>
                    </a:lnTo>
                    <a:lnTo>
                      <a:pt x="1" y="90"/>
                    </a:lnTo>
                    <a:lnTo>
                      <a:pt x="2" y="92"/>
                    </a:lnTo>
                    <a:lnTo>
                      <a:pt x="2" y="96"/>
                    </a:lnTo>
                    <a:lnTo>
                      <a:pt x="2" y="99"/>
                    </a:lnTo>
                    <a:lnTo>
                      <a:pt x="2" y="102"/>
                    </a:lnTo>
                    <a:lnTo>
                      <a:pt x="2" y="110"/>
                    </a:lnTo>
                    <a:lnTo>
                      <a:pt x="2" y="118"/>
                    </a:lnTo>
                    <a:lnTo>
                      <a:pt x="2" y="120"/>
                    </a:lnTo>
                    <a:lnTo>
                      <a:pt x="2" y="120"/>
                    </a:lnTo>
                    <a:lnTo>
                      <a:pt x="2" y="121"/>
                    </a:lnTo>
                    <a:lnTo>
                      <a:pt x="3" y="122"/>
                    </a:lnTo>
                    <a:lnTo>
                      <a:pt x="3" y="124"/>
                    </a:lnTo>
                    <a:lnTo>
                      <a:pt x="3" y="124"/>
                    </a:lnTo>
                    <a:lnTo>
                      <a:pt x="3" y="117"/>
                    </a:lnTo>
                    <a:lnTo>
                      <a:pt x="3" y="111"/>
                    </a:lnTo>
                    <a:lnTo>
                      <a:pt x="3" y="113"/>
                    </a:lnTo>
                    <a:lnTo>
                      <a:pt x="3" y="115"/>
                    </a:lnTo>
                    <a:lnTo>
                      <a:pt x="4" y="109"/>
                    </a:lnTo>
                    <a:lnTo>
                      <a:pt x="4" y="104"/>
                    </a:lnTo>
                    <a:lnTo>
                      <a:pt x="4" y="106"/>
                    </a:lnTo>
                    <a:lnTo>
                      <a:pt x="4" y="107"/>
                    </a:lnTo>
                    <a:lnTo>
                      <a:pt x="4" y="102"/>
                    </a:lnTo>
                    <a:lnTo>
                      <a:pt x="4" y="95"/>
                    </a:lnTo>
                    <a:lnTo>
                      <a:pt x="4" y="89"/>
                    </a:lnTo>
                    <a:lnTo>
                      <a:pt x="4" y="82"/>
                    </a:lnTo>
                    <a:lnTo>
                      <a:pt x="4" y="77"/>
                    </a:lnTo>
                    <a:lnTo>
                      <a:pt x="5" y="72"/>
                    </a:lnTo>
                    <a:lnTo>
                      <a:pt x="5" y="67"/>
                    </a:lnTo>
                    <a:lnTo>
                      <a:pt x="5" y="58"/>
                    </a:lnTo>
                    <a:lnTo>
                      <a:pt x="5" y="52"/>
                    </a:lnTo>
                    <a:lnTo>
                      <a:pt x="5" y="49"/>
                    </a:lnTo>
                    <a:lnTo>
                      <a:pt x="5" y="45"/>
                    </a:lnTo>
                    <a:lnTo>
                      <a:pt x="5" y="36"/>
                    </a:lnTo>
                    <a:lnTo>
                      <a:pt x="5" y="25"/>
                    </a:lnTo>
                    <a:lnTo>
                      <a:pt x="5" y="18"/>
                    </a:lnTo>
                    <a:lnTo>
                      <a:pt x="6" y="11"/>
                    </a:lnTo>
                    <a:lnTo>
                      <a:pt x="6" y="4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29" name="Freeform 889"/>
              <p:cNvSpPr/>
              <p:nvPr/>
            </p:nvSpPr>
            <p:spPr bwMode="auto">
              <a:xfrm>
                <a:off x="1553" y="2878"/>
                <a:ext cx="6" cy="94"/>
              </a:xfrm>
              <a:custGeom>
                <a:avLst/>
                <a:gdLst>
                  <a:gd name="T0" fmla="*/ 0 w 6"/>
                  <a:gd name="T1" fmla="*/ 94 h 94"/>
                  <a:gd name="T2" fmla="*/ 0 w 6"/>
                  <a:gd name="T3" fmla="*/ 90 h 94"/>
                  <a:gd name="T4" fmla="*/ 0 w 6"/>
                  <a:gd name="T5" fmla="*/ 85 h 94"/>
                  <a:gd name="T6" fmla="*/ 0 w 6"/>
                  <a:gd name="T7" fmla="*/ 77 h 94"/>
                  <a:gd name="T8" fmla="*/ 0 w 6"/>
                  <a:gd name="T9" fmla="*/ 72 h 94"/>
                  <a:gd name="T10" fmla="*/ 1 w 6"/>
                  <a:gd name="T11" fmla="*/ 73 h 94"/>
                  <a:gd name="T12" fmla="*/ 1 w 6"/>
                  <a:gd name="T13" fmla="*/ 70 h 94"/>
                  <a:gd name="T14" fmla="*/ 1 w 6"/>
                  <a:gd name="T15" fmla="*/ 65 h 94"/>
                  <a:gd name="T16" fmla="*/ 1 w 6"/>
                  <a:gd name="T17" fmla="*/ 65 h 94"/>
                  <a:gd name="T18" fmla="*/ 1 w 6"/>
                  <a:gd name="T19" fmla="*/ 66 h 94"/>
                  <a:gd name="T20" fmla="*/ 1 w 6"/>
                  <a:gd name="T21" fmla="*/ 63 h 94"/>
                  <a:gd name="T22" fmla="*/ 1 w 6"/>
                  <a:gd name="T23" fmla="*/ 62 h 94"/>
                  <a:gd name="T24" fmla="*/ 1 w 6"/>
                  <a:gd name="T25" fmla="*/ 63 h 94"/>
                  <a:gd name="T26" fmla="*/ 1 w 6"/>
                  <a:gd name="T27" fmla="*/ 63 h 94"/>
                  <a:gd name="T28" fmla="*/ 2 w 6"/>
                  <a:gd name="T29" fmla="*/ 61 h 94"/>
                  <a:gd name="T30" fmla="*/ 2 w 6"/>
                  <a:gd name="T31" fmla="*/ 63 h 94"/>
                  <a:gd name="T32" fmla="*/ 2 w 6"/>
                  <a:gd name="T33" fmla="*/ 65 h 94"/>
                  <a:gd name="T34" fmla="*/ 2 w 6"/>
                  <a:gd name="T35" fmla="*/ 63 h 94"/>
                  <a:gd name="T36" fmla="*/ 2 w 6"/>
                  <a:gd name="T37" fmla="*/ 59 h 94"/>
                  <a:gd name="T38" fmla="*/ 2 w 6"/>
                  <a:gd name="T39" fmla="*/ 61 h 94"/>
                  <a:gd name="T40" fmla="*/ 3 w 6"/>
                  <a:gd name="T41" fmla="*/ 61 h 94"/>
                  <a:gd name="T42" fmla="*/ 3 w 6"/>
                  <a:gd name="T43" fmla="*/ 56 h 94"/>
                  <a:gd name="T44" fmla="*/ 3 w 6"/>
                  <a:gd name="T45" fmla="*/ 54 h 94"/>
                  <a:gd name="T46" fmla="*/ 3 w 6"/>
                  <a:gd name="T47" fmla="*/ 58 h 94"/>
                  <a:gd name="T48" fmla="*/ 3 w 6"/>
                  <a:gd name="T49" fmla="*/ 59 h 94"/>
                  <a:gd name="T50" fmla="*/ 3 w 6"/>
                  <a:gd name="T51" fmla="*/ 54 h 94"/>
                  <a:gd name="T52" fmla="*/ 3 w 6"/>
                  <a:gd name="T53" fmla="*/ 52 h 94"/>
                  <a:gd name="T54" fmla="*/ 3 w 6"/>
                  <a:gd name="T55" fmla="*/ 52 h 94"/>
                  <a:gd name="T56" fmla="*/ 3 w 6"/>
                  <a:gd name="T57" fmla="*/ 51 h 94"/>
                  <a:gd name="T58" fmla="*/ 4 w 6"/>
                  <a:gd name="T59" fmla="*/ 48 h 94"/>
                  <a:gd name="T60" fmla="*/ 4 w 6"/>
                  <a:gd name="T61" fmla="*/ 46 h 94"/>
                  <a:gd name="T62" fmla="*/ 4 w 6"/>
                  <a:gd name="T63" fmla="*/ 45 h 94"/>
                  <a:gd name="T64" fmla="*/ 4 w 6"/>
                  <a:gd name="T65" fmla="*/ 40 h 94"/>
                  <a:gd name="T66" fmla="*/ 4 w 6"/>
                  <a:gd name="T67" fmla="*/ 35 h 94"/>
                  <a:gd name="T68" fmla="*/ 4 w 6"/>
                  <a:gd name="T69" fmla="*/ 34 h 94"/>
                  <a:gd name="T70" fmla="*/ 5 w 6"/>
                  <a:gd name="T71" fmla="*/ 32 h 94"/>
                  <a:gd name="T72" fmla="*/ 5 w 6"/>
                  <a:gd name="T73" fmla="*/ 24 h 94"/>
                  <a:gd name="T74" fmla="*/ 5 w 6"/>
                  <a:gd name="T75" fmla="*/ 18 h 94"/>
                  <a:gd name="T76" fmla="*/ 5 w 6"/>
                  <a:gd name="T77" fmla="*/ 18 h 94"/>
                  <a:gd name="T78" fmla="*/ 5 w 6"/>
                  <a:gd name="T79" fmla="*/ 17 h 94"/>
                  <a:gd name="T80" fmla="*/ 5 w 6"/>
                  <a:gd name="T81" fmla="*/ 13 h 94"/>
                  <a:gd name="T82" fmla="*/ 5 w 6"/>
                  <a:gd name="T83" fmla="*/ 12 h 94"/>
                  <a:gd name="T84" fmla="*/ 5 w 6"/>
                  <a:gd name="T85" fmla="*/ 13 h 94"/>
                  <a:gd name="T86" fmla="*/ 5 w 6"/>
                  <a:gd name="T87" fmla="*/ 11 h 94"/>
                  <a:gd name="T88" fmla="*/ 5 w 6"/>
                  <a:gd name="T89" fmla="*/ 9 h 94"/>
                  <a:gd name="T90" fmla="*/ 6 w 6"/>
                  <a:gd name="T91" fmla="*/ 7 h 94"/>
                  <a:gd name="T92" fmla="*/ 6 w 6"/>
                  <a:gd name="T93" fmla="*/ 6 h 94"/>
                  <a:gd name="T94" fmla="*/ 6 w 6"/>
                  <a:gd name="T95" fmla="*/ 6 h 94"/>
                  <a:gd name="T96" fmla="*/ 6 w 6"/>
                  <a:gd name="T97" fmla="*/ 4 h 94"/>
                  <a:gd name="T98" fmla="*/ 6 w 6"/>
                  <a:gd name="T99" fmla="*/ 2 h 94"/>
                  <a:gd name="T100" fmla="*/ 6 w 6"/>
                  <a:gd name="T101" fmla="*/ 0 h 94"/>
                  <a:gd name="T102" fmla="*/ 6 w 6"/>
                  <a:gd name="T103" fmla="*/ 1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94">
                    <a:moveTo>
                      <a:pt x="0" y="94"/>
                    </a:moveTo>
                    <a:lnTo>
                      <a:pt x="0" y="90"/>
                    </a:lnTo>
                    <a:lnTo>
                      <a:pt x="0" y="85"/>
                    </a:lnTo>
                    <a:lnTo>
                      <a:pt x="0" y="77"/>
                    </a:lnTo>
                    <a:lnTo>
                      <a:pt x="0" y="72"/>
                    </a:lnTo>
                    <a:lnTo>
                      <a:pt x="1" y="73"/>
                    </a:lnTo>
                    <a:lnTo>
                      <a:pt x="1" y="70"/>
                    </a:lnTo>
                    <a:lnTo>
                      <a:pt x="1" y="65"/>
                    </a:lnTo>
                    <a:lnTo>
                      <a:pt x="1" y="65"/>
                    </a:lnTo>
                    <a:lnTo>
                      <a:pt x="1" y="66"/>
                    </a:lnTo>
                    <a:lnTo>
                      <a:pt x="1" y="63"/>
                    </a:lnTo>
                    <a:lnTo>
                      <a:pt x="1" y="62"/>
                    </a:lnTo>
                    <a:lnTo>
                      <a:pt x="1" y="63"/>
                    </a:lnTo>
                    <a:lnTo>
                      <a:pt x="1" y="63"/>
                    </a:lnTo>
                    <a:lnTo>
                      <a:pt x="2" y="61"/>
                    </a:lnTo>
                    <a:lnTo>
                      <a:pt x="2" y="63"/>
                    </a:lnTo>
                    <a:lnTo>
                      <a:pt x="2" y="65"/>
                    </a:lnTo>
                    <a:lnTo>
                      <a:pt x="2" y="63"/>
                    </a:lnTo>
                    <a:lnTo>
                      <a:pt x="2" y="59"/>
                    </a:lnTo>
                    <a:lnTo>
                      <a:pt x="2" y="61"/>
                    </a:lnTo>
                    <a:lnTo>
                      <a:pt x="3" y="61"/>
                    </a:lnTo>
                    <a:lnTo>
                      <a:pt x="3" y="56"/>
                    </a:lnTo>
                    <a:lnTo>
                      <a:pt x="3" y="54"/>
                    </a:lnTo>
                    <a:lnTo>
                      <a:pt x="3" y="58"/>
                    </a:lnTo>
                    <a:lnTo>
                      <a:pt x="3" y="59"/>
                    </a:lnTo>
                    <a:lnTo>
                      <a:pt x="3" y="54"/>
                    </a:lnTo>
                    <a:lnTo>
                      <a:pt x="3" y="52"/>
                    </a:lnTo>
                    <a:lnTo>
                      <a:pt x="3" y="52"/>
                    </a:lnTo>
                    <a:lnTo>
                      <a:pt x="3" y="51"/>
                    </a:lnTo>
                    <a:lnTo>
                      <a:pt x="4" y="48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0"/>
                    </a:lnTo>
                    <a:lnTo>
                      <a:pt x="4" y="35"/>
                    </a:lnTo>
                    <a:lnTo>
                      <a:pt x="4" y="34"/>
                    </a:lnTo>
                    <a:lnTo>
                      <a:pt x="5" y="32"/>
                    </a:lnTo>
                    <a:lnTo>
                      <a:pt x="5" y="24"/>
                    </a:lnTo>
                    <a:lnTo>
                      <a:pt x="5" y="18"/>
                    </a:lnTo>
                    <a:lnTo>
                      <a:pt x="5" y="18"/>
                    </a:lnTo>
                    <a:lnTo>
                      <a:pt x="5" y="17"/>
                    </a:lnTo>
                    <a:lnTo>
                      <a:pt x="5" y="13"/>
                    </a:lnTo>
                    <a:lnTo>
                      <a:pt x="5" y="12"/>
                    </a:lnTo>
                    <a:lnTo>
                      <a:pt x="5" y="13"/>
                    </a:lnTo>
                    <a:lnTo>
                      <a:pt x="5" y="11"/>
                    </a:lnTo>
                    <a:lnTo>
                      <a:pt x="5" y="9"/>
                    </a:lnTo>
                    <a:lnTo>
                      <a:pt x="6" y="7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6" y="4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30" name="Freeform 890"/>
              <p:cNvSpPr/>
              <p:nvPr/>
            </p:nvSpPr>
            <p:spPr bwMode="auto">
              <a:xfrm>
                <a:off x="1559" y="2878"/>
                <a:ext cx="7" cy="87"/>
              </a:xfrm>
              <a:custGeom>
                <a:avLst/>
                <a:gdLst>
                  <a:gd name="T0" fmla="*/ 0 w 7"/>
                  <a:gd name="T1" fmla="*/ 0 h 87"/>
                  <a:gd name="T2" fmla="*/ 0 w 7"/>
                  <a:gd name="T3" fmla="*/ 1 h 87"/>
                  <a:gd name="T4" fmla="*/ 0 w 7"/>
                  <a:gd name="T5" fmla="*/ 1 h 87"/>
                  <a:gd name="T6" fmla="*/ 0 w 7"/>
                  <a:gd name="T7" fmla="*/ 3 h 87"/>
                  <a:gd name="T8" fmla="*/ 1 w 7"/>
                  <a:gd name="T9" fmla="*/ 6 h 87"/>
                  <a:gd name="T10" fmla="*/ 1 w 7"/>
                  <a:gd name="T11" fmla="*/ 10 h 87"/>
                  <a:gd name="T12" fmla="*/ 1 w 7"/>
                  <a:gd name="T13" fmla="*/ 16 h 87"/>
                  <a:gd name="T14" fmla="*/ 1 w 7"/>
                  <a:gd name="T15" fmla="*/ 22 h 87"/>
                  <a:gd name="T16" fmla="*/ 1 w 7"/>
                  <a:gd name="T17" fmla="*/ 28 h 87"/>
                  <a:gd name="T18" fmla="*/ 1 w 7"/>
                  <a:gd name="T19" fmla="*/ 35 h 87"/>
                  <a:gd name="T20" fmla="*/ 2 w 7"/>
                  <a:gd name="T21" fmla="*/ 42 h 87"/>
                  <a:gd name="T22" fmla="*/ 2 w 7"/>
                  <a:gd name="T23" fmla="*/ 48 h 87"/>
                  <a:gd name="T24" fmla="*/ 2 w 7"/>
                  <a:gd name="T25" fmla="*/ 54 h 87"/>
                  <a:gd name="T26" fmla="*/ 2 w 7"/>
                  <a:gd name="T27" fmla="*/ 56 h 87"/>
                  <a:gd name="T28" fmla="*/ 2 w 7"/>
                  <a:gd name="T29" fmla="*/ 58 h 87"/>
                  <a:gd name="T30" fmla="*/ 2 w 7"/>
                  <a:gd name="T31" fmla="*/ 62 h 87"/>
                  <a:gd name="T32" fmla="*/ 2 w 7"/>
                  <a:gd name="T33" fmla="*/ 66 h 87"/>
                  <a:gd name="T34" fmla="*/ 2 w 7"/>
                  <a:gd name="T35" fmla="*/ 65 h 87"/>
                  <a:gd name="T36" fmla="*/ 2 w 7"/>
                  <a:gd name="T37" fmla="*/ 64 h 87"/>
                  <a:gd name="T38" fmla="*/ 3 w 7"/>
                  <a:gd name="T39" fmla="*/ 66 h 87"/>
                  <a:gd name="T40" fmla="*/ 3 w 7"/>
                  <a:gd name="T41" fmla="*/ 70 h 87"/>
                  <a:gd name="T42" fmla="*/ 3 w 7"/>
                  <a:gd name="T43" fmla="*/ 72 h 87"/>
                  <a:gd name="T44" fmla="*/ 3 w 7"/>
                  <a:gd name="T45" fmla="*/ 75 h 87"/>
                  <a:gd name="T46" fmla="*/ 3 w 7"/>
                  <a:gd name="T47" fmla="*/ 78 h 87"/>
                  <a:gd name="T48" fmla="*/ 3 w 7"/>
                  <a:gd name="T49" fmla="*/ 80 h 87"/>
                  <a:gd name="T50" fmla="*/ 4 w 7"/>
                  <a:gd name="T51" fmla="*/ 83 h 87"/>
                  <a:gd name="T52" fmla="*/ 4 w 7"/>
                  <a:gd name="T53" fmla="*/ 85 h 87"/>
                  <a:gd name="T54" fmla="*/ 4 w 7"/>
                  <a:gd name="T55" fmla="*/ 85 h 87"/>
                  <a:gd name="T56" fmla="*/ 4 w 7"/>
                  <a:gd name="T57" fmla="*/ 86 h 87"/>
                  <a:gd name="T58" fmla="*/ 4 w 7"/>
                  <a:gd name="T59" fmla="*/ 87 h 87"/>
                  <a:gd name="T60" fmla="*/ 4 w 7"/>
                  <a:gd name="T61" fmla="*/ 86 h 87"/>
                  <a:gd name="T62" fmla="*/ 4 w 7"/>
                  <a:gd name="T63" fmla="*/ 84 h 87"/>
                  <a:gd name="T64" fmla="*/ 4 w 7"/>
                  <a:gd name="T65" fmla="*/ 83 h 87"/>
                  <a:gd name="T66" fmla="*/ 4 w 7"/>
                  <a:gd name="T67" fmla="*/ 83 h 87"/>
                  <a:gd name="T68" fmla="*/ 5 w 7"/>
                  <a:gd name="T69" fmla="*/ 83 h 87"/>
                  <a:gd name="T70" fmla="*/ 5 w 7"/>
                  <a:gd name="T71" fmla="*/ 82 h 87"/>
                  <a:gd name="T72" fmla="*/ 5 w 7"/>
                  <a:gd name="T73" fmla="*/ 81 h 87"/>
                  <a:gd name="T74" fmla="*/ 5 w 7"/>
                  <a:gd name="T75" fmla="*/ 82 h 87"/>
                  <a:gd name="T76" fmla="*/ 5 w 7"/>
                  <a:gd name="T77" fmla="*/ 83 h 87"/>
                  <a:gd name="T78" fmla="*/ 5 w 7"/>
                  <a:gd name="T79" fmla="*/ 82 h 87"/>
                  <a:gd name="T80" fmla="*/ 5 w 7"/>
                  <a:gd name="T81" fmla="*/ 81 h 87"/>
                  <a:gd name="T82" fmla="*/ 5 w 7"/>
                  <a:gd name="T83" fmla="*/ 81 h 87"/>
                  <a:gd name="T84" fmla="*/ 5 w 7"/>
                  <a:gd name="T85" fmla="*/ 79 h 87"/>
                  <a:gd name="T86" fmla="*/ 6 w 7"/>
                  <a:gd name="T87" fmla="*/ 77 h 87"/>
                  <a:gd name="T88" fmla="*/ 6 w 7"/>
                  <a:gd name="T89" fmla="*/ 76 h 87"/>
                  <a:gd name="T90" fmla="*/ 6 w 7"/>
                  <a:gd name="T91" fmla="*/ 73 h 87"/>
                  <a:gd name="T92" fmla="*/ 6 w 7"/>
                  <a:gd name="T93" fmla="*/ 69 h 87"/>
                  <a:gd name="T94" fmla="*/ 6 w 7"/>
                  <a:gd name="T95" fmla="*/ 68 h 87"/>
                  <a:gd name="T96" fmla="*/ 6 w 7"/>
                  <a:gd name="T97" fmla="*/ 68 h 87"/>
                  <a:gd name="T98" fmla="*/ 7 w 7"/>
                  <a:gd name="T99" fmla="*/ 66 h 87"/>
                  <a:gd name="T100" fmla="*/ 7 w 7"/>
                  <a:gd name="T101" fmla="*/ 63 h 87"/>
                  <a:gd name="T102" fmla="*/ 7 w 7"/>
                  <a:gd name="T103" fmla="*/ 61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87">
                    <a:moveTo>
                      <a:pt x="0" y="0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1" y="6"/>
                    </a:lnTo>
                    <a:lnTo>
                      <a:pt x="1" y="10"/>
                    </a:lnTo>
                    <a:lnTo>
                      <a:pt x="1" y="16"/>
                    </a:lnTo>
                    <a:lnTo>
                      <a:pt x="1" y="22"/>
                    </a:lnTo>
                    <a:lnTo>
                      <a:pt x="1" y="28"/>
                    </a:lnTo>
                    <a:lnTo>
                      <a:pt x="1" y="35"/>
                    </a:lnTo>
                    <a:lnTo>
                      <a:pt x="2" y="42"/>
                    </a:lnTo>
                    <a:lnTo>
                      <a:pt x="2" y="48"/>
                    </a:lnTo>
                    <a:lnTo>
                      <a:pt x="2" y="54"/>
                    </a:lnTo>
                    <a:lnTo>
                      <a:pt x="2" y="56"/>
                    </a:lnTo>
                    <a:lnTo>
                      <a:pt x="2" y="58"/>
                    </a:lnTo>
                    <a:lnTo>
                      <a:pt x="2" y="62"/>
                    </a:lnTo>
                    <a:lnTo>
                      <a:pt x="2" y="66"/>
                    </a:lnTo>
                    <a:lnTo>
                      <a:pt x="2" y="65"/>
                    </a:lnTo>
                    <a:lnTo>
                      <a:pt x="2" y="64"/>
                    </a:lnTo>
                    <a:lnTo>
                      <a:pt x="3" y="66"/>
                    </a:lnTo>
                    <a:lnTo>
                      <a:pt x="3" y="70"/>
                    </a:lnTo>
                    <a:lnTo>
                      <a:pt x="3" y="72"/>
                    </a:lnTo>
                    <a:lnTo>
                      <a:pt x="3" y="75"/>
                    </a:lnTo>
                    <a:lnTo>
                      <a:pt x="3" y="78"/>
                    </a:lnTo>
                    <a:lnTo>
                      <a:pt x="3" y="80"/>
                    </a:lnTo>
                    <a:lnTo>
                      <a:pt x="4" y="83"/>
                    </a:lnTo>
                    <a:lnTo>
                      <a:pt x="4" y="85"/>
                    </a:lnTo>
                    <a:lnTo>
                      <a:pt x="4" y="85"/>
                    </a:lnTo>
                    <a:lnTo>
                      <a:pt x="4" y="86"/>
                    </a:lnTo>
                    <a:lnTo>
                      <a:pt x="4" y="87"/>
                    </a:lnTo>
                    <a:lnTo>
                      <a:pt x="4" y="86"/>
                    </a:lnTo>
                    <a:lnTo>
                      <a:pt x="4" y="84"/>
                    </a:lnTo>
                    <a:lnTo>
                      <a:pt x="4" y="83"/>
                    </a:lnTo>
                    <a:lnTo>
                      <a:pt x="4" y="83"/>
                    </a:lnTo>
                    <a:lnTo>
                      <a:pt x="5" y="83"/>
                    </a:lnTo>
                    <a:lnTo>
                      <a:pt x="5" y="82"/>
                    </a:lnTo>
                    <a:lnTo>
                      <a:pt x="5" y="81"/>
                    </a:lnTo>
                    <a:lnTo>
                      <a:pt x="5" y="82"/>
                    </a:lnTo>
                    <a:lnTo>
                      <a:pt x="5" y="83"/>
                    </a:lnTo>
                    <a:lnTo>
                      <a:pt x="5" y="82"/>
                    </a:lnTo>
                    <a:lnTo>
                      <a:pt x="5" y="81"/>
                    </a:lnTo>
                    <a:lnTo>
                      <a:pt x="5" y="81"/>
                    </a:lnTo>
                    <a:lnTo>
                      <a:pt x="5" y="79"/>
                    </a:lnTo>
                    <a:lnTo>
                      <a:pt x="6" y="77"/>
                    </a:lnTo>
                    <a:lnTo>
                      <a:pt x="6" y="76"/>
                    </a:lnTo>
                    <a:lnTo>
                      <a:pt x="6" y="73"/>
                    </a:lnTo>
                    <a:lnTo>
                      <a:pt x="6" y="69"/>
                    </a:lnTo>
                    <a:lnTo>
                      <a:pt x="6" y="68"/>
                    </a:lnTo>
                    <a:lnTo>
                      <a:pt x="6" y="68"/>
                    </a:lnTo>
                    <a:lnTo>
                      <a:pt x="7" y="66"/>
                    </a:lnTo>
                    <a:lnTo>
                      <a:pt x="7" y="63"/>
                    </a:lnTo>
                    <a:lnTo>
                      <a:pt x="7" y="6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31" name="Freeform 891"/>
              <p:cNvSpPr/>
              <p:nvPr/>
            </p:nvSpPr>
            <p:spPr bwMode="auto">
              <a:xfrm>
                <a:off x="1566" y="2931"/>
                <a:ext cx="6" cy="45"/>
              </a:xfrm>
              <a:custGeom>
                <a:avLst/>
                <a:gdLst>
                  <a:gd name="T0" fmla="*/ 0 w 6"/>
                  <a:gd name="T1" fmla="*/ 10 h 45"/>
                  <a:gd name="T2" fmla="*/ 0 w 6"/>
                  <a:gd name="T3" fmla="*/ 8 h 45"/>
                  <a:gd name="T4" fmla="*/ 0 w 6"/>
                  <a:gd name="T5" fmla="*/ 6 h 45"/>
                  <a:gd name="T6" fmla="*/ 0 w 6"/>
                  <a:gd name="T7" fmla="*/ 4 h 45"/>
                  <a:gd name="T8" fmla="*/ 0 w 6"/>
                  <a:gd name="T9" fmla="*/ 3 h 45"/>
                  <a:gd name="T10" fmla="*/ 0 w 6"/>
                  <a:gd name="T11" fmla="*/ 4 h 45"/>
                  <a:gd name="T12" fmla="*/ 0 w 6"/>
                  <a:gd name="T13" fmla="*/ 3 h 45"/>
                  <a:gd name="T14" fmla="*/ 0 w 6"/>
                  <a:gd name="T15" fmla="*/ 1 h 45"/>
                  <a:gd name="T16" fmla="*/ 1 w 6"/>
                  <a:gd name="T17" fmla="*/ 0 h 45"/>
                  <a:gd name="T18" fmla="*/ 1 w 6"/>
                  <a:gd name="T19" fmla="*/ 1 h 45"/>
                  <a:gd name="T20" fmla="*/ 1 w 6"/>
                  <a:gd name="T21" fmla="*/ 2 h 45"/>
                  <a:gd name="T22" fmla="*/ 1 w 6"/>
                  <a:gd name="T23" fmla="*/ 3 h 45"/>
                  <a:gd name="T24" fmla="*/ 1 w 6"/>
                  <a:gd name="T25" fmla="*/ 6 h 45"/>
                  <a:gd name="T26" fmla="*/ 1 w 6"/>
                  <a:gd name="T27" fmla="*/ 9 h 45"/>
                  <a:gd name="T28" fmla="*/ 1 w 6"/>
                  <a:gd name="T29" fmla="*/ 11 h 45"/>
                  <a:gd name="T30" fmla="*/ 2 w 6"/>
                  <a:gd name="T31" fmla="*/ 14 h 45"/>
                  <a:gd name="T32" fmla="*/ 2 w 6"/>
                  <a:gd name="T33" fmla="*/ 16 h 45"/>
                  <a:gd name="T34" fmla="*/ 2 w 6"/>
                  <a:gd name="T35" fmla="*/ 18 h 45"/>
                  <a:gd name="T36" fmla="*/ 2 w 6"/>
                  <a:gd name="T37" fmla="*/ 20 h 45"/>
                  <a:gd name="T38" fmla="*/ 2 w 6"/>
                  <a:gd name="T39" fmla="*/ 24 h 45"/>
                  <a:gd name="T40" fmla="*/ 2 w 6"/>
                  <a:gd name="T41" fmla="*/ 27 h 45"/>
                  <a:gd name="T42" fmla="*/ 2 w 6"/>
                  <a:gd name="T43" fmla="*/ 28 h 45"/>
                  <a:gd name="T44" fmla="*/ 2 w 6"/>
                  <a:gd name="T45" fmla="*/ 28 h 45"/>
                  <a:gd name="T46" fmla="*/ 2 w 6"/>
                  <a:gd name="T47" fmla="*/ 30 h 45"/>
                  <a:gd name="T48" fmla="*/ 3 w 6"/>
                  <a:gd name="T49" fmla="*/ 33 h 45"/>
                  <a:gd name="T50" fmla="*/ 3 w 6"/>
                  <a:gd name="T51" fmla="*/ 35 h 45"/>
                  <a:gd name="T52" fmla="*/ 3 w 6"/>
                  <a:gd name="T53" fmla="*/ 36 h 45"/>
                  <a:gd name="T54" fmla="*/ 3 w 6"/>
                  <a:gd name="T55" fmla="*/ 38 h 45"/>
                  <a:gd name="T56" fmla="*/ 3 w 6"/>
                  <a:gd name="T57" fmla="*/ 38 h 45"/>
                  <a:gd name="T58" fmla="*/ 3 w 6"/>
                  <a:gd name="T59" fmla="*/ 38 h 45"/>
                  <a:gd name="T60" fmla="*/ 3 w 6"/>
                  <a:gd name="T61" fmla="*/ 41 h 45"/>
                  <a:gd name="T62" fmla="*/ 3 w 6"/>
                  <a:gd name="T63" fmla="*/ 45 h 45"/>
                  <a:gd name="T64" fmla="*/ 3 w 6"/>
                  <a:gd name="T65" fmla="*/ 45 h 45"/>
                  <a:gd name="T66" fmla="*/ 4 w 6"/>
                  <a:gd name="T67" fmla="*/ 44 h 45"/>
                  <a:gd name="T68" fmla="*/ 4 w 6"/>
                  <a:gd name="T69" fmla="*/ 43 h 45"/>
                  <a:gd name="T70" fmla="*/ 4 w 6"/>
                  <a:gd name="T71" fmla="*/ 42 h 45"/>
                  <a:gd name="T72" fmla="*/ 4 w 6"/>
                  <a:gd name="T73" fmla="*/ 41 h 45"/>
                  <a:gd name="T74" fmla="*/ 4 w 6"/>
                  <a:gd name="T75" fmla="*/ 41 h 45"/>
                  <a:gd name="T76" fmla="*/ 4 w 6"/>
                  <a:gd name="T77" fmla="*/ 40 h 45"/>
                  <a:gd name="T78" fmla="*/ 5 w 6"/>
                  <a:gd name="T79" fmla="*/ 35 h 45"/>
                  <a:gd name="T80" fmla="*/ 5 w 6"/>
                  <a:gd name="T81" fmla="*/ 28 h 45"/>
                  <a:gd name="T82" fmla="*/ 5 w 6"/>
                  <a:gd name="T83" fmla="*/ 26 h 45"/>
                  <a:gd name="T84" fmla="*/ 5 w 6"/>
                  <a:gd name="T85" fmla="*/ 28 h 45"/>
                  <a:gd name="T86" fmla="*/ 5 w 6"/>
                  <a:gd name="T87" fmla="*/ 29 h 45"/>
                  <a:gd name="T88" fmla="*/ 5 w 6"/>
                  <a:gd name="T89" fmla="*/ 27 h 45"/>
                  <a:gd name="T90" fmla="*/ 5 w 6"/>
                  <a:gd name="T91" fmla="*/ 26 h 45"/>
                  <a:gd name="T92" fmla="*/ 5 w 6"/>
                  <a:gd name="T93" fmla="*/ 26 h 45"/>
                  <a:gd name="T94" fmla="*/ 5 w 6"/>
                  <a:gd name="T95" fmla="*/ 27 h 45"/>
                  <a:gd name="T96" fmla="*/ 6 w 6"/>
                  <a:gd name="T97" fmla="*/ 30 h 45"/>
                  <a:gd name="T98" fmla="*/ 6 w 6"/>
                  <a:gd name="T99" fmla="*/ 33 h 45"/>
                  <a:gd name="T100" fmla="*/ 6 w 6"/>
                  <a:gd name="T101" fmla="*/ 33 h 45"/>
                  <a:gd name="T102" fmla="*/ 6 w 6"/>
                  <a:gd name="T103" fmla="*/ 3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5">
                    <a:moveTo>
                      <a:pt x="0" y="10"/>
                    </a:move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1" y="3"/>
                    </a:lnTo>
                    <a:lnTo>
                      <a:pt x="1" y="6"/>
                    </a:lnTo>
                    <a:lnTo>
                      <a:pt x="1" y="9"/>
                    </a:lnTo>
                    <a:lnTo>
                      <a:pt x="1" y="11"/>
                    </a:lnTo>
                    <a:lnTo>
                      <a:pt x="2" y="14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2" y="20"/>
                    </a:lnTo>
                    <a:lnTo>
                      <a:pt x="2" y="24"/>
                    </a:lnTo>
                    <a:lnTo>
                      <a:pt x="2" y="27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30"/>
                    </a:lnTo>
                    <a:lnTo>
                      <a:pt x="3" y="33"/>
                    </a:lnTo>
                    <a:lnTo>
                      <a:pt x="3" y="35"/>
                    </a:lnTo>
                    <a:lnTo>
                      <a:pt x="3" y="36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3" y="41"/>
                    </a:lnTo>
                    <a:lnTo>
                      <a:pt x="3" y="45"/>
                    </a:lnTo>
                    <a:lnTo>
                      <a:pt x="3" y="45"/>
                    </a:lnTo>
                    <a:lnTo>
                      <a:pt x="4" y="44"/>
                    </a:lnTo>
                    <a:lnTo>
                      <a:pt x="4" y="43"/>
                    </a:lnTo>
                    <a:lnTo>
                      <a:pt x="4" y="42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4" y="40"/>
                    </a:lnTo>
                    <a:lnTo>
                      <a:pt x="5" y="35"/>
                    </a:lnTo>
                    <a:lnTo>
                      <a:pt x="5" y="28"/>
                    </a:lnTo>
                    <a:lnTo>
                      <a:pt x="5" y="26"/>
                    </a:lnTo>
                    <a:lnTo>
                      <a:pt x="5" y="28"/>
                    </a:lnTo>
                    <a:lnTo>
                      <a:pt x="5" y="29"/>
                    </a:lnTo>
                    <a:lnTo>
                      <a:pt x="5" y="27"/>
                    </a:lnTo>
                    <a:lnTo>
                      <a:pt x="5" y="26"/>
                    </a:lnTo>
                    <a:lnTo>
                      <a:pt x="5" y="26"/>
                    </a:lnTo>
                    <a:lnTo>
                      <a:pt x="5" y="27"/>
                    </a:lnTo>
                    <a:lnTo>
                      <a:pt x="6" y="30"/>
                    </a:lnTo>
                    <a:lnTo>
                      <a:pt x="6" y="33"/>
                    </a:lnTo>
                    <a:lnTo>
                      <a:pt x="6" y="33"/>
                    </a:lnTo>
                    <a:lnTo>
                      <a:pt x="6" y="3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32" name="Freeform 892"/>
              <p:cNvSpPr/>
              <p:nvPr/>
            </p:nvSpPr>
            <p:spPr bwMode="auto">
              <a:xfrm>
                <a:off x="1572" y="2963"/>
                <a:ext cx="6" cy="112"/>
              </a:xfrm>
              <a:custGeom>
                <a:avLst/>
                <a:gdLst>
                  <a:gd name="T0" fmla="*/ 0 w 6"/>
                  <a:gd name="T1" fmla="*/ 1 h 112"/>
                  <a:gd name="T2" fmla="*/ 0 w 6"/>
                  <a:gd name="T3" fmla="*/ 0 h 112"/>
                  <a:gd name="T4" fmla="*/ 0 w 6"/>
                  <a:gd name="T5" fmla="*/ 1 h 112"/>
                  <a:gd name="T6" fmla="*/ 0 w 6"/>
                  <a:gd name="T7" fmla="*/ 3 h 112"/>
                  <a:gd name="T8" fmla="*/ 1 w 6"/>
                  <a:gd name="T9" fmla="*/ 3 h 112"/>
                  <a:gd name="T10" fmla="*/ 1 w 6"/>
                  <a:gd name="T11" fmla="*/ 4 h 112"/>
                  <a:gd name="T12" fmla="*/ 1 w 6"/>
                  <a:gd name="T13" fmla="*/ 7 h 112"/>
                  <a:gd name="T14" fmla="*/ 1 w 6"/>
                  <a:gd name="T15" fmla="*/ 9 h 112"/>
                  <a:gd name="T16" fmla="*/ 1 w 6"/>
                  <a:gd name="T17" fmla="*/ 11 h 112"/>
                  <a:gd name="T18" fmla="*/ 1 w 6"/>
                  <a:gd name="T19" fmla="*/ 15 h 112"/>
                  <a:gd name="T20" fmla="*/ 1 w 6"/>
                  <a:gd name="T21" fmla="*/ 19 h 112"/>
                  <a:gd name="T22" fmla="*/ 1 w 6"/>
                  <a:gd name="T23" fmla="*/ 26 h 112"/>
                  <a:gd name="T24" fmla="*/ 1 w 6"/>
                  <a:gd name="T25" fmla="*/ 33 h 112"/>
                  <a:gd name="T26" fmla="*/ 2 w 6"/>
                  <a:gd name="T27" fmla="*/ 38 h 112"/>
                  <a:gd name="T28" fmla="*/ 2 w 6"/>
                  <a:gd name="T29" fmla="*/ 42 h 112"/>
                  <a:gd name="T30" fmla="*/ 2 w 6"/>
                  <a:gd name="T31" fmla="*/ 43 h 112"/>
                  <a:gd name="T32" fmla="*/ 2 w 6"/>
                  <a:gd name="T33" fmla="*/ 47 h 112"/>
                  <a:gd name="T34" fmla="*/ 2 w 6"/>
                  <a:gd name="T35" fmla="*/ 53 h 112"/>
                  <a:gd name="T36" fmla="*/ 2 w 6"/>
                  <a:gd name="T37" fmla="*/ 60 h 112"/>
                  <a:gd name="T38" fmla="*/ 2 w 6"/>
                  <a:gd name="T39" fmla="*/ 63 h 112"/>
                  <a:gd name="T40" fmla="*/ 2 w 6"/>
                  <a:gd name="T41" fmla="*/ 64 h 112"/>
                  <a:gd name="T42" fmla="*/ 2 w 6"/>
                  <a:gd name="T43" fmla="*/ 67 h 112"/>
                  <a:gd name="T44" fmla="*/ 3 w 6"/>
                  <a:gd name="T45" fmla="*/ 71 h 112"/>
                  <a:gd name="T46" fmla="*/ 3 w 6"/>
                  <a:gd name="T47" fmla="*/ 73 h 112"/>
                  <a:gd name="T48" fmla="*/ 3 w 6"/>
                  <a:gd name="T49" fmla="*/ 76 h 112"/>
                  <a:gd name="T50" fmla="*/ 3 w 6"/>
                  <a:gd name="T51" fmla="*/ 81 h 112"/>
                  <a:gd name="T52" fmla="*/ 3 w 6"/>
                  <a:gd name="T53" fmla="*/ 85 h 112"/>
                  <a:gd name="T54" fmla="*/ 3 w 6"/>
                  <a:gd name="T55" fmla="*/ 87 h 112"/>
                  <a:gd name="T56" fmla="*/ 3 w 6"/>
                  <a:gd name="T57" fmla="*/ 89 h 112"/>
                  <a:gd name="T58" fmla="*/ 4 w 6"/>
                  <a:gd name="T59" fmla="*/ 92 h 112"/>
                  <a:gd name="T60" fmla="*/ 4 w 6"/>
                  <a:gd name="T61" fmla="*/ 97 h 112"/>
                  <a:gd name="T62" fmla="*/ 4 w 6"/>
                  <a:gd name="T63" fmla="*/ 101 h 112"/>
                  <a:gd name="T64" fmla="*/ 4 w 6"/>
                  <a:gd name="T65" fmla="*/ 101 h 112"/>
                  <a:gd name="T66" fmla="*/ 4 w 6"/>
                  <a:gd name="T67" fmla="*/ 98 h 112"/>
                  <a:gd name="T68" fmla="*/ 4 w 6"/>
                  <a:gd name="T69" fmla="*/ 98 h 112"/>
                  <a:gd name="T70" fmla="*/ 4 w 6"/>
                  <a:gd name="T71" fmla="*/ 103 h 112"/>
                  <a:gd name="T72" fmla="*/ 4 w 6"/>
                  <a:gd name="T73" fmla="*/ 107 h 112"/>
                  <a:gd name="T74" fmla="*/ 4 w 6"/>
                  <a:gd name="T75" fmla="*/ 107 h 112"/>
                  <a:gd name="T76" fmla="*/ 5 w 6"/>
                  <a:gd name="T77" fmla="*/ 105 h 112"/>
                  <a:gd name="T78" fmla="*/ 5 w 6"/>
                  <a:gd name="T79" fmla="*/ 101 h 112"/>
                  <a:gd name="T80" fmla="*/ 5 w 6"/>
                  <a:gd name="T81" fmla="*/ 102 h 112"/>
                  <a:gd name="T82" fmla="*/ 5 w 6"/>
                  <a:gd name="T83" fmla="*/ 110 h 112"/>
                  <a:gd name="T84" fmla="*/ 5 w 6"/>
                  <a:gd name="T85" fmla="*/ 112 h 112"/>
                  <a:gd name="T86" fmla="*/ 5 w 6"/>
                  <a:gd name="T87" fmla="*/ 106 h 112"/>
                  <a:gd name="T88" fmla="*/ 6 w 6"/>
                  <a:gd name="T89" fmla="*/ 104 h 112"/>
                  <a:gd name="T90" fmla="*/ 6 w 6"/>
                  <a:gd name="T91" fmla="*/ 107 h 112"/>
                  <a:gd name="T92" fmla="*/ 6 w 6"/>
                  <a:gd name="T93" fmla="*/ 108 h 112"/>
                  <a:gd name="T94" fmla="*/ 6 w 6"/>
                  <a:gd name="T95" fmla="*/ 109 h 112"/>
                  <a:gd name="T96" fmla="*/ 6 w 6"/>
                  <a:gd name="T97" fmla="*/ 111 h 112"/>
                  <a:gd name="T98" fmla="*/ 6 w 6"/>
                  <a:gd name="T99" fmla="*/ 109 h 112"/>
                  <a:gd name="T100" fmla="*/ 6 w 6"/>
                  <a:gd name="T101" fmla="*/ 106 h 112"/>
                  <a:gd name="T102" fmla="*/ 6 w 6"/>
                  <a:gd name="T103" fmla="*/ 10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12">
                    <a:moveTo>
                      <a:pt x="0" y="1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1" y="7"/>
                    </a:lnTo>
                    <a:lnTo>
                      <a:pt x="1" y="9"/>
                    </a:lnTo>
                    <a:lnTo>
                      <a:pt x="1" y="11"/>
                    </a:lnTo>
                    <a:lnTo>
                      <a:pt x="1" y="15"/>
                    </a:lnTo>
                    <a:lnTo>
                      <a:pt x="1" y="19"/>
                    </a:lnTo>
                    <a:lnTo>
                      <a:pt x="1" y="26"/>
                    </a:lnTo>
                    <a:lnTo>
                      <a:pt x="1" y="33"/>
                    </a:lnTo>
                    <a:lnTo>
                      <a:pt x="2" y="38"/>
                    </a:lnTo>
                    <a:lnTo>
                      <a:pt x="2" y="42"/>
                    </a:lnTo>
                    <a:lnTo>
                      <a:pt x="2" y="43"/>
                    </a:lnTo>
                    <a:lnTo>
                      <a:pt x="2" y="47"/>
                    </a:lnTo>
                    <a:lnTo>
                      <a:pt x="2" y="53"/>
                    </a:lnTo>
                    <a:lnTo>
                      <a:pt x="2" y="60"/>
                    </a:lnTo>
                    <a:lnTo>
                      <a:pt x="2" y="63"/>
                    </a:lnTo>
                    <a:lnTo>
                      <a:pt x="2" y="64"/>
                    </a:lnTo>
                    <a:lnTo>
                      <a:pt x="2" y="67"/>
                    </a:lnTo>
                    <a:lnTo>
                      <a:pt x="3" y="71"/>
                    </a:lnTo>
                    <a:lnTo>
                      <a:pt x="3" y="73"/>
                    </a:lnTo>
                    <a:lnTo>
                      <a:pt x="3" y="76"/>
                    </a:lnTo>
                    <a:lnTo>
                      <a:pt x="3" y="81"/>
                    </a:lnTo>
                    <a:lnTo>
                      <a:pt x="3" y="85"/>
                    </a:lnTo>
                    <a:lnTo>
                      <a:pt x="3" y="87"/>
                    </a:lnTo>
                    <a:lnTo>
                      <a:pt x="3" y="89"/>
                    </a:lnTo>
                    <a:lnTo>
                      <a:pt x="4" y="92"/>
                    </a:lnTo>
                    <a:lnTo>
                      <a:pt x="4" y="97"/>
                    </a:lnTo>
                    <a:lnTo>
                      <a:pt x="4" y="101"/>
                    </a:lnTo>
                    <a:lnTo>
                      <a:pt x="4" y="101"/>
                    </a:lnTo>
                    <a:lnTo>
                      <a:pt x="4" y="98"/>
                    </a:lnTo>
                    <a:lnTo>
                      <a:pt x="4" y="98"/>
                    </a:lnTo>
                    <a:lnTo>
                      <a:pt x="4" y="103"/>
                    </a:lnTo>
                    <a:lnTo>
                      <a:pt x="4" y="107"/>
                    </a:lnTo>
                    <a:lnTo>
                      <a:pt x="4" y="107"/>
                    </a:lnTo>
                    <a:lnTo>
                      <a:pt x="5" y="105"/>
                    </a:lnTo>
                    <a:lnTo>
                      <a:pt x="5" y="101"/>
                    </a:lnTo>
                    <a:lnTo>
                      <a:pt x="5" y="102"/>
                    </a:lnTo>
                    <a:lnTo>
                      <a:pt x="5" y="110"/>
                    </a:lnTo>
                    <a:lnTo>
                      <a:pt x="5" y="112"/>
                    </a:lnTo>
                    <a:lnTo>
                      <a:pt x="5" y="106"/>
                    </a:lnTo>
                    <a:lnTo>
                      <a:pt x="6" y="104"/>
                    </a:lnTo>
                    <a:lnTo>
                      <a:pt x="6" y="107"/>
                    </a:lnTo>
                    <a:lnTo>
                      <a:pt x="6" y="108"/>
                    </a:lnTo>
                    <a:lnTo>
                      <a:pt x="6" y="109"/>
                    </a:lnTo>
                    <a:lnTo>
                      <a:pt x="6" y="111"/>
                    </a:lnTo>
                    <a:lnTo>
                      <a:pt x="6" y="109"/>
                    </a:lnTo>
                    <a:lnTo>
                      <a:pt x="6" y="106"/>
                    </a:lnTo>
                    <a:lnTo>
                      <a:pt x="6" y="10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33" name="Freeform 893"/>
              <p:cNvSpPr/>
              <p:nvPr/>
            </p:nvSpPr>
            <p:spPr bwMode="auto">
              <a:xfrm>
                <a:off x="1578" y="2907"/>
                <a:ext cx="6" cy="162"/>
              </a:xfrm>
              <a:custGeom>
                <a:avLst/>
                <a:gdLst>
                  <a:gd name="T0" fmla="*/ 0 w 6"/>
                  <a:gd name="T1" fmla="*/ 162 h 162"/>
                  <a:gd name="T2" fmla="*/ 0 w 6"/>
                  <a:gd name="T3" fmla="*/ 157 h 162"/>
                  <a:gd name="T4" fmla="*/ 0 w 6"/>
                  <a:gd name="T5" fmla="*/ 152 h 162"/>
                  <a:gd name="T6" fmla="*/ 1 w 6"/>
                  <a:gd name="T7" fmla="*/ 149 h 162"/>
                  <a:gd name="T8" fmla="*/ 1 w 6"/>
                  <a:gd name="T9" fmla="*/ 145 h 162"/>
                  <a:gd name="T10" fmla="*/ 1 w 6"/>
                  <a:gd name="T11" fmla="*/ 136 h 162"/>
                  <a:gd name="T12" fmla="*/ 1 w 6"/>
                  <a:gd name="T13" fmla="*/ 130 h 162"/>
                  <a:gd name="T14" fmla="*/ 1 w 6"/>
                  <a:gd name="T15" fmla="*/ 123 h 162"/>
                  <a:gd name="T16" fmla="*/ 1 w 6"/>
                  <a:gd name="T17" fmla="*/ 116 h 162"/>
                  <a:gd name="T18" fmla="*/ 1 w 6"/>
                  <a:gd name="T19" fmla="*/ 113 h 162"/>
                  <a:gd name="T20" fmla="*/ 1 w 6"/>
                  <a:gd name="T21" fmla="*/ 112 h 162"/>
                  <a:gd name="T22" fmla="*/ 1 w 6"/>
                  <a:gd name="T23" fmla="*/ 106 h 162"/>
                  <a:gd name="T24" fmla="*/ 2 w 6"/>
                  <a:gd name="T25" fmla="*/ 95 h 162"/>
                  <a:gd name="T26" fmla="*/ 2 w 6"/>
                  <a:gd name="T27" fmla="*/ 84 h 162"/>
                  <a:gd name="T28" fmla="*/ 2 w 6"/>
                  <a:gd name="T29" fmla="*/ 79 h 162"/>
                  <a:gd name="T30" fmla="*/ 2 w 6"/>
                  <a:gd name="T31" fmla="*/ 76 h 162"/>
                  <a:gd name="T32" fmla="*/ 2 w 6"/>
                  <a:gd name="T33" fmla="*/ 68 h 162"/>
                  <a:gd name="T34" fmla="*/ 2 w 6"/>
                  <a:gd name="T35" fmla="*/ 62 h 162"/>
                  <a:gd name="T36" fmla="*/ 3 w 6"/>
                  <a:gd name="T37" fmla="*/ 62 h 162"/>
                  <a:gd name="T38" fmla="*/ 3 w 6"/>
                  <a:gd name="T39" fmla="*/ 58 h 162"/>
                  <a:gd name="T40" fmla="*/ 3 w 6"/>
                  <a:gd name="T41" fmla="*/ 50 h 162"/>
                  <a:gd name="T42" fmla="*/ 3 w 6"/>
                  <a:gd name="T43" fmla="*/ 48 h 162"/>
                  <a:gd name="T44" fmla="*/ 3 w 6"/>
                  <a:gd name="T45" fmla="*/ 49 h 162"/>
                  <a:gd name="T46" fmla="*/ 3 w 6"/>
                  <a:gd name="T47" fmla="*/ 48 h 162"/>
                  <a:gd name="T48" fmla="*/ 3 w 6"/>
                  <a:gd name="T49" fmla="*/ 47 h 162"/>
                  <a:gd name="T50" fmla="*/ 3 w 6"/>
                  <a:gd name="T51" fmla="*/ 44 h 162"/>
                  <a:gd name="T52" fmla="*/ 3 w 6"/>
                  <a:gd name="T53" fmla="*/ 37 h 162"/>
                  <a:gd name="T54" fmla="*/ 4 w 6"/>
                  <a:gd name="T55" fmla="*/ 34 h 162"/>
                  <a:gd name="T56" fmla="*/ 4 w 6"/>
                  <a:gd name="T57" fmla="*/ 34 h 162"/>
                  <a:gd name="T58" fmla="*/ 4 w 6"/>
                  <a:gd name="T59" fmla="*/ 33 h 162"/>
                  <a:gd name="T60" fmla="*/ 4 w 6"/>
                  <a:gd name="T61" fmla="*/ 31 h 162"/>
                  <a:gd name="T62" fmla="*/ 4 w 6"/>
                  <a:gd name="T63" fmla="*/ 26 h 162"/>
                  <a:gd name="T64" fmla="*/ 4 w 6"/>
                  <a:gd name="T65" fmla="*/ 21 h 162"/>
                  <a:gd name="T66" fmla="*/ 5 w 6"/>
                  <a:gd name="T67" fmla="*/ 22 h 162"/>
                  <a:gd name="T68" fmla="*/ 5 w 6"/>
                  <a:gd name="T69" fmla="*/ 25 h 162"/>
                  <a:gd name="T70" fmla="*/ 5 w 6"/>
                  <a:gd name="T71" fmla="*/ 25 h 162"/>
                  <a:gd name="T72" fmla="*/ 5 w 6"/>
                  <a:gd name="T73" fmla="*/ 25 h 162"/>
                  <a:gd name="T74" fmla="*/ 5 w 6"/>
                  <a:gd name="T75" fmla="*/ 23 h 162"/>
                  <a:gd name="T76" fmla="*/ 5 w 6"/>
                  <a:gd name="T77" fmla="*/ 20 h 162"/>
                  <a:gd name="T78" fmla="*/ 5 w 6"/>
                  <a:gd name="T79" fmla="*/ 21 h 162"/>
                  <a:gd name="T80" fmla="*/ 5 w 6"/>
                  <a:gd name="T81" fmla="*/ 24 h 162"/>
                  <a:gd name="T82" fmla="*/ 5 w 6"/>
                  <a:gd name="T83" fmla="*/ 22 h 162"/>
                  <a:gd name="T84" fmla="*/ 6 w 6"/>
                  <a:gd name="T85" fmla="*/ 17 h 162"/>
                  <a:gd name="T86" fmla="*/ 6 w 6"/>
                  <a:gd name="T87" fmla="*/ 13 h 162"/>
                  <a:gd name="T88" fmla="*/ 6 w 6"/>
                  <a:gd name="T89" fmla="*/ 10 h 162"/>
                  <a:gd name="T90" fmla="*/ 6 w 6"/>
                  <a:gd name="T91" fmla="*/ 8 h 162"/>
                  <a:gd name="T92" fmla="*/ 6 w 6"/>
                  <a:gd name="T93" fmla="*/ 8 h 162"/>
                  <a:gd name="T94" fmla="*/ 6 w 6"/>
                  <a:gd name="T95" fmla="*/ 8 h 162"/>
                  <a:gd name="T96" fmla="*/ 6 w 6"/>
                  <a:gd name="T97" fmla="*/ 5 h 162"/>
                  <a:gd name="T98" fmla="*/ 6 w 6"/>
                  <a:gd name="T99" fmla="*/ 1 h 162"/>
                  <a:gd name="T100" fmla="*/ 6 w 6"/>
                  <a:gd name="T101" fmla="*/ 0 h 162"/>
                  <a:gd name="T102" fmla="*/ 6 w 6"/>
                  <a:gd name="T103" fmla="*/ 3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62">
                    <a:moveTo>
                      <a:pt x="0" y="162"/>
                    </a:moveTo>
                    <a:lnTo>
                      <a:pt x="0" y="157"/>
                    </a:lnTo>
                    <a:lnTo>
                      <a:pt x="0" y="152"/>
                    </a:lnTo>
                    <a:lnTo>
                      <a:pt x="1" y="149"/>
                    </a:lnTo>
                    <a:lnTo>
                      <a:pt x="1" y="145"/>
                    </a:lnTo>
                    <a:lnTo>
                      <a:pt x="1" y="136"/>
                    </a:lnTo>
                    <a:lnTo>
                      <a:pt x="1" y="130"/>
                    </a:lnTo>
                    <a:lnTo>
                      <a:pt x="1" y="123"/>
                    </a:lnTo>
                    <a:lnTo>
                      <a:pt x="1" y="116"/>
                    </a:lnTo>
                    <a:lnTo>
                      <a:pt x="1" y="113"/>
                    </a:lnTo>
                    <a:lnTo>
                      <a:pt x="1" y="112"/>
                    </a:lnTo>
                    <a:lnTo>
                      <a:pt x="1" y="106"/>
                    </a:lnTo>
                    <a:lnTo>
                      <a:pt x="2" y="95"/>
                    </a:lnTo>
                    <a:lnTo>
                      <a:pt x="2" y="84"/>
                    </a:lnTo>
                    <a:lnTo>
                      <a:pt x="2" y="79"/>
                    </a:lnTo>
                    <a:lnTo>
                      <a:pt x="2" y="76"/>
                    </a:lnTo>
                    <a:lnTo>
                      <a:pt x="2" y="68"/>
                    </a:lnTo>
                    <a:lnTo>
                      <a:pt x="2" y="62"/>
                    </a:lnTo>
                    <a:lnTo>
                      <a:pt x="3" y="62"/>
                    </a:lnTo>
                    <a:lnTo>
                      <a:pt x="3" y="58"/>
                    </a:lnTo>
                    <a:lnTo>
                      <a:pt x="3" y="50"/>
                    </a:lnTo>
                    <a:lnTo>
                      <a:pt x="3" y="48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4"/>
                    </a:lnTo>
                    <a:lnTo>
                      <a:pt x="3" y="37"/>
                    </a:lnTo>
                    <a:lnTo>
                      <a:pt x="4" y="34"/>
                    </a:lnTo>
                    <a:lnTo>
                      <a:pt x="4" y="34"/>
                    </a:lnTo>
                    <a:lnTo>
                      <a:pt x="4" y="33"/>
                    </a:lnTo>
                    <a:lnTo>
                      <a:pt x="4" y="31"/>
                    </a:lnTo>
                    <a:lnTo>
                      <a:pt x="4" y="26"/>
                    </a:lnTo>
                    <a:lnTo>
                      <a:pt x="4" y="21"/>
                    </a:lnTo>
                    <a:lnTo>
                      <a:pt x="5" y="22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5" y="25"/>
                    </a:lnTo>
                    <a:lnTo>
                      <a:pt x="5" y="23"/>
                    </a:lnTo>
                    <a:lnTo>
                      <a:pt x="5" y="20"/>
                    </a:lnTo>
                    <a:lnTo>
                      <a:pt x="5" y="21"/>
                    </a:lnTo>
                    <a:lnTo>
                      <a:pt x="5" y="24"/>
                    </a:lnTo>
                    <a:lnTo>
                      <a:pt x="5" y="22"/>
                    </a:lnTo>
                    <a:lnTo>
                      <a:pt x="6" y="17"/>
                    </a:lnTo>
                    <a:lnTo>
                      <a:pt x="6" y="13"/>
                    </a:lnTo>
                    <a:lnTo>
                      <a:pt x="6" y="10"/>
                    </a:lnTo>
                    <a:lnTo>
                      <a:pt x="6" y="8"/>
                    </a:lnTo>
                    <a:lnTo>
                      <a:pt x="6" y="8"/>
                    </a:lnTo>
                    <a:lnTo>
                      <a:pt x="6" y="8"/>
                    </a:lnTo>
                    <a:lnTo>
                      <a:pt x="6" y="5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6" y="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34" name="Freeform 894"/>
              <p:cNvSpPr/>
              <p:nvPr/>
            </p:nvSpPr>
            <p:spPr bwMode="auto">
              <a:xfrm>
                <a:off x="1584" y="2873"/>
                <a:ext cx="7" cy="112"/>
              </a:xfrm>
              <a:custGeom>
                <a:avLst/>
                <a:gdLst>
                  <a:gd name="T0" fmla="*/ 0 w 7"/>
                  <a:gd name="T1" fmla="*/ 34 h 112"/>
                  <a:gd name="T2" fmla="*/ 0 w 7"/>
                  <a:gd name="T3" fmla="*/ 37 h 112"/>
                  <a:gd name="T4" fmla="*/ 1 w 7"/>
                  <a:gd name="T5" fmla="*/ 33 h 112"/>
                  <a:gd name="T6" fmla="*/ 1 w 7"/>
                  <a:gd name="T7" fmla="*/ 26 h 112"/>
                  <a:gd name="T8" fmla="*/ 1 w 7"/>
                  <a:gd name="T9" fmla="*/ 25 h 112"/>
                  <a:gd name="T10" fmla="*/ 1 w 7"/>
                  <a:gd name="T11" fmla="*/ 23 h 112"/>
                  <a:gd name="T12" fmla="*/ 1 w 7"/>
                  <a:gd name="T13" fmla="*/ 16 h 112"/>
                  <a:gd name="T14" fmla="*/ 1 w 7"/>
                  <a:gd name="T15" fmla="*/ 12 h 112"/>
                  <a:gd name="T16" fmla="*/ 2 w 7"/>
                  <a:gd name="T17" fmla="*/ 13 h 112"/>
                  <a:gd name="T18" fmla="*/ 2 w 7"/>
                  <a:gd name="T19" fmla="*/ 7 h 112"/>
                  <a:gd name="T20" fmla="*/ 2 w 7"/>
                  <a:gd name="T21" fmla="*/ 0 h 112"/>
                  <a:gd name="T22" fmla="*/ 2 w 7"/>
                  <a:gd name="T23" fmla="*/ 1 h 112"/>
                  <a:gd name="T24" fmla="*/ 2 w 7"/>
                  <a:gd name="T25" fmla="*/ 4 h 112"/>
                  <a:gd name="T26" fmla="*/ 2 w 7"/>
                  <a:gd name="T27" fmla="*/ 4 h 112"/>
                  <a:gd name="T28" fmla="*/ 2 w 7"/>
                  <a:gd name="T29" fmla="*/ 5 h 112"/>
                  <a:gd name="T30" fmla="*/ 2 w 7"/>
                  <a:gd name="T31" fmla="*/ 7 h 112"/>
                  <a:gd name="T32" fmla="*/ 2 w 7"/>
                  <a:gd name="T33" fmla="*/ 11 h 112"/>
                  <a:gd name="T34" fmla="*/ 3 w 7"/>
                  <a:gd name="T35" fmla="*/ 17 h 112"/>
                  <a:gd name="T36" fmla="*/ 3 w 7"/>
                  <a:gd name="T37" fmla="*/ 23 h 112"/>
                  <a:gd name="T38" fmla="*/ 3 w 7"/>
                  <a:gd name="T39" fmla="*/ 29 h 112"/>
                  <a:gd name="T40" fmla="*/ 3 w 7"/>
                  <a:gd name="T41" fmla="*/ 34 h 112"/>
                  <a:gd name="T42" fmla="*/ 3 w 7"/>
                  <a:gd name="T43" fmla="*/ 37 h 112"/>
                  <a:gd name="T44" fmla="*/ 3 w 7"/>
                  <a:gd name="T45" fmla="*/ 40 h 112"/>
                  <a:gd name="T46" fmla="*/ 4 w 7"/>
                  <a:gd name="T47" fmla="*/ 47 h 112"/>
                  <a:gd name="T48" fmla="*/ 4 w 7"/>
                  <a:gd name="T49" fmla="*/ 53 h 112"/>
                  <a:gd name="T50" fmla="*/ 4 w 7"/>
                  <a:gd name="T51" fmla="*/ 56 h 112"/>
                  <a:gd name="T52" fmla="*/ 4 w 7"/>
                  <a:gd name="T53" fmla="*/ 58 h 112"/>
                  <a:gd name="T54" fmla="*/ 4 w 7"/>
                  <a:gd name="T55" fmla="*/ 63 h 112"/>
                  <a:gd name="T56" fmla="*/ 4 w 7"/>
                  <a:gd name="T57" fmla="*/ 66 h 112"/>
                  <a:gd name="T58" fmla="*/ 4 w 7"/>
                  <a:gd name="T59" fmla="*/ 68 h 112"/>
                  <a:gd name="T60" fmla="*/ 4 w 7"/>
                  <a:gd name="T61" fmla="*/ 73 h 112"/>
                  <a:gd name="T62" fmla="*/ 4 w 7"/>
                  <a:gd name="T63" fmla="*/ 80 h 112"/>
                  <a:gd name="T64" fmla="*/ 5 w 7"/>
                  <a:gd name="T65" fmla="*/ 84 h 112"/>
                  <a:gd name="T66" fmla="*/ 5 w 7"/>
                  <a:gd name="T67" fmla="*/ 85 h 112"/>
                  <a:gd name="T68" fmla="*/ 5 w 7"/>
                  <a:gd name="T69" fmla="*/ 89 h 112"/>
                  <a:gd name="T70" fmla="*/ 5 w 7"/>
                  <a:gd name="T71" fmla="*/ 93 h 112"/>
                  <a:gd name="T72" fmla="*/ 5 w 7"/>
                  <a:gd name="T73" fmla="*/ 95 h 112"/>
                  <a:gd name="T74" fmla="*/ 5 w 7"/>
                  <a:gd name="T75" fmla="*/ 99 h 112"/>
                  <a:gd name="T76" fmla="*/ 5 w 7"/>
                  <a:gd name="T77" fmla="*/ 103 h 112"/>
                  <a:gd name="T78" fmla="*/ 5 w 7"/>
                  <a:gd name="T79" fmla="*/ 105 h 112"/>
                  <a:gd name="T80" fmla="*/ 5 w 7"/>
                  <a:gd name="T81" fmla="*/ 107 h 112"/>
                  <a:gd name="T82" fmla="*/ 6 w 7"/>
                  <a:gd name="T83" fmla="*/ 108 h 112"/>
                  <a:gd name="T84" fmla="*/ 6 w 7"/>
                  <a:gd name="T85" fmla="*/ 108 h 112"/>
                  <a:gd name="T86" fmla="*/ 6 w 7"/>
                  <a:gd name="T87" fmla="*/ 109 h 112"/>
                  <a:gd name="T88" fmla="*/ 6 w 7"/>
                  <a:gd name="T89" fmla="*/ 110 h 112"/>
                  <a:gd name="T90" fmla="*/ 6 w 7"/>
                  <a:gd name="T91" fmla="*/ 111 h 112"/>
                  <a:gd name="T92" fmla="*/ 6 w 7"/>
                  <a:gd name="T93" fmla="*/ 111 h 112"/>
                  <a:gd name="T94" fmla="*/ 7 w 7"/>
                  <a:gd name="T95" fmla="*/ 110 h 112"/>
                  <a:gd name="T96" fmla="*/ 7 w 7"/>
                  <a:gd name="T97" fmla="*/ 110 h 112"/>
                  <a:gd name="T98" fmla="*/ 7 w 7"/>
                  <a:gd name="T99" fmla="*/ 111 h 112"/>
                  <a:gd name="T100" fmla="*/ 7 w 7"/>
                  <a:gd name="T101" fmla="*/ 112 h 112"/>
                  <a:gd name="T102" fmla="*/ 7 w 7"/>
                  <a:gd name="T103" fmla="*/ 1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12">
                    <a:moveTo>
                      <a:pt x="0" y="34"/>
                    </a:moveTo>
                    <a:lnTo>
                      <a:pt x="0" y="37"/>
                    </a:lnTo>
                    <a:lnTo>
                      <a:pt x="1" y="33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3"/>
                    </a:lnTo>
                    <a:lnTo>
                      <a:pt x="1" y="16"/>
                    </a:lnTo>
                    <a:lnTo>
                      <a:pt x="1" y="12"/>
                    </a:lnTo>
                    <a:lnTo>
                      <a:pt x="2" y="13"/>
                    </a:lnTo>
                    <a:lnTo>
                      <a:pt x="2" y="7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2" y="11"/>
                    </a:lnTo>
                    <a:lnTo>
                      <a:pt x="3" y="17"/>
                    </a:lnTo>
                    <a:lnTo>
                      <a:pt x="3" y="23"/>
                    </a:lnTo>
                    <a:lnTo>
                      <a:pt x="3" y="29"/>
                    </a:lnTo>
                    <a:lnTo>
                      <a:pt x="3" y="34"/>
                    </a:lnTo>
                    <a:lnTo>
                      <a:pt x="3" y="37"/>
                    </a:lnTo>
                    <a:lnTo>
                      <a:pt x="3" y="40"/>
                    </a:lnTo>
                    <a:lnTo>
                      <a:pt x="4" y="47"/>
                    </a:lnTo>
                    <a:lnTo>
                      <a:pt x="4" y="53"/>
                    </a:lnTo>
                    <a:lnTo>
                      <a:pt x="4" y="56"/>
                    </a:lnTo>
                    <a:lnTo>
                      <a:pt x="4" y="58"/>
                    </a:lnTo>
                    <a:lnTo>
                      <a:pt x="4" y="63"/>
                    </a:lnTo>
                    <a:lnTo>
                      <a:pt x="4" y="66"/>
                    </a:lnTo>
                    <a:lnTo>
                      <a:pt x="4" y="68"/>
                    </a:lnTo>
                    <a:lnTo>
                      <a:pt x="4" y="73"/>
                    </a:lnTo>
                    <a:lnTo>
                      <a:pt x="4" y="80"/>
                    </a:lnTo>
                    <a:lnTo>
                      <a:pt x="5" y="84"/>
                    </a:lnTo>
                    <a:lnTo>
                      <a:pt x="5" y="85"/>
                    </a:lnTo>
                    <a:lnTo>
                      <a:pt x="5" y="89"/>
                    </a:lnTo>
                    <a:lnTo>
                      <a:pt x="5" y="93"/>
                    </a:lnTo>
                    <a:lnTo>
                      <a:pt x="5" y="95"/>
                    </a:lnTo>
                    <a:lnTo>
                      <a:pt x="5" y="99"/>
                    </a:lnTo>
                    <a:lnTo>
                      <a:pt x="5" y="103"/>
                    </a:lnTo>
                    <a:lnTo>
                      <a:pt x="5" y="105"/>
                    </a:lnTo>
                    <a:lnTo>
                      <a:pt x="5" y="107"/>
                    </a:lnTo>
                    <a:lnTo>
                      <a:pt x="6" y="108"/>
                    </a:lnTo>
                    <a:lnTo>
                      <a:pt x="6" y="108"/>
                    </a:lnTo>
                    <a:lnTo>
                      <a:pt x="6" y="109"/>
                    </a:lnTo>
                    <a:lnTo>
                      <a:pt x="6" y="110"/>
                    </a:lnTo>
                    <a:lnTo>
                      <a:pt x="6" y="111"/>
                    </a:lnTo>
                    <a:lnTo>
                      <a:pt x="6" y="111"/>
                    </a:lnTo>
                    <a:lnTo>
                      <a:pt x="7" y="110"/>
                    </a:lnTo>
                    <a:lnTo>
                      <a:pt x="7" y="110"/>
                    </a:lnTo>
                    <a:lnTo>
                      <a:pt x="7" y="111"/>
                    </a:lnTo>
                    <a:lnTo>
                      <a:pt x="7" y="112"/>
                    </a:lnTo>
                    <a:lnTo>
                      <a:pt x="7" y="11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35" name="Freeform 895"/>
              <p:cNvSpPr/>
              <p:nvPr/>
            </p:nvSpPr>
            <p:spPr bwMode="auto">
              <a:xfrm>
                <a:off x="1591" y="2946"/>
                <a:ext cx="6" cy="39"/>
              </a:xfrm>
              <a:custGeom>
                <a:avLst/>
                <a:gdLst>
                  <a:gd name="T0" fmla="*/ 0 w 6"/>
                  <a:gd name="T1" fmla="*/ 39 h 39"/>
                  <a:gd name="T2" fmla="*/ 0 w 6"/>
                  <a:gd name="T3" fmla="*/ 38 h 39"/>
                  <a:gd name="T4" fmla="*/ 0 w 6"/>
                  <a:gd name="T5" fmla="*/ 36 h 39"/>
                  <a:gd name="T6" fmla="*/ 0 w 6"/>
                  <a:gd name="T7" fmla="*/ 33 h 39"/>
                  <a:gd name="T8" fmla="*/ 0 w 6"/>
                  <a:gd name="T9" fmla="*/ 32 h 39"/>
                  <a:gd name="T10" fmla="*/ 0 w 6"/>
                  <a:gd name="T11" fmla="*/ 30 h 39"/>
                  <a:gd name="T12" fmla="*/ 1 w 6"/>
                  <a:gd name="T13" fmla="*/ 28 h 39"/>
                  <a:gd name="T14" fmla="*/ 1 w 6"/>
                  <a:gd name="T15" fmla="*/ 25 h 39"/>
                  <a:gd name="T16" fmla="*/ 1 w 6"/>
                  <a:gd name="T17" fmla="*/ 23 h 39"/>
                  <a:gd name="T18" fmla="*/ 1 w 6"/>
                  <a:gd name="T19" fmla="*/ 19 h 39"/>
                  <a:gd name="T20" fmla="*/ 1 w 6"/>
                  <a:gd name="T21" fmla="*/ 17 h 39"/>
                  <a:gd name="T22" fmla="*/ 1 w 6"/>
                  <a:gd name="T23" fmla="*/ 17 h 39"/>
                  <a:gd name="T24" fmla="*/ 1 w 6"/>
                  <a:gd name="T25" fmla="*/ 14 h 39"/>
                  <a:gd name="T26" fmla="*/ 2 w 6"/>
                  <a:gd name="T27" fmla="*/ 10 h 39"/>
                  <a:gd name="T28" fmla="*/ 2 w 6"/>
                  <a:gd name="T29" fmla="*/ 8 h 39"/>
                  <a:gd name="T30" fmla="*/ 2 w 6"/>
                  <a:gd name="T31" fmla="*/ 7 h 39"/>
                  <a:gd name="T32" fmla="*/ 2 w 6"/>
                  <a:gd name="T33" fmla="*/ 5 h 39"/>
                  <a:gd name="T34" fmla="*/ 2 w 6"/>
                  <a:gd name="T35" fmla="*/ 3 h 39"/>
                  <a:gd name="T36" fmla="*/ 2 w 6"/>
                  <a:gd name="T37" fmla="*/ 1 h 39"/>
                  <a:gd name="T38" fmla="*/ 2 w 6"/>
                  <a:gd name="T39" fmla="*/ 0 h 39"/>
                  <a:gd name="T40" fmla="*/ 2 w 6"/>
                  <a:gd name="T41" fmla="*/ 0 h 39"/>
                  <a:gd name="T42" fmla="*/ 2 w 6"/>
                  <a:gd name="T43" fmla="*/ 2 h 39"/>
                  <a:gd name="T44" fmla="*/ 3 w 6"/>
                  <a:gd name="T45" fmla="*/ 3 h 39"/>
                  <a:gd name="T46" fmla="*/ 3 w 6"/>
                  <a:gd name="T47" fmla="*/ 4 h 39"/>
                  <a:gd name="T48" fmla="*/ 3 w 6"/>
                  <a:gd name="T49" fmla="*/ 5 h 39"/>
                  <a:gd name="T50" fmla="*/ 3 w 6"/>
                  <a:gd name="T51" fmla="*/ 6 h 39"/>
                  <a:gd name="T52" fmla="*/ 3 w 6"/>
                  <a:gd name="T53" fmla="*/ 10 h 39"/>
                  <a:gd name="T54" fmla="*/ 3 w 6"/>
                  <a:gd name="T55" fmla="*/ 12 h 39"/>
                  <a:gd name="T56" fmla="*/ 3 w 6"/>
                  <a:gd name="T57" fmla="*/ 12 h 39"/>
                  <a:gd name="T58" fmla="*/ 3 w 6"/>
                  <a:gd name="T59" fmla="*/ 13 h 39"/>
                  <a:gd name="T60" fmla="*/ 3 w 6"/>
                  <a:gd name="T61" fmla="*/ 15 h 39"/>
                  <a:gd name="T62" fmla="*/ 4 w 6"/>
                  <a:gd name="T63" fmla="*/ 15 h 39"/>
                  <a:gd name="T64" fmla="*/ 4 w 6"/>
                  <a:gd name="T65" fmla="*/ 13 h 39"/>
                  <a:gd name="T66" fmla="*/ 4 w 6"/>
                  <a:gd name="T67" fmla="*/ 13 h 39"/>
                  <a:gd name="T68" fmla="*/ 4 w 6"/>
                  <a:gd name="T69" fmla="*/ 14 h 39"/>
                  <a:gd name="T70" fmla="*/ 4 w 6"/>
                  <a:gd name="T71" fmla="*/ 15 h 39"/>
                  <a:gd name="T72" fmla="*/ 4 w 6"/>
                  <a:gd name="T73" fmla="*/ 15 h 39"/>
                  <a:gd name="T74" fmla="*/ 5 w 6"/>
                  <a:gd name="T75" fmla="*/ 16 h 39"/>
                  <a:gd name="T76" fmla="*/ 5 w 6"/>
                  <a:gd name="T77" fmla="*/ 17 h 39"/>
                  <a:gd name="T78" fmla="*/ 5 w 6"/>
                  <a:gd name="T79" fmla="*/ 17 h 39"/>
                  <a:gd name="T80" fmla="*/ 5 w 6"/>
                  <a:gd name="T81" fmla="*/ 20 h 39"/>
                  <a:gd name="T82" fmla="*/ 5 w 6"/>
                  <a:gd name="T83" fmla="*/ 23 h 39"/>
                  <a:gd name="T84" fmla="*/ 5 w 6"/>
                  <a:gd name="T85" fmla="*/ 22 h 39"/>
                  <a:gd name="T86" fmla="*/ 5 w 6"/>
                  <a:gd name="T87" fmla="*/ 19 h 39"/>
                  <a:gd name="T88" fmla="*/ 5 w 6"/>
                  <a:gd name="T89" fmla="*/ 18 h 39"/>
                  <a:gd name="T90" fmla="*/ 5 w 6"/>
                  <a:gd name="T91" fmla="*/ 17 h 39"/>
                  <a:gd name="T92" fmla="*/ 6 w 6"/>
                  <a:gd name="T93" fmla="*/ 13 h 39"/>
                  <a:gd name="T94" fmla="*/ 6 w 6"/>
                  <a:gd name="T95" fmla="*/ 12 h 39"/>
                  <a:gd name="T96" fmla="*/ 6 w 6"/>
                  <a:gd name="T97" fmla="*/ 10 h 39"/>
                  <a:gd name="T98" fmla="*/ 6 w 6"/>
                  <a:gd name="T99" fmla="*/ 5 h 39"/>
                  <a:gd name="T100" fmla="*/ 6 w 6"/>
                  <a:gd name="T101" fmla="*/ 0 h 39"/>
                  <a:gd name="T102" fmla="*/ 6 w 6"/>
                  <a:gd name="T103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39">
                    <a:moveTo>
                      <a:pt x="0" y="39"/>
                    </a:moveTo>
                    <a:lnTo>
                      <a:pt x="0" y="38"/>
                    </a:lnTo>
                    <a:lnTo>
                      <a:pt x="0" y="36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0"/>
                    </a:lnTo>
                    <a:lnTo>
                      <a:pt x="1" y="28"/>
                    </a:lnTo>
                    <a:lnTo>
                      <a:pt x="1" y="25"/>
                    </a:lnTo>
                    <a:lnTo>
                      <a:pt x="1" y="23"/>
                    </a:lnTo>
                    <a:lnTo>
                      <a:pt x="1" y="19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2" y="10"/>
                    </a:lnTo>
                    <a:lnTo>
                      <a:pt x="2" y="8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3" y="4"/>
                    </a:lnTo>
                    <a:lnTo>
                      <a:pt x="3" y="5"/>
                    </a:lnTo>
                    <a:lnTo>
                      <a:pt x="3" y="6"/>
                    </a:lnTo>
                    <a:lnTo>
                      <a:pt x="3" y="10"/>
                    </a:lnTo>
                    <a:lnTo>
                      <a:pt x="3" y="12"/>
                    </a:lnTo>
                    <a:lnTo>
                      <a:pt x="3" y="12"/>
                    </a:lnTo>
                    <a:lnTo>
                      <a:pt x="3" y="13"/>
                    </a:lnTo>
                    <a:lnTo>
                      <a:pt x="3" y="15"/>
                    </a:lnTo>
                    <a:lnTo>
                      <a:pt x="4" y="15"/>
                    </a:lnTo>
                    <a:lnTo>
                      <a:pt x="4" y="13"/>
                    </a:lnTo>
                    <a:lnTo>
                      <a:pt x="4" y="13"/>
                    </a:lnTo>
                    <a:lnTo>
                      <a:pt x="4" y="14"/>
                    </a:lnTo>
                    <a:lnTo>
                      <a:pt x="4" y="15"/>
                    </a:lnTo>
                    <a:lnTo>
                      <a:pt x="4" y="15"/>
                    </a:lnTo>
                    <a:lnTo>
                      <a:pt x="5" y="16"/>
                    </a:lnTo>
                    <a:lnTo>
                      <a:pt x="5" y="17"/>
                    </a:lnTo>
                    <a:lnTo>
                      <a:pt x="5" y="17"/>
                    </a:lnTo>
                    <a:lnTo>
                      <a:pt x="5" y="20"/>
                    </a:lnTo>
                    <a:lnTo>
                      <a:pt x="5" y="23"/>
                    </a:lnTo>
                    <a:lnTo>
                      <a:pt x="5" y="22"/>
                    </a:lnTo>
                    <a:lnTo>
                      <a:pt x="5" y="19"/>
                    </a:lnTo>
                    <a:lnTo>
                      <a:pt x="5" y="18"/>
                    </a:lnTo>
                    <a:lnTo>
                      <a:pt x="5" y="17"/>
                    </a:lnTo>
                    <a:lnTo>
                      <a:pt x="6" y="13"/>
                    </a:lnTo>
                    <a:lnTo>
                      <a:pt x="6" y="12"/>
                    </a:lnTo>
                    <a:lnTo>
                      <a:pt x="6" y="10"/>
                    </a:lnTo>
                    <a:lnTo>
                      <a:pt x="6" y="5"/>
                    </a:lnTo>
                    <a:lnTo>
                      <a:pt x="6" y="0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36" name="Freeform 896"/>
              <p:cNvSpPr/>
              <p:nvPr/>
            </p:nvSpPr>
            <p:spPr bwMode="auto">
              <a:xfrm>
                <a:off x="1597" y="2936"/>
                <a:ext cx="7" cy="144"/>
              </a:xfrm>
              <a:custGeom>
                <a:avLst/>
                <a:gdLst>
                  <a:gd name="T0" fmla="*/ 0 w 7"/>
                  <a:gd name="T1" fmla="*/ 10 h 144"/>
                  <a:gd name="T2" fmla="*/ 0 w 7"/>
                  <a:gd name="T3" fmla="*/ 10 h 144"/>
                  <a:gd name="T4" fmla="*/ 1 w 7"/>
                  <a:gd name="T5" fmla="*/ 9 h 144"/>
                  <a:gd name="T6" fmla="*/ 1 w 7"/>
                  <a:gd name="T7" fmla="*/ 6 h 144"/>
                  <a:gd name="T8" fmla="*/ 1 w 7"/>
                  <a:gd name="T9" fmla="*/ 6 h 144"/>
                  <a:gd name="T10" fmla="*/ 1 w 7"/>
                  <a:gd name="T11" fmla="*/ 6 h 144"/>
                  <a:gd name="T12" fmla="*/ 1 w 7"/>
                  <a:gd name="T13" fmla="*/ 4 h 144"/>
                  <a:gd name="T14" fmla="*/ 1 w 7"/>
                  <a:gd name="T15" fmla="*/ 3 h 144"/>
                  <a:gd name="T16" fmla="*/ 1 w 7"/>
                  <a:gd name="T17" fmla="*/ 6 h 144"/>
                  <a:gd name="T18" fmla="*/ 1 w 7"/>
                  <a:gd name="T19" fmla="*/ 6 h 144"/>
                  <a:gd name="T20" fmla="*/ 1 w 7"/>
                  <a:gd name="T21" fmla="*/ 4 h 144"/>
                  <a:gd name="T22" fmla="*/ 2 w 7"/>
                  <a:gd name="T23" fmla="*/ 1 h 144"/>
                  <a:gd name="T24" fmla="*/ 2 w 7"/>
                  <a:gd name="T25" fmla="*/ 1 h 144"/>
                  <a:gd name="T26" fmla="*/ 2 w 7"/>
                  <a:gd name="T27" fmla="*/ 1 h 144"/>
                  <a:gd name="T28" fmla="*/ 2 w 7"/>
                  <a:gd name="T29" fmla="*/ 0 h 144"/>
                  <a:gd name="T30" fmla="*/ 2 w 7"/>
                  <a:gd name="T31" fmla="*/ 0 h 144"/>
                  <a:gd name="T32" fmla="*/ 2 w 7"/>
                  <a:gd name="T33" fmla="*/ 2 h 144"/>
                  <a:gd name="T34" fmla="*/ 2 w 7"/>
                  <a:gd name="T35" fmla="*/ 5 h 144"/>
                  <a:gd name="T36" fmla="*/ 2 w 7"/>
                  <a:gd name="T37" fmla="*/ 5 h 144"/>
                  <a:gd name="T38" fmla="*/ 2 w 7"/>
                  <a:gd name="T39" fmla="*/ 7 h 144"/>
                  <a:gd name="T40" fmla="*/ 3 w 7"/>
                  <a:gd name="T41" fmla="*/ 14 h 144"/>
                  <a:gd name="T42" fmla="*/ 3 w 7"/>
                  <a:gd name="T43" fmla="*/ 20 h 144"/>
                  <a:gd name="T44" fmla="*/ 3 w 7"/>
                  <a:gd name="T45" fmla="*/ 25 h 144"/>
                  <a:gd name="T46" fmla="*/ 3 w 7"/>
                  <a:gd name="T47" fmla="*/ 29 h 144"/>
                  <a:gd name="T48" fmla="*/ 3 w 7"/>
                  <a:gd name="T49" fmla="*/ 34 h 144"/>
                  <a:gd name="T50" fmla="*/ 3 w 7"/>
                  <a:gd name="T51" fmla="*/ 41 h 144"/>
                  <a:gd name="T52" fmla="*/ 4 w 7"/>
                  <a:gd name="T53" fmla="*/ 46 h 144"/>
                  <a:gd name="T54" fmla="*/ 4 w 7"/>
                  <a:gd name="T55" fmla="*/ 50 h 144"/>
                  <a:gd name="T56" fmla="*/ 4 w 7"/>
                  <a:gd name="T57" fmla="*/ 53 h 144"/>
                  <a:gd name="T58" fmla="*/ 4 w 7"/>
                  <a:gd name="T59" fmla="*/ 57 h 144"/>
                  <a:gd name="T60" fmla="*/ 4 w 7"/>
                  <a:gd name="T61" fmla="*/ 59 h 144"/>
                  <a:gd name="T62" fmla="*/ 4 w 7"/>
                  <a:gd name="T63" fmla="*/ 64 h 144"/>
                  <a:gd name="T64" fmla="*/ 4 w 7"/>
                  <a:gd name="T65" fmla="*/ 68 h 144"/>
                  <a:gd name="T66" fmla="*/ 4 w 7"/>
                  <a:gd name="T67" fmla="*/ 69 h 144"/>
                  <a:gd name="T68" fmla="*/ 4 w 7"/>
                  <a:gd name="T69" fmla="*/ 72 h 144"/>
                  <a:gd name="T70" fmla="*/ 4 w 7"/>
                  <a:gd name="T71" fmla="*/ 80 h 144"/>
                  <a:gd name="T72" fmla="*/ 5 w 7"/>
                  <a:gd name="T73" fmla="*/ 89 h 144"/>
                  <a:gd name="T74" fmla="*/ 5 w 7"/>
                  <a:gd name="T75" fmla="*/ 94 h 144"/>
                  <a:gd name="T76" fmla="*/ 5 w 7"/>
                  <a:gd name="T77" fmla="*/ 96 h 144"/>
                  <a:gd name="T78" fmla="*/ 5 w 7"/>
                  <a:gd name="T79" fmla="*/ 102 h 144"/>
                  <a:gd name="T80" fmla="*/ 5 w 7"/>
                  <a:gd name="T81" fmla="*/ 113 h 144"/>
                  <a:gd name="T82" fmla="*/ 5 w 7"/>
                  <a:gd name="T83" fmla="*/ 116 h 144"/>
                  <a:gd name="T84" fmla="*/ 6 w 7"/>
                  <a:gd name="T85" fmla="*/ 114 h 144"/>
                  <a:gd name="T86" fmla="*/ 6 w 7"/>
                  <a:gd name="T87" fmla="*/ 121 h 144"/>
                  <a:gd name="T88" fmla="*/ 6 w 7"/>
                  <a:gd name="T89" fmla="*/ 128 h 144"/>
                  <a:gd name="T90" fmla="*/ 6 w 7"/>
                  <a:gd name="T91" fmla="*/ 126 h 144"/>
                  <a:gd name="T92" fmla="*/ 6 w 7"/>
                  <a:gd name="T93" fmla="*/ 125 h 144"/>
                  <a:gd name="T94" fmla="*/ 6 w 7"/>
                  <a:gd name="T95" fmla="*/ 129 h 144"/>
                  <a:gd name="T96" fmla="*/ 6 w 7"/>
                  <a:gd name="T97" fmla="*/ 132 h 144"/>
                  <a:gd name="T98" fmla="*/ 6 w 7"/>
                  <a:gd name="T99" fmla="*/ 133 h 144"/>
                  <a:gd name="T100" fmla="*/ 6 w 7"/>
                  <a:gd name="T101" fmla="*/ 137 h 144"/>
                  <a:gd name="T102" fmla="*/ 7 w 7"/>
                  <a:gd name="T103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44">
                    <a:moveTo>
                      <a:pt x="0" y="10"/>
                    </a:moveTo>
                    <a:lnTo>
                      <a:pt x="0" y="10"/>
                    </a:lnTo>
                    <a:lnTo>
                      <a:pt x="1" y="9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4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3" y="14"/>
                    </a:lnTo>
                    <a:lnTo>
                      <a:pt x="3" y="20"/>
                    </a:lnTo>
                    <a:lnTo>
                      <a:pt x="3" y="25"/>
                    </a:lnTo>
                    <a:lnTo>
                      <a:pt x="3" y="29"/>
                    </a:lnTo>
                    <a:lnTo>
                      <a:pt x="3" y="34"/>
                    </a:lnTo>
                    <a:lnTo>
                      <a:pt x="3" y="41"/>
                    </a:lnTo>
                    <a:lnTo>
                      <a:pt x="4" y="46"/>
                    </a:lnTo>
                    <a:lnTo>
                      <a:pt x="4" y="50"/>
                    </a:lnTo>
                    <a:lnTo>
                      <a:pt x="4" y="53"/>
                    </a:lnTo>
                    <a:lnTo>
                      <a:pt x="4" y="57"/>
                    </a:lnTo>
                    <a:lnTo>
                      <a:pt x="4" y="59"/>
                    </a:lnTo>
                    <a:lnTo>
                      <a:pt x="4" y="64"/>
                    </a:lnTo>
                    <a:lnTo>
                      <a:pt x="4" y="68"/>
                    </a:lnTo>
                    <a:lnTo>
                      <a:pt x="4" y="69"/>
                    </a:lnTo>
                    <a:lnTo>
                      <a:pt x="4" y="72"/>
                    </a:lnTo>
                    <a:lnTo>
                      <a:pt x="4" y="80"/>
                    </a:lnTo>
                    <a:lnTo>
                      <a:pt x="5" y="89"/>
                    </a:lnTo>
                    <a:lnTo>
                      <a:pt x="5" y="94"/>
                    </a:lnTo>
                    <a:lnTo>
                      <a:pt x="5" y="96"/>
                    </a:lnTo>
                    <a:lnTo>
                      <a:pt x="5" y="102"/>
                    </a:lnTo>
                    <a:lnTo>
                      <a:pt x="5" y="113"/>
                    </a:lnTo>
                    <a:lnTo>
                      <a:pt x="5" y="116"/>
                    </a:lnTo>
                    <a:lnTo>
                      <a:pt x="6" y="114"/>
                    </a:lnTo>
                    <a:lnTo>
                      <a:pt x="6" y="121"/>
                    </a:lnTo>
                    <a:lnTo>
                      <a:pt x="6" y="128"/>
                    </a:lnTo>
                    <a:lnTo>
                      <a:pt x="6" y="126"/>
                    </a:lnTo>
                    <a:lnTo>
                      <a:pt x="6" y="125"/>
                    </a:lnTo>
                    <a:lnTo>
                      <a:pt x="6" y="129"/>
                    </a:lnTo>
                    <a:lnTo>
                      <a:pt x="6" y="132"/>
                    </a:lnTo>
                    <a:lnTo>
                      <a:pt x="6" y="133"/>
                    </a:lnTo>
                    <a:lnTo>
                      <a:pt x="6" y="137"/>
                    </a:lnTo>
                    <a:lnTo>
                      <a:pt x="7" y="14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37" name="Freeform 897"/>
              <p:cNvSpPr/>
              <p:nvPr/>
            </p:nvSpPr>
            <p:spPr bwMode="auto">
              <a:xfrm>
                <a:off x="1603" y="2930"/>
                <a:ext cx="7" cy="159"/>
              </a:xfrm>
              <a:custGeom>
                <a:avLst/>
                <a:gdLst>
                  <a:gd name="T0" fmla="*/ 0 w 7"/>
                  <a:gd name="T1" fmla="*/ 143 h 159"/>
                  <a:gd name="T2" fmla="*/ 1 w 7"/>
                  <a:gd name="T3" fmla="*/ 150 h 159"/>
                  <a:gd name="T4" fmla="*/ 1 w 7"/>
                  <a:gd name="T5" fmla="*/ 152 h 159"/>
                  <a:gd name="T6" fmla="*/ 1 w 7"/>
                  <a:gd name="T7" fmla="*/ 150 h 159"/>
                  <a:gd name="T8" fmla="*/ 1 w 7"/>
                  <a:gd name="T9" fmla="*/ 153 h 159"/>
                  <a:gd name="T10" fmla="*/ 1 w 7"/>
                  <a:gd name="T11" fmla="*/ 158 h 159"/>
                  <a:gd name="T12" fmla="*/ 1 w 7"/>
                  <a:gd name="T13" fmla="*/ 156 h 159"/>
                  <a:gd name="T14" fmla="*/ 1 w 7"/>
                  <a:gd name="T15" fmla="*/ 154 h 159"/>
                  <a:gd name="T16" fmla="*/ 1 w 7"/>
                  <a:gd name="T17" fmla="*/ 159 h 159"/>
                  <a:gd name="T18" fmla="*/ 1 w 7"/>
                  <a:gd name="T19" fmla="*/ 159 h 159"/>
                  <a:gd name="T20" fmla="*/ 2 w 7"/>
                  <a:gd name="T21" fmla="*/ 153 h 159"/>
                  <a:gd name="T22" fmla="*/ 2 w 7"/>
                  <a:gd name="T23" fmla="*/ 154 h 159"/>
                  <a:gd name="T24" fmla="*/ 2 w 7"/>
                  <a:gd name="T25" fmla="*/ 159 h 159"/>
                  <a:gd name="T26" fmla="*/ 2 w 7"/>
                  <a:gd name="T27" fmla="*/ 158 h 159"/>
                  <a:gd name="T28" fmla="*/ 2 w 7"/>
                  <a:gd name="T29" fmla="*/ 153 h 159"/>
                  <a:gd name="T30" fmla="*/ 2 w 7"/>
                  <a:gd name="T31" fmla="*/ 150 h 159"/>
                  <a:gd name="T32" fmla="*/ 3 w 7"/>
                  <a:gd name="T33" fmla="*/ 148 h 159"/>
                  <a:gd name="T34" fmla="*/ 3 w 7"/>
                  <a:gd name="T35" fmla="*/ 141 h 159"/>
                  <a:gd name="T36" fmla="*/ 3 w 7"/>
                  <a:gd name="T37" fmla="*/ 131 h 159"/>
                  <a:gd name="T38" fmla="*/ 3 w 7"/>
                  <a:gd name="T39" fmla="*/ 125 h 159"/>
                  <a:gd name="T40" fmla="*/ 3 w 7"/>
                  <a:gd name="T41" fmla="*/ 120 h 159"/>
                  <a:gd name="T42" fmla="*/ 3 w 7"/>
                  <a:gd name="T43" fmla="*/ 109 h 159"/>
                  <a:gd name="T44" fmla="*/ 3 w 7"/>
                  <a:gd name="T45" fmla="*/ 100 h 159"/>
                  <a:gd name="T46" fmla="*/ 3 w 7"/>
                  <a:gd name="T47" fmla="*/ 96 h 159"/>
                  <a:gd name="T48" fmla="*/ 3 w 7"/>
                  <a:gd name="T49" fmla="*/ 89 h 159"/>
                  <a:gd name="T50" fmla="*/ 4 w 7"/>
                  <a:gd name="T51" fmla="*/ 82 h 159"/>
                  <a:gd name="T52" fmla="*/ 4 w 7"/>
                  <a:gd name="T53" fmla="*/ 80 h 159"/>
                  <a:gd name="T54" fmla="*/ 4 w 7"/>
                  <a:gd name="T55" fmla="*/ 76 h 159"/>
                  <a:gd name="T56" fmla="*/ 4 w 7"/>
                  <a:gd name="T57" fmla="*/ 66 h 159"/>
                  <a:gd name="T58" fmla="*/ 4 w 7"/>
                  <a:gd name="T59" fmla="*/ 62 h 159"/>
                  <a:gd name="T60" fmla="*/ 4 w 7"/>
                  <a:gd name="T61" fmla="*/ 60 h 159"/>
                  <a:gd name="T62" fmla="*/ 5 w 7"/>
                  <a:gd name="T63" fmla="*/ 52 h 159"/>
                  <a:gd name="T64" fmla="*/ 5 w 7"/>
                  <a:gd name="T65" fmla="*/ 45 h 159"/>
                  <a:gd name="T66" fmla="*/ 5 w 7"/>
                  <a:gd name="T67" fmla="*/ 43 h 159"/>
                  <a:gd name="T68" fmla="*/ 5 w 7"/>
                  <a:gd name="T69" fmla="*/ 39 h 159"/>
                  <a:gd name="T70" fmla="*/ 5 w 7"/>
                  <a:gd name="T71" fmla="*/ 33 h 159"/>
                  <a:gd name="T72" fmla="*/ 5 w 7"/>
                  <a:gd name="T73" fmla="*/ 28 h 159"/>
                  <a:gd name="T74" fmla="*/ 5 w 7"/>
                  <a:gd name="T75" fmla="*/ 26 h 159"/>
                  <a:gd name="T76" fmla="*/ 5 w 7"/>
                  <a:gd name="T77" fmla="*/ 24 h 159"/>
                  <a:gd name="T78" fmla="*/ 5 w 7"/>
                  <a:gd name="T79" fmla="*/ 22 h 159"/>
                  <a:gd name="T80" fmla="*/ 6 w 7"/>
                  <a:gd name="T81" fmla="*/ 20 h 159"/>
                  <a:gd name="T82" fmla="*/ 6 w 7"/>
                  <a:gd name="T83" fmla="*/ 19 h 159"/>
                  <a:gd name="T84" fmla="*/ 6 w 7"/>
                  <a:gd name="T85" fmla="*/ 14 h 159"/>
                  <a:gd name="T86" fmla="*/ 6 w 7"/>
                  <a:gd name="T87" fmla="*/ 10 h 159"/>
                  <a:gd name="T88" fmla="*/ 6 w 7"/>
                  <a:gd name="T89" fmla="*/ 12 h 159"/>
                  <a:gd name="T90" fmla="*/ 6 w 7"/>
                  <a:gd name="T91" fmla="*/ 12 h 159"/>
                  <a:gd name="T92" fmla="*/ 6 w 7"/>
                  <a:gd name="T93" fmla="*/ 9 h 159"/>
                  <a:gd name="T94" fmla="*/ 6 w 7"/>
                  <a:gd name="T95" fmla="*/ 7 h 159"/>
                  <a:gd name="T96" fmla="*/ 6 w 7"/>
                  <a:gd name="T97" fmla="*/ 7 h 159"/>
                  <a:gd name="T98" fmla="*/ 6 w 7"/>
                  <a:gd name="T99" fmla="*/ 3 h 159"/>
                  <a:gd name="T100" fmla="*/ 7 w 7"/>
                  <a:gd name="T101" fmla="*/ 1 h 159"/>
                  <a:gd name="T102" fmla="*/ 7 w 7"/>
                  <a:gd name="T103" fmla="*/ 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59">
                    <a:moveTo>
                      <a:pt x="0" y="143"/>
                    </a:moveTo>
                    <a:lnTo>
                      <a:pt x="1" y="150"/>
                    </a:lnTo>
                    <a:lnTo>
                      <a:pt x="1" y="152"/>
                    </a:lnTo>
                    <a:lnTo>
                      <a:pt x="1" y="150"/>
                    </a:lnTo>
                    <a:lnTo>
                      <a:pt x="1" y="153"/>
                    </a:lnTo>
                    <a:lnTo>
                      <a:pt x="1" y="158"/>
                    </a:lnTo>
                    <a:lnTo>
                      <a:pt x="1" y="156"/>
                    </a:lnTo>
                    <a:lnTo>
                      <a:pt x="1" y="154"/>
                    </a:lnTo>
                    <a:lnTo>
                      <a:pt x="1" y="159"/>
                    </a:lnTo>
                    <a:lnTo>
                      <a:pt x="1" y="159"/>
                    </a:lnTo>
                    <a:lnTo>
                      <a:pt x="2" y="153"/>
                    </a:lnTo>
                    <a:lnTo>
                      <a:pt x="2" y="154"/>
                    </a:lnTo>
                    <a:lnTo>
                      <a:pt x="2" y="159"/>
                    </a:lnTo>
                    <a:lnTo>
                      <a:pt x="2" y="158"/>
                    </a:lnTo>
                    <a:lnTo>
                      <a:pt x="2" y="153"/>
                    </a:lnTo>
                    <a:lnTo>
                      <a:pt x="2" y="150"/>
                    </a:lnTo>
                    <a:lnTo>
                      <a:pt x="3" y="148"/>
                    </a:lnTo>
                    <a:lnTo>
                      <a:pt x="3" y="141"/>
                    </a:lnTo>
                    <a:lnTo>
                      <a:pt x="3" y="131"/>
                    </a:lnTo>
                    <a:lnTo>
                      <a:pt x="3" y="125"/>
                    </a:lnTo>
                    <a:lnTo>
                      <a:pt x="3" y="120"/>
                    </a:lnTo>
                    <a:lnTo>
                      <a:pt x="3" y="109"/>
                    </a:lnTo>
                    <a:lnTo>
                      <a:pt x="3" y="100"/>
                    </a:lnTo>
                    <a:lnTo>
                      <a:pt x="3" y="96"/>
                    </a:lnTo>
                    <a:lnTo>
                      <a:pt x="3" y="89"/>
                    </a:lnTo>
                    <a:lnTo>
                      <a:pt x="4" y="82"/>
                    </a:lnTo>
                    <a:lnTo>
                      <a:pt x="4" y="80"/>
                    </a:lnTo>
                    <a:lnTo>
                      <a:pt x="4" y="76"/>
                    </a:lnTo>
                    <a:lnTo>
                      <a:pt x="4" y="66"/>
                    </a:lnTo>
                    <a:lnTo>
                      <a:pt x="4" y="62"/>
                    </a:lnTo>
                    <a:lnTo>
                      <a:pt x="4" y="60"/>
                    </a:lnTo>
                    <a:lnTo>
                      <a:pt x="5" y="52"/>
                    </a:lnTo>
                    <a:lnTo>
                      <a:pt x="5" y="45"/>
                    </a:lnTo>
                    <a:lnTo>
                      <a:pt x="5" y="43"/>
                    </a:lnTo>
                    <a:lnTo>
                      <a:pt x="5" y="39"/>
                    </a:lnTo>
                    <a:lnTo>
                      <a:pt x="5" y="33"/>
                    </a:lnTo>
                    <a:lnTo>
                      <a:pt x="5" y="28"/>
                    </a:lnTo>
                    <a:lnTo>
                      <a:pt x="5" y="26"/>
                    </a:lnTo>
                    <a:lnTo>
                      <a:pt x="5" y="24"/>
                    </a:lnTo>
                    <a:lnTo>
                      <a:pt x="5" y="22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4"/>
                    </a:lnTo>
                    <a:lnTo>
                      <a:pt x="6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6" y="9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6" y="3"/>
                    </a:lnTo>
                    <a:lnTo>
                      <a:pt x="7" y="1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38" name="Freeform 898"/>
              <p:cNvSpPr/>
              <p:nvPr/>
            </p:nvSpPr>
            <p:spPr bwMode="auto">
              <a:xfrm>
                <a:off x="1610" y="2862"/>
                <a:ext cx="6" cy="79"/>
              </a:xfrm>
              <a:custGeom>
                <a:avLst/>
                <a:gdLst>
                  <a:gd name="T0" fmla="*/ 0 w 6"/>
                  <a:gd name="T1" fmla="*/ 69 h 79"/>
                  <a:gd name="T2" fmla="*/ 0 w 6"/>
                  <a:gd name="T3" fmla="*/ 68 h 79"/>
                  <a:gd name="T4" fmla="*/ 0 w 6"/>
                  <a:gd name="T5" fmla="*/ 66 h 79"/>
                  <a:gd name="T6" fmla="*/ 0 w 6"/>
                  <a:gd name="T7" fmla="*/ 62 h 79"/>
                  <a:gd name="T8" fmla="*/ 0 w 6"/>
                  <a:gd name="T9" fmla="*/ 59 h 79"/>
                  <a:gd name="T10" fmla="*/ 0 w 6"/>
                  <a:gd name="T11" fmla="*/ 57 h 79"/>
                  <a:gd name="T12" fmla="*/ 1 w 6"/>
                  <a:gd name="T13" fmla="*/ 57 h 79"/>
                  <a:gd name="T14" fmla="*/ 1 w 6"/>
                  <a:gd name="T15" fmla="*/ 55 h 79"/>
                  <a:gd name="T16" fmla="*/ 1 w 6"/>
                  <a:gd name="T17" fmla="*/ 54 h 79"/>
                  <a:gd name="T18" fmla="*/ 1 w 6"/>
                  <a:gd name="T19" fmla="*/ 56 h 79"/>
                  <a:gd name="T20" fmla="*/ 1 w 6"/>
                  <a:gd name="T21" fmla="*/ 55 h 79"/>
                  <a:gd name="T22" fmla="*/ 1 w 6"/>
                  <a:gd name="T23" fmla="*/ 51 h 79"/>
                  <a:gd name="T24" fmla="*/ 1 w 6"/>
                  <a:gd name="T25" fmla="*/ 51 h 79"/>
                  <a:gd name="T26" fmla="*/ 1 w 6"/>
                  <a:gd name="T27" fmla="*/ 49 h 79"/>
                  <a:gd name="T28" fmla="*/ 1 w 6"/>
                  <a:gd name="T29" fmla="*/ 43 h 79"/>
                  <a:gd name="T30" fmla="*/ 2 w 6"/>
                  <a:gd name="T31" fmla="*/ 39 h 79"/>
                  <a:gd name="T32" fmla="*/ 2 w 6"/>
                  <a:gd name="T33" fmla="*/ 37 h 79"/>
                  <a:gd name="T34" fmla="*/ 2 w 6"/>
                  <a:gd name="T35" fmla="*/ 29 h 79"/>
                  <a:gd name="T36" fmla="*/ 2 w 6"/>
                  <a:gd name="T37" fmla="*/ 21 h 79"/>
                  <a:gd name="T38" fmla="*/ 2 w 6"/>
                  <a:gd name="T39" fmla="*/ 16 h 79"/>
                  <a:gd name="T40" fmla="*/ 2 w 6"/>
                  <a:gd name="T41" fmla="*/ 10 h 79"/>
                  <a:gd name="T42" fmla="*/ 3 w 6"/>
                  <a:gd name="T43" fmla="*/ 6 h 79"/>
                  <a:gd name="T44" fmla="*/ 3 w 6"/>
                  <a:gd name="T45" fmla="*/ 4 h 79"/>
                  <a:gd name="T46" fmla="*/ 3 w 6"/>
                  <a:gd name="T47" fmla="*/ 3 h 79"/>
                  <a:gd name="T48" fmla="*/ 3 w 6"/>
                  <a:gd name="T49" fmla="*/ 1 h 79"/>
                  <a:gd name="T50" fmla="*/ 3 w 6"/>
                  <a:gd name="T51" fmla="*/ 0 h 79"/>
                  <a:gd name="T52" fmla="*/ 3 w 6"/>
                  <a:gd name="T53" fmla="*/ 2 h 79"/>
                  <a:gd name="T54" fmla="*/ 3 w 6"/>
                  <a:gd name="T55" fmla="*/ 6 h 79"/>
                  <a:gd name="T56" fmla="*/ 3 w 6"/>
                  <a:gd name="T57" fmla="*/ 7 h 79"/>
                  <a:gd name="T58" fmla="*/ 3 w 6"/>
                  <a:gd name="T59" fmla="*/ 9 h 79"/>
                  <a:gd name="T60" fmla="*/ 4 w 6"/>
                  <a:gd name="T61" fmla="*/ 11 h 79"/>
                  <a:gd name="T62" fmla="*/ 4 w 6"/>
                  <a:gd name="T63" fmla="*/ 12 h 79"/>
                  <a:gd name="T64" fmla="*/ 4 w 6"/>
                  <a:gd name="T65" fmla="*/ 11 h 79"/>
                  <a:gd name="T66" fmla="*/ 4 w 6"/>
                  <a:gd name="T67" fmla="*/ 15 h 79"/>
                  <a:gd name="T68" fmla="*/ 4 w 6"/>
                  <a:gd name="T69" fmla="*/ 18 h 79"/>
                  <a:gd name="T70" fmla="*/ 4 w 6"/>
                  <a:gd name="T71" fmla="*/ 20 h 79"/>
                  <a:gd name="T72" fmla="*/ 4 w 6"/>
                  <a:gd name="T73" fmla="*/ 23 h 79"/>
                  <a:gd name="T74" fmla="*/ 4 w 6"/>
                  <a:gd name="T75" fmla="*/ 24 h 79"/>
                  <a:gd name="T76" fmla="*/ 4 w 6"/>
                  <a:gd name="T77" fmla="*/ 27 h 79"/>
                  <a:gd name="T78" fmla="*/ 5 w 6"/>
                  <a:gd name="T79" fmla="*/ 33 h 79"/>
                  <a:gd name="T80" fmla="*/ 5 w 6"/>
                  <a:gd name="T81" fmla="*/ 39 h 79"/>
                  <a:gd name="T82" fmla="*/ 5 w 6"/>
                  <a:gd name="T83" fmla="*/ 43 h 79"/>
                  <a:gd name="T84" fmla="*/ 5 w 6"/>
                  <a:gd name="T85" fmla="*/ 48 h 79"/>
                  <a:gd name="T86" fmla="*/ 5 w 6"/>
                  <a:gd name="T87" fmla="*/ 53 h 79"/>
                  <a:gd name="T88" fmla="*/ 5 w 6"/>
                  <a:gd name="T89" fmla="*/ 57 h 79"/>
                  <a:gd name="T90" fmla="*/ 6 w 6"/>
                  <a:gd name="T91" fmla="*/ 62 h 79"/>
                  <a:gd name="T92" fmla="*/ 6 w 6"/>
                  <a:gd name="T93" fmla="*/ 67 h 79"/>
                  <a:gd name="T94" fmla="*/ 6 w 6"/>
                  <a:gd name="T95" fmla="*/ 70 h 79"/>
                  <a:gd name="T96" fmla="*/ 6 w 6"/>
                  <a:gd name="T97" fmla="*/ 72 h 79"/>
                  <a:gd name="T98" fmla="*/ 6 w 6"/>
                  <a:gd name="T99" fmla="*/ 74 h 79"/>
                  <a:gd name="T100" fmla="*/ 6 w 6"/>
                  <a:gd name="T101" fmla="*/ 77 h 79"/>
                  <a:gd name="T102" fmla="*/ 6 w 6"/>
                  <a:gd name="T103" fmla="*/ 7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9">
                    <a:moveTo>
                      <a:pt x="0" y="69"/>
                    </a:moveTo>
                    <a:lnTo>
                      <a:pt x="0" y="68"/>
                    </a:lnTo>
                    <a:lnTo>
                      <a:pt x="0" y="66"/>
                    </a:lnTo>
                    <a:lnTo>
                      <a:pt x="0" y="62"/>
                    </a:lnTo>
                    <a:lnTo>
                      <a:pt x="0" y="59"/>
                    </a:lnTo>
                    <a:lnTo>
                      <a:pt x="0" y="57"/>
                    </a:lnTo>
                    <a:lnTo>
                      <a:pt x="1" y="57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1"/>
                    </a:lnTo>
                    <a:lnTo>
                      <a:pt x="1" y="51"/>
                    </a:lnTo>
                    <a:lnTo>
                      <a:pt x="1" y="49"/>
                    </a:lnTo>
                    <a:lnTo>
                      <a:pt x="1" y="43"/>
                    </a:lnTo>
                    <a:lnTo>
                      <a:pt x="2" y="39"/>
                    </a:lnTo>
                    <a:lnTo>
                      <a:pt x="2" y="37"/>
                    </a:lnTo>
                    <a:lnTo>
                      <a:pt x="2" y="29"/>
                    </a:lnTo>
                    <a:lnTo>
                      <a:pt x="2" y="21"/>
                    </a:lnTo>
                    <a:lnTo>
                      <a:pt x="2" y="16"/>
                    </a:lnTo>
                    <a:lnTo>
                      <a:pt x="2" y="10"/>
                    </a:lnTo>
                    <a:lnTo>
                      <a:pt x="3" y="6"/>
                    </a:lnTo>
                    <a:lnTo>
                      <a:pt x="3" y="4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6"/>
                    </a:lnTo>
                    <a:lnTo>
                      <a:pt x="3" y="7"/>
                    </a:lnTo>
                    <a:lnTo>
                      <a:pt x="3" y="9"/>
                    </a:lnTo>
                    <a:lnTo>
                      <a:pt x="4" y="11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4" y="15"/>
                    </a:lnTo>
                    <a:lnTo>
                      <a:pt x="4" y="18"/>
                    </a:lnTo>
                    <a:lnTo>
                      <a:pt x="4" y="20"/>
                    </a:lnTo>
                    <a:lnTo>
                      <a:pt x="4" y="23"/>
                    </a:lnTo>
                    <a:lnTo>
                      <a:pt x="4" y="24"/>
                    </a:lnTo>
                    <a:lnTo>
                      <a:pt x="4" y="27"/>
                    </a:lnTo>
                    <a:lnTo>
                      <a:pt x="5" y="33"/>
                    </a:lnTo>
                    <a:lnTo>
                      <a:pt x="5" y="39"/>
                    </a:lnTo>
                    <a:lnTo>
                      <a:pt x="5" y="43"/>
                    </a:lnTo>
                    <a:lnTo>
                      <a:pt x="5" y="48"/>
                    </a:lnTo>
                    <a:lnTo>
                      <a:pt x="5" y="53"/>
                    </a:lnTo>
                    <a:lnTo>
                      <a:pt x="5" y="57"/>
                    </a:lnTo>
                    <a:lnTo>
                      <a:pt x="6" y="62"/>
                    </a:lnTo>
                    <a:lnTo>
                      <a:pt x="6" y="67"/>
                    </a:lnTo>
                    <a:lnTo>
                      <a:pt x="6" y="70"/>
                    </a:lnTo>
                    <a:lnTo>
                      <a:pt x="6" y="72"/>
                    </a:lnTo>
                    <a:lnTo>
                      <a:pt x="6" y="74"/>
                    </a:lnTo>
                    <a:lnTo>
                      <a:pt x="6" y="77"/>
                    </a:lnTo>
                    <a:lnTo>
                      <a:pt x="6" y="7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39" name="Freeform 899"/>
              <p:cNvSpPr/>
              <p:nvPr/>
            </p:nvSpPr>
            <p:spPr bwMode="auto">
              <a:xfrm>
                <a:off x="1616" y="2939"/>
                <a:ext cx="7" cy="58"/>
              </a:xfrm>
              <a:custGeom>
                <a:avLst/>
                <a:gdLst>
                  <a:gd name="T0" fmla="*/ 0 w 7"/>
                  <a:gd name="T1" fmla="*/ 0 h 58"/>
                  <a:gd name="T2" fmla="*/ 0 w 7"/>
                  <a:gd name="T3" fmla="*/ 2 h 58"/>
                  <a:gd name="T4" fmla="*/ 0 w 7"/>
                  <a:gd name="T5" fmla="*/ 5 h 58"/>
                  <a:gd name="T6" fmla="*/ 0 w 7"/>
                  <a:gd name="T7" fmla="*/ 10 h 58"/>
                  <a:gd name="T8" fmla="*/ 1 w 7"/>
                  <a:gd name="T9" fmla="*/ 14 h 58"/>
                  <a:gd name="T10" fmla="*/ 1 w 7"/>
                  <a:gd name="T11" fmla="*/ 15 h 58"/>
                  <a:gd name="T12" fmla="*/ 1 w 7"/>
                  <a:gd name="T13" fmla="*/ 18 h 58"/>
                  <a:gd name="T14" fmla="*/ 1 w 7"/>
                  <a:gd name="T15" fmla="*/ 22 h 58"/>
                  <a:gd name="T16" fmla="*/ 1 w 7"/>
                  <a:gd name="T17" fmla="*/ 24 h 58"/>
                  <a:gd name="T18" fmla="*/ 1 w 7"/>
                  <a:gd name="T19" fmla="*/ 25 h 58"/>
                  <a:gd name="T20" fmla="*/ 1 w 7"/>
                  <a:gd name="T21" fmla="*/ 25 h 58"/>
                  <a:gd name="T22" fmla="*/ 2 w 7"/>
                  <a:gd name="T23" fmla="*/ 25 h 58"/>
                  <a:gd name="T24" fmla="*/ 2 w 7"/>
                  <a:gd name="T25" fmla="*/ 25 h 58"/>
                  <a:gd name="T26" fmla="*/ 2 w 7"/>
                  <a:gd name="T27" fmla="*/ 26 h 58"/>
                  <a:gd name="T28" fmla="*/ 2 w 7"/>
                  <a:gd name="T29" fmla="*/ 25 h 58"/>
                  <a:gd name="T30" fmla="*/ 2 w 7"/>
                  <a:gd name="T31" fmla="*/ 24 h 58"/>
                  <a:gd name="T32" fmla="*/ 2 w 7"/>
                  <a:gd name="T33" fmla="*/ 25 h 58"/>
                  <a:gd name="T34" fmla="*/ 2 w 7"/>
                  <a:gd name="T35" fmla="*/ 23 h 58"/>
                  <a:gd name="T36" fmla="*/ 2 w 7"/>
                  <a:gd name="T37" fmla="*/ 20 h 58"/>
                  <a:gd name="T38" fmla="*/ 2 w 7"/>
                  <a:gd name="T39" fmla="*/ 18 h 58"/>
                  <a:gd name="T40" fmla="*/ 3 w 7"/>
                  <a:gd name="T41" fmla="*/ 15 h 58"/>
                  <a:gd name="T42" fmla="*/ 3 w 7"/>
                  <a:gd name="T43" fmla="*/ 13 h 58"/>
                  <a:gd name="T44" fmla="*/ 3 w 7"/>
                  <a:gd name="T45" fmla="*/ 10 h 58"/>
                  <a:gd name="T46" fmla="*/ 3 w 7"/>
                  <a:gd name="T47" fmla="*/ 8 h 58"/>
                  <a:gd name="T48" fmla="*/ 3 w 7"/>
                  <a:gd name="T49" fmla="*/ 6 h 58"/>
                  <a:gd name="T50" fmla="*/ 3 w 7"/>
                  <a:gd name="T51" fmla="*/ 5 h 58"/>
                  <a:gd name="T52" fmla="*/ 4 w 7"/>
                  <a:gd name="T53" fmla="*/ 5 h 58"/>
                  <a:gd name="T54" fmla="*/ 4 w 7"/>
                  <a:gd name="T55" fmla="*/ 3 h 58"/>
                  <a:gd name="T56" fmla="*/ 4 w 7"/>
                  <a:gd name="T57" fmla="*/ 1 h 58"/>
                  <a:gd name="T58" fmla="*/ 4 w 7"/>
                  <a:gd name="T59" fmla="*/ 1 h 58"/>
                  <a:gd name="T60" fmla="*/ 4 w 7"/>
                  <a:gd name="T61" fmla="*/ 3 h 58"/>
                  <a:gd name="T62" fmla="*/ 4 w 7"/>
                  <a:gd name="T63" fmla="*/ 6 h 58"/>
                  <a:gd name="T64" fmla="*/ 4 w 7"/>
                  <a:gd name="T65" fmla="*/ 8 h 58"/>
                  <a:gd name="T66" fmla="*/ 4 w 7"/>
                  <a:gd name="T67" fmla="*/ 12 h 58"/>
                  <a:gd name="T68" fmla="*/ 4 w 7"/>
                  <a:gd name="T69" fmla="*/ 13 h 58"/>
                  <a:gd name="T70" fmla="*/ 5 w 7"/>
                  <a:gd name="T71" fmla="*/ 14 h 58"/>
                  <a:gd name="T72" fmla="*/ 5 w 7"/>
                  <a:gd name="T73" fmla="*/ 19 h 58"/>
                  <a:gd name="T74" fmla="*/ 5 w 7"/>
                  <a:gd name="T75" fmla="*/ 23 h 58"/>
                  <a:gd name="T76" fmla="*/ 5 w 7"/>
                  <a:gd name="T77" fmla="*/ 24 h 58"/>
                  <a:gd name="T78" fmla="*/ 5 w 7"/>
                  <a:gd name="T79" fmla="*/ 25 h 58"/>
                  <a:gd name="T80" fmla="*/ 5 w 7"/>
                  <a:gd name="T81" fmla="*/ 28 h 58"/>
                  <a:gd name="T82" fmla="*/ 5 w 7"/>
                  <a:gd name="T83" fmla="*/ 29 h 58"/>
                  <a:gd name="T84" fmla="*/ 5 w 7"/>
                  <a:gd name="T85" fmla="*/ 31 h 58"/>
                  <a:gd name="T86" fmla="*/ 5 w 7"/>
                  <a:gd name="T87" fmla="*/ 35 h 58"/>
                  <a:gd name="T88" fmla="*/ 6 w 7"/>
                  <a:gd name="T89" fmla="*/ 37 h 58"/>
                  <a:gd name="T90" fmla="*/ 6 w 7"/>
                  <a:gd name="T91" fmla="*/ 39 h 58"/>
                  <a:gd name="T92" fmla="*/ 6 w 7"/>
                  <a:gd name="T93" fmla="*/ 42 h 58"/>
                  <a:gd name="T94" fmla="*/ 6 w 7"/>
                  <a:gd name="T95" fmla="*/ 45 h 58"/>
                  <a:gd name="T96" fmla="*/ 6 w 7"/>
                  <a:gd name="T97" fmla="*/ 48 h 58"/>
                  <a:gd name="T98" fmla="*/ 6 w 7"/>
                  <a:gd name="T99" fmla="*/ 51 h 58"/>
                  <a:gd name="T100" fmla="*/ 7 w 7"/>
                  <a:gd name="T101" fmla="*/ 54 h 58"/>
                  <a:gd name="T102" fmla="*/ 7 w 7"/>
                  <a:gd name="T103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8">
                    <a:moveTo>
                      <a:pt x="0" y="0"/>
                    </a:moveTo>
                    <a:lnTo>
                      <a:pt x="0" y="2"/>
                    </a:lnTo>
                    <a:lnTo>
                      <a:pt x="0" y="5"/>
                    </a:lnTo>
                    <a:lnTo>
                      <a:pt x="0" y="10"/>
                    </a:lnTo>
                    <a:lnTo>
                      <a:pt x="1" y="14"/>
                    </a:lnTo>
                    <a:lnTo>
                      <a:pt x="1" y="15"/>
                    </a:lnTo>
                    <a:lnTo>
                      <a:pt x="1" y="18"/>
                    </a:lnTo>
                    <a:lnTo>
                      <a:pt x="1" y="22"/>
                    </a:lnTo>
                    <a:lnTo>
                      <a:pt x="1" y="24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2" y="25"/>
                    </a:lnTo>
                    <a:lnTo>
                      <a:pt x="2" y="25"/>
                    </a:lnTo>
                    <a:lnTo>
                      <a:pt x="2" y="26"/>
                    </a:lnTo>
                    <a:lnTo>
                      <a:pt x="2" y="25"/>
                    </a:lnTo>
                    <a:lnTo>
                      <a:pt x="2" y="24"/>
                    </a:lnTo>
                    <a:lnTo>
                      <a:pt x="2" y="25"/>
                    </a:lnTo>
                    <a:lnTo>
                      <a:pt x="2" y="23"/>
                    </a:lnTo>
                    <a:lnTo>
                      <a:pt x="2" y="20"/>
                    </a:lnTo>
                    <a:lnTo>
                      <a:pt x="2" y="18"/>
                    </a:lnTo>
                    <a:lnTo>
                      <a:pt x="3" y="15"/>
                    </a:lnTo>
                    <a:lnTo>
                      <a:pt x="3" y="13"/>
                    </a:lnTo>
                    <a:lnTo>
                      <a:pt x="3" y="10"/>
                    </a:lnTo>
                    <a:lnTo>
                      <a:pt x="3" y="8"/>
                    </a:lnTo>
                    <a:lnTo>
                      <a:pt x="3" y="6"/>
                    </a:lnTo>
                    <a:lnTo>
                      <a:pt x="3" y="5"/>
                    </a:lnTo>
                    <a:lnTo>
                      <a:pt x="4" y="5"/>
                    </a:lnTo>
                    <a:lnTo>
                      <a:pt x="4" y="3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4" y="6"/>
                    </a:lnTo>
                    <a:lnTo>
                      <a:pt x="4" y="8"/>
                    </a:lnTo>
                    <a:lnTo>
                      <a:pt x="4" y="12"/>
                    </a:lnTo>
                    <a:lnTo>
                      <a:pt x="4" y="13"/>
                    </a:lnTo>
                    <a:lnTo>
                      <a:pt x="5" y="14"/>
                    </a:lnTo>
                    <a:lnTo>
                      <a:pt x="5" y="19"/>
                    </a:lnTo>
                    <a:lnTo>
                      <a:pt x="5" y="23"/>
                    </a:lnTo>
                    <a:lnTo>
                      <a:pt x="5" y="24"/>
                    </a:lnTo>
                    <a:lnTo>
                      <a:pt x="5" y="25"/>
                    </a:lnTo>
                    <a:lnTo>
                      <a:pt x="5" y="28"/>
                    </a:lnTo>
                    <a:lnTo>
                      <a:pt x="5" y="29"/>
                    </a:lnTo>
                    <a:lnTo>
                      <a:pt x="5" y="31"/>
                    </a:lnTo>
                    <a:lnTo>
                      <a:pt x="5" y="35"/>
                    </a:lnTo>
                    <a:lnTo>
                      <a:pt x="6" y="37"/>
                    </a:lnTo>
                    <a:lnTo>
                      <a:pt x="6" y="39"/>
                    </a:lnTo>
                    <a:lnTo>
                      <a:pt x="6" y="42"/>
                    </a:lnTo>
                    <a:lnTo>
                      <a:pt x="6" y="45"/>
                    </a:lnTo>
                    <a:lnTo>
                      <a:pt x="6" y="48"/>
                    </a:lnTo>
                    <a:lnTo>
                      <a:pt x="6" y="51"/>
                    </a:lnTo>
                    <a:lnTo>
                      <a:pt x="7" y="54"/>
                    </a:lnTo>
                    <a:lnTo>
                      <a:pt x="7" y="5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40" name="Freeform 900"/>
              <p:cNvSpPr/>
              <p:nvPr/>
            </p:nvSpPr>
            <p:spPr bwMode="auto">
              <a:xfrm>
                <a:off x="1623" y="2969"/>
                <a:ext cx="6" cy="65"/>
              </a:xfrm>
              <a:custGeom>
                <a:avLst/>
                <a:gdLst>
                  <a:gd name="T0" fmla="*/ 0 w 6"/>
                  <a:gd name="T1" fmla="*/ 24 h 65"/>
                  <a:gd name="T2" fmla="*/ 0 w 6"/>
                  <a:gd name="T3" fmla="*/ 28 h 65"/>
                  <a:gd name="T4" fmla="*/ 0 w 6"/>
                  <a:gd name="T5" fmla="*/ 29 h 65"/>
                  <a:gd name="T6" fmla="*/ 0 w 6"/>
                  <a:gd name="T7" fmla="*/ 27 h 65"/>
                  <a:gd name="T8" fmla="*/ 0 w 6"/>
                  <a:gd name="T9" fmla="*/ 28 h 65"/>
                  <a:gd name="T10" fmla="*/ 0 w 6"/>
                  <a:gd name="T11" fmla="*/ 31 h 65"/>
                  <a:gd name="T12" fmla="*/ 0 w 6"/>
                  <a:gd name="T13" fmla="*/ 29 h 65"/>
                  <a:gd name="T14" fmla="*/ 0 w 6"/>
                  <a:gd name="T15" fmla="*/ 26 h 65"/>
                  <a:gd name="T16" fmla="*/ 0 w 6"/>
                  <a:gd name="T17" fmla="*/ 24 h 65"/>
                  <a:gd name="T18" fmla="*/ 1 w 6"/>
                  <a:gd name="T19" fmla="*/ 24 h 65"/>
                  <a:gd name="T20" fmla="*/ 1 w 6"/>
                  <a:gd name="T21" fmla="*/ 23 h 65"/>
                  <a:gd name="T22" fmla="*/ 1 w 6"/>
                  <a:gd name="T23" fmla="*/ 22 h 65"/>
                  <a:gd name="T24" fmla="*/ 1 w 6"/>
                  <a:gd name="T25" fmla="*/ 20 h 65"/>
                  <a:gd name="T26" fmla="*/ 1 w 6"/>
                  <a:gd name="T27" fmla="*/ 19 h 65"/>
                  <a:gd name="T28" fmla="*/ 1 w 6"/>
                  <a:gd name="T29" fmla="*/ 21 h 65"/>
                  <a:gd name="T30" fmla="*/ 2 w 6"/>
                  <a:gd name="T31" fmla="*/ 20 h 65"/>
                  <a:gd name="T32" fmla="*/ 2 w 6"/>
                  <a:gd name="T33" fmla="*/ 18 h 65"/>
                  <a:gd name="T34" fmla="*/ 2 w 6"/>
                  <a:gd name="T35" fmla="*/ 14 h 65"/>
                  <a:gd name="T36" fmla="*/ 2 w 6"/>
                  <a:gd name="T37" fmla="*/ 13 h 65"/>
                  <a:gd name="T38" fmla="*/ 2 w 6"/>
                  <a:gd name="T39" fmla="*/ 16 h 65"/>
                  <a:gd name="T40" fmla="*/ 2 w 6"/>
                  <a:gd name="T41" fmla="*/ 14 h 65"/>
                  <a:gd name="T42" fmla="*/ 2 w 6"/>
                  <a:gd name="T43" fmla="*/ 7 h 65"/>
                  <a:gd name="T44" fmla="*/ 2 w 6"/>
                  <a:gd name="T45" fmla="*/ 6 h 65"/>
                  <a:gd name="T46" fmla="*/ 2 w 6"/>
                  <a:gd name="T47" fmla="*/ 7 h 65"/>
                  <a:gd name="T48" fmla="*/ 3 w 6"/>
                  <a:gd name="T49" fmla="*/ 2 h 65"/>
                  <a:gd name="T50" fmla="*/ 3 w 6"/>
                  <a:gd name="T51" fmla="*/ 0 h 65"/>
                  <a:gd name="T52" fmla="*/ 3 w 6"/>
                  <a:gd name="T53" fmla="*/ 6 h 65"/>
                  <a:gd name="T54" fmla="*/ 3 w 6"/>
                  <a:gd name="T55" fmla="*/ 6 h 65"/>
                  <a:gd name="T56" fmla="*/ 3 w 6"/>
                  <a:gd name="T57" fmla="*/ 4 h 65"/>
                  <a:gd name="T58" fmla="*/ 3 w 6"/>
                  <a:gd name="T59" fmla="*/ 6 h 65"/>
                  <a:gd name="T60" fmla="*/ 3 w 6"/>
                  <a:gd name="T61" fmla="*/ 12 h 65"/>
                  <a:gd name="T62" fmla="*/ 3 w 6"/>
                  <a:gd name="T63" fmla="*/ 17 h 65"/>
                  <a:gd name="T64" fmla="*/ 3 w 6"/>
                  <a:gd name="T65" fmla="*/ 23 h 65"/>
                  <a:gd name="T66" fmla="*/ 3 w 6"/>
                  <a:gd name="T67" fmla="*/ 26 h 65"/>
                  <a:gd name="T68" fmla="*/ 4 w 6"/>
                  <a:gd name="T69" fmla="*/ 26 h 65"/>
                  <a:gd name="T70" fmla="*/ 4 w 6"/>
                  <a:gd name="T71" fmla="*/ 26 h 65"/>
                  <a:gd name="T72" fmla="*/ 4 w 6"/>
                  <a:gd name="T73" fmla="*/ 29 h 65"/>
                  <a:gd name="T74" fmla="*/ 4 w 6"/>
                  <a:gd name="T75" fmla="*/ 35 h 65"/>
                  <a:gd name="T76" fmla="*/ 4 w 6"/>
                  <a:gd name="T77" fmla="*/ 37 h 65"/>
                  <a:gd name="T78" fmla="*/ 4 w 6"/>
                  <a:gd name="T79" fmla="*/ 34 h 65"/>
                  <a:gd name="T80" fmla="*/ 5 w 6"/>
                  <a:gd name="T81" fmla="*/ 36 h 65"/>
                  <a:gd name="T82" fmla="*/ 5 w 6"/>
                  <a:gd name="T83" fmla="*/ 40 h 65"/>
                  <a:gd name="T84" fmla="*/ 5 w 6"/>
                  <a:gd name="T85" fmla="*/ 39 h 65"/>
                  <a:gd name="T86" fmla="*/ 5 w 6"/>
                  <a:gd name="T87" fmla="*/ 41 h 65"/>
                  <a:gd name="T88" fmla="*/ 5 w 6"/>
                  <a:gd name="T89" fmla="*/ 49 h 65"/>
                  <a:gd name="T90" fmla="*/ 5 w 6"/>
                  <a:gd name="T91" fmla="*/ 55 h 65"/>
                  <a:gd name="T92" fmla="*/ 5 w 6"/>
                  <a:gd name="T93" fmla="*/ 56 h 65"/>
                  <a:gd name="T94" fmla="*/ 5 w 6"/>
                  <a:gd name="T95" fmla="*/ 56 h 65"/>
                  <a:gd name="T96" fmla="*/ 5 w 6"/>
                  <a:gd name="T97" fmla="*/ 55 h 65"/>
                  <a:gd name="T98" fmla="*/ 6 w 6"/>
                  <a:gd name="T99" fmla="*/ 60 h 65"/>
                  <a:gd name="T100" fmla="*/ 6 w 6"/>
                  <a:gd name="T101" fmla="*/ 65 h 65"/>
                  <a:gd name="T102" fmla="*/ 6 w 6"/>
                  <a:gd name="T103" fmla="*/ 63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5">
                    <a:moveTo>
                      <a:pt x="0" y="24"/>
                    </a:moveTo>
                    <a:lnTo>
                      <a:pt x="0" y="28"/>
                    </a:lnTo>
                    <a:lnTo>
                      <a:pt x="0" y="29"/>
                    </a:lnTo>
                    <a:lnTo>
                      <a:pt x="0" y="27"/>
                    </a:lnTo>
                    <a:lnTo>
                      <a:pt x="0" y="28"/>
                    </a:lnTo>
                    <a:lnTo>
                      <a:pt x="0" y="31"/>
                    </a:lnTo>
                    <a:lnTo>
                      <a:pt x="0" y="29"/>
                    </a:lnTo>
                    <a:lnTo>
                      <a:pt x="0" y="26"/>
                    </a:lnTo>
                    <a:lnTo>
                      <a:pt x="0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2" y="20"/>
                    </a:lnTo>
                    <a:lnTo>
                      <a:pt x="2" y="18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6"/>
                    </a:lnTo>
                    <a:lnTo>
                      <a:pt x="2" y="14"/>
                    </a:lnTo>
                    <a:lnTo>
                      <a:pt x="2" y="7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4"/>
                    </a:lnTo>
                    <a:lnTo>
                      <a:pt x="3" y="6"/>
                    </a:lnTo>
                    <a:lnTo>
                      <a:pt x="3" y="12"/>
                    </a:lnTo>
                    <a:lnTo>
                      <a:pt x="3" y="17"/>
                    </a:lnTo>
                    <a:lnTo>
                      <a:pt x="3" y="23"/>
                    </a:lnTo>
                    <a:lnTo>
                      <a:pt x="3" y="26"/>
                    </a:lnTo>
                    <a:lnTo>
                      <a:pt x="4" y="26"/>
                    </a:lnTo>
                    <a:lnTo>
                      <a:pt x="4" y="26"/>
                    </a:lnTo>
                    <a:lnTo>
                      <a:pt x="4" y="29"/>
                    </a:lnTo>
                    <a:lnTo>
                      <a:pt x="4" y="35"/>
                    </a:lnTo>
                    <a:lnTo>
                      <a:pt x="4" y="37"/>
                    </a:lnTo>
                    <a:lnTo>
                      <a:pt x="4" y="34"/>
                    </a:lnTo>
                    <a:lnTo>
                      <a:pt x="5" y="36"/>
                    </a:lnTo>
                    <a:lnTo>
                      <a:pt x="5" y="40"/>
                    </a:lnTo>
                    <a:lnTo>
                      <a:pt x="5" y="39"/>
                    </a:lnTo>
                    <a:lnTo>
                      <a:pt x="5" y="41"/>
                    </a:lnTo>
                    <a:lnTo>
                      <a:pt x="5" y="49"/>
                    </a:lnTo>
                    <a:lnTo>
                      <a:pt x="5" y="55"/>
                    </a:lnTo>
                    <a:lnTo>
                      <a:pt x="5" y="56"/>
                    </a:lnTo>
                    <a:lnTo>
                      <a:pt x="5" y="56"/>
                    </a:lnTo>
                    <a:lnTo>
                      <a:pt x="5" y="55"/>
                    </a:lnTo>
                    <a:lnTo>
                      <a:pt x="6" y="60"/>
                    </a:lnTo>
                    <a:lnTo>
                      <a:pt x="6" y="65"/>
                    </a:lnTo>
                    <a:lnTo>
                      <a:pt x="6" y="6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41" name="Freeform 901"/>
              <p:cNvSpPr/>
              <p:nvPr/>
            </p:nvSpPr>
            <p:spPr bwMode="auto">
              <a:xfrm>
                <a:off x="1629" y="2944"/>
                <a:ext cx="6" cy="100"/>
              </a:xfrm>
              <a:custGeom>
                <a:avLst/>
                <a:gdLst>
                  <a:gd name="T0" fmla="*/ 0 w 6"/>
                  <a:gd name="T1" fmla="*/ 90 h 100"/>
                  <a:gd name="T2" fmla="*/ 0 w 6"/>
                  <a:gd name="T3" fmla="*/ 88 h 100"/>
                  <a:gd name="T4" fmla="*/ 0 w 6"/>
                  <a:gd name="T5" fmla="*/ 86 h 100"/>
                  <a:gd name="T6" fmla="*/ 0 w 6"/>
                  <a:gd name="T7" fmla="*/ 89 h 100"/>
                  <a:gd name="T8" fmla="*/ 0 w 6"/>
                  <a:gd name="T9" fmla="*/ 89 h 100"/>
                  <a:gd name="T10" fmla="*/ 1 w 6"/>
                  <a:gd name="T11" fmla="*/ 88 h 100"/>
                  <a:gd name="T12" fmla="*/ 1 w 6"/>
                  <a:gd name="T13" fmla="*/ 88 h 100"/>
                  <a:gd name="T14" fmla="*/ 1 w 6"/>
                  <a:gd name="T15" fmla="*/ 89 h 100"/>
                  <a:gd name="T16" fmla="*/ 1 w 6"/>
                  <a:gd name="T17" fmla="*/ 91 h 100"/>
                  <a:gd name="T18" fmla="*/ 1 w 6"/>
                  <a:gd name="T19" fmla="*/ 90 h 100"/>
                  <a:gd name="T20" fmla="*/ 1 w 6"/>
                  <a:gd name="T21" fmla="*/ 88 h 100"/>
                  <a:gd name="T22" fmla="*/ 1 w 6"/>
                  <a:gd name="T23" fmla="*/ 87 h 100"/>
                  <a:gd name="T24" fmla="*/ 1 w 6"/>
                  <a:gd name="T25" fmla="*/ 86 h 100"/>
                  <a:gd name="T26" fmla="*/ 1 w 6"/>
                  <a:gd name="T27" fmla="*/ 84 h 100"/>
                  <a:gd name="T28" fmla="*/ 2 w 6"/>
                  <a:gd name="T29" fmla="*/ 90 h 100"/>
                  <a:gd name="T30" fmla="*/ 2 w 6"/>
                  <a:gd name="T31" fmla="*/ 99 h 100"/>
                  <a:gd name="T32" fmla="*/ 2 w 6"/>
                  <a:gd name="T33" fmla="*/ 96 h 100"/>
                  <a:gd name="T34" fmla="*/ 2 w 6"/>
                  <a:gd name="T35" fmla="*/ 93 h 100"/>
                  <a:gd name="T36" fmla="*/ 2 w 6"/>
                  <a:gd name="T37" fmla="*/ 96 h 100"/>
                  <a:gd name="T38" fmla="*/ 2 w 6"/>
                  <a:gd name="T39" fmla="*/ 97 h 100"/>
                  <a:gd name="T40" fmla="*/ 2 w 6"/>
                  <a:gd name="T41" fmla="*/ 96 h 100"/>
                  <a:gd name="T42" fmla="*/ 2 w 6"/>
                  <a:gd name="T43" fmla="*/ 99 h 100"/>
                  <a:gd name="T44" fmla="*/ 2 w 6"/>
                  <a:gd name="T45" fmla="*/ 100 h 100"/>
                  <a:gd name="T46" fmla="*/ 3 w 6"/>
                  <a:gd name="T47" fmla="*/ 96 h 100"/>
                  <a:gd name="T48" fmla="*/ 3 w 6"/>
                  <a:gd name="T49" fmla="*/ 92 h 100"/>
                  <a:gd name="T50" fmla="*/ 3 w 6"/>
                  <a:gd name="T51" fmla="*/ 91 h 100"/>
                  <a:gd name="T52" fmla="*/ 3 w 6"/>
                  <a:gd name="T53" fmla="*/ 93 h 100"/>
                  <a:gd name="T54" fmla="*/ 3 w 6"/>
                  <a:gd name="T55" fmla="*/ 94 h 100"/>
                  <a:gd name="T56" fmla="*/ 3 w 6"/>
                  <a:gd name="T57" fmla="*/ 92 h 100"/>
                  <a:gd name="T58" fmla="*/ 4 w 6"/>
                  <a:gd name="T59" fmla="*/ 90 h 100"/>
                  <a:gd name="T60" fmla="*/ 4 w 6"/>
                  <a:gd name="T61" fmla="*/ 84 h 100"/>
                  <a:gd name="T62" fmla="*/ 4 w 6"/>
                  <a:gd name="T63" fmla="*/ 72 h 100"/>
                  <a:gd name="T64" fmla="*/ 4 w 6"/>
                  <a:gd name="T65" fmla="*/ 67 h 100"/>
                  <a:gd name="T66" fmla="*/ 4 w 6"/>
                  <a:gd name="T67" fmla="*/ 68 h 100"/>
                  <a:gd name="T68" fmla="*/ 4 w 6"/>
                  <a:gd name="T69" fmla="*/ 61 h 100"/>
                  <a:gd name="T70" fmla="*/ 4 w 6"/>
                  <a:gd name="T71" fmla="*/ 52 h 100"/>
                  <a:gd name="T72" fmla="*/ 4 w 6"/>
                  <a:gd name="T73" fmla="*/ 49 h 100"/>
                  <a:gd name="T74" fmla="*/ 4 w 6"/>
                  <a:gd name="T75" fmla="*/ 47 h 100"/>
                  <a:gd name="T76" fmla="*/ 5 w 6"/>
                  <a:gd name="T77" fmla="*/ 45 h 100"/>
                  <a:gd name="T78" fmla="*/ 5 w 6"/>
                  <a:gd name="T79" fmla="*/ 44 h 100"/>
                  <a:gd name="T80" fmla="*/ 5 w 6"/>
                  <a:gd name="T81" fmla="*/ 41 h 100"/>
                  <a:gd name="T82" fmla="*/ 5 w 6"/>
                  <a:gd name="T83" fmla="*/ 38 h 100"/>
                  <a:gd name="T84" fmla="*/ 5 w 6"/>
                  <a:gd name="T85" fmla="*/ 35 h 100"/>
                  <a:gd name="T86" fmla="*/ 5 w 6"/>
                  <a:gd name="T87" fmla="*/ 29 h 100"/>
                  <a:gd name="T88" fmla="*/ 5 w 6"/>
                  <a:gd name="T89" fmla="*/ 24 h 100"/>
                  <a:gd name="T90" fmla="*/ 6 w 6"/>
                  <a:gd name="T91" fmla="*/ 18 h 100"/>
                  <a:gd name="T92" fmla="*/ 6 w 6"/>
                  <a:gd name="T93" fmla="*/ 12 h 100"/>
                  <a:gd name="T94" fmla="*/ 6 w 6"/>
                  <a:gd name="T95" fmla="*/ 14 h 100"/>
                  <a:gd name="T96" fmla="*/ 6 w 6"/>
                  <a:gd name="T97" fmla="*/ 14 h 100"/>
                  <a:gd name="T98" fmla="*/ 6 w 6"/>
                  <a:gd name="T99" fmla="*/ 4 h 100"/>
                  <a:gd name="T100" fmla="*/ 6 w 6"/>
                  <a:gd name="T101" fmla="*/ 0 h 100"/>
                  <a:gd name="T102" fmla="*/ 6 w 6"/>
                  <a:gd name="T103" fmla="*/ 5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00">
                    <a:moveTo>
                      <a:pt x="0" y="90"/>
                    </a:moveTo>
                    <a:lnTo>
                      <a:pt x="0" y="88"/>
                    </a:lnTo>
                    <a:lnTo>
                      <a:pt x="0" y="86"/>
                    </a:lnTo>
                    <a:lnTo>
                      <a:pt x="0" y="89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9"/>
                    </a:lnTo>
                    <a:lnTo>
                      <a:pt x="1" y="91"/>
                    </a:lnTo>
                    <a:lnTo>
                      <a:pt x="1" y="90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4"/>
                    </a:lnTo>
                    <a:lnTo>
                      <a:pt x="2" y="90"/>
                    </a:lnTo>
                    <a:lnTo>
                      <a:pt x="2" y="99"/>
                    </a:lnTo>
                    <a:lnTo>
                      <a:pt x="2" y="96"/>
                    </a:lnTo>
                    <a:lnTo>
                      <a:pt x="2" y="93"/>
                    </a:lnTo>
                    <a:lnTo>
                      <a:pt x="2" y="96"/>
                    </a:lnTo>
                    <a:lnTo>
                      <a:pt x="2" y="97"/>
                    </a:lnTo>
                    <a:lnTo>
                      <a:pt x="2" y="96"/>
                    </a:lnTo>
                    <a:lnTo>
                      <a:pt x="2" y="99"/>
                    </a:lnTo>
                    <a:lnTo>
                      <a:pt x="2" y="100"/>
                    </a:lnTo>
                    <a:lnTo>
                      <a:pt x="3" y="96"/>
                    </a:lnTo>
                    <a:lnTo>
                      <a:pt x="3" y="92"/>
                    </a:lnTo>
                    <a:lnTo>
                      <a:pt x="3" y="91"/>
                    </a:lnTo>
                    <a:lnTo>
                      <a:pt x="3" y="93"/>
                    </a:lnTo>
                    <a:lnTo>
                      <a:pt x="3" y="94"/>
                    </a:lnTo>
                    <a:lnTo>
                      <a:pt x="3" y="92"/>
                    </a:lnTo>
                    <a:lnTo>
                      <a:pt x="4" y="90"/>
                    </a:lnTo>
                    <a:lnTo>
                      <a:pt x="4" y="84"/>
                    </a:lnTo>
                    <a:lnTo>
                      <a:pt x="4" y="72"/>
                    </a:lnTo>
                    <a:lnTo>
                      <a:pt x="4" y="67"/>
                    </a:lnTo>
                    <a:lnTo>
                      <a:pt x="4" y="68"/>
                    </a:lnTo>
                    <a:lnTo>
                      <a:pt x="4" y="61"/>
                    </a:lnTo>
                    <a:lnTo>
                      <a:pt x="4" y="52"/>
                    </a:lnTo>
                    <a:lnTo>
                      <a:pt x="4" y="49"/>
                    </a:lnTo>
                    <a:lnTo>
                      <a:pt x="4" y="47"/>
                    </a:lnTo>
                    <a:lnTo>
                      <a:pt x="5" y="45"/>
                    </a:lnTo>
                    <a:lnTo>
                      <a:pt x="5" y="44"/>
                    </a:lnTo>
                    <a:lnTo>
                      <a:pt x="5" y="41"/>
                    </a:lnTo>
                    <a:lnTo>
                      <a:pt x="5" y="38"/>
                    </a:lnTo>
                    <a:lnTo>
                      <a:pt x="5" y="35"/>
                    </a:lnTo>
                    <a:lnTo>
                      <a:pt x="5" y="29"/>
                    </a:lnTo>
                    <a:lnTo>
                      <a:pt x="5" y="24"/>
                    </a:lnTo>
                    <a:lnTo>
                      <a:pt x="6" y="18"/>
                    </a:lnTo>
                    <a:lnTo>
                      <a:pt x="6" y="12"/>
                    </a:lnTo>
                    <a:lnTo>
                      <a:pt x="6" y="14"/>
                    </a:lnTo>
                    <a:lnTo>
                      <a:pt x="6" y="14"/>
                    </a:lnTo>
                    <a:lnTo>
                      <a:pt x="6" y="4"/>
                    </a:lnTo>
                    <a:lnTo>
                      <a:pt x="6" y="0"/>
                    </a:lnTo>
                    <a:lnTo>
                      <a:pt x="6" y="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42" name="Freeform 902"/>
              <p:cNvSpPr/>
              <p:nvPr/>
            </p:nvSpPr>
            <p:spPr bwMode="auto">
              <a:xfrm>
                <a:off x="1635" y="2912"/>
                <a:ext cx="6" cy="41"/>
              </a:xfrm>
              <a:custGeom>
                <a:avLst/>
                <a:gdLst>
                  <a:gd name="T0" fmla="*/ 0 w 6"/>
                  <a:gd name="T1" fmla="*/ 32 h 41"/>
                  <a:gd name="T2" fmla="*/ 0 w 6"/>
                  <a:gd name="T3" fmla="*/ 37 h 41"/>
                  <a:gd name="T4" fmla="*/ 0 w 6"/>
                  <a:gd name="T5" fmla="*/ 37 h 41"/>
                  <a:gd name="T6" fmla="*/ 0 w 6"/>
                  <a:gd name="T7" fmla="*/ 37 h 41"/>
                  <a:gd name="T8" fmla="*/ 1 w 6"/>
                  <a:gd name="T9" fmla="*/ 41 h 41"/>
                  <a:gd name="T10" fmla="*/ 1 w 6"/>
                  <a:gd name="T11" fmla="*/ 40 h 41"/>
                  <a:gd name="T12" fmla="*/ 1 w 6"/>
                  <a:gd name="T13" fmla="*/ 32 h 41"/>
                  <a:gd name="T14" fmla="*/ 1 w 6"/>
                  <a:gd name="T15" fmla="*/ 26 h 41"/>
                  <a:gd name="T16" fmla="*/ 1 w 6"/>
                  <a:gd name="T17" fmla="*/ 28 h 41"/>
                  <a:gd name="T18" fmla="*/ 1 w 6"/>
                  <a:gd name="T19" fmla="*/ 32 h 41"/>
                  <a:gd name="T20" fmla="*/ 1 w 6"/>
                  <a:gd name="T21" fmla="*/ 30 h 41"/>
                  <a:gd name="T22" fmla="*/ 1 w 6"/>
                  <a:gd name="T23" fmla="*/ 26 h 41"/>
                  <a:gd name="T24" fmla="*/ 1 w 6"/>
                  <a:gd name="T25" fmla="*/ 24 h 41"/>
                  <a:gd name="T26" fmla="*/ 2 w 6"/>
                  <a:gd name="T27" fmla="*/ 22 h 41"/>
                  <a:gd name="T28" fmla="*/ 2 w 6"/>
                  <a:gd name="T29" fmla="*/ 18 h 41"/>
                  <a:gd name="T30" fmla="*/ 2 w 6"/>
                  <a:gd name="T31" fmla="*/ 22 h 41"/>
                  <a:gd name="T32" fmla="*/ 2 w 6"/>
                  <a:gd name="T33" fmla="*/ 29 h 41"/>
                  <a:gd name="T34" fmla="*/ 2 w 6"/>
                  <a:gd name="T35" fmla="*/ 28 h 41"/>
                  <a:gd name="T36" fmla="*/ 2 w 6"/>
                  <a:gd name="T37" fmla="*/ 26 h 41"/>
                  <a:gd name="T38" fmla="*/ 3 w 6"/>
                  <a:gd name="T39" fmla="*/ 26 h 41"/>
                  <a:gd name="T40" fmla="*/ 3 w 6"/>
                  <a:gd name="T41" fmla="*/ 27 h 41"/>
                  <a:gd name="T42" fmla="*/ 3 w 6"/>
                  <a:gd name="T43" fmla="*/ 29 h 41"/>
                  <a:gd name="T44" fmla="*/ 3 w 6"/>
                  <a:gd name="T45" fmla="*/ 32 h 41"/>
                  <a:gd name="T46" fmla="*/ 3 w 6"/>
                  <a:gd name="T47" fmla="*/ 31 h 41"/>
                  <a:gd name="T48" fmla="*/ 3 w 6"/>
                  <a:gd name="T49" fmla="*/ 28 h 41"/>
                  <a:gd name="T50" fmla="*/ 3 w 6"/>
                  <a:gd name="T51" fmla="*/ 26 h 41"/>
                  <a:gd name="T52" fmla="*/ 3 w 6"/>
                  <a:gd name="T53" fmla="*/ 22 h 41"/>
                  <a:gd name="T54" fmla="*/ 3 w 6"/>
                  <a:gd name="T55" fmla="*/ 22 h 41"/>
                  <a:gd name="T56" fmla="*/ 4 w 6"/>
                  <a:gd name="T57" fmla="*/ 20 h 41"/>
                  <a:gd name="T58" fmla="*/ 4 w 6"/>
                  <a:gd name="T59" fmla="*/ 15 h 41"/>
                  <a:gd name="T60" fmla="*/ 4 w 6"/>
                  <a:gd name="T61" fmla="*/ 13 h 41"/>
                  <a:gd name="T62" fmla="*/ 4 w 6"/>
                  <a:gd name="T63" fmla="*/ 15 h 41"/>
                  <a:gd name="T64" fmla="*/ 4 w 6"/>
                  <a:gd name="T65" fmla="*/ 10 h 41"/>
                  <a:gd name="T66" fmla="*/ 4 w 6"/>
                  <a:gd name="T67" fmla="*/ 5 h 41"/>
                  <a:gd name="T68" fmla="*/ 5 w 6"/>
                  <a:gd name="T69" fmla="*/ 5 h 41"/>
                  <a:gd name="T70" fmla="*/ 5 w 6"/>
                  <a:gd name="T71" fmla="*/ 7 h 41"/>
                  <a:gd name="T72" fmla="*/ 5 w 6"/>
                  <a:gd name="T73" fmla="*/ 9 h 41"/>
                  <a:gd name="T74" fmla="*/ 5 w 6"/>
                  <a:gd name="T75" fmla="*/ 8 h 41"/>
                  <a:gd name="T76" fmla="*/ 5 w 6"/>
                  <a:gd name="T77" fmla="*/ 3 h 41"/>
                  <a:gd name="T78" fmla="*/ 5 w 6"/>
                  <a:gd name="T79" fmla="*/ 1 h 41"/>
                  <a:gd name="T80" fmla="*/ 5 w 6"/>
                  <a:gd name="T81" fmla="*/ 2 h 41"/>
                  <a:gd name="T82" fmla="*/ 5 w 6"/>
                  <a:gd name="T83" fmla="*/ 2 h 41"/>
                  <a:gd name="T84" fmla="*/ 5 w 6"/>
                  <a:gd name="T85" fmla="*/ 3 h 41"/>
                  <a:gd name="T86" fmla="*/ 6 w 6"/>
                  <a:gd name="T87" fmla="*/ 4 h 41"/>
                  <a:gd name="T88" fmla="*/ 6 w 6"/>
                  <a:gd name="T89" fmla="*/ 2 h 41"/>
                  <a:gd name="T90" fmla="*/ 6 w 6"/>
                  <a:gd name="T91" fmla="*/ 0 h 41"/>
                  <a:gd name="T92" fmla="*/ 6 w 6"/>
                  <a:gd name="T93" fmla="*/ 0 h 41"/>
                  <a:gd name="T94" fmla="*/ 6 w 6"/>
                  <a:gd name="T95" fmla="*/ 2 h 41"/>
                  <a:gd name="T96" fmla="*/ 6 w 6"/>
                  <a:gd name="T97" fmla="*/ 6 h 41"/>
                  <a:gd name="T98" fmla="*/ 6 w 6"/>
                  <a:gd name="T99" fmla="*/ 7 h 41"/>
                  <a:gd name="T100" fmla="*/ 6 w 6"/>
                  <a:gd name="T101" fmla="*/ 7 h 41"/>
                  <a:gd name="T102" fmla="*/ 6 w 6"/>
                  <a:gd name="T103" fmla="*/ 1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1">
                    <a:moveTo>
                      <a:pt x="0" y="32"/>
                    </a:move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" y="41"/>
                    </a:lnTo>
                    <a:lnTo>
                      <a:pt x="1" y="40"/>
                    </a:lnTo>
                    <a:lnTo>
                      <a:pt x="1" y="32"/>
                    </a:lnTo>
                    <a:lnTo>
                      <a:pt x="1" y="26"/>
                    </a:lnTo>
                    <a:lnTo>
                      <a:pt x="1" y="28"/>
                    </a:lnTo>
                    <a:lnTo>
                      <a:pt x="1" y="32"/>
                    </a:lnTo>
                    <a:lnTo>
                      <a:pt x="1" y="30"/>
                    </a:lnTo>
                    <a:lnTo>
                      <a:pt x="1" y="26"/>
                    </a:lnTo>
                    <a:lnTo>
                      <a:pt x="1" y="24"/>
                    </a:lnTo>
                    <a:lnTo>
                      <a:pt x="2" y="22"/>
                    </a:lnTo>
                    <a:lnTo>
                      <a:pt x="2" y="18"/>
                    </a:lnTo>
                    <a:lnTo>
                      <a:pt x="2" y="22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6"/>
                    </a:lnTo>
                    <a:lnTo>
                      <a:pt x="3" y="26"/>
                    </a:lnTo>
                    <a:lnTo>
                      <a:pt x="3" y="27"/>
                    </a:lnTo>
                    <a:lnTo>
                      <a:pt x="3" y="29"/>
                    </a:lnTo>
                    <a:lnTo>
                      <a:pt x="3" y="32"/>
                    </a:lnTo>
                    <a:lnTo>
                      <a:pt x="3" y="31"/>
                    </a:lnTo>
                    <a:lnTo>
                      <a:pt x="3" y="28"/>
                    </a:lnTo>
                    <a:lnTo>
                      <a:pt x="3" y="26"/>
                    </a:lnTo>
                    <a:lnTo>
                      <a:pt x="3" y="22"/>
                    </a:lnTo>
                    <a:lnTo>
                      <a:pt x="3" y="22"/>
                    </a:lnTo>
                    <a:lnTo>
                      <a:pt x="4" y="20"/>
                    </a:lnTo>
                    <a:lnTo>
                      <a:pt x="4" y="15"/>
                    </a:lnTo>
                    <a:lnTo>
                      <a:pt x="4" y="13"/>
                    </a:lnTo>
                    <a:lnTo>
                      <a:pt x="4" y="15"/>
                    </a:lnTo>
                    <a:lnTo>
                      <a:pt x="4" y="10"/>
                    </a:lnTo>
                    <a:lnTo>
                      <a:pt x="4" y="5"/>
                    </a:lnTo>
                    <a:lnTo>
                      <a:pt x="5" y="5"/>
                    </a:lnTo>
                    <a:lnTo>
                      <a:pt x="5" y="7"/>
                    </a:lnTo>
                    <a:lnTo>
                      <a:pt x="5" y="9"/>
                    </a:lnTo>
                    <a:lnTo>
                      <a:pt x="5" y="8"/>
                    </a:lnTo>
                    <a:lnTo>
                      <a:pt x="5" y="3"/>
                    </a:lnTo>
                    <a:lnTo>
                      <a:pt x="5" y="1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6" y="4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6" y="6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6" y="1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43" name="Freeform 903"/>
              <p:cNvSpPr/>
              <p:nvPr/>
            </p:nvSpPr>
            <p:spPr bwMode="auto">
              <a:xfrm>
                <a:off x="1641" y="2905"/>
                <a:ext cx="7" cy="49"/>
              </a:xfrm>
              <a:custGeom>
                <a:avLst/>
                <a:gdLst>
                  <a:gd name="T0" fmla="*/ 0 w 7"/>
                  <a:gd name="T1" fmla="*/ 14 h 49"/>
                  <a:gd name="T2" fmla="*/ 0 w 7"/>
                  <a:gd name="T3" fmla="*/ 17 h 49"/>
                  <a:gd name="T4" fmla="*/ 1 w 7"/>
                  <a:gd name="T5" fmla="*/ 18 h 49"/>
                  <a:gd name="T6" fmla="*/ 1 w 7"/>
                  <a:gd name="T7" fmla="*/ 16 h 49"/>
                  <a:gd name="T8" fmla="*/ 1 w 7"/>
                  <a:gd name="T9" fmla="*/ 19 h 49"/>
                  <a:gd name="T10" fmla="*/ 1 w 7"/>
                  <a:gd name="T11" fmla="*/ 23 h 49"/>
                  <a:gd name="T12" fmla="*/ 1 w 7"/>
                  <a:gd name="T13" fmla="*/ 23 h 49"/>
                  <a:gd name="T14" fmla="*/ 1 w 7"/>
                  <a:gd name="T15" fmla="*/ 26 h 49"/>
                  <a:gd name="T16" fmla="*/ 2 w 7"/>
                  <a:gd name="T17" fmla="*/ 30 h 49"/>
                  <a:gd name="T18" fmla="*/ 2 w 7"/>
                  <a:gd name="T19" fmla="*/ 29 h 49"/>
                  <a:gd name="T20" fmla="*/ 2 w 7"/>
                  <a:gd name="T21" fmla="*/ 29 h 49"/>
                  <a:gd name="T22" fmla="*/ 2 w 7"/>
                  <a:gd name="T23" fmla="*/ 33 h 49"/>
                  <a:gd name="T24" fmla="*/ 2 w 7"/>
                  <a:gd name="T25" fmla="*/ 34 h 49"/>
                  <a:gd name="T26" fmla="*/ 2 w 7"/>
                  <a:gd name="T27" fmla="*/ 34 h 49"/>
                  <a:gd name="T28" fmla="*/ 2 w 7"/>
                  <a:gd name="T29" fmla="*/ 36 h 49"/>
                  <a:gd name="T30" fmla="*/ 2 w 7"/>
                  <a:gd name="T31" fmla="*/ 38 h 49"/>
                  <a:gd name="T32" fmla="*/ 2 w 7"/>
                  <a:gd name="T33" fmla="*/ 37 h 49"/>
                  <a:gd name="T34" fmla="*/ 2 w 7"/>
                  <a:gd name="T35" fmla="*/ 39 h 49"/>
                  <a:gd name="T36" fmla="*/ 3 w 7"/>
                  <a:gd name="T37" fmla="*/ 44 h 49"/>
                  <a:gd name="T38" fmla="*/ 3 w 7"/>
                  <a:gd name="T39" fmla="*/ 47 h 49"/>
                  <a:gd name="T40" fmla="*/ 3 w 7"/>
                  <a:gd name="T41" fmla="*/ 46 h 49"/>
                  <a:gd name="T42" fmla="*/ 3 w 7"/>
                  <a:gd name="T43" fmla="*/ 44 h 49"/>
                  <a:gd name="T44" fmla="*/ 3 w 7"/>
                  <a:gd name="T45" fmla="*/ 44 h 49"/>
                  <a:gd name="T46" fmla="*/ 3 w 7"/>
                  <a:gd name="T47" fmla="*/ 44 h 49"/>
                  <a:gd name="T48" fmla="*/ 4 w 7"/>
                  <a:gd name="T49" fmla="*/ 46 h 49"/>
                  <a:gd name="T50" fmla="*/ 4 w 7"/>
                  <a:gd name="T51" fmla="*/ 49 h 49"/>
                  <a:gd name="T52" fmla="*/ 4 w 7"/>
                  <a:gd name="T53" fmla="*/ 44 h 49"/>
                  <a:gd name="T54" fmla="*/ 4 w 7"/>
                  <a:gd name="T55" fmla="*/ 38 h 49"/>
                  <a:gd name="T56" fmla="*/ 4 w 7"/>
                  <a:gd name="T57" fmla="*/ 38 h 49"/>
                  <a:gd name="T58" fmla="*/ 4 w 7"/>
                  <a:gd name="T59" fmla="*/ 37 h 49"/>
                  <a:gd name="T60" fmla="*/ 4 w 7"/>
                  <a:gd name="T61" fmla="*/ 34 h 49"/>
                  <a:gd name="T62" fmla="*/ 4 w 7"/>
                  <a:gd name="T63" fmla="*/ 32 h 49"/>
                  <a:gd name="T64" fmla="*/ 4 w 7"/>
                  <a:gd name="T65" fmla="*/ 27 h 49"/>
                  <a:gd name="T66" fmla="*/ 5 w 7"/>
                  <a:gd name="T67" fmla="*/ 20 h 49"/>
                  <a:gd name="T68" fmla="*/ 5 w 7"/>
                  <a:gd name="T69" fmla="*/ 15 h 49"/>
                  <a:gd name="T70" fmla="*/ 5 w 7"/>
                  <a:gd name="T71" fmla="*/ 12 h 49"/>
                  <a:gd name="T72" fmla="*/ 5 w 7"/>
                  <a:gd name="T73" fmla="*/ 8 h 49"/>
                  <a:gd name="T74" fmla="*/ 5 w 7"/>
                  <a:gd name="T75" fmla="*/ 4 h 49"/>
                  <a:gd name="T76" fmla="*/ 5 w 7"/>
                  <a:gd name="T77" fmla="*/ 2 h 49"/>
                  <a:gd name="T78" fmla="*/ 5 w 7"/>
                  <a:gd name="T79" fmla="*/ 0 h 49"/>
                  <a:gd name="T80" fmla="*/ 5 w 7"/>
                  <a:gd name="T81" fmla="*/ 2 h 49"/>
                  <a:gd name="T82" fmla="*/ 5 w 7"/>
                  <a:gd name="T83" fmla="*/ 3 h 49"/>
                  <a:gd name="T84" fmla="*/ 6 w 7"/>
                  <a:gd name="T85" fmla="*/ 2 h 49"/>
                  <a:gd name="T86" fmla="*/ 6 w 7"/>
                  <a:gd name="T87" fmla="*/ 2 h 49"/>
                  <a:gd name="T88" fmla="*/ 6 w 7"/>
                  <a:gd name="T89" fmla="*/ 4 h 49"/>
                  <a:gd name="T90" fmla="*/ 6 w 7"/>
                  <a:gd name="T91" fmla="*/ 7 h 49"/>
                  <a:gd name="T92" fmla="*/ 6 w 7"/>
                  <a:gd name="T93" fmla="*/ 9 h 49"/>
                  <a:gd name="T94" fmla="*/ 6 w 7"/>
                  <a:gd name="T95" fmla="*/ 9 h 49"/>
                  <a:gd name="T96" fmla="*/ 7 w 7"/>
                  <a:gd name="T97" fmla="*/ 9 h 49"/>
                  <a:gd name="T98" fmla="*/ 7 w 7"/>
                  <a:gd name="T99" fmla="*/ 9 h 49"/>
                  <a:gd name="T100" fmla="*/ 7 w 7"/>
                  <a:gd name="T101" fmla="*/ 9 h 49"/>
                  <a:gd name="T102" fmla="*/ 7 w 7"/>
                  <a:gd name="T103" fmla="*/ 14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9">
                    <a:moveTo>
                      <a:pt x="0" y="14"/>
                    </a:moveTo>
                    <a:lnTo>
                      <a:pt x="0" y="17"/>
                    </a:lnTo>
                    <a:lnTo>
                      <a:pt x="1" y="18"/>
                    </a:lnTo>
                    <a:lnTo>
                      <a:pt x="1" y="16"/>
                    </a:lnTo>
                    <a:lnTo>
                      <a:pt x="1" y="19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1" y="26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33"/>
                    </a:lnTo>
                    <a:lnTo>
                      <a:pt x="2" y="34"/>
                    </a:lnTo>
                    <a:lnTo>
                      <a:pt x="2" y="34"/>
                    </a:lnTo>
                    <a:lnTo>
                      <a:pt x="2" y="36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9"/>
                    </a:lnTo>
                    <a:lnTo>
                      <a:pt x="3" y="44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4" y="46"/>
                    </a:lnTo>
                    <a:lnTo>
                      <a:pt x="4" y="49"/>
                    </a:lnTo>
                    <a:lnTo>
                      <a:pt x="4" y="44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4" y="37"/>
                    </a:lnTo>
                    <a:lnTo>
                      <a:pt x="4" y="34"/>
                    </a:lnTo>
                    <a:lnTo>
                      <a:pt x="4" y="32"/>
                    </a:lnTo>
                    <a:lnTo>
                      <a:pt x="4" y="27"/>
                    </a:lnTo>
                    <a:lnTo>
                      <a:pt x="5" y="20"/>
                    </a:lnTo>
                    <a:lnTo>
                      <a:pt x="5" y="15"/>
                    </a:lnTo>
                    <a:lnTo>
                      <a:pt x="5" y="12"/>
                    </a:lnTo>
                    <a:lnTo>
                      <a:pt x="5" y="8"/>
                    </a:lnTo>
                    <a:lnTo>
                      <a:pt x="5" y="4"/>
                    </a:lnTo>
                    <a:lnTo>
                      <a:pt x="5" y="2"/>
                    </a:lnTo>
                    <a:lnTo>
                      <a:pt x="5" y="0"/>
                    </a:lnTo>
                    <a:lnTo>
                      <a:pt x="5" y="2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6" y="4"/>
                    </a:lnTo>
                    <a:lnTo>
                      <a:pt x="6" y="7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7" y="9"/>
                    </a:lnTo>
                    <a:lnTo>
                      <a:pt x="7" y="9"/>
                    </a:lnTo>
                    <a:lnTo>
                      <a:pt x="7" y="9"/>
                    </a:lnTo>
                    <a:lnTo>
                      <a:pt x="7" y="1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44" name="Freeform 904"/>
              <p:cNvSpPr/>
              <p:nvPr/>
            </p:nvSpPr>
            <p:spPr bwMode="auto">
              <a:xfrm>
                <a:off x="1648" y="2914"/>
                <a:ext cx="6" cy="114"/>
              </a:xfrm>
              <a:custGeom>
                <a:avLst/>
                <a:gdLst>
                  <a:gd name="T0" fmla="*/ 0 w 6"/>
                  <a:gd name="T1" fmla="*/ 0 h 114"/>
                  <a:gd name="T2" fmla="*/ 0 w 6"/>
                  <a:gd name="T3" fmla="*/ 5 h 114"/>
                  <a:gd name="T4" fmla="*/ 0 w 6"/>
                  <a:gd name="T5" fmla="*/ 8 h 114"/>
                  <a:gd name="T6" fmla="*/ 0 w 6"/>
                  <a:gd name="T7" fmla="*/ 7 h 114"/>
                  <a:gd name="T8" fmla="*/ 0 w 6"/>
                  <a:gd name="T9" fmla="*/ 7 h 114"/>
                  <a:gd name="T10" fmla="*/ 0 w 6"/>
                  <a:gd name="T11" fmla="*/ 12 h 114"/>
                  <a:gd name="T12" fmla="*/ 0 w 6"/>
                  <a:gd name="T13" fmla="*/ 15 h 114"/>
                  <a:gd name="T14" fmla="*/ 1 w 6"/>
                  <a:gd name="T15" fmla="*/ 21 h 114"/>
                  <a:gd name="T16" fmla="*/ 1 w 6"/>
                  <a:gd name="T17" fmla="*/ 28 h 114"/>
                  <a:gd name="T18" fmla="*/ 1 w 6"/>
                  <a:gd name="T19" fmla="*/ 29 h 114"/>
                  <a:gd name="T20" fmla="*/ 1 w 6"/>
                  <a:gd name="T21" fmla="*/ 30 h 114"/>
                  <a:gd name="T22" fmla="*/ 1 w 6"/>
                  <a:gd name="T23" fmla="*/ 35 h 114"/>
                  <a:gd name="T24" fmla="*/ 1 w 6"/>
                  <a:gd name="T25" fmla="*/ 40 h 114"/>
                  <a:gd name="T26" fmla="*/ 2 w 6"/>
                  <a:gd name="T27" fmla="*/ 42 h 114"/>
                  <a:gd name="T28" fmla="*/ 2 w 6"/>
                  <a:gd name="T29" fmla="*/ 46 h 114"/>
                  <a:gd name="T30" fmla="*/ 2 w 6"/>
                  <a:gd name="T31" fmla="*/ 47 h 114"/>
                  <a:gd name="T32" fmla="*/ 2 w 6"/>
                  <a:gd name="T33" fmla="*/ 47 h 114"/>
                  <a:gd name="T34" fmla="*/ 2 w 6"/>
                  <a:gd name="T35" fmla="*/ 47 h 114"/>
                  <a:gd name="T36" fmla="*/ 2 w 6"/>
                  <a:gd name="T37" fmla="*/ 47 h 114"/>
                  <a:gd name="T38" fmla="*/ 2 w 6"/>
                  <a:gd name="T39" fmla="*/ 50 h 114"/>
                  <a:gd name="T40" fmla="*/ 2 w 6"/>
                  <a:gd name="T41" fmla="*/ 54 h 114"/>
                  <a:gd name="T42" fmla="*/ 2 w 6"/>
                  <a:gd name="T43" fmla="*/ 55 h 114"/>
                  <a:gd name="T44" fmla="*/ 3 w 6"/>
                  <a:gd name="T45" fmla="*/ 56 h 114"/>
                  <a:gd name="T46" fmla="*/ 3 w 6"/>
                  <a:gd name="T47" fmla="*/ 59 h 114"/>
                  <a:gd name="T48" fmla="*/ 3 w 6"/>
                  <a:gd name="T49" fmla="*/ 61 h 114"/>
                  <a:gd name="T50" fmla="*/ 3 w 6"/>
                  <a:gd name="T51" fmla="*/ 63 h 114"/>
                  <a:gd name="T52" fmla="*/ 3 w 6"/>
                  <a:gd name="T53" fmla="*/ 64 h 114"/>
                  <a:gd name="T54" fmla="*/ 3 w 6"/>
                  <a:gd name="T55" fmla="*/ 64 h 114"/>
                  <a:gd name="T56" fmla="*/ 3 w 6"/>
                  <a:gd name="T57" fmla="*/ 62 h 114"/>
                  <a:gd name="T58" fmla="*/ 3 w 6"/>
                  <a:gd name="T59" fmla="*/ 60 h 114"/>
                  <a:gd name="T60" fmla="*/ 3 w 6"/>
                  <a:gd name="T61" fmla="*/ 57 h 114"/>
                  <a:gd name="T62" fmla="*/ 3 w 6"/>
                  <a:gd name="T63" fmla="*/ 56 h 114"/>
                  <a:gd name="T64" fmla="*/ 4 w 6"/>
                  <a:gd name="T65" fmla="*/ 53 h 114"/>
                  <a:gd name="T66" fmla="*/ 4 w 6"/>
                  <a:gd name="T67" fmla="*/ 50 h 114"/>
                  <a:gd name="T68" fmla="*/ 4 w 6"/>
                  <a:gd name="T69" fmla="*/ 52 h 114"/>
                  <a:gd name="T70" fmla="*/ 4 w 6"/>
                  <a:gd name="T71" fmla="*/ 51 h 114"/>
                  <a:gd name="T72" fmla="*/ 4 w 6"/>
                  <a:gd name="T73" fmla="*/ 47 h 114"/>
                  <a:gd name="T74" fmla="*/ 4 w 6"/>
                  <a:gd name="T75" fmla="*/ 52 h 114"/>
                  <a:gd name="T76" fmla="*/ 5 w 6"/>
                  <a:gd name="T77" fmla="*/ 61 h 114"/>
                  <a:gd name="T78" fmla="*/ 5 w 6"/>
                  <a:gd name="T79" fmla="*/ 61 h 114"/>
                  <a:gd name="T80" fmla="*/ 5 w 6"/>
                  <a:gd name="T81" fmla="*/ 62 h 114"/>
                  <a:gd name="T82" fmla="*/ 5 w 6"/>
                  <a:gd name="T83" fmla="*/ 68 h 114"/>
                  <a:gd name="T84" fmla="*/ 5 w 6"/>
                  <a:gd name="T85" fmla="*/ 74 h 114"/>
                  <a:gd name="T86" fmla="*/ 5 w 6"/>
                  <a:gd name="T87" fmla="*/ 79 h 114"/>
                  <a:gd name="T88" fmla="*/ 5 w 6"/>
                  <a:gd name="T89" fmla="*/ 84 h 114"/>
                  <a:gd name="T90" fmla="*/ 5 w 6"/>
                  <a:gd name="T91" fmla="*/ 89 h 114"/>
                  <a:gd name="T92" fmla="*/ 5 w 6"/>
                  <a:gd name="T93" fmla="*/ 94 h 114"/>
                  <a:gd name="T94" fmla="*/ 6 w 6"/>
                  <a:gd name="T95" fmla="*/ 98 h 114"/>
                  <a:gd name="T96" fmla="*/ 6 w 6"/>
                  <a:gd name="T97" fmla="*/ 103 h 114"/>
                  <a:gd name="T98" fmla="*/ 6 w 6"/>
                  <a:gd name="T99" fmla="*/ 108 h 114"/>
                  <a:gd name="T100" fmla="*/ 6 w 6"/>
                  <a:gd name="T101" fmla="*/ 111 h 114"/>
                  <a:gd name="T102" fmla="*/ 6 w 6"/>
                  <a:gd name="T103" fmla="*/ 114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14">
                    <a:moveTo>
                      <a:pt x="0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1" y="21"/>
                    </a:lnTo>
                    <a:lnTo>
                      <a:pt x="1" y="28"/>
                    </a:lnTo>
                    <a:lnTo>
                      <a:pt x="1" y="29"/>
                    </a:lnTo>
                    <a:lnTo>
                      <a:pt x="1" y="30"/>
                    </a:lnTo>
                    <a:lnTo>
                      <a:pt x="1" y="35"/>
                    </a:lnTo>
                    <a:lnTo>
                      <a:pt x="1" y="40"/>
                    </a:lnTo>
                    <a:lnTo>
                      <a:pt x="2" y="42"/>
                    </a:lnTo>
                    <a:lnTo>
                      <a:pt x="2" y="46"/>
                    </a:lnTo>
                    <a:lnTo>
                      <a:pt x="2" y="47"/>
                    </a:lnTo>
                    <a:lnTo>
                      <a:pt x="2" y="47"/>
                    </a:lnTo>
                    <a:lnTo>
                      <a:pt x="2" y="47"/>
                    </a:lnTo>
                    <a:lnTo>
                      <a:pt x="2" y="47"/>
                    </a:lnTo>
                    <a:lnTo>
                      <a:pt x="2" y="50"/>
                    </a:lnTo>
                    <a:lnTo>
                      <a:pt x="2" y="54"/>
                    </a:lnTo>
                    <a:lnTo>
                      <a:pt x="2" y="55"/>
                    </a:lnTo>
                    <a:lnTo>
                      <a:pt x="3" y="56"/>
                    </a:lnTo>
                    <a:lnTo>
                      <a:pt x="3" y="59"/>
                    </a:lnTo>
                    <a:lnTo>
                      <a:pt x="3" y="61"/>
                    </a:lnTo>
                    <a:lnTo>
                      <a:pt x="3" y="63"/>
                    </a:lnTo>
                    <a:lnTo>
                      <a:pt x="3" y="64"/>
                    </a:lnTo>
                    <a:lnTo>
                      <a:pt x="3" y="64"/>
                    </a:lnTo>
                    <a:lnTo>
                      <a:pt x="3" y="62"/>
                    </a:lnTo>
                    <a:lnTo>
                      <a:pt x="3" y="60"/>
                    </a:lnTo>
                    <a:lnTo>
                      <a:pt x="3" y="57"/>
                    </a:lnTo>
                    <a:lnTo>
                      <a:pt x="3" y="56"/>
                    </a:lnTo>
                    <a:lnTo>
                      <a:pt x="4" y="53"/>
                    </a:lnTo>
                    <a:lnTo>
                      <a:pt x="4" y="50"/>
                    </a:lnTo>
                    <a:lnTo>
                      <a:pt x="4" y="52"/>
                    </a:lnTo>
                    <a:lnTo>
                      <a:pt x="4" y="51"/>
                    </a:lnTo>
                    <a:lnTo>
                      <a:pt x="4" y="47"/>
                    </a:lnTo>
                    <a:lnTo>
                      <a:pt x="4" y="52"/>
                    </a:lnTo>
                    <a:lnTo>
                      <a:pt x="5" y="61"/>
                    </a:lnTo>
                    <a:lnTo>
                      <a:pt x="5" y="61"/>
                    </a:lnTo>
                    <a:lnTo>
                      <a:pt x="5" y="62"/>
                    </a:lnTo>
                    <a:lnTo>
                      <a:pt x="5" y="68"/>
                    </a:lnTo>
                    <a:lnTo>
                      <a:pt x="5" y="74"/>
                    </a:lnTo>
                    <a:lnTo>
                      <a:pt x="5" y="79"/>
                    </a:lnTo>
                    <a:lnTo>
                      <a:pt x="5" y="84"/>
                    </a:lnTo>
                    <a:lnTo>
                      <a:pt x="5" y="89"/>
                    </a:lnTo>
                    <a:lnTo>
                      <a:pt x="5" y="94"/>
                    </a:lnTo>
                    <a:lnTo>
                      <a:pt x="6" y="98"/>
                    </a:lnTo>
                    <a:lnTo>
                      <a:pt x="6" y="103"/>
                    </a:lnTo>
                    <a:lnTo>
                      <a:pt x="6" y="108"/>
                    </a:lnTo>
                    <a:lnTo>
                      <a:pt x="6" y="111"/>
                    </a:lnTo>
                    <a:lnTo>
                      <a:pt x="6" y="11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45" name="Freeform 905"/>
              <p:cNvSpPr/>
              <p:nvPr/>
            </p:nvSpPr>
            <p:spPr bwMode="auto">
              <a:xfrm>
                <a:off x="1654" y="3006"/>
                <a:ext cx="6" cy="85"/>
              </a:xfrm>
              <a:custGeom>
                <a:avLst/>
                <a:gdLst>
                  <a:gd name="T0" fmla="*/ 0 w 6"/>
                  <a:gd name="T1" fmla="*/ 19 h 85"/>
                  <a:gd name="T2" fmla="*/ 0 w 6"/>
                  <a:gd name="T3" fmla="*/ 22 h 85"/>
                  <a:gd name="T4" fmla="*/ 0 w 6"/>
                  <a:gd name="T5" fmla="*/ 29 h 85"/>
                  <a:gd name="T6" fmla="*/ 1 w 6"/>
                  <a:gd name="T7" fmla="*/ 34 h 85"/>
                  <a:gd name="T8" fmla="*/ 1 w 6"/>
                  <a:gd name="T9" fmla="*/ 37 h 85"/>
                  <a:gd name="T10" fmla="*/ 1 w 6"/>
                  <a:gd name="T11" fmla="*/ 41 h 85"/>
                  <a:gd name="T12" fmla="*/ 1 w 6"/>
                  <a:gd name="T13" fmla="*/ 42 h 85"/>
                  <a:gd name="T14" fmla="*/ 1 w 6"/>
                  <a:gd name="T15" fmla="*/ 46 h 85"/>
                  <a:gd name="T16" fmla="*/ 1 w 6"/>
                  <a:gd name="T17" fmla="*/ 56 h 85"/>
                  <a:gd name="T18" fmla="*/ 1 w 6"/>
                  <a:gd name="T19" fmla="*/ 60 h 85"/>
                  <a:gd name="T20" fmla="*/ 1 w 6"/>
                  <a:gd name="T21" fmla="*/ 58 h 85"/>
                  <a:gd name="T22" fmla="*/ 1 w 6"/>
                  <a:gd name="T23" fmla="*/ 61 h 85"/>
                  <a:gd name="T24" fmla="*/ 2 w 6"/>
                  <a:gd name="T25" fmla="*/ 68 h 85"/>
                  <a:gd name="T26" fmla="*/ 2 w 6"/>
                  <a:gd name="T27" fmla="*/ 70 h 85"/>
                  <a:gd name="T28" fmla="*/ 2 w 6"/>
                  <a:gd name="T29" fmla="*/ 72 h 85"/>
                  <a:gd name="T30" fmla="*/ 2 w 6"/>
                  <a:gd name="T31" fmla="*/ 75 h 85"/>
                  <a:gd name="T32" fmla="*/ 2 w 6"/>
                  <a:gd name="T33" fmla="*/ 74 h 85"/>
                  <a:gd name="T34" fmla="*/ 2 w 6"/>
                  <a:gd name="T35" fmla="*/ 72 h 85"/>
                  <a:gd name="T36" fmla="*/ 2 w 6"/>
                  <a:gd name="T37" fmla="*/ 73 h 85"/>
                  <a:gd name="T38" fmla="*/ 2 w 6"/>
                  <a:gd name="T39" fmla="*/ 77 h 85"/>
                  <a:gd name="T40" fmla="*/ 2 w 6"/>
                  <a:gd name="T41" fmla="*/ 79 h 85"/>
                  <a:gd name="T42" fmla="*/ 3 w 6"/>
                  <a:gd name="T43" fmla="*/ 77 h 85"/>
                  <a:gd name="T44" fmla="*/ 3 w 6"/>
                  <a:gd name="T45" fmla="*/ 75 h 85"/>
                  <a:gd name="T46" fmla="*/ 3 w 6"/>
                  <a:gd name="T47" fmla="*/ 76 h 85"/>
                  <a:gd name="T48" fmla="*/ 3 w 6"/>
                  <a:gd name="T49" fmla="*/ 73 h 85"/>
                  <a:gd name="T50" fmla="*/ 3 w 6"/>
                  <a:gd name="T51" fmla="*/ 72 h 85"/>
                  <a:gd name="T52" fmla="*/ 3 w 6"/>
                  <a:gd name="T53" fmla="*/ 76 h 85"/>
                  <a:gd name="T54" fmla="*/ 4 w 6"/>
                  <a:gd name="T55" fmla="*/ 75 h 85"/>
                  <a:gd name="T56" fmla="*/ 4 w 6"/>
                  <a:gd name="T57" fmla="*/ 66 h 85"/>
                  <a:gd name="T58" fmla="*/ 4 w 6"/>
                  <a:gd name="T59" fmla="*/ 66 h 85"/>
                  <a:gd name="T60" fmla="*/ 4 w 6"/>
                  <a:gd name="T61" fmla="*/ 78 h 85"/>
                  <a:gd name="T62" fmla="*/ 4 w 6"/>
                  <a:gd name="T63" fmla="*/ 85 h 85"/>
                  <a:gd name="T64" fmla="*/ 4 w 6"/>
                  <a:gd name="T65" fmla="*/ 81 h 85"/>
                  <a:gd name="T66" fmla="*/ 4 w 6"/>
                  <a:gd name="T67" fmla="*/ 74 h 85"/>
                  <a:gd name="T68" fmla="*/ 4 w 6"/>
                  <a:gd name="T69" fmla="*/ 74 h 85"/>
                  <a:gd name="T70" fmla="*/ 4 w 6"/>
                  <a:gd name="T71" fmla="*/ 76 h 85"/>
                  <a:gd name="T72" fmla="*/ 5 w 6"/>
                  <a:gd name="T73" fmla="*/ 73 h 85"/>
                  <a:gd name="T74" fmla="*/ 5 w 6"/>
                  <a:gd name="T75" fmla="*/ 69 h 85"/>
                  <a:gd name="T76" fmla="*/ 5 w 6"/>
                  <a:gd name="T77" fmla="*/ 63 h 85"/>
                  <a:gd name="T78" fmla="*/ 5 w 6"/>
                  <a:gd name="T79" fmla="*/ 54 h 85"/>
                  <a:gd name="T80" fmla="*/ 5 w 6"/>
                  <a:gd name="T81" fmla="*/ 48 h 85"/>
                  <a:gd name="T82" fmla="*/ 5 w 6"/>
                  <a:gd name="T83" fmla="*/ 50 h 85"/>
                  <a:gd name="T84" fmla="*/ 5 w 6"/>
                  <a:gd name="T85" fmla="*/ 51 h 85"/>
                  <a:gd name="T86" fmla="*/ 6 w 6"/>
                  <a:gd name="T87" fmla="*/ 48 h 85"/>
                  <a:gd name="T88" fmla="*/ 6 w 6"/>
                  <a:gd name="T89" fmla="*/ 47 h 85"/>
                  <a:gd name="T90" fmla="*/ 6 w 6"/>
                  <a:gd name="T91" fmla="*/ 46 h 85"/>
                  <a:gd name="T92" fmla="*/ 6 w 6"/>
                  <a:gd name="T93" fmla="*/ 40 h 85"/>
                  <a:gd name="T94" fmla="*/ 6 w 6"/>
                  <a:gd name="T95" fmla="*/ 34 h 85"/>
                  <a:gd name="T96" fmla="*/ 6 w 6"/>
                  <a:gd name="T97" fmla="*/ 29 h 85"/>
                  <a:gd name="T98" fmla="*/ 6 w 6"/>
                  <a:gd name="T99" fmla="*/ 20 h 85"/>
                  <a:gd name="T100" fmla="*/ 6 w 6"/>
                  <a:gd name="T101" fmla="*/ 7 h 85"/>
                  <a:gd name="T102" fmla="*/ 6 w 6"/>
                  <a:gd name="T10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5">
                    <a:moveTo>
                      <a:pt x="0" y="19"/>
                    </a:moveTo>
                    <a:lnTo>
                      <a:pt x="0" y="22"/>
                    </a:lnTo>
                    <a:lnTo>
                      <a:pt x="0" y="29"/>
                    </a:lnTo>
                    <a:lnTo>
                      <a:pt x="1" y="34"/>
                    </a:lnTo>
                    <a:lnTo>
                      <a:pt x="1" y="37"/>
                    </a:lnTo>
                    <a:lnTo>
                      <a:pt x="1" y="41"/>
                    </a:lnTo>
                    <a:lnTo>
                      <a:pt x="1" y="42"/>
                    </a:lnTo>
                    <a:lnTo>
                      <a:pt x="1" y="46"/>
                    </a:lnTo>
                    <a:lnTo>
                      <a:pt x="1" y="56"/>
                    </a:lnTo>
                    <a:lnTo>
                      <a:pt x="1" y="60"/>
                    </a:lnTo>
                    <a:lnTo>
                      <a:pt x="1" y="58"/>
                    </a:lnTo>
                    <a:lnTo>
                      <a:pt x="1" y="61"/>
                    </a:lnTo>
                    <a:lnTo>
                      <a:pt x="2" y="68"/>
                    </a:lnTo>
                    <a:lnTo>
                      <a:pt x="2" y="70"/>
                    </a:lnTo>
                    <a:lnTo>
                      <a:pt x="2" y="72"/>
                    </a:lnTo>
                    <a:lnTo>
                      <a:pt x="2" y="75"/>
                    </a:lnTo>
                    <a:lnTo>
                      <a:pt x="2" y="74"/>
                    </a:lnTo>
                    <a:lnTo>
                      <a:pt x="2" y="72"/>
                    </a:lnTo>
                    <a:lnTo>
                      <a:pt x="2" y="73"/>
                    </a:lnTo>
                    <a:lnTo>
                      <a:pt x="2" y="77"/>
                    </a:lnTo>
                    <a:lnTo>
                      <a:pt x="2" y="79"/>
                    </a:lnTo>
                    <a:lnTo>
                      <a:pt x="3" y="77"/>
                    </a:lnTo>
                    <a:lnTo>
                      <a:pt x="3" y="75"/>
                    </a:lnTo>
                    <a:lnTo>
                      <a:pt x="3" y="76"/>
                    </a:lnTo>
                    <a:lnTo>
                      <a:pt x="3" y="73"/>
                    </a:lnTo>
                    <a:lnTo>
                      <a:pt x="3" y="72"/>
                    </a:lnTo>
                    <a:lnTo>
                      <a:pt x="3" y="76"/>
                    </a:lnTo>
                    <a:lnTo>
                      <a:pt x="4" y="75"/>
                    </a:lnTo>
                    <a:lnTo>
                      <a:pt x="4" y="66"/>
                    </a:lnTo>
                    <a:lnTo>
                      <a:pt x="4" y="66"/>
                    </a:lnTo>
                    <a:lnTo>
                      <a:pt x="4" y="78"/>
                    </a:lnTo>
                    <a:lnTo>
                      <a:pt x="4" y="85"/>
                    </a:lnTo>
                    <a:lnTo>
                      <a:pt x="4" y="81"/>
                    </a:lnTo>
                    <a:lnTo>
                      <a:pt x="4" y="74"/>
                    </a:lnTo>
                    <a:lnTo>
                      <a:pt x="4" y="74"/>
                    </a:lnTo>
                    <a:lnTo>
                      <a:pt x="4" y="76"/>
                    </a:lnTo>
                    <a:lnTo>
                      <a:pt x="5" y="73"/>
                    </a:lnTo>
                    <a:lnTo>
                      <a:pt x="5" y="69"/>
                    </a:lnTo>
                    <a:lnTo>
                      <a:pt x="5" y="63"/>
                    </a:lnTo>
                    <a:lnTo>
                      <a:pt x="5" y="54"/>
                    </a:lnTo>
                    <a:lnTo>
                      <a:pt x="5" y="48"/>
                    </a:lnTo>
                    <a:lnTo>
                      <a:pt x="5" y="50"/>
                    </a:lnTo>
                    <a:lnTo>
                      <a:pt x="5" y="51"/>
                    </a:lnTo>
                    <a:lnTo>
                      <a:pt x="6" y="48"/>
                    </a:lnTo>
                    <a:lnTo>
                      <a:pt x="6" y="47"/>
                    </a:lnTo>
                    <a:lnTo>
                      <a:pt x="6" y="46"/>
                    </a:lnTo>
                    <a:lnTo>
                      <a:pt x="6" y="40"/>
                    </a:lnTo>
                    <a:lnTo>
                      <a:pt x="6" y="34"/>
                    </a:lnTo>
                    <a:lnTo>
                      <a:pt x="6" y="29"/>
                    </a:lnTo>
                    <a:lnTo>
                      <a:pt x="6" y="20"/>
                    </a:lnTo>
                    <a:lnTo>
                      <a:pt x="6" y="7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46" name="Freeform 906"/>
              <p:cNvSpPr/>
              <p:nvPr/>
            </p:nvSpPr>
            <p:spPr bwMode="auto">
              <a:xfrm>
                <a:off x="1660" y="2888"/>
                <a:ext cx="7" cy="125"/>
              </a:xfrm>
              <a:custGeom>
                <a:avLst/>
                <a:gdLst>
                  <a:gd name="T0" fmla="*/ 0 w 7"/>
                  <a:gd name="T1" fmla="*/ 125 h 125"/>
                  <a:gd name="T2" fmla="*/ 0 w 7"/>
                  <a:gd name="T3" fmla="*/ 118 h 125"/>
                  <a:gd name="T4" fmla="*/ 1 w 7"/>
                  <a:gd name="T5" fmla="*/ 116 h 125"/>
                  <a:gd name="T6" fmla="*/ 1 w 7"/>
                  <a:gd name="T7" fmla="*/ 111 h 125"/>
                  <a:gd name="T8" fmla="*/ 1 w 7"/>
                  <a:gd name="T9" fmla="*/ 101 h 125"/>
                  <a:gd name="T10" fmla="*/ 1 w 7"/>
                  <a:gd name="T11" fmla="*/ 95 h 125"/>
                  <a:gd name="T12" fmla="*/ 1 w 7"/>
                  <a:gd name="T13" fmla="*/ 93 h 125"/>
                  <a:gd name="T14" fmla="*/ 1 w 7"/>
                  <a:gd name="T15" fmla="*/ 89 h 125"/>
                  <a:gd name="T16" fmla="*/ 1 w 7"/>
                  <a:gd name="T17" fmla="*/ 85 h 125"/>
                  <a:gd name="T18" fmla="*/ 1 w 7"/>
                  <a:gd name="T19" fmla="*/ 79 h 125"/>
                  <a:gd name="T20" fmla="*/ 1 w 7"/>
                  <a:gd name="T21" fmla="*/ 70 h 125"/>
                  <a:gd name="T22" fmla="*/ 2 w 7"/>
                  <a:gd name="T23" fmla="*/ 61 h 125"/>
                  <a:gd name="T24" fmla="*/ 2 w 7"/>
                  <a:gd name="T25" fmla="*/ 59 h 125"/>
                  <a:gd name="T26" fmla="*/ 2 w 7"/>
                  <a:gd name="T27" fmla="*/ 60 h 125"/>
                  <a:gd name="T28" fmla="*/ 2 w 7"/>
                  <a:gd name="T29" fmla="*/ 55 h 125"/>
                  <a:gd name="T30" fmla="*/ 2 w 7"/>
                  <a:gd name="T31" fmla="*/ 48 h 125"/>
                  <a:gd name="T32" fmla="*/ 2 w 7"/>
                  <a:gd name="T33" fmla="*/ 44 h 125"/>
                  <a:gd name="T34" fmla="*/ 3 w 7"/>
                  <a:gd name="T35" fmla="*/ 40 h 125"/>
                  <a:gd name="T36" fmla="*/ 3 w 7"/>
                  <a:gd name="T37" fmla="*/ 37 h 125"/>
                  <a:gd name="T38" fmla="*/ 3 w 7"/>
                  <a:gd name="T39" fmla="*/ 35 h 125"/>
                  <a:gd name="T40" fmla="*/ 3 w 7"/>
                  <a:gd name="T41" fmla="*/ 31 h 125"/>
                  <a:gd name="T42" fmla="*/ 3 w 7"/>
                  <a:gd name="T43" fmla="*/ 20 h 125"/>
                  <a:gd name="T44" fmla="*/ 3 w 7"/>
                  <a:gd name="T45" fmla="*/ 12 h 125"/>
                  <a:gd name="T46" fmla="*/ 3 w 7"/>
                  <a:gd name="T47" fmla="*/ 12 h 125"/>
                  <a:gd name="T48" fmla="*/ 3 w 7"/>
                  <a:gd name="T49" fmla="*/ 14 h 125"/>
                  <a:gd name="T50" fmla="*/ 3 w 7"/>
                  <a:gd name="T51" fmla="*/ 12 h 125"/>
                  <a:gd name="T52" fmla="*/ 4 w 7"/>
                  <a:gd name="T53" fmla="*/ 10 h 125"/>
                  <a:gd name="T54" fmla="*/ 4 w 7"/>
                  <a:gd name="T55" fmla="*/ 10 h 125"/>
                  <a:gd name="T56" fmla="*/ 4 w 7"/>
                  <a:gd name="T57" fmla="*/ 12 h 125"/>
                  <a:gd name="T58" fmla="*/ 4 w 7"/>
                  <a:gd name="T59" fmla="*/ 17 h 125"/>
                  <a:gd name="T60" fmla="*/ 4 w 7"/>
                  <a:gd name="T61" fmla="*/ 21 h 125"/>
                  <a:gd name="T62" fmla="*/ 4 w 7"/>
                  <a:gd name="T63" fmla="*/ 19 h 125"/>
                  <a:gd name="T64" fmla="*/ 5 w 7"/>
                  <a:gd name="T65" fmla="*/ 18 h 125"/>
                  <a:gd name="T66" fmla="*/ 5 w 7"/>
                  <a:gd name="T67" fmla="*/ 19 h 125"/>
                  <a:gd name="T68" fmla="*/ 5 w 7"/>
                  <a:gd name="T69" fmla="*/ 20 h 125"/>
                  <a:gd name="T70" fmla="*/ 5 w 7"/>
                  <a:gd name="T71" fmla="*/ 18 h 125"/>
                  <a:gd name="T72" fmla="*/ 5 w 7"/>
                  <a:gd name="T73" fmla="*/ 16 h 125"/>
                  <a:gd name="T74" fmla="*/ 5 w 7"/>
                  <a:gd name="T75" fmla="*/ 12 h 125"/>
                  <a:gd name="T76" fmla="*/ 5 w 7"/>
                  <a:gd name="T77" fmla="*/ 9 h 125"/>
                  <a:gd name="T78" fmla="*/ 5 w 7"/>
                  <a:gd name="T79" fmla="*/ 7 h 125"/>
                  <a:gd name="T80" fmla="*/ 5 w 7"/>
                  <a:gd name="T81" fmla="*/ 7 h 125"/>
                  <a:gd name="T82" fmla="*/ 6 w 7"/>
                  <a:gd name="T83" fmla="*/ 9 h 125"/>
                  <a:gd name="T84" fmla="*/ 6 w 7"/>
                  <a:gd name="T85" fmla="*/ 9 h 125"/>
                  <a:gd name="T86" fmla="*/ 6 w 7"/>
                  <a:gd name="T87" fmla="*/ 5 h 125"/>
                  <a:gd name="T88" fmla="*/ 6 w 7"/>
                  <a:gd name="T89" fmla="*/ 3 h 125"/>
                  <a:gd name="T90" fmla="*/ 6 w 7"/>
                  <a:gd name="T91" fmla="*/ 7 h 125"/>
                  <a:gd name="T92" fmla="*/ 6 w 7"/>
                  <a:gd name="T93" fmla="*/ 9 h 125"/>
                  <a:gd name="T94" fmla="*/ 6 w 7"/>
                  <a:gd name="T95" fmla="*/ 7 h 125"/>
                  <a:gd name="T96" fmla="*/ 6 w 7"/>
                  <a:gd name="T97" fmla="*/ 4 h 125"/>
                  <a:gd name="T98" fmla="*/ 6 w 7"/>
                  <a:gd name="T99" fmla="*/ 4 h 125"/>
                  <a:gd name="T100" fmla="*/ 7 w 7"/>
                  <a:gd name="T101" fmla="*/ 2 h 125"/>
                  <a:gd name="T102" fmla="*/ 7 w 7"/>
                  <a:gd name="T103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25">
                    <a:moveTo>
                      <a:pt x="0" y="125"/>
                    </a:moveTo>
                    <a:lnTo>
                      <a:pt x="0" y="118"/>
                    </a:lnTo>
                    <a:lnTo>
                      <a:pt x="1" y="116"/>
                    </a:lnTo>
                    <a:lnTo>
                      <a:pt x="1" y="111"/>
                    </a:lnTo>
                    <a:lnTo>
                      <a:pt x="1" y="101"/>
                    </a:lnTo>
                    <a:lnTo>
                      <a:pt x="1" y="95"/>
                    </a:lnTo>
                    <a:lnTo>
                      <a:pt x="1" y="93"/>
                    </a:lnTo>
                    <a:lnTo>
                      <a:pt x="1" y="89"/>
                    </a:lnTo>
                    <a:lnTo>
                      <a:pt x="1" y="85"/>
                    </a:lnTo>
                    <a:lnTo>
                      <a:pt x="1" y="79"/>
                    </a:lnTo>
                    <a:lnTo>
                      <a:pt x="1" y="70"/>
                    </a:lnTo>
                    <a:lnTo>
                      <a:pt x="2" y="61"/>
                    </a:lnTo>
                    <a:lnTo>
                      <a:pt x="2" y="59"/>
                    </a:lnTo>
                    <a:lnTo>
                      <a:pt x="2" y="60"/>
                    </a:lnTo>
                    <a:lnTo>
                      <a:pt x="2" y="55"/>
                    </a:lnTo>
                    <a:lnTo>
                      <a:pt x="2" y="48"/>
                    </a:lnTo>
                    <a:lnTo>
                      <a:pt x="2" y="44"/>
                    </a:lnTo>
                    <a:lnTo>
                      <a:pt x="3" y="40"/>
                    </a:lnTo>
                    <a:lnTo>
                      <a:pt x="3" y="37"/>
                    </a:lnTo>
                    <a:lnTo>
                      <a:pt x="3" y="35"/>
                    </a:lnTo>
                    <a:lnTo>
                      <a:pt x="3" y="31"/>
                    </a:lnTo>
                    <a:lnTo>
                      <a:pt x="3" y="20"/>
                    </a:lnTo>
                    <a:lnTo>
                      <a:pt x="3" y="12"/>
                    </a:lnTo>
                    <a:lnTo>
                      <a:pt x="3" y="12"/>
                    </a:lnTo>
                    <a:lnTo>
                      <a:pt x="3" y="14"/>
                    </a:lnTo>
                    <a:lnTo>
                      <a:pt x="3" y="12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4" y="12"/>
                    </a:lnTo>
                    <a:lnTo>
                      <a:pt x="4" y="17"/>
                    </a:lnTo>
                    <a:lnTo>
                      <a:pt x="4" y="21"/>
                    </a:lnTo>
                    <a:lnTo>
                      <a:pt x="4" y="19"/>
                    </a:lnTo>
                    <a:lnTo>
                      <a:pt x="5" y="18"/>
                    </a:lnTo>
                    <a:lnTo>
                      <a:pt x="5" y="19"/>
                    </a:lnTo>
                    <a:lnTo>
                      <a:pt x="5" y="20"/>
                    </a:lnTo>
                    <a:lnTo>
                      <a:pt x="5" y="18"/>
                    </a:lnTo>
                    <a:lnTo>
                      <a:pt x="5" y="16"/>
                    </a:lnTo>
                    <a:lnTo>
                      <a:pt x="5" y="12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6" y="5"/>
                    </a:lnTo>
                    <a:lnTo>
                      <a:pt x="6" y="3"/>
                    </a:lnTo>
                    <a:lnTo>
                      <a:pt x="6" y="7"/>
                    </a:lnTo>
                    <a:lnTo>
                      <a:pt x="6" y="9"/>
                    </a:lnTo>
                    <a:lnTo>
                      <a:pt x="6" y="7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7" y="2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47" name="Freeform 907"/>
              <p:cNvSpPr/>
              <p:nvPr/>
            </p:nvSpPr>
            <p:spPr bwMode="auto">
              <a:xfrm>
                <a:off x="1667" y="2884"/>
                <a:ext cx="6" cy="103"/>
              </a:xfrm>
              <a:custGeom>
                <a:avLst/>
                <a:gdLst>
                  <a:gd name="T0" fmla="*/ 0 w 6"/>
                  <a:gd name="T1" fmla="*/ 6 h 103"/>
                  <a:gd name="T2" fmla="*/ 0 w 6"/>
                  <a:gd name="T3" fmla="*/ 4 h 103"/>
                  <a:gd name="T4" fmla="*/ 0 w 6"/>
                  <a:gd name="T5" fmla="*/ 8 h 103"/>
                  <a:gd name="T6" fmla="*/ 0 w 6"/>
                  <a:gd name="T7" fmla="*/ 9 h 103"/>
                  <a:gd name="T8" fmla="*/ 0 w 6"/>
                  <a:gd name="T9" fmla="*/ 3 h 103"/>
                  <a:gd name="T10" fmla="*/ 0 w 6"/>
                  <a:gd name="T11" fmla="*/ 0 h 103"/>
                  <a:gd name="T12" fmla="*/ 1 w 6"/>
                  <a:gd name="T13" fmla="*/ 5 h 103"/>
                  <a:gd name="T14" fmla="*/ 1 w 6"/>
                  <a:gd name="T15" fmla="*/ 8 h 103"/>
                  <a:gd name="T16" fmla="*/ 1 w 6"/>
                  <a:gd name="T17" fmla="*/ 7 h 103"/>
                  <a:gd name="T18" fmla="*/ 1 w 6"/>
                  <a:gd name="T19" fmla="*/ 10 h 103"/>
                  <a:gd name="T20" fmla="*/ 1 w 6"/>
                  <a:gd name="T21" fmla="*/ 15 h 103"/>
                  <a:gd name="T22" fmla="*/ 1 w 6"/>
                  <a:gd name="T23" fmla="*/ 20 h 103"/>
                  <a:gd name="T24" fmla="*/ 1 w 6"/>
                  <a:gd name="T25" fmla="*/ 26 h 103"/>
                  <a:gd name="T26" fmla="*/ 1 w 6"/>
                  <a:gd name="T27" fmla="*/ 30 h 103"/>
                  <a:gd name="T28" fmla="*/ 1 w 6"/>
                  <a:gd name="T29" fmla="*/ 32 h 103"/>
                  <a:gd name="T30" fmla="*/ 1 w 6"/>
                  <a:gd name="T31" fmla="*/ 36 h 103"/>
                  <a:gd name="T32" fmla="*/ 2 w 6"/>
                  <a:gd name="T33" fmla="*/ 41 h 103"/>
                  <a:gd name="T34" fmla="*/ 2 w 6"/>
                  <a:gd name="T35" fmla="*/ 44 h 103"/>
                  <a:gd name="T36" fmla="*/ 2 w 6"/>
                  <a:gd name="T37" fmla="*/ 45 h 103"/>
                  <a:gd name="T38" fmla="*/ 2 w 6"/>
                  <a:gd name="T39" fmla="*/ 46 h 103"/>
                  <a:gd name="T40" fmla="*/ 2 w 6"/>
                  <a:gd name="T41" fmla="*/ 49 h 103"/>
                  <a:gd name="T42" fmla="*/ 2 w 6"/>
                  <a:gd name="T43" fmla="*/ 57 h 103"/>
                  <a:gd name="T44" fmla="*/ 3 w 6"/>
                  <a:gd name="T45" fmla="*/ 65 h 103"/>
                  <a:gd name="T46" fmla="*/ 3 w 6"/>
                  <a:gd name="T47" fmla="*/ 71 h 103"/>
                  <a:gd name="T48" fmla="*/ 3 w 6"/>
                  <a:gd name="T49" fmla="*/ 73 h 103"/>
                  <a:gd name="T50" fmla="*/ 3 w 6"/>
                  <a:gd name="T51" fmla="*/ 76 h 103"/>
                  <a:gd name="T52" fmla="*/ 3 w 6"/>
                  <a:gd name="T53" fmla="*/ 82 h 103"/>
                  <a:gd name="T54" fmla="*/ 3 w 6"/>
                  <a:gd name="T55" fmla="*/ 84 h 103"/>
                  <a:gd name="T56" fmla="*/ 3 w 6"/>
                  <a:gd name="T57" fmla="*/ 84 h 103"/>
                  <a:gd name="T58" fmla="*/ 3 w 6"/>
                  <a:gd name="T59" fmla="*/ 88 h 103"/>
                  <a:gd name="T60" fmla="*/ 3 w 6"/>
                  <a:gd name="T61" fmla="*/ 90 h 103"/>
                  <a:gd name="T62" fmla="*/ 4 w 6"/>
                  <a:gd name="T63" fmla="*/ 89 h 103"/>
                  <a:gd name="T64" fmla="*/ 4 w 6"/>
                  <a:gd name="T65" fmla="*/ 92 h 103"/>
                  <a:gd name="T66" fmla="*/ 4 w 6"/>
                  <a:gd name="T67" fmla="*/ 99 h 103"/>
                  <a:gd name="T68" fmla="*/ 4 w 6"/>
                  <a:gd name="T69" fmla="*/ 101 h 103"/>
                  <a:gd name="T70" fmla="*/ 4 w 6"/>
                  <a:gd name="T71" fmla="*/ 101 h 103"/>
                  <a:gd name="T72" fmla="*/ 4 w 6"/>
                  <a:gd name="T73" fmla="*/ 103 h 103"/>
                  <a:gd name="T74" fmla="*/ 4 w 6"/>
                  <a:gd name="T75" fmla="*/ 101 h 103"/>
                  <a:gd name="T76" fmla="*/ 4 w 6"/>
                  <a:gd name="T77" fmla="*/ 96 h 103"/>
                  <a:gd name="T78" fmla="*/ 4 w 6"/>
                  <a:gd name="T79" fmla="*/ 93 h 103"/>
                  <a:gd name="T80" fmla="*/ 5 w 6"/>
                  <a:gd name="T81" fmla="*/ 90 h 103"/>
                  <a:gd name="T82" fmla="*/ 5 w 6"/>
                  <a:gd name="T83" fmla="*/ 82 h 103"/>
                  <a:gd name="T84" fmla="*/ 5 w 6"/>
                  <a:gd name="T85" fmla="*/ 74 h 103"/>
                  <a:gd name="T86" fmla="*/ 5 w 6"/>
                  <a:gd name="T87" fmla="*/ 70 h 103"/>
                  <a:gd name="T88" fmla="*/ 5 w 6"/>
                  <a:gd name="T89" fmla="*/ 67 h 103"/>
                  <a:gd name="T90" fmla="*/ 5 w 6"/>
                  <a:gd name="T91" fmla="*/ 62 h 103"/>
                  <a:gd name="T92" fmla="*/ 6 w 6"/>
                  <a:gd name="T93" fmla="*/ 57 h 103"/>
                  <a:gd name="T94" fmla="*/ 6 w 6"/>
                  <a:gd name="T95" fmla="*/ 53 h 103"/>
                  <a:gd name="T96" fmla="*/ 6 w 6"/>
                  <a:gd name="T97" fmla="*/ 49 h 103"/>
                  <a:gd name="T98" fmla="*/ 6 w 6"/>
                  <a:gd name="T99" fmla="*/ 47 h 103"/>
                  <a:gd name="T100" fmla="*/ 6 w 6"/>
                  <a:gd name="T101" fmla="*/ 46 h 103"/>
                  <a:gd name="T102" fmla="*/ 6 w 6"/>
                  <a:gd name="T103" fmla="*/ 4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03">
                    <a:moveTo>
                      <a:pt x="0" y="6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1" y="5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1" y="10"/>
                    </a:lnTo>
                    <a:lnTo>
                      <a:pt x="1" y="15"/>
                    </a:lnTo>
                    <a:lnTo>
                      <a:pt x="1" y="20"/>
                    </a:lnTo>
                    <a:lnTo>
                      <a:pt x="1" y="26"/>
                    </a:lnTo>
                    <a:lnTo>
                      <a:pt x="1" y="30"/>
                    </a:lnTo>
                    <a:lnTo>
                      <a:pt x="1" y="32"/>
                    </a:lnTo>
                    <a:lnTo>
                      <a:pt x="1" y="36"/>
                    </a:lnTo>
                    <a:lnTo>
                      <a:pt x="2" y="41"/>
                    </a:lnTo>
                    <a:lnTo>
                      <a:pt x="2" y="44"/>
                    </a:lnTo>
                    <a:lnTo>
                      <a:pt x="2" y="45"/>
                    </a:lnTo>
                    <a:lnTo>
                      <a:pt x="2" y="46"/>
                    </a:lnTo>
                    <a:lnTo>
                      <a:pt x="2" y="49"/>
                    </a:lnTo>
                    <a:lnTo>
                      <a:pt x="2" y="57"/>
                    </a:lnTo>
                    <a:lnTo>
                      <a:pt x="3" y="65"/>
                    </a:lnTo>
                    <a:lnTo>
                      <a:pt x="3" y="71"/>
                    </a:lnTo>
                    <a:lnTo>
                      <a:pt x="3" y="73"/>
                    </a:lnTo>
                    <a:lnTo>
                      <a:pt x="3" y="76"/>
                    </a:lnTo>
                    <a:lnTo>
                      <a:pt x="3" y="82"/>
                    </a:lnTo>
                    <a:lnTo>
                      <a:pt x="3" y="84"/>
                    </a:lnTo>
                    <a:lnTo>
                      <a:pt x="3" y="84"/>
                    </a:lnTo>
                    <a:lnTo>
                      <a:pt x="3" y="88"/>
                    </a:lnTo>
                    <a:lnTo>
                      <a:pt x="3" y="90"/>
                    </a:lnTo>
                    <a:lnTo>
                      <a:pt x="4" y="89"/>
                    </a:lnTo>
                    <a:lnTo>
                      <a:pt x="4" y="92"/>
                    </a:lnTo>
                    <a:lnTo>
                      <a:pt x="4" y="99"/>
                    </a:lnTo>
                    <a:lnTo>
                      <a:pt x="4" y="101"/>
                    </a:lnTo>
                    <a:lnTo>
                      <a:pt x="4" y="101"/>
                    </a:lnTo>
                    <a:lnTo>
                      <a:pt x="4" y="103"/>
                    </a:lnTo>
                    <a:lnTo>
                      <a:pt x="4" y="101"/>
                    </a:lnTo>
                    <a:lnTo>
                      <a:pt x="4" y="96"/>
                    </a:lnTo>
                    <a:lnTo>
                      <a:pt x="4" y="93"/>
                    </a:lnTo>
                    <a:lnTo>
                      <a:pt x="5" y="90"/>
                    </a:lnTo>
                    <a:lnTo>
                      <a:pt x="5" y="82"/>
                    </a:lnTo>
                    <a:lnTo>
                      <a:pt x="5" y="74"/>
                    </a:lnTo>
                    <a:lnTo>
                      <a:pt x="5" y="70"/>
                    </a:lnTo>
                    <a:lnTo>
                      <a:pt x="5" y="67"/>
                    </a:lnTo>
                    <a:lnTo>
                      <a:pt x="5" y="62"/>
                    </a:lnTo>
                    <a:lnTo>
                      <a:pt x="6" y="57"/>
                    </a:lnTo>
                    <a:lnTo>
                      <a:pt x="6" y="53"/>
                    </a:lnTo>
                    <a:lnTo>
                      <a:pt x="6" y="49"/>
                    </a:lnTo>
                    <a:lnTo>
                      <a:pt x="6" y="47"/>
                    </a:lnTo>
                    <a:lnTo>
                      <a:pt x="6" y="46"/>
                    </a:lnTo>
                    <a:lnTo>
                      <a:pt x="6" y="4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48" name="Freeform 908"/>
              <p:cNvSpPr/>
              <p:nvPr/>
            </p:nvSpPr>
            <p:spPr bwMode="auto">
              <a:xfrm>
                <a:off x="1673" y="2912"/>
                <a:ext cx="7" cy="42"/>
              </a:xfrm>
              <a:custGeom>
                <a:avLst/>
                <a:gdLst>
                  <a:gd name="T0" fmla="*/ 0 w 7"/>
                  <a:gd name="T1" fmla="*/ 18 h 42"/>
                  <a:gd name="T2" fmla="*/ 0 w 7"/>
                  <a:gd name="T3" fmla="*/ 16 h 42"/>
                  <a:gd name="T4" fmla="*/ 0 w 7"/>
                  <a:gd name="T5" fmla="*/ 10 h 42"/>
                  <a:gd name="T6" fmla="*/ 0 w 7"/>
                  <a:gd name="T7" fmla="*/ 6 h 42"/>
                  <a:gd name="T8" fmla="*/ 0 w 7"/>
                  <a:gd name="T9" fmla="*/ 7 h 42"/>
                  <a:gd name="T10" fmla="*/ 1 w 7"/>
                  <a:gd name="T11" fmla="*/ 7 h 42"/>
                  <a:gd name="T12" fmla="*/ 1 w 7"/>
                  <a:gd name="T13" fmla="*/ 4 h 42"/>
                  <a:gd name="T14" fmla="*/ 1 w 7"/>
                  <a:gd name="T15" fmla="*/ 2 h 42"/>
                  <a:gd name="T16" fmla="*/ 1 w 7"/>
                  <a:gd name="T17" fmla="*/ 1 h 42"/>
                  <a:gd name="T18" fmla="*/ 1 w 7"/>
                  <a:gd name="T19" fmla="*/ 2 h 42"/>
                  <a:gd name="T20" fmla="*/ 1 w 7"/>
                  <a:gd name="T21" fmla="*/ 1 h 42"/>
                  <a:gd name="T22" fmla="*/ 2 w 7"/>
                  <a:gd name="T23" fmla="*/ 0 h 42"/>
                  <a:gd name="T24" fmla="*/ 2 w 7"/>
                  <a:gd name="T25" fmla="*/ 2 h 42"/>
                  <a:gd name="T26" fmla="*/ 2 w 7"/>
                  <a:gd name="T27" fmla="*/ 4 h 42"/>
                  <a:gd name="T28" fmla="*/ 2 w 7"/>
                  <a:gd name="T29" fmla="*/ 5 h 42"/>
                  <a:gd name="T30" fmla="*/ 2 w 7"/>
                  <a:gd name="T31" fmla="*/ 6 h 42"/>
                  <a:gd name="T32" fmla="*/ 2 w 7"/>
                  <a:gd name="T33" fmla="*/ 12 h 42"/>
                  <a:gd name="T34" fmla="*/ 2 w 7"/>
                  <a:gd name="T35" fmla="*/ 15 h 42"/>
                  <a:gd name="T36" fmla="*/ 2 w 7"/>
                  <a:gd name="T37" fmla="*/ 15 h 42"/>
                  <a:gd name="T38" fmla="*/ 2 w 7"/>
                  <a:gd name="T39" fmla="*/ 18 h 42"/>
                  <a:gd name="T40" fmla="*/ 3 w 7"/>
                  <a:gd name="T41" fmla="*/ 21 h 42"/>
                  <a:gd name="T42" fmla="*/ 3 w 7"/>
                  <a:gd name="T43" fmla="*/ 22 h 42"/>
                  <a:gd name="T44" fmla="*/ 3 w 7"/>
                  <a:gd name="T45" fmla="*/ 22 h 42"/>
                  <a:gd name="T46" fmla="*/ 3 w 7"/>
                  <a:gd name="T47" fmla="*/ 22 h 42"/>
                  <a:gd name="T48" fmla="*/ 3 w 7"/>
                  <a:gd name="T49" fmla="*/ 24 h 42"/>
                  <a:gd name="T50" fmla="*/ 3 w 7"/>
                  <a:gd name="T51" fmla="*/ 23 h 42"/>
                  <a:gd name="T52" fmla="*/ 3 w 7"/>
                  <a:gd name="T53" fmla="*/ 23 h 42"/>
                  <a:gd name="T54" fmla="*/ 4 w 7"/>
                  <a:gd name="T55" fmla="*/ 25 h 42"/>
                  <a:gd name="T56" fmla="*/ 4 w 7"/>
                  <a:gd name="T57" fmla="*/ 27 h 42"/>
                  <a:gd name="T58" fmla="*/ 4 w 7"/>
                  <a:gd name="T59" fmla="*/ 27 h 42"/>
                  <a:gd name="T60" fmla="*/ 4 w 7"/>
                  <a:gd name="T61" fmla="*/ 30 h 42"/>
                  <a:gd name="T62" fmla="*/ 4 w 7"/>
                  <a:gd name="T63" fmla="*/ 34 h 42"/>
                  <a:gd name="T64" fmla="*/ 4 w 7"/>
                  <a:gd name="T65" fmla="*/ 35 h 42"/>
                  <a:gd name="T66" fmla="*/ 4 w 7"/>
                  <a:gd name="T67" fmla="*/ 35 h 42"/>
                  <a:gd name="T68" fmla="*/ 4 w 7"/>
                  <a:gd name="T69" fmla="*/ 37 h 42"/>
                  <a:gd name="T70" fmla="*/ 4 w 7"/>
                  <a:gd name="T71" fmla="*/ 37 h 42"/>
                  <a:gd name="T72" fmla="*/ 5 w 7"/>
                  <a:gd name="T73" fmla="*/ 34 h 42"/>
                  <a:gd name="T74" fmla="*/ 5 w 7"/>
                  <a:gd name="T75" fmla="*/ 34 h 42"/>
                  <a:gd name="T76" fmla="*/ 5 w 7"/>
                  <a:gd name="T77" fmla="*/ 34 h 42"/>
                  <a:gd name="T78" fmla="*/ 5 w 7"/>
                  <a:gd name="T79" fmla="*/ 32 h 42"/>
                  <a:gd name="T80" fmla="*/ 5 w 7"/>
                  <a:gd name="T81" fmla="*/ 30 h 42"/>
                  <a:gd name="T82" fmla="*/ 5 w 7"/>
                  <a:gd name="T83" fmla="*/ 30 h 42"/>
                  <a:gd name="T84" fmla="*/ 5 w 7"/>
                  <a:gd name="T85" fmla="*/ 30 h 42"/>
                  <a:gd name="T86" fmla="*/ 5 w 7"/>
                  <a:gd name="T87" fmla="*/ 28 h 42"/>
                  <a:gd name="T88" fmla="*/ 5 w 7"/>
                  <a:gd name="T89" fmla="*/ 26 h 42"/>
                  <a:gd name="T90" fmla="*/ 6 w 7"/>
                  <a:gd name="T91" fmla="*/ 26 h 42"/>
                  <a:gd name="T92" fmla="*/ 6 w 7"/>
                  <a:gd name="T93" fmla="*/ 27 h 42"/>
                  <a:gd name="T94" fmla="*/ 6 w 7"/>
                  <a:gd name="T95" fmla="*/ 29 h 42"/>
                  <a:gd name="T96" fmla="*/ 6 w 7"/>
                  <a:gd name="T97" fmla="*/ 33 h 42"/>
                  <a:gd name="T98" fmla="*/ 6 w 7"/>
                  <a:gd name="T99" fmla="*/ 34 h 42"/>
                  <a:gd name="T100" fmla="*/ 6 w 7"/>
                  <a:gd name="T101" fmla="*/ 34 h 42"/>
                  <a:gd name="T102" fmla="*/ 7 w 7"/>
                  <a:gd name="T103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2">
                    <a:moveTo>
                      <a:pt x="0" y="18"/>
                    </a:moveTo>
                    <a:lnTo>
                      <a:pt x="0" y="16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0" y="7"/>
                    </a:lnTo>
                    <a:lnTo>
                      <a:pt x="1" y="7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2" y="6"/>
                    </a:lnTo>
                    <a:lnTo>
                      <a:pt x="2" y="12"/>
                    </a:lnTo>
                    <a:lnTo>
                      <a:pt x="2" y="15"/>
                    </a:lnTo>
                    <a:lnTo>
                      <a:pt x="2" y="15"/>
                    </a:lnTo>
                    <a:lnTo>
                      <a:pt x="2" y="18"/>
                    </a:lnTo>
                    <a:lnTo>
                      <a:pt x="3" y="21"/>
                    </a:lnTo>
                    <a:lnTo>
                      <a:pt x="3" y="22"/>
                    </a:lnTo>
                    <a:lnTo>
                      <a:pt x="3" y="22"/>
                    </a:lnTo>
                    <a:lnTo>
                      <a:pt x="3" y="22"/>
                    </a:lnTo>
                    <a:lnTo>
                      <a:pt x="3" y="24"/>
                    </a:lnTo>
                    <a:lnTo>
                      <a:pt x="3" y="23"/>
                    </a:lnTo>
                    <a:lnTo>
                      <a:pt x="3" y="23"/>
                    </a:lnTo>
                    <a:lnTo>
                      <a:pt x="4" y="25"/>
                    </a:lnTo>
                    <a:lnTo>
                      <a:pt x="4" y="27"/>
                    </a:lnTo>
                    <a:lnTo>
                      <a:pt x="4" y="27"/>
                    </a:lnTo>
                    <a:lnTo>
                      <a:pt x="4" y="30"/>
                    </a:lnTo>
                    <a:lnTo>
                      <a:pt x="4" y="34"/>
                    </a:lnTo>
                    <a:lnTo>
                      <a:pt x="4" y="35"/>
                    </a:lnTo>
                    <a:lnTo>
                      <a:pt x="4" y="35"/>
                    </a:lnTo>
                    <a:lnTo>
                      <a:pt x="4" y="37"/>
                    </a:lnTo>
                    <a:lnTo>
                      <a:pt x="4" y="37"/>
                    </a:lnTo>
                    <a:lnTo>
                      <a:pt x="5" y="34"/>
                    </a:lnTo>
                    <a:lnTo>
                      <a:pt x="5" y="34"/>
                    </a:lnTo>
                    <a:lnTo>
                      <a:pt x="5" y="34"/>
                    </a:lnTo>
                    <a:lnTo>
                      <a:pt x="5" y="32"/>
                    </a:lnTo>
                    <a:lnTo>
                      <a:pt x="5" y="30"/>
                    </a:lnTo>
                    <a:lnTo>
                      <a:pt x="5" y="30"/>
                    </a:lnTo>
                    <a:lnTo>
                      <a:pt x="5" y="30"/>
                    </a:lnTo>
                    <a:lnTo>
                      <a:pt x="5" y="28"/>
                    </a:lnTo>
                    <a:lnTo>
                      <a:pt x="5" y="26"/>
                    </a:lnTo>
                    <a:lnTo>
                      <a:pt x="6" y="26"/>
                    </a:lnTo>
                    <a:lnTo>
                      <a:pt x="6" y="27"/>
                    </a:lnTo>
                    <a:lnTo>
                      <a:pt x="6" y="29"/>
                    </a:lnTo>
                    <a:lnTo>
                      <a:pt x="6" y="33"/>
                    </a:lnTo>
                    <a:lnTo>
                      <a:pt x="6" y="34"/>
                    </a:lnTo>
                    <a:lnTo>
                      <a:pt x="6" y="34"/>
                    </a:lnTo>
                    <a:lnTo>
                      <a:pt x="7" y="4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49" name="Freeform 909"/>
              <p:cNvSpPr/>
              <p:nvPr/>
            </p:nvSpPr>
            <p:spPr bwMode="auto">
              <a:xfrm>
                <a:off x="1679" y="2946"/>
                <a:ext cx="7" cy="156"/>
              </a:xfrm>
              <a:custGeom>
                <a:avLst/>
                <a:gdLst>
                  <a:gd name="T0" fmla="*/ 0 w 7"/>
                  <a:gd name="T1" fmla="*/ 0 h 156"/>
                  <a:gd name="T2" fmla="*/ 1 w 7"/>
                  <a:gd name="T3" fmla="*/ 8 h 156"/>
                  <a:gd name="T4" fmla="*/ 1 w 7"/>
                  <a:gd name="T5" fmla="*/ 19 h 156"/>
                  <a:gd name="T6" fmla="*/ 1 w 7"/>
                  <a:gd name="T7" fmla="*/ 21 h 156"/>
                  <a:gd name="T8" fmla="*/ 1 w 7"/>
                  <a:gd name="T9" fmla="*/ 20 h 156"/>
                  <a:gd name="T10" fmla="*/ 1 w 7"/>
                  <a:gd name="T11" fmla="*/ 25 h 156"/>
                  <a:gd name="T12" fmla="*/ 1 w 7"/>
                  <a:gd name="T13" fmla="*/ 32 h 156"/>
                  <a:gd name="T14" fmla="*/ 1 w 7"/>
                  <a:gd name="T15" fmla="*/ 32 h 156"/>
                  <a:gd name="T16" fmla="*/ 1 w 7"/>
                  <a:gd name="T17" fmla="*/ 33 h 156"/>
                  <a:gd name="T18" fmla="*/ 1 w 7"/>
                  <a:gd name="T19" fmla="*/ 39 h 156"/>
                  <a:gd name="T20" fmla="*/ 2 w 7"/>
                  <a:gd name="T21" fmla="*/ 43 h 156"/>
                  <a:gd name="T22" fmla="*/ 2 w 7"/>
                  <a:gd name="T23" fmla="*/ 44 h 156"/>
                  <a:gd name="T24" fmla="*/ 2 w 7"/>
                  <a:gd name="T25" fmla="*/ 48 h 156"/>
                  <a:gd name="T26" fmla="*/ 2 w 7"/>
                  <a:gd name="T27" fmla="*/ 55 h 156"/>
                  <a:gd name="T28" fmla="*/ 2 w 7"/>
                  <a:gd name="T29" fmla="*/ 62 h 156"/>
                  <a:gd name="T30" fmla="*/ 2 w 7"/>
                  <a:gd name="T31" fmla="*/ 66 h 156"/>
                  <a:gd name="T32" fmla="*/ 3 w 7"/>
                  <a:gd name="T33" fmla="*/ 73 h 156"/>
                  <a:gd name="T34" fmla="*/ 3 w 7"/>
                  <a:gd name="T35" fmla="*/ 76 h 156"/>
                  <a:gd name="T36" fmla="*/ 3 w 7"/>
                  <a:gd name="T37" fmla="*/ 76 h 156"/>
                  <a:gd name="T38" fmla="*/ 3 w 7"/>
                  <a:gd name="T39" fmla="*/ 79 h 156"/>
                  <a:gd name="T40" fmla="*/ 3 w 7"/>
                  <a:gd name="T41" fmla="*/ 84 h 156"/>
                  <a:gd name="T42" fmla="*/ 3 w 7"/>
                  <a:gd name="T43" fmla="*/ 86 h 156"/>
                  <a:gd name="T44" fmla="*/ 3 w 7"/>
                  <a:gd name="T45" fmla="*/ 89 h 156"/>
                  <a:gd name="T46" fmla="*/ 3 w 7"/>
                  <a:gd name="T47" fmla="*/ 94 h 156"/>
                  <a:gd name="T48" fmla="*/ 3 w 7"/>
                  <a:gd name="T49" fmla="*/ 98 h 156"/>
                  <a:gd name="T50" fmla="*/ 4 w 7"/>
                  <a:gd name="T51" fmla="*/ 100 h 156"/>
                  <a:gd name="T52" fmla="*/ 4 w 7"/>
                  <a:gd name="T53" fmla="*/ 104 h 156"/>
                  <a:gd name="T54" fmla="*/ 4 w 7"/>
                  <a:gd name="T55" fmla="*/ 108 h 156"/>
                  <a:gd name="T56" fmla="*/ 4 w 7"/>
                  <a:gd name="T57" fmla="*/ 113 h 156"/>
                  <a:gd name="T58" fmla="*/ 4 w 7"/>
                  <a:gd name="T59" fmla="*/ 116 h 156"/>
                  <a:gd name="T60" fmla="*/ 4 w 7"/>
                  <a:gd name="T61" fmla="*/ 118 h 156"/>
                  <a:gd name="T62" fmla="*/ 4 w 7"/>
                  <a:gd name="T63" fmla="*/ 120 h 156"/>
                  <a:gd name="T64" fmla="*/ 4 w 7"/>
                  <a:gd name="T65" fmla="*/ 123 h 156"/>
                  <a:gd name="T66" fmla="*/ 4 w 7"/>
                  <a:gd name="T67" fmla="*/ 124 h 156"/>
                  <a:gd name="T68" fmla="*/ 5 w 7"/>
                  <a:gd name="T69" fmla="*/ 127 h 156"/>
                  <a:gd name="T70" fmla="*/ 5 w 7"/>
                  <a:gd name="T71" fmla="*/ 131 h 156"/>
                  <a:gd name="T72" fmla="*/ 5 w 7"/>
                  <a:gd name="T73" fmla="*/ 133 h 156"/>
                  <a:gd name="T74" fmla="*/ 5 w 7"/>
                  <a:gd name="T75" fmla="*/ 134 h 156"/>
                  <a:gd name="T76" fmla="*/ 5 w 7"/>
                  <a:gd name="T77" fmla="*/ 137 h 156"/>
                  <a:gd name="T78" fmla="*/ 5 w 7"/>
                  <a:gd name="T79" fmla="*/ 139 h 156"/>
                  <a:gd name="T80" fmla="*/ 6 w 7"/>
                  <a:gd name="T81" fmla="*/ 138 h 156"/>
                  <a:gd name="T82" fmla="*/ 6 w 7"/>
                  <a:gd name="T83" fmla="*/ 139 h 156"/>
                  <a:gd name="T84" fmla="*/ 6 w 7"/>
                  <a:gd name="T85" fmla="*/ 142 h 156"/>
                  <a:gd name="T86" fmla="*/ 6 w 7"/>
                  <a:gd name="T87" fmla="*/ 139 h 156"/>
                  <a:gd name="T88" fmla="*/ 6 w 7"/>
                  <a:gd name="T89" fmla="*/ 139 h 156"/>
                  <a:gd name="T90" fmla="*/ 6 w 7"/>
                  <a:gd name="T91" fmla="*/ 150 h 156"/>
                  <a:gd name="T92" fmla="*/ 6 w 7"/>
                  <a:gd name="T93" fmla="*/ 156 h 156"/>
                  <a:gd name="T94" fmla="*/ 6 w 7"/>
                  <a:gd name="T95" fmla="*/ 146 h 156"/>
                  <a:gd name="T96" fmla="*/ 6 w 7"/>
                  <a:gd name="T97" fmla="*/ 139 h 156"/>
                  <a:gd name="T98" fmla="*/ 6 w 7"/>
                  <a:gd name="T99" fmla="*/ 145 h 156"/>
                  <a:gd name="T100" fmla="*/ 7 w 7"/>
                  <a:gd name="T101" fmla="*/ 149 h 156"/>
                  <a:gd name="T102" fmla="*/ 7 w 7"/>
                  <a:gd name="T103" fmla="*/ 142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56">
                    <a:moveTo>
                      <a:pt x="0" y="0"/>
                    </a:moveTo>
                    <a:lnTo>
                      <a:pt x="1" y="8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25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3"/>
                    </a:lnTo>
                    <a:lnTo>
                      <a:pt x="1" y="39"/>
                    </a:lnTo>
                    <a:lnTo>
                      <a:pt x="2" y="43"/>
                    </a:lnTo>
                    <a:lnTo>
                      <a:pt x="2" y="44"/>
                    </a:lnTo>
                    <a:lnTo>
                      <a:pt x="2" y="48"/>
                    </a:lnTo>
                    <a:lnTo>
                      <a:pt x="2" y="55"/>
                    </a:lnTo>
                    <a:lnTo>
                      <a:pt x="2" y="62"/>
                    </a:lnTo>
                    <a:lnTo>
                      <a:pt x="2" y="66"/>
                    </a:lnTo>
                    <a:lnTo>
                      <a:pt x="3" y="73"/>
                    </a:lnTo>
                    <a:lnTo>
                      <a:pt x="3" y="76"/>
                    </a:lnTo>
                    <a:lnTo>
                      <a:pt x="3" y="76"/>
                    </a:lnTo>
                    <a:lnTo>
                      <a:pt x="3" y="79"/>
                    </a:lnTo>
                    <a:lnTo>
                      <a:pt x="3" y="84"/>
                    </a:lnTo>
                    <a:lnTo>
                      <a:pt x="3" y="86"/>
                    </a:lnTo>
                    <a:lnTo>
                      <a:pt x="3" y="89"/>
                    </a:lnTo>
                    <a:lnTo>
                      <a:pt x="3" y="94"/>
                    </a:lnTo>
                    <a:lnTo>
                      <a:pt x="3" y="98"/>
                    </a:lnTo>
                    <a:lnTo>
                      <a:pt x="4" y="100"/>
                    </a:lnTo>
                    <a:lnTo>
                      <a:pt x="4" y="104"/>
                    </a:lnTo>
                    <a:lnTo>
                      <a:pt x="4" y="108"/>
                    </a:lnTo>
                    <a:lnTo>
                      <a:pt x="4" y="113"/>
                    </a:lnTo>
                    <a:lnTo>
                      <a:pt x="4" y="116"/>
                    </a:lnTo>
                    <a:lnTo>
                      <a:pt x="4" y="118"/>
                    </a:lnTo>
                    <a:lnTo>
                      <a:pt x="4" y="120"/>
                    </a:lnTo>
                    <a:lnTo>
                      <a:pt x="4" y="123"/>
                    </a:lnTo>
                    <a:lnTo>
                      <a:pt x="4" y="124"/>
                    </a:lnTo>
                    <a:lnTo>
                      <a:pt x="5" y="127"/>
                    </a:lnTo>
                    <a:lnTo>
                      <a:pt x="5" y="131"/>
                    </a:lnTo>
                    <a:lnTo>
                      <a:pt x="5" y="133"/>
                    </a:lnTo>
                    <a:lnTo>
                      <a:pt x="5" y="134"/>
                    </a:lnTo>
                    <a:lnTo>
                      <a:pt x="5" y="137"/>
                    </a:lnTo>
                    <a:lnTo>
                      <a:pt x="5" y="139"/>
                    </a:lnTo>
                    <a:lnTo>
                      <a:pt x="6" y="138"/>
                    </a:lnTo>
                    <a:lnTo>
                      <a:pt x="6" y="139"/>
                    </a:lnTo>
                    <a:lnTo>
                      <a:pt x="6" y="142"/>
                    </a:lnTo>
                    <a:lnTo>
                      <a:pt x="6" y="139"/>
                    </a:lnTo>
                    <a:lnTo>
                      <a:pt x="6" y="139"/>
                    </a:lnTo>
                    <a:lnTo>
                      <a:pt x="6" y="150"/>
                    </a:lnTo>
                    <a:lnTo>
                      <a:pt x="6" y="156"/>
                    </a:lnTo>
                    <a:lnTo>
                      <a:pt x="6" y="146"/>
                    </a:lnTo>
                    <a:lnTo>
                      <a:pt x="6" y="139"/>
                    </a:lnTo>
                    <a:lnTo>
                      <a:pt x="6" y="145"/>
                    </a:lnTo>
                    <a:lnTo>
                      <a:pt x="7" y="149"/>
                    </a:lnTo>
                    <a:lnTo>
                      <a:pt x="7" y="14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50" name="Freeform 910"/>
              <p:cNvSpPr/>
              <p:nvPr/>
            </p:nvSpPr>
            <p:spPr bwMode="auto">
              <a:xfrm>
                <a:off x="1686" y="2911"/>
                <a:ext cx="6" cy="184"/>
              </a:xfrm>
              <a:custGeom>
                <a:avLst/>
                <a:gdLst>
                  <a:gd name="T0" fmla="*/ 0 w 6"/>
                  <a:gd name="T1" fmla="*/ 184 h 184"/>
                  <a:gd name="T2" fmla="*/ 0 w 6"/>
                  <a:gd name="T3" fmla="*/ 177 h 184"/>
                  <a:gd name="T4" fmla="*/ 0 w 6"/>
                  <a:gd name="T5" fmla="*/ 169 h 184"/>
                  <a:gd name="T6" fmla="*/ 0 w 6"/>
                  <a:gd name="T7" fmla="*/ 165 h 184"/>
                  <a:gd name="T8" fmla="*/ 0 w 6"/>
                  <a:gd name="T9" fmla="*/ 162 h 184"/>
                  <a:gd name="T10" fmla="*/ 0 w 6"/>
                  <a:gd name="T11" fmla="*/ 164 h 184"/>
                  <a:gd name="T12" fmla="*/ 1 w 6"/>
                  <a:gd name="T13" fmla="*/ 170 h 184"/>
                  <a:gd name="T14" fmla="*/ 1 w 6"/>
                  <a:gd name="T15" fmla="*/ 171 h 184"/>
                  <a:gd name="T16" fmla="*/ 1 w 6"/>
                  <a:gd name="T17" fmla="*/ 167 h 184"/>
                  <a:gd name="T18" fmla="*/ 1 w 6"/>
                  <a:gd name="T19" fmla="*/ 166 h 184"/>
                  <a:gd name="T20" fmla="*/ 1 w 6"/>
                  <a:gd name="T21" fmla="*/ 164 h 184"/>
                  <a:gd name="T22" fmla="*/ 1 w 6"/>
                  <a:gd name="T23" fmla="*/ 153 h 184"/>
                  <a:gd name="T24" fmla="*/ 1 w 6"/>
                  <a:gd name="T25" fmla="*/ 141 h 184"/>
                  <a:gd name="T26" fmla="*/ 1 w 6"/>
                  <a:gd name="T27" fmla="*/ 137 h 184"/>
                  <a:gd name="T28" fmla="*/ 1 w 6"/>
                  <a:gd name="T29" fmla="*/ 127 h 184"/>
                  <a:gd name="T30" fmla="*/ 2 w 6"/>
                  <a:gd name="T31" fmla="*/ 112 h 184"/>
                  <a:gd name="T32" fmla="*/ 2 w 6"/>
                  <a:gd name="T33" fmla="*/ 104 h 184"/>
                  <a:gd name="T34" fmla="*/ 2 w 6"/>
                  <a:gd name="T35" fmla="*/ 99 h 184"/>
                  <a:gd name="T36" fmla="*/ 2 w 6"/>
                  <a:gd name="T37" fmla="*/ 96 h 184"/>
                  <a:gd name="T38" fmla="*/ 2 w 6"/>
                  <a:gd name="T39" fmla="*/ 97 h 184"/>
                  <a:gd name="T40" fmla="*/ 2 w 6"/>
                  <a:gd name="T41" fmla="*/ 95 h 184"/>
                  <a:gd name="T42" fmla="*/ 2 w 6"/>
                  <a:gd name="T43" fmla="*/ 89 h 184"/>
                  <a:gd name="T44" fmla="*/ 2 w 6"/>
                  <a:gd name="T45" fmla="*/ 84 h 184"/>
                  <a:gd name="T46" fmla="*/ 2 w 6"/>
                  <a:gd name="T47" fmla="*/ 80 h 184"/>
                  <a:gd name="T48" fmla="*/ 3 w 6"/>
                  <a:gd name="T49" fmla="*/ 73 h 184"/>
                  <a:gd name="T50" fmla="*/ 3 w 6"/>
                  <a:gd name="T51" fmla="*/ 64 h 184"/>
                  <a:gd name="T52" fmla="*/ 3 w 6"/>
                  <a:gd name="T53" fmla="*/ 57 h 184"/>
                  <a:gd name="T54" fmla="*/ 3 w 6"/>
                  <a:gd name="T55" fmla="*/ 50 h 184"/>
                  <a:gd name="T56" fmla="*/ 3 w 6"/>
                  <a:gd name="T57" fmla="*/ 44 h 184"/>
                  <a:gd name="T58" fmla="*/ 3 w 6"/>
                  <a:gd name="T59" fmla="*/ 36 h 184"/>
                  <a:gd name="T60" fmla="*/ 4 w 6"/>
                  <a:gd name="T61" fmla="*/ 26 h 184"/>
                  <a:gd name="T62" fmla="*/ 4 w 6"/>
                  <a:gd name="T63" fmla="*/ 23 h 184"/>
                  <a:gd name="T64" fmla="*/ 4 w 6"/>
                  <a:gd name="T65" fmla="*/ 23 h 184"/>
                  <a:gd name="T66" fmla="*/ 4 w 6"/>
                  <a:gd name="T67" fmla="*/ 21 h 184"/>
                  <a:gd name="T68" fmla="*/ 4 w 6"/>
                  <a:gd name="T69" fmla="*/ 20 h 184"/>
                  <a:gd name="T70" fmla="*/ 4 w 6"/>
                  <a:gd name="T71" fmla="*/ 16 h 184"/>
                  <a:gd name="T72" fmla="*/ 4 w 6"/>
                  <a:gd name="T73" fmla="*/ 10 h 184"/>
                  <a:gd name="T74" fmla="*/ 4 w 6"/>
                  <a:gd name="T75" fmla="*/ 6 h 184"/>
                  <a:gd name="T76" fmla="*/ 4 w 6"/>
                  <a:gd name="T77" fmla="*/ 10 h 184"/>
                  <a:gd name="T78" fmla="*/ 5 w 6"/>
                  <a:gd name="T79" fmla="*/ 14 h 184"/>
                  <a:gd name="T80" fmla="*/ 5 w 6"/>
                  <a:gd name="T81" fmla="*/ 10 h 184"/>
                  <a:gd name="T82" fmla="*/ 5 w 6"/>
                  <a:gd name="T83" fmla="*/ 2 h 184"/>
                  <a:gd name="T84" fmla="*/ 5 w 6"/>
                  <a:gd name="T85" fmla="*/ 0 h 184"/>
                  <a:gd name="T86" fmla="*/ 5 w 6"/>
                  <a:gd name="T87" fmla="*/ 4 h 184"/>
                  <a:gd name="T88" fmla="*/ 5 w 6"/>
                  <a:gd name="T89" fmla="*/ 6 h 184"/>
                  <a:gd name="T90" fmla="*/ 6 w 6"/>
                  <a:gd name="T91" fmla="*/ 5 h 184"/>
                  <a:gd name="T92" fmla="*/ 6 w 6"/>
                  <a:gd name="T93" fmla="*/ 4 h 184"/>
                  <a:gd name="T94" fmla="*/ 6 w 6"/>
                  <a:gd name="T95" fmla="*/ 3 h 184"/>
                  <a:gd name="T96" fmla="*/ 6 w 6"/>
                  <a:gd name="T97" fmla="*/ 4 h 184"/>
                  <a:gd name="T98" fmla="*/ 6 w 6"/>
                  <a:gd name="T99" fmla="*/ 5 h 184"/>
                  <a:gd name="T100" fmla="*/ 6 w 6"/>
                  <a:gd name="T101" fmla="*/ 3 h 184"/>
                  <a:gd name="T102" fmla="*/ 6 w 6"/>
                  <a:gd name="T103" fmla="*/ 1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84">
                    <a:moveTo>
                      <a:pt x="0" y="184"/>
                    </a:moveTo>
                    <a:lnTo>
                      <a:pt x="0" y="177"/>
                    </a:lnTo>
                    <a:lnTo>
                      <a:pt x="0" y="169"/>
                    </a:lnTo>
                    <a:lnTo>
                      <a:pt x="0" y="165"/>
                    </a:lnTo>
                    <a:lnTo>
                      <a:pt x="0" y="162"/>
                    </a:lnTo>
                    <a:lnTo>
                      <a:pt x="0" y="164"/>
                    </a:lnTo>
                    <a:lnTo>
                      <a:pt x="1" y="170"/>
                    </a:lnTo>
                    <a:lnTo>
                      <a:pt x="1" y="171"/>
                    </a:lnTo>
                    <a:lnTo>
                      <a:pt x="1" y="167"/>
                    </a:lnTo>
                    <a:lnTo>
                      <a:pt x="1" y="166"/>
                    </a:lnTo>
                    <a:lnTo>
                      <a:pt x="1" y="164"/>
                    </a:lnTo>
                    <a:lnTo>
                      <a:pt x="1" y="153"/>
                    </a:lnTo>
                    <a:lnTo>
                      <a:pt x="1" y="141"/>
                    </a:lnTo>
                    <a:lnTo>
                      <a:pt x="1" y="137"/>
                    </a:lnTo>
                    <a:lnTo>
                      <a:pt x="1" y="127"/>
                    </a:lnTo>
                    <a:lnTo>
                      <a:pt x="2" y="112"/>
                    </a:lnTo>
                    <a:lnTo>
                      <a:pt x="2" y="104"/>
                    </a:lnTo>
                    <a:lnTo>
                      <a:pt x="2" y="99"/>
                    </a:lnTo>
                    <a:lnTo>
                      <a:pt x="2" y="96"/>
                    </a:lnTo>
                    <a:lnTo>
                      <a:pt x="2" y="97"/>
                    </a:lnTo>
                    <a:lnTo>
                      <a:pt x="2" y="95"/>
                    </a:lnTo>
                    <a:lnTo>
                      <a:pt x="2" y="89"/>
                    </a:lnTo>
                    <a:lnTo>
                      <a:pt x="2" y="84"/>
                    </a:lnTo>
                    <a:lnTo>
                      <a:pt x="2" y="80"/>
                    </a:lnTo>
                    <a:lnTo>
                      <a:pt x="3" y="73"/>
                    </a:lnTo>
                    <a:lnTo>
                      <a:pt x="3" y="64"/>
                    </a:lnTo>
                    <a:lnTo>
                      <a:pt x="3" y="57"/>
                    </a:lnTo>
                    <a:lnTo>
                      <a:pt x="3" y="50"/>
                    </a:lnTo>
                    <a:lnTo>
                      <a:pt x="3" y="44"/>
                    </a:lnTo>
                    <a:lnTo>
                      <a:pt x="3" y="36"/>
                    </a:lnTo>
                    <a:lnTo>
                      <a:pt x="4" y="26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1"/>
                    </a:lnTo>
                    <a:lnTo>
                      <a:pt x="4" y="20"/>
                    </a:lnTo>
                    <a:lnTo>
                      <a:pt x="4" y="16"/>
                    </a:lnTo>
                    <a:lnTo>
                      <a:pt x="4" y="10"/>
                    </a:lnTo>
                    <a:lnTo>
                      <a:pt x="4" y="6"/>
                    </a:lnTo>
                    <a:lnTo>
                      <a:pt x="4" y="10"/>
                    </a:lnTo>
                    <a:lnTo>
                      <a:pt x="5" y="14"/>
                    </a:lnTo>
                    <a:lnTo>
                      <a:pt x="5" y="10"/>
                    </a:lnTo>
                    <a:lnTo>
                      <a:pt x="5" y="2"/>
                    </a:lnTo>
                    <a:lnTo>
                      <a:pt x="5" y="0"/>
                    </a:lnTo>
                    <a:lnTo>
                      <a:pt x="5" y="4"/>
                    </a:lnTo>
                    <a:lnTo>
                      <a:pt x="5" y="6"/>
                    </a:lnTo>
                    <a:lnTo>
                      <a:pt x="6" y="5"/>
                    </a:lnTo>
                    <a:lnTo>
                      <a:pt x="6" y="4"/>
                    </a:lnTo>
                    <a:lnTo>
                      <a:pt x="6" y="3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6" y="3"/>
                    </a:lnTo>
                    <a:lnTo>
                      <a:pt x="6" y="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51" name="Freeform 911"/>
              <p:cNvSpPr/>
              <p:nvPr/>
            </p:nvSpPr>
            <p:spPr bwMode="auto">
              <a:xfrm>
                <a:off x="1692" y="2901"/>
                <a:ext cx="6" cy="68"/>
              </a:xfrm>
              <a:custGeom>
                <a:avLst/>
                <a:gdLst>
                  <a:gd name="T0" fmla="*/ 0 w 6"/>
                  <a:gd name="T1" fmla="*/ 13 h 68"/>
                  <a:gd name="T2" fmla="*/ 0 w 6"/>
                  <a:gd name="T3" fmla="*/ 11 h 68"/>
                  <a:gd name="T4" fmla="*/ 0 w 6"/>
                  <a:gd name="T5" fmla="*/ 12 h 68"/>
                  <a:gd name="T6" fmla="*/ 0 w 6"/>
                  <a:gd name="T7" fmla="*/ 12 h 68"/>
                  <a:gd name="T8" fmla="*/ 1 w 6"/>
                  <a:gd name="T9" fmla="*/ 11 h 68"/>
                  <a:gd name="T10" fmla="*/ 1 w 6"/>
                  <a:gd name="T11" fmla="*/ 13 h 68"/>
                  <a:gd name="T12" fmla="*/ 1 w 6"/>
                  <a:gd name="T13" fmla="*/ 12 h 68"/>
                  <a:gd name="T14" fmla="*/ 1 w 6"/>
                  <a:gd name="T15" fmla="*/ 11 h 68"/>
                  <a:gd name="T16" fmla="*/ 1 w 6"/>
                  <a:gd name="T17" fmla="*/ 12 h 68"/>
                  <a:gd name="T18" fmla="*/ 1 w 6"/>
                  <a:gd name="T19" fmla="*/ 9 h 68"/>
                  <a:gd name="T20" fmla="*/ 1 w 6"/>
                  <a:gd name="T21" fmla="*/ 8 h 68"/>
                  <a:gd name="T22" fmla="*/ 1 w 6"/>
                  <a:gd name="T23" fmla="*/ 8 h 68"/>
                  <a:gd name="T24" fmla="*/ 1 w 6"/>
                  <a:gd name="T25" fmla="*/ 6 h 68"/>
                  <a:gd name="T26" fmla="*/ 1 w 6"/>
                  <a:gd name="T27" fmla="*/ 3 h 68"/>
                  <a:gd name="T28" fmla="*/ 2 w 6"/>
                  <a:gd name="T29" fmla="*/ 3 h 68"/>
                  <a:gd name="T30" fmla="*/ 2 w 6"/>
                  <a:gd name="T31" fmla="*/ 4 h 68"/>
                  <a:gd name="T32" fmla="*/ 2 w 6"/>
                  <a:gd name="T33" fmla="*/ 4 h 68"/>
                  <a:gd name="T34" fmla="*/ 2 w 6"/>
                  <a:gd name="T35" fmla="*/ 5 h 68"/>
                  <a:gd name="T36" fmla="*/ 2 w 6"/>
                  <a:gd name="T37" fmla="*/ 3 h 68"/>
                  <a:gd name="T38" fmla="*/ 2 w 6"/>
                  <a:gd name="T39" fmla="*/ 0 h 68"/>
                  <a:gd name="T40" fmla="*/ 3 w 6"/>
                  <a:gd name="T41" fmla="*/ 1 h 68"/>
                  <a:gd name="T42" fmla="*/ 3 w 6"/>
                  <a:gd name="T43" fmla="*/ 3 h 68"/>
                  <a:gd name="T44" fmla="*/ 3 w 6"/>
                  <a:gd name="T45" fmla="*/ 3 h 68"/>
                  <a:gd name="T46" fmla="*/ 3 w 6"/>
                  <a:gd name="T47" fmla="*/ 5 h 68"/>
                  <a:gd name="T48" fmla="*/ 3 w 6"/>
                  <a:gd name="T49" fmla="*/ 7 h 68"/>
                  <a:gd name="T50" fmla="*/ 3 w 6"/>
                  <a:gd name="T51" fmla="*/ 8 h 68"/>
                  <a:gd name="T52" fmla="*/ 3 w 6"/>
                  <a:gd name="T53" fmla="*/ 11 h 68"/>
                  <a:gd name="T54" fmla="*/ 3 w 6"/>
                  <a:gd name="T55" fmla="*/ 16 h 68"/>
                  <a:gd name="T56" fmla="*/ 3 w 6"/>
                  <a:gd name="T57" fmla="*/ 19 h 68"/>
                  <a:gd name="T58" fmla="*/ 4 w 6"/>
                  <a:gd name="T59" fmla="*/ 18 h 68"/>
                  <a:gd name="T60" fmla="*/ 4 w 6"/>
                  <a:gd name="T61" fmla="*/ 16 h 68"/>
                  <a:gd name="T62" fmla="*/ 4 w 6"/>
                  <a:gd name="T63" fmla="*/ 19 h 68"/>
                  <a:gd name="T64" fmla="*/ 4 w 6"/>
                  <a:gd name="T65" fmla="*/ 20 h 68"/>
                  <a:gd name="T66" fmla="*/ 4 w 6"/>
                  <a:gd name="T67" fmla="*/ 17 h 68"/>
                  <a:gd name="T68" fmla="*/ 4 w 6"/>
                  <a:gd name="T69" fmla="*/ 22 h 68"/>
                  <a:gd name="T70" fmla="*/ 5 w 6"/>
                  <a:gd name="T71" fmla="*/ 30 h 68"/>
                  <a:gd name="T72" fmla="*/ 5 w 6"/>
                  <a:gd name="T73" fmla="*/ 30 h 68"/>
                  <a:gd name="T74" fmla="*/ 5 w 6"/>
                  <a:gd name="T75" fmla="*/ 35 h 68"/>
                  <a:gd name="T76" fmla="*/ 5 w 6"/>
                  <a:gd name="T77" fmla="*/ 42 h 68"/>
                  <a:gd name="T78" fmla="*/ 5 w 6"/>
                  <a:gd name="T79" fmla="*/ 43 h 68"/>
                  <a:gd name="T80" fmla="*/ 5 w 6"/>
                  <a:gd name="T81" fmla="*/ 45 h 68"/>
                  <a:gd name="T82" fmla="*/ 5 w 6"/>
                  <a:gd name="T83" fmla="*/ 52 h 68"/>
                  <a:gd name="T84" fmla="*/ 5 w 6"/>
                  <a:gd name="T85" fmla="*/ 53 h 68"/>
                  <a:gd name="T86" fmla="*/ 5 w 6"/>
                  <a:gd name="T87" fmla="*/ 52 h 68"/>
                  <a:gd name="T88" fmla="*/ 6 w 6"/>
                  <a:gd name="T89" fmla="*/ 58 h 68"/>
                  <a:gd name="T90" fmla="*/ 6 w 6"/>
                  <a:gd name="T91" fmla="*/ 62 h 68"/>
                  <a:gd name="T92" fmla="*/ 6 w 6"/>
                  <a:gd name="T93" fmla="*/ 61 h 68"/>
                  <a:gd name="T94" fmla="*/ 6 w 6"/>
                  <a:gd name="T95" fmla="*/ 64 h 68"/>
                  <a:gd name="T96" fmla="*/ 6 w 6"/>
                  <a:gd name="T97" fmla="*/ 68 h 68"/>
                  <a:gd name="T98" fmla="*/ 6 w 6"/>
                  <a:gd name="T99" fmla="*/ 67 h 68"/>
                  <a:gd name="T100" fmla="*/ 6 w 6"/>
                  <a:gd name="T101" fmla="*/ 65 h 68"/>
                  <a:gd name="T102" fmla="*/ 6 w 6"/>
                  <a:gd name="T103" fmla="*/ 63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8">
                    <a:moveTo>
                      <a:pt x="0" y="13"/>
                    </a:moveTo>
                    <a:lnTo>
                      <a:pt x="0" y="11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1" y="11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1" y="11"/>
                    </a:lnTo>
                    <a:lnTo>
                      <a:pt x="1" y="12"/>
                    </a:lnTo>
                    <a:lnTo>
                      <a:pt x="1" y="9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1" y="6"/>
                    </a:lnTo>
                    <a:lnTo>
                      <a:pt x="1" y="3"/>
                    </a:lnTo>
                    <a:lnTo>
                      <a:pt x="2" y="3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0"/>
                    </a:lnTo>
                    <a:lnTo>
                      <a:pt x="3" y="1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5"/>
                    </a:lnTo>
                    <a:lnTo>
                      <a:pt x="3" y="7"/>
                    </a:lnTo>
                    <a:lnTo>
                      <a:pt x="3" y="8"/>
                    </a:lnTo>
                    <a:lnTo>
                      <a:pt x="3" y="11"/>
                    </a:lnTo>
                    <a:lnTo>
                      <a:pt x="3" y="16"/>
                    </a:lnTo>
                    <a:lnTo>
                      <a:pt x="3" y="19"/>
                    </a:lnTo>
                    <a:lnTo>
                      <a:pt x="4" y="18"/>
                    </a:lnTo>
                    <a:lnTo>
                      <a:pt x="4" y="16"/>
                    </a:lnTo>
                    <a:lnTo>
                      <a:pt x="4" y="19"/>
                    </a:lnTo>
                    <a:lnTo>
                      <a:pt x="4" y="20"/>
                    </a:lnTo>
                    <a:lnTo>
                      <a:pt x="4" y="17"/>
                    </a:lnTo>
                    <a:lnTo>
                      <a:pt x="4" y="22"/>
                    </a:lnTo>
                    <a:lnTo>
                      <a:pt x="5" y="30"/>
                    </a:lnTo>
                    <a:lnTo>
                      <a:pt x="5" y="30"/>
                    </a:lnTo>
                    <a:lnTo>
                      <a:pt x="5" y="35"/>
                    </a:lnTo>
                    <a:lnTo>
                      <a:pt x="5" y="42"/>
                    </a:lnTo>
                    <a:lnTo>
                      <a:pt x="5" y="43"/>
                    </a:lnTo>
                    <a:lnTo>
                      <a:pt x="5" y="45"/>
                    </a:lnTo>
                    <a:lnTo>
                      <a:pt x="5" y="52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6" y="58"/>
                    </a:lnTo>
                    <a:lnTo>
                      <a:pt x="6" y="62"/>
                    </a:lnTo>
                    <a:lnTo>
                      <a:pt x="6" y="61"/>
                    </a:lnTo>
                    <a:lnTo>
                      <a:pt x="6" y="64"/>
                    </a:lnTo>
                    <a:lnTo>
                      <a:pt x="6" y="68"/>
                    </a:lnTo>
                    <a:lnTo>
                      <a:pt x="6" y="67"/>
                    </a:lnTo>
                    <a:lnTo>
                      <a:pt x="6" y="65"/>
                    </a:lnTo>
                    <a:lnTo>
                      <a:pt x="6" y="6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52" name="Freeform 912"/>
              <p:cNvSpPr/>
              <p:nvPr/>
            </p:nvSpPr>
            <p:spPr bwMode="auto">
              <a:xfrm>
                <a:off x="1698" y="2907"/>
                <a:ext cx="7" cy="59"/>
              </a:xfrm>
              <a:custGeom>
                <a:avLst/>
                <a:gdLst>
                  <a:gd name="T0" fmla="*/ 0 w 7"/>
                  <a:gd name="T1" fmla="*/ 59 h 59"/>
                  <a:gd name="T2" fmla="*/ 0 w 7"/>
                  <a:gd name="T3" fmla="*/ 57 h 59"/>
                  <a:gd name="T4" fmla="*/ 0 w 7"/>
                  <a:gd name="T5" fmla="*/ 53 h 59"/>
                  <a:gd name="T6" fmla="*/ 1 w 7"/>
                  <a:gd name="T7" fmla="*/ 47 h 59"/>
                  <a:gd name="T8" fmla="*/ 1 w 7"/>
                  <a:gd name="T9" fmla="*/ 42 h 59"/>
                  <a:gd name="T10" fmla="*/ 1 w 7"/>
                  <a:gd name="T11" fmla="*/ 37 h 59"/>
                  <a:gd name="T12" fmla="*/ 1 w 7"/>
                  <a:gd name="T13" fmla="*/ 30 h 59"/>
                  <a:gd name="T14" fmla="*/ 1 w 7"/>
                  <a:gd name="T15" fmla="*/ 26 h 59"/>
                  <a:gd name="T16" fmla="*/ 1 w 7"/>
                  <a:gd name="T17" fmla="*/ 25 h 59"/>
                  <a:gd name="T18" fmla="*/ 2 w 7"/>
                  <a:gd name="T19" fmla="*/ 23 h 59"/>
                  <a:gd name="T20" fmla="*/ 2 w 7"/>
                  <a:gd name="T21" fmla="*/ 20 h 59"/>
                  <a:gd name="T22" fmla="*/ 2 w 7"/>
                  <a:gd name="T23" fmla="*/ 22 h 59"/>
                  <a:gd name="T24" fmla="*/ 2 w 7"/>
                  <a:gd name="T25" fmla="*/ 22 h 59"/>
                  <a:gd name="T26" fmla="*/ 2 w 7"/>
                  <a:gd name="T27" fmla="*/ 18 h 59"/>
                  <a:gd name="T28" fmla="*/ 2 w 7"/>
                  <a:gd name="T29" fmla="*/ 17 h 59"/>
                  <a:gd name="T30" fmla="*/ 2 w 7"/>
                  <a:gd name="T31" fmla="*/ 15 h 59"/>
                  <a:gd name="T32" fmla="*/ 2 w 7"/>
                  <a:gd name="T33" fmla="*/ 9 h 59"/>
                  <a:gd name="T34" fmla="*/ 2 w 7"/>
                  <a:gd name="T35" fmla="*/ 7 h 59"/>
                  <a:gd name="T36" fmla="*/ 3 w 7"/>
                  <a:gd name="T37" fmla="*/ 10 h 59"/>
                  <a:gd name="T38" fmla="*/ 3 w 7"/>
                  <a:gd name="T39" fmla="*/ 7 h 59"/>
                  <a:gd name="T40" fmla="*/ 3 w 7"/>
                  <a:gd name="T41" fmla="*/ 1 h 59"/>
                  <a:gd name="T42" fmla="*/ 3 w 7"/>
                  <a:gd name="T43" fmla="*/ 0 h 59"/>
                  <a:gd name="T44" fmla="*/ 3 w 7"/>
                  <a:gd name="T45" fmla="*/ 4 h 59"/>
                  <a:gd name="T46" fmla="*/ 3 w 7"/>
                  <a:gd name="T47" fmla="*/ 7 h 59"/>
                  <a:gd name="T48" fmla="*/ 3 w 7"/>
                  <a:gd name="T49" fmla="*/ 10 h 59"/>
                  <a:gd name="T50" fmla="*/ 4 w 7"/>
                  <a:gd name="T51" fmla="*/ 12 h 59"/>
                  <a:gd name="T52" fmla="*/ 4 w 7"/>
                  <a:gd name="T53" fmla="*/ 12 h 59"/>
                  <a:gd name="T54" fmla="*/ 4 w 7"/>
                  <a:gd name="T55" fmla="*/ 15 h 59"/>
                  <a:gd name="T56" fmla="*/ 4 w 7"/>
                  <a:gd name="T57" fmla="*/ 19 h 59"/>
                  <a:gd name="T58" fmla="*/ 4 w 7"/>
                  <a:gd name="T59" fmla="*/ 22 h 59"/>
                  <a:gd name="T60" fmla="*/ 4 w 7"/>
                  <a:gd name="T61" fmla="*/ 21 h 59"/>
                  <a:gd name="T62" fmla="*/ 4 w 7"/>
                  <a:gd name="T63" fmla="*/ 19 h 59"/>
                  <a:gd name="T64" fmla="*/ 4 w 7"/>
                  <a:gd name="T65" fmla="*/ 20 h 59"/>
                  <a:gd name="T66" fmla="*/ 4 w 7"/>
                  <a:gd name="T67" fmla="*/ 24 h 59"/>
                  <a:gd name="T68" fmla="*/ 5 w 7"/>
                  <a:gd name="T69" fmla="*/ 24 h 59"/>
                  <a:gd name="T70" fmla="*/ 5 w 7"/>
                  <a:gd name="T71" fmla="*/ 24 h 59"/>
                  <a:gd name="T72" fmla="*/ 5 w 7"/>
                  <a:gd name="T73" fmla="*/ 24 h 59"/>
                  <a:gd name="T74" fmla="*/ 5 w 7"/>
                  <a:gd name="T75" fmla="*/ 27 h 59"/>
                  <a:gd name="T76" fmla="*/ 5 w 7"/>
                  <a:gd name="T77" fmla="*/ 30 h 59"/>
                  <a:gd name="T78" fmla="*/ 5 w 7"/>
                  <a:gd name="T79" fmla="*/ 34 h 59"/>
                  <a:gd name="T80" fmla="*/ 5 w 7"/>
                  <a:gd name="T81" fmla="*/ 37 h 59"/>
                  <a:gd name="T82" fmla="*/ 5 w 7"/>
                  <a:gd name="T83" fmla="*/ 40 h 59"/>
                  <a:gd name="T84" fmla="*/ 5 w 7"/>
                  <a:gd name="T85" fmla="*/ 44 h 59"/>
                  <a:gd name="T86" fmla="*/ 6 w 7"/>
                  <a:gd name="T87" fmla="*/ 45 h 59"/>
                  <a:gd name="T88" fmla="*/ 6 w 7"/>
                  <a:gd name="T89" fmla="*/ 48 h 59"/>
                  <a:gd name="T90" fmla="*/ 6 w 7"/>
                  <a:gd name="T91" fmla="*/ 51 h 59"/>
                  <a:gd name="T92" fmla="*/ 6 w 7"/>
                  <a:gd name="T93" fmla="*/ 48 h 59"/>
                  <a:gd name="T94" fmla="*/ 6 w 7"/>
                  <a:gd name="T95" fmla="*/ 44 h 59"/>
                  <a:gd name="T96" fmla="*/ 6 w 7"/>
                  <a:gd name="T97" fmla="*/ 44 h 59"/>
                  <a:gd name="T98" fmla="*/ 7 w 7"/>
                  <a:gd name="T99" fmla="*/ 44 h 59"/>
                  <a:gd name="T100" fmla="*/ 7 w 7"/>
                  <a:gd name="T101" fmla="*/ 42 h 59"/>
                  <a:gd name="T102" fmla="*/ 7 w 7"/>
                  <a:gd name="T103" fmla="*/ 3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9">
                    <a:moveTo>
                      <a:pt x="0" y="59"/>
                    </a:moveTo>
                    <a:lnTo>
                      <a:pt x="0" y="57"/>
                    </a:lnTo>
                    <a:lnTo>
                      <a:pt x="0" y="53"/>
                    </a:lnTo>
                    <a:lnTo>
                      <a:pt x="1" y="47"/>
                    </a:lnTo>
                    <a:lnTo>
                      <a:pt x="1" y="42"/>
                    </a:lnTo>
                    <a:lnTo>
                      <a:pt x="1" y="37"/>
                    </a:lnTo>
                    <a:lnTo>
                      <a:pt x="1" y="30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2" y="23"/>
                    </a:lnTo>
                    <a:lnTo>
                      <a:pt x="2" y="20"/>
                    </a:lnTo>
                    <a:lnTo>
                      <a:pt x="2" y="22"/>
                    </a:lnTo>
                    <a:lnTo>
                      <a:pt x="2" y="22"/>
                    </a:lnTo>
                    <a:lnTo>
                      <a:pt x="2" y="18"/>
                    </a:lnTo>
                    <a:lnTo>
                      <a:pt x="2" y="17"/>
                    </a:lnTo>
                    <a:lnTo>
                      <a:pt x="2" y="15"/>
                    </a:lnTo>
                    <a:lnTo>
                      <a:pt x="2" y="9"/>
                    </a:lnTo>
                    <a:lnTo>
                      <a:pt x="2" y="7"/>
                    </a:lnTo>
                    <a:lnTo>
                      <a:pt x="3" y="10"/>
                    </a:lnTo>
                    <a:lnTo>
                      <a:pt x="3" y="7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3" y="4"/>
                    </a:lnTo>
                    <a:lnTo>
                      <a:pt x="3" y="7"/>
                    </a:lnTo>
                    <a:lnTo>
                      <a:pt x="3" y="10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4" y="15"/>
                    </a:lnTo>
                    <a:lnTo>
                      <a:pt x="4" y="19"/>
                    </a:lnTo>
                    <a:lnTo>
                      <a:pt x="4" y="22"/>
                    </a:lnTo>
                    <a:lnTo>
                      <a:pt x="4" y="21"/>
                    </a:lnTo>
                    <a:lnTo>
                      <a:pt x="4" y="19"/>
                    </a:lnTo>
                    <a:lnTo>
                      <a:pt x="4" y="20"/>
                    </a:lnTo>
                    <a:lnTo>
                      <a:pt x="4" y="24"/>
                    </a:lnTo>
                    <a:lnTo>
                      <a:pt x="5" y="24"/>
                    </a:lnTo>
                    <a:lnTo>
                      <a:pt x="5" y="24"/>
                    </a:lnTo>
                    <a:lnTo>
                      <a:pt x="5" y="24"/>
                    </a:lnTo>
                    <a:lnTo>
                      <a:pt x="5" y="27"/>
                    </a:lnTo>
                    <a:lnTo>
                      <a:pt x="5" y="30"/>
                    </a:lnTo>
                    <a:lnTo>
                      <a:pt x="5" y="34"/>
                    </a:lnTo>
                    <a:lnTo>
                      <a:pt x="5" y="37"/>
                    </a:lnTo>
                    <a:lnTo>
                      <a:pt x="5" y="40"/>
                    </a:lnTo>
                    <a:lnTo>
                      <a:pt x="5" y="44"/>
                    </a:lnTo>
                    <a:lnTo>
                      <a:pt x="6" y="45"/>
                    </a:lnTo>
                    <a:lnTo>
                      <a:pt x="6" y="48"/>
                    </a:lnTo>
                    <a:lnTo>
                      <a:pt x="6" y="51"/>
                    </a:lnTo>
                    <a:lnTo>
                      <a:pt x="6" y="48"/>
                    </a:lnTo>
                    <a:lnTo>
                      <a:pt x="6" y="44"/>
                    </a:lnTo>
                    <a:lnTo>
                      <a:pt x="6" y="44"/>
                    </a:lnTo>
                    <a:lnTo>
                      <a:pt x="7" y="44"/>
                    </a:lnTo>
                    <a:lnTo>
                      <a:pt x="7" y="42"/>
                    </a:lnTo>
                    <a:lnTo>
                      <a:pt x="7" y="3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53" name="Freeform 913"/>
              <p:cNvSpPr/>
              <p:nvPr/>
            </p:nvSpPr>
            <p:spPr bwMode="auto">
              <a:xfrm>
                <a:off x="1705" y="2938"/>
                <a:ext cx="6" cy="142"/>
              </a:xfrm>
              <a:custGeom>
                <a:avLst/>
                <a:gdLst>
                  <a:gd name="T0" fmla="*/ 0 w 6"/>
                  <a:gd name="T1" fmla="*/ 11 h 142"/>
                  <a:gd name="T2" fmla="*/ 0 w 6"/>
                  <a:gd name="T3" fmla="*/ 8 h 142"/>
                  <a:gd name="T4" fmla="*/ 0 w 6"/>
                  <a:gd name="T5" fmla="*/ 5 h 142"/>
                  <a:gd name="T6" fmla="*/ 0 w 6"/>
                  <a:gd name="T7" fmla="*/ 2 h 142"/>
                  <a:gd name="T8" fmla="*/ 0 w 6"/>
                  <a:gd name="T9" fmla="*/ 0 h 142"/>
                  <a:gd name="T10" fmla="*/ 0 w 6"/>
                  <a:gd name="T11" fmla="*/ 1 h 142"/>
                  <a:gd name="T12" fmla="*/ 0 w 6"/>
                  <a:gd name="T13" fmla="*/ 5 h 142"/>
                  <a:gd name="T14" fmla="*/ 0 w 6"/>
                  <a:gd name="T15" fmla="*/ 5 h 142"/>
                  <a:gd name="T16" fmla="*/ 1 w 6"/>
                  <a:gd name="T17" fmla="*/ 2 h 142"/>
                  <a:gd name="T18" fmla="*/ 1 w 6"/>
                  <a:gd name="T19" fmla="*/ 5 h 142"/>
                  <a:gd name="T20" fmla="*/ 1 w 6"/>
                  <a:gd name="T21" fmla="*/ 11 h 142"/>
                  <a:gd name="T22" fmla="*/ 1 w 6"/>
                  <a:gd name="T23" fmla="*/ 12 h 142"/>
                  <a:gd name="T24" fmla="*/ 1 w 6"/>
                  <a:gd name="T25" fmla="*/ 11 h 142"/>
                  <a:gd name="T26" fmla="*/ 1 w 6"/>
                  <a:gd name="T27" fmla="*/ 16 h 142"/>
                  <a:gd name="T28" fmla="*/ 2 w 6"/>
                  <a:gd name="T29" fmla="*/ 20 h 142"/>
                  <a:gd name="T30" fmla="*/ 2 w 6"/>
                  <a:gd name="T31" fmla="*/ 22 h 142"/>
                  <a:gd name="T32" fmla="*/ 2 w 6"/>
                  <a:gd name="T33" fmla="*/ 26 h 142"/>
                  <a:gd name="T34" fmla="*/ 2 w 6"/>
                  <a:gd name="T35" fmla="*/ 32 h 142"/>
                  <a:gd name="T36" fmla="*/ 2 w 6"/>
                  <a:gd name="T37" fmla="*/ 36 h 142"/>
                  <a:gd name="T38" fmla="*/ 2 w 6"/>
                  <a:gd name="T39" fmla="*/ 40 h 142"/>
                  <a:gd name="T40" fmla="*/ 2 w 6"/>
                  <a:gd name="T41" fmla="*/ 43 h 142"/>
                  <a:gd name="T42" fmla="*/ 2 w 6"/>
                  <a:gd name="T43" fmla="*/ 49 h 142"/>
                  <a:gd name="T44" fmla="*/ 2 w 6"/>
                  <a:gd name="T45" fmla="*/ 51 h 142"/>
                  <a:gd name="T46" fmla="*/ 3 w 6"/>
                  <a:gd name="T47" fmla="*/ 51 h 142"/>
                  <a:gd name="T48" fmla="*/ 3 w 6"/>
                  <a:gd name="T49" fmla="*/ 58 h 142"/>
                  <a:gd name="T50" fmla="*/ 3 w 6"/>
                  <a:gd name="T51" fmla="*/ 65 h 142"/>
                  <a:gd name="T52" fmla="*/ 3 w 6"/>
                  <a:gd name="T53" fmla="*/ 66 h 142"/>
                  <a:gd name="T54" fmla="*/ 3 w 6"/>
                  <a:gd name="T55" fmla="*/ 67 h 142"/>
                  <a:gd name="T56" fmla="*/ 3 w 6"/>
                  <a:gd name="T57" fmla="*/ 75 h 142"/>
                  <a:gd name="T58" fmla="*/ 3 w 6"/>
                  <a:gd name="T59" fmla="*/ 78 h 142"/>
                  <a:gd name="T60" fmla="*/ 3 w 6"/>
                  <a:gd name="T61" fmla="*/ 80 h 142"/>
                  <a:gd name="T62" fmla="*/ 3 w 6"/>
                  <a:gd name="T63" fmla="*/ 88 h 142"/>
                  <a:gd name="T64" fmla="*/ 4 w 6"/>
                  <a:gd name="T65" fmla="*/ 93 h 142"/>
                  <a:gd name="T66" fmla="*/ 4 w 6"/>
                  <a:gd name="T67" fmla="*/ 90 h 142"/>
                  <a:gd name="T68" fmla="*/ 4 w 6"/>
                  <a:gd name="T69" fmla="*/ 90 h 142"/>
                  <a:gd name="T70" fmla="*/ 4 w 6"/>
                  <a:gd name="T71" fmla="*/ 95 h 142"/>
                  <a:gd name="T72" fmla="*/ 4 w 6"/>
                  <a:gd name="T73" fmla="*/ 98 h 142"/>
                  <a:gd name="T74" fmla="*/ 4 w 6"/>
                  <a:gd name="T75" fmla="*/ 99 h 142"/>
                  <a:gd name="T76" fmla="*/ 5 w 6"/>
                  <a:gd name="T77" fmla="*/ 101 h 142"/>
                  <a:gd name="T78" fmla="*/ 5 w 6"/>
                  <a:gd name="T79" fmla="*/ 104 h 142"/>
                  <a:gd name="T80" fmla="*/ 5 w 6"/>
                  <a:gd name="T81" fmla="*/ 104 h 142"/>
                  <a:gd name="T82" fmla="*/ 5 w 6"/>
                  <a:gd name="T83" fmla="*/ 103 h 142"/>
                  <a:gd name="T84" fmla="*/ 5 w 6"/>
                  <a:gd name="T85" fmla="*/ 110 h 142"/>
                  <a:gd name="T86" fmla="*/ 5 w 6"/>
                  <a:gd name="T87" fmla="*/ 115 h 142"/>
                  <a:gd name="T88" fmla="*/ 5 w 6"/>
                  <a:gd name="T89" fmla="*/ 113 h 142"/>
                  <a:gd name="T90" fmla="*/ 5 w 6"/>
                  <a:gd name="T91" fmla="*/ 115 h 142"/>
                  <a:gd name="T92" fmla="*/ 5 w 6"/>
                  <a:gd name="T93" fmla="*/ 124 h 142"/>
                  <a:gd name="T94" fmla="*/ 5 w 6"/>
                  <a:gd name="T95" fmla="*/ 124 h 142"/>
                  <a:gd name="T96" fmla="*/ 6 w 6"/>
                  <a:gd name="T97" fmla="*/ 126 h 142"/>
                  <a:gd name="T98" fmla="*/ 6 w 6"/>
                  <a:gd name="T99" fmla="*/ 137 h 142"/>
                  <a:gd name="T100" fmla="*/ 6 w 6"/>
                  <a:gd name="T101" fmla="*/ 142 h 142"/>
                  <a:gd name="T102" fmla="*/ 6 w 6"/>
                  <a:gd name="T103" fmla="*/ 134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42">
                    <a:moveTo>
                      <a:pt x="0" y="11"/>
                    </a:moveTo>
                    <a:lnTo>
                      <a:pt x="0" y="8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2"/>
                    </a:lnTo>
                    <a:lnTo>
                      <a:pt x="1" y="5"/>
                    </a:lnTo>
                    <a:lnTo>
                      <a:pt x="1" y="11"/>
                    </a:lnTo>
                    <a:lnTo>
                      <a:pt x="1" y="12"/>
                    </a:lnTo>
                    <a:lnTo>
                      <a:pt x="1" y="11"/>
                    </a:lnTo>
                    <a:lnTo>
                      <a:pt x="1" y="16"/>
                    </a:lnTo>
                    <a:lnTo>
                      <a:pt x="2" y="20"/>
                    </a:lnTo>
                    <a:lnTo>
                      <a:pt x="2" y="22"/>
                    </a:lnTo>
                    <a:lnTo>
                      <a:pt x="2" y="26"/>
                    </a:lnTo>
                    <a:lnTo>
                      <a:pt x="2" y="32"/>
                    </a:lnTo>
                    <a:lnTo>
                      <a:pt x="2" y="36"/>
                    </a:lnTo>
                    <a:lnTo>
                      <a:pt x="2" y="40"/>
                    </a:lnTo>
                    <a:lnTo>
                      <a:pt x="2" y="43"/>
                    </a:lnTo>
                    <a:lnTo>
                      <a:pt x="2" y="49"/>
                    </a:lnTo>
                    <a:lnTo>
                      <a:pt x="2" y="51"/>
                    </a:lnTo>
                    <a:lnTo>
                      <a:pt x="3" y="51"/>
                    </a:lnTo>
                    <a:lnTo>
                      <a:pt x="3" y="58"/>
                    </a:lnTo>
                    <a:lnTo>
                      <a:pt x="3" y="65"/>
                    </a:lnTo>
                    <a:lnTo>
                      <a:pt x="3" y="66"/>
                    </a:lnTo>
                    <a:lnTo>
                      <a:pt x="3" y="67"/>
                    </a:lnTo>
                    <a:lnTo>
                      <a:pt x="3" y="75"/>
                    </a:lnTo>
                    <a:lnTo>
                      <a:pt x="3" y="78"/>
                    </a:lnTo>
                    <a:lnTo>
                      <a:pt x="3" y="80"/>
                    </a:lnTo>
                    <a:lnTo>
                      <a:pt x="3" y="88"/>
                    </a:lnTo>
                    <a:lnTo>
                      <a:pt x="4" y="93"/>
                    </a:lnTo>
                    <a:lnTo>
                      <a:pt x="4" y="90"/>
                    </a:lnTo>
                    <a:lnTo>
                      <a:pt x="4" y="90"/>
                    </a:lnTo>
                    <a:lnTo>
                      <a:pt x="4" y="95"/>
                    </a:lnTo>
                    <a:lnTo>
                      <a:pt x="4" y="98"/>
                    </a:lnTo>
                    <a:lnTo>
                      <a:pt x="4" y="99"/>
                    </a:lnTo>
                    <a:lnTo>
                      <a:pt x="5" y="101"/>
                    </a:lnTo>
                    <a:lnTo>
                      <a:pt x="5" y="104"/>
                    </a:lnTo>
                    <a:lnTo>
                      <a:pt x="5" y="104"/>
                    </a:lnTo>
                    <a:lnTo>
                      <a:pt x="5" y="103"/>
                    </a:lnTo>
                    <a:lnTo>
                      <a:pt x="5" y="110"/>
                    </a:lnTo>
                    <a:lnTo>
                      <a:pt x="5" y="115"/>
                    </a:lnTo>
                    <a:lnTo>
                      <a:pt x="5" y="113"/>
                    </a:lnTo>
                    <a:lnTo>
                      <a:pt x="5" y="115"/>
                    </a:lnTo>
                    <a:lnTo>
                      <a:pt x="5" y="124"/>
                    </a:lnTo>
                    <a:lnTo>
                      <a:pt x="5" y="124"/>
                    </a:lnTo>
                    <a:lnTo>
                      <a:pt x="6" y="126"/>
                    </a:lnTo>
                    <a:lnTo>
                      <a:pt x="6" y="137"/>
                    </a:lnTo>
                    <a:lnTo>
                      <a:pt x="6" y="142"/>
                    </a:lnTo>
                    <a:lnTo>
                      <a:pt x="6" y="13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54" name="Freeform 914"/>
              <p:cNvSpPr/>
              <p:nvPr/>
            </p:nvSpPr>
            <p:spPr bwMode="auto">
              <a:xfrm>
                <a:off x="1711" y="2912"/>
                <a:ext cx="6" cy="185"/>
              </a:xfrm>
              <a:custGeom>
                <a:avLst/>
                <a:gdLst>
                  <a:gd name="T0" fmla="*/ 0 w 6"/>
                  <a:gd name="T1" fmla="*/ 168 h 185"/>
                  <a:gd name="T2" fmla="*/ 0 w 6"/>
                  <a:gd name="T3" fmla="*/ 160 h 185"/>
                  <a:gd name="T4" fmla="*/ 0 w 6"/>
                  <a:gd name="T5" fmla="*/ 158 h 185"/>
                  <a:gd name="T6" fmla="*/ 0 w 6"/>
                  <a:gd name="T7" fmla="*/ 165 h 185"/>
                  <a:gd name="T8" fmla="*/ 1 w 6"/>
                  <a:gd name="T9" fmla="*/ 167 h 185"/>
                  <a:gd name="T10" fmla="*/ 1 w 6"/>
                  <a:gd name="T11" fmla="*/ 161 h 185"/>
                  <a:gd name="T12" fmla="*/ 1 w 6"/>
                  <a:gd name="T13" fmla="*/ 158 h 185"/>
                  <a:gd name="T14" fmla="*/ 1 w 6"/>
                  <a:gd name="T15" fmla="*/ 163 h 185"/>
                  <a:gd name="T16" fmla="*/ 1 w 6"/>
                  <a:gd name="T17" fmla="*/ 171 h 185"/>
                  <a:gd name="T18" fmla="*/ 1 w 6"/>
                  <a:gd name="T19" fmla="*/ 176 h 185"/>
                  <a:gd name="T20" fmla="*/ 1 w 6"/>
                  <a:gd name="T21" fmla="*/ 175 h 185"/>
                  <a:gd name="T22" fmla="*/ 1 w 6"/>
                  <a:gd name="T23" fmla="*/ 167 h 185"/>
                  <a:gd name="T24" fmla="*/ 1 w 6"/>
                  <a:gd name="T25" fmla="*/ 166 h 185"/>
                  <a:gd name="T26" fmla="*/ 2 w 6"/>
                  <a:gd name="T27" fmla="*/ 179 h 185"/>
                  <a:gd name="T28" fmla="*/ 2 w 6"/>
                  <a:gd name="T29" fmla="*/ 185 h 185"/>
                  <a:gd name="T30" fmla="*/ 2 w 6"/>
                  <a:gd name="T31" fmla="*/ 173 h 185"/>
                  <a:gd name="T32" fmla="*/ 2 w 6"/>
                  <a:gd name="T33" fmla="*/ 163 h 185"/>
                  <a:gd name="T34" fmla="*/ 2 w 6"/>
                  <a:gd name="T35" fmla="*/ 163 h 185"/>
                  <a:gd name="T36" fmla="*/ 2 w 6"/>
                  <a:gd name="T37" fmla="*/ 165 h 185"/>
                  <a:gd name="T38" fmla="*/ 2 w 6"/>
                  <a:gd name="T39" fmla="*/ 172 h 185"/>
                  <a:gd name="T40" fmla="*/ 2 w 6"/>
                  <a:gd name="T41" fmla="*/ 177 h 185"/>
                  <a:gd name="T42" fmla="*/ 2 w 6"/>
                  <a:gd name="T43" fmla="*/ 169 h 185"/>
                  <a:gd name="T44" fmla="*/ 3 w 6"/>
                  <a:gd name="T45" fmla="*/ 158 h 185"/>
                  <a:gd name="T46" fmla="*/ 3 w 6"/>
                  <a:gd name="T47" fmla="*/ 156 h 185"/>
                  <a:gd name="T48" fmla="*/ 3 w 6"/>
                  <a:gd name="T49" fmla="*/ 152 h 185"/>
                  <a:gd name="T50" fmla="*/ 3 w 6"/>
                  <a:gd name="T51" fmla="*/ 140 h 185"/>
                  <a:gd name="T52" fmla="*/ 3 w 6"/>
                  <a:gd name="T53" fmla="*/ 129 h 185"/>
                  <a:gd name="T54" fmla="*/ 3 w 6"/>
                  <a:gd name="T55" fmla="*/ 123 h 185"/>
                  <a:gd name="T56" fmla="*/ 4 w 6"/>
                  <a:gd name="T57" fmla="*/ 116 h 185"/>
                  <a:gd name="T58" fmla="*/ 4 w 6"/>
                  <a:gd name="T59" fmla="*/ 106 h 185"/>
                  <a:gd name="T60" fmla="*/ 4 w 6"/>
                  <a:gd name="T61" fmla="*/ 100 h 185"/>
                  <a:gd name="T62" fmla="*/ 4 w 6"/>
                  <a:gd name="T63" fmla="*/ 99 h 185"/>
                  <a:gd name="T64" fmla="*/ 4 w 6"/>
                  <a:gd name="T65" fmla="*/ 96 h 185"/>
                  <a:gd name="T66" fmla="*/ 4 w 6"/>
                  <a:gd name="T67" fmla="*/ 91 h 185"/>
                  <a:gd name="T68" fmla="*/ 4 w 6"/>
                  <a:gd name="T69" fmla="*/ 87 h 185"/>
                  <a:gd name="T70" fmla="*/ 4 w 6"/>
                  <a:gd name="T71" fmla="*/ 79 h 185"/>
                  <a:gd name="T72" fmla="*/ 4 w 6"/>
                  <a:gd name="T73" fmla="*/ 67 h 185"/>
                  <a:gd name="T74" fmla="*/ 5 w 6"/>
                  <a:gd name="T75" fmla="*/ 57 h 185"/>
                  <a:gd name="T76" fmla="*/ 5 w 6"/>
                  <a:gd name="T77" fmla="*/ 47 h 185"/>
                  <a:gd name="T78" fmla="*/ 5 w 6"/>
                  <a:gd name="T79" fmla="*/ 35 h 185"/>
                  <a:gd name="T80" fmla="*/ 5 w 6"/>
                  <a:gd name="T81" fmla="*/ 29 h 185"/>
                  <a:gd name="T82" fmla="*/ 5 w 6"/>
                  <a:gd name="T83" fmla="*/ 26 h 185"/>
                  <a:gd name="T84" fmla="*/ 5 w 6"/>
                  <a:gd name="T85" fmla="*/ 19 h 185"/>
                  <a:gd name="T86" fmla="*/ 6 w 6"/>
                  <a:gd name="T87" fmla="*/ 14 h 185"/>
                  <a:gd name="T88" fmla="*/ 6 w 6"/>
                  <a:gd name="T89" fmla="*/ 12 h 185"/>
                  <a:gd name="T90" fmla="*/ 6 w 6"/>
                  <a:gd name="T91" fmla="*/ 10 h 185"/>
                  <a:gd name="T92" fmla="*/ 6 w 6"/>
                  <a:gd name="T93" fmla="*/ 14 h 185"/>
                  <a:gd name="T94" fmla="*/ 6 w 6"/>
                  <a:gd name="T95" fmla="*/ 17 h 185"/>
                  <a:gd name="T96" fmla="*/ 6 w 6"/>
                  <a:gd name="T97" fmla="*/ 15 h 185"/>
                  <a:gd name="T98" fmla="*/ 6 w 6"/>
                  <a:gd name="T99" fmla="*/ 7 h 185"/>
                  <a:gd name="T100" fmla="*/ 6 w 6"/>
                  <a:gd name="T101" fmla="*/ 0 h 185"/>
                  <a:gd name="T102" fmla="*/ 6 w 6"/>
                  <a:gd name="T103" fmla="*/ 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85">
                    <a:moveTo>
                      <a:pt x="0" y="168"/>
                    </a:moveTo>
                    <a:lnTo>
                      <a:pt x="0" y="160"/>
                    </a:lnTo>
                    <a:lnTo>
                      <a:pt x="0" y="158"/>
                    </a:lnTo>
                    <a:lnTo>
                      <a:pt x="0" y="165"/>
                    </a:lnTo>
                    <a:lnTo>
                      <a:pt x="1" y="167"/>
                    </a:lnTo>
                    <a:lnTo>
                      <a:pt x="1" y="161"/>
                    </a:lnTo>
                    <a:lnTo>
                      <a:pt x="1" y="158"/>
                    </a:lnTo>
                    <a:lnTo>
                      <a:pt x="1" y="163"/>
                    </a:lnTo>
                    <a:lnTo>
                      <a:pt x="1" y="171"/>
                    </a:lnTo>
                    <a:lnTo>
                      <a:pt x="1" y="176"/>
                    </a:lnTo>
                    <a:lnTo>
                      <a:pt x="1" y="175"/>
                    </a:lnTo>
                    <a:lnTo>
                      <a:pt x="1" y="167"/>
                    </a:lnTo>
                    <a:lnTo>
                      <a:pt x="1" y="166"/>
                    </a:lnTo>
                    <a:lnTo>
                      <a:pt x="2" y="179"/>
                    </a:lnTo>
                    <a:lnTo>
                      <a:pt x="2" y="185"/>
                    </a:lnTo>
                    <a:lnTo>
                      <a:pt x="2" y="173"/>
                    </a:lnTo>
                    <a:lnTo>
                      <a:pt x="2" y="163"/>
                    </a:lnTo>
                    <a:lnTo>
                      <a:pt x="2" y="163"/>
                    </a:lnTo>
                    <a:lnTo>
                      <a:pt x="2" y="165"/>
                    </a:lnTo>
                    <a:lnTo>
                      <a:pt x="2" y="172"/>
                    </a:lnTo>
                    <a:lnTo>
                      <a:pt x="2" y="177"/>
                    </a:lnTo>
                    <a:lnTo>
                      <a:pt x="2" y="169"/>
                    </a:lnTo>
                    <a:lnTo>
                      <a:pt x="3" y="158"/>
                    </a:lnTo>
                    <a:lnTo>
                      <a:pt x="3" y="156"/>
                    </a:lnTo>
                    <a:lnTo>
                      <a:pt x="3" y="152"/>
                    </a:lnTo>
                    <a:lnTo>
                      <a:pt x="3" y="140"/>
                    </a:lnTo>
                    <a:lnTo>
                      <a:pt x="3" y="129"/>
                    </a:lnTo>
                    <a:lnTo>
                      <a:pt x="3" y="123"/>
                    </a:lnTo>
                    <a:lnTo>
                      <a:pt x="4" y="116"/>
                    </a:lnTo>
                    <a:lnTo>
                      <a:pt x="4" y="106"/>
                    </a:lnTo>
                    <a:lnTo>
                      <a:pt x="4" y="100"/>
                    </a:lnTo>
                    <a:lnTo>
                      <a:pt x="4" y="99"/>
                    </a:lnTo>
                    <a:lnTo>
                      <a:pt x="4" y="96"/>
                    </a:lnTo>
                    <a:lnTo>
                      <a:pt x="4" y="91"/>
                    </a:lnTo>
                    <a:lnTo>
                      <a:pt x="4" y="87"/>
                    </a:lnTo>
                    <a:lnTo>
                      <a:pt x="4" y="79"/>
                    </a:lnTo>
                    <a:lnTo>
                      <a:pt x="4" y="67"/>
                    </a:lnTo>
                    <a:lnTo>
                      <a:pt x="5" y="57"/>
                    </a:lnTo>
                    <a:lnTo>
                      <a:pt x="5" y="47"/>
                    </a:lnTo>
                    <a:lnTo>
                      <a:pt x="5" y="35"/>
                    </a:lnTo>
                    <a:lnTo>
                      <a:pt x="5" y="29"/>
                    </a:lnTo>
                    <a:lnTo>
                      <a:pt x="5" y="26"/>
                    </a:lnTo>
                    <a:lnTo>
                      <a:pt x="5" y="19"/>
                    </a:lnTo>
                    <a:lnTo>
                      <a:pt x="6" y="14"/>
                    </a:lnTo>
                    <a:lnTo>
                      <a:pt x="6" y="12"/>
                    </a:lnTo>
                    <a:lnTo>
                      <a:pt x="6" y="10"/>
                    </a:lnTo>
                    <a:lnTo>
                      <a:pt x="6" y="14"/>
                    </a:lnTo>
                    <a:lnTo>
                      <a:pt x="6" y="17"/>
                    </a:lnTo>
                    <a:lnTo>
                      <a:pt x="6" y="15"/>
                    </a:lnTo>
                    <a:lnTo>
                      <a:pt x="6" y="7"/>
                    </a:lnTo>
                    <a:lnTo>
                      <a:pt x="6" y="0"/>
                    </a:lnTo>
                    <a:lnTo>
                      <a:pt x="6" y="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55" name="Freeform 915"/>
              <p:cNvSpPr/>
              <p:nvPr/>
            </p:nvSpPr>
            <p:spPr bwMode="auto">
              <a:xfrm>
                <a:off x="1717" y="2898"/>
                <a:ext cx="7" cy="70"/>
              </a:xfrm>
              <a:custGeom>
                <a:avLst/>
                <a:gdLst>
                  <a:gd name="T0" fmla="*/ 0 w 7"/>
                  <a:gd name="T1" fmla="*/ 14 h 70"/>
                  <a:gd name="T2" fmla="*/ 0 w 7"/>
                  <a:gd name="T3" fmla="*/ 16 h 70"/>
                  <a:gd name="T4" fmla="*/ 1 w 7"/>
                  <a:gd name="T5" fmla="*/ 26 h 70"/>
                  <a:gd name="T6" fmla="*/ 1 w 7"/>
                  <a:gd name="T7" fmla="*/ 27 h 70"/>
                  <a:gd name="T8" fmla="*/ 1 w 7"/>
                  <a:gd name="T9" fmla="*/ 16 h 70"/>
                  <a:gd name="T10" fmla="*/ 1 w 7"/>
                  <a:gd name="T11" fmla="*/ 9 h 70"/>
                  <a:gd name="T12" fmla="*/ 1 w 7"/>
                  <a:gd name="T13" fmla="*/ 12 h 70"/>
                  <a:gd name="T14" fmla="*/ 1 w 7"/>
                  <a:gd name="T15" fmla="*/ 17 h 70"/>
                  <a:gd name="T16" fmla="*/ 1 w 7"/>
                  <a:gd name="T17" fmla="*/ 20 h 70"/>
                  <a:gd name="T18" fmla="*/ 1 w 7"/>
                  <a:gd name="T19" fmla="*/ 17 h 70"/>
                  <a:gd name="T20" fmla="*/ 1 w 7"/>
                  <a:gd name="T21" fmla="*/ 14 h 70"/>
                  <a:gd name="T22" fmla="*/ 1 w 7"/>
                  <a:gd name="T23" fmla="*/ 16 h 70"/>
                  <a:gd name="T24" fmla="*/ 2 w 7"/>
                  <a:gd name="T25" fmla="*/ 21 h 70"/>
                  <a:gd name="T26" fmla="*/ 2 w 7"/>
                  <a:gd name="T27" fmla="*/ 21 h 70"/>
                  <a:gd name="T28" fmla="*/ 2 w 7"/>
                  <a:gd name="T29" fmla="*/ 18 h 70"/>
                  <a:gd name="T30" fmla="*/ 2 w 7"/>
                  <a:gd name="T31" fmla="*/ 17 h 70"/>
                  <a:gd name="T32" fmla="*/ 2 w 7"/>
                  <a:gd name="T33" fmla="*/ 18 h 70"/>
                  <a:gd name="T34" fmla="*/ 2 w 7"/>
                  <a:gd name="T35" fmla="*/ 23 h 70"/>
                  <a:gd name="T36" fmla="*/ 3 w 7"/>
                  <a:gd name="T37" fmla="*/ 22 h 70"/>
                  <a:gd name="T38" fmla="*/ 3 w 7"/>
                  <a:gd name="T39" fmla="*/ 13 h 70"/>
                  <a:gd name="T40" fmla="*/ 3 w 7"/>
                  <a:gd name="T41" fmla="*/ 6 h 70"/>
                  <a:gd name="T42" fmla="*/ 3 w 7"/>
                  <a:gd name="T43" fmla="*/ 9 h 70"/>
                  <a:gd name="T44" fmla="*/ 3 w 7"/>
                  <a:gd name="T45" fmla="*/ 14 h 70"/>
                  <a:gd name="T46" fmla="*/ 3 w 7"/>
                  <a:gd name="T47" fmla="*/ 11 h 70"/>
                  <a:gd name="T48" fmla="*/ 3 w 7"/>
                  <a:gd name="T49" fmla="*/ 6 h 70"/>
                  <a:gd name="T50" fmla="*/ 3 w 7"/>
                  <a:gd name="T51" fmla="*/ 4 h 70"/>
                  <a:gd name="T52" fmla="*/ 3 w 7"/>
                  <a:gd name="T53" fmla="*/ 3 h 70"/>
                  <a:gd name="T54" fmla="*/ 4 w 7"/>
                  <a:gd name="T55" fmla="*/ 2 h 70"/>
                  <a:gd name="T56" fmla="*/ 4 w 7"/>
                  <a:gd name="T57" fmla="*/ 5 h 70"/>
                  <a:gd name="T58" fmla="*/ 4 w 7"/>
                  <a:gd name="T59" fmla="*/ 8 h 70"/>
                  <a:gd name="T60" fmla="*/ 4 w 7"/>
                  <a:gd name="T61" fmla="*/ 4 h 70"/>
                  <a:gd name="T62" fmla="*/ 4 w 7"/>
                  <a:gd name="T63" fmla="*/ 0 h 70"/>
                  <a:gd name="T64" fmla="*/ 4 w 7"/>
                  <a:gd name="T65" fmla="*/ 0 h 70"/>
                  <a:gd name="T66" fmla="*/ 5 w 7"/>
                  <a:gd name="T67" fmla="*/ 1 h 70"/>
                  <a:gd name="T68" fmla="*/ 5 w 7"/>
                  <a:gd name="T69" fmla="*/ 3 h 70"/>
                  <a:gd name="T70" fmla="*/ 5 w 7"/>
                  <a:gd name="T71" fmla="*/ 10 h 70"/>
                  <a:gd name="T72" fmla="*/ 5 w 7"/>
                  <a:gd name="T73" fmla="*/ 12 h 70"/>
                  <a:gd name="T74" fmla="*/ 5 w 7"/>
                  <a:gd name="T75" fmla="*/ 9 h 70"/>
                  <a:gd name="T76" fmla="*/ 5 w 7"/>
                  <a:gd name="T77" fmla="*/ 12 h 70"/>
                  <a:gd name="T78" fmla="*/ 5 w 7"/>
                  <a:gd name="T79" fmla="*/ 21 h 70"/>
                  <a:gd name="T80" fmla="*/ 5 w 7"/>
                  <a:gd name="T81" fmla="*/ 27 h 70"/>
                  <a:gd name="T82" fmla="*/ 5 w 7"/>
                  <a:gd name="T83" fmla="*/ 28 h 70"/>
                  <a:gd name="T84" fmla="*/ 6 w 7"/>
                  <a:gd name="T85" fmla="*/ 28 h 70"/>
                  <a:gd name="T86" fmla="*/ 6 w 7"/>
                  <a:gd name="T87" fmla="*/ 29 h 70"/>
                  <a:gd name="T88" fmla="*/ 6 w 7"/>
                  <a:gd name="T89" fmla="*/ 32 h 70"/>
                  <a:gd name="T90" fmla="*/ 6 w 7"/>
                  <a:gd name="T91" fmla="*/ 36 h 70"/>
                  <a:gd name="T92" fmla="*/ 6 w 7"/>
                  <a:gd name="T93" fmla="*/ 39 h 70"/>
                  <a:gd name="T94" fmla="*/ 6 w 7"/>
                  <a:gd name="T95" fmla="*/ 41 h 70"/>
                  <a:gd name="T96" fmla="*/ 6 w 7"/>
                  <a:gd name="T97" fmla="*/ 45 h 70"/>
                  <a:gd name="T98" fmla="*/ 6 w 7"/>
                  <a:gd name="T99" fmla="*/ 55 h 70"/>
                  <a:gd name="T100" fmla="*/ 6 w 7"/>
                  <a:gd name="T101" fmla="*/ 66 h 70"/>
                  <a:gd name="T102" fmla="*/ 7 w 7"/>
                  <a:gd name="T103" fmla="*/ 7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70">
                    <a:moveTo>
                      <a:pt x="0" y="14"/>
                    </a:moveTo>
                    <a:lnTo>
                      <a:pt x="0" y="16"/>
                    </a:lnTo>
                    <a:lnTo>
                      <a:pt x="1" y="26"/>
                    </a:lnTo>
                    <a:lnTo>
                      <a:pt x="1" y="27"/>
                    </a:lnTo>
                    <a:lnTo>
                      <a:pt x="1" y="16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1" y="16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18"/>
                    </a:lnTo>
                    <a:lnTo>
                      <a:pt x="2" y="17"/>
                    </a:lnTo>
                    <a:lnTo>
                      <a:pt x="2" y="18"/>
                    </a:lnTo>
                    <a:lnTo>
                      <a:pt x="2" y="23"/>
                    </a:lnTo>
                    <a:lnTo>
                      <a:pt x="3" y="22"/>
                    </a:lnTo>
                    <a:lnTo>
                      <a:pt x="3" y="13"/>
                    </a:lnTo>
                    <a:lnTo>
                      <a:pt x="3" y="6"/>
                    </a:lnTo>
                    <a:lnTo>
                      <a:pt x="3" y="9"/>
                    </a:lnTo>
                    <a:lnTo>
                      <a:pt x="3" y="14"/>
                    </a:lnTo>
                    <a:lnTo>
                      <a:pt x="3" y="11"/>
                    </a:lnTo>
                    <a:lnTo>
                      <a:pt x="3" y="6"/>
                    </a:lnTo>
                    <a:lnTo>
                      <a:pt x="3" y="4"/>
                    </a:lnTo>
                    <a:lnTo>
                      <a:pt x="3" y="3"/>
                    </a:lnTo>
                    <a:lnTo>
                      <a:pt x="4" y="2"/>
                    </a:lnTo>
                    <a:lnTo>
                      <a:pt x="4" y="5"/>
                    </a:lnTo>
                    <a:lnTo>
                      <a:pt x="4" y="8"/>
                    </a:lnTo>
                    <a:lnTo>
                      <a:pt x="4" y="4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5" y="1"/>
                    </a:lnTo>
                    <a:lnTo>
                      <a:pt x="5" y="3"/>
                    </a:lnTo>
                    <a:lnTo>
                      <a:pt x="5" y="10"/>
                    </a:lnTo>
                    <a:lnTo>
                      <a:pt x="5" y="12"/>
                    </a:lnTo>
                    <a:lnTo>
                      <a:pt x="5" y="9"/>
                    </a:lnTo>
                    <a:lnTo>
                      <a:pt x="5" y="12"/>
                    </a:lnTo>
                    <a:lnTo>
                      <a:pt x="5" y="21"/>
                    </a:lnTo>
                    <a:lnTo>
                      <a:pt x="5" y="27"/>
                    </a:lnTo>
                    <a:lnTo>
                      <a:pt x="5" y="28"/>
                    </a:lnTo>
                    <a:lnTo>
                      <a:pt x="6" y="28"/>
                    </a:lnTo>
                    <a:lnTo>
                      <a:pt x="6" y="29"/>
                    </a:lnTo>
                    <a:lnTo>
                      <a:pt x="6" y="32"/>
                    </a:lnTo>
                    <a:lnTo>
                      <a:pt x="6" y="36"/>
                    </a:lnTo>
                    <a:lnTo>
                      <a:pt x="6" y="39"/>
                    </a:lnTo>
                    <a:lnTo>
                      <a:pt x="6" y="41"/>
                    </a:lnTo>
                    <a:lnTo>
                      <a:pt x="6" y="45"/>
                    </a:lnTo>
                    <a:lnTo>
                      <a:pt x="6" y="55"/>
                    </a:lnTo>
                    <a:lnTo>
                      <a:pt x="6" y="66"/>
                    </a:lnTo>
                    <a:lnTo>
                      <a:pt x="7" y="7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56" name="Freeform 916"/>
              <p:cNvSpPr/>
              <p:nvPr/>
            </p:nvSpPr>
            <p:spPr bwMode="auto">
              <a:xfrm>
                <a:off x="1723" y="2920"/>
                <a:ext cx="7" cy="66"/>
              </a:xfrm>
              <a:custGeom>
                <a:avLst/>
                <a:gdLst>
                  <a:gd name="T0" fmla="*/ 0 w 7"/>
                  <a:gd name="T1" fmla="*/ 44 h 66"/>
                  <a:gd name="T2" fmla="*/ 1 w 7"/>
                  <a:gd name="T3" fmla="*/ 48 h 66"/>
                  <a:gd name="T4" fmla="*/ 1 w 7"/>
                  <a:gd name="T5" fmla="*/ 50 h 66"/>
                  <a:gd name="T6" fmla="*/ 1 w 7"/>
                  <a:gd name="T7" fmla="*/ 56 h 66"/>
                  <a:gd name="T8" fmla="*/ 1 w 7"/>
                  <a:gd name="T9" fmla="*/ 63 h 66"/>
                  <a:gd name="T10" fmla="*/ 1 w 7"/>
                  <a:gd name="T11" fmla="*/ 65 h 66"/>
                  <a:gd name="T12" fmla="*/ 1 w 7"/>
                  <a:gd name="T13" fmla="*/ 66 h 66"/>
                  <a:gd name="T14" fmla="*/ 2 w 7"/>
                  <a:gd name="T15" fmla="*/ 66 h 66"/>
                  <a:gd name="T16" fmla="*/ 2 w 7"/>
                  <a:gd name="T17" fmla="*/ 65 h 66"/>
                  <a:gd name="T18" fmla="*/ 2 w 7"/>
                  <a:gd name="T19" fmla="*/ 63 h 66"/>
                  <a:gd name="T20" fmla="*/ 2 w 7"/>
                  <a:gd name="T21" fmla="*/ 64 h 66"/>
                  <a:gd name="T22" fmla="*/ 2 w 7"/>
                  <a:gd name="T23" fmla="*/ 66 h 66"/>
                  <a:gd name="T24" fmla="*/ 2 w 7"/>
                  <a:gd name="T25" fmla="*/ 65 h 66"/>
                  <a:gd name="T26" fmla="*/ 2 w 7"/>
                  <a:gd name="T27" fmla="*/ 61 h 66"/>
                  <a:gd name="T28" fmla="*/ 2 w 7"/>
                  <a:gd name="T29" fmla="*/ 57 h 66"/>
                  <a:gd name="T30" fmla="*/ 2 w 7"/>
                  <a:gd name="T31" fmla="*/ 53 h 66"/>
                  <a:gd name="T32" fmla="*/ 3 w 7"/>
                  <a:gd name="T33" fmla="*/ 46 h 66"/>
                  <a:gd name="T34" fmla="*/ 3 w 7"/>
                  <a:gd name="T35" fmla="*/ 42 h 66"/>
                  <a:gd name="T36" fmla="*/ 3 w 7"/>
                  <a:gd name="T37" fmla="*/ 40 h 66"/>
                  <a:gd name="T38" fmla="*/ 3 w 7"/>
                  <a:gd name="T39" fmla="*/ 34 h 66"/>
                  <a:gd name="T40" fmla="*/ 3 w 7"/>
                  <a:gd name="T41" fmla="*/ 26 h 66"/>
                  <a:gd name="T42" fmla="*/ 3 w 7"/>
                  <a:gd name="T43" fmla="*/ 24 h 66"/>
                  <a:gd name="T44" fmla="*/ 4 w 7"/>
                  <a:gd name="T45" fmla="*/ 23 h 66"/>
                  <a:gd name="T46" fmla="*/ 4 w 7"/>
                  <a:gd name="T47" fmla="*/ 21 h 66"/>
                  <a:gd name="T48" fmla="*/ 4 w 7"/>
                  <a:gd name="T49" fmla="*/ 18 h 66"/>
                  <a:gd name="T50" fmla="*/ 4 w 7"/>
                  <a:gd name="T51" fmla="*/ 15 h 66"/>
                  <a:gd name="T52" fmla="*/ 4 w 7"/>
                  <a:gd name="T53" fmla="*/ 9 h 66"/>
                  <a:gd name="T54" fmla="*/ 4 w 7"/>
                  <a:gd name="T55" fmla="*/ 7 h 66"/>
                  <a:gd name="T56" fmla="*/ 4 w 7"/>
                  <a:gd name="T57" fmla="*/ 7 h 66"/>
                  <a:gd name="T58" fmla="*/ 4 w 7"/>
                  <a:gd name="T59" fmla="*/ 3 h 66"/>
                  <a:gd name="T60" fmla="*/ 4 w 7"/>
                  <a:gd name="T61" fmla="*/ 0 h 66"/>
                  <a:gd name="T62" fmla="*/ 4 w 7"/>
                  <a:gd name="T63" fmla="*/ 3 h 66"/>
                  <a:gd name="T64" fmla="*/ 5 w 7"/>
                  <a:gd name="T65" fmla="*/ 6 h 66"/>
                  <a:gd name="T66" fmla="*/ 5 w 7"/>
                  <a:gd name="T67" fmla="*/ 7 h 66"/>
                  <a:gd name="T68" fmla="*/ 5 w 7"/>
                  <a:gd name="T69" fmla="*/ 8 h 66"/>
                  <a:gd name="T70" fmla="*/ 5 w 7"/>
                  <a:gd name="T71" fmla="*/ 11 h 66"/>
                  <a:gd name="T72" fmla="*/ 5 w 7"/>
                  <a:gd name="T73" fmla="*/ 14 h 66"/>
                  <a:gd name="T74" fmla="*/ 5 w 7"/>
                  <a:gd name="T75" fmla="*/ 19 h 66"/>
                  <a:gd name="T76" fmla="*/ 5 w 7"/>
                  <a:gd name="T77" fmla="*/ 21 h 66"/>
                  <a:gd name="T78" fmla="*/ 5 w 7"/>
                  <a:gd name="T79" fmla="*/ 19 h 66"/>
                  <a:gd name="T80" fmla="*/ 5 w 7"/>
                  <a:gd name="T81" fmla="*/ 16 h 66"/>
                  <a:gd name="T82" fmla="*/ 6 w 7"/>
                  <a:gd name="T83" fmla="*/ 16 h 66"/>
                  <a:gd name="T84" fmla="*/ 6 w 7"/>
                  <a:gd name="T85" fmla="*/ 19 h 66"/>
                  <a:gd name="T86" fmla="*/ 6 w 7"/>
                  <a:gd name="T87" fmla="*/ 22 h 66"/>
                  <a:gd name="T88" fmla="*/ 6 w 7"/>
                  <a:gd name="T89" fmla="*/ 20 h 66"/>
                  <a:gd name="T90" fmla="*/ 6 w 7"/>
                  <a:gd name="T91" fmla="*/ 17 h 66"/>
                  <a:gd name="T92" fmla="*/ 6 w 7"/>
                  <a:gd name="T93" fmla="*/ 20 h 66"/>
                  <a:gd name="T94" fmla="*/ 7 w 7"/>
                  <a:gd name="T95" fmla="*/ 24 h 66"/>
                  <a:gd name="T96" fmla="*/ 7 w 7"/>
                  <a:gd name="T97" fmla="*/ 25 h 66"/>
                  <a:gd name="T98" fmla="*/ 7 w 7"/>
                  <a:gd name="T99" fmla="*/ 24 h 66"/>
                  <a:gd name="T100" fmla="*/ 7 w 7"/>
                  <a:gd name="T101" fmla="*/ 25 h 66"/>
                  <a:gd name="T102" fmla="*/ 7 w 7"/>
                  <a:gd name="T103" fmla="*/ 29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66">
                    <a:moveTo>
                      <a:pt x="0" y="44"/>
                    </a:moveTo>
                    <a:lnTo>
                      <a:pt x="1" y="48"/>
                    </a:lnTo>
                    <a:lnTo>
                      <a:pt x="1" y="50"/>
                    </a:lnTo>
                    <a:lnTo>
                      <a:pt x="1" y="56"/>
                    </a:lnTo>
                    <a:lnTo>
                      <a:pt x="1" y="63"/>
                    </a:lnTo>
                    <a:lnTo>
                      <a:pt x="1" y="65"/>
                    </a:lnTo>
                    <a:lnTo>
                      <a:pt x="1" y="66"/>
                    </a:lnTo>
                    <a:lnTo>
                      <a:pt x="2" y="66"/>
                    </a:lnTo>
                    <a:lnTo>
                      <a:pt x="2" y="65"/>
                    </a:lnTo>
                    <a:lnTo>
                      <a:pt x="2" y="63"/>
                    </a:lnTo>
                    <a:lnTo>
                      <a:pt x="2" y="64"/>
                    </a:lnTo>
                    <a:lnTo>
                      <a:pt x="2" y="66"/>
                    </a:lnTo>
                    <a:lnTo>
                      <a:pt x="2" y="65"/>
                    </a:lnTo>
                    <a:lnTo>
                      <a:pt x="2" y="61"/>
                    </a:lnTo>
                    <a:lnTo>
                      <a:pt x="2" y="57"/>
                    </a:lnTo>
                    <a:lnTo>
                      <a:pt x="2" y="53"/>
                    </a:lnTo>
                    <a:lnTo>
                      <a:pt x="3" y="46"/>
                    </a:lnTo>
                    <a:lnTo>
                      <a:pt x="3" y="42"/>
                    </a:lnTo>
                    <a:lnTo>
                      <a:pt x="3" y="40"/>
                    </a:lnTo>
                    <a:lnTo>
                      <a:pt x="3" y="34"/>
                    </a:lnTo>
                    <a:lnTo>
                      <a:pt x="3" y="26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1"/>
                    </a:lnTo>
                    <a:lnTo>
                      <a:pt x="4" y="18"/>
                    </a:lnTo>
                    <a:lnTo>
                      <a:pt x="4" y="15"/>
                    </a:lnTo>
                    <a:lnTo>
                      <a:pt x="4" y="9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3"/>
                    </a:lnTo>
                    <a:lnTo>
                      <a:pt x="4" y="0"/>
                    </a:lnTo>
                    <a:lnTo>
                      <a:pt x="4" y="3"/>
                    </a:lnTo>
                    <a:lnTo>
                      <a:pt x="5" y="6"/>
                    </a:lnTo>
                    <a:lnTo>
                      <a:pt x="5" y="7"/>
                    </a:lnTo>
                    <a:lnTo>
                      <a:pt x="5" y="8"/>
                    </a:lnTo>
                    <a:lnTo>
                      <a:pt x="5" y="11"/>
                    </a:lnTo>
                    <a:lnTo>
                      <a:pt x="5" y="14"/>
                    </a:lnTo>
                    <a:lnTo>
                      <a:pt x="5" y="19"/>
                    </a:lnTo>
                    <a:lnTo>
                      <a:pt x="5" y="21"/>
                    </a:lnTo>
                    <a:lnTo>
                      <a:pt x="5" y="19"/>
                    </a:lnTo>
                    <a:lnTo>
                      <a:pt x="5" y="16"/>
                    </a:lnTo>
                    <a:lnTo>
                      <a:pt x="6" y="16"/>
                    </a:lnTo>
                    <a:lnTo>
                      <a:pt x="6" y="19"/>
                    </a:lnTo>
                    <a:lnTo>
                      <a:pt x="6" y="22"/>
                    </a:lnTo>
                    <a:lnTo>
                      <a:pt x="6" y="20"/>
                    </a:lnTo>
                    <a:lnTo>
                      <a:pt x="6" y="17"/>
                    </a:lnTo>
                    <a:lnTo>
                      <a:pt x="6" y="20"/>
                    </a:lnTo>
                    <a:lnTo>
                      <a:pt x="7" y="24"/>
                    </a:lnTo>
                    <a:lnTo>
                      <a:pt x="7" y="25"/>
                    </a:lnTo>
                    <a:lnTo>
                      <a:pt x="7" y="24"/>
                    </a:lnTo>
                    <a:lnTo>
                      <a:pt x="7" y="25"/>
                    </a:lnTo>
                    <a:lnTo>
                      <a:pt x="7" y="2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57" name="Freeform 917"/>
              <p:cNvSpPr/>
              <p:nvPr/>
            </p:nvSpPr>
            <p:spPr bwMode="auto">
              <a:xfrm>
                <a:off x="1730" y="2926"/>
                <a:ext cx="6" cy="100"/>
              </a:xfrm>
              <a:custGeom>
                <a:avLst/>
                <a:gdLst>
                  <a:gd name="T0" fmla="*/ 0 w 6"/>
                  <a:gd name="T1" fmla="*/ 19 h 100"/>
                  <a:gd name="T2" fmla="*/ 0 w 6"/>
                  <a:gd name="T3" fmla="*/ 23 h 100"/>
                  <a:gd name="T4" fmla="*/ 0 w 6"/>
                  <a:gd name="T5" fmla="*/ 26 h 100"/>
                  <a:gd name="T6" fmla="*/ 0 w 6"/>
                  <a:gd name="T7" fmla="*/ 25 h 100"/>
                  <a:gd name="T8" fmla="*/ 0 w 6"/>
                  <a:gd name="T9" fmla="*/ 25 h 100"/>
                  <a:gd name="T10" fmla="*/ 0 w 6"/>
                  <a:gd name="T11" fmla="*/ 26 h 100"/>
                  <a:gd name="T12" fmla="*/ 1 w 6"/>
                  <a:gd name="T13" fmla="*/ 25 h 100"/>
                  <a:gd name="T14" fmla="*/ 1 w 6"/>
                  <a:gd name="T15" fmla="*/ 23 h 100"/>
                  <a:gd name="T16" fmla="*/ 1 w 6"/>
                  <a:gd name="T17" fmla="*/ 23 h 100"/>
                  <a:gd name="T18" fmla="*/ 1 w 6"/>
                  <a:gd name="T19" fmla="*/ 19 h 100"/>
                  <a:gd name="T20" fmla="*/ 1 w 6"/>
                  <a:gd name="T21" fmla="*/ 15 h 100"/>
                  <a:gd name="T22" fmla="*/ 1 w 6"/>
                  <a:gd name="T23" fmla="*/ 14 h 100"/>
                  <a:gd name="T24" fmla="*/ 2 w 6"/>
                  <a:gd name="T25" fmla="*/ 11 h 100"/>
                  <a:gd name="T26" fmla="*/ 2 w 6"/>
                  <a:gd name="T27" fmla="*/ 6 h 100"/>
                  <a:gd name="T28" fmla="*/ 2 w 6"/>
                  <a:gd name="T29" fmla="*/ 5 h 100"/>
                  <a:gd name="T30" fmla="*/ 2 w 6"/>
                  <a:gd name="T31" fmla="*/ 5 h 100"/>
                  <a:gd name="T32" fmla="*/ 2 w 6"/>
                  <a:gd name="T33" fmla="*/ 3 h 100"/>
                  <a:gd name="T34" fmla="*/ 2 w 6"/>
                  <a:gd name="T35" fmla="*/ 3 h 100"/>
                  <a:gd name="T36" fmla="*/ 2 w 6"/>
                  <a:gd name="T37" fmla="*/ 3 h 100"/>
                  <a:gd name="T38" fmla="*/ 2 w 6"/>
                  <a:gd name="T39" fmla="*/ 2 h 100"/>
                  <a:gd name="T40" fmla="*/ 2 w 6"/>
                  <a:gd name="T41" fmla="*/ 4 h 100"/>
                  <a:gd name="T42" fmla="*/ 3 w 6"/>
                  <a:gd name="T43" fmla="*/ 6 h 100"/>
                  <a:gd name="T44" fmla="*/ 3 w 6"/>
                  <a:gd name="T45" fmla="*/ 2 h 100"/>
                  <a:gd name="T46" fmla="*/ 3 w 6"/>
                  <a:gd name="T47" fmla="*/ 0 h 100"/>
                  <a:gd name="T48" fmla="*/ 3 w 6"/>
                  <a:gd name="T49" fmla="*/ 5 h 100"/>
                  <a:gd name="T50" fmla="*/ 3 w 6"/>
                  <a:gd name="T51" fmla="*/ 6 h 100"/>
                  <a:gd name="T52" fmla="*/ 3 w 6"/>
                  <a:gd name="T53" fmla="*/ 5 h 100"/>
                  <a:gd name="T54" fmla="*/ 3 w 6"/>
                  <a:gd name="T55" fmla="*/ 8 h 100"/>
                  <a:gd name="T56" fmla="*/ 3 w 6"/>
                  <a:gd name="T57" fmla="*/ 16 h 100"/>
                  <a:gd name="T58" fmla="*/ 3 w 6"/>
                  <a:gd name="T59" fmla="*/ 20 h 100"/>
                  <a:gd name="T60" fmla="*/ 4 w 6"/>
                  <a:gd name="T61" fmla="*/ 24 h 100"/>
                  <a:gd name="T62" fmla="*/ 4 w 6"/>
                  <a:gd name="T63" fmla="*/ 31 h 100"/>
                  <a:gd name="T64" fmla="*/ 4 w 6"/>
                  <a:gd name="T65" fmla="*/ 33 h 100"/>
                  <a:gd name="T66" fmla="*/ 4 w 6"/>
                  <a:gd name="T67" fmla="*/ 37 h 100"/>
                  <a:gd name="T68" fmla="*/ 4 w 6"/>
                  <a:gd name="T69" fmla="*/ 46 h 100"/>
                  <a:gd name="T70" fmla="*/ 4 w 6"/>
                  <a:gd name="T71" fmla="*/ 47 h 100"/>
                  <a:gd name="T72" fmla="*/ 5 w 6"/>
                  <a:gd name="T73" fmla="*/ 40 h 100"/>
                  <a:gd name="T74" fmla="*/ 5 w 6"/>
                  <a:gd name="T75" fmla="*/ 44 h 100"/>
                  <a:gd name="T76" fmla="*/ 5 w 6"/>
                  <a:gd name="T77" fmla="*/ 57 h 100"/>
                  <a:gd name="T78" fmla="*/ 5 w 6"/>
                  <a:gd name="T79" fmla="*/ 58 h 100"/>
                  <a:gd name="T80" fmla="*/ 5 w 6"/>
                  <a:gd name="T81" fmla="*/ 58 h 100"/>
                  <a:gd name="T82" fmla="*/ 5 w 6"/>
                  <a:gd name="T83" fmla="*/ 69 h 100"/>
                  <a:gd name="T84" fmla="*/ 5 w 6"/>
                  <a:gd name="T85" fmla="*/ 75 h 100"/>
                  <a:gd name="T86" fmla="*/ 5 w 6"/>
                  <a:gd name="T87" fmla="*/ 72 h 100"/>
                  <a:gd name="T88" fmla="*/ 5 w 6"/>
                  <a:gd name="T89" fmla="*/ 80 h 100"/>
                  <a:gd name="T90" fmla="*/ 5 w 6"/>
                  <a:gd name="T91" fmla="*/ 90 h 100"/>
                  <a:gd name="T92" fmla="*/ 6 w 6"/>
                  <a:gd name="T93" fmla="*/ 85 h 100"/>
                  <a:gd name="T94" fmla="*/ 6 w 6"/>
                  <a:gd name="T95" fmla="*/ 83 h 100"/>
                  <a:gd name="T96" fmla="*/ 6 w 6"/>
                  <a:gd name="T97" fmla="*/ 92 h 100"/>
                  <a:gd name="T98" fmla="*/ 6 w 6"/>
                  <a:gd name="T99" fmla="*/ 95 h 100"/>
                  <a:gd name="T100" fmla="*/ 6 w 6"/>
                  <a:gd name="T101" fmla="*/ 91 h 100"/>
                  <a:gd name="T102" fmla="*/ 6 w 6"/>
                  <a:gd name="T103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00">
                    <a:moveTo>
                      <a:pt x="0" y="19"/>
                    </a:moveTo>
                    <a:lnTo>
                      <a:pt x="0" y="23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6"/>
                    </a:lnTo>
                    <a:lnTo>
                      <a:pt x="1" y="25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1" y="19"/>
                    </a:lnTo>
                    <a:lnTo>
                      <a:pt x="1" y="15"/>
                    </a:lnTo>
                    <a:lnTo>
                      <a:pt x="1" y="14"/>
                    </a:lnTo>
                    <a:lnTo>
                      <a:pt x="2" y="11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3" y="6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3" y="5"/>
                    </a:lnTo>
                    <a:lnTo>
                      <a:pt x="3" y="6"/>
                    </a:lnTo>
                    <a:lnTo>
                      <a:pt x="3" y="5"/>
                    </a:lnTo>
                    <a:lnTo>
                      <a:pt x="3" y="8"/>
                    </a:lnTo>
                    <a:lnTo>
                      <a:pt x="3" y="16"/>
                    </a:lnTo>
                    <a:lnTo>
                      <a:pt x="3" y="20"/>
                    </a:lnTo>
                    <a:lnTo>
                      <a:pt x="4" y="24"/>
                    </a:lnTo>
                    <a:lnTo>
                      <a:pt x="4" y="31"/>
                    </a:lnTo>
                    <a:lnTo>
                      <a:pt x="4" y="33"/>
                    </a:lnTo>
                    <a:lnTo>
                      <a:pt x="4" y="37"/>
                    </a:lnTo>
                    <a:lnTo>
                      <a:pt x="4" y="46"/>
                    </a:lnTo>
                    <a:lnTo>
                      <a:pt x="4" y="47"/>
                    </a:lnTo>
                    <a:lnTo>
                      <a:pt x="5" y="40"/>
                    </a:lnTo>
                    <a:lnTo>
                      <a:pt x="5" y="44"/>
                    </a:lnTo>
                    <a:lnTo>
                      <a:pt x="5" y="57"/>
                    </a:lnTo>
                    <a:lnTo>
                      <a:pt x="5" y="58"/>
                    </a:lnTo>
                    <a:lnTo>
                      <a:pt x="5" y="58"/>
                    </a:lnTo>
                    <a:lnTo>
                      <a:pt x="5" y="69"/>
                    </a:lnTo>
                    <a:lnTo>
                      <a:pt x="5" y="75"/>
                    </a:lnTo>
                    <a:lnTo>
                      <a:pt x="5" y="72"/>
                    </a:lnTo>
                    <a:lnTo>
                      <a:pt x="5" y="80"/>
                    </a:lnTo>
                    <a:lnTo>
                      <a:pt x="5" y="90"/>
                    </a:lnTo>
                    <a:lnTo>
                      <a:pt x="6" y="85"/>
                    </a:lnTo>
                    <a:lnTo>
                      <a:pt x="6" y="83"/>
                    </a:lnTo>
                    <a:lnTo>
                      <a:pt x="6" y="92"/>
                    </a:lnTo>
                    <a:lnTo>
                      <a:pt x="6" y="95"/>
                    </a:lnTo>
                    <a:lnTo>
                      <a:pt x="6" y="91"/>
                    </a:lnTo>
                    <a:lnTo>
                      <a:pt x="6" y="10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58" name="Freeform 918"/>
              <p:cNvSpPr/>
              <p:nvPr/>
            </p:nvSpPr>
            <p:spPr bwMode="auto">
              <a:xfrm>
                <a:off x="1736" y="2959"/>
                <a:ext cx="7" cy="145"/>
              </a:xfrm>
              <a:custGeom>
                <a:avLst/>
                <a:gdLst>
                  <a:gd name="T0" fmla="*/ 0 w 7"/>
                  <a:gd name="T1" fmla="*/ 58 h 145"/>
                  <a:gd name="T2" fmla="*/ 0 w 7"/>
                  <a:gd name="T3" fmla="*/ 67 h 145"/>
                  <a:gd name="T4" fmla="*/ 1 w 7"/>
                  <a:gd name="T5" fmla="*/ 76 h 145"/>
                  <a:gd name="T6" fmla="*/ 1 w 7"/>
                  <a:gd name="T7" fmla="*/ 73 h 145"/>
                  <a:gd name="T8" fmla="*/ 1 w 7"/>
                  <a:gd name="T9" fmla="*/ 76 h 145"/>
                  <a:gd name="T10" fmla="*/ 1 w 7"/>
                  <a:gd name="T11" fmla="*/ 90 h 145"/>
                  <a:gd name="T12" fmla="*/ 1 w 7"/>
                  <a:gd name="T13" fmla="*/ 95 h 145"/>
                  <a:gd name="T14" fmla="*/ 1 w 7"/>
                  <a:gd name="T15" fmla="*/ 96 h 145"/>
                  <a:gd name="T16" fmla="*/ 1 w 7"/>
                  <a:gd name="T17" fmla="*/ 105 h 145"/>
                  <a:gd name="T18" fmla="*/ 1 w 7"/>
                  <a:gd name="T19" fmla="*/ 112 h 145"/>
                  <a:gd name="T20" fmla="*/ 1 w 7"/>
                  <a:gd name="T21" fmla="*/ 111 h 145"/>
                  <a:gd name="T22" fmla="*/ 2 w 7"/>
                  <a:gd name="T23" fmla="*/ 116 h 145"/>
                  <a:gd name="T24" fmla="*/ 2 w 7"/>
                  <a:gd name="T25" fmla="*/ 122 h 145"/>
                  <a:gd name="T26" fmla="*/ 2 w 7"/>
                  <a:gd name="T27" fmla="*/ 120 h 145"/>
                  <a:gd name="T28" fmla="*/ 2 w 7"/>
                  <a:gd name="T29" fmla="*/ 120 h 145"/>
                  <a:gd name="T30" fmla="*/ 2 w 7"/>
                  <a:gd name="T31" fmla="*/ 124 h 145"/>
                  <a:gd name="T32" fmla="*/ 2 w 7"/>
                  <a:gd name="T33" fmla="*/ 120 h 145"/>
                  <a:gd name="T34" fmla="*/ 3 w 7"/>
                  <a:gd name="T35" fmla="*/ 115 h 145"/>
                  <a:gd name="T36" fmla="*/ 3 w 7"/>
                  <a:gd name="T37" fmla="*/ 119 h 145"/>
                  <a:gd name="T38" fmla="*/ 3 w 7"/>
                  <a:gd name="T39" fmla="*/ 120 h 145"/>
                  <a:gd name="T40" fmla="*/ 3 w 7"/>
                  <a:gd name="T41" fmla="*/ 120 h 145"/>
                  <a:gd name="T42" fmla="*/ 3 w 7"/>
                  <a:gd name="T43" fmla="*/ 133 h 145"/>
                  <a:gd name="T44" fmla="*/ 3 w 7"/>
                  <a:gd name="T45" fmla="*/ 145 h 145"/>
                  <a:gd name="T46" fmla="*/ 3 w 7"/>
                  <a:gd name="T47" fmla="*/ 139 h 145"/>
                  <a:gd name="T48" fmla="*/ 3 w 7"/>
                  <a:gd name="T49" fmla="*/ 133 h 145"/>
                  <a:gd name="T50" fmla="*/ 3 w 7"/>
                  <a:gd name="T51" fmla="*/ 138 h 145"/>
                  <a:gd name="T52" fmla="*/ 4 w 7"/>
                  <a:gd name="T53" fmla="*/ 141 h 145"/>
                  <a:gd name="T54" fmla="*/ 4 w 7"/>
                  <a:gd name="T55" fmla="*/ 138 h 145"/>
                  <a:gd name="T56" fmla="*/ 4 w 7"/>
                  <a:gd name="T57" fmla="*/ 138 h 145"/>
                  <a:gd name="T58" fmla="*/ 4 w 7"/>
                  <a:gd name="T59" fmla="*/ 131 h 145"/>
                  <a:gd name="T60" fmla="*/ 4 w 7"/>
                  <a:gd name="T61" fmla="*/ 118 h 145"/>
                  <a:gd name="T62" fmla="*/ 4 w 7"/>
                  <a:gd name="T63" fmla="*/ 116 h 145"/>
                  <a:gd name="T64" fmla="*/ 4 w 7"/>
                  <a:gd name="T65" fmla="*/ 126 h 145"/>
                  <a:gd name="T66" fmla="*/ 4 w 7"/>
                  <a:gd name="T67" fmla="*/ 130 h 145"/>
                  <a:gd name="T68" fmla="*/ 4 w 7"/>
                  <a:gd name="T69" fmla="*/ 124 h 145"/>
                  <a:gd name="T70" fmla="*/ 5 w 7"/>
                  <a:gd name="T71" fmla="*/ 120 h 145"/>
                  <a:gd name="T72" fmla="*/ 5 w 7"/>
                  <a:gd name="T73" fmla="*/ 116 h 145"/>
                  <a:gd name="T74" fmla="*/ 5 w 7"/>
                  <a:gd name="T75" fmla="*/ 105 h 145"/>
                  <a:gd name="T76" fmla="*/ 5 w 7"/>
                  <a:gd name="T77" fmla="*/ 97 h 145"/>
                  <a:gd name="T78" fmla="*/ 5 w 7"/>
                  <a:gd name="T79" fmla="*/ 94 h 145"/>
                  <a:gd name="T80" fmla="*/ 5 w 7"/>
                  <a:gd name="T81" fmla="*/ 84 h 145"/>
                  <a:gd name="T82" fmla="*/ 6 w 7"/>
                  <a:gd name="T83" fmla="*/ 68 h 145"/>
                  <a:gd name="T84" fmla="*/ 6 w 7"/>
                  <a:gd name="T85" fmla="*/ 61 h 145"/>
                  <a:gd name="T86" fmla="*/ 6 w 7"/>
                  <a:gd name="T87" fmla="*/ 58 h 145"/>
                  <a:gd name="T88" fmla="*/ 6 w 7"/>
                  <a:gd name="T89" fmla="*/ 50 h 145"/>
                  <a:gd name="T90" fmla="*/ 6 w 7"/>
                  <a:gd name="T91" fmla="*/ 46 h 145"/>
                  <a:gd name="T92" fmla="*/ 6 w 7"/>
                  <a:gd name="T93" fmla="*/ 44 h 145"/>
                  <a:gd name="T94" fmla="*/ 6 w 7"/>
                  <a:gd name="T95" fmla="*/ 36 h 145"/>
                  <a:gd name="T96" fmla="*/ 6 w 7"/>
                  <a:gd name="T97" fmla="*/ 25 h 145"/>
                  <a:gd name="T98" fmla="*/ 6 w 7"/>
                  <a:gd name="T99" fmla="*/ 19 h 145"/>
                  <a:gd name="T100" fmla="*/ 7 w 7"/>
                  <a:gd name="T101" fmla="*/ 10 h 145"/>
                  <a:gd name="T102" fmla="*/ 7 w 7"/>
                  <a:gd name="T103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45">
                    <a:moveTo>
                      <a:pt x="0" y="58"/>
                    </a:moveTo>
                    <a:lnTo>
                      <a:pt x="0" y="67"/>
                    </a:lnTo>
                    <a:lnTo>
                      <a:pt x="1" y="76"/>
                    </a:lnTo>
                    <a:lnTo>
                      <a:pt x="1" y="73"/>
                    </a:lnTo>
                    <a:lnTo>
                      <a:pt x="1" y="76"/>
                    </a:lnTo>
                    <a:lnTo>
                      <a:pt x="1" y="90"/>
                    </a:lnTo>
                    <a:lnTo>
                      <a:pt x="1" y="95"/>
                    </a:lnTo>
                    <a:lnTo>
                      <a:pt x="1" y="96"/>
                    </a:lnTo>
                    <a:lnTo>
                      <a:pt x="1" y="105"/>
                    </a:lnTo>
                    <a:lnTo>
                      <a:pt x="1" y="112"/>
                    </a:lnTo>
                    <a:lnTo>
                      <a:pt x="1" y="111"/>
                    </a:lnTo>
                    <a:lnTo>
                      <a:pt x="2" y="116"/>
                    </a:lnTo>
                    <a:lnTo>
                      <a:pt x="2" y="122"/>
                    </a:lnTo>
                    <a:lnTo>
                      <a:pt x="2" y="120"/>
                    </a:lnTo>
                    <a:lnTo>
                      <a:pt x="2" y="120"/>
                    </a:lnTo>
                    <a:lnTo>
                      <a:pt x="2" y="124"/>
                    </a:lnTo>
                    <a:lnTo>
                      <a:pt x="2" y="120"/>
                    </a:lnTo>
                    <a:lnTo>
                      <a:pt x="3" y="115"/>
                    </a:lnTo>
                    <a:lnTo>
                      <a:pt x="3" y="119"/>
                    </a:lnTo>
                    <a:lnTo>
                      <a:pt x="3" y="120"/>
                    </a:lnTo>
                    <a:lnTo>
                      <a:pt x="3" y="120"/>
                    </a:lnTo>
                    <a:lnTo>
                      <a:pt x="3" y="133"/>
                    </a:lnTo>
                    <a:lnTo>
                      <a:pt x="3" y="145"/>
                    </a:lnTo>
                    <a:lnTo>
                      <a:pt x="3" y="139"/>
                    </a:lnTo>
                    <a:lnTo>
                      <a:pt x="3" y="133"/>
                    </a:lnTo>
                    <a:lnTo>
                      <a:pt x="3" y="138"/>
                    </a:lnTo>
                    <a:lnTo>
                      <a:pt x="4" y="141"/>
                    </a:lnTo>
                    <a:lnTo>
                      <a:pt x="4" y="138"/>
                    </a:lnTo>
                    <a:lnTo>
                      <a:pt x="4" y="138"/>
                    </a:lnTo>
                    <a:lnTo>
                      <a:pt x="4" y="131"/>
                    </a:lnTo>
                    <a:lnTo>
                      <a:pt x="4" y="118"/>
                    </a:lnTo>
                    <a:lnTo>
                      <a:pt x="4" y="116"/>
                    </a:lnTo>
                    <a:lnTo>
                      <a:pt x="4" y="126"/>
                    </a:lnTo>
                    <a:lnTo>
                      <a:pt x="4" y="130"/>
                    </a:lnTo>
                    <a:lnTo>
                      <a:pt x="4" y="124"/>
                    </a:lnTo>
                    <a:lnTo>
                      <a:pt x="5" y="120"/>
                    </a:lnTo>
                    <a:lnTo>
                      <a:pt x="5" y="116"/>
                    </a:lnTo>
                    <a:lnTo>
                      <a:pt x="5" y="105"/>
                    </a:lnTo>
                    <a:lnTo>
                      <a:pt x="5" y="97"/>
                    </a:lnTo>
                    <a:lnTo>
                      <a:pt x="5" y="94"/>
                    </a:lnTo>
                    <a:lnTo>
                      <a:pt x="5" y="84"/>
                    </a:lnTo>
                    <a:lnTo>
                      <a:pt x="6" y="68"/>
                    </a:lnTo>
                    <a:lnTo>
                      <a:pt x="6" y="61"/>
                    </a:lnTo>
                    <a:lnTo>
                      <a:pt x="6" y="58"/>
                    </a:lnTo>
                    <a:lnTo>
                      <a:pt x="6" y="50"/>
                    </a:lnTo>
                    <a:lnTo>
                      <a:pt x="6" y="46"/>
                    </a:lnTo>
                    <a:lnTo>
                      <a:pt x="6" y="44"/>
                    </a:lnTo>
                    <a:lnTo>
                      <a:pt x="6" y="36"/>
                    </a:lnTo>
                    <a:lnTo>
                      <a:pt x="6" y="25"/>
                    </a:lnTo>
                    <a:lnTo>
                      <a:pt x="6" y="19"/>
                    </a:lnTo>
                    <a:lnTo>
                      <a:pt x="7" y="10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59" name="Freeform 919"/>
              <p:cNvSpPr/>
              <p:nvPr/>
            </p:nvSpPr>
            <p:spPr bwMode="auto">
              <a:xfrm>
                <a:off x="1743" y="2886"/>
                <a:ext cx="6" cy="83"/>
              </a:xfrm>
              <a:custGeom>
                <a:avLst/>
                <a:gdLst>
                  <a:gd name="T0" fmla="*/ 0 w 6"/>
                  <a:gd name="T1" fmla="*/ 83 h 83"/>
                  <a:gd name="T2" fmla="*/ 0 w 6"/>
                  <a:gd name="T3" fmla="*/ 73 h 83"/>
                  <a:gd name="T4" fmla="*/ 0 w 6"/>
                  <a:gd name="T5" fmla="*/ 64 h 83"/>
                  <a:gd name="T6" fmla="*/ 0 w 6"/>
                  <a:gd name="T7" fmla="*/ 59 h 83"/>
                  <a:gd name="T8" fmla="*/ 0 w 6"/>
                  <a:gd name="T9" fmla="*/ 58 h 83"/>
                  <a:gd name="T10" fmla="*/ 0 w 6"/>
                  <a:gd name="T11" fmla="*/ 55 h 83"/>
                  <a:gd name="T12" fmla="*/ 1 w 6"/>
                  <a:gd name="T13" fmla="*/ 47 h 83"/>
                  <a:gd name="T14" fmla="*/ 1 w 6"/>
                  <a:gd name="T15" fmla="*/ 44 h 83"/>
                  <a:gd name="T16" fmla="*/ 1 w 6"/>
                  <a:gd name="T17" fmla="*/ 45 h 83"/>
                  <a:gd name="T18" fmla="*/ 1 w 6"/>
                  <a:gd name="T19" fmla="*/ 45 h 83"/>
                  <a:gd name="T20" fmla="*/ 1 w 6"/>
                  <a:gd name="T21" fmla="*/ 49 h 83"/>
                  <a:gd name="T22" fmla="*/ 1 w 6"/>
                  <a:gd name="T23" fmla="*/ 51 h 83"/>
                  <a:gd name="T24" fmla="*/ 1 w 6"/>
                  <a:gd name="T25" fmla="*/ 43 h 83"/>
                  <a:gd name="T26" fmla="*/ 1 w 6"/>
                  <a:gd name="T27" fmla="*/ 36 h 83"/>
                  <a:gd name="T28" fmla="*/ 1 w 6"/>
                  <a:gd name="T29" fmla="*/ 40 h 83"/>
                  <a:gd name="T30" fmla="*/ 1 w 6"/>
                  <a:gd name="T31" fmla="*/ 42 h 83"/>
                  <a:gd name="T32" fmla="*/ 2 w 6"/>
                  <a:gd name="T33" fmla="*/ 38 h 83"/>
                  <a:gd name="T34" fmla="*/ 2 w 6"/>
                  <a:gd name="T35" fmla="*/ 34 h 83"/>
                  <a:gd name="T36" fmla="*/ 2 w 6"/>
                  <a:gd name="T37" fmla="*/ 34 h 83"/>
                  <a:gd name="T38" fmla="*/ 2 w 6"/>
                  <a:gd name="T39" fmla="*/ 36 h 83"/>
                  <a:gd name="T40" fmla="*/ 2 w 6"/>
                  <a:gd name="T41" fmla="*/ 35 h 83"/>
                  <a:gd name="T42" fmla="*/ 2 w 6"/>
                  <a:gd name="T43" fmla="*/ 34 h 83"/>
                  <a:gd name="T44" fmla="*/ 2 w 6"/>
                  <a:gd name="T45" fmla="*/ 40 h 83"/>
                  <a:gd name="T46" fmla="*/ 2 w 6"/>
                  <a:gd name="T47" fmla="*/ 46 h 83"/>
                  <a:gd name="T48" fmla="*/ 2 w 6"/>
                  <a:gd name="T49" fmla="*/ 45 h 83"/>
                  <a:gd name="T50" fmla="*/ 3 w 6"/>
                  <a:gd name="T51" fmla="*/ 41 h 83"/>
                  <a:gd name="T52" fmla="*/ 3 w 6"/>
                  <a:gd name="T53" fmla="*/ 38 h 83"/>
                  <a:gd name="T54" fmla="*/ 3 w 6"/>
                  <a:gd name="T55" fmla="*/ 35 h 83"/>
                  <a:gd name="T56" fmla="*/ 3 w 6"/>
                  <a:gd name="T57" fmla="*/ 35 h 83"/>
                  <a:gd name="T58" fmla="*/ 3 w 6"/>
                  <a:gd name="T59" fmla="*/ 36 h 83"/>
                  <a:gd name="T60" fmla="*/ 3 w 6"/>
                  <a:gd name="T61" fmla="*/ 35 h 83"/>
                  <a:gd name="T62" fmla="*/ 4 w 6"/>
                  <a:gd name="T63" fmla="*/ 31 h 83"/>
                  <a:gd name="T64" fmla="*/ 4 w 6"/>
                  <a:gd name="T65" fmla="*/ 29 h 83"/>
                  <a:gd name="T66" fmla="*/ 4 w 6"/>
                  <a:gd name="T67" fmla="*/ 26 h 83"/>
                  <a:gd name="T68" fmla="*/ 4 w 6"/>
                  <a:gd name="T69" fmla="*/ 26 h 83"/>
                  <a:gd name="T70" fmla="*/ 4 w 6"/>
                  <a:gd name="T71" fmla="*/ 26 h 83"/>
                  <a:gd name="T72" fmla="*/ 4 w 6"/>
                  <a:gd name="T73" fmla="*/ 23 h 83"/>
                  <a:gd name="T74" fmla="*/ 4 w 6"/>
                  <a:gd name="T75" fmla="*/ 19 h 83"/>
                  <a:gd name="T76" fmla="*/ 4 w 6"/>
                  <a:gd name="T77" fmla="*/ 16 h 83"/>
                  <a:gd name="T78" fmla="*/ 4 w 6"/>
                  <a:gd name="T79" fmla="*/ 11 h 83"/>
                  <a:gd name="T80" fmla="*/ 5 w 6"/>
                  <a:gd name="T81" fmla="*/ 8 h 83"/>
                  <a:gd name="T82" fmla="*/ 5 w 6"/>
                  <a:gd name="T83" fmla="*/ 9 h 83"/>
                  <a:gd name="T84" fmla="*/ 5 w 6"/>
                  <a:gd name="T85" fmla="*/ 10 h 83"/>
                  <a:gd name="T86" fmla="*/ 5 w 6"/>
                  <a:gd name="T87" fmla="*/ 9 h 83"/>
                  <a:gd name="T88" fmla="*/ 5 w 6"/>
                  <a:gd name="T89" fmla="*/ 7 h 83"/>
                  <a:gd name="T90" fmla="*/ 5 w 6"/>
                  <a:gd name="T91" fmla="*/ 2 h 83"/>
                  <a:gd name="T92" fmla="*/ 6 w 6"/>
                  <a:gd name="T93" fmla="*/ 0 h 83"/>
                  <a:gd name="T94" fmla="*/ 6 w 6"/>
                  <a:gd name="T95" fmla="*/ 4 h 83"/>
                  <a:gd name="T96" fmla="*/ 6 w 6"/>
                  <a:gd name="T97" fmla="*/ 9 h 83"/>
                  <a:gd name="T98" fmla="*/ 6 w 6"/>
                  <a:gd name="T99" fmla="*/ 7 h 83"/>
                  <a:gd name="T100" fmla="*/ 6 w 6"/>
                  <a:gd name="T101" fmla="*/ 4 h 83"/>
                  <a:gd name="T102" fmla="*/ 6 w 6"/>
                  <a:gd name="T103" fmla="*/ 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3">
                    <a:moveTo>
                      <a:pt x="0" y="83"/>
                    </a:moveTo>
                    <a:lnTo>
                      <a:pt x="0" y="73"/>
                    </a:lnTo>
                    <a:lnTo>
                      <a:pt x="0" y="64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5"/>
                    </a:lnTo>
                    <a:lnTo>
                      <a:pt x="1" y="47"/>
                    </a:lnTo>
                    <a:lnTo>
                      <a:pt x="1" y="44"/>
                    </a:lnTo>
                    <a:lnTo>
                      <a:pt x="1" y="45"/>
                    </a:lnTo>
                    <a:lnTo>
                      <a:pt x="1" y="45"/>
                    </a:lnTo>
                    <a:lnTo>
                      <a:pt x="1" y="49"/>
                    </a:lnTo>
                    <a:lnTo>
                      <a:pt x="1" y="51"/>
                    </a:lnTo>
                    <a:lnTo>
                      <a:pt x="1" y="43"/>
                    </a:lnTo>
                    <a:lnTo>
                      <a:pt x="1" y="36"/>
                    </a:lnTo>
                    <a:lnTo>
                      <a:pt x="1" y="40"/>
                    </a:lnTo>
                    <a:lnTo>
                      <a:pt x="1" y="42"/>
                    </a:lnTo>
                    <a:lnTo>
                      <a:pt x="2" y="38"/>
                    </a:lnTo>
                    <a:lnTo>
                      <a:pt x="2" y="34"/>
                    </a:lnTo>
                    <a:lnTo>
                      <a:pt x="2" y="34"/>
                    </a:lnTo>
                    <a:lnTo>
                      <a:pt x="2" y="36"/>
                    </a:lnTo>
                    <a:lnTo>
                      <a:pt x="2" y="35"/>
                    </a:lnTo>
                    <a:lnTo>
                      <a:pt x="2" y="34"/>
                    </a:lnTo>
                    <a:lnTo>
                      <a:pt x="2" y="40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3" y="41"/>
                    </a:lnTo>
                    <a:lnTo>
                      <a:pt x="3" y="38"/>
                    </a:lnTo>
                    <a:lnTo>
                      <a:pt x="3" y="35"/>
                    </a:lnTo>
                    <a:lnTo>
                      <a:pt x="3" y="35"/>
                    </a:lnTo>
                    <a:lnTo>
                      <a:pt x="3" y="36"/>
                    </a:lnTo>
                    <a:lnTo>
                      <a:pt x="3" y="35"/>
                    </a:lnTo>
                    <a:lnTo>
                      <a:pt x="4" y="31"/>
                    </a:lnTo>
                    <a:lnTo>
                      <a:pt x="4" y="29"/>
                    </a:lnTo>
                    <a:lnTo>
                      <a:pt x="4" y="26"/>
                    </a:lnTo>
                    <a:lnTo>
                      <a:pt x="4" y="26"/>
                    </a:lnTo>
                    <a:lnTo>
                      <a:pt x="4" y="26"/>
                    </a:lnTo>
                    <a:lnTo>
                      <a:pt x="4" y="23"/>
                    </a:lnTo>
                    <a:lnTo>
                      <a:pt x="4" y="19"/>
                    </a:lnTo>
                    <a:lnTo>
                      <a:pt x="4" y="16"/>
                    </a:lnTo>
                    <a:lnTo>
                      <a:pt x="4" y="11"/>
                    </a:lnTo>
                    <a:lnTo>
                      <a:pt x="5" y="8"/>
                    </a:lnTo>
                    <a:lnTo>
                      <a:pt x="5" y="9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5" y="2"/>
                    </a:lnTo>
                    <a:lnTo>
                      <a:pt x="6" y="0"/>
                    </a:lnTo>
                    <a:lnTo>
                      <a:pt x="6" y="4"/>
                    </a:lnTo>
                    <a:lnTo>
                      <a:pt x="6" y="9"/>
                    </a:lnTo>
                    <a:lnTo>
                      <a:pt x="6" y="7"/>
                    </a:lnTo>
                    <a:lnTo>
                      <a:pt x="6" y="4"/>
                    </a:lnTo>
                    <a:lnTo>
                      <a:pt x="6" y="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60" name="Freeform 920"/>
              <p:cNvSpPr/>
              <p:nvPr/>
            </p:nvSpPr>
            <p:spPr bwMode="auto">
              <a:xfrm>
                <a:off x="1749" y="2890"/>
                <a:ext cx="6" cy="83"/>
              </a:xfrm>
              <a:custGeom>
                <a:avLst/>
                <a:gdLst>
                  <a:gd name="T0" fmla="*/ 0 w 6"/>
                  <a:gd name="T1" fmla="*/ 0 h 83"/>
                  <a:gd name="T2" fmla="*/ 0 w 6"/>
                  <a:gd name="T3" fmla="*/ 2 h 83"/>
                  <a:gd name="T4" fmla="*/ 0 w 6"/>
                  <a:gd name="T5" fmla="*/ 10 h 83"/>
                  <a:gd name="T6" fmla="*/ 0 w 6"/>
                  <a:gd name="T7" fmla="*/ 14 h 83"/>
                  <a:gd name="T8" fmla="*/ 0 w 6"/>
                  <a:gd name="T9" fmla="*/ 14 h 83"/>
                  <a:gd name="T10" fmla="*/ 1 w 6"/>
                  <a:gd name="T11" fmla="*/ 15 h 83"/>
                  <a:gd name="T12" fmla="*/ 1 w 6"/>
                  <a:gd name="T13" fmla="*/ 18 h 83"/>
                  <a:gd name="T14" fmla="*/ 1 w 6"/>
                  <a:gd name="T15" fmla="*/ 20 h 83"/>
                  <a:gd name="T16" fmla="*/ 1 w 6"/>
                  <a:gd name="T17" fmla="*/ 26 h 83"/>
                  <a:gd name="T18" fmla="*/ 1 w 6"/>
                  <a:gd name="T19" fmla="*/ 30 h 83"/>
                  <a:gd name="T20" fmla="*/ 1 w 6"/>
                  <a:gd name="T21" fmla="*/ 32 h 83"/>
                  <a:gd name="T22" fmla="*/ 1 w 6"/>
                  <a:gd name="T23" fmla="*/ 40 h 83"/>
                  <a:gd name="T24" fmla="*/ 1 w 6"/>
                  <a:gd name="T25" fmla="*/ 54 h 83"/>
                  <a:gd name="T26" fmla="*/ 1 w 6"/>
                  <a:gd name="T27" fmla="*/ 64 h 83"/>
                  <a:gd name="T28" fmla="*/ 2 w 6"/>
                  <a:gd name="T29" fmla="*/ 69 h 83"/>
                  <a:gd name="T30" fmla="*/ 2 w 6"/>
                  <a:gd name="T31" fmla="*/ 72 h 83"/>
                  <a:gd name="T32" fmla="*/ 2 w 6"/>
                  <a:gd name="T33" fmla="*/ 77 h 83"/>
                  <a:gd name="T34" fmla="*/ 2 w 6"/>
                  <a:gd name="T35" fmla="*/ 82 h 83"/>
                  <a:gd name="T36" fmla="*/ 2 w 6"/>
                  <a:gd name="T37" fmla="*/ 83 h 83"/>
                  <a:gd name="T38" fmla="*/ 2 w 6"/>
                  <a:gd name="T39" fmla="*/ 79 h 83"/>
                  <a:gd name="T40" fmla="*/ 3 w 6"/>
                  <a:gd name="T41" fmla="*/ 78 h 83"/>
                  <a:gd name="T42" fmla="*/ 3 w 6"/>
                  <a:gd name="T43" fmla="*/ 75 h 83"/>
                  <a:gd name="T44" fmla="*/ 3 w 6"/>
                  <a:gd name="T45" fmla="*/ 71 h 83"/>
                  <a:gd name="T46" fmla="*/ 3 w 6"/>
                  <a:gd name="T47" fmla="*/ 71 h 83"/>
                  <a:gd name="T48" fmla="*/ 3 w 6"/>
                  <a:gd name="T49" fmla="*/ 72 h 83"/>
                  <a:gd name="T50" fmla="*/ 3 w 6"/>
                  <a:gd name="T51" fmla="*/ 69 h 83"/>
                  <a:gd name="T52" fmla="*/ 3 w 6"/>
                  <a:gd name="T53" fmla="*/ 67 h 83"/>
                  <a:gd name="T54" fmla="*/ 3 w 6"/>
                  <a:gd name="T55" fmla="*/ 66 h 83"/>
                  <a:gd name="T56" fmla="*/ 3 w 6"/>
                  <a:gd name="T57" fmla="*/ 63 h 83"/>
                  <a:gd name="T58" fmla="*/ 3 w 6"/>
                  <a:gd name="T59" fmla="*/ 58 h 83"/>
                  <a:gd name="T60" fmla="*/ 4 w 6"/>
                  <a:gd name="T61" fmla="*/ 52 h 83"/>
                  <a:gd name="T62" fmla="*/ 4 w 6"/>
                  <a:gd name="T63" fmla="*/ 47 h 83"/>
                  <a:gd name="T64" fmla="*/ 4 w 6"/>
                  <a:gd name="T65" fmla="*/ 43 h 83"/>
                  <a:gd name="T66" fmla="*/ 4 w 6"/>
                  <a:gd name="T67" fmla="*/ 37 h 83"/>
                  <a:gd name="T68" fmla="*/ 4 w 6"/>
                  <a:gd name="T69" fmla="*/ 29 h 83"/>
                  <a:gd name="T70" fmla="*/ 4 w 6"/>
                  <a:gd name="T71" fmla="*/ 27 h 83"/>
                  <a:gd name="T72" fmla="*/ 5 w 6"/>
                  <a:gd name="T73" fmla="*/ 26 h 83"/>
                  <a:gd name="T74" fmla="*/ 5 w 6"/>
                  <a:gd name="T75" fmla="*/ 22 h 83"/>
                  <a:gd name="T76" fmla="*/ 5 w 6"/>
                  <a:gd name="T77" fmla="*/ 20 h 83"/>
                  <a:gd name="T78" fmla="*/ 5 w 6"/>
                  <a:gd name="T79" fmla="*/ 20 h 83"/>
                  <a:gd name="T80" fmla="*/ 5 w 6"/>
                  <a:gd name="T81" fmla="*/ 20 h 83"/>
                  <a:gd name="T82" fmla="*/ 5 w 6"/>
                  <a:gd name="T83" fmla="*/ 23 h 83"/>
                  <a:gd name="T84" fmla="*/ 5 w 6"/>
                  <a:gd name="T85" fmla="*/ 27 h 83"/>
                  <a:gd name="T86" fmla="*/ 5 w 6"/>
                  <a:gd name="T87" fmla="*/ 28 h 83"/>
                  <a:gd name="T88" fmla="*/ 5 w 6"/>
                  <a:gd name="T89" fmla="*/ 29 h 83"/>
                  <a:gd name="T90" fmla="*/ 6 w 6"/>
                  <a:gd name="T91" fmla="*/ 34 h 83"/>
                  <a:gd name="T92" fmla="*/ 6 w 6"/>
                  <a:gd name="T93" fmla="*/ 39 h 83"/>
                  <a:gd name="T94" fmla="*/ 6 w 6"/>
                  <a:gd name="T95" fmla="*/ 40 h 83"/>
                  <a:gd name="T96" fmla="*/ 6 w 6"/>
                  <a:gd name="T97" fmla="*/ 40 h 83"/>
                  <a:gd name="T98" fmla="*/ 6 w 6"/>
                  <a:gd name="T99" fmla="*/ 44 h 83"/>
                  <a:gd name="T100" fmla="*/ 6 w 6"/>
                  <a:gd name="T101" fmla="*/ 47 h 83"/>
                  <a:gd name="T102" fmla="*/ 6 w 6"/>
                  <a:gd name="T103" fmla="*/ 49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3">
                    <a:moveTo>
                      <a:pt x="0" y="0"/>
                    </a:moveTo>
                    <a:lnTo>
                      <a:pt x="0" y="2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1" y="15"/>
                    </a:lnTo>
                    <a:lnTo>
                      <a:pt x="1" y="18"/>
                    </a:lnTo>
                    <a:lnTo>
                      <a:pt x="1" y="20"/>
                    </a:lnTo>
                    <a:lnTo>
                      <a:pt x="1" y="26"/>
                    </a:lnTo>
                    <a:lnTo>
                      <a:pt x="1" y="30"/>
                    </a:lnTo>
                    <a:lnTo>
                      <a:pt x="1" y="32"/>
                    </a:lnTo>
                    <a:lnTo>
                      <a:pt x="1" y="40"/>
                    </a:lnTo>
                    <a:lnTo>
                      <a:pt x="1" y="54"/>
                    </a:lnTo>
                    <a:lnTo>
                      <a:pt x="1" y="64"/>
                    </a:lnTo>
                    <a:lnTo>
                      <a:pt x="2" y="69"/>
                    </a:lnTo>
                    <a:lnTo>
                      <a:pt x="2" y="72"/>
                    </a:lnTo>
                    <a:lnTo>
                      <a:pt x="2" y="77"/>
                    </a:lnTo>
                    <a:lnTo>
                      <a:pt x="2" y="82"/>
                    </a:lnTo>
                    <a:lnTo>
                      <a:pt x="2" y="83"/>
                    </a:lnTo>
                    <a:lnTo>
                      <a:pt x="2" y="79"/>
                    </a:lnTo>
                    <a:lnTo>
                      <a:pt x="3" y="78"/>
                    </a:lnTo>
                    <a:lnTo>
                      <a:pt x="3" y="75"/>
                    </a:lnTo>
                    <a:lnTo>
                      <a:pt x="3" y="71"/>
                    </a:lnTo>
                    <a:lnTo>
                      <a:pt x="3" y="71"/>
                    </a:lnTo>
                    <a:lnTo>
                      <a:pt x="3" y="72"/>
                    </a:lnTo>
                    <a:lnTo>
                      <a:pt x="3" y="69"/>
                    </a:lnTo>
                    <a:lnTo>
                      <a:pt x="3" y="67"/>
                    </a:lnTo>
                    <a:lnTo>
                      <a:pt x="3" y="66"/>
                    </a:lnTo>
                    <a:lnTo>
                      <a:pt x="3" y="63"/>
                    </a:lnTo>
                    <a:lnTo>
                      <a:pt x="3" y="58"/>
                    </a:lnTo>
                    <a:lnTo>
                      <a:pt x="4" y="52"/>
                    </a:lnTo>
                    <a:lnTo>
                      <a:pt x="4" y="47"/>
                    </a:lnTo>
                    <a:lnTo>
                      <a:pt x="4" y="43"/>
                    </a:lnTo>
                    <a:lnTo>
                      <a:pt x="4" y="37"/>
                    </a:lnTo>
                    <a:lnTo>
                      <a:pt x="4" y="29"/>
                    </a:lnTo>
                    <a:lnTo>
                      <a:pt x="4" y="27"/>
                    </a:lnTo>
                    <a:lnTo>
                      <a:pt x="5" y="26"/>
                    </a:lnTo>
                    <a:lnTo>
                      <a:pt x="5" y="22"/>
                    </a:lnTo>
                    <a:lnTo>
                      <a:pt x="5" y="20"/>
                    </a:lnTo>
                    <a:lnTo>
                      <a:pt x="5" y="20"/>
                    </a:lnTo>
                    <a:lnTo>
                      <a:pt x="5" y="20"/>
                    </a:lnTo>
                    <a:lnTo>
                      <a:pt x="5" y="23"/>
                    </a:lnTo>
                    <a:lnTo>
                      <a:pt x="5" y="27"/>
                    </a:lnTo>
                    <a:lnTo>
                      <a:pt x="5" y="28"/>
                    </a:lnTo>
                    <a:lnTo>
                      <a:pt x="5" y="29"/>
                    </a:lnTo>
                    <a:lnTo>
                      <a:pt x="6" y="34"/>
                    </a:lnTo>
                    <a:lnTo>
                      <a:pt x="6" y="39"/>
                    </a:lnTo>
                    <a:lnTo>
                      <a:pt x="6" y="40"/>
                    </a:lnTo>
                    <a:lnTo>
                      <a:pt x="6" y="40"/>
                    </a:lnTo>
                    <a:lnTo>
                      <a:pt x="6" y="44"/>
                    </a:lnTo>
                    <a:lnTo>
                      <a:pt x="6" y="47"/>
                    </a:lnTo>
                    <a:lnTo>
                      <a:pt x="6" y="4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61" name="Freeform 921"/>
              <p:cNvSpPr/>
              <p:nvPr/>
            </p:nvSpPr>
            <p:spPr bwMode="auto">
              <a:xfrm>
                <a:off x="1755" y="2937"/>
                <a:ext cx="7" cy="81"/>
              </a:xfrm>
              <a:custGeom>
                <a:avLst/>
                <a:gdLst>
                  <a:gd name="T0" fmla="*/ 0 w 7"/>
                  <a:gd name="T1" fmla="*/ 0 h 81"/>
                  <a:gd name="T2" fmla="*/ 0 w 7"/>
                  <a:gd name="T3" fmla="*/ 2 h 81"/>
                  <a:gd name="T4" fmla="*/ 0 w 7"/>
                  <a:gd name="T5" fmla="*/ 4 h 81"/>
                  <a:gd name="T6" fmla="*/ 0 w 7"/>
                  <a:gd name="T7" fmla="*/ 4 h 81"/>
                  <a:gd name="T8" fmla="*/ 1 w 7"/>
                  <a:gd name="T9" fmla="*/ 3 h 81"/>
                  <a:gd name="T10" fmla="*/ 1 w 7"/>
                  <a:gd name="T11" fmla="*/ 7 h 81"/>
                  <a:gd name="T12" fmla="*/ 1 w 7"/>
                  <a:gd name="T13" fmla="*/ 14 h 81"/>
                  <a:gd name="T14" fmla="*/ 1 w 7"/>
                  <a:gd name="T15" fmla="*/ 15 h 81"/>
                  <a:gd name="T16" fmla="*/ 1 w 7"/>
                  <a:gd name="T17" fmla="*/ 14 h 81"/>
                  <a:gd name="T18" fmla="*/ 1 w 7"/>
                  <a:gd name="T19" fmla="*/ 17 h 81"/>
                  <a:gd name="T20" fmla="*/ 2 w 7"/>
                  <a:gd name="T21" fmla="*/ 22 h 81"/>
                  <a:gd name="T22" fmla="*/ 2 w 7"/>
                  <a:gd name="T23" fmla="*/ 23 h 81"/>
                  <a:gd name="T24" fmla="*/ 2 w 7"/>
                  <a:gd name="T25" fmla="*/ 24 h 81"/>
                  <a:gd name="T26" fmla="*/ 2 w 7"/>
                  <a:gd name="T27" fmla="*/ 29 h 81"/>
                  <a:gd name="T28" fmla="*/ 2 w 7"/>
                  <a:gd name="T29" fmla="*/ 31 h 81"/>
                  <a:gd name="T30" fmla="*/ 2 w 7"/>
                  <a:gd name="T31" fmla="*/ 30 h 81"/>
                  <a:gd name="T32" fmla="*/ 2 w 7"/>
                  <a:gd name="T33" fmla="*/ 32 h 81"/>
                  <a:gd name="T34" fmla="*/ 2 w 7"/>
                  <a:gd name="T35" fmla="*/ 34 h 81"/>
                  <a:gd name="T36" fmla="*/ 2 w 7"/>
                  <a:gd name="T37" fmla="*/ 32 h 81"/>
                  <a:gd name="T38" fmla="*/ 3 w 7"/>
                  <a:gd name="T39" fmla="*/ 31 h 81"/>
                  <a:gd name="T40" fmla="*/ 3 w 7"/>
                  <a:gd name="T41" fmla="*/ 32 h 81"/>
                  <a:gd name="T42" fmla="*/ 3 w 7"/>
                  <a:gd name="T43" fmla="*/ 29 h 81"/>
                  <a:gd name="T44" fmla="*/ 3 w 7"/>
                  <a:gd name="T45" fmla="*/ 27 h 81"/>
                  <a:gd name="T46" fmla="*/ 3 w 7"/>
                  <a:gd name="T47" fmla="*/ 28 h 81"/>
                  <a:gd name="T48" fmla="*/ 3 w 7"/>
                  <a:gd name="T49" fmla="*/ 28 h 81"/>
                  <a:gd name="T50" fmla="*/ 4 w 7"/>
                  <a:gd name="T51" fmla="*/ 26 h 81"/>
                  <a:gd name="T52" fmla="*/ 4 w 7"/>
                  <a:gd name="T53" fmla="*/ 24 h 81"/>
                  <a:gd name="T54" fmla="*/ 4 w 7"/>
                  <a:gd name="T55" fmla="*/ 24 h 81"/>
                  <a:gd name="T56" fmla="*/ 4 w 7"/>
                  <a:gd name="T57" fmla="*/ 22 h 81"/>
                  <a:gd name="T58" fmla="*/ 4 w 7"/>
                  <a:gd name="T59" fmla="*/ 22 h 81"/>
                  <a:gd name="T60" fmla="*/ 4 w 7"/>
                  <a:gd name="T61" fmla="*/ 26 h 81"/>
                  <a:gd name="T62" fmla="*/ 4 w 7"/>
                  <a:gd name="T63" fmla="*/ 29 h 81"/>
                  <a:gd name="T64" fmla="*/ 4 w 7"/>
                  <a:gd name="T65" fmla="*/ 26 h 81"/>
                  <a:gd name="T66" fmla="*/ 4 w 7"/>
                  <a:gd name="T67" fmla="*/ 25 h 81"/>
                  <a:gd name="T68" fmla="*/ 5 w 7"/>
                  <a:gd name="T69" fmla="*/ 29 h 81"/>
                  <a:gd name="T70" fmla="*/ 5 w 7"/>
                  <a:gd name="T71" fmla="*/ 33 h 81"/>
                  <a:gd name="T72" fmla="*/ 5 w 7"/>
                  <a:gd name="T73" fmla="*/ 33 h 81"/>
                  <a:gd name="T74" fmla="*/ 5 w 7"/>
                  <a:gd name="T75" fmla="*/ 34 h 81"/>
                  <a:gd name="T76" fmla="*/ 5 w 7"/>
                  <a:gd name="T77" fmla="*/ 37 h 81"/>
                  <a:gd name="T78" fmla="*/ 5 w 7"/>
                  <a:gd name="T79" fmla="*/ 38 h 81"/>
                  <a:gd name="T80" fmla="*/ 5 w 7"/>
                  <a:gd name="T81" fmla="*/ 43 h 81"/>
                  <a:gd name="T82" fmla="*/ 5 w 7"/>
                  <a:gd name="T83" fmla="*/ 50 h 81"/>
                  <a:gd name="T84" fmla="*/ 5 w 7"/>
                  <a:gd name="T85" fmla="*/ 51 h 81"/>
                  <a:gd name="T86" fmla="*/ 5 w 7"/>
                  <a:gd name="T87" fmla="*/ 51 h 81"/>
                  <a:gd name="T88" fmla="*/ 6 w 7"/>
                  <a:gd name="T89" fmla="*/ 59 h 81"/>
                  <a:gd name="T90" fmla="*/ 6 w 7"/>
                  <a:gd name="T91" fmla="*/ 66 h 81"/>
                  <a:gd name="T92" fmla="*/ 6 w 7"/>
                  <a:gd name="T93" fmla="*/ 67 h 81"/>
                  <a:gd name="T94" fmla="*/ 6 w 7"/>
                  <a:gd name="T95" fmla="*/ 68 h 81"/>
                  <a:gd name="T96" fmla="*/ 6 w 7"/>
                  <a:gd name="T97" fmla="*/ 71 h 81"/>
                  <a:gd name="T98" fmla="*/ 6 w 7"/>
                  <a:gd name="T99" fmla="*/ 74 h 81"/>
                  <a:gd name="T100" fmla="*/ 7 w 7"/>
                  <a:gd name="T101" fmla="*/ 77 h 81"/>
                  <a:gd name="T102" fmla="*/ 7 w 7"/>
                  <a:gd name="T103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81">
                    <a:moveTo>
                      <a:pt x="0" y="0"/>
                    </a:moveTo>
                    <a:lnTo>
                      <a:pt x="0" y="2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3"/>
                    </a:lnTo>
                    <a:lnTo>
                      <a:pt x="1" y="7"/>
                    </a:lnTo>
                    <a:lnTo>
                      <a:pt x="1" y="14"/>
                    </a:lnTo>
                    <a:lnTo>
                      <a:pt x="1" y="15"/>
                    </a:lnTo>
                    <a:lnTo>
                      <a:pt x="1" y="14"/>
                    </a:lnTo>
                    <a:lnTo>
                      <a:pt x="1" y="17"/>
                    </a:lnTo>
                    <a:lnTo>
                      <a:pt x="2" y="22"/>
                    </a:lnTo>
                    <a:lnTo>
                      <a:pt x="2" y="23"/>
                    </a:lnTo>
                    <a:lnTo>
                      <a:pt x="2" y="24"/>
                    </a:lnTo>
                    <a:lnTo>
                      <a:pt x="2" y="29"/>
                    </a:lnTo>
                    <a:lnTo>
                      <a:pt x="2" y="31"/>
                    </a:lnTo>
                    <a:lnTo>
                      <a:pt x="2" y="30"/>
                    </a:lnTo>
                    <a:lnTo>
                      <a:pt x="2" y="32"/>
                    </a:lnTo>
                    <a:lnTo>
                      <a:pt x="2" y="34"/>
                    </a:lnTo>
                    <a:lnTo>
                      <a:pt x="2" y="32"/>
                    </a:lnTo>
                    <a:lnTo>
                      <a:pt x="3" y="31"/>
                    </a:lnTo>
                    <a:lnTo>
                      <a:pt x="3" y="32"/>
                    </a:lnTo>
                    <a:lnTo>
                      <a:pt x="3" y="29"/>
                    </a:lnTo>
                    <a:lnTo>
                      <a:pt x="3" y="27"/>
                    </a:lnTo>
                    <a:lnTo>
                      <a:pt x="3" y="28"/>
                    </a:lnTo>
                    <a:lnTo>
                      <a:pt x="3" y="28"/>
                    </a:lnTo>
                    <a:lnTo>
                      <a:pt x="4" y="26"/>
                    </a:lnTo>
                    <a:lnTo>
                      <a:pt x="4" y="24"/>
                    </a:lnTo>
                    <a:lnTo>
                      <a:pt x="4" y="24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6"/>
                    </a:lnTo>
                    <a:lnTo>
                      <a:pt x="4" y="29"/>
                    </a:lnTo>
                    <a:lnTo>
                      <a:pt x="4" y="26"/>
                    </a:lnTo>
                    <a:lnTo>
                      <a:pt x="4" y="25"/>
                    </a:lnTo>
                    <a:lnTo>
                      <a:pt x="5" y="29"/>
                    </a:lnTo>
                    <a:lnTo>
                      <a:pt x="5" y="33"/>
                    </a:lnTo>
                    <a:lnTo>
                      <a:pt x="5" y="33"/>
                    </a:lnTo>
                    <a:lnTo>
                      <a:pt x="5" y="34"/>
                    </a:lnTo>
                    <a:lnTo>
                      <a:pt x="5" y="37"/>
                    </a:lnTo>
                    <a:lnTo>
                      <a:pt x="5" y="38"/>
                    </a:lnTo>
                    <a:lnTo>
                      <a:pt x="5" y="43"/>
                    </a:lnTo>
                    <a:lnTo>
                      <a:pt x="5" y="50"/>
                    </a:lnTo>
                    <a:lnTo>
                      <a:pt x="5" y="51"/>
                    </a:lnTo>
                    <a:lnTo>
                      <a:pt x="5" y="51"/>
                    </a:lnTo>
                    <a:lnTo>
                      <a:pt x="6" y="59"/>
                    </a:lnTo>
                    <a:lnTo>
                      <a:pt x="6" y="66"/>
                    </a:lnTo>
                    <a:lnTo>
                      <a:pt x="6" y="67"/>
                    </a:lnTo>
                    <a:lnTo>
                      <a:pt x="6" y="68"/>
                    </a:lnTo>
                    <a:lnTo>
                      <a:pt x="6" y="71"/>
                    </a:lnTo>
                    <a:lnTo>
                      <a:pt x="6" y="74"/>
                    </a:lnTo>
                    <a:lnTo>
                      <a:pt x="7" y="77"/>
                    </a:lnTo>
                    <a:lnTo>
                      <a:pt x="7" y="8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62" name="Freeform 922"/>
              <p:cNvSpPr/>
              <p:nvPr/>
            </p:nvSpPr>
            <p:spPr bwMode="auto">
              <a:xfrm>
                <a:off x="1762" y="3010"/>
                <a:ext cx="6" cy="69"/>
              </a:xfrm>
              <a:custGeom>
                <a:avLst/>
                <a:gdLst>
                  <a:gd name="T0" fmla="*/ 0 w 6"/>
                  <a:gd name="T1" fmla="*/ 4 h 69"/>
                  <a:gd name="T2" fmla="*/ 0 w 6"/>
                  <a:gd name="T3" fmla="*/ 8 h 69"/>
                  <a:gd name="T4" fmla="*/ 0 w 6"/>
                  <a:gd name="T5" fmla="*/ 11 h 69"/>
                  <a:gd name="T6" fmla="*/ 0 w 6"/>
                  <a:gd name="T7" fmla="*/ 11 h 69"/>
                  <a:gd name="T8" fmla="*/ 0 w 6"/>
                  <a:gd name="T9" fmla="*/ 13 h 69"/>
                  <a:gd name="T10" fmla="*/ 0 w 6"/>
                  <a:gd name="T11" fmla="*/ 16 h 69"/>
                  <a:gd name="T12" fmla="*/ 0 w 6"/>
                  <a:gd name="T13" fmla="*/ 16 h 69"/>
                  <a:gd name="T14" fmla="*/ 0 w 6"/>
                  <a:gd name="T15" fmla="*/ 14 h 69"/>
                  <a:gd name="T16" fmla="*/ 0 w 6"/>
                  <a:gd name="T17" fmla="*/ 15 h 69"/>
                  <a:gd name="T18" fmla="*/ 1 w 6"/>
                  <a:gd name="T19" fmla="*/ 14 h 69"/>
                  <a:gd name="T20" fmla="*/ 1 w 6"/>
                  <a:gd name="T21" fmla="*/ 11 h 69"/>
                  <a:gd name="T22" fmla="*/ 1 w 6"/>
                  <a:gd name="T23" fmla="*/ 11 h 69"/>
                  <a:gd name="T24" fmla="*/ 1 w 6"/>
                  <a:gd name="T25" fmla="*/ 13 h 69"/>
                  <a:gd name="T26" fmla="*/ 1 w 6"/>
                  <a:gd name="T27" fmla="*/ 15 h 69"/>
                  <a:gd name="T28" fmla="*/ 1 w 6"/>
                  <a:gd name="T29" fmla="*/ 15 h 69"/>
                  <a:gd name="T30" fmla="*/ 2 w 6"/>
                  <a:gd name="T31" fmla="*/ 20 h 69"/>
                  <a:gd name="T32" fmla="*/ 2 w 6"/>
                  <a:gd name="T33" fmla="*/ 27 h 69"/>
                  <a:gd name="T34" fmla="*/ 2 w 6"/>
                  <a:gd name="T35" fmla="*/ 28 h 69"/>
                  <a:gd name="T36" fmla="*/ 2 w 6"/>
                  <a:gd name="T37" fmla="*/ 32 h 69"/>
                  <a:gd name="T38" fmla="*/ 2 w 6"/>
                  <a:gd name="T39" fmla="*/ 38 h 69"/>
                  <a:gd name="T40" fmla="*/ 2 w 6"/>
                  <a:gd name="T41" fmla="*/ 42 h 69"/>
                  <a:gd name="T42" fmla="*/ 2 w 6"/>
                  <a:gd name="T43" fmla="*/ 41 h 69"/>
                  <a:gd name="T44" fmla="*/ 2 w 6"/>
                  <a:gd name="T45" fmla="*/ 43 h 69"/>
                  <a:gd name="T46" fmla="*/ 2 w 6"/>
                  <a:gd name="T47" fmla="*/ 48 h 69"/>
                  <a:gd name="T48" fmla="*/ 3 w 6"/>
                  <a:gd name="T49" fmla="*/ 49 h 69"/>
                  <a:gd name="T50" fmla="*/ 3 w 6"/>
                  <a:gd name="T51" fmla="*/ 44 h 69"/>
                  <a:gd name="T52" fmla="*/ 3 w 6"/>
                  <a:gd name="T53" fmla="*/ 37 h 69"/>
                  <a:gd name="T54" fmla="*/ 3 w 6"/>
                  <a:gd name="T55" fmla="*/ 38 h 69"/>
                  <a:gd name="T56" fmla="*/ 3 w 6"/>
                  <a:gd name="T57" fmla="*/ 45 h 69"/>
                  <a:gd name="T58" fmla="*/ 3 w 6"/>
                  <a:gd name="T59" fmla="*/ 47 h 69"/>
                  <a:gd name="T60" fmla="*/ 3 w 6"/>
                  <a:gd name="T61" fmla="*/ 42 h 69"/>
                  <a:gd name="T62" fmla="*/ 3 w 6"/>
                  <a:gd name="T63" fmla="*/ 37 h 69"/>
                  <a:gd name="T64" fmla="*/ 3 w 6"/>
                  <a:gd name="T65" fmla="*/ 39 h 69"/>
                  <a:gd name="T66" fmla="*/ 4 w 6"/>
                  <a:gd name="T67" fmla="*/ 53 h 69"/>
                  <a:gd name="T68" fmla="*/ 4 w 6"/>
                  <a:gd name="T69" fmla="*/ 69 h 69"/>
                  <a:gd name="T70" fmla="*/ 4 w 6"/>
                  <a:gd name="T71" fmla="*/ 67 h 69"/>
                  <a:gd name="T72" fmla="*/ 4 w 6"/>
                  <a:gd name="T73" fmla="*/ 53 h 69"/>
                  <a:gd name="T74" fmla="*/ 4 w 6"/>
                  <a:gd name="T75" fmla="*/ 48 h 69"/>
                  <a:gd name="T76" fmla="*/ 4 w 6"/>
                  <a:gd name="T77" fmla="*/ 54 h 69"/>
                  <a:gd name="T78" fmla="*/ 5 w 6"/>
                  <a:gd name="T79" fmla="*/ 56 h 69"/>
                  <a:gd name="T80" fmla="*/ 5 w 6"/>
                  <a:gd name="T81" fmla="*/ 50 h 69"/>
                  <a:gd name="T82" fmla="*/ 5 w 6"/>
                  <a:gd name="T83" fmla="*/ 41 h 69"/>
                  <a:gd name="T84" fmla="*/ 5 w 6"/>
                  <a:gd name="T85" fmla="*/ 33 h 69"/>
                  <a:gd name="T86" fmla="*/ 5 w 6"/>
                  <a:gd name="T87" fmla="*/ 29 h 69"/>
                  <a:gd name="T88" fmla="*/ 5 w 6"/>
                  <a:gd name="T89" fmla="*/ 30 h 69"/>
                  <a:gd name="T90" fmla="*/ 5 w 6"/>
                  <a:gd name="T91" fmla="*/ 34 h 69"/>
                  <a:gd name="T92" fmla="*/ 5 w 6"/>
                  <a:gd name="T93" fmla="*/ 36 h 69"/>
                  <a:gd name="T94" fmla="*/ 5 w 6"/>
                  <a:gd name="T95" fmla="*/ 33 h 69"/>
                  <a:gd name="T96" fmla="*/ 6 w 6"/>
                  <a:gd name="T97" fmla="*/ 33 h 69"/>
                  <a:gd name="T98" fmla="*/ 6 w 6"/>
                  <a:gd name="T99" fmla="*/ 29 h 69"/>
                  <a:gd name="T100" fmla="*/ 6 w 6"/>
                  <a:gd name="T101" fmla="*/ 12 h 69"/>
                  <a:gd name="T102" fmla="*/ 6 w 6"/>
                  <a:gd name="T103" fmla="*/ 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9">
                    <a:moveTo>
                      <a:pt x="0" y="4"/>
                    </a:moveTo>
                    <a:lnTo>
                      <a:pt x="0" y="8"/>
                    </a:lnTo>
                    <a:lnTo>
                      <a:pt x="0" y="11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1" y="14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1" y="13"/>
                    </a:lnTo>
                    <a:lnTo>
                      <a:pt x="1" y="15"/>
                    </a:lnTo>
                    <a:lnTo>
                      <a:pt x="1" y="15"/>
                    </a:lnTo>
                    <a:lnTo>
                      <a:pt x="2" y="20"/>
                    </a:lnTo>
                    <a:lnTo>
                      <a:pt x="2" y="27"/>
                    </a:lnTo>
                    <a:lnTo>
                      <a:pt x="2" y="28"/>
                    </a:lnTo>
                    <a:lnTo>
                      <a:pt x="2" y="32"/>
                    </a:lnTo>
                    <a:lnTo>
                      <a:pt x="2" y="38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3"/>
                    </a:lnTo>
                    <a:lnTo>
                      <a:pt x="2" y="48"/>
                    </a:lnTo>
                    <a:lnTo>
                      <a:pt x="3" y="49"/>
                    </a:lnTo>
                    <a:lnTo>
                      <a:pt x="3" y="44"/>
                    </a:lnTo>
                    <a:lnTo>
                      <a:pt x="3" y="37"/>
                    </a:lnTo>
                    <a:lnTo>
                      <a:pt x="3" y="38"/>
                    </a:lnTo>
                    <a:lnTo>
                      <a:pt x="3" y="45"/>
                    </a:lnTo>
                    <a:lnTo>
                      <a:pt x="3" y="47"/>
                    </a:lnTo>
                    <a:lnTo>
                      <a:pt x="3" y="42"/>
                    </a:lnTo>
                    <a:lnTo>
                      <a:pt x="3" y="37"/>
                    </a:lnTo>
                    <a:lnTo>
                      <a:pt x="3" y="39"/>
                    </a:lnTo>
                    <a:lnTo>
                      <a:pt x="4" y="53"/>
                    </a:lnTo>
                    <a:lnTo>
                      <a:pt x="4" y="69"/>
                    </a:lnTo>
                    <a:lnTo>
                      <a:pt x="4" y="67"/>
                    </a:lnTo>
                    <a:lnTo>
                      <a:pt x="4" y="53"/>
                    </a:lnTo>
                    <a:lnTo>
                      <a:pt x="4" y="48"/>
                    </a:lnTo>
                    <a:lnTo>
                      <a:pt x="4" y="54"/>
                    </a:lnTo>
                    <a:lnTo>
                      <a:pt x="5" y="56"/>
                    </a:lnTo>
                    <a:lnTo>
                      <a:pt x="5" y="50"/>
                    </a:lnTo>
                    <a:lnTo>
                      <a:pt x="5" y="41"/>
                    </a:lnTo>
                    <a:lnTo>
                      <a:pt x="5" y="33"/>
                    </a:lnTo>
                    <a:lnTo>
                      <a:pt x="5" y="29"/>
                    </a:lnTo>
                    <a:lnTo>
                      <a:pt x="5" y="30"/>
                    </a:lnTo>
                    <a:lnTo>
                      <a:pt x="5" y="34"/>
                    </a:lnTo>
                    <a:lnTo>
                      <a:pt x="5" y="36"/>
                    </a:lnTo>
                    <a:lnTo>
                      <a:pt x="5" y="33"/>
                    </a:lnTo>
                    <a:lnTo>
                      <a:pt x="6" y="33"/>
                    </a:lnTo>
                    <a:lnTo>
                      <a:pt x="6" y="29"/>
                    </a:lnTo>
                    <a:lnTo>
                      <a:pt x="6" y="12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63" name="Freeform 923"/>
              <p:cNvSpPr/>
              <p:nvPr/>
            </p:nvSpPr>
            <p:spPr bwMode="auto">
              <a:xfrm>
                <a:off x="1768" y="2912"/>
                <a:ext cx="6" cy="110"/>
              </a:xfrm>
              <a:custGeom>
                <a:avLst/>
                <a:gdLst>
                  <a:gd name="T0" fmla="*/ 0 w 6"/>
                  <a:gd name="T1" fmla="*/ 110 h 110"/>
                  <a:gd name="T2" fmla="*/ 0 w 6"/>
                  <a:gd name="T3" fmla="*/ 98 h 110"/>
                  <a:gd name="T4" fmla="*/ 0 w 6"/>
                  <a:gd name="T5" fmla="*/ 98 h 110"/>
                  <a:gd name="T6" fmla="*/ 0 w 6"/>
                  <a:gd name="T7" fmla="*/ 90 h 110"/>
                  <a:gd name="T8" fmla="*/ 1 w 6"/>
                  <a:gd name="T9" fmla="*/ 74 h 110"/>
                  <a:gd name="T10" fmla="*/ 1 w 6"/>
                  <a:gd name="T11" fmla="*/ 62 h 110"/>
                  <a:gd name="T12" fmla="*/ 1 w 6"/>
                  <a:gd name="T13" fmla="*/ 55 h 110"/>
                  <a:gd name="T14" fmla="*/ 1 w 6"/>
                  <a:gd name="T15" fmla="*/ 49 h 110"/>
                  <a:gd name="T16" fmla="*/ 1 w 6"/>
                  <a:gd name="T17" fmla="*/ 47 h 110"/>
                  <a:gd name="T18" fmla="*/ 1 w 6"/>
                  <a:gd name="T19" fmla="*/ 44 h 110"/>
                  <a:gd name="T20" fmla="*/ 1 w 6"/>
                  <a:gd name="T21" fmla="*/ 37 h 110"/>
                  <a:gd name="T22" fmla="*/ 1 w 6"/>
                  <a:gd name="T23" fmla="*/ 32 h 110"/>
                  <a:gd name="T24" fmla="*/ 1 w 6"/>
                  <a:gd name="T25" fmla="*/ 30 h 110"/>
                  <a:gd name="T26" fmla="*/ 1 w 6"/>
                  <a:gd name="T27" fmla="*/ 27 h 110"/>
                  <a:gd name="T28" fmla="*/ 2 w 6"/>
                  <a:gd name="T29" fmla="*/ 20 h 110"/>
                  <a:gd name="T30" fmla="*/ 2 w 6"/>
                  <a:gd name="T31" fmla="*/ 15 h 110"/>
                  <a:gd name="T32" fmla="*/ 2 w 6"/>
                  <a:gd name="T33" fmla="*/ 14 h 110"/>
                  <a:gd name="T34" fmla="*/ 2 w 6"/>
                  <a:gd name="T35" fmla="*/ 16 h 110"/>
                  <a:gd name="T36" fmla="*/ 2 w 6"/>
                  <a:gd name="T37" fmla="*/ 13 h 110"/>
                  <a:gd name="T38" fmla="*/ 2 w 6"/>
                  <a:gd name="T39" fmla="*/ 4 h 110"/>
                  <a:gd name="T40" fmla="*/ 2 w 6"/>
                  <a:gd name="T41" fmla="*/ 0 h 110"/>
                  <a:gd name="T42" fmla="*/ 2 w 6"/>
                  <a:gd name="T43" fmla="*/ 8 h 110"/>
                  <a:gd name="T44" fmla="*/ 2 w 6"/>
                  <a:gd name="T45" fmla="*/ 19 h 110"/>
                  <a:gd name="T46" fmla="*/ 3 w 6"/>
                  <a:gd name="T47" fmla="*/ 20 h 110"/>
                  <a:gd name="T48" fmla="*/ 3 w 6"/>
                  <a:gd name="T49" fmla="*/ 14 h 110"/>
                  <a:gd name="T50" fmla="*/ 3 w 6"/>
                  <a:gd name="T51" fmla="*/ 11 h 110"/>
                  <a:gd name="T52" fmla="*/ 3 w 6"/>
                  <a:gd name="T53" fmla="*/ 13 h 110"/>
                  <a:gd name="T54" fmla="*/ 3 w 6"/>
                  <a:gd name="T55" fmla="*/ 19 h 110"/>
                  <a:gd name="T56" fmla="*/ 3 w 6"/>
                  <a:gd name="T57" fmla="*/ 23 h 110"/>
                  <a:gd name="T58" fmla="*/ 4 w 6"/>
                  <a:gd name="T59" fmla="*/ 20 h 110"/>
                  <a:gd name="T60" fmla="*/ 4 w 6"/>
                  <a:gd name="T61" fmla="*/ 15 h 110"/>
                  <a:gd name="T62" fmla="*/ 4 w 6"/>
                  <a:gd name="T63" fmla="*/ 18 h 110"/>
                  <a:gd name="T64" fmla="*/ 4 w 6"/>
                  <a:gd name="T65" fmla="*/ 26 h 110"/>
                  <a:gd name="T66" fmla="*/ 4 w 6"/>
                  <a:gd name="T67" fmla="*/ 28 h 110"/>
                  <a:gd name="T68" fmla="*/ 4 w 6"/>
                  <a:gd name="T69" fmla="*/ 27 h 110"/>
                  <a:gd name="T70" fmla="*/ 4 w 6"/>
                  <a:gd name="T71" fmla="*/ 33 h 110"/>
                  <a:gd name="T72" fmla="*/ 4 w 6"/>
                  <a:gd name="T73" fmla="*/ 40 h 110"/>
                  <a:gd name="T74" fmla="*/ 4 w 6"/>
                  <a:gd name="T75" fmla="*/ 41 h 110"/>
                  <a:gd name="T76" fmla="*/ 5 w 6"/>
                  <a:gd name="T77" fmla="*/ 40 h 110"/>
                  <a:gd name="T78" fmla="*/ 5 w 6"/>
                  <a:gd name="T79" fmla="*/ 36 h 110"/>
                  <a:gd name="T80" fmla="*/ 5 w 6"/>
                  <a:gd name="T81" fmla="*/ 31 h 110"/>
                  <a:gd name="T82" fmla="*/ 5 w 6"/>
                  <a:gd name="T83" fmla="*/ 35 h 110"/>
                  <a:gd name="T84" fmla="*/ 5 w 6"/>
                  <a:gd name="T85" fmla="*/ 43 h 110"/>
                  <a:gd name="T86" fmla="*/ 5 w 6"/>
                  <a:gd name="T87" fmla="*/ 40 h 110"/>
                  <a:gd name="T88" fmla="*/ 6 w 6"/>
                  <a:gd name="T89" fmla="*/ 32 h 110"/>
                  <a:gd name="T90" fmla="*/ 6 w 6"/>
                  <a:gd name="T91" fmla="*/ 29 h 110"/>
                  <a:gd name="T92" fmla="*/ 6 w 6"/>
                  <a:gd name="T93" fmla="*/ 29 h 110"/>
                  <a:gd name="T94" fmla="*/ 6 w 6"/>
                  <a:gd name="T95" fmla="*/ 28 h 110"/>
                  <a:gd name="T96" fmla="*/ 6 w 6"/>
                  <a:gd name="T97" fmla="*/ 27 h 110"/>
                  <a:gd name="T98" fmla="*/ 6 w 6"/>
                  <a:gd name="T99" fmla="*/ 24 h 110"/>
                  <a:gd name="T100" fmla="*/ 6 w 6"/>
                  <a:gd name="T101" fmla="*/ 20 h 110"/>
                  <a:gd name="T102" fmla="*/ 6 w 6"/>
                  <a:gd name="T103" fmla="*/ 16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10">
                    <a:moveTo>
                      <a:pt x="0" y="110"/>
                    </a:moveTo>
                    <a:lnTo>
                      <a:pt x="0" y="98"/>
                    </a:lnTo>
                    <a:lnTo>
                      <a:pt x="0" y="98"/>
                    </a:lnTo>
                    <a:lnTo>
                      <a:pt x="0" y="90"/>
                    </a:lnTo>
                    <a:lnTo>
                      <a:pt x="1" y="74"/>
                    </a:lnTo>
                    <a:lnTo>
                      <a:pt x="1" y="62"/>
                    </a:lnTo>
                    <a:lnTo>
                      <a:pt x="1" y="55"/>
                    </a:lnTo>
                    <a:lnTo>
                      <a:pt x="1" y="49"/>
                    </a:lnTo>
                    <a:lnTo>
                      <a:pt x="1" y="47"/>
                    </a:lnTo>
                    <a:lnTo>
                      <a:pt x="1" y="44"/>
                    </a:lnTo>
                    <a:lnTo>
                      <a:pt x="1" y="37"/>
                    </a:lnTo>
                    <a:lnTo>
                      <a:pt x="1" y="32"/>
                    </a:lnTo>
                    <a:lnTo>
                      <a:pt x="1" y="30"/>
                    </a:lnTo>
                    <a:lnTo>
                      <a:pt x="1" y="27"/>
                    </a:lnTo>
                    <a:lnTo>
                      <a:pt x="2" y="20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2" y="16"/>
                    </a:lnTo>
                    <a:lnTo>
                      <a:pt x="2" y="13"/>
                    </a:lnTo>
                    <a:lnTo>
                      <a:pt x="2" y="4"/>
                    </a:lnTo>
                    <a:lnTo>
                      <a:pt x="2" y="0"/>
                    </a:lnTo>
                    <a:lnTo>
                      <a:pt x="2" y="8"/>
                    </a:lnTo>
                    <a:lnTo>
                      <a:pt x="2" y="19"/>
                    </a:lnTo>
                    <a:lnTo>
                      <a:pt x="3" y="20"/>
                    </a:lnTo>
                    <a:lnTo>
                      <a:pt x="3" y="14"/>
                    </a:lnTo>
                    <a:lnTo>
                      <a:pt x="3" y="11"/>
                    </a:lnTo>
                    <a:lnTo>
                      <a:pt x="3" y="13"/>
                    </a:lnTo>
                    <a:lnTo>
                      <a:pt x="3" y="19"/>
                    </a:lnTo>
                    <a:lnTo>
                      <a:pt x="3" y="23"/>
                    </a:lnTo>
                    <a:lnTo>
                      <a:pt x="4" y="20"/>
                    </a:lnTo>
                    <a:lnTo>
                      <a:pt x="4" y="15"/>
                    </a:lnTo>
                    <a:lnTo>
                      <a:pt x="4" y="18"/>
                    </a:lnTo>
                    <a:lnTo>
                      <a:pt x="4" y="26"/>
                    </a:lnTo>
                    <a:lnTo>
                      <a:pt x="4" y="28"/>
                    </a:lnTo>
                    <a:lnTo>
                      <a:pt x="4" y="27"/>
                    </a:lnTo>
                    <a:lnTo>
                      <a:pt x="4" y="33"/>
                    </a:lnTo>
                    <a:lnTo>
                      <a:pt x="4" y="40"/>
                    </a:lnTo>
                    <a:lnTo>
                      <a:pt x="4" y="41"/>
                    </a:lnTo>
                    <a:lnTo>
                      <a:pt x="5" y="40"/>
                    </a:lnTo>
                    <a:lnTo>
                      <a:pt x="5" y="36"/>
                    </a:lnTo>
                    <a:lnTo>
                      <a:pt x="5" y="31"/>
                    </a:lnTo>
                    <a:lnTo>
                      <a:pt x="5" y="35"/>
                    </a:lnTo>
                    <a:lnTo>
                      <a:pt x="5" y="43"/>
                    </a:lnTo>
                    <a:lnTo>
                      <a:pt x="5" y="40"/>
                    </a:lnTo>
                    <a:lnTo>
                      <a:pt x="6" y="32"/>
                    </a:lnTo>
                    <a:lnTo>
                      <a:pt x="6" y="29"/>
                    </a:lnTo>
                    <a:lnTo>
                      <a:pt x="6" y="29"/>
                    </a:lnTo>
                    <a:lnTo>
                      <a:pt x="6" y="28"/>
                    </a:lnTo>
                    <a:lnTo>
                      <a:pt x="6" y="27"/>
                    </a:lnTo>
                    <a:lnTo>
                      <a:pt x="6" y="24"/>
                    </a:lnTo>
                    <a:lnTo>
                      <a:pt x="6" y="20"/>
                    </a:lnTo>
                    <a:lnTo>
                      <a:pt x="6" y="1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64" name="Freeform 924"/>
              <p:cNvSpPr/>
              <p:nvPr/>
            </p:nvSpPr>
            <p:spPr bwMode="auto">
              <a:xfrm>
                <a:off x="1774" y="2890"/>
                <a:ext cx="6" cy="86"/>
              </a:xfrm>
              <a:custGeom>
                <a:avLst/>
                <a:gdLst>
                  <a:gd name="T0" fmla="*/ 0 w 6"/>
                  <a:gd name="T1" fmla="*/ 42 h 86"/>
                  <a:gd name="T2" fmla="*/ 0 w 6"/>
                  <a:gd name="T3" fmla="*/ 38 h 86"/>
                  <a:gd name="T4" fmla="*/ 0 w 6"/>
                  <a:gd name="T5" fmla="*/ 34 h 86"/>
                  <a:gd name="T6" fmla="*/ 1 w 6"/>
                  <a:gd name="T7" fmla="*/ 36 h 86"/>
                  <a:gd name="T8" fmla="*/ 1 w 6"/>
                  <a:gd name="T9" fmla="*/ 41 h 86"/>
                  <a:gd name="T10" fmla="*/ 1 w 6"/>
                  <a:gd name="T11" fmla="*/ 42 h 86"/>
                  <a:gd name="T12" fmla="*/ 1 w 6"/>
                  <a:gd name="T13" fmla="*/ 37 h 86"/>
                  <a:gd name="T14" fmla="*/ 1 w 6"/>
                  <a:gd name="T15" fmla="*/ 32 h 86"/>
                  <a:gd name="T16" fmla="*/ 1 w 6"/>
                  <a:gd name="T17" fmla="*/ 29 h 86"/>
                  <a:gd name="T18" fmla="*/ 1 w 6"/>
                  <a:gd name="T19" fmla="*/ 29 h 86"/>
                  <a:gd name="T20" fmla="*/ 1 w 6"/>
                  <a:gd name="T21" fmla="*/ 32 h 86"/>
                  <a:gd name="T22" fmla="*/ 1 w 6"/>
                  <a:gd name="T23" fmla="*/ 36 h 86"/>
                  <a:gd name="T24" fmla="*/ 2 w 6"/>
                  <a:gd name="T25" fmla="*/ 32 h 86"/>
                  <a:gd name="T26" fmla="*/ 2 w 6"/>
                  <a:gd name="T27" fmla="*/ 26 h 86"/>
                  <a:gd name="T28" fmla="*/ 2 w 6"/>
                  <a:gd name="T29" fmla="*/ 32 h 86"/>
                  <a:gd name="T30" fmla="*/ 2 w 6"/>
                  <a:gd name="T31" fmla="*/ 43 h 86"/>
                  <a:gd name="T32" fmla="*/ 2 w 6"/>
                  <a:gd name="T33" fmla="*/ 44 h 86"/>
                  <a:gd name="T34" fmla="*/ 2 w 6"/>
                  <a:gd name="T35" fmla="*/ 45 h 86"/>
                  <a:gd name="T36" fmla="*/ 3 w 6"/>
                  <a:gd name="T37" fmla="*/ 51 h 86"/>
                  <a:gd name="T38" fmla="*/ 3 w 6"/>
                  <a:gd name="T39" fmla="*/ 52 h 86"/>
                  <a:gd name="T40" fmla="*/ 3 w 6"/>
                  <a:gd name="T41" fmla="*/ 51 h 86"/>
                  <a:gd name="T42" fmla="*/ 3 w 6"/>
                  <a:gd name="T43" fmla="*/ 58 h 86"/>
                  <a:gd name="T44" fmla="*/ 3 w 6"/>
                  <a:gd name="T45" fmla="*/ 66 h 86"/>
                  <a:gd name="T46" fmla="*/ 3 w 6"/>
                  <a:gd name="T47" fmla="*/ 66 h 86"/>
                  <a:gd name="T48" fmla="*/ 3 w 6"/>
                  <a:gd name="T49" fmla="*/ 69 h 86"/>
                  <a:gd name="T50" fmla="*/ 3 w 6"/>
                  <a:gd name="T51" fmla="*/ 77 h 86"/>
                  <a:gd name="T52" fmla="*/ 3 w 6"/>
                  <a:gd name="T53" fmla="*/ 82 h 86"/>
                  <a:gd name="T54" fmla="*/ 3 w 6"/>
                  <a:gd name="T55" fmla="*/ 84 h 86"/>
                  <a:gd name="T56" fmla="*/ 4 w 6"/>
                  <a:gd name="T57" fmla="*/ 86 h 86"/>
                  <a:gd name="T58" fmla="*/ 4 w 6"/>
                  <a:gd name="T59" fmla="*/ 84 h 86"/>
                  <a:gd name="T60" fmla="*/ 4 w 6"/>
                  <a:gd name="T61" fmla="*/ 81 h 86"/>
                  <a:gd name="T62" fmla="*/ 4 w 6"/>
                  <a:gd name="T63" fmla="*/ 80 h 86"/>
                  <a:gd name="T64" fmla="*/ 4 w 6"/>
                  <a:gd name="T65" fmla="*/ 80 h 86"/>
                  <a:gd name="T66" fmla="*/ 4 w 6"/>
                  <a:gd name="T67" fmla="*/ 77 h 86"/>
                  <a:gd name="T68" fmla="*/ 5 w 6"/>
                  <a:gd name="T69" fmla="*/ 74 h 86"/>
                  <a:gd name="T70" fmla="*/ 5 w 6"/>
                  <a:gd name="T71" fmla="*/ 71 h 86"/>
                  <a:gd name="T72" fmla="*/ 5 w 6"/>
                  <a:gd name="T73" fmla="*/ 68 h 86"/>
                  <a:gd name="T74" fmla="*/ 5 w 6"/>
                  <a:gd name="T75" fmla="*/ 69 h 86"/>
                  <a:gd name="T76" fmla="*/ 5 w 6"/>
                  <a:gd name="T77" fmla="*/ 70 h 86"/>
                  <a:gd name="T78" fmla="*/ 5 w 6"/>
                  <a:gd name="T79" fmla="*/ 63 h 86"/>
                  <a:gd name="T80" fmla="*/ 5 w 6"/>
                  <a:gd name="T81" fmla="*/ 52 h 86"/>
                  <a:gd name="T82" fmla="*/ 5 w 6"/>
                  <a:gd name="T83" fmla="*/ 47 h 86"/>
                  <a:gd name="T84" fmla="*/ 5 w 6"/>
                  <a:gd name="T85" fmla="*/ 43 h 86"/>
                  <a:gd name="T86" fmla="*/ 6 w 6"/>
                  <a:gd name="T87" fmla="*/ 34 h 86"/>
                  <a:gd name="T88" fmla="*/ 6 w 6"/>
                  <a:gd name="T89" fmla="*/ 27 h 86"/>
                  <a:gd name="T90" fmla="*/ 6 w 6"/>
                  <a:gd name="T91" fmla="*/ 20 h 86"/>
                  <a:gd name="T92" fmla="*/ 6 w 6"/>
                  <a:gd name="T93" fmla="*/ 12 h 86"/>
                  <a:gd name="T94" fmla="*/ 6 w 6"/>
                  <a:gd name="T95" fmla="*/ 7 h 86"/>
                  <a:gd name="T96" fmla="*/ 6 w 6"/>
                  <a:gd name="T97" fmla="*/ 7 h 86"/>
                  <a:gd name="T98" fmla="*/ 6 w 6"/>
                  <a:gd name="T99" fmla="*/ 4 h 86"/>
                  <a:gd name="T100" fmla="*/ 6 w 6"/>
                  <a:gd name="T101" fmla="*/ 0 h 86"/>
                  <a:gd name="T102" fmla="*/ 6 w 6"/>
                  <a:gd name="T103" fmla="*/ 4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6">
                    <a:moveTo>
                      <a:pt x="0" y="42"/>
                    </a:moveTo>
                    <a:lnTo>
                      <a:pt x="0" y="38"/>
                    </a:lnTo>
                    <a:lnTo>
                      <a:pt x="0" y="34"/>
                    </a:lnTo>
                    <a:lnTo>
                      <a:pt x="1" y="36"/>
                    </a:lnTo>
                    <a:lnTo>
                      <a:pt x="1" y="41"/>
                    </a:lnTo>
                    <a:lnTo>
                      <a:pt x="1" y="42"/>
                    </a:lnTo>
                    <a:lnTo>
                      <a:pt x="1" y="37"/>
                    </a:lnTo>
                    <a:lnTo>
                      <a:pt x="1" y="32"/>
                    </a:lnTo>
                    <a:lnTo>
                      <a:pt x="1" y="29"/>
                    </a:lnTo>
                    <a:lnTo>
                      <a:pt x="1" y="29"/>
                    </a:lnTo>
                    <a:lnTo>
                      <a:pt x="1" y="32"/>
                    </a:lnTo>
                    <a:lnTo>
                      <a:pt x="1" y="36"/>
                    </a:lnTo>
                    <a:lnTo>
                      <a:pt x="2" y="32"/>
                    </a:lnTo>
                    <a:lnTo>
                      <a:pt x="2" y="26"/>
                    </a:lnTo>
                    <a:lnTo>
                      <a:pt x="2" y="32"/>
                    </a:lnTo>
                    <a:lnTo>
                      <a:pt x="2" y="43"/>
                    </a:lnTo>
                    <a:lnTo>
                      <a:pt x="2" y="44"/>
                    </a:lnTo>
                    <a:lnTo>
                      <a:pt x="2" y="45"/>
                    </a:lnTo>
                    <a:lnTo>
                      <a:pt x="3" y="51"/>
                    </a:lnTo>
                    <a:lnTo>
                      <a:pt x="3" y="52"/>
                    </a:lnTo>
                    <a:lnTo>
                      <a:pt x="3" y="51"/>
                    </a:lnTo>
                    <a:lnTo>
                      <a:pt x="3" y="58"/>
                    </a:lnTo>
                    <a:lnTo>
                      <a:pt x="3" y="66"/>
                    </a:lnTo>
                    <a:lnTo>
                      <a:pt x="3" y="66"/>
                    </a:lnTo>
                    <a:lnTo>
                      <a:pt x="3" y="69"/>
                    </a:lnTo>
                    <a:lnTo>
                      <a:pt x="3" y="77"/>
                    </a:lnTo>
                    <a:lnTo>
                      <a:pt x="3" y="82"/>
                    </a:lnTo>
                    <a:lnTo>
                      <a:pt x="3" y="84"/>
                    </a:lnTo>
                    <a:lnTo>
                      <a:pt x="4" y="86"/>
                    </a:lnTo>
                    <a:lnTo>
                      <a:pt x="4" y="84"/>
                    </a:lnTo>
                    <a:lnTo>
                      <a:pt x="4" y="81"/>
                    </a:lnTo>
                    <a:lnTo>
                      <a:pt x="4" y="80"/>
                    </a:lnTo>
                    <a:lnTo>
                      <a:pt x="4" y="80"/>
                    </a:lnTo>
                    <a:lnTo>
                      <a:pt x="4" y="77"/>
                    </a:lnTo>
                    <a:lnTo>
                      <a:pt x="5" y="74"/>
                    </a:lnTo>
                    <a:lnTo>
                      <a:pt x="5" y="71"/>
                    </a:lnTo>
                    <a:lnTo>
                      <a:pt x="5" y="68"/>
                    </a:lnTo>
                    <a:lnTo>
                      <a:pt x="5" y="69"/>
                    </a:lnTo>
                    <a:lnTo>
                      <a:pt x="5" y="70"/>
                    </a:lnTo>
                    <a:lnTo>
                      <a:pt x="5" y="63"/>
                    </a:lnTo>
                    <a:lnTo>
                      <a:pt x="5" y="52"/>
                    </a:lnTo>
                    <a:lnTo>
                      <a:pt x="5" y="47"/>
                    </a:lnTo>
                    <a:lnTo>
                      <a:pt x="5" y="43"/>
                    </a:lnTo>
                    <a:lnTo>
                      <a:pt x="6" y="34"/>
                    </a:lnTo>
                    <a:lnTo>
                      <a:pt x="6" y="27"/>
                    </a:lnTo>
                    <a:lnTo>
                      <a:pt x="6" y="20"/>
                    </a:lnTo>
                    <a:lnTo>
                      <a:pt x="6" y="12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6" y="4"/>
                    </a:lnTo>
                    <a:lnTo>
                      <a:pt x="6" y="0"/>
                    </a:lnTo>
                    <a:lnTo>
                      <a:pt x="6" y="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65" name="Freeform 925"/>
              <p:cNvSpPr/>
              <p:nvPr/>
            </p:nvSpPr>
            <p:spPr bwMode="auto">
              <a:xfrm>
                <a:off x="1780" y="2890"/>
                <a:ext cx="7" cy="80"/>
              </a:xfrm>
              <a:custGeom>
                <a:avLst/>
                <a:gdLst>
                  <a:gd name="T0" fmla="*/ 0 w 7"/>
                  <a:gd name="T1" fmla="*/ 0 h 80"/>
                  <a:gd name="T2" fmla="*/ 0 w 7"/>
                  <a:gd name="T3" fmla="*/ 4 h 80"/>
                  <a:gd name="T4" fmla="*/ 1 w 7"/>
                  <a:gd name="T5" fmla="*/ 8 h 80"/>
                  <a:gd name="T6" fmla="*/ 1 w 7"/>
                  <a:gd name="T7" fmla="*/ 6 h 80"/>
                  <a:gd name="T8" fmla="*/ 1 w 7"/>
                  <a:gd name="T9" fmla="*/ 4 h 80"/>
                  <a:gd name="T10" fmla="*/ 1 w 7"/>
                  <a:gd name="T11" fmla="*/ 7 h 80"/>
                  <a:gd name="T12" fmla="*/ 1 w 7"/>
                  <a:gd name="T13" fmla="*/ 11 h 80"/>
                  <a:gd name="T14" fmla="*/ 1 w 7"/>
                  <a:gd name="T15" fmla="*/ 13 h 80"/>
                  <a:gd name="T16" fmla="*/ 2 w 7"/>
                  <a:gd name="T17" fmla="*/ 14 h 80"/>
                  <a:gd name="T18" fmla="*/ 2 w 7"/>
                  <a:gd name="T19" fmla="*/ 11 h 80"/>
                  <a:gd name="T20" fmla="*/ 2 w 7"/>
                  <a:gd name="T21" fmla="*/ 7 h 80"/>
                  <a:gd name="T22" fmla="*/ 2 w 7"/>
                  <a:gd name="T23" fmla="*/ 9 h 80"/>
                  <a:gd name="T24" fmla="*/ 2 w 7"/>
                  <a:gd name="T25" fmla="*/ 14 h 80"/>
                  <a:gd name="T26" fmla="*/ 2 w 7"/>
                  <a:gd name="T27" fmla="*/ 14 h 80"/>
                  <a:gd name="T28" fmla="*/ 2 w 7"/>
                  <a:gd name="T29" fmla="*/ 14 h 80"/>
                  <a:gd name="T30" fmla="*/ 2 w 7"/>
                  <a:gd name="T31" fmla="*/ 17 h 80"/>
                  <a:gd name="T32" fmla="*/ 2 w 7"/>
                  <a:gd name="T33" fmla="*/ 21 h 80"/>
                  <a:gd name="T34" fmla="*/ 3 w 7"/>
                  <a:gd name="T35" fmla="*/ 24 h 80"/>
                  <a:gd name="T36" fmla="*/ 3 w 7"/>
                  <a:gd name="T37" fmla="*/ 26 h 80"/>
                  <a:gd name="T38" fmla="*/ 3 w 7"/>
                  <a:gd name="T39" fmla="*/ 29 h 80"/>
                  <a:gd name="T40" fmla="*/ 3 w 7"/>
                  <a:gd name="T41" fmla="*/ 33 h 80"/>
                  <a:gd name="T42" fmla="*/ 3 w 7"/>
                  <a:gd name="T43" fmla="*/ 37 h 80"/>
                  <a:gd name="T44" fmla="*/ 3 w 7"/>
                  <a:gd name="T45" fmla="*/ 37 h 80"/>
                  <a:gd name="T46" fmla="*/ 4 w 7"/>
                  <a:gd name="T47" fmla="*/ 36 h 80"/>
                  <a:gd name="T48" fmla="*/ 4 w 7"/>
                  <a:gd name="T49" fmla="*/ 37 h 80"/>
                  <a:gd name="T50" fmla="*/ 4 w 7"/>
                  <a:gd name="T51" fmla="*/ 40 h 80"/>
                  <a:gd name="T52" fmla="*/ 4 w 7"/>
                  <a:gd name="T53" fmla="*/ 41 h 80"/>
                  <a:gd name="T54" fmla="*/ 4 w 7"/>
                  <a:gd name="T55" fmla="*/ 41 h 80"/>
                  <a:gd name="T56" fmla="*/ 4 w 7"/>
                  <a:gd name="T57" fmla="*/ 41 h 80"/>
                  <a:gd name="T58" fmla="*/ 4 w 7"/>
                  <a:gd name="T59" fmla="*/ 44 h 80"/>
                  <a:gd name="T60" fmla="*/ 4 w 7"/>
                  <a:gd name="T61" fmla="*/ 44 h 80"/>
                  <a:gd name="T62" fmla="*/ 4 w 7"/>
                  <a:gd name="T63" fmla="*/ 44 h 80"/>
                  <a:gd name="T64" fmla="*/ 5 w 7"/>
                  <a:gd name="T65" fmla="*/ 47 h 80"/>
                  <a:gd name="T66" fmla="*/ 5 w 7"/>
                  <a:gd name="T67" fmla="*/ 47 h 80"/>
                  <a:gd name="T68" fmla="*/ 5 w 7"/>
                  <a:gd name="T69" fmla="*/ 45 h 80"/>
                  <a:gd name="T70" fmla="*/ 5 w 7"/>
                  <a:gd name="T71" fmla="*/ 46 h 80"/>
                  <a:gd name="T72" fmla="*/ 5 w 7"/>
                  <a:gd name="T73" fmla="*/ 49 h 80"/>
                  <a:gd name="T74" fmla="*/ 5 w 7"/>
                  <a:gd name="T75" fmla="*/ 44 h 80"/>
                  <a:gd name="T76" fmla="*/ 5 w 7"/>
                  <a:gd name="T77" fmla="*/ 39 h 80"/>
                  <a:gd name="T78" fmla="*/ 5 w 7"/>
                  <a:gd name="T79" fmla="*/ 41 h 80"/>
                  <a:gd name="T80" fmla="*/ 5 w 7"/>
                  <a:gd name="T81" fmla="*/ 47 h 80"/>
                  <a:gd name="T82" fmla="*/ 5 w 7"/>
                  <a:gd name="T83" fmla="*/ 47 h 80"/>
                  <a:gd name="T84" fmla="*/ 6 w 7"/>
                  <a:gd name="T85" fmla="*/ 46 h 80"/>
                  <a:gd name="T86" fmla="*/ 6 w 7"/>
                  <a:gd name="T87" fmla="*/ 50 h 80"/>
                  <a:gd name="T88" fmla="*/ 6 w 7"/>
                  <a:gd name="T89" fmla="*/ 54 h 80"/>
                  <a:gd name="T90" fmla="*/ 6 w 7"/>
                  <a:gd name="T91" fmla="*/ 57 h 80"/>
                  <a:gd name="T92" fmla="*/ 6 w 7"/>
                  <a:gd name="T93" fmla="*/ 64 h 80"/>
                  <a:gd name="T94" fmla="*/ 6 w 7"/>
                  <a:gd name="T95" fmla="*/ 71 h 80"/>
                  <a:gd name="T96" fmla="*/ 7 w 7"/>
                  <a:gd name="T97" fmla="*/ 70 h 80"/>
                  <a:gd name="T98" fmla="*/ 7 w 7"/>
                  <a:gd name="T99" fmla="*/ 65 h 80"/>
                  <a:gd name="T100" fmla="*/ 7 w 7"/>
                  <a:gd name="T101" fmla="*/ 71 h 80"/>
                  <a:gd name="T102" fmla="*/ 7 w 7"/>
                  <a:gd name="T103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80">
                    <a:moveTo>
                      <a:pt x="0" y="0"/>
                    </a:moveTo>
                    <a:lnTo>
                      <a:pt x="0" y="4"/>
                    </a:lnTo>
                    <a:lnTo>
                      <a:pt x="1" y="8"/>
                    </a:lnTo>
                    <a:lnTo>
                      <a:pt x="1" y="6"/>
                    </a:lnTo>
                    <a:lnTo>
                      <a:pt x="1" y="4"/>
                    </a:lnTo>
                    <a:lnTo>
                      <a:pt x="1" y="7"/>
                    </a:lnTo>
                    <a:lnTo>
                      <a:pt x="1" y="11"/>
                    </a:lnTo>
                    <a:lnTo>
                      <a:pt x="1" y="13"/>
                    </a:lnTo>
                    <a:lnTo>
                      <a:pt x="2" y="14"/>
                    </a:lnTo>
                    <a:lnTo>
                      <a:pt x="2" y="11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2" y="17"/>
                    </a:lnTo>
                    <a:lnTo>
                      <a:pt x="2" y="21"/>
                    </a:lnTo>
                    <a:lnTo>
                      <a:pt x="3" y="24"/>
                    </a:lnTo>
                    <a:lnTo>
                      <a:pt x="3" y="26"/>
                    </a:lnTo>
                    <a:lnTo>
                      <a:pt x="3" y="29"/>
                    </a:lnTo>
                    <a:lnTo>
                      <a:pt x="3" y="33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4" y="36"/>
                    </a:lnTo>
                    <a:lnTo>
                      <a:pt x="4" y="37"/>
                    </a:lnTo>
                    <a:lnTo>
                      <a:pt x="4" y="40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4" y="44"/>
                    </a:lnTo>
                    <a:lnTo>
                      <a:pt x="4" y="44"/>
                    </a:lnTo>
                    <a:lnTo>
                      <a:pt x="4" y="44"/>
                    </a:lnTo>
                    <a:lnTo>
                      <a:pt x="5" y="47"/>
                    </a:lnTo>
                    <a:lnTo>
                      <a:pt x="5" y="47"/>
                    </a:lnTo>
                    <a:lnTo>
                      <a:pt x="5" y="45"/>
                    </a:lnTo>
                    <a:lnTo>
                      <a:pt x="5" y="46"/>
                    </a:lnTo>
                    <a:lnTo>
                      <a:pt x="5" y="49"/>
                    </a:lnTo>
                    <a:lnTo>
                      <a:pt x="5" y="44"/>
                    </a:lnTo>
                    <a:lnTo>
                      <a:pt x="5" y="39"/>
                    </a:lnTo>
                    <a:lnTo>
                      <a:pt x="5" y="41"/>
                    </a:lnTo>
                    <a:lnTo>
                      <a:pt x="5" y="47"/>
                    </a:lnTo>
                    <a:lnTo>
                      <a:pt x="5" y="47"/>
                    </a:lnTo>
                    <a:lnTo>
                      <a:pt x="6" y="46"/>
                    </a:lnTo>
                    <a:lnTo>
                      <a:pt x="6" y="50"/>
                    </a:lnTo>
                    <a:lnTo>
                      <a:pt x="6" y="54"/>
                    </a:lnTo>
                    <a:lnTo>
                      <a:pt x="6" y="57"/>
                    </a:lnTo>
                    <a:lnTo>
                      <a:pt x="6" y="64"/>
                    </a:lnTo>
                    <a:lnTo>
                      <a:pt x="6" y="71"/>
                    </a:lnTo>
                    <a:lnTo>
                      <a:pt x="7" y="70"/>
                    </a:lnTo>
                    <a:lnTo>
                      <a:pt x="7" y="65"/>
                    </a:lnTo>
                    <a:lnTo>
                      <a:pt x="7" y="71"/>
                    </a:lnTo>
                    <a:lnTo>
                      <a:pt x="7" y="8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66" name="Freeform 926"/>
              <p:cNvSpPr/>
              <p:nvPr/>
            </p:nvSpPr>
            <p:spPr bwMode="auto">
              <a:xfrm>
                <a:off x="1787" y="2961"/>
                <a:ext cx="6" cy="156"/>
              </a:xfrm>
              <a:custGeom>
                <a:avLst/>
                <a:gdLst>
                  <a:gd name="T0" fmla="*/ 0 w 6"/>
                  <a:gd name="T1" fmla="*/ 0 h 156"/>
                  <a:gd name="T2" fmla="*/ 0 w 6"/>
                  <a:gd name="T3" fmla="*/ 9 h 156"/>
                  <a:gd name="T4" fmla="*/ 0 w 6"/>
                  <a:gd name="T5" fmla="*/ 11 h 156"/>
                  <a:gd name="T6" fmla="*/ 0 w 6"/>
                  <a:gd name="T7" fmla="*/ 11 h 156"/>
                  <a:gd name="T8" fmla="*/ 0 w 6"/>
                  <a:gd name="T9" fmla="*/ 18 h 156"/>
                  <a:gd name="T10" fmla="*/ 0 w 6"/>
                  <a:gd name="T11" fmla="*/ 25 h 156"/>
                  <a:gd name="T12" fmla="*/ 0 w 6"/>
                  <a:gd name="T13" fmla="*/ 31 h 156"/>
                  <a:gd name="T14" fmla="*/ 1 w 6"/>
                  <a:gd name="T15" fmla="*/ 42 h 156"/>
                  <a:gd name="T16" fmla="*/ 1 w 6"/>
                  <a:gd name="T17" fmla="*/ 51 h 156"/>
                  <a:gd name="T18" fmla="*/ 1 w 6"/>
                  <a:gd name="T19" fmla="*/ 50 h 156"/>
                  <a:gd name="T20" fmla="*/ 1 w 6"/>
                  <a:gd name="T21" fmla="*/ 52 h 156"/>
                  <a:gd name="T22" fmla="*/ 1 w 6"/>
                  <a:gd name="T23" fmla="*/ 60 h 156"/>
                  <a:gd name="T24" fmla="*/ 1 w 6"/>
                  <a:gd name="T25" fmla="*/ 62 h 156"/>
                  <a:gd name="T26" fmla="*/ 2 w 6"/>
                  <a:gd name="T27" fmla="*/ 61 h 156"/>
                  <a:gd name="T28" fmla="*/ 2 w 6"/>
                  <a:gd name="T29" fmla="*/ 64 h 156"/>
                  <a:gd name="T30" fmla="*/ 2 w 6"/>
                  <a:gd name="T31" fmla="*/ 67 h 156"/>
                  <a:gd name="T32" fmla="*/ 2 w 6"/>
                  <a:gd name="T33" fmla="*/ 69 h 156"/>
                  <a:gd name="T34" fmla="*/ 2 w 6"/>
                  <a:gd name="T35" fmla="*/ 72 h 156"/>
                  <a:gd name="T36" fmla="*/ 2 w 6"/>
                  <a:gd name="T37" fmla="*/ 77 h 156"/>
                  <a:gd name="T38" fmla="*/ 2 w 6"/>
                  <a:gd name="T39" fmla="*/ 81 h 156"/>
                  <a:gd name="T40" fmla="*/ 2 w 6"/>
                  <a:gd name="T41" fmla="*/ 79 h 156"/>
                  <a:gd name="T42" fmla="*/ 2 w 6"/>
                  <a:gd name="T43" fmla="*/ 81 h 156"/>
                  <a:gd name="T44" fmla="*/ 3 w 6"/>
                  <a:gd name="T45" fmla="*/ 89 h 156"/>
                  <a:gd name="T46" fmla="*/ 3 w 6"/>
                  <a:gd name="T47" fmla="*/ 92 h 156"/>
                  <a:gd name="T48" fmla="*/ 3 w 6"/>
                  <a:gd name="T49" fmla="*/ 88 h 156"/>
                  <a:gd name="T50" fmla="*/ 3 w 6"/>
                  <a:gd name="T51" fmla="*/ 94 h 156"/>
                  <a:gd name="T52" fmla="*/ 3 w 6"/>
                  <a:gd name="T53" fmla="*/ 106 h 156"/>
                  <a:gd name="T54" fmla="*/ 3 w 6"/>
                  <a:gd name="T55" fmla="*/ 108 h 156"/>
                  <a:gd name="T56" fmla="*/ 3 w 6"/>
                  <a:gd name="T57" fmla="*/ 111 h 156"/>
                  <a:gd name="T58" fmla="*/ 3 w 6"/>
                  <a:gd name="T59" fmla="*/ 122 h 156"/>
                  <a:gd name="T60" fmla="*/ 3 w 6"/>
                  <a:gd name="T61" fmla="*/ 126 h 156"/>
                  <a:gd name="T62" fmla="*/ 4 w 6"/>
                  <a:gd name="T63" fmla="*/ 124 h 156"/>
                  <a:gd name="T64" fmla="*/ 4 w 6"/>
                  <a:gd name="T65" fmla="*/ 128 h 156"/>
                  <a:gd name="T66" fmla="*/ 4 w 6"/>
                  <a:gd name="T67" fmla="*/ 137 h 156"/>
                  <a:gd name="T68" fmla="*/ 4 w 6"/>
                  <a:gd name="T69" fmla="*/ 140 h 156"/>
                  <a:gd name="T70" fmla="*/ 4 w 6"/>
                  <a:gd name="T71" fmla="*/ 136 h 156"/>
                  <a:gd name="T72" fmla="*/ 4 w 6"/>
                  <a:gd name="T73" fmla="*/ 137 h 156"/>
                  <a:gd name="T74" fmla="*/ 5 w 6"/>
                  <a:gd name="T75" fmla="*/ 142 h 156"/>
                  <a:gd name="T76" fmla="*/ 5 w 6"/>
                  <a:gd name="T77" fmla="*/ 138 h 156"/>
                  <a:gd name="T78" fmla="*/ 5 w 6"/>
                  <a:gd name="T79" fmla="*/ 136 h 156"/>
                  <a:gd name="T80" fmla="*/ 5 w 6"/>
                  <a:gd name="T81" fmla="*/ 145 h 156"/>
                  <a:gd name="T82" fmla="*/ 5 w 6"/>
                  <a:gd name="T83" fmla="*/ 145 h 156"/>
                  <a:gd name="T84" fmla="*/ 5 w 6"/>
                  <a:gd name="T85" fmla="*/ 132 h 156"/>
                  <a:gd name="T86" fmla="*/ 5 w 6"/>
                  <a:gd name="T87" fmla="*/ 134 h 156"/>
                  <a:gd name="T88" fmla="*/ 5 w 6"/>
                  <a:gd name="T89" fmla="*/ 151 h 156"/>
                  <a:gd name="T90" fmla="*/ 5 w 6"/>
                  <a:gd name="T91" fmla="*/ 156 h 156"/>
                  <a:gd name="T92" fmla="*/ 6 w 6"/>
                  <a:gd name="T93" fmla="*/ 153 h 156"/>
                  <a:gd name="T94" fmla="*/ 6 w 6"/>
                  <a:gd name="T95" fmla="*/ 153 h 156"/>
                  <a:gd name="T96" fmla="*/ 6 w 6"/>
                  <a:gd name="T97" fmla="*/ 150 h 156"/>
                  <a:gd name="T98" fmla="*/ 6 w 6"/>
                  <a:gd name="T99" fmla="*/ 145 h 156"/>
                  <a:gd name="T100" fmla="*/ 6 w 6"/>
                  <a:gd name="T101" fmla="*/ 146 h 156"/>
                  <a:gd name="T102" fmla="*/ 6 w 6"/>
                  <a:gd name="T103" fmla="*/ 144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56">
                    <a:moveTo>
                      <a:pt x="0" y="0"/>
                    </a:moveTo>
                    <a:lnTo>
                      <a:pt x="0" y="9"/>
                    </a:lnTo>
                    <a:lnTo>
                      <a:pt x="0" y="11"/>
                    </a:lnTo>
                    <a:lnTo>
                      <a:pt x="0" y="11"/>
                    </a:lnTo>
                    <a:lnTo>
                      <a:pt x="0" y="18"/>
                    </a:lnTo>
                    <a:lnTo>
                      <a:pt x="0" y="25"/>
                    </a:lnTo>
                    <a:lnTo>
                      <a:pt x="0" y="31"/>
                    </a:lnTo>
                    <a:lnTo>
                      <a:pt x="1" y="42"/>
                    </a:lnTo>
                    <a:lnTo>
                      <a:pt x="1" y="51"/>
                    </a:lnTo>
                    <a:lnTo>
                      <a:pt x="1" y="50"/>
                    </a:lnTo>
                    <a:lnTo>
                      <a:pt x="1" y="52"/>
                    </a:lnTo>
                    <a:lnTo>
                      <a:pt x="1" y="60"/>
                    </a:lnTo>
                    <a:lnTo>
                      <a:pt x="1" y="62"/>
                    </a:lnTo>
                    <a:lnTo>
                      <a:pt x="2" y="61"/>
                    </a:lnTo>
                    <a:lnTo>
                      <a:pt x="2" y="64"/>
                    </a:lnTo>
                    <a:lnTo>
                      <a:pt x="2" y="67"/>
                    </a:lnTo>
                    <a:lnTo>
                      <a:pt x="2" y="69"/>
                    </a:lnTo>
                    <a:lnTo>
                      <a:pt x="2" y="72"/>
                    </a:lnTo>
                    <a:lnTo>
                      <a:pt x="2" y="77"/>
                    </a:lnTo>
                    <a:lnTo>
                      <a:pt x="2" y="81"/>
                    </a:lnTo>
                    <a:lnTo>
                      <a:pt x="2" y="79"/>
                    </a:lnTo>
                    <a:lnTo>
                      <a:pt x="2" y="81"/>
                    </a:lnTo>
                    <a:lnTo>
                      <a:pt x="3" y="89"/>
                    </a:lnTo>
                    <a:lnTo>
                      <a:pt x="3" y="92"/>
                    </a:lnTo>
                    <a:lnTo>
                      <a:pt x="3" y="88"/>
                    </a:lnTo>
                    <a:lnTo>
                      <a:pt x="3" y="94"/>
                    </a:lnTo>
                    <a:lnTo>
                      <a:pt x="3" y="106"/>
                    </a:lnTo>
                    <a:lnTo>
                      <a:pt x="3" y="108"/>
                    </a:lnTo>
                    <a:lnTo>
                      <a:pt x="3" y="111"/>
                    </a:lnTo>
                    <a:lnTo>
                      <a:pt x="3" y="122"/>
                    </a:lnTo>
                    <a:lnTo>
                      <a:pt x="3" y="126"/>
                    </a:lnTo>
                    <a:lnTo>
                      <a:pt x="4" y="124"/>
                    </a:lnTo>
                    <a:lnTo>
                      <a:pt x="4" y="128"/>
                    </a:lnTo>
                    <a:lnTo>
                      <a:pt x="4" y="137"/>
                    </a:lnTo>
                    <a:lnTo>
                      <a:pt x="4" y="140"/>
                    </a:lnTo>
                    <a:lnTo>
                      <a:pt x="4" y="136"/>
                    </a:lnTo>
                    <a:lnTo>
                      <a:pt x="4" y="137"/>
                    </a:lnTo>
                    <a:lnTo>
                      <a:pt x="5" y="142"/>
                    </a:lnTo>
                    <a:lnTo>
                      <a:pt x="5" y="138"/>
                    </a:lnTo>
                    <a:lnTo>
                      <a:pt x="5" y="136"/>
                    </a:lnTo>
                    <a:lnTo>
                      <a:pt x="5" y="145"/>
                    </a:lnTo>
                    <a:lnTo>
                      <a:pt x="5" y="145"/>
                    </a:lnTo>
                    <a:lnTo>
                      <a:pt x="5" y="132"/>
                    </a:lnTo>
                    <a:lnTo>
                      <a:pt x="5" y="134"/>
                    </a:lnTo>
                    <a:lnTo>
                      <a:pt x="5" y="151"/>
                    </a:lnTo>
                    <a:lnTo>
                      <a:pt x="5" y="156"/>
                    </a:lnTo>
                    <a:lnTo>
                      <a:pt x="6" y="153"/>
                    </a:lnTo>
                    <a:lnTo>
                      <a:pt x="6" y="153"/>
                    </a:lnTo>
                    <a:lnTo>
                      <a:pt x="6" y="150"/>
                    </a:lnTo>
                    <a:lnTo>
                      <a:pt x="6" y="145"/>
                    </a:lnTo>
                    <a:lnTo>
                      <a:pt x="6" y="146"/>
                    </a:lnTo>
                    <a:lnTo>
                      <a:pt x="6" y="14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67" name="Freeform 927"/>
              <p:cNvSpPr/>
              <p:nvPr/>
            </p:nvSpPr>
            <p:spPr bwMode="auto">
              <a:xfrm>
                <a:off x="1793" y="2897"/>
                <a:ext cx="7" cy="210"/>
              </a:xfrm>
              <a:custGeom>
                <a:avLst/>
                <a:gdLst>
                  <a:gd name="T0" fmla="*/ 0 w 7"/>
                  <a:gd name="T1" fmla="*/ 210 h 210"/>
                  <a:gd name="T2" fmla="*/ 0 w 7"/>
                  <a:gd name="T3" fmla="*/ 208 h 210"/>
                  <a:gd name="T4" fmla="*/ 1 w 7"/>
                  <a:gd name="T5" fmla="*/ 192 h 210"/>
                  <a:gd name="T6" fmla="*/ 1 w 7"/>
                  <a:gd name="T7" fmla="*/ 180 h 210"/>
                  <a:gd name="T8" fmla="*/ 1 w 7"/>
                  <a:gd name="T9" fmla="*/ 183 h 210"/>
                  <a:gd name="T10" fmla="*/ 1 w 7"/>
                  <a:gd name="T11" fmla="*/ 191 h 210"/>
                  <a:gd name="T12" fmla="*/ 1 w 7"/>
                  <a:gd name="T13" fmla="*/ 187 h 210"/>
                  <a:gd name="T14" fmla="*/ 1 w 7"/>
                  <a:gd name="T15" fmla="*/ 183 h 210"/>
                  <a:gd name="T16" fmla="*/ 1 w 7"/>
                  <a:gd name="T17" fmla="*/ 185 h 210"/>
                  <a:gd name="T18" fmla="*/ 1 w 7"/>
                  <a:gd name="T19" fmla="*/ 180 h 210"/>
                  <a:gd name="T20" fmla="*/ 1 w 7"/>
                  <a:gd name="T21" fmla="*/ 170 h 210"/>
                  <a:gd name="T22" fmla="*/ 1 w 7"/>
                  <a:gd name="T23" fmla="*/ 161 h 210"/>
                  <a:gd name="T24" fmla="*/ 2 w 7"/>
                  <a:gd name="T25" fmla="*/ 146 h 210"/>
                  <a:gd name="T26" fmla="*/ 2 w 7"/>
                  <a:gd name="T27" fmla="*/ 121 h 210"/>
                  <a:gd name="T28" fmla="*/ 2 w 7"/>
                  <a:gd name="T29" fmla="*/ 107 h 210"/>
                  <a:gd name="T30" fmla="*/ 2 w 7"/>
                  <a:gd name="T31" fmla="*/ 106 h 210"/>
                  <a:gd name="T32" fmla="*/ 2 w 7"/>
                  <a:gd name="T33" fmla="*/ 98 h 210"/>
                  <a:gd name="T34" fmla="*/ 2 w 7"/>
                  <a:gd name="T35" fmla="*/ 84 h 210"/>
                  <a:gd name="T36" fmla="*/ 2 w 7"/>
                  <a:gd name="T37" fmla="*/ 78 h 210"/>
                  <a:gd name="T38" fmla="*/ 2 w 7"/>
                  <a:gd name="T39" fmla="*/ 73 h 210"/>
                  <a:gd name="T40" fmla="*/ 2 w 7"/>
                  <a:gd name="T41" fmla="*/ 65 h 210"/>
                  <a:gd name="T42" fmla="*/ 3 w 7"/>
                  <a:gd name="T43" fmla="*/ 63 h 210"/>
                  <a:gd name="T44" fmla="*/ 3 w 7"/>
                  <a:gd name="T45" fmla="*/ 65 h 210"/>
                  <a:gd name="T46" fmla="*/ 3 w 7"/>
                  <a:gd name="T47" fmla="*/ 56 h 210"/>
                  <a:gd name="T48" fmla="*/ 3 w 7"/>
                  <a:gd name="T49" fmla="*/ 39 h 210"/>
                  <a:gd name="T50" fmla="*/ 3 w 7"/>
                  <a:gd name="T51" fmla="*/ 28 h 210"/>
                  <a:gd name="T52" fmla="*/ 3 w 7"/>
                  <a:gd name="T53" fmla="*/ 28 h 210"/>
                  <a:gd name="T54" fmla="*/ 4 w 7"/>
                  <a:gd name="T55" fmla="*/ 27 h 210"/>
                  <a:gd name="T56" fmla="*/ 4 w 7"/>
                  <a:gd name="T57" fmla="*/ 22 h 210"/>
                  <a:gd name="T58" fmla="*/ 4 w 7"/>
                  <a:gd name="T59" fmla="*/ 14 h 210"/>
                  <a:gd name="T60" fmla="*/ 4 w 7"/>
                  <a:gd name="T61" fmla="*/ 6 h 210"/>
                  <a:gd name="T62" fmla="*/ 4 w 7"/>
                  <a:gd name="T63" fmla="*/ 0 h 210"/>
                  <a:gd name="T64" fmla="*/ 4 w 7"/>
                  <a:gd name="T65" fmla="*/ 5 h 210"/>
                  <a:gd name="T66" fmla="*/ 4 w 7"/>
                  <a:gd name="T67" fmla="*/ 16 h 210"/>
                  <a:gd name="T68" fmla="*/ 4 w 7"/>
                  <a:gd name="T69" fmla="*/ 17 h 210"/>
                  <a:gd name="T70" fmla="*/ 4 w 7"/>
                  <a:gd name="T71" fmla="*/ 10 h 210"/>
                  <a:gd name="T72" fmla="*/ 5 w 7"/>
                  <a:gd name="T73" fmla="*/ 7 h 210"/>
                  <a:gd name="T74" fmla="*/ 5 w 7"/>
                  <a:gd name="T75" fmla="*/ 11 h 210"/>
                  <a:gd name="T76" fmla="*/ 5 w 7"/>
                  <a:gd name="T77" fmla="*/ 17 h 210"/>
                  <a:gd name="T78" fmla="*/ 5 w 7"/>
                  <a:gd name="T79" fmla="*/ 16 h 210"/>
                  <a:gd name="T80" fmla="*/ 5 w 7"/>
                  <a:gd name="T81" fmla="*/ 12 h 210"/>
                  <a:gd name="T82" fmla="*/ 5 w 7"/>
                  <a:gd name="T83" fmla="*/ 8 h 210"/>
                  <a:gd name="T84" fmla="*/ 6 w 7"/>
                  <a:gd name="T85" fmla="*/ 7 h 210"/>
                  <a:gd name="T86" fmla="*/ 6 w 7"/>
                  <a:gd name="T87" fmla="*/ 10 h 210"/>
                  <a:gd name="T88" fmla="*/ 6 w 7"/>
                  <a:gd name="T89" fmla="*/ 15 h 210"/>
                  <a:gd name="T90" fmla="*/ 6 w 7"/>
                  <a:gd name="T91" fmla="*/ 15 h 210"/>
                  <a:gd name="T92" fmla="*/ 6 w 7"/>
                  <a:gd name="T93" fmla="*/ 12 h 210"/>
                  <a:gd name="T94" fmla="*/ 6 w 7"/>
                  <a:gd name="T95" fmla="*/ 17 h 210"/>
                  <a:gd name="T96" fmla="*/ 6 w 7"/>
                  <a:gd name="T97" fmla="*/ 27 h 210"/>
                  <a:gd name="T98" fmla="*/ 6 w 7"/>
                  <a:gd name="T99" fmla="*/ 22 h 210"/>
                  <a:gd name="T100" fmla="*/ 6 w 7"/>
                  <a:gd name="T101" fmla="*/ 12 h 210"/>
                  <a:gd name="T102" fmla="*/ 7 w 7"/>
                  <a:gd name="T103" fmla="*/ 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10">
                    <a:moveTo>
                      <a:pt x="0" y="210"/>
                    </a:moveTo>
                    <a:lnTo>
                      <a:pt x="0" y="208"/>
                    </a:lnTo>
                    <a:lnTo>
                      <a:pt x="1" y="192"/>
                    </a:lnTo>
                    <a:lnTo>
                      <a:pt x="1" y="180"/>
                    </a:lnTo>
                    <a:lnTo>
                      <a:pt x="1" y="183"/>
                    </a:lnTo>
                    <a:lnTo>
                      <a:pt x="1" y="191"/>
                    </a:lnTo>
                    <a:lnTo>
                      <a:pt x="1" y="187"/>
                    </a:lnTo>
                    <a:lnTo>
                      <a:pt x="1" y="183"/>
                    </a:lnTo>
                    <a:lnTo>
                      <a:pt x="1" y="185"/>
                    </a:lnTo>
                    <a:lnTo>
                      <a:pt x="1" y="180"/>
                    </a:lnTo>
                    <a:lnTo>
                      <a:pt x="1" y="170"/>
                    </a:lnTo>
                    <a:lnTo>
                      <a:pt x="1" y="161"/>
                    </a:lnTo>
                    <a:lnTo>
                      <a:pt x="2" y="146"/>
                    </a:lnTo>
                    <a:lnTo>
                      <a:pt x="2" y="121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98"/>
                    </a:lnTo>
                    <a:lnTo>
                      <a:pt x="2" y="84"/>
                    </a:lnTo>
                    <a:lnTo>
                      <a:pt x="2" y="78"/>
                    </a:lnTo>
                    <a:lnTo>
                      <a:pt x="2" y="73"/>
                    </a:lnTo>
                    <a:lnTo>
                      <a:pt x="2" y="65"/>
                    </a:lnTo>
                    <a:lnTo>
                      <a:pt x="3" y="63"/>
                    </a:lnTo>
                    <a:lnTo>
                      <a:pt x="3" y="65"/>
                    </a:lnTo>
                    <a:lnTo>
                      <a:pt x="3" y="56"/>
                    </a:lnTo>
                    <a:lnTo>
                      <a:pt x="3" y="39"/>
                    </a:lnTo>
                    <a:lnTo>
                      <a:pt x="3" y="28"/>
                    </a:lnTo>
                    <a:lnTo>
                      <a:pt x="3" y="28"/>
                    </a:lnTo>
                    <a:lnTo>
                      <a:pt x="4" y="27"/>
                    </a:lnTo>
                    <a:lnTo>
                      <a:pt x="4" y="22"/>
                    </a:lnTo>
                    <a:lnTo>
                      <a:pt x="4" y="14"/>
                    </a:lnTo>
                    <a:lnTo>
                      <a:pt x="4" y="6"/>
                    </a:lnTo>
                    <a:lnTo>
                      <a:pt x="4" y="0"/>
                    </a:lnTo>
                    <a:lnTo>
                      <a:pt x="4" y="5"/>
                    </a:lnTo>
                    <a:lnTo>
                      <a:pt x="4" y="16"/>
                    </a:lnTo>
                    <a:lnTo>
                      <a:pt x="4" y="17"/>
                    </a:lnTo>
                    <a:lnTo>
                      <a:pt x="4" y="10"/>
                    </a:lnTo>
                    <a:lnTo>
                      <a:pt x="5" y="7"/>
                    </a:lnTo>
                    <a:lnTo>
                      <a:pt x="5" y="11"/>
                    </a:lnTo>
                    <a:lnTo>
                      <a:pt x="5" y="17"/>
                    </a:lnTo>
                    <a:lnTo>
                      <a:pt x="5" y="16"/>
                    </a:lnTo>
                    <a:lnTo>
                      <a:pt x="5" y="12"/>
                    </a:lnTo>
                    <a:lnTo>
                      <a:pt x="5" y="8"/>
                    </a:lnTo>
                    <a:lnTo>
                      <a:pt x="6" y="7"/>
                    </a:lnTo>
                    <a:lnTo>
                      <a:pt x="6" y="10"/>
                    </a:lnTo>
                    <a:lnTo>
                      <a:pt x="6" y="15"/>
                    </a:lnTo>
                    <a:lnTo>
                      <a:pt x="6" y="15"/>
                    </a:lnTo>
                    <a:lnTo>
                      <a:pt x="6" y="12"/>
                    </a:lnTo>
                    <a:lnTo>
                      <a:pt x="6" y="17"/>
                    </a:lnTo>
                    <a:lnTo>
                      <a:pt x="6" y="27"/>
                    </a:lnTo>
                    <a:lnTo>
                      <a:pt x="6" y="22"/>
                    </a:lnTo>
                    <a:lnTo>
                      <a:pt x="6" y="12"/>
                    </a:lnTo>
                    <a:lnTo>
                      <a:pt x="7" y="1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68" name="Freeform 928"/>
              <p:cNvSpPr/>
              <p:nvPr/>
            </p:nvSpPr>
            <p:spPr bwMode="auto">
              <a:xfrm>
                <a:off x="1799" y="2883"/>
                <a:ext cx="7" cy="113"/>
              </a:xfrm>
              <a:custGeom>
                <a:avLst/>
                <a:gdLst>
                  <a:gd name="T0" fmla="*/ 0 w 7"/>
                  <a:gd name="T1" fmla="*/ 26 h 113"/>
                  <a:gd name="T2" fmla="*/ 1 w 7"/>
                  <a:gd name="T3" fmla="*/ 24 h 113"/>
                  <a:gd name="T4" fmla="*/ 1 w 7"/>
                  <a:gd name="T5" fmla="*/ 25 h 113"/>
                  <a:gd name="T6" fmla="*/ 1 w 7"/>
                  <a:gd name="T7" fmla="*/ 24 h 113"/>
                  <a:gd name="T8" fmla="*/ 1 w 7"/>
                  <a:gd name="T9" fmla="*/ 26 h 113"/>
                  <a:gd name="T10" fmla="*/ 1 w 7"/>
                  <a:gd name="T11" fmla="*/ 25 h 113"/>
                  <a:gd name="T12" fmla="*/ 1 w 7"/>
                  <a:gd name="T13" fmla="*/ 15 h 113"/>
                  <a:gd name="T14" fmla="*/ 2 w 7"/>
                  <a:gd name="T15" fmla="*/ 6 h 113"/>
                  <a:gd name="T16" fmla="*/ 2 w 7"/>
                  <a:gd name="T17" fmla="*/ 7 h 113"/>
                  <a:gd name="T18" fmla="*/ 2 w 7"/>
                  <a:gd name="T19" fmla="*/ 12 h 113"/>
                  <a:gd name="T20" fmla="*/ 2 w 7"/>
                  <a:gd name="T21" fmla="*/ 10 h 113"/>
                  <a:gd name="T22" fmla="*/ 2 w 7"/>
                  <a:gd name="T23" fmla="*/ 6 h 113"/>
                  <a:gd name="T24" fmla="*/ 2 w 7"/>
                  <a:gd name="T25" fmla="*/ 4 h 113"/>
                  <a:gd name="T26" fmla="*/ 2 w 7"/>
                  <a:gd name="T27" fmla="*/ 0 h 113"/>
                  <a:gd name="T28" fmla="*/ 2 w 7"/>
                  <a:gd name="T29" fmla="*/ 2 h 113"/>
                  <a:gd name="T30" fmla="*/ 2 w 7"/>
                  <a:gd name="T31" fmla="*/ 12 h 113"/>
                  <a:gd name="T32" fmla="*/ 3 w 7"/>
                  <a:gd name="T33" fmla="*/ 16 h 113"/>
                  <a:gd name="T34" fmla="*/ 3 w 7"/>
                  <a:gd name="T35" fmla="*/ 8 h 113"/>
                  <a:gd name="T36" fmla="*/ 3 w 7"/>
                  <a:gd name="T37" fmla="*/ 4 h 113"/>
                  <a:gd name="T38" fmla="*/ 3 w 7"/>
                  <a:gd name="T39" fmla="*/ 4 h 113"/>
                  <a:gd name="T40" fmla="*/ 3 w 7"/>
                  <a:gd name="T41" fmla="*/ 6 h 113"/>
                  <a:gd name="T42" fmla="*/ 3 w 7"/>
                  <a:gd name="T43" fmla="*/ 12 h 113"/>
                  <a:gd name="T44" fmla="*/ 3 w 7"/>
                  <a:gd name="T45" fmla="*/ 14 h 113"/>
                  <a:gd name="T46" fmla="*/ 3 w 7"/>
                  <a:gd name="T47" fmla="*/ 11 h 113"/>
                  <a:gd name="T48" fmla="*/ 3 w 7"/>
                  <a:gd name="T49" fmla="*/ 14 h 113"/>
                  <a:gd name="T50" fmla="*/ 3 w 7"/>
                  <a:gd name="T51" fmla="*/ 27 h 113"/>
                  <a:gd name="T52" fmla="*/ 4 w 7"/>
                  <a:gd name="T53" fmla="*/ 38 h 113"/>
                  <a:gd name="T54" fmla="*/ 4 w 7"/>
                  <a:gd name="T55" fmla="*/ 44 h 113"/>
                  <a:gd name="T56" fmla="*/ 4 w 7"/>
                  <a:gd name="T57" fmla="*/ 52 h 113"/>
                  <a:gd name="T58" fmla="*/ 4 w 7"/>
                  <a:gd name="T59" fmla="*/ 59 h 113"/>
                  <a:gd name="T60" fmla="*/ 4 w 7"/>
                  <a:gd name="T61" fmla="*/ 65 h 113"/>
                  <a:gd name="T62" fmla="*/ 4 w 7"/>
                  <a:gd name="T63" fmla="*/ 71 h 113"/>
                  <a:gd name="T64" fmla="*/ 5 w 7"/>
                  <a:gd name="T65" fmla="*/ 76 h 113"/>
                  <a:gd name="T66" fmla="*/ 5 w 7"/>
                  <a:gd name="T67" fmla="*/ 79 h 113"/>
                  <a:gd name="T68" fmla="*/ 5 w 7"/>
                  <a:gd name="T69" fmla="*/ 83 h 113"/>
                  <a:gd name="T70" fmla="*/ 5 w 7"/>
                  <a:gd name="T71" fmla="*/ 91 h 113"/>
                  <a:gd name="T72" fmla="*/ 5 w 7"/>
                  <a:gd name="T73" fmla="*/ 101 h 113"/>
                  <a:gd name="T74" fmla="*/ 5 w 7"/>
                  <a:gd name="T75" fmla="*/ 109 h 113"/>
                  <a:gd name="T76" fmla="*/ 5 w 7"/>
                  <a:gd name="T77" fmla="*/ 110 h 113"/>
                  <a:gd name="T78" fmla="*/ 5 w 7"/>
                  <a:gd name="T79" fmla="*/ 107 h 113"/>
                  <a:gd name="T80" fmla="*/ 5 w 7"/>
                  <a:gd name="T81" fmla="*/ 108 h 113"/>
                  <a:gd name="T82" fmla="*/ 6 w 7"/>
                  <a:gd name="T83" fmla="*/ 112 h 113"/>
                  <a:gd name="T84" fmla="*/ 6 w 7"/>
                  <a:gd name="T85" fmla="*/ 113 h 113"/>
                  <a:gd name="T86" fmla="*/ 6 w 7"/>
                  <a:gd name="T87" fmla="*/ 106 h 113"/>
                  <a:gd name="T88" fmla="*/ 6 w 7"/>
                  <a:gd name="T89" fmla="*/ 100 h 113"/>
                  <a:gd name="T90" fmla="*/ 6 w 7"/>
                  <a:gd name="T91" fmla="*/ 97 h 113"/>
                  <a:gd name="T92" fmla="*/ 6 w 7"/>
                  <a:gd name="T93" fmla="*/ 95 h 113"/>
                  <a:gd name="T94" fmla="*/ 7 w 7"/>
                  <a:gd name="T95" fmla="*/ 98 h 113"/>
                  <a:gd name="T96" fmla="*/ 7 w 7"/>
                  <a:gd name="T97" fmla="*/ 102 h 113"/>
                  <a:gd name="T98" fmla="*/ 7 w 7"/>
                  <a:gd name="T99" fmla="*/ 98 h 113"/>
                  <a:gd name="T100" fmla="*/ 7 w 7"/>
                  <a:gd name="T101" fmla="*/ 89 h 113"/>
                  <a:gd name="T102" fmla="*/ 7 w 7"/>
                  <a:gd name="T103" fmla="*/ 85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13">
                    <a:moveTo>
                      <a:pt x="0" y="26"/>
                    </a:moveTo>
                    <a:lnTo>
                      <a:pt x="1" y="24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15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12"/>
                    </a:lnTo>
                    <a:lnTo>
                      <a:pt x="2" y="10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12"/>
                    </a:lnTo>
                    <a:lnTo>
                      <a:pt x="3" y="16"/>
                    </a:lnTo>
                    <a:lnTo>
                      <a:pt x="3" y="8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3" y="6"/>
                    </a:lnTo>
                    <a:lnTo>
                      <a:pt x="3" y="12"/>
                    </a:lnTo>
                    <a:lnTo>
                      <a:pt x="3" y="14"/>
                    </a:lnTo>
                    <a:lnTo>
                      <a:pt x="3" y="11"/>
                    </a:lnTo>
                    <a:lnTo>
                      <a:pt x="3" y="14"/>
                    </a:lnTo>
                    <a:lnTo>
                      <a:pt x="3" y="27"/>
                    </a:lnTo>
                    <a:lnTo>
                      <a:pt x="4" y="38"/>
                    </a:lnTo>
                    <a:lnTo>
                      <a:pt x="4" y="44"/>
                    </a:lnTo>
                    <a:lnTo>
                      <a:pt x="4" y="52"/>
                    </a:lnTo>
                    <a:lnTo>
                      <a:pt x="4" y="59"/>
                    </a:lnTo>
                    <a:lnTo>
                      <a:pt x="4" y="65"/>
                    </a:lnTo>
                    <a:lnTo>
                      <a:pt x="4" y="71"/>
                    </a:lnTo>
                    <a:lnTo>
                      <a:pt x="5" y="76"/>
                    </a:lnTo>
                    <a:lnTo>
                      <a:pt x="5" y="79"/>
                    </a:lnTo>
                    <a:lnTo>
                      <a:pt x="5" y="83"/>
                    </a:lnTo>
                    <a:lnTo>
                      <a:pt x="5" y="91"/>
                    </a:lnTo>
                    <a:lnTo>
                      <a:pt x="5" y="101"/>
                    </a:lnTo>
                    <a:lnTo>
                      <a:pt x="5" y="109"/>
                    </a:lnTo>
                    <a:lnTo>
                      <a:pt x="5" y="110"/>
                    </a:lnTo>
                    <a:lnTo>
                      <a:pt x="5" y="107"/>
                    </a:lnTo>
                    <a:lnTo>
                      <a:pt x="5" y="108"/>
                    </a:lnTo>
                    <a:lnTo>
                      <a:pt x="6" y="112"/>
                    </a:lnTo>
                    <a:lnTo>
                      <a:pt x="6" y="113"/>
                    </a:lnTo>
                    <a:lnTo>
                      <a:pt x="6" y="106"/>
                    </a:lnTo>
                    <a:lnTo>
                      <a:pt x="6" y="100"/>
                    </a:lnTo>
                    <a:lnTo>
                      <a:pt x="6" y="97"/>
                    </a:lnTo>
                    <a:lnTo>
                      <a:pt x="6" y="95"/>
                    </a:lnTo>
                    <a:lnTo>
                      <a:pt x="7" y="98"/>
                    </a:lnTo>
                    <a:lnTo>
                      <a:pt x="7" y="102"/>
                    </a:lnTo>
                    <a:lnTo>
                      <a:pt x="7" y="98"/>
                    </a:lnTo>
                    <a:lnTo>
                      <a:pt x="7" y="89"/>
                    </a:lnTo>
                    <a:lnTo>
                      <a:pt x="7" y="85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69" name="Freeform 929"/>
              <p:cNvSpPr/>
              <p:nvPr/>
            </p:nvSpPr>
            <p:spPr bwMode="auto">
              <a:xfrm>
                <a:off x="1806" y="2918"/>
                <a:ext cx="6" cy="54"/>
              </a:xfrm>
              <a:custGeom>
                <a:avLst/>
                <a:gdLst>
                  <a:gd name="T0" fmla="*/ 0 w 6"/>
                  <a:gd name="T1" fmla="*/ 54 h 54"/>
                  <a:gd name="T2" fmla="*/ 0 w 6"/>
                  <a:gd name="T3" fmla="*/ 50 h 54"/>
                  <a:gd name="T4" fmla="*/ 0 w 6"/>
                  <a:gd name="T5" fmla="*/ 46 h 54"/>
                  <a:gd name="T6" fmla="*/ 0 w 6"/>
                  <a:gd name="T7" fmla="*/ 37 h 54"/>
                  <a:gd name="T8" fmla="*/ 0 w 6"/>
                  <a:gd name="T9" fmla="*/ 28 h 54"/>
                  <a:gd name="T10" fmla="*/ 0 w 6"/>
                  <a:gd name="T11" fmla="*/ 21 h 54"/>
                  <a:gd name="T12" fmla="*/ 1 w 6"/>
                  <a:gd name="T13" fmla="*/ 14 h 54"/>
                  <a:gd name="T14" fmla="*/ 1 w 6"/>
                  <a:gd name="T15" fmla="*/ 9 h 54"/>
                  <a:gd name="T16" fmla="*/ 1 w 6"/>
                  <a:gd name="T17" fmla="*/ 7 h 54"/>
                  <a:gd name="T18" fmla="*/ 1 w 6"/>
                  <a:gd name="T19" fmla="*/ 4 h 54"/>
                  <a:gd name="T20" fmla="*/ 1 w 6"/>
                  <a:gd name="T21" fmla="*/ 3 h 54"/>
                  <a:gd name="T22" fmla="*/ 1 w 6"/>
                  <a:gd name="T23" fmla="*/ 4 h 54"/>
                  <a:gd name="T24" fmla="*/ 1 w 6"/>
                  <a:gd name="T25" fmla="*/ 6 h 54"/>
                  <a:gd name="T26" fmla="*/ 1 w 6"/>
                  <a:gd name="T27" fmla="*/ 7 h 54"/>
                  <a:gd name="T28" fmla="*/ 1 w 6"/>
                  <a:gd name="T29" fmla="*/ 7 h 54"/>
                  <a:gd name="T30" fmla="*/ 2 w 6"/>
                  <a:gd name="T31" fmla="*/ 6 h 54"/>
                  <a:gd name="T32" fmla="*/ 2 w 6"/>
                  <a:gd name="T33" fmla="*/ 5 h 54"/>
                  <a:gd name="T34" fmla="*/ 2 w 6"/>
                  <a:gd name="T35" fmla="*/ 7 h 54"/>
                  <a:gd name="T36" fmla="*/ 2 w 6"/>
                  <a:gd name="T37" fmla="*/ 13 h 54"/>
                  <a:gd name="T38" fmla="*/ 2 w 6"/>
                  <a:gd name="T39" fmla="*/ 14 h 54"/>
                  <a:gd name="T40" fmla="*/ 2 w 6"/>
                  <a:gd name="T41" fmla="*/ 12 h 54"/>
                  <a:gd name="T42" fmla="*/ 3 w 6"/>
                  <a:gd name="T43" fmla="*/ 11 h 54"/>
                  <a:gd name="T44" fmla="*/ 3 w 6"/>
                  <a:gd name="T45" fmla="*/ 11 h 54"/>
                  <a:gd name="T46" fmla="*/ 3 w 6"/>
                  <a:gd name="T47" fmla="*/ 13 h 54"/>
                  <a:gd name="T48" fmla="*/ 3 w 6"/>
                  <a:gd name="T49" fmla="*/ 17 h 54"/>
                  <a:gd name="T50" fmla="*/ 3 w 6"/>
                  <a:gd name="T51" fmla="*/ 19 h 54"/>
                  <a:gd name="T52" fmla="*/ 3 w 6"/>
                  <a:gd name="T53" fmla="*/ 18 h 54"/>
                  <a:gd name="T54" fmla="*/ 3 w 6"/>
                  <a:gd name="T55" fmla="*/ 19 h 54"/>
                  <a:gd name="T56" fmla="*/ 3 w 6"/>
                  <a:gd name="T57" fmla="*/ 19 h 54"/>
                  <a:gd name="T58" fmla="*/ 3 w 6"/>
                  <a:gd name="T59" fmla="*/ 18 h 54"/>
                  <a:gd name="T60" fmla="*/ 4 w 6"/>
                  <a:gd name="T61" fmla="*/ 22 h 54"/>
                  <a:gd name="T62" fmla="*/ 4 w 6"/>
                  <a:gd name="T63" fmla="*/ 23 h 54"/>
                  <a:gd name="T64" fmla="*/ 4 w 6"/>
                  <a:gd name="T65" fmla="*/ 18 h 54"/>
                  <a:gd name="T66" fmla="*/ 4 w 6"/>
                  <a:gd name="T67" fmla="*/ 16 h 54"/>
                  <a:gd name="T68" fmla="*/ 4 w 6"/>
                  <a:gd name="T69" fmla="*/ 16 h 54"/>
                  <a:gd name="T70" fmla="*/ 4 w 6"/>
                  <a:gd name="T71" fmla="*/ 16 h 54"/>
                  <a:gd name="T72" fmla="*/ 5 w 6"/>
                  <a:gd name="T73" fmla="*/ 15 h 54"/>
                  <a:gd name="T74" fmla="*/ 5 w 6"/>
                  <a:gd name="T75" fmla="*/ 13 h 54"/>
                  <a:gd name="T76" fmla="*/ 5 w 6"/>
                  <a:gd name="T77" fmla="*/ 9 h 54"/>
                  <a:gd name="T78" fmla="*/ 5 w 6"/>
                  <a:gd name="T79" fmla="*/ 8 h 54"/>
                  <a:gd name="T80" fmla="*/ 5 w 6"/>
                  <a:gd name="T81" fmla="*/ 8 h 54"/>
                  <a:gd name="T82" fmla="*/ 5 w 6"/>
                  <a:gd name="T83" fmla="*/ 8 h 54"/>
                  <a:gd name="T84" fmla="*/ 5 w 6"/>
                  <a:gd name="T85" fmla="*/ 6 h 54"/>
                  <a:gd name="T86" fmla="*/ 5 w 6"/>
                  <a:gd name="T87" fmla="*/ 3 h 54"/>
                  <a:gd name="T88" fmla="*/ 5 w 6"/>
                  <a:gd name="T89" fmla="*/ 2 h 54"/>
                  <a:gd name="T90" fmla="*/ 5 w 6"/>
                  <a:gd name="T91" fmla="*/ 5 h 54"/>
                  <a:gd name="T92" fmla="*/ 6 w 6"/>
                  <a:gd name="T93" fmla="*/ 5 h 54"/>
                  <a:gd name="T94" fmla="*/ 6 w 6"/>
                  <a:gd name="T95" fmla="*/ 0 h 54"/>
                  <a:gd name="T96" fmla="*/ 6 w 6"/>
                  <a:gd name="T97" fmla="*/ 1 h 54"/>
                  <a:gd name="T98" fmla="*/ 6 w 6"/>
                  <a:gd name="T99" fmla="*/ 4 h 54"/>
                  <a:gd name="T100" fmla="*/ 6 w 6"/>
                  <a:gd name="T101" fmla="*/ 5 h 54"/>
                  <a:gd name="T102" fmla="*/ 6 w 6"/>
                  <a:gd name="T103" fmla="*/ 6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4">
                    <a:moveTo>
                      <a:pt x="0" y="54"/>
                    </a:moveTo>
                    <a:lnTo>
                      <a:pt x="0" y="50"/>
                    </a:lnTo>
                    <a:lnTo>
                      <a:pt x="0" y="46"/>
                    </a:lnTo>
                    <a:lnTo>
                      <a:pt x="0" y="37"/>
                    </a:lnTo>
                    <a:lnTo>
                      <a:pt x="0" y="28"/>
                    </a:lnTo>
                    <a:lnTo>
                      <a:pt x="0" y="21"/>
                    </a:lnTo>
                    <a:lnTo>
                      <a:pt x="1" y="14"/>
                    </a:lnTo>
                    <a:lnTo>
                      <a:pt x="1" y="9"/>
                    </a:lnTo>
                    <a:lnTo>
                      <a:pt x="1" y="7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1" y="6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2" y="13"/>
                    </a:lnTo>
                    <a:lnTo>
                      <a:pt x="2" y="14"/>
                    </a:lnTo>
                    <a:lnTo>
                      <a:pt x="2" y="12"/>
                    </a:lnTo>
                    <a:lnTo>
                      <a:pt x="3" y="11"/>
                    </a:lnTo>
                    <a:lnTo>
                      <a:pt x="3" y="11"/>
                    </a:lnTo>
                    <a:lnTo>
                      <a:pt x="3" y="13"/>
                    </a:lnTo>
                    <a:lnTo>
                      <a:pt x="3" y="17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4" y="22"/>
                    </a:lnTo>
                    <a:lnTo>
                      <a:pt x="4" y="23"/>
                    </a:lnTo>
                    <a:lnTo>
                      <a:pt x="4" y="18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3"/>
                    </a:lnTo>
                    <a:lnTo>
                      <a:pt x="5" y="9"/>
                    </a:lnTo>
                    <a:lnTo>
                      <a:pt x="5" y="8"/>
                    </a:lnTo>
                    <a:lnTo>
                      <a:pt x="5" y="8"/>
                    </a:lnTo>
                    <a:lnTo>
                      <a:pt x="5" y="8"/>
                    </a:lnTo>
                    <a:lnTo>
                      <a:pt x="5" y="6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5" y="5"/>
                    </a:lnTo>
                    <a:lnTo>
                      <a:pt x="6" y="5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4"/>
                    </a:lnTo>
                    <a:lnTo>
                      <a:pt x="6" y="5"/>
                    </a:lnTo>
                    <a:lnTo>
                      <a:pt x="6" y="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70" name="Freeform 930"/>
              <p:cNvSpPr/>
              <p:nvPr/>
            </p:nvSpPr>
            <p:spPr bwMode="auto">
              <a:xfrm>
                <a:off x="1812" y="2923"/>
                <a:ext cx="7" cy="178"/>
              </a:xfrm>
              <a:custGeom>
                <a:avLst/>
                <a:gdLst>
                  <a:gd name="T0" fmla="*/ 0 w 7"/>
                  <a:gd name="T1" fmla="*/ 0 h 178"/>
                  <a:gd name="T2" fmla="*/ 0 w 7"/>
                  <a:gd name="T3" fmla="*/ 1 h 178"/>
                  <a:gd name="T4" fmla="*/ 0 w 7"/>
                  <a:gd name="T5" fmla="*/ 1 h 178"/>
                  <a:gd name="T6" fmla="*/ 0 w 7"/>
                  <a:gd name="T7" fmla="*/ 1 h 178"/>
                  <a:gd name="T8" fmla="*/ 0 w 7"/>
                  <a:gd name="T9" fmla="*/ 5 h 178"/>
                  <a:gd name="T10" fmla="*/ 1 w 7"/>
                  <a:gd name="T11" fmla="*/ 15 h 178"/>
                  <a:gd name="T12" fmla="*/ 1 w 7"/>
                  <a:gd name="T13" fmla="*/ 21 h 178"/>
                  <a:gd name="T14" fmla="*/ 1 w 7"/>
                  <a:gd name="T15" fmla="*/ 19 h 178"/>
                  <a:gd name="T16" fmla="*/ 1 w 7"/>
                  <a:gd name="T17" fmla="*/ 20 h 178"/>
                  <a:gd name="T18" fmla="*/ 1 w 7"/>
                  <a:gd name="T19" fmla="*/ 27 h 178"/>
                  <a:gd name="T20" fmla="*/ 1 w 7"/>
                  <a:gd name="T21" fmla="*/ 32 h 178"/>
                  <a:gd name="T22" fmla="*/ 2 w 7"/>
                  <a:gd name="T23" fmla="*/ 32 h 178"/>
                  <a:gd name="T24" fmla="*/ 2 w 7"/>
                  <a:gd name="T25" fmla="*/ 33 h 178"/>
                  <a:gd name="T26" fmla="*/ 2 w 7"/>
                  <a:gd name="T27" fmla="*/ 38 h 178"/>
                  <a:gd name="T28" fmla="*/ 2 w 7"/>
                  <a:gd name="T29" fmla="*/ 41 h 178"/>
                  <a:gd name="T30" fmla="*/ 2 w 7"/>
                  <a:gd name="T31" fmla="*/ 43 h 178"/>
                  <a:gd name="T32" fmla="*/ 2 w 7"/>
                  <a:gd name="T33" fmla="*/ 50 h 178"/>
                  <a:gd name="T34" fmla="*/ 2 w 7"/>
                  <a:gd name="T35" fmla="*/ 59 h 178"/>
                  <a:gd name="T36" fmla="*/ 2 w 7"/>
                  <a:gd name="T37" fmla="*/ 61 h 178"/>
                  <a:gd name="T38" fmla="*/ 2 w 7"/>
                  <a:gd name="T39" fmla="*/ 66 h 178"/>
                  <a:gd name="T40" fmla="*/ 3 w 7"/>
                  <a:gd name="T41" fmla="*/ 77 h 178"/>
                  <a:gd name="T42" fmla="*/ 3 w 7"/>
                  <a:gd name="T43" fmla="*/ 80 h 178"/>
                  <a:gd name="T44" fmla="*/ 3 w 7"/>
                  <a:gd name="T45" fmla="*/ 75 h 178"/>
                  <a:gd name="T46" fmla="*/ 3 w 7"/>
                  <a:gd name="T47" fmla="*/ 73 h 178"/>
                  <a:gd name="T48" fmla="*/ 3 w 7"/>
                  <a:gd name="T49" fmla="*/ 76 h 178"/>
                  <a:gd name="T50" fmla="*/ 3 w 7"/>
                  <a:gd name="T51" fmla="*/ 76 h 178"/>
                  <a:gd name="T52" fmla="*/ 4 w 7"/>
                  <a:gd name="T53" fmla="*/ 71 h 178"/>
                  <a:gd name="T54" fmla="*/ 4 w 7"/>
                  <a:gd name="T55" fmla="*/ 68 h 178"/>
                  <a:gd name="T56" fmla="*/ 4 w 7"/>
                  <a:gd name="T57" fmla="*/ 74 h 178"/>
                  <a:gd name="T58" fmla="*/ 4 w 7"/>
                  <a:gd name="T59" fmla="*/ 77 h 178"/>
                  <a:gd name="T60" fmla="*/ 4 w 7"/>
                  <a:gd name="T61" fmla="*/ 74 h 178"/>
                  <a:gd name="T62" fmla="*/ 4 w 7"/>
                  <a:gd name="T63" fmla="*/ 77 h 178"/>
                  <a:gd name="T64" fmla="*/ 4 w 7"/>
                  <a:gd name="T65" fmla="*/ 85 h 178"/>
                  <a:gd name="T66" fmla="*/ 4 w 7"/>
                  <a:gd name="T67" fmla="*/ 87 h 178"/>
                  <a:gd name="T68" fmla="*/ 4 w 7"/>
                  <a:gd name="T69" fmla="*/ 88 h 178"/>
                  <a:gd name="T70" fmla="*/ 5 w 7"/>
                  <a:gd name="T71" fmla="*/ 95 h 178"/>
                  <a:gd name="T72" fmla="*/ 5 w 7"/>
                  <a:gd name="T73" fmla="*/ 97 h 178"/>
                  <a:gd name="T74" fmla="*/ 5 w 7"/>
                  <a:gd name="T75" fmla="*/ 97 h 178"/>
                  <a:gd name="T76" fmla="*/ 5 w 7"/>
                  <a:gd name="T77" fmla="*/ 106 h 178"/>
                  <a:gd name="T78" fmla="*/ 5 w 7"/>
                  <a:gd name="T79" fmla="*/ 120 h 178"/>
                  <a:gd name="T80" fmla="*/ 5 w 7"/>
                  <a:gd name="T81" fmla="*/ 127 h 178"/>
                  <a:gd name="T82" fmla="*/ 5 w 7"/>
                  <a:gd name="T83" fmla="*/ 125 h 178"/>
                  <a:gd name="T84" fmla="*/ 5 w 7"/>
                  <a:gd name="T85" fmla="*/ 127 h 178"/>
                  <a:gd name="T86" fmla="*/ 5 w 7"/>
                  <a:gd name="T87" fmla="*/ 140 h 178"/>
                  <a:gd name="T88" fmla="*/ 6 w 7"/>
                  <a:gd name="T89" fmla="*/ 149 h 178"/>
                  <a:gd name="T90" fmla="*/ 6 w 7"/>
                  <a:gd name="T91" fmla="*/ 150 h 178"/>
                  <a:gd name="T92" fmla="*/ 6 w 7"/>
                  <a:gd name="T93" fmla="*/ 155 h 178"/>
                  <a:gd name="T94" fmla="*/ 6 w 7"/>
                  <a:gd name="T95" fmla="*/ 159 h 178"/>
                  <a:gd name="T96" fmla="*/ 6 w 7"/>
                  <a:gd name="T97" fmla="*/ 161 h 178"/>
                  <a:gd name="T98" fmla="*/ 6 w 7"/>
                  <a:gd name="T99" fmla="*/ 167 h 178"/>
                  <a:gd name="T100" fmla="*/ 7 w 7"/>
                  <a:gd name="T101" fmla="*/ 175 h 178"/>
                  <a:gd name="T102" fmla="*/ 7 w 7"/>
                  <a:gd name="T103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78">
                    <a:moveTo>
                      <a:pt x="0" y="0"/>
                    </a:moveTo>
                    <a:lnTo>
                      <a:pt x="0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5"/>
                    </a:lnTo>
                    <a:lnTo>
                      <a:pt x="1" y="15"/>
                    </a:lnTo>
                    <a:lnTo>
                      <a:pt x="1" y="21"/>
                    </a:lnTo>
                    <a:lnTo>
                      <a:pt x="1" y="19"/>
                    </a:lnTo>
                    <a:lnTo>
                      <a:pt x="1" y="20"/>
                    </a:lnTo>
                    <a:lnTo>
                      <a:pt x="1" y="27"/>
                    </a:lnTo>
                    <a:lnTo>
                      <a:pt x="1" y="32"/>
                    </a:lnTo>
                    <a:lnTo>
                      <a:pt x="2" y="32"/>
                    </a:lnTo>
                    <a:lnTo>
                      <a:pt x="2" y="33"/>
                    </a:lnTo>
                    <a:lnTo>
                      <a:pt x="2" y="38"/>
                    </a:lnTo>
                    <a:lnTo>
                      <a:pt x="2" y="41"/>
                    </a:lnTo>
                    <a:lnTo>
                      <a:pt x="2" y="43"/>
                    </a:lnTo>
                    <a:lnTo>
                      <a:pt x="2" y="50"/>
                    </a:lnTo>
                    <a:lnTo>
                      <a:pt x="2" y="59"/>
                    </a:lnTo>
                    <a:lnTo>
                      <a:pt x="2" y="61"/>
                    </a:lnTo>
                    <a:lnTo>
                      <a:pt x="2" y="66"/>
                    </a:lnTo>
                    <a:lnTo>
                      <a:pt x="3" y="77"/>
                    </a:lnTo>
                    <a:lnTo>
                      <a:pt x="3" y="80"/>
                    </a:lnTo>
                    <a:lnTo>
                      <a:pt x="3" y="75"/>
                    </a:lnTo>
                    <a:lnTo>
                      <a:pt x="3" y="73"/>
                    </a:lnTo>
                    <a:lnTo>
                      <a:pt x="3" y="76"/>
                    </a:lnTo>
                    <a:lnTo>
                      <a:pt x="3" y="76"/>
                    </a:lnTo>
                    <a:lnTo>
                      <a:pt x="4" y="71"/>
                    </a:lnTo>
                    <a:lnTo>
                      <a:pt x="4" y="68"/>
                    </a:lnTo>
                    <a:lnTo>
                      <a:pt x="4" y="74"/>
                    </a:lnTo>
                    <a:lnTo>
                      <a:pt x="4" y="77"/>
                    </a:lnTo>
                    <a:lnTo>
                      <a:pt x="4" y="74"/>
                    </a:lnTo>
                    <a:lnTo>
                      <a:pt x="4" y="77"/>
                    </a:lnTo>
                    <a:lnTo>
                      <a:pt x="4" y="85"/>
                    </a:lnTo>
                    <a:lnTo>
                      <a:pt x="4" y="87"/>
                    </a:lnTo>
                    <a:lnTo>
                      <a:pt x="4" y="88"/>
                    </a:lnTo>
                    <a:lnTo>
                      <a:pt x="5" y="95"/>
                    </a:lnTo>
                    <a:lnTo>
                      <a:pt x="5" y="97"/>
                    </a:lnTo>
                    <a:lnTo>
                      <a:pt x="5" y="97"/>
                    </a:lnTo>
                    <a:lnTo>
                      <a:pt x="5" y="106"/>
                    </a:lnTo>
                    <a:lnTo>
                      <a:pt x="5" y="120"/>
                    </a:lnTo>
                    <a:lnTo>
                      <a:pt x="5" y="127"/>
                    </a:lnTo>
                    <a:lnTo>
                      <a:pt x="5" y="125"/>
                    </a:lnTo>
                    <a:lnTo>
                      <a:pt x="5" y="127"/>
                    </a:lnTo>
                    <a:lnTo>
                      <a:pt x="5" y="140"/>
                    </a:lnTo>
                    <a:lnTo>
                      <a:pt x="6" y="149"/>
                    </a:lnTo>
                    <a:lnTo>
                      <a:pt x="6" y="150"/>
                    </a:lnTo>
                    <a:lnTo>
                      <a:pt x="6" y="155"/>
                    </a:lnTo>
                    <a:lnTo>
                      <a:pt x="6" y="159"/>
                    </a:lnTo>
                    <a:lnTo>
                      <a:pt x="6" y="161"/>
                    </a:lnTo>
                    <a:lnTo>
                      <a:pt x="6" y="167"/>
                    </a:lnTo>
                    <a:lnTo>
                      <a:pt x="7" y="175"/>
                    </a:lnTo>
                    <a:lnTo>
                      <a:pt x="7" y="17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71" name="Freeform 931"/>
              <p:cNvSpPr/>
              <p:nvPr/>
            </p:nvSpPr>
            <p:spPr bwMode="auto">
              <a:xfrm>
                <a:off x="1819" y="2926"/>
                <a:ext cx="6" cy="193"/>
              </a:xfrm>
              <a:custGeom>
                <a:avLst/>
                <a:gdLst>
                  <a:gd name="T0" fmla="*/ 0 w 6"/>
                  <a:gd name="T1" fmla="*/ 172 h 193"/>
                  <a:gd name="T2" fmla="*/ 0 w 6"/>
                  <a:gd name="T3" fmla="*/ 175 h 193"/>
                  <a:gd name="T4" fmla="*/ 0 w 6"/>
                  <a:gd name="T5" fmla="*/ 173 h 193"/>
                  <a:gd name="T6" fmla="*/ 0 w 6"/>
                  <a:gd name="T7" fmla="*/ 171 h 193"/>
                  <a:gd name="T8" fmla="*/ 0 w 6"/>
                  <a:gd name="T9" fmla="*/ 171 h 193"/>
                  <a:gd name="T10" fmla="*/ 0 w 6"/>
                  <a:gd name="T11" fmla="*/ 172 h 193"/>
                  <a:gd name="T12" fmla="*/ 0 w 6"/>
                  <a:gd name="T13" fmla="*/ 175 h 193"/>
                  <a:gd name="T14" fmla="*/ 0 w 6"/>
                  <a:gd name="T15" fmla="*/ 183 h 193"/>
                  <a:gd name="T16" fmla="*/ 0 w 6"/>
                  <a:gd name="T17" fmla="*/ 193 h 193"/>
                  <a:gd name="T18" fmla="*/ 0 w 6"/>
                  <a:gd name="T19" fmla="*/ 191 h 193"/>
                  <a:gd name="T20" fmla="*/ 1 w 6"/>
                  <a:gd name="T21" fmla="*/ 185 h 193"/>
                  <a:gd name="T22" fmla="*/ 1 w 6"/>
                  <a:gd name="T23" fmla="*/ 185 h 193"/>
                  <a:gd name="T24" fmla="*/ 1 w 6"/>
                  <a:gd name="T25" fmla="*/ 185 h 193"/>
                  <a:gd name="T26" fmla="*/ 1 w 6"/>
                  <a:gd name="T27" fmla="*/ 180 h 193"/>
                  <a:gd name="T28" fmla="*/ 1 w 6"/>
                  <a:gd name="T29" fmla="*/ 176 h 193"/>
                  <a:gd name="T30" fmla="*/ 1 w 6"/>
                  <a:gd name="T31" fmla="*/ 168 h 193"/>
                  <a:gd name="T32" fmla="*/ 2 w 6"/>
                  <a:gd name="T33" fmla="*/ 155 h 193"/>
                  <a:gd name="T34" fmla="*/ 2 w 6"/>
                  <a:gd name="T35" fmla="*/ 151 h 193"/>
                  <a:gd name="T36" fmla="*/ 2 w 6"/>
                  <a:gd name="T37" fmla="*/ 157 h 193"/>
                  <a:gd name="T38" fmla="*/ 2 w 6"/>
                  <a:gd name="T39" fmla="*/ 159 h 193"/>
                  <a:gd name="T40" fmla="*/ 2 w 6"/>
                  <a:gd name="T41" fmla="*/ 156 h 193"/>
                  <a:gd name="T42" fmla="*/ 2 w 6"/>
                  <a:gd name="T43" fmla="*/ 151 h 193"/>
                  <a:gd name="T44" fmla="*/ 2 w 6"/>
                  <a:gd name="T45" fmla="*/ 144 h 193"/>
                  <a:gd name="T46" fmla="*/ 2 w 6"/>
                  <a:gd name="T47" fmla="*/ 132 h 193"/>
                  <a:gd name="T48" fmla="*/ 2 w 6"/>
                  <a:gd name="T49" fmla="*/ 116 h 193"/>
                  <a:gd name="T50" fmla="*/ 3 w 6"/>
                  <a:gd name="T51" fmla="*/ 99 h 193"/>
                  <a:gd name="T52" fmla="*/ 3 w 6"/>
                  <a:gd name="T53" fmla="*/ 86 h 193"/>
                  <a:gd name="T54" fmla="*/ 3 w 6"/>
                  <a:gd name="T55" fmla="*/ 74 h 193"/>
                  <a:gd name="T56" fmla="*/ 3 w 6"/>
                  <a:gd name="T57" fmla="*/ 64 h 193"/>
                  <a:gd name="T58" fmla="*/ 3 w 6"/>
                  <a:gd name="T59" fmla="*/ 55 h 193"/>
                  <a:gd name="T60" fmla="*/ 3 w 6"/>
                  <a:gd name="T61" fmla="*/ 47 h 193"/>
                  <a:gd name="T62" fmla="*/ 3 w 6"/>
                  <a:gd name="T63" fmla="*/ 42 h 193"/>
                  <a:gd name="T64" fmla="*/ 3 w 6"/>
                  <a:gd name="T65" fmla="*/ 43 h 193"/>
                  <a:gd name="T66" fmla="*/ 3 w 6"/>
                  <a:gd name="T67" fmla="*/ 43 h 193"/>
                  <a:gd name="T68" fmla="*/ 4 w 6"/>
                  <a:gd name="T69" fmla="*/ 39 h 193"/>
                  <a:gd name="T70" fmla="*/ 4 w 6"/>
                  <a:gd name="T71" fmla="*/ 33 h 193"/>
                  <a:gd name="T72" fmla="*/ 4 w 6"/>
                  <a:gd name="T73" fmla="*/ 26 h 193"/>
                  <a:gd name="T74" fmla="*/ 4 w 6"/>
                  <a:gd name="T75" fmla="*/ 20 h 193"/>
                  <a:gd name="T76" fmla="*/ 4 w 6"/>
                  <a:gd name="T77" fmla="*/ 16 h 193"/>
                  <a:gd name="T78" fmla="*/ 4 w 6"/>
                  <a:gd name="T79" fmla="*/ 10 h 193"/>
                  <a:gd name="T80" fmla="*/ 5 w 6"/>
                  <a:gd name="T81" fmla="*/ 7 h 193"/>
                  <a:gd name="T82" fmla="*/ 5 w 6"/>
                  <a:gd name="T83" fmla="*/ 10 h 193"/>
                  <a:gd name="T84" fmla="*/ 5 w 6"/>
                  <a:gd name="T85" fmla="*/ 8 h 193"/>
                  <a:gd name="T86" fmla="*/ 5 w 6"/>
                  <a:gd name="T87" fmla="*/ 1 h 193"/>
                  <a:gd name="T88" fmla="*/ 5 w 6"/>
                  <a:gd name="T89" fmla="*/ 0 h 193"/>
                  <a:gd name="T90" fmla="*/ 5 w 6"/>
                  <a:gd name="T91" fmla="*/ 5 h 193"/>
                  <a:gd name="T92" fmla="*/ 5 w 6"/>
                  <a:gd name="T93" fmla="*/ 12 h 193"/>
                  <a:gd name="T94" fmla="*/ 5 w 6"/>
                  <a:gd name="T95" fmla="*/ 16 h 193"/>
                  <a:gd name="T96" fmla="*/ 5 w 6"/>
                  <a:gd name="T97" fmla="*/ 15 h 193"/>
                  <a:gd name="T98" fmla="*/ 6 w 6"/>
                  <a:gd name="T99" fmla="*/ 13 h 193"/>
                  <a:gd name="T100" fmla="*/ 6 w 6"/>
                  <a:gd name="T101" fmla="*/ 13 h 193"/>
                  <a:gd name="T102" fmla="*/ 6 w 6"/>
                  <a:gd name="T103" fmla="*/ 13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93">
                    <a:moveTo>
                      <a:pt x="0" y="172"/>
                    </a:moveTo>
                    <a:lnTo>
                      <a:pt x="0" y="175"/>
                    </a:lnTo>
                    <a:lnTo>
                      <a:pt x="0" y="173"/>
                    </a:lnTo>
                    <a:lnTo>
                      <a:pt x="0" y="171"/>
                    </a:lnTo>
                    <a:lnTo>
                      <a:pt x="0" y="171"/>
                    </a:lnTo>
                    <a:lnTo>
                      <a:pt x="0" y="172"/>
                    </a:lnTo>
                    <a:lnTo>
                      <a:pt x="0" y="175"/>
                    </a:lnTo>
                    <a:lnTo>
                      <a:pt x="0" y="183"/>
                    </a:lnTo>
                    <a:lnTo>
                      <a:pt x="0" y="193"/>
                    </a:lnTo>
                    <a:lnTo>
                      <a:pt x="0" y="191"/>
                    </a:lnTo>
                    <a:lnTo>
                      <a:pt x="1" y="185"/>
                    </a:lnTo>
                    <a:lnTo>
                      <a:pt x="1" y="185"/>
                    </a:lnTo>
                    <a:lnTo>
                      <a:pt x="1" y="185"/>
                    </a:lnTo>
                    <a:lnTo>
                      <a:pt x="1" y="180"/>
                    </a:lnTo>
                    <a:lnTo>
                      <a:pt x="1" y="176"/>
                    </a:lnTo>
                    <a:lnTo>
                      <a:pt x="1" y="168"/>
                    </a:lnTo>
                    <a:lnTo>
                      <a:pt x="2" y="155"/>
                    </a:lnTo>
                    <a:lnTo>
                      <a:pt x="2" y="151"/>
                    </a:lnTo>
                    <a:lnTo>
                      <a:pt x="2" y="157"/>
                    </a:lnTo>
                    <a:lnTo>
                      <a:pt x="2" y="159"/>
                    </a:lnTo>
                    <a:lnTo>
                      <a:pt x="2" y="156"/>
                    </a:lnTo>
                    <a:lnTo>
                      <a:pt x="2" y="151"/>
                    </a:lnTo>
                    <a:lnTo>
                      <a:pt x="2" y="144"/>
                    </a:lnTo>
                    <a:lnTo>
                      <a:pt x="2" y="132"/>
                    </a:lnTo>
                    <a:lnTo>
                      <a:pt x="2" y="116"/>
                    </a:lnTo>
                    <a:lnTo>
                      <a:pt x="3" y="99"/>
                    </a:lnTo>
                    <a:lnTo>
                      <a:pt x="3" y="86"/>
                    </a:lnTo>
                    <a:lnTo>
                      <a:pt x="3" y="74"/>
                    </a:lnTo>
                    <a:lnTo>
                      <a:pt x="3" y="64"/>
                    </a:lnTo>
                    <a:lnTo>
                      <a:pt x="3" y="55"/>
                    </a:lnTo>
                    <a:lnTo>
                      <a:pt x="3" y="47"/>
                    </a:lnTo>
                    <a:lnTo>
                      <a:pt x="3" y="42"/>
                    </a:lnTo>
                    <a:lnTo>
                      <a:pt x="3" y="43"/>
                    </a:lnTo>
                    <a:lnTo>
                      <a:pt x="3" y="43"/>
                    </a:lnTo>
                    <a:lnTo>
                      <a:pt x="4" y="39"/>
                    </a:lnTo>
                    <a:lnTo>
                      <a:pt x="4" y="33"/>
                    </a:lnTo>
                    <a:lnTo>
                      <a:pt x="4" y="26"/>
                    </a:lnTo>
                    <a:lnTo>
                      <a:pt x="4" y="20"/>
                    </a:lnTo>
                    <a:lnTo>
                      <a:pt x="4" y="16"/>
                    </a:lnTo>
                    <a:lnTo>
                      <a:pt x="4" y="10"/>
                    </a:lnTo>
                    <a:lnTo>
                      <a:pt x="5" y="7"/>
                    </a:lnTo>
                    <a:lnTo>
                      <a:pt x="5" y="10"/>
                    </a:lnTo>
                    <a:lnTo>
                      <a:pt x="5" y="8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5" y="5"/>
                    </a:lnTo>
                    <a:lnTo>
                      <a:pt x="5" y="12"/>
                    </a:lnTo>
                    <a:lnTo>
                      <a:pt x="5" y="16"/>
                    </a:lnTo>
                    <a:lnTo>
                      <a:pt x="5" y="15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72" name="Freeform 932"/>
              <p:cNvSpPr/>
              <p:nvPr/>
            </p:nvSpPr>
            <p:spPr bwMode="auto">
              <a:xfrm>
                <a:off x="1825" y="2900"/>
                <a:ext cx="6" cy="76"/>
              </a:xfrm>
              <a:custGeom>
                <a:avLst/>
                <a:gdLst>
                  <a:gd name="T0" fmla="*/ 0 w 6"/>
                  <a:gd name="T1" fmla="*/ 39 h 76"/>
                  <a:gd name="T2" fmla="*/ 0 w 6"/>
                  <a:gd name="T3" fmla="*/ 39 h 76"/>
                  <a:gd name="T4" fmla="*/ 0 w 6"/>
                  <a:gd name="T5" fmla="*/ 40 h 76"/>
                  <a:gd name="T6" fmla="*/ 0 w 6"/>
                  <a:gd name="T7" fmla="*/ 39 h 76"/>
                  <a:gd name="T8" fmla="*/ 0 w 6"/>
                  <a:gd name="T9" fmla="*/ 37 h 76"/>
                  <a:gd name="T10" fmla="*/ 1 w 6"/>
                  <a:gd name="T11" fmla="*/ 36 h 76"/>
                  <a:gd name="T12" fmla="*/ 1 w 6"/>
                  <a:gd name="T13" fmla="*/ 36 h 76"/>
                  <a:gd name="T14" fmla="*/ 1 w 6"/>
                  <a:gd name="T15" fmla="*/ 31 h 76"/>
                  <a:gd name="T16" fmla="*/ 1 w 6"/>
                  <a:gd name="T17" fmla="*/ 29 h 76"/>
                  <a:gd name="T18" fmla="*/ 1 w 6"/>
                  <a:gd name="T19" fmla="*/ 36 h 76"/>
                  <a:gd name="T20" fmla="*/ 1 w 6"/>
                  <a:gd name="T21" fmla="*/ 42 h 76"/>
                  <a:gd name="T22" fmla="*/ 1 w 6"/>
                  <a:gd name="T23" fmla="*/ 39 h 76"/>
                  <a:gd name="T24" fmla="*/ 1 w 6"/>
                  <a:gd name="T25" fmla="*/ 31 h 76"/>
                  <a:gd name="T26" fmla="*/ 1 w 6"/>
                  <a:gd name="T27" fmla="*/ 24 h 76"/>
                  <a:gd name="T28" fmla="*/ 2 w 6"/>
                  <a:gd name="T29" fmla="*/ 23 h 76"/>
                  <a:gd name="T30" fmla="*/ 2 w 6"/>
                  <a:gd name="T31" fmla="*/ 24 h 76"/>
                  <a:gd name="T32" fmla="*/ 2 w 6"/>
                  <a:gd name="T33" fmla="*/ 24 h 76"/>
                  <a:gd name="T34" fmla="*/ 2 w 6"/>
                  <a:gd name="T35" fmla="*/ 20 h 76"/>
                  <a:gd name="T36" fmla="*/ 2 w 6"/>
                  <a:gd name="T37" fmla="*/ 8 h 76"/>
                  <a:gd name="T38" fmla="*/ 2 w 6"/>
                  <a:gd name="T39" fmla="*/ 0 h 76"/>
                  <a:gd name="T40" fmla="*/ 2 w 6"/>
                  <a:gd name="T41" fmla="*/ 4 h 76"/>
                  <a:gd name="T42" fmla="*/ 2 w 6"/>
                  <a:gd name="T43" fmla="*/ 6 h 76"/>
                  <a:gd name="T44" fmla="*/ 2 w 6"/>
                  <a:gd name="T45" fmla="*/ 4 h 76"/>
                  <a:gd name="T46" fmla="*/ 2 w 6"/>
                  <a:gd name="T47" fmla="*/ 7 h 76"/>
                  <a:gd name="T48" fmla="*/ 3 w 6"/>
                  <a:gd name="T49" fmla="*/ 9 h 76"/>
                  <a:gd name="T50" fmla="*/ 3 w 6"/>
                  <a:gd name="T51" fmla="*/ 5 h 76"/>
                  <a:gd name="T52" fmla="*/ 3 w 6"/>
                  <a:gd name="T53" fmla="*/ 2 h 76"/>
                  <a:gd name="T54" fmla="*/ 3 w 6"/>
                  <a:gd name="T55" fmla="*/ 7 h 76"/>
                  <a:gd name="T56" fmla="*/ 3 w 6"/>
                  <a:gd name="T57" fmla="*/ 11 h 76"/>
                  <a:gd name="T58" fmla="*/ 3 w 6"/>
                  <a:gd name="T59" fmla="*/ 8 h 76"/>
                  <a:gd name="T60" fmla="*/ 4 w 6"/>
                  <a:gd name="T61" fmla="*/ 4 h 76"/>
                  <a:gd name="T62" fmla="*/ 4 w 6"/>
                  <a:gd name="T63" fmla="*/ 3 h 76"/>
                  <a:gd name="T64" fmla="*/ 4 w 6"/>
                  <a:gd name="T65" fmla="*/ 2 h 76"/>
                  <a:gd name="T66" fmla="*/ 4 w 6"/>
                  <a:gd name="T67" fmla="*/ 3 h 76"/>
                  <a:gd name="T68" fmla="*/ 4 w 6"/>
                  <a:gd name="T69" fmla="*/ 10 h 76"/>
                  <a:gd name="T70" fmla="*/ 4 w 6"/>
                  <a:gd name="T71" fmla="*/ 14 h 76"/>
                  <a:gd name="T72" fmla="*/ 4 w 6"/>
                  <a:gd name="T73" fmla="*/ 15 h 76"/>
                  <a:gd name="T74" fmla="*/ 4 w 6"/>
                  <a:gd name="T75" fmla="*/ 25 h 76"/>
                  <a:gd name="T76" fmla="*/ 4 w 6"/>
                  <a:gd name="T77" fmla="*/ 39 h 76"/>
                  <a:gd name="T78" fmla="*/ 5 w 6"/>
                  <a:gd name="T79" fmla="*/ 48 h 76"/>
                  <a:gd name="T80" fmla="*/ 5 w 6"/>
                  <a:gd name="T81" fmla="*/ 50 h 76"/>
                  <a:gd name="T82" fmla="*/ 5 w 6"/>
                  <a:gd name="T83" fmla="*/ 52 h 76"/>
                  <a:gd name="T84" fmla="*/ 5 w 6"/>
                  <a:gd name="T85" fmla="*/ 61 h 76"/>
                  <a:gd name="T86" fmla="*/ 5 w 6"/>
                  <a:gd name="T87" fmla="*/ 67 h 76"/>
                  <a:gd name="T88" fmla="*/ 5 w 6"/>
                  <a:gd name="T89" fmla="*/ 65 h 76"/>
                  <a:gd name="T90" fmla="*/ 6 w 6"/>
                  <a:gd name="T91" fmla="*/ 60 h 76"/>
                  <a:gd name="T92" fmla="*/ 6 w 6"/>
                  <a:gd name="T93" fmla="*/ 57 h 76"/>
                  <a:gd name="T94" fmla="*/ 6 w 6"/>
                  <a:gd name="T95" fmla="*/ 57 h 76"/>
                  <a:gd name="T96" fmla="*/ 6 w 6"/>
                  <a:gd name="T97" fmla="*/ 64 h 76"/>
                  <a:gd name="T98" fmla="*/ 6 w 6"/>
                  <a:gd name="T99" fmla="*/ 74 h 76"/>
                  <a:gd name="T100" fmla="*/ 6 w 6"/>
                  <a:gd name="T101" fmla="*/ 76 h 76"/>
                  <a:gd name="T102" fmla="*/ 6 w 6"/>
                  <a:gd name="T103" fmla="*/ 73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6">
                    <a:moveTo>
                      <a:pt x="0" y="39"/>
                    </a:moveTo>
                    <a:lnTo>
                      <a:pt x="0" y="39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7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1"/>
                    </a:lnTo>
                    <a:lnTo>
                      <a:pt x="1" y="29"/>
                    </a:lnTo>
                    <a:lnTo>
                      <a:pt x="1" y="36"/>
                    </a:lnTo>
                    <a:lnTo>
                      <a:pt x="1" y="42"/>
                    </a:lnTo>
                    <a:lnTo>
                      <a:pt x="1" y="39"/>
                    </a:lnTo>
                    <a:lnTo>
                      <a:pt x="1" y="31"/>
                    </a:lnTo>
                    <a:lnTo>
                      <a:pt x="1" y="24"/>
                    </a:lnTo>
                    <a:lnTo>
                      <a:pt x="2" y="23"/>
                    </a:lnTo>
                    <a:lnTo>
                      <a:pt x="2" y="24"/>
                    </a:lnTo>
                    <a:lnTo>
                      <a:pt x="2" y="24"/>
                    </a:lnTo>
                    <a:lnTo>
                      <a:pt x="2" y="20"/>
                    </a:lnTo>
                    <a:lnTo>
                      <a:pt x="2" y="8"/>
                    </a:lnTo>
                    <a:lnTo>
                      <a:pt x="2" y="0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2" y="4"/>
                    </a:lnTo>
                    <a:lnTo>
                      <a:pt x="2" y="7"/>
                    </a:lnTo>
                    <a:lnTo>
                      <a:pt x="3" y="9"/>
                    </a:lnTo>
                    <a:lnTo>
                      <a:pt x="3" y="5"/>
                    </a:lnTo>
                    <a:lnTo>
                      <a:pt x="3" y="2"/>
                    </a:lnTo>
                    <a:lnTo>
                      <a:pt x="3" y="7"/>
                    </a:lnTo>
                    <a:lnTo>
                      <a:pt x="3" y="11"/>
                    </a:lnTo>
                    <a:lnTo>
                      <a:pt x="3" y="8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4" y="10"/>
                    </a:lnTo>
                    <a:lnTo>
                      <a:pt x="4" y="14"/>
                    </a:lnTo>
                    <a:lnTo>
                      <a:pt x="4" y="15"/>
                    </a:lnTo>
                    <a:lnTo>
                      <a:pt x="4" y="25"/>
                    </a:lnTo>
                    <a:lnTo>
                      <a:pt x="4" y="39"/>
                    </a:lnTo>
                    <a:lnTo>
                      <a:pt x="5" y="48"/>
                    </a:lnTo>
                    <a:lnTo>
                      <a:pt x="5" y="50"/>
                    </a:lnTo>
                    <a:lnTo>
                      <a:pt x="5" y="52"/>
                    </a:lnTo>
                    <a:lnTo>
                      <a:pt x="5" y="61"/>
                    </a:lnTo>
                    <a:lnTo>
                      <a:pt x="5" y="67"/>
                    </a:lnTo>
                    <a:lnTo>
                      <a:pt x="5" y="65"/>
                    </a:lnTo>
                    <a:lnTo>
                      <a:pt x="6" y="60"/>
                    </a:lnTo>
                    <a:lnTo>
                      <a:pt x="6" y="57"/>
                    </a:lnTo>
                    <a:lnTo>
                      <a:pt x="6" y="57"/>
                    </a:lnTo>
                    <a:lnTo>
                      <a:pt x="6" y="64"/>
                    </a:lnTo>
                    <a:lnTo>
                      <a:pt x="6" y="74"/>
                    </a:lnTo>
                    <a:lnTo>
                      <a:pt x="6" y="76"/>
                    </a:lnTo>
                    <a:lnTo>
                      <a:pt x="6" y="7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73" name="Freeform 933"/>
              <p:cNvSpPr/>
              <p:nvPr/>
            </p:nvSpPr>
            <p:spPr bwMode="auto">
              <a:xfrm>
                <a:off x="1831" y="2907"/>
                <a:ext cx="6" cy="74"/>
              </a:xfrm>
              <a:custGeom>
                <a:avLst/>
                <a:gdLst>
                  <a:gd name="T0" fmla="*/ 0 w 6"/>
                  <a:gd name="T1" fmla="*/ 69 h 74"/>
                  <a:gd name="T2" fmla="*/ 0 w 6"/>
                  <a:gd name="T3" fmla="*/ 66 h 74"/>
                  <a:gd name="T4" fmla="*/ 0 w 6"/>
                  <a:gd name="T5" fmla="*/ 68 h 74"/>
                  <a:gd name="T6" fmla="*/ 0 w 6"/>
                  <a:gd name="T7" fmla="*/ 74 h 74"/>
                  <a:gd name="T8" fmla="*/ 1 w 6"/>
                  <a:gd name="T9" fmla="*/ 73 h 74"/>
                  <a:gd name="T10" fmla="*/ 1 w 6"/>
                  <a:gd name="T11" fmla="*/ 65 h 74"/>
                  <a:gd name="T12" fmla="*/ 1 w 6"/>
                  <a:gd name="T13" fmla="*/ 59 h 74"/>
                  <a:gd name="T14" fmla="*/ 1 w 6"/>
                  <a:gd name="T15" fmla="*/ 56 h 74"/>
                  <a:gd name="T16" fmla="*/ 1 w 6"/>
                  <a:gd name="T17" fmla="*/ 47 h 74"/>
                  <a:gd name="T18" fmla="*/ 1 w 6"/>
                  <a:gd name="T19" fmla="*/ 41 h 74"/>
                  <a:gd name="T20" fmla="*/ 1 w 6"/>
                  <a:gd name="T21" fmla="*/ 40 h 74"/>
                  <a:gd name="T22" fmla="*/ 1 w 6"/>
                  <a:gd name="T23" fmla="*/ 36 h 74"/>
                  <a:gd name="T24" fmla="*/ 1 w 6"/>
                  <a:gd name="T25" fmla="*/ 30 h 74"/>
                  <a:gd name="T26" fmla="*/ 2 w 6"/>
                  <a:gd name="T27" fmla="*/ 31 h 74"/>
                  <a:gd name="T28" fmla="*/ 2 w 6"/>
                  <a:gd name="T29" fmla="*/ 28 h 74"/>
                  <a:gd name="T30" fmla="*/ 2 w 6"/>
                  <a:gd name="T31" fmla="*/ 18 h 74"/>
                  <a:gd name="T32" fmla="*/ 2 w 6"/>
                  <a:gd name="T33" fmla="*/ 10 h 74"/>
                  <a:gd name="T34" fmla="*/ 2 w 6"/>
                  <a:gd name="T35" fmla="*/ 9 h 74"/>
                  <a:gd name="T36" fmla="*/ 2 w 6"/>
                  <a:gd name="T37" fmla="*/ 7 h 74"/>
                  <a:gd name="T38" fmla="*/ 3 w 6"/>
                  <a:gd name="T39" fmla="*/ 2 h 74"/>
                  <a:gd name="T40" fmla="*/ 3 w 6"/>
                  <a:gd name="T41" fmla="*/ 0 h 74"/>
                  <a:gd name="T42" fmla="*/ 3 w 6"/>
                  <a:gd name="T43" fmla="*/ 0 h 74"/>
                  <a:gd name="T44" fmla="*/ 3 w 6"/>
                  <a:gd name="T45" fmla="*/ 0 h 74"/>
                  <a:gd name="T46" fmla="*/ 3 w 6"/>
                  <a:gd name="T47" fmla="*/ 2 h 74"/>
                  <a:gd name="T48" fmla="*/ 3 w 6"/>
                  <a:gd name="T49" fmla="*/ 8 h 74"/>
                  <a:gd name="T50" fmla="*/ 3 w 6"/>
                  <a:gd name="T51" fmla="*/ 11 h 74"/>
                  <a:gd name="T52" fmla="*/ 3 w 6"/>
                  <a:gd name="T53" fmla="*/ 10 h 74"/>
                  <a:gd name="T54" fmla="*/ 3 w 6"/>
                  <a:gd name="T55" fmla="*/ 9 h 74"/>
                  <a:gd name="T56" fmla="*/ 4 w 6"/>
                  <a:gd name="T57" fmla="*/ 9 h 74"/>
                  <a:gd name="T58" fmla="*/ 4 w 6"/>
                  <a:gd name="T59" fmla="*/ 12 h 74"/>
                  <a:gd name="T60" fmla="*/ 4 w 6"/>
                  <a:gd name="T61" fmla="*/ 15 h 74"/>
                  <a:gd name="T62" fmla="*/ 4 w 6"/>
                  <a:gd name="T63" fmla="*/ 17 h 74"/>
                  <a:gd name="T64" fmla="*/ 4 w 6"/>
                  <a:gd name="T65" fmla="*/ 17 h 74"/>
                  <a:gd name="T66" fmla="*/ 4 w 6"/>
                  <a:gd name="T67" fmla="*/ 15 h 74"/>
                  <a:gd name="T68" fmla="*/ 5 w 6"/>
                  <a:gd name="T69" fmla="*/ 14 h 74"/>
                  <a:gd name="T70" fmla="*/ 5 w 6"/>
                  <a:gd name="T71" fmla="*/ 16 h 74"/>
                  <a:gd name="T72" fmla="*/ 5 w 6"/>
                  <a:gd name="T73" fmla="*/ 19 h 74"/>
                  <a:gd name="T74" fmla="*/ 5 w 6"/>
                  <a:gd name="T75" fmla="*/ 20 h 74"/>
                  <a:gd name="T76" fmla="*/ 5 w 6"/>
                  <a:gd name="T77" fmla="*/ 20 h 74"/>
                  <a:gd name="T78" fmla="*/ 5 w 6"/>
                  <a:gd name="T79" fmla="*/ 19 h 74"/>
                  <a:gd name="T80" fmla="*/ 5 w 6"/>
                  <a:gd name="T81" fmla="*/ 19 h 74"/>
                  <a:gd name="T82" fmla="*/ 5 w 6"/>
                  <a:gd name="T83" fmla="*/ 20 h 74"/>
                  <a:gd name="T84" fmla="*/ 5 w 6"/>
                  <a:gd name="T85" fmla="*/ 20 h 74"/>
                  <a:gd name="T86" fmla="*/ 5 w 6"/>
                  <a:gd name="T87" fmla="*/ 21 h 74"/>
                  <a:gd name="T88" fmla="*/ 6 w 6"/>
                  <a:gd name="T89" fmla="*/ 23 h 74"/>
                  <a:gd name="T90" fmla="*/ 6 w 6"/>
                  <a:gd name="T91" fmla="*/ 22 h 74"/>
                  <a:gd name="T92" fmla="*/ 6 w 6"/>
                  <a:gd name="T93" fmla="*/ 19 h 74"/>
                  <a:gd name="T94" fmla="*/ 6 w 6"/>
                  <a:gd name="T95" fmla="*/ 17 h 74"/>
                  <a:gd name="T96" fmla="*/ 6 w 6"/>
                  <a:gd name="T97" fmla="*/ 12 h 74"/>
                  <a:gd name="T98" fmla="*/ 6 w 6"/>
                  <a:gd name="T99" fmla="*/ 8 h 74"/>
                  <a:gd name="T100" fmla="*/ 6 w 6"/>
                  <a:gd name="T101" fmla="*/ 7 h 74"/>
                  <a:gd name="T102" fmla="*/ 6 w 6"/>
                  <a:gd name="T103" fmla="*/ 9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4">
                    <a:moveTo>
                      <a:pt x="0" y="69"/>
                    </a:moveTo>
                    <a:lnTo>
                      <a:pt x="0" y="66"/>
                    </a:lnTo>
                    <a:lnTo>
                      <a:pt x="0" y="68"/>
                    </a:lnTo>
                    <a:lnTo>
                      <a:pt x="0" y="74"/>
                    </a:lnTo>
                    <a:lnTo>
                      <a:pt x="1" y="73"/>
                    </a:lnTo>
                    <a:lnTo>
                      <a:pt x="1" y="65"/>
                    </a:lnTo>
                    <a:lnTo>
                      <a:pt x="1" y="59"/>
                    </a:lnTo>
                    <a:lnTo>
                      <a:pt x="1" y="56"/>
                    </a:lnTo>
                    <a:lnTo>
                      <a:pt x="1" y="47"/>
                    </a:lnTo>
                    <a:lnTo>
                      <a:pt x="1" y="41"/>
                    </a:lnTo>
                    <a:lnTo>
                      <a:pt x="1" y="40"/>
                    </a:lnTo>
                    <a:lnTo>
                      <a:pt x="1" y="36"/>
                    </a:lnTo>
                    <a:lnTo>
                      <a:pt x="1" y="30"/>
                    </a:lnTo>
                    <a:lnTo>
                      <a:pt x="2" y="31"/>
                    </a:lnTo>
                    <a:lnTo>
                      <a:pt x="2" y="28"/>
                    </a:lnTo>
                    <a:lnTo>
                      <a:pt x="2" y="18"/>
                    </a:lnTo>
                    <a:lnTo>
                      <a:pt x="2" y="10"/>
                    </a:lnTo>
                    <a:lnTo>
                      <a:pt x="2" y="9"/>
                    </a:lnTo>
                    <a:lnTo>
                      <a:pt x="2" y="7"/>
                    </a:lnTo>
                    <a:lnTo>
                      <a:pt x="3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8"/>
                    </a:lnTo>
                    <a:lnTo>
                      <a:pt x="3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4" y="12"/>
                    </a:lnTo>
                    <a:lnTo>
                      <a:pt x="4" y="15"/>
                    </a:lnTo>
                    <a:lnTo>
                      <a:pt x="4" y="17"/>
                    </a:lnTo>
                    <a:lnTo>
                      <a:pt x="4" y="17"/>
                    </a:lnTo>
                    <a:lnTo>
                      <a:pt x="4" y="15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5" y="19"/>
                    </a:lnTo>
                    <a:lnTo>
                      <a:pt x="5" y="20"/>
                    </a:lnTo>
                    <a:lnTo>
                      <a:pt x="5" y="20"/>
                    </a:lnTo>
                    <a:lnTo>
                      <a:pt x="5" y="19"/>
                    </a:lnTo>
                    <a:lnTo>
                      <a:pt x="5" y="19"/>
                    </a:lnTo>
                    <a:lnTo>
                      <a:pt x="5" y="20"/>
                    </a:lnTo>
                    <a:lnTo>
                      <a:pt x="5" y="20"/>
                    </a:lnTo>
                    <a:lnTo>
                      <a:pt x="5" y="21"/>
                    </a:lnTo>
                    <a:lnTo>
                      <a:pt x="6" y="23"/>
                    </a:lnTo>
                    <a:lnTo>
                      <a:pt x="6" y="22"/>
                    </a:lnTo>
                    <a:lnTo>
                      <a:pt x="6" y="19"/>
                    </a:lnTo>
                    <a:lnTo>
                      <a:pt x="6" y="17"/>
                    </a:lnTo>
                    <a:lnTo>
                      <a:pt x="6" y="12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6" y="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74" name="Freeform 934"/>
              <p:cNvSpPr/>
              <p:nvPr/>
            </p:nvSpPr>
            <p:spPr bwMode="auto">
              <a:xfrm>
                <a:off x="1837" y="2913"/>
                <a:ext cx="7" cy="126"/>
              </a:xfrm>
              <a:custGeom>
                <a:avLst/>
                <a:gdLst>
                  <a:gd name="T0" fmla="*/ 0 w 7"/>
                  <a:gd name="T1" fmla="*/ 1 h 126"/>
                  <a:gd name="T2" fmla="*/ 0 w 7"/>
                  <a:gd name="T3" fmla="*/ 3 h 126"/>
                  <a:gd name="T4" fmla="*/ 0 w 7"/>
                  <a:gd name="T5" fmla="*/ 6 h 126"/>
                  <a:gd name="T6" fmla="*/ 1 w 7"/>
                  <a:gd name="T7" fmla="*/ 3 h 126"/>
                  <a:gd name="T8" fmla="*/ 1 w 7"/>
                  <a:gd name="T9" fmla="*/ 0 h 126"/>
                  <a:gd name="T10" fmla="*/ 1 w 7"/>
                  <a:gd name="T11" fmla="*/ 4 h 126"/>
                  <a:gd name="T12" fmla="*/ 1 w 7"/>
                  <a:gd name="T13" fmla="*/ 12 h 126"/>
                  <a:gd name="T14" fmla="*/ 1 w 7"/>
                  <a:gd name="T15" fmla="*/ 13 h 126"/>
                  <a:gd name="T16" fmla="*/ 1 w 7"/>
                  <a:gd name="T17" fmla="*/ 13 h 126"/>
                  <a:gd name="T18" fmla="*/ 2 w 7"/>
                  <a:gd name="T19" fmla="*/ 15 h 126"/>
                  <a:gd name="T20" fmla="*/ 2 w 7"/>
                  <a:gd name="T21" fmla="*/ 11 h 126"/>
                  <a:gd name="T22" fmla="*/ 2 w 7"/>
                  <a:gd name="T23" fmla="*/ 8 h 126"/>
                  <a:gd name="T24" fmla="*/ 2 w 7"/>
                  <a:gd name="T25" fmla="*/ 16 h 126"/>
                  <a:gd name="T26" fmla="*/ 2 w 7"/>
                  <a:gd name="T27" fmla="*/ 24 h 126"/>
                  <a:gd name="T28" fmla="*/ 2 w 7"/>
                  <a:gd name="T29" fmla="*/ 22 h 126"/>
                  <a:gd name="T30" fmla="*/ 2 w 7"/>
                  <a:gd name="T31" fmla="*/ 22 h 126"/>
                  <a:gd name="T32" fmla="*/ 2 w 7"/>
                  <a:gd name="T33" fmla="*/ 30 h 126"/>
                  <a:gd name="T34" fmla="*/ 2 w 7"/>
                  <a:gd name="T35" fmla="*/ 37 h 126"/>
                  <a:gd name="T36" fmla="*/ 3 w 7"/>
                  <a:gd name="T37" fmla="*/ 38 h 126"/>
                  <a:gd name="T38" fmla="*/ 3 w 7"/>
                  <a:gd name="T39" fmla="*/ 44 h 126"/>
                  <a:gd name="T40" fmla="*/ 3 w 7"/>
                  <a:gd name="T41" fmla="*/ 51 h 126"/>
                  <a:gd name="T42" fmla="*/ 3 w 7"/>
                  <a:gd name="T43" fmla="*/ 50 h 126"/>
                  <a:gd name="T44" fmla="*/ 3 w 7"/>
                  <a:gd name="T45" fmla="*/ 47 h 126"/>
                  <a:gd name="T46" fmla="*/ 3 w 7"/>
                  <a:gd name="T47" fmla="*/ 54 h 126"/>
                  <a:gd name="T48" fmla="*/ 4 w 7"/>
                  <a:gd name="T49" fmla="*/ 63 h 126"/>
                  <a:gd name="T50" fmla="*/ 4 w 7"/>
                  <a:gd name="T51" fmla="*/ 63 h 126"/>
                  <a:gd name="T52" fmla="*/ 4 w 7"/>
                  <a:gd name="T53" fmla="*/ 62 h 126"/>
                  <a:gd name="T54" fmla="*/ 4 w 7"/>
                  <a:gd name="T55" fmla="*/ 74 h 126"/>
                  <a:gd name="T56" fmla="*/ 4 w 7"/>
                  <a:gd name="T57" fmla="*/ 85 h 126"/>
                  <a:gd name="T58" fmla="*/ 4 w 7"/>
                  <a:gd name="T59" fmla="*/ 84 h 126"/>
                  <a:gd name="T60" fmla="*/ 4 w 7"/>
                  <a:gd name="T61" fmla="*/ 84 h 126"/>
                  <a:gd name="T62" fmla="*/ 4 w 7"/>
                  <a:gd name="T63" fmla="*/ 90 h 126"/>
                  <a:gd name="T64" fmla="*/ 4 w 7"/>
                  <a:gd name="T65" fmla="*/ 92 h 126"/>
                  <a:gd name="T66" fmla="*/ 5 w 7"/>
                  <a:gd name="T67" fmla="*/ 90 h 126"/>
                  <a:gd name="T68" fmla="*/ 5 w 7"/>
                  <a:gd name="T69" fmla="*/ 92 h 126"/>
                  <a:gd name="T70" fmla="*/ 5 w 7"/>
                  <a:gd name="T71" fmla="*/ 92 h 126"/>
                  <a:gd name="T72" fmla="*/ 5 w 7"/>
                  <a:gd name="T73" fmla="*/ 85 h 126"/>
                  <a:gd name="T74" fmla="*/ 5 w 7"/>
                  <a:gd name="T75" fmla="*/ 78 h 126"/>
                  <a:gd name="T76" fmla="*/ 5 w 7"/>
                  <a:gd name="T77" fmla="*/ 83 h 126"/>
                  <a:gd name="T78" fmla="*/ 5 w 7"/>
                  <a:gd name="T79" fmla="*/ 90 h 126"/>
                  <a:gd name="T80" fmla="*/ 5 w 7"/>
                  <a:gd name="T81" fmla="*/ 85 h 126"/>
                  <a:gd name="T82" fmla="*/ 5 w 7"/>
                  <a:gd name="T83" fmla="*/ 83 h 126"/>
                  <a:gd name="T84" fmla="*/ 6 w 7"/>
                  <a:gd name="T85" fmla="*/ 93 h 126"/>
                  <a:gd name="T86" fmla="*/ 6 w 7"/>
                  <a:gd name="T87" fmla="*/ 96 h 126"/>
                  <a:gd name="T88" fmla="*/ 6 w 7"/>
                  <a:gd name="T89" fmla="*/ 93 h 126"/>
                  <a:gd name="T90" fmla="*/ 6 w 7"/>
                  <a:gd name="T91" fmla="*/ 103 h 126"/>
                  <a:gd name="T92" fmla="*/ 6 w 7"/>
                  <a:gd name="T93" fmla="*/ 110 h 126"/>
                  <a:gd name="T94" fmla="*/ 6 w 7"/>
                  <a:gd name="T95" fmla="*/ 107 h 126"/>
                  <a:gd name="T96" fmla="*/ 7 w 7"/>
                  <a:gd name="T97" fmla="*/ 108 h 126"/>
                  <a:gd name="T98" fmla="*/ 7 w 7"/>
                  <a:gd name="T99" fmla="*/ 117 h 126"/>
                  <a:gd name="T100" fmla="*/ 7 w 7"/>
                  <a:gd name="T101" fmla="*/ 122 h 126"/>
                  <a:gd name="T102" fmla="*/ 7 w 7"/>
                  <a:gd name="T103" fmla="*/ 126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26">
                    <a:moveTo>
                      <a:pt x="0" y="1"/>
                    </a:moveTo>
                    <a:lnTo>
                      <a:pt x="0" y="3"/>
                    </a:lnTo>
                    <a:lnTo>
                      <a:pt x="0" y="6"/>
                    </a:lnTo>
                    <a:lnTo>
                      <a:pt x="1" y="3"/>
                    </a:lnTo>
                    <a:lnTo>
                      <a:pt x="1" y="0"/>
                    </a:lnTo>
                    <a:lnTo>
                      <a:pt x="1" y="4"/>
                    </a:lnTo>
                    <a:lnTo>
                      <a:pt x="1" y="12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2" y="15"/>
                    </a:lnTo>
                    <a:lnTo>
                      <a:pt x="2" y="11"/>
                    </a:lnTo>
                    <a:lnTo>
                      <a:pt x="2" y="8"/>
                    </a:lnTo>
                    <a:lnTo>
                      <a:pt x="2" y="16"/>
                    </a:lnTo>
                    <a:lnTo>
                      <a:pt x="2" y="24"/>
                    </a:lnTo>
                    <a:lnTo>
                      <a:pt x="2" y="22"/>
                    </a:lnTo>
                    <a:lnTo>
                      <a:pt x="2" y="22"/>
                    </a:lnTo>
                    <a:lnTo>
                      <a:pt x="2" y="30"/>
                    </a:lnTo>
                    <a:lnTo>
                      <a:pt x="2" y="37"/>
                    </a:lnTo>
                    <a:lnTo>
                      <a:pt x="3" y="38"/>
                    </a:lnTo>
                    <a:lnTo>
                      <a:pt x="3" y="44"/>
                    </a:lnTo>
                    <a:lnTo>
                      <a:pt x="3" y="51"/>
                    </a:lnTo>
                    <a:lnTo>
                      <a:pt x="3" y="50"/>
                    </a:lnTo>
                    <a:lnTo>
                      <a:pt x="3" y="47"/>
                    </a:lnTo>
                    <a:lnTo>
                      <a:pt x="3" y="54"/>
                    </a:lnTo>
                    <a:lnTo>
                      <a:pt x="4" y="63"/>
                    </a:lnTo>
                    <a:lnTo>
                      <a:pt x="4" y="63"/>
                    </a:lnTo>
                    <a:lnTo>
                      <a:pt x="4" y="62"/>
                    </a:lnTo>
                    <a:lnTo>
                      <a:pt x="4" y="74"/>
                    </a:lnTo>
                    <a:lnTo>
                      <a:pt x="4" y="85"/>
                    </a:lnTo>
                    <a:lnTo>
                      <a:pt x="4" y="84"/>
                    </a:lnTo>
                    <a:lnTo>
                      <a:pt x="4" y="84"/>
                    </a:lnTo>
                    <a:lnTo>
                      <a:pt x="4" y="90"/>
                    </a:lnTo>
                    <a:lnTo>
                      <a:pt x="4" y="92"/>
                    </a:lnTo>
                    <a:lnTo>
                      <a:pt x="5" y="90"/>
                    </a:lnTo>
                    <a:lnTo>
                      <a:pt x="5" y="92"/>
                    </a:lnTo>
                    <a:lnTo>
                      <a:pt x="5" y="92"/>
                    </a:lnTo>
                    <a:lnTo>
                      <a:pt x="5" y="85"/>
                    </a:lnTo>
                    <a:lnTo>
                      <a:pt x="5" y="78"/>
                    </a:lnTo>
                    <a:lnTo>
                      <a:pt x="5" y="83"/>
                    </a:lnTo>
                    <a:lnTo>
                      <a:pt x="5" y="90"/>
                    </a:lnTo>
                    <a:lnTo>
                      <a:pt x="5" y="85"/>
                    </a:lnTo>
                    <a:lnTo>
                      <a:pt x="5" y="83"/>
                    </a:lnTo>
                    <a:lnTo>
                      <a:pt x="6" y="93"/>
                    </a:lnTo>
                    <a:lnTo>
                      <a:pt x="6" y="96"/>
                    </a:lnTo>
                    <a:lnTo>
                      <a:pt x="6" y="93"/>
                    </a:lnTo>
                    <a:lnTo>
                      <a:pt x="6" y="103"/>
                    </a:lnTo>
                    <a:lnTo>
                      <a:pt x="6" y="110"/>
                    </a:lnTo>
                    <a:lnTo>
                      <a:pt x="6" y="107"/>
                    </a:lnTo>
                    <a:lnTo>
                      <a:pt x="7" y="108"/>
                    </a:lnTo>
                    <a:lnTo>
                      <a:pt x="7" y="117"/>
                    </a:lnTo>
                    <a:lnTo>
                      <a:pt x="7" y="122"/>
                    </a:lnTo>
                    <a:lnTo>
                      <a:pt x="7" y="12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75" name="Freeform 935"/>
              <p:cNvSpPr/>
              <p:nvPr/>
            </p:nvSpPr>
            <p:spPr bwMode="auto">
              <a:xfrm>
                <a:off x="1844" y="2925"/>
                <a:ext cx="6" cy="188"/>
              </a:xfrm>
              <a:custGeom>
                <a:avLst/>
                <a:gdLst>
                  <a:gd name="T0" fmla="*/ 0 w 6"/>
                  <a:gd name="T1" fmla="*/ 110 h 188"/>
                  <a:gd name="T2" fmla="*/ 0 w 6"/>
                  <a:gd name="T3" fmla="*/ 114 h 188"/>
                  <a:gd name="T4" fmla="*/ 0 w 6"/>
                  <a:gd name="T5" fmla="*/ 121 h 188"/>
                  <a:gd name="T6" fmla="*/ 0 w 6"/>
                  <a:gd name="T7" fmla="*/ 128 h 188"/>
                  <a:gd name="T8" fmla="*/ 0 w 6"/>
                  <a:gd name="T9" fmla="*/ 132 h 188"/>
                  <a:gd name="T10" fmla="*/ 0 w 6"/>
                  <a:gd name="T11" fmla="*/ 137 h 188"/>
                  <a:gd name="T12" fmla="*/ 0 w 6"/>
                  <a:gd name="T13" fmla="*/ 148 h 188"/>
                  <a:gd name="T14" fmla="*/ 0 w 6"/>
                  <a:gd name="T15" fmla="*/ 157 h 188"/>
                  <a:gd name="T16" fmla="*/ 1 w 6"/>
                  <a:gd name="T17" fmla="*/ 159 h 188"/>
                  <a:gd name="T18" fmla="*/ 1 w 6"/>
                  <a:gd name="T19" fmla="*/ 159 h 188"/>
                  <a:gd name="T20" fmla="*/ 1 w 6"/>
                  <a:gd name="T21" fmla="*/ 166 h 188"/>
                  <a:gd name="T22" fmla="*/ 1 w 6"/>
                  <a:gd name="T23" fmla="*/ 175 h 188"/>
                  <a:gd name="T24" fmla="*/ 1 w 6"/>
                  <a:gd name="T25" fmla="*/ 171 h 188"/>
                  <a:gd name="T26" fmla="*/ 1 w 6"/>
                  <a:gd name="T27" fmla="*/ 164 h 188"/>
                  <a:gd name="T28" fmla="*/ 2 w 6"/>
                  <a:gd name="T29" fmla="*/ 164 h 188"/>
                  <a:gd name="T30" fmla="*/ 2 w 6"/>
                  <a:gd name="T31" fmla="*/ 165 h 188"/>
                  <a:gd name="T32" fmla="*/ 2 w 6"/>
                  <a:gd name="T33" fmla="*/ 170 h 188"/>
                  <a:gd name="T34" fmla="*/ 2 w 6"/>
                  <a:gd name="T35" fmla="*/ 181 h 188"/>
                  <a:gd name="T36" fmla="*/ 2 w 6"/>
                  <a:gd name="T37" fmla="*/ 186 h 188"/>
                  <a:gd name="T38" fmla="*/ 2 w 6"/>
                  <a:gd name="T39" fmla="*/ 175 h 188"/>
                  <a:gd name="T40" fmla="*/ 2 w 6"/>
                  <a:gd name="T41" fmla="*/ 171 h 188"/>
                  <a:gd name="T42" fmla="*/ 2 w 6"/>
                  <a:gd name="T43" fmla="*/ 182 h 188"/>
                  <a:gd name="T44" fmla="*/ 2 w 6"/>
                  <a:gd name="T45" fmla="*/ 188 h 188"/>
                  <a:gd name="T46" fmla="*/ 3 w 6"/>
                  <a:gd name="T47" fmla="*/ 179 h 188"/>
                  <a:gd name="T48" fmla="*/ 3 w 6"/>
                  <a:gd name="T49" fmla="*/ 166 h 188"/>
                  <a:gd name="T50" fmla="*/ 3 w 6"/>
                  <a:gd name="T51" fmla="*/ 157 h 188"/>
                  <a:gd name="T52" fmla="*/ 3 w 6"/>
                  <a:gd name="T53" fmla="*/ 149 h 188"/>
                  <a:gd name="T54" fmla="*/ 3 w 6"/>
                  <a:gd name="T55" fmla="*/ 143 h 188"/>
                  <a:gd name="T56" fmla="*/ 3 w 6"/>
                  <a:gd name="T57" fmla="*/ 146 h 188"/>
                  <a:gd name="T58" fmla="*/ 3 w 6"/>
                  <a:gd name="T59" fmla="*/ 147 h 188"/>
                  <a:gd name="T60" fmla="*/ 3 w 6"/>
                  <a:gd name="T61" fmla="*/ 137 h 188"/>
                  <a:gd name="T62" fmla="*/ 3 w 6"/>
                  <a:gd name="T63" fmla="*/ 135 h 188"/>
                  <a:gd name="T64" fmla="*/ 4 w 6"/>
                  <a:gd name="T65" fmla="*/ 140 h 188"/>
                  <a:gd name="T66" fmla="*/ 4 w 6"/>
                  <a:gd name="T67" fmla="*/ 124 h 188"/>
                  <a:gd name="T68" fmla="*/ 4 w 6"/>
                  <a:gd name="T69" fmla="*/ 105 h 188"/>
                  <a:gd name="T70" fmla="*/ 4 w 6"/>
                  <a:gd name="T71" fmla="*/ 99 h 188"/>
                  <a:gd name="T72" fmla="*/ 4 w 6"/>
                  <a:gd name="T73" fmla="*/ 88 h 188"/>
                  <a:gd name="T74" fmla="*/ 4 w 6"/>
                  <a:gd name="T75" fmla="*/ 71 h 188"/>
                  <a:gd name="T76" fmla="*/ 5 w 6"/>
                  <a:gd name="T77" fmla="*/ 61 h 188"/>
                  <a:gd name="T78" fmla="*/ 5 w 6"/>
                  <a:gd name="T79" fmla="*/ 51 h 188"/>
                  <a:gd name="T80" fmla="*/ 5 w 6"/>
                  <a:gd name="T81" fmla="*/ 39 h 188"/>
                  <a:gd name="T82" fmla="*/ 5 w 6"/>
                  <a:gd name="T83" fmla="*/ 36 h 188"/>
                  <a:gd name="T84" fmla="*/ 5 w 6"/>
                  <a:gd name="T85" fmla="*/ 37 h 188"/>
                  <a:gd name="T86" fmla="*/ 5 w 6"/>
                  <a:gd name="T87" fmla="*/ 33 h 188"/>
                  <a:gd name="T88" fmla="*/ 5 w 6"/>
                  <a:gd name="T89" fmla="*/ 23 h 188"/>
                  <a:gd name="T90" fmla="*/ 5 w 6"/>
                  <a:gd name="T91" fmla="*/ 19 h 188"/>
                  <a:gd name="T92" fmla="*/ 5 w 6"/>
                  <a:gd name="T93" fmla="*/ 20 h 188"/>
                  <a:gd name="T94" fmla="*/ 6 w 6"/>
                  <a:gd name="T95" fmla="*/ 12 h 188"/>
                  <a:gd name="T96" fmla="*/ 6 w 6"/>
                  <a:gd name="T97" fmla="*/ 0 h 188"/>
                  <a:gd name="T98" fmla="*/ 6 w 6"/>
                  <a:gd name="T99" fmla="*/ 1 h 188"/>
                  <a:gd name="T100" fmla="*/ 6 w 6"/>
                  <a:gd name="T101" fmla="*/ 5 h 188"/>
                  <a:gd name="T102" fmla="*/ 6 w 6"/>
                  <a:gd name="T103" fmla="*/ 1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88">
                    <a:moveTo>
                      <a:pt x="0" y="110"/>
                    </a:moveTo>
                    <a:lnTo>
                      <a:pt x="0" y="114"/>
                    </a:lnTo>
                    <a:lnTo>
                      <a:pt x="0" y="121"/>
                    </a:lnTo>
                    <a:lnTo>
                      <a:pt x="0" y="128"/>
                    </a:lnTo>
                    <a:lnTo>
                      <a:pt x="0" y="132"/>
                    </a:lnTo>
                    <a:lnTo>
                      <a:pt x="0" y="137"/>
                    </a:lnTo>
                    <a:lnTo>
                      <a:pt x="0" y="148"/>
                    </a:lnTo>
                    <a:lnTo>
                      <a:pt x="0" y="157"/>
                    </a:lnTo>
                    <a:lnTo>
                      <a:pt x="1" y="159"/>
                    </a:lnTo>
                    <a:lnTo>
                      <a:pt x="1" y="159"/>
                    </a:lnTo>
                    <a:lnTo>
                      <a:pt x="1" y="166"/>
                    </a:lnTo>
                    <a:lnTo>
                      <a:pt x="1" y="175"/>
                    </a:lnTo>
                    <a:lnTo>
                      <a:pt x="1" y="171"/>
                    </a:lnTo>
                    <a:lnTo>
                      <a:pt x="1" y="164"/>
                    </a:lnTo>
                    <a:lnTo>
                      <a:pt x="2" y="164"/>
                    </a:lnTo>
                    <a:lnTo>
                      <a:pt x="2" y="165"/>
                    </a:lnTo>
                    <a:lnTo>
                      <a:pt x="2" y="170"/>
                    </a:lnTo>
                    <a:lnTo>
                      <a:pt x="2" y="181"/>
                    </a:lnTo>
                    <a:lnTo>
                      <a:pt x="2" y="186"/>
                    </a:lnTo>
                    <a:lnTo>
                      <a:pt x="2" y="175"/>
                    </a:lnTo>
                    <a:lnTo>
                      <a:pt x="2" y="171"/>
                    </a:lnTo>
                    <a:lnTo>
                      <a:pt x="2" y="182"/>
                    </a:lnTo>
                    <a:lnTo>
                      <a:pt x="2" y="188"/>
                    </a:lnTo>
                    <a:lnTo>
                      <a:pt x="3" y="179"/>
                    </a:lnTo>
                    <a:lnTo>
                      <a:pt x="3" y="166"/>
                    </a:lnTo>
                    <a:lnTo>
                      <a:pt x="3" y="157"/>
                    </a:lnTo>
                    <a:lnTo>
                      <a:pt x="3" y="149"/>
                    </a:lnTo>
                    <a:lnTo>
                      <a:pt x="3" y="143"/>
                    </a:lnTo>
                    <a:lnTo>
                      <a:pt x="3" y="146"/>
                    </a:lnTo>
                    <a:lnTo>
                      <a:pt x="3" y="147"/>
                    </a:lnTo>
                    <a:lnTo>
                      <a:pt x="3" y="137"/>
                    </a:lnTo>
                    <a:lnTo>
                      <a:pt x="3" y="135"/>
                    </a:lnTo>
                    <a:lnTo>
                      <a:pt x="4" y="140"/>
                    </a:lnTo>
                    <a:lnTo>
                      <a:pt x="4" y="124"/>
                    </a:lnTo>
                    <a:lnTo>
                      <a:pt x="4" y="105"/>
                    </a:lnTo>
                    <a:lnTo>
                      <a:pt x="4" y="99"/>
                    </a:lnTo>
                    <a:lnTo>
                      <a:pt x="4" y="88"/>
                    </a:lnTo>
                    <a:lnTo>
                      <a:pt x="4" y="71"/>
                    </a:lnTo>
                    <a:lnTo>
                      <a:pt x="5" y="61"/>
                    </a:lnTo>
                    <a:lnTo>
                      <a:pt x="5" y="51"/>
                    </a:lnTo>
                    <a:lnTo>
                      <a:pt x="5" y="39"/>
                    </a:lnTo>
                    <a:lnTo>
                      <a:pt x="5" y="36"/>
                    </a:lnTo>
                    <a:lnTo>
                      <a:pt x="5" y="37"/>
                    </a:lnTo>
                    <a:lnTo>
                      <a:pt x="5" y="33"/>
                    </a:lnTo>
                    <a:lnTo>
                      <a:pt x="5" y="23"/>
                    </a:lnTo>
                    <a:lnTo>
                      <a:pt x="5" y="19"/>
                    </a:lnTo>
                    <a:lnTo>
                      <a:pt x="5" y="20"/>
                    </a:lnTo>
                    <a:lnTo>
                      <a:pt x="6" y="12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5"/>
                    </a:lnTo>
                    <a:lnTo>
                      <a:pt x="6" y="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76" name="Freeform 936"/>
              <p:cNvSpPr/>
              <p:nvPr/>
            </p:nvSpPr>
            <p:spPr bwMode="auto">
              <a:xfrm>
                <a:off x="1850" y="2890"/>
                <a:ext cx="6" cy="64"/>
              </a:xfrm>
              <a:custGeom>
                <a:avLst/>
                <a:gdLst>
                  <a:gd name="T0" fmla="*/ 0 w 6"/>
                  <a:gd name="T1" fmla="*/ 40 h 64"/>
                  <a:gd name="T2" fmla="*/ 0 w 6"/>
                  <a:gd name="T3" fmla="*/ 36 h 64"/>
                  <a:gd name="T4" fmla="*/ 0 w 6"/>
                  <a:gd name="T5" fmla="*/ 32 h 64"/>
                  <a:gd name="T6" fmla="*/ 1 w 6"/>
                  <a:gd name="T7" fmla="*/ 30 h 64"/>
                  <a:gd name="T8" fmla="*/ 1 w 6"/>
                  <a:gd name="T9" fmla="*/ 26 h 64"/>
                  <a:gd name="T10" fmla="*/ 1 w 6"/>
                  <a:gd name="T11" fmla="*/ 32 h 64"/>
                  <a:gd name="T12" fmla="*/ 1 w 6"/>
                  <a:gd name="T13" fmla="*/ 42 h 64"/>
                  <a:gd name="T14" fmla="*/ 1 w 6"/>
                  <a:gd name="T15" fmla="*/ 43 h 64"/>
                  <a:gd name="T16" fmla="*/ 1 w 6"/>
                  <a:gd name="T17" fmla="*/ 37 h 64"/>
                  <a:gd name="T18" fmla="*/ 1 w 6"/>
                  <a:gd name="T19" fmla="*/ 35 h 64"/>
                  <a:gd name="T20" fmla="*/ 1 w 6"/>
                  <a:gd name="T21" fmla="*/ 41 h 64"/>
                  <a:gd name="T22" fmla="*/ 1 w 6"/>
                  <a:gd name="T23" fmla="*/ 48 h 64"/>
                  <a:gd name="T24" fmla="*/ 2 w 6"/>
                  <a:gd name="T25" fmla="*/ 46 h 64"/>
                  <a:gd name="T26" fmla="*/ 2 w 6"/>
                  <a:gd name="T27" fmla="*/ 42 h 64"/>
                  <a:gd name="T28" fmla="*/ 2 w 6"/>
                  <a:gd name="T29" fmla="*/ 44 h 64"/>
                  <a:gd name="T30" fmla="*/ 2 w 6"/>
                  <a:gd name="T31" fmla="*/ 42 h 64"/>
                  <a:gd name="T32" fmla="*/ 2 w 6"/>
                  <a:gd name="T33" fmla="*/ 39 h 64"/>
                  <a:gd name="T34" fmla="*/ 2 w 6"/>
                  <a:gd name="T35" fmla="*/ 37 h 64"/>
                  <a:gd name="T36" fmla="*/ 2 w 6"/>
                  <a:gd name="T37" fmla="*/ 35 h 64"/>
                  <a:gd name="T38" fmla="*/ 2 w 6"/>
                  <a:gd name="T39" fmla="*/ 35 h 64"/>
                  <a:gd name="T40" fmla="*/ 2 w 6"/>
                  <a:gd name="T41" fmla="*/ 40 h 64"/>
                  <a:gd name="T42" fmla="*/ 2 w 6"/>
                  <a:gd name="T43" fmla="*/ 38 h 64"/>
                  <a:gd name="T44" fmla="*/ 3 w 6"/>
                  <a:gd name="T45" fmla="*/ 27 h 64"/>
                  <a:gd name="T46" fmla="*/ 3 w 6"/>
                  <a:gd name="T47" fmla="*/ 20 h 64"/>
                  <a:gd name="T48" fmla="*/ 3 w 6"/>
                  <a:gd name="T49" fmla="*/ 21 h 64"/>
                  <a:gd name="T50" fmla="*/ 3 w 6"/>
                  <a:gd name="T51" fmla="*/ 24 h 64"/>
                  <a:gd name="T52" fmla="*/ 3 w 6"/>
                  <a:gd name="T53" fmla="*/ 22 h 64"/>
                  <a:gd name="T54" fmla="*/ 3 w 6"/>
                  <a:gd name="T55" fmla="*/ 14 h 64"/>
                  <a:gd name="T56" fmla="*/ 4 w 6"/>
                  <a:gd name="T57" fmla="*/ 5 h 64"/>
                  <a:gd name="T58" fmla="*/ 4 w 6"/>
                  <a:gd name="T59" fmla="*/ 4 h 64"/>
                  <a:gd name="T60" fmla="*/ 4 w 6"/>
                  <a:gd name="T61" fmla="*/ 5 h 64"/>
                  <a:gd name="T62" fmla="*/ 4 w 6"/>
                  <a:gd name="T63" fmla="*/ 5 h 64"/>
                  <a:gd name="T64" fmla="*/ 4 w 6"/>
                  <a:gd name="T65" fmla="*/ 5 h 64"/>
                  <a:gd name="T66" fmla="*/ 4 w 6"/>
                  <a:gd name="T67" fmla="*/ 4 h 64"/>
                  <a:gd name="T68" fmla="*/ 4 w 6"/>
                  <a:gd name="T69" fmla="*/ 0 h 64"/>
                  <a:gd name="T70" fmla="*/ 4 w 6"/>
                  <a:gd name="T71" fmla="*/ 0 h 64"/>
                  <a:gd name="T72" fmla="*/ 4 w 6"/>
                  <a:gd name="T73" fmla="*/ 6 h 64"/>
                  <a:gd name="T74" fmla="*/ 5 w 6"/>
                  <a:gd name="T75" fmla="*/ 9 h 64"/>
                  <a:gd name="T76" fmla="*/ 5 w 6"/>
                  <a:gd name="T77" fmla="*/ 9 h 64"/>
                  <a:gd name="T78" fmla="*/ 5 w 6"/>
                  <a:gd name="T79" fmla="*/ 10 h 64"/>
                  <a:gd name="T80" fmla="*/ 5 w 6"/>
                  <a:gd name="T81" fmla="*/ 7 h 64"/>
                  <a:gd name="T82" fmla="*/ 5 w 6"/>
                  <a:gd name="T83" fmla="*/ 3 h 64"/>
                  <a:gd name="T84" fmla="*/ 5 w 6"/>
                  <a:gd name="T85" fmla="*/ 7 h 64"/>
                  <a:gd name="T86" fmla="*/ 6 w 6"/>
                  <a:gd name="T87" fmla="*/ 14 h 64"/>
                  <a:gd name="T88" fmla="*/ 6 w 6"/>
                  <a:gd name="T89" fmla="*/ 16 h 64"/>
                  <a:gd name="T90" fmla="*/ 6 w 6"/>
                  <a:gd name="T91" fmla="*/ 15 h 64"/>
                  <a:gd name="T92" fmla="*/ 6 w 6"/>
                  <a:gd name="T93" fmla="*/ 19 h 64"/>
                  <a:gd name="T94" fmla="*/ 6 w 6"/>
                  <a:gd name="T95" fmla="*/ 29 h 64"/>
                  <a:gd name="T96" fmla="*/ 6 w 6"/>
                  <a:gd name="T97" fmla="*/ 41 h 64"/>
                  <a:gd name="T98" fmla="*/ 6 w 6"/>
                  <a:gd name="T99" fmla="*/ 50 h 64"/>
                  <a:gd name="T100" fmla="*/ 6 w 6"/>
                  <a:gd name="T101" fmla="*/ 57 h 64"/>
                  <a:gd name="T102" fmla="*/ 6 w 6"/>
                  <a:gd name="T103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4">
                    <a:moveTo>
                      <a:pt x="0" y="40"/>
                    </a:moveTo>
                    <a:lnTo>
                      <a:pt x="0" y="36"/>
                    </a:lnTo>
                    <a:lnTo>
                      <a:pt x="0" y="32"/>
                    </a:lnTo>
                    <a:lnTo>
                      <a:pt x="1" y="30"/>
                    </a:lnTo>
                    <a:lnTo>
                      <a:pt x="1" y="26"/>
                    </a:lnTo>
                    <a:lnTo>
                      <a:pt x="1" y="32"/>
                    </a:lnTo>
                    <a:lnTo>
                      <a:pt x="1" y="42"/>
                    </a:lnTo>
                    <a:lnTo>
                      <a:pt x="1" y="43"/>
                    </a:lnTo>
                    <a:lnTo>
                      <a:pt x="1" y="37"/>
                    </a:lnTo>
                    <a:lnTo>
                      <a:pt x="1" y="35"/>
                    </a:lnTo>
                    <a:lnTo>
                      <a:pt x="1" y="41"/>
                    </a:lnTo>
                    <a:lnTo>
                      <a:pt x="1" y="48"/>
                    </a:lnTo>
                    <a:lnTo>
                      <a:pt x="2" y="46"/>
                    </a:lnTo>
                    <a:lnTo>
                      <a:pt x="2" y="42"/>
                    </a:lnTo>
                    <a:lnTo>
                      <a:pt x="2" y="44"/>
                    </a:lnTo>
                    <a:lnTo>
                      <a:pt x="2" y="42"/>
                    </a:lnTo>
                    <a:lnTo>
                      <a:pt x="2" y="39"/>
                    </a:lnTo>
                    <a:lnTo>
                      <a:pt x="2" y="37"/>
                    </a:lnTo>
                    <a:lnTo>
                      <a:pt x="2" y="35"/>
                    </a:lnTo>
                    <a:lnTo>
                      <a:pt x="2" y="35"/>
                    </a:lnTo>
                    <a:lnTo>
                      <a:pt x="2" y="40"/>
                    </a:lnTo>
                    <a:lnTo>
                      <a:pt x="2" y="38"/>
                    </a:lnTo>
                    <a:lnTo>
                      <a:pt x="3" y="27"/>
                    </a:lnTo>
                    <a:lnTo>
                      <a:pt x="3" y="20"/>
                    </a:lnTo>
                    <a:lnTo>
                      <a:pt x="3" y="21"/>
                    </a:lnTo>
                    <a:lnTo>
                      <a:pt x="3" y="24"/>
                    </a:lnTo>
                    <a:lnTo>
                      <a:pt x="3" y="22"/>
                    </a:lnTo>
                    <a:lnTo>
                      <a:pt x="3" y="14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6"/>
                    </a:lnTo>
                    <a:lnTo>
                      <a:pt x="5" y="9"/>
                    </a:lnTo>
                    <a:lnTo>
                      <a:pt x="5" y="9"/>
                    </a:lnTo>
                    <a:lnTo>
                      <a:pt x="5" y="10"/>
                    </a:lnTo>
                    <a:lnTo>
                      <a:pt x="5" y="7"/>
                    </a:lnTo>
                    <a:lnTo>
                      <a:pt x="5" y="3"/>
                    </a:lnTo>
                    <a:lnTo>
                      <a:pt x="5" y="7"/>
                    </a:lnTo>
                    <a:lnTo>
                      <a:pt x="6" y="14"/>
                    </a:lnTo>
                    <a:lnTo>
                      <a:pt x="6" y="16"/>
                    </a:lnTo>
                    <a:lnTo>
                      <a:pt x="6" y="15"/>
                    </a:lnTo>
                    <a:lnTo>
                      <a:pt x="6" y="19"/>
                    </a:lnTo>
                    <a:lnTo>
                      <a:pt x="6" y="29"/>
                    </a:lnTo>
                    <a:lnTo>
                      <a:pt x="6" y="41"/>
                    </a:lnTo>
                    <a:lnTo>
                      <a:pt x="6" y="50"/>
                    </a:lnTo>
                    <a:lnTo>
                      <a:pt x="6" y="57"/>
                    </a:lnTo>
                    <a:lnTo>
                      <a:pt x="6" y="6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77" name="Freeform 937"/>
              <p:cNvSpPr/>
              <p:nvPr/>
            </p:nvSpPr>
            <p:spPr bwMode="auto">
              <a:xfrm>
                <a:off x="1856" y="2937"/>
                <a:ext cx="7" cy="50"/>
              </a:xfrm>
              <a:custGeom>
                <a:avLst/>
                <a:gdLst>
                  <a:gd name="T0" fmla="*/ 0 w 7"/>
                  <a:gd name="T1" fmla="*/ 10 h 50"/>
                  <a:gd name="T2" fmla="*/ 0 w 7"/>
                  <a:gd name="T3" fmla="*/ 17 h 50"/>
                  <a:gd name="T4" fmla="*/ 1 w 7"/>
                  <a:gd name="T5" fmla="*/ 22 h 50"/>
                  <a:gd name="T6" fmla="*/ 1 w 7"/>
                  <a:gd name="T7" fmla="*/ 27 h 50"/>
                  <a:gd name="T8" fmla="*/ 1 w 7"/>
                  <a:gd name="T9" fmla="*/ 30 h 50"/>
                  <a:gd name="T10" fmla="*/ 1 w 7"/>
                  <a:gd name="T11" fmla="*/ 27 h 50"/>
                  <a:gd name="T12" fmla="*/ 1 w 7"/>
                  <a:gd name="T13" fmla="*/ 25 h 50"/>
                  <a:gd name="T14" fmla="*/ 1 w 7"/>
                  <a:gd name="T15" fmla="*/ 30 h 50"/>
                  <a:gd name="T16" fmla="*/ 2 w 7"/>
                  <a:gd name="T17" fmla="*/ 33 h 50"/>
                  <a:gd name="T18" fmla="*/ 2 w 7"/>
                  <a:gd name="T19" fmla="*/ 34 h 50"/>
                  <a:gd name="T20" fmla="*/ 2 w 7"/>
                  <a:gd name="T21" fmla="*/ 40 h 50"/>
                  <a:gd name="T22" fmla="*/ 2 w 7"/>
                  <a:gd name="T23" fmla="*/ 43 h 50"/>
                  <a:gd name="T24" fmla="*/ 2 w 7"/>
                  <a:gd name="T25" fmla="*/ 43 h 50"/>
                  <a:gd name="T26" fmla="*/ 2 w 7"/>
                  <a:gd name="T27" fmla="*/ 47 h 50"/>
                  <a:gd name="T28" fmla="*/ 2 w 7"/>
                  <a:gd name="T29" fmla="*/ 50 h 50"/>
                  <a:gd name="T30" fmla="*/ 2 w 7"/>
                  <a:gd name="T31" fmla="*/ 48 h 50"/>
                  <a:gd name="T32" fmla="*/ 2 w 7"/>
                  <a:gd name="T33" fmla="*/ 46 h 50"/>
                  <a:gd name="T34" fmla="*/ 3 w 7"/>
                  <a:gd name="T35" fmla="*/ 39 h 50"/>
                  <a:gd name="T36" fmla="*/ 3 w 7"/>
                  <a:gd name="T37" fmla="*/ 31 h 50"/>
                  <a:gd name="T38" fmla="*/ 3 w 7"/>
                  <a:gd name="T39" fmla="*/ 27 h 50"/>
                  <a:gd name="T40" fmla="*/ 3 w 7"/>
                  <a:gd name="T41" fmla="*/ 27 h 50"/>
                  <a:gd name="T42" fmla="*/ 3 w 7"/>
                  <a:gd name="T43" fmla="*/ 25 h 50"/>
                  <a:gd name="T44" fmla="*/ 3 w 7"/>
                  <a:gd name="T45" fmla="*/ 22 h 50"/>
                  <a:gd name="T46" fmla="*/ 3 w 7"/>
                  <a:gd name="T47" fmla="*/ 17 h 50"/>
                  <a:gd name="T48" fmla="*/ 3 w 7"/>
                  <a:gd name="T49" fmla="*/ 12 h 50"/>
                  <a:gd name="T50" fmla="*/ 3 w 7"/>
                  <a:gd name="T51" fmla="*/ 11 h 50"/>
                  <a:gd name="T52" fmla="*/ 4 w 7"/>
                  <a:gd name="T53" fmla="*/ 12 h 50"/>
                  <a:gd name="T54" fmla="*/ 4 w 7"/>
                  <a:gd name="T55" fmla="*/ 9 h 50"/>
                  <a:gd name="T56" fmla="*/ 4 w 7"/>
                  <a:gd name="T57" fmla="*/ 7 h 50"/>
                  <a:gd name="T58" fmla="*/ 4 w 7"/>
                  <a:gd name="T59" fmla="*/ 7 h 50"/>
                  <a:gd name="T60" fmla="*/ 4 w 7"/>
                  <a:gd name="T61" fmla="*/ 5 h 50"/>
                  <a:gd name="T62" fmla="*/ 4 w 7"/>
                  <a:gd name="T63" fmla="*/ 1 h 50"/>
                  <a:gd name="T64" fmla="*/ 5 w 7"/>
                  <a:gd name="T65" fmla="*/ 0 h 50"/>
                  <a:gd name="T66" fmla="*/ 5 w 7"/>
                  <a:gd name="T67" fmla="*/ 3 h 50"/>
                  <a:gd name="T68" fmla="*/ 5 w 7"/>
                  <a:gd name="T69" fmla="*/ 5 h 50"/>
                  <a:gd name="T70" fmla="*/ 5 w 7"/>
                  <a:gd name="T71" fmla="*/ 5 h 50"/>
                  <a:gd name="T72" fmla="*/ 5 w 7"/>
                  <a:gd name="T73" fmla="*/ 2 h 50"/>
                  <a:gd name="T74" fmla="*/ 5 w 7"/>
                  <a:gd name="T75" fmla="*/ 2 h 50"/>
                  <a:gd name="T76" fmla="*/ 5 w 7"/>
                  <a:gd name="T77" fmla="*/ 2 h 50"/>
                  <a:gd name="T78" fmla="*/ 5 w 7"/>
                  <a:gd name="T79" fmla="*/ 7 h 50"/>
                  <a:gd name="T80" fmla="*/ 5 w 7"/>
                  <a:gd name="T81" fmla="*/ 15 h 50"/>
                  <a:gd name="T82" fmla="*/ 5 w 7"/>
                  <a:gd name="T83" fmla="*/ 16 h 50"/>
                  <a:gd name="T84" fmla="*/ 6 w 7"/>
                  <a:gd name="T85" fmla="*/ 12 h 50"/>
                  <a:gd name="T86" fmla="*/ 6 w 7"/>
                  <a:gd name="T87" fmla="*/ 14 h 50"/>
                  <a:gd name="T88" fmla="*/ 6 w 7"/>
                  <a:gd name="T89" fmla="*/ 16 h 50"/>
                  <a:gd name="T90" fmla="*/ 6 w 7"/>
                  <a:gd name="T91" fmla="*/ 15 h 50"/>
                  <a:gd name="T92" fmla="*/ 6 w 7"/>
                  <a:gd name="T93" fmla="*/ 15 h 50"/>
                  <a:gd name="T94" fmla="*/ 6 w 7"/>
                  <a:gd name="T95" fmla="*/ 14 h 50"/>
                  <a:gd name="T96" fmla="*/ 7 w 7"/>
                  <a:gd name="T97" fmla="*/ 9 h 50"/>
                  <a:gd name="T98" fmla="*/ 7 w 7"/>
                  <a:gd name="T99" fmla="*/ 7 h 50"/>
                  <a:gd name="T100" fmla="*/ 7 w 7"/>
                  <a:gd name="T101" fmla="*/ 9 h 50"/>
                  <a:gd name="T102" fmla="*/ 7 w 7"/>
                  <a:gd name="T103" fmla="*/ 1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0">
                    <a:moveTo>
                      <a:pt x="0" y="10"/>
                    </a:moveTo>
                    <a:lnTo>
                      <a:pt x="0" y="17"/>
                    </a:lnTo>
                    <a:lnTo>
                      <a:pt x="1" y="22"/>
                    </a:lnTo>
                    <a:lnTo>
                      <a:pt x="1" y="27"/>
                    </a:lnTo>
                    <a:lnTo>
                      <a:pt x="1" y="30"/>
                    </a:lnTo>
                    <a:lnTo>
                      <a:pt x="1" y="27"/>
                    </a:lnTo>
                    <a:lnTo>
                      <a:pt x="1" y="25"/>
                    </a:lnTo>
                    <a:lnTo>
                      <a:pt x="1" y="30"/>
                    </a:lnTo>
                    <a:lnTo>
                      <a:pt x="2" y="33"/>
                    </a:lnTo>
                    <a:lnTo>
                      <a:pt x="2" y="34"/>
                    </a:lnTo>
                    <a:lnTo>
                      <a:pt x="2" y="40"/>
                    </a:lnTo>
                    <a:lnTo>
                      <a:pt x="2" y="43"/>
                    </a:lnTo>
                    <a:lnTo>
                      <a:pt x="2" y="43"/>
                    </a:lnTo>
                    <a:lnTo>
                      <a:pt x="2" y="47"/>
                    </a:lnTo>
                    <a:lnTo>
                      <a:pt x="2" y="50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3" y="39"/>
                    </a:lnTo>
                    <a:lnTo>
                      <a:pt x="3" y="31"/>
                    </a:lnTo>
                    <a:lnTo>
                      <a:pt x="3" y="27"/>
                    </a:lnTo>
                    <a:lnTo>
                      <a:pt x="3" y="27"/>
                    </a:lnTo>
                    <a:lnTo>
                      <a:pt x="3" y="25"/>
                    </a:lnTo>
                    <a:lnTo>
                      <a:pt x="3" y="22"/>
                    </a:lnTo>
                    <a:lnTo>
                      <a:pt x="3" y="17"/>
                    </a:lnTo>
                    <a:lnTo>
                      <a:pt x="3" y="12"/>
                    </a:lnTo>
                    <a:lnTo>
                      <a:pt x="3" y="11"/>
                    </a:lnTo>
                    <a:lnTo>
                      <a:pt x="4" y="12"/>
                    </a:lnTo>
                    <a:lnTo>
                      <a:pt x="4" y="9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5"/>
                    </a:lnTo>
                    <a:lnTo>
                      <a:pt x="4" y="1"/>
                    </a:lnTo>
                    <a:lnTo>
                      <a:pt x="5" y="0"/>
                    </a:lnTo>
                    <a:lnTo>
                      <a:pt x="5" y="3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5" y="7"/>
                    </a:lnTo>
                    <a:lnTo>
                      <a:pt x="5" y="15"/>
                    </a:lnTo>
                    <a:lnTo>
                      <a:pt x="5" y="16"/>
                    </a:lnTo>
                    <a:lnTo>
                      <a:pt x="6" y="12"/>
                    </a:lnTo>
                    <a:lnTo>
                      <a:pt x="6" y="14"/>
                    </a:lnTo>
                    <a:lnTo>
                      <a:pt x="6" y="16"/>
                    </a:lnTo>
                    <a:lnTo>
                      <a:pt x="6" y="15"/>
                    </a:lnTo>
                    <a:lnTo>
                      <a:pt x="6" y="15"/>
                    </a:lnTo>
                    <a:lnTo>
                      <a:pt x="6" y="14"/>
                    </a:lnTo>
                    <a:lnTo>
                      <a:pt x="7" y="9"/>
                    </a:lnTo>
                    <a:lnTo>
                      <a:pt x="7" y="7"/>
                    </a:lnTo>
                    <a:lnTo>
                      <a:pt x="7" y="9"/>
                    </a:lnTo>
                    <a:lnTo>
                      <a:pt x="7" y="1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78" name="Freeform 938"/>
              <p:cNvSpPr/>
              <p:nvPr/>
            </p:nvSpPr>
            <p:spPr bwMode="auto">
              <a:xfrm>
                <a:off x="1863" y="2932"/>
                <a:ext cx="6" cy="42"/>
              </a:xfrm>
              <a:custGeom>
                <a:avLst/>
                <a:gdLst>
                  <a:gd name="T0" fmla="*/ 0 w 6"/>
                  <a:gd name="T1" fmla="*/ 14 h 42"/>
                  <a:gd name="T2" fmla="*/ 0 w 6"/>
                  <a:gd name="T3" fmla="*/ 17 h 42"/>
                  <a:gd name="T4" fmla="*/ 0 w 6"/>
                  <a:gd name="T5" fmla="*/ 21 h 42"/>
                  <a:gd name="T6" fmla="*/ 0 w 6"/>
                  <a:gd name="T7" fmla="*/ 21 h 42"/>
                  <a:gd name="T8" fmla="*/ 0 w 6"/>
                  <a:gd name="T9" fmla="*/ 18 h 42"/>
                  <a:gd name="T10" fmla="*/ 0 w 6"/>
                  <a:gd name="T11" fmla="*/ 17 h 42"/>
                  <a:gd name="T12" fmla="*/ 0 w 6"/>
                  <a:gd name="T13" fmla="*/ 15 h 42"/>
                  <a:gd name="T14" fmla="*/ 1 w 6"/>
                  <a:gd name="T15" fmla="*/ 13 h 42"/>
                  <a:gd name="T16" fmla="*/ 1 w 6"/>
                  <a:gd name="T17" fmla="*/ 12 h 42"/>
                  <a:gd name="T18" fmla="*/ 1 w 6"/>
                  <a:gd name="T19" fmla="*/ 8 h 42"/>
                  <a:gd name="T20" fmla="*/ 1 w 6"/>
                  <a:gd name="T21" fmla="*/ 2 h 42"/>
                  <a:gd name="T22" fmla="*/ 1 w 6"/>
                  <a:gd name="T23" fmla="*/ 0 h 42"/>
                  <a:gd name="T24" fmla="*/ 1 w 6"/>
                  <a:gd name="T25" fmla="*/ 2 h 42"/>
                  <a:gd name="T26" fmla="*/ 1 w 6"/>
                  <a:gd name="T27" fmla="*/ 5 h 42"/>
                  <a:gd name="T28" fmla="*/ 1 w 6"/>
                  <a:gd name="T29" fmla="*/ 7 h 42"/>
                  <a:gd name="T30" fmla="*/ 1 w 6"/>
                  <a:gd name="T31" fmla="*/ 7 h 42"/>
                  <a:gd name="T32" fmla="*/ 2 w 6"/>
                  <a:gd name="T33" fmla="*/ 11 h 42"/>
                  <a:gd name="T34" fmla="*/ 2 w 6"/>
                  <a:gd name="T35" fmla="*/ 15 h 42"/>
                  <a:gd name="T36" fmla="*/ 2 w 6"/>
                  <a:gd name="T37" fmla="*/ 13 h 42"/>
                  <a:gd name="T38" fmla="*/ 2 w 6"/>
                  <a:gd name="T39" fmla="*/ 16 h 42"/>
                  <a:gd name="T40" fmla="*/ 2 w 6"/>
                  <a:gd name="T41" fmla="*/ 22 h 42"/>
                  <a:gd name="T42" fmla="*/ 2 w 6"/>
                  <a:gd name="T43" fmla="*/ 20 h 42"/>
                  <a:gd name="T44" fmla="*/ 3 w 6"/>
                  <a:gd name="T45" fmla="*/ 19 h 42"/>
                  <a:gd name="T46" fmla="*/ 3 w 6"/>
                  <a:gd name="T47" fmla="*/ 23 h 42"/>
                  <a:gd name="T48" fmla="*/ 3 w 6"/>
                  <a:gd name="T49" fmla="*/ 26 h 42"/>
                  <a:gd name="T50" fmla="*/ 3 w 6"/>
                  <a:gd name="T51" fmla="*/ 24 h 42"/>
                  <a:gd name="T52" fmla="*/ 3 w 6"/>
                  <a:gd name="T53" fmla="*/ 24 h 42"/>
                  <a:gd name="T54" fmla="*/ 3 w 6"/>
                  <a:gd name="T55" fmla="*/ 26 h 42"/>
                  <a:gd name="T56" fmla="*/ 3 w 6"/>
                  <a:gd name="T57" fmla="*/ 25 h 42"/>
                  <a:gd name="T58" fmla="*/ 3 w 6"/>
                  <a:gd name="T59" fmla="*/ 22 h 42"/>
                  <a:gd name="T60" fmla="*/ 3 w 6"/>
                  <a:gd name="T61" fmla="*/ 26 h 42"/>
                  <a:gd name="T62" fmla="*/ 4 w 6"/>
                  <a:gd name="T63" fmla="*/ 32 h 42"/>
                  <a:gd name="T64" fmla="*/ 4 w 6"/>
                  <a:gd name="T65" fmla="*/ 29 h 42"/>
                  <a:gd name="T66" fmla="*/ 4 w 6"/>
                  <a:gd name="T67" fmla="*/ 24 h 42"/>
                  <a:gd name="T68" fmla="*/ 4 w 6"/>
                  <a:gd name="T69" fmla="*/ 31 h 42"/>
                  <a:gd name="T70" fmla="*/ 4 w 6"/>
                  <a:gd name="T71" fmla="*/ 37 h 42"/>
                  <a:gd name="T72" fmla="*/ 4 w 6"/>
                  <a:gd name="T73" fmla="*/ 35 h 42"/>
                  <a:gd name="T74" fmla="*/ 5 w 6"/>
                  <a:gd name="T75" fmla="*/ 36 h 42"/>
                  <a:gd name="T76" fmla="*/ 5 w 6"/>
                  <a:gd name="T77" fmla="*/ 38 h 42"/>
                  <a:gd name="T78" fmla="*/ 5 w 6"/>
                  <a:gd name="T79" fmla="*/ 34 h 42"/>
                  <a:gd name="T80" fmla="*/ 5 w 6"/>
                  <a:gd name="T81" fmla="*/ 34 h 42"/>
                  <a:gd name="T82" fmla="*/ 5 w 6"/>
                  <a:gd name="T83" fmla="*/ 39 h 42"/>
                  <a:gd name="T84" fmla="*/ 5 w 6"/>
                  <a:gd name="T85" fmla="*/ 42 h 42"/>
                  <a:gd name="T86" fmla="*/ 5 w 6"/>
                  <a:gd name="T87" fmla="*/ 38 h 42"/>
                  <a:gd name="T88" fmla="*/ 5 w 6"/>
                  <a:gd name="T89" fmla="*/ 30 h 42"/>
                  <a:gd name="T90" fmla="*/ 5 w 6"/>
                  <a:gd name="T91" fmla="*/ 33 h 42"/>
                  <a:gd name="T92" fmla="*/ 6 w 6"/>
                  <a:gd name="T93" fmla="*/ 41 h 42"/>
                  <a:gd name="T94" fmla="*/ 6 w 6"/>
                  <a:gd name="T95" fmla="*/ 36 h 42"/>
                  <a:gd name="T96" fmla="*/ 6 w 6"/>
                  <a:gd name="T97" fmla="*/ 31 h 42"/>
                  <a:gd name="T98" fmla="*/ 6 w 6"/>
                  <a:gd name="T99" fmla="*/ 35 h 42"/>
                  <a:gd name="T100" fmla="*/ 6 w 6"/>
                  <a:gd name="T101" fmla="*/ 34 h 42"/>
                  <a:gd name="T102" fmla="*/ 6 w 6"/>
                  <a:gd name="T103" fmla="*/ 3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2">
                    <a:moveTo>
                      <a:pt x="0" y="14"/>
                    </a:moveTo>
                    <a:lnTo>
                      <a:pt x="0" y="17"/>
                    </a:lnTo>
                    <a:lnTo>
                      <a:pt x="0" y="21"/>
                    </a:lnTo>
                    <a:lnTo>
                      <a:pt x="0" y="21"/>
                    </a:lnTo>
                    <a:lnTo>
                      <a:pt x="0" y="18"/>
                    </a:lnTo>
                    <a:lnTo>
                      <a:pt x="0" y="17"/>
                    </a:lnTo>
                    <a:lnTo>
                      <a:pt x="0" y="15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1" y="8"/>
                    </a:lnTo>
                    <a:lnTo>
                      <a:pt x="1" y="2"/>
                    </a:lnTo>
                    <a:lnTo>
                      <a:pt x="1" y="0"/>
                    </a:lnTo>
                    <a:lnTo>
                      <a:pt x="1" y="2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2" y="11"/>
                    </a:lnTo>
                    <a:lnTo>
                      <a:pt x="2" y="15"/>
                    </a:lnTo>
                    <a:lnTo>
                      <a:pt x="2" y="13"/>
                    </a:lnTo>
                    <a:lnTo>
                      <a:pt x="2" y="16"/>
                    </a:lnTo>
                    <a:lnTo>
                      <a:pt x="2" y="22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23"/>
                    </a:lnTo>
                    <a:lnTo>
                      <a:pt x="3" y="26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2"/>
                    </a:lnTo>
                    <a:lnTo>
                      <a:pt x="3" y="26"/>
                    </a:lnTo>
                    <a:lnTo>
                      <a:pt x="4" y="32"/>
                    </a:lnTo>
                    <a:lnTo>
                      <a:pt x="4" y="29"/>
                    </a:lnTo>
                    <a:lnTo>
                      <a:pt x="4" y="24"/>
                    </a:lnTo>
                    <a:lnTo>
                      <a:pt x="4" y="31"/>
                    </a:lnTo>
                    <a:lnTo>
                      <a:pt x="4" y="37"/>
                    </a:lnTo>
                    <a:lnTo>
                      <a:pt x="4" y="35"/>
                    </a:lnTo>
                    <a:lnTo>
                      <a:pt x="5" y="36"/>
                    </a:lnTo>
                    <a:lnTo>
                      <a:pt x="5" y="38"/>
                    </a:lnTo>
                    <a:lnTo>
                      <a:pt x="5" y="34"/>
                    </a:lnTo>
                    <a:lnTo>
                      <a:pt x="5" y="34"/>
                    </a:lnTo>
                    <a:lnTo>
                      <a:pt x="5" y="39"/>
                    </a:lnTo>
                    <a:lnTo>
                      <a:pt x="5" y="42"/>
                    </a:lnTo>
                    <a:lnTo>
                      <a:pt x="5" y="38"/>
                    </a:lnTo>
                    <a:lnTo>
                      <a:pt x="5" y="30"/>
                    </a:lnTo>
                    <a:lnTo>
                      <a:pt x="5" y="33"/>
                    </a:lnTo>
                    <a:lnTo>
                      <a:pt x="6" y="41"/>
                    </a:lnTo>
                    <a:lnTo>
                      <a:pt x="6" y="36"/>
                    </a:lnTo>
                    <a:lnTo>
                      <a:pt x="6" y="31"/>
                    </a:lnTo>
                    <a:lnTo>
                      <a:pt x="6" y="35"/>
                    </a:lnTo>
                    <a:lnTo>
                      <a:pt x="6" y="34"/>
                    </a:lnTo>
                    <a:lnTo>
                      <a:pt x="6" y="3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79" name="Freeform 939"/>
              <p:cNvSpPr/>
              <p:nvPr/>
            </p:nvSpPr>
            <p:spPr bwMode="auto">
              <a:xfrm>
                <a:off x="1869" y="2965"/>
                <a:ext cx="7" cy="148"/>
              </a:xfrm>
              <a:custGeom>
                <a:avLst/>
                <a:gdLst>
                  <a:gd name="T0" fmla="*/ 0 w 7"/>
                  <a:gd name="T1" fmla="*/ 1 h 148"/>
                  <a:gd name="T2" fmla="*/ 0 w 7"/>
                  <a:gd name="T3" fmla="*/ 0 h 148"/>
                  <a:gd name="T4" fmla="*/ 0 w 7"/>
                  <a:gd name="T5" fmla="*/ 9 h 148"/>
                  <a:gd name="T6" fmla="*/ 0 w 7"/>
                  <a:gd name="T7" fmla="*/ 13 h 148"/>
                  <a:gd name="T8" fmla="*/ 0 w 7"/>
                  <a:gd name="T9" fmla="*/ 12 h 148"/>
                  <a:gd name="T10" fmla="*/ 0 w 7"/>
                  <a:gd name="T11" fmla="*/ 18 h 148"/>
                  <a:gd name="T12" fmla="*/ 1 w 7"/>
                  <a:gd name="T13" fmla="*/ 29 h 148"/>
                  <a:gd name="T14" fmla="*/ 1 w 7"/>
                  <a:gd name="T15" fmla="*/ 38 h 148"/>
                  <a:gd name="T16" fmla="*/ 1 w 7"/>
                  <a:gd name="T17" fmla="*/ 38 h 148"/>
                  <a:gd name="T18" fmla="*/ 1 w 7"/>
                  <a:gd name="T19" fmla="*/ 40 h 148"/>
                  <a:gd name="T20" fmla="*/ 1 w 7"/>
                  <a:gd name="T21" fmla="*/ 58 h 148"/>
                  <a:gd name="T22" fmla="*/ 1 w 7"/>
                  <a:gd name="T23" fmla="*/ 72 h 148"/>
                  <a:gd name="T24" fmla="*/ 2 w 7"/>
                  <a:gd name="T25" fmla="*/ 68 h 148"/>
                  <a:gd name="T26" fmla="*/ 2 w 7"/>
                  <a:gd name="T27" fmla="*/ 70 h 148"/>
                  <a:gd name="T28" fmla="*/ 2 w 7"/>
                  <a:gd name="T29" fmla="*/ 84 h 148"/>
                  <a:gd name="T30" fmla="*/ 2 w 7"/>
                  <a:gd name="T31" fmla="*/ 90 h 148"/>
                  <a:gd name="T32" fmla="*/ 2 w 7"/>
                  <a:gd name="T33" fmla="*/ 97 h 148"/>
                  <a:gd name="T34" fmla="*/ 2 w 7"/>
                  <a:gd name="T35" fmla="*/ 113 h 148"/>
                  <a:gd name="T36" fmla="*/ 2 w 7"/>
                  <a:gd name="T37" fmla="*/ 119 h 148"/>
                  <a:gd name="T38" fmla="*/ 2 w 7"/>
                  <a:gd name="T39" fmla="*/ 114 h 148"/>
                  <a:gd name="T40" fmla="*/ 2 w 7"/>
                  <a:gd name="T41" fmla="*/ 119 h 148"/>
                  <a:gd name="T42" fmla="*/ 3 w 7"/>
                  <a:gd name="T43" fmla="*/ 136 h 148"/>
                  <a:gd name="T44" fmla="*/ 3 w 7"/>
                  <a:gd name="T45" fmla="*/ 139 h 148"/>
                  <a:gd name="T46" fmla="*/ 3 w 7"/>
                  <a:gd name="T47" fmla="*/ 127 h 148"/>
                  <a:gd name="T48" fmla="*/ 3 w 7"/>
                  <a:gd name="T49" fmla="*/ 125 h 148"/>
                  <a:gd name="T50" fmla="*/ 3 w 7"/>
                  <a:gd name="T51" fmla="*/ 128 h 148"/>
                  <a:gd name="T52" fmla="*/ 3 w 7"/>
                  <a:gd name="T53" fmla="*/ 118 h 148"/>
                  <a:gd name="T54" fmla="*/ 4 w 7"/>
                  <a:gd name="T55" fmla="*/ 116 h 148"/>
                  <a:gd name="T56" fmla="*/ 4 w 7"/>
                  <a:gd name="T57" fmla="*/ 138 h 148"/>
                  <a:gd name="T58" fmla="*/ 4 w 7"/>
                  <a:gd name="T59" fmla="*/ 148 h 148"/>
                  <a:gd name="T60" fmla="*/ 4 w 7"/>
                  <a:gd name="T61" fmla="*/ 133 h 148"/>
                  <a:gd name="T62" fmla="*/ 4 w 7"/>
                  <a:gd name="T63" fmla="*/ 126 h 148"/>
                  <a:gd name="T64" fmla="*/ 4 w 7"/>
                  <a:gd name="T65" fmla="*/ 132 h 148"/>
                  <a:gd name="T66" fmla="*/ 4 w 7"/>
                  <a:gd name="T67" fmla="*/ 132 h 148"/>
                  <a:gd name="T68" fmla="*/ 4 w 7"/>
                  <a:gd name="T69" fmla="*/ 130 h 148"/>
                  <a:gd name="T70" fmla="*/ 4 w 7"/>
                  <a:gd name="T71" fmla="*/ 127 h 148"/>
                  <a:gd name="T72" fmla="*/ 5 w 7"/>
                  <a:gd name="T73" fmla="*/ 111 h 148"/>
                  <a:gd name="T74" fmla="*/ 5 w 7"/>
                  <a:gd name="T75" fmla="*/ 86 h 148"/>
                  <a:gd name="T76" fmla="*/ 5 w 7"/>
                  <a:gd name="T77" fmla="*/ 84 h 148"/>
                  <a:gd name="T78" fmla="*/ 5 w 7"/>
                  <a:gd name="T79" fmla="*/ 103 h 148"/>
                  <a:gd name="T80" fmla="*/ 5 w 7"/>
                  <a:gd name="T81" fmla="*/ 105 h 148"/>
                  <a:gd name="T82" fmla="*/ 5 w 7"/>
                  <a:gd name="T83" fmla="*/ 88 h 148"/>
                  <a:gd name="T84" fmla="*/ 5 w 7"/>
                  <a:gd name="T85" fmla="*/ 85 h 148"/>
                  <a:gd name="T86" fmla="*/ 5 w 7"/>
                  <a:gd name="T87" fmla="*/ 87 h 148"/>
                  <a:gd name="T88" fmla="*/ 5 w 7"/>
                  <a:gd name="T89" fmla="*/ 75 h 148"/>
                  <a:gd name="T90" fmla="*/ 6 w 7"/>
                  <a:gd name="T91" fmla="*/ 61 h 148"/>
                  <a:gd name="T92" fmla="*/ 6 w 7"/>
                  <a:gd name="T93" fmla="*/ 53 h 148"/>
                  <a:gd name="T94" fmla="*/ 6 w 7"/>
                  <a:gd name="T95" fmla="*/ 39 h 148"/>
                  <a:gd name="T96" fmla="*/ 6 w 7"/>
                  <a:gd name="T97" fmla="*/ 23 h 148"/>
                  <a:gd name="T98" fmla="*/ 6 w 7"/>
                  <a:gd name="T99" fmla="*/ 19 h 148"/>
                  <a:gd name="T100" fmla="*/ 6 w 7"/>
                  <a:gd name="T101" fmla="*/ 18 h 148"/>
                  <a:gd name="T102" fmla="*/ 7 w 7"/>
                  <a:gd name="T103" fmla="*/ 7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48">
                    <a:moveTo>
                      <a:pt x="0" y="1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3"/>
                    </a:lnTo>
                    <a:lnTo>
                      <a:pt x="0" y="12"/>
                    </a:lnTo>
                    <a:lnTo>
                      <a:pt x="0" y="18"/>
                    </a:lnTo>
                    <a:lnTo>
                      <a:pt x="1" y="29"/>
                    </a:lnTo>
                    <a:lnTo>
                      <a:pt x="1" y="38"/>
                    </a:lnTo>
                    <a:lnTo>
                      <a:pt x="1" y="38"/>
                    </a:lnTo>
                    <a:lnTo>
                      <a:pt x="1" y="40"/>
                    </a:lnTo>
                    <a:lnTo>
                      <a:pt x="1" y="58"/>
                    </a:lnTo>
                    <a:lnTo>
                      <a:pt x="1" y="72"/>
                    </a:lnTo>
                    <a:lnTo>
                      <a:pt x="2" y="68"/>
                    </a:lnTo>
                    <a:lnTo>
                      <a:pt x="2" y="70"/>
                    </a:lnTo>
                    <a:lnTo>
                      <a:pt x="2" y="84"/>
                    </a:lnTo>
                    <a:lnTo>
                      <a:pt x="2" y="90"/>
                    </a:lnTo>
                    <a:lnTo>
                      <a:pt x="2" y="97"/>
                    </a:lnTo>
                    <a:lnTo>
                      <a:pt x="2" y="113"/>
                    </a:lnTo>
                    <a:lnTo>
                      <a:pt x="2" y="119"/>
                    </a:lnTo>
                    <a:lnTo>
                      <a:pt x="2" y="114"/>
                    </a:lnTo>
                    <a:lnTo>
                      <a:pt x="2" y="119"/>
                    </a:lnTo>
                    <a:lnTo>
                      <a:pt x="3" y="136"/>
                    </a:lnTo>
                    <a:lnTo>
                      <a:pt x="3" y="139"/>
                    </a:lnTo>
                    <a:lnTo>
                      <a:pt x="3" y="127"/>
                    </a:lnTo>
                    <a:lnTo>
                      <a:pt x="3" y="125"/>
                    </a:lnTo>
                    <a:lnTo>
                      <a:pt x="3" y="128"/>
                    </a:lnTo>
                    <a:lnTo>
                      <a:pt x="3" y="118"/>
                    </a:lnTo>
                    <a:lnTo>
                      <a:pt x="4" y="116"/>
                    </a:lnTo>
                    <a:lnTo>
                      <a:pt x="4" y="138"/>
                    </a:lnTo>
                    <a:lnTo>
                      <a:pt x="4" y="148"/>
                    </a:lnTo>
                    <a:lnTo>
                      <a:pt x="4" y="133"/>
                    </a:lnTo>
                    <a:lnTo>
                      <a:pt x="4" y="126"/>
                    </a:lnTo>
                    <a:lnTo>
                      <a:pt x="4" y="132"/>
                    </a:lnTo>
                    <a:lnTo>
                      <a:pt x="4" y="132"/>
                    </a:lnTo>
                    <a:lnTo>
                      <a:pt x="4" y="130"/>
                    </a:lnTo>
                    <a:lnTo>
                      <a:pt x="4" y="127"/>
                    </a:lnTo>
                    <a:lnTo>
                      <a:pt x="5" y="111"/>
                    </a:lnTo>
                    <a:lnTo>
                      <a:pt x="5" y="86"/>
                    </a:lnTo>
                    <a:lnTo>
                      <a:pt x="5" y="84"/>
                    </a:lnTo>
                    <a:lnTo>
                      <a:pt x="5" y="103"/>
                    </a:lnTo>
                    <a:lnTo>
                      <a:pt x="5" y="105"/>
                    </a:lnTo>
                    <a:lnTo>
                      <a:pt x="5" y="88"/>
                    </a:lnTo>
                    <a:lnTo>
                      <a:pt x="5" y="85"/>
                    </a:lnTo>
                    <a:lnTo>
                      <a:pt x="5" y="87"/>
                    </a:lnTo>
                    <a:lnTo>
                      <a:pt x="5" y="75"/>
                    </a:lnTo>
                    <a:lnTo>
                      <a:pt x="6" y="61"/>
                    </a:lnTo>
                    <a:lnTo>
                      <a:pt x="6" y="53"/>
                    </a:lnTo>
                    <a:lnTo>
                      <a:pt x="6" y="39"/>
                    </a:lnTo>
                    <a:lnTo>
                      <a:pt x="6" y="23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80" name="Freeform 940"/>
              <p:cNvSpPr/>
              <p:nvPr/>
            </p:nvSpPr>
            <p:spPr bwMode="auto">
              <a:xfrm>
                <a:off x="1875" y="2904"/>
                <a:ext cx="7" cy="79"/>
              </a:xfrm>
              <a:custGeom>
                <a:avLst/>
                <a:gdLst>
                  <a:gd name="T0" fmla="*/ 0 w 7"/>
                  <a:gd name="T1" fmla="*/ 79 h 79"/>
                  <a:gd name="T2" fmla="*/ 1 w 7"/>
                  <a:gd name="T3" fmla="*/ 68 h 79"/>
                  <a:gd name="T4" fmla="*/ 1 w 7"/>
                  <a:gd name="T5" fmla="*/ 59 h 79"/>
                  <a:gd name="T6" fmla="*/ 1 w 7"/>
                  <a:gd name="T7" fmla="*/ 58 h 79"/>
                  <a:gd name="T8" fmla="*/ 1 w 7"/>
                  <a:gd name="T9" fmla="*/ 58 h 79"/>
                  <a:gd name="T10" fmla="*/ 1 w 7"/>
                  <a:gd name="T11" fmla="*/ 51 h 79"/>
                  <a:gd name="T12" fmla="*/ 1 w 7"/>
                  <a:gd name="T13" fmla="*/ 45 h 79"/>
                  <a:gd name="T14" fmla="*/ 1 w 7"/>
                  <a:gd name="T15" fmla="*/ 45 h 79"/>
                  <a:gd name="T16" fmla="*/ 1 w 7"/>
                  <a:gd name="T17" fmla="*/ 39 h 79"/>
                  <a:gd name="T18" fmla="*/ 1 w 7"/>
                  <a:gd name="T19" fmla="*/ 28 h 79"/>
                  <a:gd name="T20" fmla="*/ 2 w 7"/>
                  <a:gd name="T21" fmla="*/ 25 h 79"/>
                  <a:gd name="T22" fmla="*/ 2 w 7"/>
                  <a:gd name="T23" fmla="*/ 32 h 79"/>
                  <a:gd name="T24" fmla="*/ 2 w 7"/>
                  <a:gd name="T25" fmla="*/ 35 h 79"/>
                  <a:gd name="T26" fmla="*/ 2 w 7"/>
                  <a:gd name="T27" fmla="*/ 27 h 79"/>
                  <a:gd name="T28" fmla="*/ 2 w 7"/>
                  <a:gd name="T29" fmla="*/ 18 h 79"/>
                  <a:gd name="T30" fmla="*/ 2 w 7"/>
                  <a:gd name="T31" fmla="*/ 17 h 79"/>
                  <a:gd name="T32" fmla="*/ 3 w 7"/>
                  <a:gd name="T33" fmla="*/ 18 h 79"/>
                  <a:gd name="T34" fmla="*/ 3 w 7"/>
                  <a:gd name="T35" fmla="*/ 25 h 79"/>
                  <a:gd name="T36" fmla="*/ 3 w 7"/>
                  <a:gd name="T37" fmla="*/ 30 h 79"/>
                  <a:gd name="T38" fmla="*/ 3 w 7"/>
                  <a:gd name="T39" fmla="*/ 21 h 79"/>
                  <a:gd name="T40" fmla="*/ 3 w 7"/>
                  <a:gd name="T41" fmla="*/ 11 h 79"/>
                  <a:gd name="T42" fmla="*/ 3 w 7"/>
                  <a:gd name="T43" fmla="*/ 17 h 79"/>
                  <a:gd name="T44" fmla="*/ 3 w 7"/>
                  <a:gd name="T45" fmla="*/ 30 h 79"/>
                  <a:gd name="T46" fmla="*/ 3 w 7"/>
                  <a:gd name="T47" fmla="*/ 30 h 79"/>
                  <a:gd name="T48" fmla="*/ 3 w 7"/>
                  <a:gd name="T49" fmla="*/ 23 h 79"/>
                  <a:gd name="T50" fmla="*/ 3 w 7"/>
                  <a:gd name="T51" fmla="*/ 22 h 79"/>
                  <a:gd name="T52" fmla="*/ 4 w 7"/>
                  <a:gd name="T53" fmla="*/ 24 h 79"/>
                  <a:gd name="T54" fmla="*/ 4 w 7"/>
                  <a:gd name="T55" fmla="*/ 21 h 79"/>
                  <a:gd name="T56" fmla="*/ 4 w 7"/>
                  <a:gd name="T57" fmla="*/ 17 h 79"/>
                  <a:gd name="T58" fmla="*/ 4 w 7"/>
                  <a:gd name="T59" fmla="*/ 18 h 79"/>
                  <a:gd name="T60" fmla="*/ 4 w 7"/>
                  <a:gd name="T61" fmla="*/ 18 h 79"/>
                  <a:gd name="T62" fmla="*/ 4 w 7"/>
                  <a:gd name="T63" fmla="*/ 17 h 79"/>
                  <a:gd name="T64" fmla="*/ 4 w 7"/>
                  <a:gd name="T65" fmla="*/ 16 h 79"/>
                  <a:gd name="T66" fmla="*/ 4 w 7"/>
                  <a:gd name="T67" fmla="*/ 10 h 79"/>
                  <a:gd name="T68" fmla="*/ 4 w 7"/>
                  <a:gd name="T69" fmla="*/ 1 h 79"/>
                  <a:gd name="T70" fmla="*/ 5 w 7"/>
                  <a:gd name="T71" fmla="*/ 2 h 79"/>
                  <a:gd name="T72" fmla="*/ 5 w 7"/>
                  <a:gd name="T73" fmla="*/ 11 h 79"/>
                  <a:gd name="T74" fmla="*/ 5 w 7"/>
                  <a:gd name="T75" fmla="*/ 12 h 79"/>
                  <a:gd name="T76" fmla="*/ 5 w 7"/>
                  <a:gd name="T77" fmla="*/ 8 h 79"/>
                  <a:gd name="T78" fmla="*/ 5 w 7"/>
                  <a:gd name="T79" fmla="*/ 6 h 79"/>
                  <a:gd name="T80" fmla="*/ 5 w 7"/>
                  <a:gd name="T81" fmla="*/ 5 h 79"/>
                  <a:gd name="T82" fmla="*/ 6 w 7"/>
                  <a:gd name="T83" fmla="*/ 4 h 79"/>
                  <a:gd name="T84" fmla="*/ 6 w 7"/>
                  <a:gd name="T85" fmla="*/ 6 h 79"/>
                  <a:gd name="T86" fmla="*/ 6 w 7"/>
                  <a:gd name="T87" fmla="*/ 7 h 79"/>
                  <a:gd name="T88" fmla="*/ 6 w 7"/>
                  <a:gd name="T89" fmla="*/ 6 h 79"/>
                  <a:gd name="T90" fmla="*/ 6 w 7"/>
                  <a:gd name="T91" fmla="*/ 6 h 79"/>
                  <a:gd name="T92" fmla="*/ 6 w 7"/>
                  <a:gd name="T93" fmla="*/ 3 h 79"/>
                  <a:gd name="T94" fmla="*/ 6 w 7"/>
                  <a:gd name="T95" fmla="*/ 0 h 79"/>
                  <a:gd name="T96" fmla="*/ 6 w 7"/>
                  <a:gd name="T97" fmla="*/ 5 h 79"/>
                  <a:gd name="T98" fmla="*/ 6 w 7"/>
                  <a:gd name="T99" fmla="*/ 14 h 79"/>
                  <a:gd name="T100" fmla="*/ 7 w 7"/>
                  <a:gd name="T101" fmla="*/ 14 h 79"/>
                  <a:gd name="T102" fmla="*/ 7 w 7"/>
                  <a:gd name="T103" fmla="*/ 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79">
                    <a:moveTo>
                      <a:pt x="0" y="79"/>
                    </a:moveTo>
                    <a:lnTo>
                      <a:pt x="1" y="68"/>
                    </a:lnTo>
                    <a:lnTo>
                      <a:pt x="1" y="59"/>
                    </a:lnTo>
                    <a:lnTo>
                      <a:pt x="1" y="58"/>
                    </a:lnTo>
                    <a:lnTo>
                      <a:pt x="1" y="58"/>
                    </a:lnTo>
                    <a:lnTo>
                      <a:pt x="1" y="51"/>
                    </a:lnTo>
                    <a:lnTo>
                      <a:pt x="1" y="45"/>
                    </a:lnTo>
                    <a:lnTo>
                      <a:pt x="1" y="45"/>
                    </a:lnTo>
                    <a:lnTo>
                      <a:pt x="1" y="39"/>
                    </a:lnTo>
                    <a:lnTo>
                      <a:pt x="1" y="28"/>
                    </a:lnTo>
                    <a:lnTo>
                      <a:pt x="2" y="25"/>
                    </a:lnTo>
                    <a:lnTo>
                      <a:pt x="2" y="32"/>
                    </a:lnTo>
                    <a:lnTo>
                      <a:pt x="2" y="35"/>
                    </a:lnTo>
                    <a:lnTo>
                      <a:pt x="2" y="27"/>
                    </a:lnTo>
                    <a:lnTo>
                      <a:pt x="2" y="18"/>
                    </a:lnTo>
                    <a:lnTo>
                      <a:pt x="2" y="17"/>
                    </a:lnTo>
                    <a:lnTo>
                      <a:pt x="3" y="18"/>
                    </a:lnTo>
                    <a:lnTo>
                      <a:pt x="3" y="25"/>
                    </a:lnTo>
                    <a:lnTo>
                      <a:pt x="3" y="30"/>
                    </a:lnTo>
                    <a:lnTo>
                      <a:pt x="3" y="21"/>
                    </a:lnTo>
                    <a:lnTo>
                      <a:pt x="3" y="11"/>
                    </a:lnTo>
                    <a:lnTo>
                      <a:pt x="3" y="17"/>
                    </a:lnTo>
                    <a:lnTo>
                      <a:pt x="3" y="30"/>
                    </a:lnTo>
                    <a:lnTo>
                      <a:pt x="3" y="30"/>
                    </a:lnTo>
                    <a:lnTo>
                      <a:pt x="3" y="23"/>
                    </a:lnTo>
                    <a:lnTo>
                      <a:pt x="3" y="22"/>
                    </a:lnTo>
                    <a:lnTo>
                      <a:pt x="4" y="24"/>
                    </a:lnTo>
                    <a:lnTo>
                      <a:pt x="4" y="21"/>
                    </a:lnTo>
                    <a:lnTo>
                      <a:pt x="4" y="17"/>
                    </a:lnTo>
                    <a:lnTo>
                      <a:pt x="4" y="18"/>
                    </a:lnTo>
                    <a:lnTo>
                      <a:pt x="4" y="18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0"/>
                    </a:lnTo>
                    <a:lnTo>
                      <a:pt x="4" y="1"/>
                    </a:lnTo>
                    <a:lnTo>
                      <a:pt x="5" y="2"/>
                    </a:lnTo>
                    <a:lnTo>
                      <a:pt x="5" y="11"/>
                    </a:lnTo>
                    <a:lnTo>
                      <a:pt x="5" y="12"/>
                    </a:lnTo>
                    <a:lnTo>
                      <a:pt x="5" y="8"/>
                    </a:lnTo>
                    <a:lnTo>
                      <a:pt x="5" y="6"/>
                    </a:lnTo>
                    <a:lnTo>
                      <a:pt x="5" y="5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6" y="7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6" y="3"/>
                    </a:lnTo>
                    <a:lnTo>
                      <a:pt x="6" y="0"/>
                    </a:lnTo>
                    <a:lnTo>
                      <a:pt x="6" y="5"/>
                    </a:lnTo>
                    <a:lnTo>
                      <a:pt x="6" y="14"/>
                    </a:lnTo>
                    <a:lnTo>
                      <a:pt x="7" y="14"/>
                    </a:lnTo>
                    <a:lnTo>
                      <a:pt x="7" y="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81" name="Freeform 941"/>
              <p:cNvSpPr/>
              <p:nvPr/>
            </p:nvSpPr>
            <p:spPr bwMode="auto">
              <a:xfrm>
                <a:off x="1882" y="2907"/>
                <a:ext cx="6" cy="61"/>
              </a:xfrm>
              <a:custGeom>
                <a:avLst/>
                <a:gdLst>
                  <a:gd name="T0" fmla="*/ 0 w 6"/>
                  <a:gd name="T1" fmla="*/ 11 h 61"/>
                  <a:gd name="T2" fmla="*/ 0 w 6"/>
                  <a:gd name="T3" fmla="*/ 4 h 61"/>
                  <a:gd name="T4" fmla="*/ 0 w 6"/>
                  <a:gd name="T5" fmla="*/ 0 h 61"/>
                  <a:gd name="T6" fmla="*/ 0 w 6"/>
                  <a:gd name="T7" fmla="*/ 0 h 61"/>
                  <a:gd name="T8" fmla="*/ 0 w 6"/>
                  <a:gd name="T9" fmla="*/ 3 h 61"/>
                  <a:gd name="T10" fmla="*/ 0 w 6"/>
                  <a:gd name="T11" fmla="*/ 8 h 61"/>
                  <a:gd name="T12" fmla="*/ 1 w 6"/>
                  <a:gd name="T13" fmla="*/ 8 h 61"/>
                  <a:gd name="T14" fmla="*/ 1 w 6"/>
                  <a:gd name="T15" fmla="*/ 3 h 61"/>
                  <a:gd name="T16" fmla="*/ 1 w 6"/>
                  <a:gd name="T17" fmla="*/ 9 h 61"/>
                  <a:gd name="T18" fmla="*/ 1 w 6"/>
                  <a:gd name="T19" fmla="*/ 24 h 61"/>
                  <a:gd name="T20" fmla="*/ 1 w 6"/>
                  <a:gd name="T21" fmla="*/ 31 h 61"/>
                  <a:gd name="T22" fmla="*/ 1 w 6"/>
                  <a:gd name="T23" fmla="*/ 29 h 61"/>
                  <a:gd name="T24" fmla="*/ 1 w 6"/>
                  <a:gd name="T25" fmla="*/ 33 h 61"/>
                  <a:gd name="T26" fmla="*/ 1 w 6"/>
                  <a:gd name="T27" fmla="*/ 40 h 61"/>
                  <a:gd name="T28" fmla="*/ 1 w 6"/>
                  <a:gd name="T29" fmla="*/ 39 h 61"/>
                  <a:gd name="T30" fmla="*/ 2 w 6"/>
                  <a:gd name="T31" fmla="*/ 36 h 61"/>
                  <a:gd name="T32" fmla="*/ 2 w 6"/>
                  <a:gd name="T33" fmla="*/ 35 h 61"/>
                  <a:gd name="T34" fmla="*/ 2 w 6"/>
                  <a:gd name="T35" fmla="*/ 33 h 61"/>
                  <a:gd name="T36" fmla="*/ 2 w 6"/>
                  <a:gd name="T37" fmla="*/ 36 h 61"/>
                  <a:gd name="T38" fmla="*/ 2 w 6"/>
                  <a:gd name="T39" fmla="*/ 45 h 61"/>
                  <a:gd name="T40" fmla="*/ 2 w 6"/>
                  <a:gd name="T41" fmla="*/ 48 h 61"/>
                  <a:gd name="T42" fmla="*/ 2 w 6"/>
                  <a:gd name="T43" fmla="*/ 48 h 61"/>
                  <a:gd name="T44" fmla="*/ 2 w 6"/>
                  <a:gd name="T45" fmla="*/ 52 h 61"/>
                  <a:gd name="T46" fmla="*/ 2 w 6"/>
                  <a:gd name="T47" fmla="*/ 59 h 61"/>
                  <a:gd name="T48" fmla="*/ 3 w 6"/>
                  <a:gd name="T49" fmla="*/ 61 h 61"/>
                  <a:gd name="T50" fmla="*/ 3 w 6"/>
                  <a:gd name="T51" fmla="*/ 59 h 61"/>
                  <a:gd name="T52" fmla="*/ 3 w 6"/>
                  <a:gd name="T53" fmla="*/ 55 h 61"/>
                  <a:gd name="T54" fmla="*/ 3 w 6"/>
                  <a:gd name="T55" fmla="*/ 53 h 61"/>
                  <a:gd name="T56" fmla="*/ 3 w 6"/>
                  <a:gd name="T57" fmla="*/ 52 h 61"/>
                  <a:gd name="T58" fmla="*/ 3 w 6"/>
                  <a:gd name="T59" fmla="*/ 46 h 61"/>
                  <a:gd name="T60" fmla="*/ 4 w 6"/>
                  <a:gd name="T61" fmla="*/ 38 h 61"/>
                  <a:gd name="T62" fmla="*/ 4 w 6"/>
                  <a:gd name="T63" fmla="*/ 38 h 61"/>
                  <a:gd name="T64" fmla="*/ 4 w 6"/>
                  <a:gd name="T65" fmla="*/ 44 h 61"/>
                  <a:gd name="T66" fmla="*/ 4 w 6"/>
                  <a:gd name="T67" fmla="*/ 43 h 61"/>
                  <a:gd name="T68" fmla="*/ 4 w 6"/>
                  <a:gd name="T69" fmla="*/ 37 h 61"/>
                  <a:gd name="T70" fmla="*/ 4 w 6"/>
                  <a:gd name="T71" fmla="*/ 33 h 61"/>
                  <a:gd name="T72" fmla="*/ 4 w 6"/>
                  <a:gd name="T73" fmla="*/ 31 h 61"/>
                  <a:gd name="T74" fmla="*/ 4 w 6"/>
                  <a:gd name="T75" fmla="*/ 28 h 61"/>
                  <a:gd name="T76" fmla="*/ 4 w 6"/>
                  <a:gd name="T77" fmla="*/ 29 h 61"/>
                  <a:gd name="T78" fmla="*/ 4 w 6"/>
                  <a:gd name="T79" fmla="*/ 30 h 61"/>
                  <a:gd name="T80" fmla="*/ 5 w 6"/>
                  <a:gd name="T81" fmla="*/ 22 h 61"/>
                  <a:gd name="T82" fmla="*/ 5 w 6"/>
                  <a:gd name="T83" fmla="*/ 17 h 61"/>
                  <a:gd name="T84" fmla="*/ 5 w 6"/>
                  <a:gd name="T85" fmla="*/ 24 h 61"/>
                  <a:gd name="T86" fmla="*/ 5 w 6"/>
                  <a:gd name="T87" fmla="*/ 25 h 61"/>
                  <a:gd name="T88" fmla="*/ 5 w 6"/>
                  <a:gd name="T89" fmla="*/ 15 h 61"/>
                  <a:gd name="T90" fmla="*/ 5 w 6"/>
                  <a:gd name="T91" fmla="*/ 15 h 61"/>
                  <a:gd name="T92" fmla="*/ 6 w 6"/>
                  <a:gd name="T93" fmla="*/ 24 h 61"/>
                  <a:gd name="T94" fmla="*/ 6 w 6"/>
                  <a:gd name="T95" fmla="*/ 20 h 61"/>
                  <a:gd name="T96" fmla="*/ 6 w 6"/>
                  <a:gd name="T97" fmla="*/ 10 h 61"/>
                  <a:gd name="T98" fmla="*/ 6 w 6"/>
                  <a:gd name="T99" fmla="*/ 14 h 61"/>
                  <a:gd name="T100" fmla="*/ 6 w 6"/>
                  <a:gd name="T101" fmla="*/ 17 h 61"/>
                  <a:gd name="T102" fmla="*/ 6 w 6"/>
                  <a:gd name="T103" fmla="*/ 17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1">
                    <a:moveTo>
                      <a:pt x="0" y="11"/>
                    </a:moveTo>
                    <a:lnTo>
                      <a:pt x="0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8"/>
                    </a:lnTo>
                    <a:lnTo>
                      <a:pt x="1" y="8"/>
                    </a:lnTo>
                    <a:lnTo>
                      <a:pt x="1" y="3"/>
                    </a:lnTo>
                    <a:lnTo>
                      <a:pt x="1" y="9"/>
                    </a:lnTo>
                    <a:lnTo>
                      <a:pt x="1" y="24"/>
                    </a:lnTo>
                    <a:lnTo>
                      <a:pt x="1" y="31"/>
                    </a:lnTo>
                    <a:lnTo>
                      <a:pt x="1" y="29"/>
                    </a:lnTo>
                    <a:lnTo>
                      <a:pt x="1" y="33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2" y="36"/>
                    </a:lnTo>
                    <a:lnTo>
                      <a:pt x="2" y="35"/>
                    </a:lnTo>
                    <a:lnTo>
                      <a:pt x="2" y="33"/>
                    </a:lnTo>
                    <a:lnTo>
                      <a:pt x="2" y="36"/>
                    </a:lnTo>
                    <a:lnTo>
                      <a:pt x="2" y="45"/>
                    </a:lnTo>
                    <a:lnTo>
                      <a:pt x="2" y="48"/>
                    </a:lnTo>
                    <a:lnTo>
                      <a:pt x="2" y="48"/>
                    </a:lnTo>
                    <a:lnTo>
                      <a:pt x="2" y="52"/>
                    </a:lnTo>
                    <a:lnTo>
                      <a:pt x="2" y="59"/>
                    </a:lnTo>
                    <a:lnTo>
                      <a:pt x="3" y="61"/>
                    </a:lnTo>
                    <a:lnTo>
                      <a:pt x="3" y="59"/>
                    </a:lnTo>
                    <a:lnTo>
                      <a:pt x="3" y="55"/>
                    </a:lnTo>
                    <a:lnTo>
                      <a:pt x="3" y="53"/>
                    </a:lnTo>
                    <a:lnTo>
                      <a:pt x="3" y="52"/>
                    </a:lnTo>
                    <a:lnTo>
                      <a:pt x="3" y="46"/>
                    </a:lnTo>
                    <a:lnTo>
                      <a:pt x="4" y="38"/>
                    </a:lnTo>
                    <a:lnTo>
                      <a:pt x="4" y="38"/>
                    </a:lnTo>
                    <a:lnTo>
                      <a:pt x="4" y="44"/>
                    </a:lnTo>
                    <a:lnTo>
                      <a:pt x="4" y="43"/>
                    </a:lnTo>
                    <a:lnTo>
                      <a:pt x="4" y="37"/>
                    </a:lnTo>
                    <a:lnTo>
                      <a:pt x="4" y="33"/>
                    </a:lnTo>
                    <a:lnTo>
                      <a:pt x="4" y="31"/>
                    </a:lnTo>
                    <a:lnTo>
                      <a:pt x="4" y="28"/>
                    </a:lnTo>
                    <a:lnTo>
                      <a:pt x="4" y="29"/>
                    </a:lnTo>
                    <a:lnTo>
                      <a:pt x="4" y="30"/>
                    </a:lnTo>
                    <a:lnTo>
                      <a:pt x="5" y="22"/>
                    </a:lnTo>
                    <a:lnTo>
                      <a:pt x="5" y="17"/>
                    </a:lnTo>
                    <a:lnTo>
                      <a:pt x="5" y="24"/>
                    </a:lnTo>
                    <a:lnTo>
                      <a:pt x="5" y="25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6" y="24"/>
                    </a:lnTo>
                    <a:lnTo>
                      <a:pt x="6" y="20"/>
                    </a:lnTo>
                    <a:lnTo>
                      <a:pt x="6" y="10"/>
                    </a:lnTo>
                    <a:lnTo>
                      <a:pt x="6" y="14"/>
                    </a:lnTo>
                    <a:lnTo>
                      <a:pt x="6" y="17"/>
                    </a:lnTo>
                    <a:lnTo>
                      <a:pt x="6" y="1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82" name="Freeform 942"/>
              <p:cNvSpPr/>
              <p:nvPr/>
            </p:nvSpPr>
            <p:spPr bwMode="auto">
              <a:xfrm>
                <a:off x="1888" y="2922"/>
                <a:ext cx="6" cy="70"/>
              </a:xfrm>
              <a:custGeom>
                <a:avLst/>
                <a:gdLst>
                  <a:gd name="T0" fmla="*/ 0 w 6"/>
                  <a:gd name="T1" fmla="*/ 2 h 70"/>
                  <a:gd name="T2" fmla="*/ 0 w 6"/>
                  <a:gd name="T3" fmla="*/ 2 h 70"/>
                  <a:gd name="T4" fmla="*/ 0 w 6"/>
                  <a:gd name="T5" fmla="*/ 10 h 70"/>
                  <a:gd name="T6" fmla="*/ 0 w 6"/>
                  <a:gd name="T7" fmla="*/ 14 h 70"/>
                  <a:gd name="T8" fmla="*/ 0 w 6"/>
                  <a:gd name="T9" fmla="*/ 5 h 70"/>
                  <a:gd name="T10" fmla="*/ 1 w 6"/>
                  <a:gd name="T11" fmla="*/ 1 h 70"/>
                  <a:gd name="T12" fmla="*/ 1 w 6"/>
                  <a:gd name="T13" fmla="*/ 9 h 70"/>
                  <a:gd name="T14" fmla="*/ 1 w 6"/>
                  <a:gd name="T15" fmla="*/ 12 h 70"/>
                  <a:gd name="T16" fmla="*/ 1 w 6"/>
                  <a:gd name="T17" fmla="*/ 5 h 70"/>
                  <a:gd name="T18" fmla="*/ 1 w 6"/>
                  <a:gd name="T19" fmla="*/ 0 h 70"/>
                  <a:gd name="T20" fmla="*/ 1 w 6"/>
                  <a:gd name="T21" fmla="*/ 1 h 70"/>
                  <a:gd name="T22" fmla="*/ 1 w 6"/>
                  <a:gd name="T23" fmla="*/ 4 h 70"/>
                  <a:gd name="T24" fmla="*/ 1 w 6"/>
                  <a:gd name="T25" fmla="*/ 4 h 70"/>
                  <a:gd name="T26" fmla="*/ 1 w 6"/>
                  <a:gd name="T27" fmla="*/ 7 h 70"/>
                  <a:gd name="T28" fmla="*/ 2 w 6"/>
                  <a:gd name="T29" fmla="*/ 15 h 70"/>
                  <a:gd name="T30" fmla="*/ 2 w 6"/>
                  <a:gd name="T31" fmla="*/ 18 h 70"/>
                  <a:gd name="T32" fmla="*/ 2 w 6"/>
                  <a:gd name="T33" fmla="*/ 17 h 70"/>
                  <a:gd name="T34" fmla="*/ 2 w 6"/>
                  <a:gd name="T35" fmla="*/ 18 h 70"/>
                  <a:gd name="T36" fmla="*/ 2 w 6"/>
                  <a:gd name="T37" fmla="*/ 17 h 70"/>
                  <a:gd name="T38" fmla="*/ 2 w 6"/>
                  <a:gd name="T39" fmla="*/ 15 h 70"/>
                  <a:gd name="T40" fmla="*/ 3 w 6"/>
                  <a:gd name="T41" fmla="*/ 15 h 70"/>
                  <a:gd name="T42" fmla="*/ 3 w 6"/>
                  <a:gd name="T43" fmla="*/ 16 h 70"/>
                  <a:gd name="T44" fmla="*/ 3 w 6"/>
                  <a:gd name="T45" fmla="*/ 15 h 70"/>
                  <a:gd name="T46" fmla="*/ 3 w 6"/>
                  <a:gd name="T47" fmla="*/ 16 h 70"/>
                  <a:gd name="T48" fmla="*/ 3 w 6"/>
                  <a:gd name="T49" fmla="*/ 20 h 70"/>
                  <a:gd name="T50" fmla="*/ 3 w 6"/>
                  <a:gd name="T51" fmla="*/ 27 h 70"/>
                  <a:gd name="T52" fmla="*/ 3 w 6"/>
                  <a:gd name="T53" fmla="*/ 32 h 70"/>
                  <a:gd name="T54" fmla="*/ 3 w 6"/>
                  <a:gd name="T55" fmla="*/ 35 h 70"/>
                  <a:gd name="T56" fmla="*/ 3 w 6"/>
                  <a:gd name="T57" fmla="*/ 41 h 70"/>
                  <a:gd name="T58" fmla="*/ 4 w 6"/>
                  <a:gd name="T59" fmla="*/ 49 h 70"/>
                  <a:gd name="T60" fmla="*/ 4 w 6"/>
                  <a:gd name="T61" fmla="*/ 50 h 70"/>
                  <a:gd name="T62" fmla="*/ 4 w 6"/>
                  <a:gd name="T63" fmla="*/ 49 h 70"/>
                  <a:gd name="T64" fmla="*/ 4 w 6"/>
                  <a:gd name="T65" fmla="*/ 53 h 70"/>
                  <a:gd name="T66" fmla="*/ 4 w 6"/>
                  <a:gd name="T67" fmla="*/ 56 h 70"/>
                  <a:gd name="T68" fmla="*/ 4 w 6"/>
                  <a:gd name="T69" fmla="*/ 54 h 70"/>
                  <a:gd name="T70" fmla="*/ 5 w 6"/>
                  <a:gd name="T71" fmla="*/ 55 h 70"/>
                  <a:gd name="T72" fmla="*/ 5 w 6"/>
                  <a:gd name="T73" fmla="*/ 58 h 70"/>
                  <a:gd name="T74" fmla="*/ 5 w 6"/>
                  <a:gd name="T75" fmla="*/ 56 h 70"/>
                  <a:gd name="T76" fmla="*/ 5 w 6"/>
                  <a:gd name="T77" fmla="*/ 55 h 70"/>
                  <a:gd name="T78" fmla="*/ 5 w 6"/>
                  <a:gd name="T79" fmla="*/ 57 h 70"/>
                  <a:gd name="T80" fmla="*/ 5 w 6"/>
                  <a:gd name="T81" fmla="*/ 57 h 70"/>
                  <a:gd name="T82" fmla="*/ 5 w 6"/>
                  <a:gd name="T83" fmla="*/ 60 h 70"/>
                  <a:gd name="T84" fmla="*/ 5 w 6"/>
                  <a:gd name="T85" fmla="*/ 65 h 70"/>
                  <a:gd name="T86" fmla="*/ 5 w 6"/>
                  <a:gd name="T87" fmla="*/ 64 h 70"/>
                  <a:gd name="T88" fmla="*/ 6 w 6"/>
                  <a:gd name="T89" fmla="*/ 61 h 70"/>
                  <a:gd name="T90" fmla="*/ 6 w 6"/>
                  <a:gd name="T91" fmla="*/ 63 h 70"/>
                  <a:gd name="T92" fmla="*/ 6 w 6"/>
                  <a:gd name="T93" fmla="*/ 65 h 70"/>
                  <a:gd name="T94" fmla="*/ 6 w 6"/>
                  <a:gd name="T95" fmla="*/ 67 h 70"/>
                  <a:gd name="T96" fmla="*/ 6 w 6"/>
                  <a:gd name="T97" fmla="*/ 70 h 70"/>
                  <a:gd name="T98" fmla="*/ 6 w 6"/>
                  <a:gd name="T99" fmla="*/ 67 h 70"/>
                  <a:gd name="T100" fmla="*/ 6 w 6"/>
                  <a:gd name="T101" fmla="*/ 64 h 70"/>
                  <a:gd name="T102" fmla="*/ 6 w 6"/>
                  <a:gd name="T103" fmla="*/ 6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0">
                    <a:moveTo>
                      <a:pt x="0" y="2"/>
                    </a:moveTo>
                    <a:lnTo>
                      <a:pt x="0" y="2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9"/>
                    </a:lnTo>
                    <a:lnTo>
                      <a:pt x="1" y="12"/>
                    </a:lnTo>
                    <a:lnTo>
                      <a:pt x="1" y="5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1" y="7"/>
                    </a:lnTo>
                    <a:lnTo>
                      <a:pt x="2" y="15"/>
                    </a:lnTo>
                    <a:lnTo>
                      <a:pt x="2" y="18"/>
                    </a:lnTo>
                    <a:lnTo>
                      <a:pt x="2" y="17"/>
                    </a:lnTo>
                    <a:lnTo>
                      <a:pt x="2" y="18"/>
                    </a:lnTo>
                    <a:lnTo>
                      <a:pt x="2" y="17"/>
                    </a:lnTo>
                    <a:lnTo>
                      <a:pt x="2" y="15"/>
                    </a:lnTo>
                    <a:lnTo>
                      <a:pt x="3" y="15"/>
                    </a:lnTo>
                    <a:lnTo>
                      <a:pt x="3" y="16"/>
                    </a:lnTo>
                    <a:lnTo>
                      <a:pt x="3" y="15"/>
                    </a:lnTo>
                    <a:lnTo>
                      <a:pt x="3" y="16"/>
                    </a:lnTo>
                    <a:lnTo>
                      <a:pt x="3" y="20"/>
                    </a:lnTo>
                    <a:lnTo>
                      <a:pt x="3" y="27"/>
                    </a:lnTo>
                    <a:lnTo>
                      <a:pt x="3" y="32"/>
                    </a:lnTo>
                    <a:lnTo>
                      <a:pt x="3" y="35"/>
                    </a:lnTo>
                    <a:lnTo>
                      <a:pt x="3" y="41"/>
                    </a:lnTo>
                    <a:lnTo>
                      <a:pt x="4" y="49"/>
                    </a:lnTo>
                    <a:lnTo>
                      <a:pt x="4" y="50"/>
                    </a:lnTo>
                    <a:lnTo>
                      <a:pt x="4" y="49"/>
                    </a:lnTo>
                    <a:lnTo>
                      <a:pt x="4" y="53"/>
                    </a:lnTo>
                    <a:lnTo>
                      <a:pt x="4" y="56"/>
                    </a:lnTo>
                    <a:lnTo>
                      <a:pt x="4" y="54"/>
                    </a:lnTo>
                    <a:lnTo>
                      <a:pt x="5" y="55"/>
                    </a:lnTo>
                    <a:lnTo>
                      <a:pt x="5" y="58"/>
                    </a:lnTo>
                    <a:lnTo>
                      <a:pt x="5" y="56"/>
                    </a:lnTo>
                    <a:lnTo>
                      <a:pt x="5" y="55"/>
                    </a:lnTo>
                    <a:lnTo>
                      <a:pt x="5" y="57"/>
                    </a:lnTo>
                    <a:lnTo>
                      <a:pt x="5" y="57"/>
                    </a:lnTo>
                    <a:lnTo>
                      <a:pt x="5" y="60"/>
                    </a:lnTo>
                    <a:lnTo>
                      <a:pt x="5" y="65"/>
                    </a:lnTo>
                    <a:lnTo>
                      <a:pt x="5" y="64"/>
                    </a:lnTo>
                    <a:lnTo>
                      <a:pt x="6" y="61"/>
                    </a:lnTo>
                    <a:lnTo>
                      <a:pt x="6" y="63"/>
                    </a:lnTo>
                    <a:lnTo>
                      <a:pt x="6" y="65"/>
                    </a:lnTo>
                    <a:lnTo>
                      <a:pt x="6" y="67"/>
                    </a:lnTo>
                    <a:lnTo>
                      <a:pt x="6" y="70"/>
                    </a:lnTo>
                    <a:lnTo>
                      <a:pt x="6" y="67"/>
                    </a:lnTo>
                    <a:lnTo>
                      <a:pt x="6" y="64"/>
                    </a:lnTo>
                    <a:lnTo>
                      <a:pt x="6" y="6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83" name="Freeform 943"/>
              <p:cNvSpPr/>
              <p:nvPr/>
            </p:nvSpPr>
            <p:spPr bwMode="auto">
              <a:xfrm>
                <a:off x="1894" y="2986"/>
                <a:ext cx="7" cy="117"/>
              </a:xfrm>
              <a:custGeom>
                <a:avLst/>
                <a:gdLst>
                  <a:gd name="T0" fmla="*/ 0 w 7"/>
                  <a:gd name="T1" fmla="*/ 0 h 117"/>
                  <a:gd name="T2" fmla="*/ 0 w 7"/>
                  <a:gd name="T3" fmla="*/ 2 h 117"/>
                  <a:gd name="T4" fmla="*/ 0 w 7"/>
                  <a:gd name="T5" fmla="*/ 4 h 117"/>
                  <a:gd name="T6" fmla="*/ 1 w 7"/>
                  <a:gd name="T7" fmla="*/ 6 h 117"/>
                  <a:gd name="T8" fmla="*/ 1 w 7"/>
                  <a:gd name="T9" fmla="*/ 8 h 117"/>
                  <a:gd name="T10" fmla="*/ 1 w 7"/>
                  <a:gd name="T11" fmla="*/ 11 h 117"/>
                  <a:gd name="T12" fmla="*/ 1 w 7"/>
                  <a:gd name="T13" fmla="*/ 14 h 117"/>
                  <a:gd name="T14" fmla="*/ 1 w 7"/>
                  <a:gd name="T15" fmla="*/ 13 h 117"/>
                  <a:gd name="T16" fmla="*/ 1 w 7"/>
                  <a:gd name="T17" fmla="*/ 10 h 117"/>
                  <a:gd name="T18" fmla="*/ 1 w 7"/>
                  <a:gd name="T19" fmla="*/ 14 h 117"/>
                  <a:gd name="T20" fmla="*/ 2 w 7"/>
                  <a:gd name="T21" fmla="*/ 22 h 117"/>
                  <a:gd name="T22" fmla="*/ 2 w 7"/>
                  <a:gd name="T23" fmla="*/ 27 h 117"/>
                  <a:gd name="T24" fmla="*/ 2 w 7"/>
                  <a:gd name="T25" fmla="*/ 30 h 117"/>
                  <a:gd name="T26" fmla="*/ 2 w 7"/>
                  <a:gd name="T27" fmla="*/ 32 h 117"/>
                  <a:gd name="T28" fmla="*/ 2 w 7"/>
                  <a:gd name="T29" fmla="*/ 31 h 117"/>
                  <a:gd name="T30" fmla="*/ 2 w 7"/>
                  <a:gd name="T31" fmla="*/ 36 h 117"/>
                  <a:gd name="T32" fmla="*/ 2 w 7"/>
                  <a:gd name="T33" fmla="*/ 49 h 117"/>
                  <a:gd name="T34" fmla="*/ 2 w 7"/>
                  <a:gd name="T35" fmla="*/ 58 h 117"/>
                  <a:gd name="T36" fmla="*/ 2 w 7"/>
                  <a:gd name="T37" fmla="*/ 56 h 117"/>
                  <a:gd name="T38" fmla="*/ 3 w 7"/>
                  <a:gd name="T39" fmla="*/ 53 h 117"/>
                  <a:gd name="T40" fmla="*/ 3 w 7"/>
                  <a:gd name="T41" fmla="*/ 61 h 117"/>
                  <a:gd name="T42" fmla="*/ 3 w 7"/>
                  <a:gd name="T43" fmla="*/ 71 h 117"/>
                  <a:gd name="T44" fmla="*/ 3 w 7"/>
                  <a:gd name="T45" fmla="*/ 76 h 117"/>
                  <a:gd name="T46" fmla="*/ 3 w 7"/>
                  <a:gd name="T47" fmla="*/ 79 h 117"/>
                  <a:gd name="T48" fmla="*/ 3 w 7"/>
                  <a:gd name="T49" fmla="*/ 83 h 117"/>
                  <a:gd name="T50" fmla="*/ 4 w 7"/>
                  <a:gd name="T51" fmla="*/ 87 h 117"/>
                  <a:gd name="T52" fmla="*/ 4 w 7"/>
                  <a:gd name="T53" fmla="*/ 92 h 117"/>
                  <a:gd name="T54" fmla="*/ 4 w 7"/>
                  <a:gd name="T55" fmla="*/ 99 h 117"/>
                  <a:gd name="T56" fmla="*/ 4 w 7"/>
                  <a:gd name="T57" fmla="*/ 106 h 117"/>
                  <a:gd name="T58" fmla="*/ 4 w 7"/>
                  <a:gd name="T59" fmla="*/ 106 h 117"/>
                  <a:gd name="T60" fmla="*/ 4 w 7"/>
                  <a:gd name="T61" fmla="*/ 103 h 117"/>
                  <a:gd name="T62" fmla="*/ 4 w 7"/>
                  <a:gd name="T63" fmla="*/ 107 h 117"/>
                  <a:gd name="T64" fmla="*/ 4 w 7"/>
                  <a:gd name="T65" fmla="*/ 112 h 117"/>
                  <a:gd name="T66" fmla="*/ 4 w 7"/>
                  <a:gd name="T67" fmla="*/ 103 h 117"/>
                  <a:gd name="T68" fmla="*/ 5 w 7"/>
                  <a:gd name="T69" fmla="*/ 97 h 117"/>
                  <a:gd name="T70" fmla="*/ 5 w 7"/>
                  <a:gd name="T71" fmla="*/ 98 h 117"/>
                  <a:gd name="T72" fmla="*/ 5 w 7"/>
                  <a:gd name="T73" fmla="*/ 93 h 117"/>
                  <a:gd name="T74" fmla="*/ 5 w 7"/>
                  <a:gd name="T75" fmla="*/ 97 h 117"/>
                  <a:gd name="T76" fmla="*/ 5 w 7"/>
                  <a:gd name="T77" fmla="*/ 116 h 117"/>
                  <a:gd name="T78" fmla="*/ 5 w 7"/>
                  <a:gd name="T79" fmla="*/ 117 h 117"/>
                  <a:gd name="T80" fmla="*/ 5 w 7"/>
                  <a:gd name="T81" fmla="*/ 99 h 117"/>
                  <a:gd name="T82" fmla="*/ 5 w 7"/>
                  <a:gd name="T83" fmla="*/ 91 h 117"/>
                  <a:gd name="T84" fmla="*/ 5 w 7"/>
                  <a:gd name="T85" fmla="*/ 94 h 117"/>
                  <a:gd name="T86" fmla="*/ 6 w 7"/>
                  <a:gd name="T87" fmla="*/ 100 h 117"/>
                  <a:gd name="T88" fmla="*/ 6 w 7"/>
                  <a:gd name="T89" fmla="*/ 95 h 117"/>
                  <a:gd name="T90" fmla="*/ 6 w 7"/>
                  <a:gd name="T91" fmla="*/ 79 h 117"/>
                  <a:gd name="T92" fmla="*/ 6 w 7"/>
                  <a:gd name="T93" fmla="*/ 64 h 117"/>
                  <a:gd name="T94" fmla="*/ 6 w 7"/>
                  <a:gd name="T95" fmla="*/ 53 h 117"/>
                  <a:gd name="T96" fmla="*/ 6 w 7"/>
                  <a:gd name="T97" fmla="*/ 50 h 117"/>
                  <a:gd name="T98" fmla="*/ 7 w 7"/>
                  <a:gd name="T99" fmla="*/ 58 h 117"/>
                  <a:gd name="T100" fmla="*/ 7 w 7"/>
                  <a:gd name="T101" fmla="*/ 58 h 117"/>
                  <a:gd name="T102" fmla="*/ 7 w 7"/>
                  <a:gd name="T103" fmla="*/ 46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17">
                    <a:moveTo>
                      <a:pt x="0" y="0"/>
                    </a:moveTo>
                    <a:lnTo>
                      <a:pt x="0" y="2"/>
                    </a:lnTo>
                    <a:lnTo>
                      <a:pt x="0" y="4"/>
                    </a:lnTo>
                    <a:lnTo>
                      <a:pt x="1" y="6"/>
                    </a:lnTo>
                    <a:lnTo>
                      <a:pt x="1" y="8"/>
                    </a:lnTo>
                    <a:lnTo>
                      <a:pt x="1" y="11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0"/>
                    </a:lnTo>
                    <a:lnTo>
                      <a:pt x="1" y="14"/>
                    </a:lnTo>
                    <a:lnTo>
                      <a:pt x="2" y="22"/>
                    </a:lnTo>
                    <a:lnTo>
                      <a:pt x="2" y="27"/>
                    </a:lnTo>
                    <a:lnTo>
                      <a:pt x="2" y="30"/>
                    </a:lnTo>
                    <a:lnTo>
                      <a:pt x="2" y="32"/>
                    </a:lnTo>
                    <a:lnTo>
                      <a:pt x="2" y="31"/>
                    </a:lnTo>
                    <a:lnTo>
                      <a:pt x="2" y="36"/>
                    </a:lnTo>
                    <a:lnTo>
                      <a:pt x="2" y="49"/>
                    </a:lnTo>
                    <a:lnTo>
                      <a:pt x="2" y="58"/>
                    </a:lnTo>
                    <a:lnTo>
                      <a:pt x="2" y="56"/>
                    </a:lnTo>
                    <a:lnTo>
                      <a:pt x="3" y="53"/>
                    </a:lnTo>
                    <a:lnTo>
                      <a:pt x="3" y="61"/>
                    </a:lnTo>
                    <a:lnTo>
                      <a:pt x="3" y="71"/>
                    </a:lnTo>
                    <a:lnTo>
                      <a:pt x="3" y="76"/>
                    </a:lnTo>
                    <a:lnTo>
                      <a:pt x="3" y="79"/>
                    </a:lnTo>
                    <a:lnTo>
                      <a:pt x="3" y="83"/>
                    </a:lnTo>
                    <a:lnTo>
                      <a:pt x="4" y="87"/>
                    </a:lnTo>
                    <a:lnTo>
                      <a:pt x="4" y="92"/>
                    </a:lnTo>
                    <a:lnTo>
                      <a:pt x="4" y="99"/>
                    </a:lnTo>
                    <a:lnTo>
                      <a:pt x="4" y="106"/>
                    </a:lnTo>
                    <a:lnTo>
                      <a:pt x="4" y="106"/>
                    </a:lnTo>
                    <a:lnTo>
                      <a:pt x="4" y="103"/>
                    </a:lnTo>
                    <a:lnTo>
                      <a:pt x="4" y="107"/>
                    </a:lnTo>
                    <a:lnTo>
                      <a:pt x="4" y="112"/>
                    </a:lnTo>
                    <a:lnTo>
                      <a:pt x="4" y="103"/>
                    </a:lnTo>
                    <a:lnTo>
                      <a:pt x="5" y="97"/>
                    </a:lnTo>
                    <a:lnTo>
                      <a:pt x="5" y="98"/>
                    </a:lnTo>
                    <a:lnTo>
                      <a:pt x="5" y="93"/>
                    </a:lnTo>
                    <a:lnTo>
                      <a:pt x="5" y="97"/>
                    </a:lnTo>
                    <a:lnTo>
                      <a:pt x="5" y="116"/>
                    </a:lnTo>
                    <a:lnTo>
                      <a:pt x="5" y="117"/>
                    </a:lnTo>
                    <a:lnTo>
                      <a:pt x="5" y="99"/>
                    </a:lnTo>
                    <a:lnTo>
                      <a:pt x="5" y="91"/>
                    </a:lnTo>
                    <a:lnTo>
                      <a:pt x="5" y="94"/>
                    </a:lnTo>
                    <a:lnTo>
                      <a:pt x="6" y="100"/>
                    </a:lnTo>
                    <a:lnTo>
                      <a:pt x="6" y="95"/>
                    </a:lnTo>
                    <a:lnTo>
                      <a:pt x="6" y="79"/>
                    </a:lnTo>
                    <a:lnTo>
                      <a:pt x="6" y="64"/>
                    </a:lnTo>
                    <a:lnTo>
                      <a:pt x="6" y="53"/>
                    </a:lnTo>
                    <a:lnTo>
                      <a:pt x="6" y="50"/>
                    </a:lnTo>
                    <a:lnTo>
                      <a:pt x="7" y="58"/>
                    </a:lnTo>
                    <a:lnTo>
                      <a:pt x="7" y="58"/>
                    </a:lnTo>
                    <a:lnTo>
                      <a:pt x="7" y="4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84" name="Freeform 944"/>
              <p:cNvSpPr/>
              <p:nvPr/>
            </p:nvSpPr>
            <p:spPr bwMode="auto">
              <a:xfrm>
                <a:off x="1901" y="2885"/>
                <a:ext cx="6" cy="159"/>
              </a:xfrm>
              <a:custGeom>
                <a:avLst/>
                <a:gdLst>
                  <a:gd name="T0" fmla="*/ 0 w 6"/>
                  <a:gd name="T1" fmla="*/ 159 h 159"/>
                  <a:gd name="T2" fmla="*/ 0 w 6"/>
                  <a:gd name="T3" fmla="*/ 147 h 159"/>
                  <a:gd name="T4" fmla="*/ 0 w 6"/>
                  <a:gd name="T5" fmla="*/ 145 h 159"/>
                  <a:gd name="T6" fmla="*/ 0 w 6"/>
                  <a:gd name="T7" fmla="*/ 142 h 159"/>
                  <a:gd name="T8" fmla="*/ 0 w 6"/>
                  <a:gd name="T9" fmla="*/ 123 h 159"/>
                  <a:gd name="T10" fmla="*/ 0 w 6"/>
                  <a:gd name="T11" fmla="*/ 111 h 159"/>
                  <a:gd name="T12" fmla="*/ 0 w 6"/>
                  <a:gd name="T13" fmla="*/ 109 h 159"/>
                  <a:gd name="T14" fmla="*/ 0 w 6"/>
                  <a:gd name="T15" fmla="*/ 99 h 159"/>
                  <a:gd name="T16" fmla="*/ 1 w 6"/>
                  <a:gd name="T17" fmla="*/ 85 h 159"/>
                  <a:gd name="T18" fmla="*/ 1 w 6"/>
                  <a:gd name="T19" fmla="*/ 74 h 159"/>
                  <a:gd name="T20" fmla="*/ 1 w 6"/>
                  <a:gd name="T21" fmla="*/ 64 h 159"/>
                  <a:gd name="T22" fmla="*/ 1 w 6"/>
                  <a:gd name="T23" fmla="*/ 58 h 159"/>
                  <a:gd name="T24" fmla="*/ 1 w 6"/>
                  <a:gd name="T25" fmla="*/ 54 h 159"/>
                  <a:gd name="T26" fmla="*/ 1 w 6"/>
                  <a:gd name="T27" fmla="*/ 46 h 159"/>
                  <a:gd name="T28" fmla="*/ 2 w 6"/>
                  <a:gd name="T29" fmla="*/ 36 h 159"/>
                  <a:gd name="T30" fmla="*/ 2 w 6"/>
                  <a:gd name="T31" fmla="*/ 29 h 159"/>
                  <a:gd name="T32" fmla="*/ 2 w 6"/>
                  <a:gd name="T33" fmla="*/ 31 h 159"/>
                  <a:gd name="T34" fmla="*/ 2 w 6"/>
                  <a:gd name="T35" fmla="*/ 33 h 159"/>
                  <a:gd name="T36" fmla="*/ 2 w 6"/>
                  <a:gd name="T37" fmla="*/ 23 h 159"/>
                  <a:gd name="T38" fmla="*/ 2 w 6"/>
                  <a:gd name="T39" fmla="*/ 14 h 159"/>
                  <a:gd name="T40" fmla="*/ 2 w 6"/>
                  <a:gd name="T41" fmla="*/ 18 h 159"/>
                  <a:gd name="T42" fmla="*/ 2 w 6"/>
                  <a:gd name="T43" fmla="*/ 22 h 159"/>
                  <a:gd name="T44" fmla="*/ 2 w 6"/>
                  <a:gd name="T45" fmla="*/ 16 h 159"/>
                  <a:gd name="T46" fmla="*/ 2 w 6"/>
                  <a:gd name="T47" fmla="*/ 7 h 159"/>
                  <a:gd name="T48" fmla="*/ 3 w 6"/>
                  <a:gd name="T49" fmla="*/ 0 h 159"/>
                  <a:gd name="T50" fmla="*/ 3 w 6"/>
                  <a:gd name="T51" fmla="*/ 2 h 159"/>
                  <a:gd name="T52" fmla="*/ 3 w 6"/>
                  <a:gd name="T53" fmla="*/ 17 h 159"/>
                  <a:gd name="T54" fmla="*/ 3 w 6"/>
                  <a:gd name="T55" fmla="*/ 29 h 159"/>
                  <a:gd name="T56" fmla="*/ 3 w 6"/>
                  <a:gd name="T57" fmla="*/ 21 h 159"/>
                  <a:gd name="T58" fmla="*/ 3 w 6"/>
                  <a:gd name="T59" fmla="*/ 12 h 159"/>
                  <a:gd name="T60" fmla="*/ 3 w 6"/>
                  <a:gd name="T61" fmla="*/ 22 h 159"/>
                  <a:gd name="T62" fmla="*/ 3 w 6"/>
                  <a:gd name="T63" fmla="*/ 41 h 159"/>
                  <a:gd name="T64" fmla="*/ 3 w 6"/>
                  <a:gd name="T65" fmla="*/ 47 h 159"/>
                  <a:gd name="T66" fmla="*/ 4 w 6"/>
                  <a:gd name="T67" fmla="*/ 44 h 159"/>
                  <a:gd name="T68" fmla="*/ 4 w 6"/>
                  <a:gd name="T69" fmla="*/ 40 h 159"/>
                  <a:gd name="T70" fmla="*/ 4 w 6"/>
                  <a:gd name="T71" fmla="*/ 39 h 159"/>
                  <a:gd name="T72" fmla="*/ 4 w 6"/>
                  <a:gd name="T73" fmla="*/ 41 h 159"/>
                  <a:gd name="T74" fmla="*/ 4 w 6"/>
                  <a:gd name="T75" fmla="*/ 44 h 159"/>
                  <a:gd name="T76" fmla="*/ 4 w 6"/>
                  <a:gd name="T77" fmla="*/ 44 h 159"/>
                  <a:gd name="T78" fmla="*/ 5 w 6"/>
                  <a:gd name="T79" fmla="*/ 42 h 159"/>
                  <a:gd name="T80" fmla="*/ 5 w 6"/>
                  <a:gd name="T81" fmla="*/ 46 h 159"/>
                  <a:gd name="T82" fmla="*/ 5 w 6"/>
                  <a:gd name="T83" fmla="*/ 51 h 159"/>
                  <a:gd name="T84" fmla="*/ 5 w 6"/>
                  <a:gd name="T85" fmla="*/ 44 h 159"/>
                  <a:gd name="T86" fmla="*/ 5 w 6"/>
                  <a:gd name="T87" fmla="*/ 30 h 159"/>
                  <a:gd name="T88" fmla="*/ 5 w 6"/>
                  <a:gd name="T89" fmla="*/ 30 h 159"/>
                  <a:gd name="T90" fmla="*/ 5 w 6"/>
                  <a:gd name="T91" fmla="*/ 40 h 159"/>
                  <a:gd name="T92" fmla="*/ 5 w 6"/>
                  <a:gd name="T93" fmla="*/ 40 h 159"/>
                  <a:gd name="T94" fmla="*/ 5 w 6"/>
                  <a:gd name="T95" fmla="*/ 36 h 159"/>
                  <a:gd name="T96" fmla="*/ 6 w 6"/>
                  <a:gd name="T97" fmla="*/ 37 h 159"/>
                  <a:gd name="T98" fmla="*/ 6 w 6"/>
                  <a:gd name="T99" fmla="*/ 35 h 159"/>
                  <a:gd name="T100" fmla="*/ 6 w 6"/>
                  <a:gd name="T101" fmla="*/ 32 h 159"/>
                  <a:gd name="T102" fmla="*/ 6 w 6"/>
                  <a:gd name="T103" fmla="*/ 33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59">
                    <a:moveTo>
                      <a:pt x="0" y="159"/>
                    </a:moveTo>
                    <a:lnTo>
                      <a:pt x="0" y="147"/>
                    </a:lnTo>
                    <a:lnTo>
                      <a:pt x="0" y="145"/>
                    </a:lnTo>
                    <a:lnTo>
                      <a:pt x="0" y="142"/>
                    </a:lnTo>
                    <a:lnTo>
                      <a:pt x="0" y="123"/>
                    </a:lnTo>
                    <a:lnTo>
                      <a:pt x="0" y="111"/>
                    </a:lnTo>
                    <a:lnTo>
                      <a:pt x="0" y="109"/>
                    </a:lnTo>
                    <a:lnTo>
                      <a:pt x="0" y="99"/>
                    </a:lnTo>
                    <a:lnTo>
                      <a:pt x="1" y="85"/>
                    </a:lnTo>
                    <a:lnTo>
                      <a:pt x="1" y="74"/>
                    </a:lnTo>
                    <a:lnTo>
                      <a:pt x="1" y="64"/>
                    </a:lnTo>
                    <a:lnTo>
                      <a:pt x="1" y="58"/>
                    </a:lnTo>
                    <a:lnTo>
                      <a:pt x="1" y="54"/>
                    </a:lnTo>
                    <a:lnTo>
                      <a:pt x="1" y="46"/>
                    </a:lnTo>
                    <a:lnTo>
                      <a:pt x="2" y="36"/>
                    </a:lnTo>
                    <a:lnTo>
                      <a:pt x="2" y="29"/>
                    </a:lnTo>
                    <a:lnTo>
                      <a:pt x="2" y="31"/>
                    </a:lnTo>
                    <a:lnTo>
                      <a:pt x="2" y="33"/>
                    </a:lnTo>
                    <a:lnTo>
                      <a:pt x="2" y="23"/>
                    </a:lnTo>
                    <a:lnTo>
                      <a:pt x="2" y="14"/>
                    </a:lnTo>
                    <a:lnTo>
                      <a:pt x="2" y="18"/>
                    </a:lnTo>
                    <a:lnTo>
                      <a:pt x="2" y="22"/>
                    </a:lnTo>
                    <a:lnTo>
                      <a:pt x="2" y="16"/>
                    </a:lnTo>
                    <a:lnTo>
                      <a:pt x="2" y="7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17"/>
                    </a:lnTo>
                    <a:lnTo>
                      <a:pt x="3" y="29"/>
                    </a:lnTo>
                    <a:lnTo>
                      <a:pt x="3" y="21"/>
                    </a:lnTo>
                    <a:lnTo>
                      <a:pt x="3" y="12"/>
                    </a:lnTo>
                    <a:lnTo>
                      <a:pt x="3" y="22"/>
                    </a:lnTo>
                    <a:lnTo>
                      <a:pt x="3" y="41"/>
                    </a:lnTo>
                    <a:lnTo>
                      <a:pt x="3" y="47"/>
                    </a:lnTo>
                    <a:lnTo>
                      <a:pt x="4" y="44"/>
                    </a:lnTo>
                    <a:lnTo>
                      <a:pt x="4" y="40"/>
                    </a:lnTo>
                    <a:lnTo>
                      <a:pt x="4" y="39"/>
                    </a:lnTo>
                    <a:lnTo>
                      <a:pt x="4" y="41"/>
                    </a:lnTo>
                    <a:lnTo>
                      <a:pt x="4" y="44"/>
                    </a:lnTo>
                    <a:lnTo>
                      <a:pt x="4" y="44"/>
                    </a:lnTo>
                    <a:lnTo>
                      <a:pt x="5" y="42"/>
                    </a:lnTo>
                    <a:lnTo>
                      <a:pt x="5" y="46"/>
                    </a:lnTo>
                    <a:lnTo>
                      <a:pt x="5" y="51"/>
                    </a:lnTo>
                    <a:lnTo>
                      <a:pt x="5" y="44"/>
                    </a:lnTo>
                    <a:lnTo>
                      <a:pt x="5" y="30"/>
                    </a:lnTo>
                    <a:lnTo>
                      <a:pt x="5" y="30"/>
                    </a:lnTo>
                    <a:lnTo>
                      <a:pt x="5" y="40"/>
                    </a:lnTo>
                    <a:lnTo>
                      <a:pt x="5" y="40"/>
                    </a:lnTo>
                    <a:lnTo>
                      <a:pt x="5" y="36"/>
                    </a:lnTo>
                    <a:lnTo>
                      <a:pt x="6" y="37"/>
                    </a:lnTo>
                    <a:lnTo>
                      <a:pt x="6" y="35"/>
                    </a:lnTo>
                    <a:lnTo>
                      <a:pt x="6" y="32"/>
                    </a:lnTo>
                    <a:lnTo>
                      <a:pt x="6" y="3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85" name="Freeform 945"/>
              <p:cNvSpPr/>
              <p:nvPr/>
            </p:nvSpPr>
            <p:spPr bwMode="auto">
              <a:xfrm>
                <a:off x="1907" y="2915"/>
                <a:ext cx="6" cy="65"/>
              </a:xfrm>
              <a:custGeom>
                <a:avLst/>
                <a:gdLst>
                  <a:gd name="T0" fmla="*/ 0 w 6"/>
                  <a:gd name="T1" fmla="*/ 2 h 65"/>
                  <a:gd name="T2" fmla="*/ 0 w 6"/>
                  <a:gd name="T3" fmla="*/ 3 h 65"/>
                  <a:gd name="T4" fmla="*/ 0 w 6"/>
                  <a:gd name="T5" fmla="*/ 4 h 65"/>
                  <a:gd name="T6" fmla="*/ 0 w 6"/>
                  <a:gd name="T7" fmla="*/ 5 h 65"/>
                  <a:gd name="T8" fmla="*/ 1 w 6"/>
                  <a:gd name="T9" fmla="*/ 6 h 65"/>
                  <a:gd name="T10" fmla="*/ 1 w 6"/>
                  <a:gd name="T11" fmla="*/ 4 h 65"/>
                  <a:gd name="T12" fmla="*/ 1 w 6"/>
                  <a:gd name="T13" fmla="*/ 0 h 65"/>
                  <a:gd name="T14" fmla="*/ 1 w 6"/>
                  <a:gd name="T15" fmla="*/ 4 h 65"/>
                  <a:gd name="T16" fmla="*/ 1 w 6"/>
                  <a:gd name="T17" fmla="*/ 15 h 65"/>
                  <a:gd name="T18" fmla="*/ 1 w 6"/>
                  <a:gd name="T19" fmla="*/ 25 h 65"/>
                  <a:gd name="T20" fmla="*/ 1 w 6"/>
                  <a:gd name="T21" fmla="*/ 26 h 65"/>
                  <a:gd name="T22" fmla="*/ 1 w 6"/>
                  <a:gd name="T23" fmla="*/ 18 h 65"/>
                  <a:gd name="T24" fmla="*/ 1 w 6"/>
                  <a:gd name="T25" fmla="*/ 15 h 65"/>
                  <a:gd name="T26" fmla="*/ 2 w 6"/>
                  <a:gd name="T27" fmla="*/ 21 h 65"/>
                  <a:gd name="T28" fmla="*/ 2 w 6"/>
                  <a:gd name="T29" fmla="*/ 27 h 65"/>
                  <a:gd name="T30" fmla="*/ 2 w 6"/>
                  <a:gd name="T31" fmla="*/ 27 h 65"/>
                  <a:gd name="T32" fmla="*/ 2 w 6"/>
                  <a:gd name="T33" fmla="*/ 26 h 65"/>
                  <a:gd name="T34" fmla="*/ 2 w 6"/>
                  <a:gd name="T35" fmla="*/ 32 h 65"/>
                  <a:gd name="T36" fmla="*/ 2 w 6"/>
                  <a:gd name="T37" fmla="*/ 39 h 65"/>
                  <a:gd name="T38" fmla="*/ 2 w 6"/>
                  <a:gd name="T39" fmla="*/ 43 h 65"/>
                  <a:gd name="T40" fmla="*/ 2 w 6"/>
                  <a:gd name="T41" fmla="*/ 50 h 65"/>
                  <a:gd name="T42" fmla="*/ 2 w 6"/>
                  <a:gd name="T43" fmla="*/ 59 h 65"/>
                  <a:gd name="T44" fmla="*/ 3 w 6"/>
                  <a:gd name="T45" fmla="*/ 64 h 65"/>
                  <a:gd name="T46" fmla="*/ 3 w 6"/>
                  <a:gd name="T47" fmla="*/ 65 h 65"/>
                  <a:gd name="T48" fmla="*/ 3 w 6"/>
                  <a:gd name="T49" fmla="*/ 64 h 65"/>
                  <a:gd name="T50" fmla="*/ 3 w 6"/>
                  <a:gd name="T51" fmla="*/ 58 h 65"/>
                  <a:gd name="T52" fmla="*/ 3 w 6"/>
                  <a:gd name="T53" fmla="*/ 53 h 65"/>
                  <a:gd name="T54" fmla="*/ 3 w 6"/>
                  <a:gd name="T55" fmla="*/ 55 h 65"/>
                  <a:gd name="T56" fmla="*/ 4 w 6"/>
                  <a:gd name="T57" fmla="*/ 59 h 65"/>
                  <a:gd name="T58" fmla="*/ 4 w 6"/>
                  <a:gd name="T59" fmla="*/ 60 h 65"/>
                  <a:gd name="T60" fmla="*/ 4 w 6"/>
                  <a:gd name="T61" fmla="*/ 62 h 65"/>
                  <a:gd name="T62" fmla="*/ 4 w 6"/>
                  <a:gd name="T63" fmla="*/ 63 h 65"/>
                  <a:gd name="T64" fmla="*/ 4 w 6"/>
                  <a:gd name="T65" fmla="*/ 61 h 65"/>
                  <a:gd name="T66" fmla="*/ 4 w 6"/>
                  <a:gd name="T67" fmla="*/ 58 h 65"/>
                  <a:gd name="T68" fmla="*/ 4 w 6"/>
                  <a:gd name="T69" fmla="*/ 59 h 65"/>
                  <a:gd name="T70" fmla="*/ 4 w 6"/>
                  <a:gd name="T71" fmla="*/ 59 h 65"/>
                  <a:gd name="T72" fmla="*/ 4 w 6"/>
                  <a:gd name="T73" fmla="*/ 57 h 65"/>
                  <a:gd name="T74" fmla="*/ 4 w 6"/>
                  <a:gd name="T75" fmla="*/ 52 h 65"/>
                  <a:gd name="T76" fmla="*/ 5 w 6"/>
                  <a:gd name="T77" fmla="*/ 45 h 65"/>
                  <a:gd name="T78" fmla="*/ 5 w 6"/>
                  <a:gd name="T79" fmla="*/ 40 h 65"/>
                  <a:gd name="T80" fmla="*/ 5 w 6"/>
                  <a:gd name="T81" fmla="*/ 39 h 65"/>
                  <a:gd name="T82" fmla="*/ 5 w 6"/>
                  <a:gd name="T83" fmla="*/ 39 h 65"/>
                  <a:gd name="T84" fmla="*/ 5 w 6"/>
                  <a:gd name="T85" fmla="*/ 34 h 65"/>
                  <a:gd name="T86" fmla="*/ 5 w 6"/>
                  <a:gd name="T87" fmla="*/ 24 h 65"/>
                  <a:gd name="T88" fmla="*/ 6 w 6"/>
                  <a:gd name="T89" fmla="*/ 19 h 65"/>
                  <a:gd name="T90" fmla="*/ 6 w 6"/>
                  <a:gd name="T91" fmla="*/ 18 h 65"/>
                  <a:gd name="T92" fmla="*/ 6 w 6"/>
                  <a:gd name="T93" fmla="*/ 17 h 65"/>
                  <a:gd name="T94" fmla="*/ 6 w 6"/>
                  <a:gd name="T95" fmla="*/ 14 h 65"/>
                  <a:gd name="T96" fmla="*/ 6 w 6"/>
                  <a:gd name="T97" fmla="*/ 9 h 65"/>
                  <a:gd name="T98" fmla="*/ 6 w 6"/>
                  <a:gd name="T99" fmla="*/ 7 h 65"/>
                  <a:gd name="T100" fmla="*/ 6 w 6"/>
                  <a:gd name="T101" fmla="*/ 12 h 65"/>
                  <a:gd name="T102" fmla="*/ 6 w 6"/>
                  <a:gd name="T103" fmla="*/ 17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5">
                    <a:moveTo>
                      <a:pt x="0" y="2"/>
                    </a:moveTo>
                    <a:lnTo>
                      <a:pt x="0" y="3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1" y="6"/>
                    </a:lnTo>
                    <a:lnTo>
                      <a:pt x="1" y="4"/>
                    </a:lnTo>
                    <a:lnTo>
                      <a:pt x="1" y="0"/>
                    </a:lnTo>
                    <a:lnTo>
                      <a:pt x="1" y="4"/>
                    </a:lnTo>
                    <a:lnTo>
                      <a:pt x="1" y="15"/>
                    </a:lnTo>
                    <a:lnTo>
                      <a:pt x="1" y="25"/>
                    </a:lnTo>
                    <a:lnTo>
                      <a:pt x="1" y="26"/>
                    </a:lnTo>
                    <a:lnTo>
                      <a:pt x="1" y="18"/>
                    </a:lnTo>
                    <a:lnTo>
                      <a:pt x="1" y="15"/>
                    </a:lnTo>
                    <a:lnTo>
                      <a:pt x="2" y="21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2" y="26"/>
                    </a:lnTo>
                    <a:lnTo>
                      <a:pt x="2" y="32"/>
                    </a:lnTo>
                    <a:lnTo>
                      <a:pt x="2" y="39"/>
                    </a:lnTo>
                    <a:lnTo>
                      <a:pt x="2" y="43"/>
                    </a:lnTo>
                    <a:lnTo>
                      <a:pt x="2" y="50"/>
                    </a:lnTo>
                    <a:lnTo>
                      <a:pt x="2" y="59"/>
                    </a:lnTo>
                    <a:lnTo>
                      <a:pt x="3" y="64"/>
                    </a:lnTo>
                    <a:lnTo>
                      <a:pt x="3" y="65"/>
                    </a:lnTo>
                    <a:lnTo>
                      <a:pt x="3" y="64"/>
                    </a:lnTo>
                    <a:lnTo>
                      <a:pt x="3" y="58"/>
                    </a:lnTo>
                    <a:lnTo>
                      <a:pt x="3" y="53"/>
                    </a:lnTo>
                    <a:lnTo>
                      <a:pt x="3" y="55"/>
                    </a:lnTo>
                    <a:lnTo>
                      <a:pt x="4" y="59"/>
                    </a:lnTo>
                    <a:lnTo>
                      <a:pt x="4" y="60"/>
                    </a:lnTo>
                    <a:lnTo>
                      <a:pt x="4" y="62"/>
                    </a:lnTo>
                    <a:lnTo>
                      <a:pt x="4" y="63"/>
                    </a:lnTo>
                    <a:lnTo>
                      <a:pt x="4" y="61"/>
                    </a:lnTo>
                    <a:lnTo>
                      <a:pt x="4" y="58"/>
                    </a:lnTo>
                    <a:lnTo>
                      <a:pt x="4" y="59"/>
                    </a:lnTo>
                    <a:lnTo>
                      <a:pt x="4" y="59"/>
                    </a:lnTo>
                    <a:lnTo>
                      <a:pt x="4" y="57"/>
                    </a:lnTo>
                    <a:lnTo>
                      <a:pt x="4" y="52"/>
                    </a:lnTo>
                    <a:lnTo>
                      <a:pt x="5" y="45"/>
                    </a:lnTo>
                    <a:lnTo>
                      <a:pt x="5" y="40"/>
                    </a:lnTo>
                    <a:lnTo>
                      <a:pt x="5" y="39"/>
                    </a:lnTo>
                    <a:lnTo>
                      <a:pt x="5" y="39"/>
                    </a:lnTo>
                    <a:lnTo>
                      <a:pt x="5" y="34"/>
                    </a:lnTo>
                    <a:lnTo>
                      <a:pt x="5" y="24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6" y="17"/>
                    </a:lnTo>
                    <a:lnTo>
                      <a:pt x="6" y="14"/>
                    </a:lnTo>
                    <a:lnTo>
                      <a:pt x="6" y="9"/>
                    </a:lnTo>
                    <a:lnTo>
                      <a:pt x="6" y="7"/>
                    </a:lnTo>
                    <a:lnTo>
                      <a:pt x="6" y="12"/>
                    </a:lnTo>
                    <a:lnTo>
                      <a:pt x="6" y="1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86" name="Freeform 946"/>
              <p:cNvSpPr/>
              <p:nvPr/>
            </p:nvSpPr>
            <p:spPr bwMode="auto">
              <a:xfrm>
                <a:off x="1913" y="2904"/>
                <a:ext cx="7" cy="65"/>
              </a:xfrm>
              <a:custGeom>
                <a:avLst/>
                <a:gdLst>
                  <a:gd name="T0" fmla="*/ 0 w 7"/>
                  <a:gd name="T1" fmla="*/ 23 h 65"/>
                  <a:gd name="T2" fmla="*/ 0 w 7"/>
                  <a:gd name="T3" fmla="*/ 28 h 65"/>
                  <a:gd name="T4" fmla="*/ 0 w 7"/>
                  <a:gd name="T5" fmla="*/ 25 h 65"/>
                  <a:gd name="T6" fmla="*/ 1 w 7"/>
                  <a:gd name="T7" fmla="*/ 22 h 65"/>
                  <a:gd name="T8" fmla="*/ 1 w 7"/>
                  <a:gd name="T9" fmla="*/ 23 h 65"/>
                  <a:gd name="T10" fmla="*/ 1 w 7"/>
                  <a:gd name="T11" fmla="*/ 24 h 65"/>
                  <a:gd name="T12" fmla="*/ 1 w 7"/>
                  <a:gd name="T13" fmla="*/ 23 h 65"/>
                  <a:gd name="T14" fmla="*/ 1 w 7"/>
                  <a:gd name="T15" fmla="*/ 21 h 65"/>
                  <a:gd name="T16" fmla="*/ 1 w 7"/>
                  <a:gd name="T17" fmla="*/ 17 h 65"/>
                  <a:gd name="T18" fmla="*/ 1 w 7"/>
                  <a:gd name="T19" fmla="*/ 17 h 65"/>
                  <a:gd name="T20" fmla="*/ 1 w 7"/>
                  <a:gd name="T21" fmla="*/ 24 h 65"/>
                  <a:gd name="T22" fmla="*/ 1 w 7"/>
                  <a:gd name="T23" fmla="*/ 28 h 65"/>
                  <a:gd name="T24" fmla="*/ 2 w 7"/>
                  <a:gd name="T25" fmla="*/ 28 h 65"/>
                  <a:gd name="T26" fmla="*/ 2 w 7"/>
                  <a:gd name="T27" fmla="*/ 29 h 65"/>
                  <a:gd name="T28" fmla="*/ 2 w 7"/>
                  <a:gd name="T29" fmla="*/ 30 h 65"/>
                  <a:gd name="T30" fmla="*/ 2 w 7"/>
                  <a:gd name="T31" fmla="*/ 27 h 65"/>
                  <a:gd name="T32" fmla="*/ 2 w 7"/>
                  <a:gd name="T33" fmla="*/ 23 h 65"/>
                  <a:gd name="T34" fmla="*/ 2 w 7"/>
                  <a:gd name="T35" fmla="*/ 22 h 65"/>
                  <a:gd name="T36" fmla="*/ 3 w 7"/>
                  <a:gd name="T37" fmla="*/ 18 h 65"/>
                  <a:gd name="T38" fmla="*/ 3 w 7"/>
                  <a:gd name="T39" fmla="*/ 16 h 65"/>
                  <a:gd name="T40" fmla="*/ 3 w 7"/>
                  <a:gd name="T41" fmla="*/ 16 h 65"/>
                  <a:gd name="T42" fmla="*/ 3 w 7"/>
                  <a:gd name="T43" fmla="*/ 11 h 65"/>
                  <a:gd name="T44" fmla="*/ 3 w 7"/>
                  <a:gd name="T45" fmla="*/ 5 h 65"/>
                  <a:gd name="T46" fmla="*/ 3 w 7"/>
                  <a:gd name="T47" fmla="*/ 9 h 65"/>
                  <a:gd name="T48" fmla="*/ 3 w 7"/>
                  <a:gd name="T49" fmla="*/ 15 h 65"/>
                  <a:gd name="T50" fmla="*/ 3 w 7"/>
                  <a:gd name="T51" fmla="*/ 11 h 65"/>
                  <a:gd name="T52" fmla="*/ 3 w 7"/>
                  <a:gd name="T53" fmla="*/ 8 h 65"/>
                  <a:gd name="T54" fmla="*/ 4 w 7"/>
                  <a:gd name="T55" fmla="*/ 8 h 65"/>
                  <a:gd name="T56" fmla="*/ 4 w 7"/>
                  <a:gd name="T57" fmla="*/ 4 h 65"/>
                  <a:gd name="T58" fmla="*/ 4 w 7"/>
                  <a:gd name="T59" fmla="*/ 2 h 65"/>
                  <a:gd name="T60" fmla="*/ 4 w 7"/>
                  <a:gd name="T61" fmla="*/ 4 h 65"/>
                  <a:gd name="T62" fmla="*/ 4 w 7"/>
                  <a:gd name="T63" fmla="*/ 3 h 65"/>
                  <a:gd name="T64" fmla="*/ 4 w 7"/>
                  <a:gd name="T65" fmla="*/ 0 h 65"/>
                  <a:gd name="T66" fmla="*/ 5 w 7"/>
                  <a:gd name="T67" fmla="*/ 3 h 65"/>
                  <a:gd name="T68" fmla="*/ 5 w 7"/>
                  <a:gd name="T69" fmla="*/ 10 h 65"/>
                  <a:gd name="T70" fmla="*/ 5 w 7"/>
                  <a:gd name="T71" fmla="*/ 11 h 65"/>
                  <a:gd name="T72" fmla="*/ 5 w 7"/>
                  <a:gd name="T73" fmla="*/ 16 h 65"/>
                  <a:gd name="T74" fmla="*/ 5 w 7"/>
                  <a:gd name="T75" fmla="*/ 26 h 65"/>
                  <a:gd name="T76" fmla="*/ 5 w 7"/>
                  <a:gd name="T77" fmla="*/ 32 h 65"/>
                  <a:gd name="T78" fmla="*/ 5 w 7"/>
                  <a:gd name="T79" fmla="*/ 29 h 65"/>
                  <a:gd name="T80" fmla="*/ 5 w 7"/>
                  <a:gd name="T81" fmla="*/ 35 h 65"/>
                  <a:gd name="T82" fmla="*/ 5 w 7"/>
                  <a:gd name="T83" fmla="*/ 49 h 65"/>
                  <a:gd name="T84" fmla="*/ 6 w 7"/>
                  <a:gd name="T85" fmla="*/ 53 h 65"/>
                  <a:gd name="T86" fmla="*/ 6 w 7"/>
                  <a:gd name="T87" fmla="*/ 50 h 65"/>
                  <a:gd name="T88" fmla="*/ 6 w 7"/>
                  <a:gd name="T89" fmla="*/ 54 h 65"/>
                  <a:gd name="T90" fmla="*/ 6 w 7"/>
                  <a:gd name="T91" fmla="*/ 54 h 65"/>
                  <a:gd name="T92" fmla="*/ 6 w 7"/>
                  <a:gd name="T93" fmla="*/ 49 h 65"/>
                  <a:gd name="T94" fmla="*/ 6 w 7"/>
                  <a:gd name="T95" fmla="*/ 56 h 65"/>
                  <a:gd name="T96" fmla="*/ 7 w 7"/>
                  <a:gd name="T97" fmla="*/ 65 h 65"/>
                  <a:gd name="T98" fmla="*/ 7 w 7"/>
                  <a:gd name="T99" fmla="*/ 57 h 65"/>
                  <a:gd name="T100" fmla="*/ 7 w 7"/>
                  <a:gd name="T101" fmla="*/ 47 h 65"/>
                  <a:gd name="T102" fmla="*/ 7 w 7"/>
                  <a:gd name="T103" fmla="*/ 5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65">
                    <a:moveTo>
                      <a:pt x="0" y="23"/>
                    </a:moveTo>
                    <a:lnTo>
                      <a:pt x="0" y="28"/>
                    </a:lnTo>
                    <a:lnTo>
                      <a:pt x="0" y="25"/>
                    </a:lnTo>
                    <a:lnTo>
                      <a:pt x="1" y="22"/>
                    </a:lnTo>
                    <a:lnTo>
                      <a:pt x="1" y="23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1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1" y="24"/>
                    </a:lnTo>
                    <a:lnTo>
                      <a:pt x="1" y="28"/>
                    </a:lnTo>
                    <a:lnTo>
                      <a:pt x="2" y="28"/>
                    </a:lnTo>
                    <a:lnTo>
                      <a:pt x="2" y="29"/>
                    </a:lnTo>
                    <a:lnTo>
                      <a:pt x="2" y="30"/>
                    </a:lnTo>
                    <a:lnTo>
                      <a:pt x="2" y="27"/>
                    </a:lnTo>
                    <a:lnTo>
                      <a:pt x="2" y="23"/>
                    </a:lnTo>
                    <a:lnTo>
                      <a:pt x="2" y="22"/>
                    </a:lnTo>
                    <a:lnTo>
                      <a:pt x="3" y="18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1"/>
                    </a:lnTo>
                    <a:lnTo>
                      <a:pt x="3" y="5"/>
                    </a:lnTo>
                    <a:lnTo>
                      <a:pt x="3" y="9"/>
                    </a:lnTo>
                    <a:lnTo>
                      <a:pt x="3" y="15"/>
                    </a:lnTo>
                    <a:lnTo>
                      <a:pt x="3" y="11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4" y="4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4" y="0"/>
                    </a:lnTo>
                    <a:lnTo>
                      <a:pt x="5" y="3"/>
                    </a:lnTo>
                    <a:lnTo>
                      <a:pt x="5" y="10"/>
                    </a:lnTo>
                    <a:lnTo>
                      <a:pt x="5" y="11"/>
                    </a:lnTo>
                    <a:lnTo>
                      <a:pt x="5" y="16"/>
                    </a:lnTo>
                    <a:lnTo>
                      <a:pt x="5" y="26"/>
                    </a:lnTo>
                    <a:lnTo>
                      <a:pt x="5" y="32"/>
                    </a:lnTo>
                    <a:lnTo>
                      <a:pt x="5" y="29"/>
                    </a:lnTo>
                    <a:lnTo>
                      <a:pt x="5" y="35"/>
                    </a:lnTo>
                    <a:lnTo>
                      <a:pt x="5" y="49"/>
                    </a:lnTo>
                    <a:lnTo>
                      <a:pt x="6" y="53"/>
                    </a:lnTo>
                    <a:lnTo>
                      <a:pt x="6" y="50"/>
                    </a:lnTo>
                    <a:lnTo>
                      <a:pt x="6" y="54"/>
                    </a:lnTo>
                    <a:lnTo>
                      <a:pt x="6" y="54"/>
                    </a:lnTo>
                    <a:lnTo>
                      <a:pt x="6" y="49"/>
                    </a:lnTo>
                    <a:lnTo>
                      <a:pt x="6" y="56"/>
                    </a:lnTo>
                    <a:lnTo>
                      <a:pt x="7" y="65"/>
                    </a:lnTo>
                    <a:lnTo>
                      <a:pt x="7" y="57"/>
                    </a:lnTo>
                    <a:lnTo>
                      <a:pt x="7" y="47"/>
                    </a:lnTo>
                    <a:lnTo>
                      <a:pt x="7" y="5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87" name="Freeform 947"/>
              <p:cNvSpPr/>
              <p:nvPr/>
            </p:nvSpPr>
            <p:spPr bwMode="auto">
              <a:xfrm>
                <a:off x="1920" y="2951"/>
                <a:ext cx="6" cy="187"/>
              </a:xfrm>
              <a:custGeom>
                <a:avLst/>
                <a:gdLst>
                  <a:gd name="T0" fmla="*/ 0 w 6"/>
                  <a:gd name="T1" fmla="*/ 0 h 187"/>
                  <a:gd name="T2" fmla="*/ 0 w 6"/>
                  <a:gd name="T3" fmla="*/ 7 h 187"/>
                  <a:gd name="T4" fmla="*/ 0 w 6"/>
                  <a:gd name="T5" fmla="*/ 16 h 187"/>
                  <a:gd name="T6" fmla="*/ 0 w 6"/>
                  <a:gd name="T7" fmla="*/ 16 h 187"/>
                  <a:gd name="T8" fmla="*/ 0 w 6"/>
                  <a:gd name="T9" fmla="*/ 16 h 187"/>
                  <a:gd name="T10" fmla="*/ 0 w 6"/>
                  <a:gd name="T11" fmla="*/ 18 h 187"/>
                  <a:gd name="T12" fmla="*/ 0 w 6"/>
                  <a:gd name="T13" fmla="*/ 12 h 187"/>
                  <a:gd name="T14" fmla="*/ 0 w 6"/>
                  <a:gd name="T15" fmla="*/ 9 h 187"/>
                  <a:gd name="T16" fmla="*/ 1 w 6"/>
                  <a:gd name="T17" fmla="*/ 19 h 187"/>
                  <a:gd name="T18" fmla="*/ 1 w 6"/>
                  <a:gd name="T19" fmla="*/ 22 h 187"/>
                  <a:gd name="T20" fmla="*/ 1 w 6"/>
                  <a:gd name="T21" fmla="*/ 8 h 187"/>
                  <a:gd name="T22" fmla="*/ 1 w 6"/>
                  <a:gd name="T23" fmla="*/ 4 h 187"/>
                  <a:gd name="T24" fmla="*/ 1 w 6"/>
                  <a:gd name="T25" fmla="*/ 17 h 187"/>
                  <a:gd name="T26" fmla="*/ 1 w 6"/>
                  <a:gd name="T27" fmla="*/ 20 h 187"/>
                  <a:gd name="T28" fmla="*/ 1 w 6"/>
                  <a:gd name="T29" fmla="*/ 12 h 187"/>
                  <a:gd name="T30" fmla="*/ 1 w 6"/>
                  <a:gd name="T31" fmla="*/ 11 h 187"/>
                  <a:gd name="T32" fmla="*/ 1 w 6"/>
                  <a:gd name="T33" fmla="*/ 17 h 187"/>
                  <a:gd name="T34" fmla="*/ 2 w 6"/>
                  <a:gd name="T35" fmla="*/ 20 h 187"/>
                  <a:gd name="T36" fmla="*/ 2 w 6"/>
                  <a:gd name="T37" fmla="*/ 26 h 187"/>
                  <a:gd name="T38" fmla="*/ 2 w 6"/>
                  <a:gd name="T39" fmla="*/ 31 h 187"/>
                  <a:gd name="T40" fmla="*/ 2 w 6"/>
                  <a:gd name="T41" fmla="*/ 29 h 187"/>
                  <a:gd name="T42" fmla="*/ 2 w 6"/>
                  <a:gd name="T43" fmla="*/ 28 h 187"/>
                  <a:gd name="T44" fmla="*/ 2 w 6"/>
                  <a:gd name="T45" fmla="*/ 40 h 187"/>
                  <a:gd name="T46" fmla="*/ 3 w 6"/>
                  <a:gd name="T47" fmla="*/ 57 h 187"/>
                  <a:gd name="T48" fmla="*/ 3 w 6"/>
                  <a:gd name="T49" fmla="*/ 60 h 187"/>
                  <a:gd name="T50" fmla="*/ 3 w 6"/>
                  <a:gd name="T51" fmla="*/ 57 h 187"/>
                  <a:gd name="T52" fmla="*/ 3 w 6"/>
                  <a:gd name="T53" fmla="*/ 65 h 187"/>
                  <a:gd name="T54" fmla="*/ 3 w 6"/>
                  <a:gd name="T55" fmla="*/ 81 h 187"/>
                  <a:gd name="T56" fmla="*/ 3 w 6"/>
                  <a:gd name="T57" fmla="*/ 81 h 187"/>
                  <a:gd name="T58" fmla="*/ 3 w 6"/>
                  <a:gd name="T59" fmla="*/ 77 h 187"/>
                  <a:gd name="T60" fmla="*/ 3 w 6"/>
                  <a:gd name="T61" fmla="*/ 90 h 187"/>
                  <a:gd name="T62" fmla="*/ 3 w 6"/>
                  <a:gd name="T63" fmla="*/ 113 h 187"/>
                  <a:gd name="T64" fmla="*/ 4 w 6"/>
                  <a:gd name="T65" fmla="*/ 121 h 187"/>
                  <a:gd name="T66" fmla="*/ 4 w 6"/>
                  <a:gd name="T67" fmla="*/ 115 h 187"/>
                  <a:gd name="T68" fmla="*/ 4 w 6"/>
                  <a:gd name="T69" fmla="*/ 116 h 187"/>
                  <a:gd name="T70" fmla="*/ 4 w 6"/>
                  <a:gd name="T71" fmla="*/ 131 h 187"/>
                  <a:gd name="T72" fmla="*/ 4 w 6"/>
                  <a:gd name="T73" fmla="*/ 147 h 187"/>
                  <a:gd name="T74" fmla="*/ 4 w 6"/>
                  <a:gd name="T75" fmla="*/ 158 h 187"/>
                  <a:gd name="T76" fmla="*/ 5 w 6"/>
                  <a:gd name="T77" fmla="*/ 163 h 187"/>
                  <a:gd name="T78" fmla="*/ 5 w 6"/>
                  <a:gd name="T79" fmla="*/ 155 h 187"/>
                  <a:gd name="T80" fmla="*/ 5 w 6"/>
                  <a:gd name="T81" fmla="*/ 148 h 187"/>
                  <a:gd name="T82" fmla="*/ 5 w 6"/>
                  <a:gd name="T83" fmla="*/ 166 h 187"/>
                  <a:gd name="T84" fmla="*/ 5 w 6"/>
                  <a:gd name="T85" fmla="*/ 187 h 187"/>
                  <a:gd name="T86" fmla="*/ 5 w 6"/>
                  <a:gd name="T87" fmla="*/ 173 h 187"/>
                  <a:gd name="T88" fmla="*/ 5 w 6"/>
                  <a:gd name="T89" fmla="*/ 152 h 187"/>
                  <a:gd name="T90" fmla="*/ 5 w 6"/>
                  <a:gd name="T91" fmla="*/ 161 h 187"/>
                  <a:gd name="T92" fmla="*/ 5 w 6"/>
                  <a:gd name="T93" fmla="*/ 166 h 187"/>
                  <a:gd name="T94" fmla="*/ 6 w 6"/>
                  <a:gd name="T95" fmla="*/ 154 h 187"/>
                  <a:gd name="T96" fmla="*/ 6 w 6"/>
                  <a:gd name="T97" fmla="*/ 164 h 187"/>
                  <a:gd name="T98" fmla="*/ 6 w 6"/>
                  <a:gd name="T99" fmla="*/ 183 h 187"/>
                  <a:gd name="T100" fmla="*/ 6 w 6"/>
                  <a:gd name="T101" fmla="*/ 170 h 187"/>
                  <a:gd name="T102" fmla="*/ 6 w 6"/>
                  <a:gd name="T103" fmla="*/ 156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87">
                    <a:moveTo>
                      <a:pt x="0" y="0"/>
                    </a:moveTo>
                    <a:lnTo>
                      <a:pt x="0" y="7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0" y="9"/>
                    </a:lnTo>
                    <a:lnTo>
                      <a:pt x="1" y="19"/>
                    </a:lnTo>
                    <a:lnTo>
                      <a:pt x="1" y="22"/>
                    </a:lnTo>
                    <a:lnTo>
                      <a:pt x="1" y="8"/>
                    </a:lnTo>
                    <a:lnTo>
                      <a:pt x="1" y="4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1" y="12"/>
                    </a:lnTo>
                    <a:lnTo>
                      <a:pt x="1" y="11"/>
                    </a:lnTo>
                    <a:lnTo>
                      <a:pt x="1" y="17"/>
                    </a:lnTo>
                    <a:lnTo>
                      <a:pt x="2" y="20"/>
                    </a:lnTo>
                    <a:lnTo>
                      <a:pt x="2" y="26"/>
                    </a:lnTo>
                    <a:lnTo>
                      <a:pt x="2" y="31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40"/>
                    </a:lnTo>
                    <a:lnTo>
                      <a:pt x="3" y="57"/>
                    </a:lnTo>
                    <a:lnTo>
                      <a:pt x="3" y="60"/>
                    </a:lnTo>
                    <a:lnTo>
                      <a:pt x="3" y="57"/>
                    </a:lnTo>
                    <a:lnTo>
                      <a:pt x="3" y="65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77"/>
                    </a:lnTo>
                    <a:lnTo>
                      <a:pt x="3" y="90"/>
                    </a:lnTo>
                    <a:lnTo>
                      <a:pt x="3" y="113"/>
                    </a:lnTo>
                    <a:lnTo>
                      <a:pt x="4" y="121"/>
                    </a:lnTo>
                    <a:lnTo>
                      <a:pt x="4" y="115"/>
                    </a:lnTo>
                    <a:lnTo>
                      <a:pt x="4" y="116"/>
                    </a:lnTo>
                    <a:lnTo>
                      <a:pt x="4" y="131"/>
                    </a:lnTo>
                    <a:lnTo>
                      <a:pt x="4" y="147"/>
                    </a:lnTo>
                    <a:lnTo>
                      <a:pt x="4" y="158"/>
                    </a:lnTo>
                    <a:lnTo>
                      <a:pt x="5" y="163"/>
                    </a:lnTo>
                    <a:lnTo>
                      <a:pt x="5" y="155"/>
                    </a:lnTo>
                    <a:lnTo>
                      <a:pt x="5" y="148"/>
                    </a:lnTo>
                    <a:lnTo>
                      <a:pt x="5" y="166"/>
                    </a:lnTo>
                    <a:lnTo>
                      <a:pt x="5" y="187"/>
                    </a:lnTo>
                    <a:lnTo>
                      <a:pt x="5" y="173"/>
                    </a:lnTo>
                    <a:lnTo>
                      <a:pt x="5" y="152"/>
                    </a:lnTo>
                    <a:lnTo>
                      <a:pt x="5" y="161"/>
                    </a:lnTo>
                    <a:lnTo>
                      <a:pt x="5" y="166"/>
                    </a:lnTo>
                    <a:lnTo>
                      <a:pt x="6" y="154"/>
                    </a:lnTo>
                    <a:lnTo>
                      <a:pt x="6" y="164"/>
                    </a:lnTo>
                    <a:lnTo>
                      <a:pt x="6" y="183"/>
                    </a:lnTo>
                    <a:lnTo>
                      <a:pt x="6" y="170"/>
                    </a:lnTo>
                    <a:lnTo>
                      <a:pt x="6" y="15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88" name="Freeform 948"/>
              <p:cNvSpPr/>
              <p:nvPr/>
            </p:nvSpPr>
            <p:spPr bwMode="auto">
              <a:xfrm>
                <a:off x="1926" y="2901"/>
                <a:ext cx="6" cy="231"/>
              </a:xfrm>
              <a:custGeom>
                <a:avLst/>
                <a:gdLst>
                  <a:gd name="T0" fmla="*/ 0 w 6"/>
                  <a:gd name="T1" fmla="*/ 220 h 231"/>
                  <a:gd name="T2" fmla="*/ 0 w 6"/>
                  <a:gd name="T3" fmla="*/ 206 h 231"/>
                  <a:gd name="T4" fmla="*/ 0 w 6"/>
                  <a:gd name="T5" fmla="*/ 222 h 231"/>
                  <a:gd name="T6" fmla="*/ 0 w 6"/>
                  <a:gd name="T7" fmla="*/ 231 h 231"/>
                  <a:gd name="T8" fmla="*/ 0 w 6"/>
                  <a:gd name="T9" fmla="*/ 213 h 231"/>
                  <a:gd name="T10" fmla="*/ 0 w 6"/>
                  <a:gd name="T11" fmla="*/ 205 h 231"/>
                  <a:gd name="T12" fmla="*/ 1 w 6"/>
                  <a:gd name="T13" fmla="*/ 208 h 231"/>
                  <a:gd name="T14" fmla="*/ 1 w 6"/>
                  <a:gd name="T15" fmla="*/ 184 h 231"/>
                  <a:gd name="T16" fmla="*/ 1 w 6"/>
                  <a:gd name="T17" fmla="*/ 160 h 231"/>
                  <a:gd name="T18" fmla="*/ 1 w 6"/>
                  <a:gd name="T19" fmla="*/ 176 h 231"/>
                  <a:gd name="T20" fmla="*/ 1 w 6"/>
                  <a:gd name="T21" fmla="*/ 188 h 231"/>
                  <a:gd name="T22" fmla="*/ 1 w 6"/>
                  <a:gd name="T23" fmla="*/ 161 h 231"/>
                  <a:gd name="T24" fmla="*/ 2 w 6"/>
                  <a:gd name="T25" fmla="*/ 147 h 231"/>
                  <a:gd name="T26" fmla="*/ 2 w 6"/>
                  <a:gd name="T27" fmla="*/ 169 h 231"/>
                  <a:gd name="T28" fmla="*/ 2 w 6"/>
                  <a:gd name="T29" fmla="*/ 167 h 231"/>
                  <a:gd name="T30" fmla="*/ 2 w 6"/>
                  <a:gd name="T31" fmla="*/ 140 h 231"/>
                  <a:gd name="T32" fmla="*/ 2 w 6"/>
                  <a:gd name="T33" fmla="*/ 133 h 231"/>
                  <a:gd name="T34" fmla="*/ 2 w 6"/>
                  <a:gd name="T35" fmla="*/ 126 h 231"/>
                  <a:gd name="T36" fmla="*/ 2 w 6"/>
                  <a:gd name="T37" fmla="*/ 97 h 231"/>
                  <a:gd name="T38" fmla="*/ 2 w 6"/>
                  <a:gd name="T39" fmla="*/ 84 h 231"/>
                  <a:gd name="T40" fmla="*/ 2 w 6"/>
                  <a:gd name="T41" fmla="*/ 96 h 231"/>
                  <a:gd name="T42" fmla="*/ 2 w 6"/>
                  <a:gd name="T43" fmla="*/ 82 h 231"/>
                  <a:gd name="T44" fmla="*/ 3 w 6"/>
                  <a:gd name="T45" fmla="*/ 53 h 231"/>
                  <a:gd name="T46" fmla="*/ 3 w 6"/>
                  <a:gd name="T47" fmla="*/ 55 h 231"/>
                  <a:gd name="T48" fmla="*/ 3 w 6"/>
                  <a:gd name="T49" fmla="*/ 67 h 231"/>
                  <a:gd name="T50" fmla="*/ 3 w 6"/>
                  <a:gd name="T51" fmla="*/ 51 h 231"/>
                  <a:gd name="T52" fmla="*/ 3 w 6"/>
                  <a:gd name="T53" fmla="*/ 38 h 231"/>
                  <a:gd name="T54" fmla="*/ 3 w 6"/>
                  <a:gd name="T55" fmla="*/ 51 h 231"/>
                  <a:gd name="T56" fmla="*/ 4 w 6"/>
                  <a:gd name="T57" fmla="*/ 54 h 231"/>
                  <a:gd name="T58" fmla="*/ 4 w 6"/>
                  <a:gd name="T59" fmla="*/ 35 h 231"/>
                  <a:gd name="T60" fmla="*/ 4 w 6"/>
                  <a:gd name="T61" fmla="*/ 23 h 231"/>
                  <a:gd name="T62" fmla="*/ 4 w 6"/>
                  <a:gd name="T63" fmla="*/ 26 h 231"/>
                  <a:gd name="T64" fmla="*/ 4 w 6"/>
                  <a:gd name="T65" fmla="*/ 22 h 231"/>
                  <a:gd name="T66" fmla="*/ 4 w 6"/>
                  <a:gd name="T67" fmla="*/ 17 h 231"/>
                  <a:gd name="T68" fmla="*/ 4 w 6"/>
                  <a:gd name="T69" fmla="*/ 22 h 231"/>
                  <a:gd name="T70" fmla="*/ 4 w 6"/>
                  <a:gd name="T71" fmla="*/ 17 h 231"/>
                  <a:gd name="T72" fmla="*/ 4 w 6"/>
                  <a:gd name="T73" fmla="*/ 0 h 231"/>
                  <a:gd name="T74" fmla="*/ 5 w 6"/>
                  <a:gd name="T75" fmla="*/ 1 h 231"/>
                  <a:gd name="T76" fmla="*/ 5 w 6"/>
                  <a:gd name="T77" fmla="*/ 24 h 231"/>
                  <a:gd name="T78" fmla="*/ 5 w 6"/>
                  <a:gd name="T79" fmla="*/ 30 h 231"/>
                  <a:gd name="T80" fmla="*/ 5 w 6"/>
                  <a:gd name="T81" fmla="*/ 13 h 231"/>
                  <a:gd name="T82" fmla="*/ 5 w 6"/>
                  <a:gd name="T83" fmla="*/ 16 h 231"/>
                  <a:gd name="T84" fmla="*/ 5 w 6"/>
                  <a:gd name="T85" fmla="*/ 36 h 231"/>
                  <a:gd name="T86" fmla="*/ 5 w 6"/>
                  <a:gd name="T87" fmla="*/ 36 h 231"/>
                  <a:gd name="T88" fmla="*/ 5 w 6"/>
                  <a:gd name="T89" fmla="*/ 26 h 231"/>
                  <a:gd name="T90" fmla="*/ 5 w 6"/>
                  <a:gd name="T91" fmla="*/ 33 h 231"/>
                  <a:gd name="T92" fmla="*/ 6 w 6"/>
                  <a:gd name="T93" fmla="*/ 40 h 231"/>
                  <a:gd name="T94" fmla="*/ 6 w 6"/>
                  <a:gd name="T95" fmla="*/ 28 h 231"/>
                  <a:gd name="T96" fmla="*/ 6 w 6"/>
                  <a:gd name="T97" fmla="*/ 19 h 231"/>
                  <a:gd name="T98" fmla="*/ 6 w 6"/>
                  <a:gd name="T99" fmla="*/ 21 h 231"/>
                  <a:gd name="T100" fmla="*/ 6 w 6"/>
                  <a:gd name="T101" fmla="*/ 18 h 231"/>
                  <a:gd name="T102" fmla="*/ 6 w 6"/>
                  <a:gd name="T103" fmla="*/ 16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231">
                    <a:moveTo>
                      <a:pt x="0" y="220"/>
                    </a:moveTo>
                    <a:lnTo>
                      <a:pt x="0" y="206"/>
                    </a:lnTo>
                    <a:lnTo>
                      <a:pt x="0" y="222"/>
                    </a:lnTo>
                    <a:lnTo>
                      <a:pt x="0" y="231"/>
                    </a:lnTo>
                    <a:lnTo>
                      <a:pt x="0" y="213"/>
                    </a:lnTo>
                    <a:lnTo>
                      <a:pt x="0" y="205"/>
                    </a:lnTo>
                    <a:lnTo>
                      <a:pt x="1" y="208"/>
                    </a:lnTo>
                    <a:lnTo>
                      <a:pt x="1" y="184"/>
                    </a:lnTo>
                    <a:lnTo>
                      <a:pt x="1" y="160"/>
                    </a:lnTo>
                    <a:lnTo>
                      <a:pt x="1" y="176"/>
                    </a:lnTo>
                    <a:lnTo>
                      <a:pt x="1" y="188"/>
                    </a:lnTo>
                    <a:lnTo>
                      <a:pt x="1" y="161"/>
                    </a:lnTo>
                    <a:lnTo>
                      <a:pt x="2" y="147"/>
                    </a:lnTo>
                    <a:lnTo>
                      <a:pt x="2" y="169"/>
                    </a:lnTo>
                    <a:lnTo>
                      <a:pt x="2" y="167"/>
                    </a:lnTo>
                    <a:lnTo>
                      <a:pt x="2" y="140"/>
                    </a:lnTo>
                    <a:lnTo>
                      <a:pt x="2" y="133"/>
                    </a:lnTo>
                    <a:lnTo>
                      <a:pt x="2" y="126"/>
                    </a:lnTo>
                    <a:lnTo>
                      <a:pt x="2" y="97"/>
                    </a:lnTo>
                    <a:lnTo>
                      <a:pt x="2" y="84"/>
                    </a:lnTo>
                    <a:lnTo>
                      <a:pt x="2" y="96"/>
                    </a:lnTo>
                    <a:lnTo>
                      <a:pt x="2" y="82"/>
                    </a:lnTo>
                    <a:lnTo>
                      <a:pt x="3" y="53"/>
                    </a:lnTo>
                    <a:lnTo>
                      <a:pt x="3" y="55"/>
                    </a:lnTo>
                    <a:lnTo>
                      <a:pt x="3" y="67"/>
                    </a:lnTo>
                    <a:lnTo>
                      <a:pt x="3" y="51"/>
                    </a:lnTo>
                    <a:lnTo>
                      <a:pt x="3" y="38"/>
                    </a:lnTo>
                    <a:lnTo>
                      <a:pt x="3" y="51"/>
                    </a:lnTo>
                    <a:lnTo>
                      <a:pt x="4" y="54"/>
                    </a:lnTo>
                    <a:lnTo>
                      <a:pt x="4" y="35"/>
                    </a:lnTo>
                    <a:lnTo>
                      <a:pt x="4" y="23"/>
                    </a:lnTo>
                    <a:lnTo>
                      <a:pt x="4" y="26"/>
                    </a:lnTo>
                    <a:lnTo>
                      <a:pt x="4" y="22"/>
                    </a:lnTo>
                    <a:lnTo>
                      <a:pt x="4" y="17"/>
                    </a:lnTo>
                    <a:lnTo>
                      <a:pt x="4" y="22"/>
                    </a:lnTo>
                    <a:lnTo>
                      <a:pt x="4" y="17"/>
                    </a:lnTo>
                    <a:lnTo>
                      <a:pt x="4" y="0"/>
                    </a:lnTo>
                    <a:lnTo>
                      <a:pt x="5" y="1"/>
                    </a:lnTo>
                    <a:lnTo>
                      <a:pt x="5" y="24"/>
                    </a:lnTo>
                    <a:lnTo>
                      <a:pt x="5" y="30"/>
                    </a:lnTo>
                    <a:lnTo>
                      <a:pt x="5" y="13"/>
                    </a:lnTo>
                    <a:lnTo>
                      <a:pt x="5" y="16"/>
                    </a:lnTo>
                    <a:lnTo>
                      <a:pt x="5" y="36"/>
                    </a:lnTo>
                    <a:lnTo>
                      <a:pt x="5" y="36"/>
                    </a:lnTo>
                    <a:lnTo>
                      <a:pt x="5" y="26"/>
                    </a:lnTo>
                    <a:lnTo>
                      <a:pt x="5" y="33"/>
                    </a:lnTo>
                    <a:lnTo>
                      <a:pt x="6" y="40"/>
                    </a:lnTo>
                    <a:lnTo>
                      <a:pt x="6" y="28"/>
                    </a:lnTo>
                    <a:lnTo>
                      <a:pt x="6" y="19"/>
                    </a:lnTo>
                    <a:lnTo>
                      <a:pt x="6" y="21"/>
                    </a:lnTo>
                    <a:lnTo>
                      <a:pt x="6" y="18"/>
                    </a:lnTo>
                    <a:lnTo>
                      <a:pt x="6" y="1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89" name="Freeform 949"/>
              <p:cNvSpPr/>
              <p:nvPr/>
            </p:nvSpPr>
            <p:spPr bwMode="auto">
              <a:xfrm>
                <a:off x="1932" y="2877"/>
                <a:ext cx="7" cy="87"/>
              </a:xfrm>
              <a:custGeom>
                <a:avLst/>
                <a:gdLst>
                  <a:gd name="T0" fmla="*/ 0 w 7"/>
                  <a:gd name="T1" fmla="*/ 42 h 87"/>
                  <a:gd name="T2" fmla="*/ 0 w 7"/>
                  <a:gd name="T3" fmla="*/ 40 h 87"/>
                  <a:gd name="T4" fmla="*/ 1 w 7"/>
                  <a:gd name="T5" fmla="*/ 47 h 87"/>
                  <a:gd name="T6" fmla="*/ 1 w 7"/>
                  <a:gd name="T7" fmla="*/ 43 h 87"/>
                  <a:gd name="T8" fmla="*/ 1 w 7"/>
                  <a:gd name="T9" fmla="*/ 18 h 87"/>
                  <a:gd name="T10" fmla="*/ 1 w 7"/>
                  <a:gd name="T11" fmla="*/ 11 h 87"/>
                  <a:gd name="T12" fmla="*/ 1 w 7"/>
                  <a:gd name="T13" fmla="*/ 32 h 87"/>
                  <a:gd name="T14" fmla="*/ 1 w 7"/>
                  <a:gd name="T15" fmla="*/ 41 h 87"/>
                  <a:gd name="T16" fmla="*/ 1 w 7"/>
                  <a:gd name="T17" fmla="*/ 24 h 87"/>
                  <a:gd name="T18" fmla="*/ 1 w 7"/>
                  <a:gd name="T19" fmla="*/ 16 h 87"/>
                  <a:gd name="T20" fmla="*/ 1 w 7"/>
                  <a:gd name="T21" fmla="*/ 22 h 87"/>
                  <a:gd name="T22" fmla="*/ 2 w 7"/>
                  <a:gd name="T23" fmla="*/ 16 h 87"/>
                  <a:gd name="T24" fmla="*/ 2 w 7"/>
                  <a:gd name="T25" fmla="*/ 11 h 87"/>
                  <a:gd name="T26" fmla="*/ 2 w 7"/>
                  <a:gd name="T27" fmla="*/ 17 h 87"/>
                  <a:gd name="T28" fmla="*/ 2 w 7"/>
                  <a:gd name="T29" fmla="*/ 13 h 87"/>
                  <a:gd name="T30" fmla="*/ 2 w 7"/>
                  <a:gd name="T31" fmla="*/ 0 h 87"/>
                  <a:gd name="T32" fmla="*/ 2 w 7"/>
                  <a:gd name="T33" fmla="*/ 2 h 87"/>
                  <a:gd name="T34" fmla="*/ 3 w 7"/>
                  <a:gd name="T35" fmla="*/ 11 h 87"/>
                  <a:gd name="T36" fmla="*/ 3 w 7"/>
                  <a:gd name="T37" fmla="*/ 6 h 87"/>
                  <a:gd name="T38" fmla="*/ 3 w 7"/>
                  <a:gd name="T39" fmla="*/ 8 h 87"/>
                  <a:gd name="T40" fmla="*/ 3 w 7"/>
                  <a:gd name="T41" fmla="*/ 26 h 87"/>
                  <a:gd name="T42" fmla="*/ 3 w 7"/>
                  <a:gd name="T43" fmla="*/ 32 h 87"/>
                  <a:gd name="T44" fmla="*/ 3 w 7"/>
                  <a:gd name="T45" fmla="*/ 22 h 87"/>
                  <a:gd name="T46" fmla="*/ 3 w 7"/>
                  <a:gd name="T47" fmla="*/ 18 h 87"/>
                  <a:gd name="T48" fmla="*/ 3 w 7"/>
                  <a:gd name="T49" fmla="*/ 30 h 87"/>
                  <a:gd name="T50" fmla="*/ 3 w 7"/>
                  <a:gd name="T51" fmla="*/ 39 h 87"/>
                  <a:gd name="T52" fmla="*/ 4 w 7"/>
                  <a:gd name="T53" fmla="*/ 38 h 87"/>
                  <a:gd name="T54" fmla="*/ 4 w 7"/>
                  <a:gd name="T55" fmla="*/ 32 h 87"/>
                  <a:gd name="T56" fmla="*/ 4 w 7"/>
                  <a:gd name="T57" fmla="*/ 30 h 87"/>
                  <a:gd name="T58" fmla="*/ 4 w 7"/>
                  <a:gd name="T59" fmla="*/ 39 h 87"/>
                  <a:gd name="T60" fmla="*/ 4 w 7"/>
                  <a:gd name="T61" fmla="*/ 54 h 87"/>
                  <a:gd name="T62" fmla="*/ 4 w 7"/>
                  <a:gd name="T63" fmla="*/ 65 h 87"/>
                  <a:gd name="T64" fmla="*/ 4 w 7"/>
                  <a:gd name="T65" fmla="*/ 67 h 87"/>
                  <a:gd name="T66" fmla="*/ 4 w 7"/>
                  <a:gd name="T67" fmla="*/ 64 h 87"/>
                  <a:gd name="T68" fmla="*/ 4 w 7"/>
                  <a:gd name="T69" fmla="*/ 69 h 87"/>
                  <a:gd name="T70" fmla="*/ 5 w 7"/>
                  <a:gd name="T71" fmla="*/ 78 h 87"/>
                  <a:gd name="T72" fmla="*/ 5 w 7"/>
                  <a:gd name="T73" fmla="*/ 78 h 87"/>
                  <a:gd name="T74" fmla="*/ 5 w 7"/>
                  <a:gd name="T75" fmla="*/ 72 h 87"/>
                  <a:gd name="T76" fmla="*/ 5 w 7"/>
                  <a:gd name="T77" fmla="*/ 72 h 87"/>
                  <a:gd name="T78" fmla="*/ 5 w 7"/>
                  <a:gd name="T79" fmla="*/ 76 h 87"/>
                  <a:gd name="T80" fmla="*/ 5 w 7"/>
                  <a:gd name="T81" fmla="*/ 79 h 87"/>
                  <a:gd name="T82" fmla="*/ 5 w 7"/>
                  <a:gd name="T83" fmla="*/ 79 h 87"/>
                  <a:gd name="T84" fmla="*/ 6 w 7"/>
                  <a:gd name="T85" fmla="*/ 80 h 87"/>
                  <a:gd name="T86" fmla="*/ 6 w 7"/>
                  <a:gd name="T87" fmla="*/ 83 h 87"/>
                  <a:gd name="T88" fmla="*/ 6 w 7"/>
                  <a:gd name="T89" fmla="*/ 87 h 87"/>
                  <a:gd name="T90" fmla="*/ 6 w 7"/>
                  <a:gd name="T91" fmla="*/ 86 h 87"/>
                  <a:gd name="T92" fmla="*/ 6 w 7"/>
                  <a:gd name="T93" fmla="*/ 82 h 87"/>
                  <a:gd name="T94" fmla="*/ 6 w 7"/>
                  <a:gd name="T95" fmla="*/ 80 h 87"/>
                  <a:gd name="T96" fmla="*/ 6 w 7"/>
                  <a:gd name="T97" fmla="*/ 79 h 87"/>
                  <a:gd name="T98" fmla="*/ 6 w 7"/>
                  <a:gd name="T99" fmla="*/ 76 h 87"/>
                  <a:gd name="T100" fmla="*/ 6 w 7"/>
                  <a:gd name="T101" fmla="*/ 73 h 87"/>
                  <a:gd name="T102" fmla="*/ 7 w 7"/>
                  <a:gd name="T103" fmla="*/ 6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87">
                    <a:moveTo>
                      <a:pt x="0" y="42"/>
                    </a:moveTo>
                    <a:lnTo>
                      <a:pt x="0" y="40"/>
                    </a:lnTo>
                    <a:lnTo>
                      <a:pt x="1" y="47"/>
                    </a:lnTo>
                    <a:lnTo>
                      <a:pt x="1" y="43"/>
                    </a:lnTo>
                    <a:lnTo>
                      <a:pt x="1" y="18"/>
                    </a:lnTo>
                    <a:lnTo>
                      <a:pt x="1" y="11"/>
                    </a:lnTo>
                    <a:lnTo>
                      <a:pt x="1" y="32"/>
                    </a:lnTo>
                    <a:lnTo>
                      <a:pt x="1" y="41"/>
                    </a:lnTo>
                    <a:lnTo>
                      <a:pt x="1" y="24"/>
                    </a:lnTo>
                    <a:lnTo>
                      <a:pt x="1" y="16"/>
                    </a:lnTo>
                    <a:lnTo>
                      <a:pt x="1" y="22"/>
                    </a:lnTo>
                    <a:lnTo>
                      <a:pt x="2" y="16"/>
                    </a:lnTo>
                    <a:lnTo>
                      <a:pt x="2" y="11"/>
                    </a:lnTo>
                    <a:lnTo>
                      <a:pt x="2" y="17"/>
                    </a:lnTo>
                    <a:lnTo>
                      <a:pt x="2" y="13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3" y="11"/>
                    </a:lnTo>
                    <a:lnTo>
                      <a:pt x="3" y="6"/>
                    </a:lnTo>
                    <a:lnTo>
                      <a:pt x="3" y="8"/>
                    </a:lnTo>
                    <a:lnTo>
                      <a:pt x="3" y="26"/>
                    </a:lnTo>
                    <a:lnTo>
                      <a:pt x="3" y="32"/>
                    </a:lnTo>
                    <a:lnTo>
                      <a:pt x="3" y="22"/>
                    </a:lnTo>
                    <a:lnTo>
                      <a:pt x="3" y="18"/>
                    </a:lnTo>
                    <a:lnTo>
                      <a:pt x="3" y="30"/>
                    </a:lnTo>
                    <a:lnTo>
                      <a:pt x="3" y="39"/>
                    </a:lnTo>
                    <a:lnTo>
                      <a:pt x="4" y="38"/>
                    </a:lnTo>
                    <a:lnTo>
                      <a:pt x="4" y="32"/>
                    </a:lnTo>
                    <a:lnTo>
                      <a:pt x="4" y="30"/>
                    </a:lnTo>
                    <a:lnTo>
                      <a:pt x="4" y="39"/>
                    </a:lnTo>
                    <a:lnTo>
                      <a:pt x="4" y="54"/>
                    </a:lnTo>
                    <a:lnTo>
                      <a:pt x="4" y="65"/>
                    </a:lnTo>
                    <a:lnTo>
                      <a:pt x="4" y="67"/>
                    </a:lnTo>
                    <a:lnTo>
                      <a:pt x="4" y="64"/>
                    </a:lnTo>
                    <a:lnTo>
                      <a:pt x="4" y="6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5" y="72"/>
                    </a:lnTo>
                    <a:lnTo>
                      <a:pt x="5" y="72"/>
                    </a:lnTo>
                    <a:lnTo>
                      <a:pt x="5" y="76"/>
                    </a:lnTo>
                    <a:lnTo>
                      <a:pt x="5" y="79"/>
                    </a:lnTo>
                    <a:lnTo>
                      <a:pt x="5" y="79"/>
                    </a:lnTo>
                    <a:lnTo>
                      <a:pt x="6" y="80"/>
                    </a:lnTo>
                    <a:lnTo>
                      <a:pt x="6" y="83"/>
                    </a:lnTo>
                    <a:lnTo>
                      <a:pt x="6" y="87"/>
                    </a:lnTo>
                    <a:lnTo>
                      <a:pt x="6" y="86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6"/>
                    </a:lnTo>
                    <a:lnTo>
                      <a:pt x="6" y="73"/>
                    </a:lnTo>
                    <a:lnTo>
                      <a:pt x="7" y="6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90" name="Freeform 950"/>
              <p:cNvSpPr/>
              <p:nvPr/>
            </p:nvSpPr>
            <p:spPr bwMode="auto">
              <a:xfrm>
                <a:off x="1938" y="2929"/>
                <a:ext cx="7" cy="40"/>
              </a:xfrm>
              <a:custGeom>
                <a:avLst/>
                <a:gdLst>
                  <a:gd name="T0" fmla="*/ 0 w 7"/>
                  <a:gd name="T1" fmla="*/ 21 h 40"/>
                  <a:gd name="T2" fmla="*/ 1 w 7"/>
                  <a:gd name="T3" fmla="*/ 15 h 40"/>
                  <a:gd name="T4" fmla="*/ 1 w 7"/>
                  <a:gd name="T5" fmla="*/ 12 h 40"/>
                  <a:gd name="T6" fmla="*/ 1 w 7"/>
                  <a:gd name="T7" fmla="*/ 17 h 40"/>
                  <a:gd name="T8" fmla="*/ 1 w 7"/>
                  <a:gd name="T9" fmla="*/ 17 h 40"/>
                  <a:gd name="T10" fmla="*/ 1 w 7"/>
                  <a:gd name="T11" fmla="*/ 11 h 40"/>
                  <a:gd name="T12" fmla="*/ 1 w 7"/>
                  <a:gd name="T13" fmla="*/ 8 h 40"/>
                  <a:gd name="T14" fmla="*/ 2 w 7"/>
                  <a:gd name="T15" fmla="*/ 9 h 40"/>
                  <a:gd name="T16" fmla="*/ 2 w 7"/>
                  <a:gd name="T17" fmla="*/ 10 h 40"/>
                  <a:gd name="T18" fmla="*/ 2 w 7"/>
                  <a:gd name="T19" fmla="*/ 13 h 40"/>
                  <a:gd name="T20" fmla="*/ 2 w 7"/>
                  <a:gd name="T21" fmla="*/ 17 h 40"/>
                  <a:gd name="T22" fmla="*/ 2 w 7"/>
                  <a:gd name="T23" fmla="*/ 17 h 40"/>
                  <a:gd name="T24" fmla="*/ 2 w 7"/>
                  <a:gd name="T25" fmla="*/ 22 h 40"/>
                  <a:gd name="T26" fmla="*/ 2 w 7"/>
                  <a:gd name="T27" fmla="*/ 26 h 40"/>
                  <a:gd name="T28" fmla="*/ 2 w 7"/>
                  <a:gd name="T29" fmla="*/ 25 h 40"/>
                  <a:gd name="T30" fmla="*/ 2 w 7"/>
                  <a:gd name="T31" fmla="*/ 24 h 40"/>
                  <a:gd name="T32" fmla="*/ 3 w 7"/>
                  <a:gd name="T33" fmla="*/ 29 h 40"/>
                  <a:gd name="T34" fmla="*/ 3 w 7"/>
                  <a:gd name="T35" fmla="*/ 32 h 40"/>
                  <a:gd name="T36" fmla="*/ 3 w 7"/>
                  <a:gd name="T37" fmla="*/ 24 h 40"/>
                  <a:gd name="T38" fmla="*/ 3 w 7"/>
                  <a:gd name="T39" fmla="*/ 17 h 40"/>
                  <a:gd name="T40" fmla="*/ 3 w 7"/>
                  <a:gd name="T41" fmla="*/ 21 h 40"/>
                  <a:gd name="T42" fmla="*/ 3 w 7"/>
                  <a:gd name="T43" fmla="*/ 29 h 40"/>
                  <a:gd name="T44" fmla="*/ 3 w 7"/>
                  <a:gd name="T45" fmla="*/ 33 h 40"/>
                  <a:gd name="T46" fmla="*/ 3 w 7"/>
                  <a:gd name="T47" fmla="*/ 38 h 40"/>
                  <a:gd name="T48" fmla="*/ 3 w 7"/>
                  <a:gd name="T49" fmla="*/ 38 h 40"/>
                  <a:gd name="T50" fmla="*/ 4 w 7"/>
                  <a:gd name="T51" fmla="*/ 28 h 40"/>
                  <a:gd name="T52" fmla="*/ 4 w 7"/>
                  <a:gd name="T53" fmla="*/ 24 h 40"/>
                  <a:gd name="T54" fmla="*/ 4 w 7"/>
                  <a:gd name="T55" fmla="*/ 32 h 40"/>
                  <a:gd name="T56" fmla="*/ 4 w 7"/>
                  <a:gd name="T57" fmla="*/ 30 h 40"/>
                  <a:gd name="T58" fmla="*/ 4 w 7"/>
                  <a:gd name="T59" fmla="*/ 15 h 40"/>
                  <a:gd name="T60" fmla="*/ 4 w 7"/>
                  <a:gd name="T61" fmla="*/ 10 h 40"/>
                  <a:gd name="T62" fmla="*/ 5 w 7"/>
                  <a:gd name="T63" fmla="*/ 11 h 40"/>
                  <a:gd name="T64" fmla="*/ 5 w 7"/>
                  <a:gd name="T65" fmla="*/ 5 h 40"/>
                  <a:gd name="T66" fmla="*/ 5 w 7"/>
                  <a:gd name="T67" fmla="*/ 2 h 40"/>
                  <a:gd name="T68" fmla="*/ 5 w 7"/>
                  <a:gd name="T69" fmla="*/ 9 h 40"/>
                  <a:gd name="T70" fmla="*/ 5 w 7"/>
                  <a:gd name="T71" fmla="*/ 14 h 40"/>
                  <a:gd name="T72" fmla="*/ 5 w 7"/>
                  <a:gd name="T73" fmla="*/ 12 h 40"/>
                  <a:gd name="T74" fmla="*/ 5 w 7"/>
                  <a:gd name="T75" fmla="*/ 11 h 40"/>
                  <a:gd name="T76" fmla="*/ 5 w 7"/>
                  <a:gd name="T77" fmla="*/ 9 h 40"/>
                  <a:gd name="T78" fmla="*/ 5 w 7"/>
                  <a:gd name="T79" fmla="*/ 3 h 40"/>
                  <a:gd name="T80" fmla="*/ 6 w 7"/>
                  <a:gd name="T81" fmla="*/ 3 h 40"/>
                  <a:gd name="T82" fmla="*/ 6 w 7"/>
                  <a:gd name="T83" fmla="*/ 10 h 40"/>
                  <a:gd name="T84" fmla="*/ 6 w 7"/>
                  <a:gd name="T85" fmla="*/ 8 h 40"/>
                  <a:gd name="T86" fmla="*/ 6 w 7"/>
                  <a:gd name="T87" fmla="*/ 0 h 40"/>
                  <a:gd name="T88" fmla="*/ 6 w 7"/>
                  <a:gd name="T89" fmla="*/ 2 h 40"/>
                  <a:gd name="T90" fmla="*/ 6 w 7"/>
                  <a:gd name="T91" fmla="*/ 12 h 40"/>
                  <a:gd name="T92" fmla="*/ 7 w 7"/>
                  <a:gd name="T93" fmla="*/ 15 h 40"/>
                  <a:gd name="T94" fmla="*/ 7 w 7"/>
                  <a:gd name="T95" fmla="*/ 18 h 40"/>
                  <a:gd name="T96" fmla="*/ 7 w 7"/>
                  <a:gd name="T97" fmla="*/ 32 h 40"/>
                  <a:gd name="T98" fmla="*/ 7 w 7"/>
                  <a:gd name="T99" fmla="*/ 40 h 40"/>
                  <a:gd name="T100" fmla="*/ 7 w 7"/>
                  <a:gd name="T101" fmla="*/ 35 h 40"/>
                  <a:gd name="T102" fmla="*/ 7 w 7"/>
                  <a:gd name="T103" fmla="*/ 3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0">
                    <a:moveTo>
                      <a:pt x="0" y="21"/>
                    </a:moveTo>
                    <a:lnTo>
                      <a:pt x="1" y="15"/>
                    </a:lnTo>
                    <a:lnTo>
                      <a:pt x="1" y="12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1" y="11"/>
                    </a:lnTo>
                    <a:lnTo>
                      <a:pt x="1" y="8"/>
                    </a:lnTo>
                    <a:lnTo>
                      <a:pt x="2" y="9"/>
                    </a:lnTo>
                    <a:lnTo>
                      <a:pt x="2" y="10"/>
                    </a:lnTo>
                    <a:lnTo>
                      <a:pt x="2" y="13"/>
                    </a:lnTo>
                    <a:lnTo>
                      <a:pt x="2" y="17"/>
                    </a:lnTo>
                    <a:lnTo>
                      <a:pt x="2" y="17"/>
                    </a:lnTo>
                    <a:lnTo>
                      <a:pt x="2" y="22"/>
                    </a:lnTo>
                    <a:lnTo>
                      <a:pt x="2" y="26"/>
                    </a:lnTo>
                    <a:lnTo>
                      <a:pt x="2" y="25"/>
                    </a:lnTo>
                    <a:lnTo>
                      <a:pt x="2" y="24"/>
                    </a:lnTo>
                    <a:lnTo>
                      <a:pt x="3" y="29"/>
                    </a:lnTo>
                    <a:lnTo>
                      <a:pt x="3" y="32"/>
                    </a:lnTo>
                    <a:lnTo>
                      <a:pt x="3" y="24"/>
                    </a:lnTo>
                    <a:lnTo>
                      <a:pt x="3" y="17"/>
                    </a:lnTo>
                    <a:lnTo>
                      <a:pt x="3" y="21"/>
                    </a:lnTo>
                    <a:lnTo>
                      <a:pt x="3" y="29"/>
                    </a:lnTo>
                    <a:lnTo>
                      <a:pt x="3" y="33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4" y="28"/>
                    </a:lnTo>
                    <a:lnTo>
                      <a:pt x="4" y="24"/>
                    </a:lnTo>
                    <a:lnTo>
                      <a:pt x="4" y="32"/>
                    </a:lnTo>
                    <a:lnTo>
                      <a:pt x="4" y="30"/>
                    </a:lnTo>
                    <a:lnTo>
                      <a:pt x="4" y="15"/>
                    </a:lnTo>
                    <a:lnTo>
                      <a:pt x="4" y="10"/>
                    </a:lnTo>
                    <a:lnTo>
                      <a:pt x="5" y="11"/>
                    </a:lnTo>
                    <a:lnTo>
                      <a:pt x="5" y="5"/>
                    </a:lnTo>
                    <a:lnTo>
                      <a:pt x="5" y="2"/>
                    </a:lnTo>
                    <a:lnTo>
                      <a:pt x="5" y="9"/>
                    </a:lnTo>
                    <a:lnTo>
                      <a:pt x="5" y="14"/>
                    </a:lnTo>
                    <a:lnTo>
                      <a:pt x="5" y="12"/>
                    </a:lnTo>
                    <a:lnTo>
                      <a:pt x="5" y="11"/>
                    </a:lnTo>
                    <a:lnTo>
                      <a:pt x="5" y="9"/>
                    </a:lnTo>
                    <a:lnTo>
                      <a:pt x="5" y="3"/>
                    </a:lnTo>
                    <a:lnTo>
                      <a:pt x="6" y="3"/>
                    </a:lnTo>
                    <a:lnTo>
                      <a:pt x="6" y="10"/>
                    </a:lnTo>
                    <a:lnTo>
                      <a:pt x="6" y="8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6" y="12"/>
                    </a:lnTo>
                    <a:lnTo>
                      <a:pt x="7" y="15"/>
                    </a:lnTo>
                    <a:lnTo>
                      <a:pt x="7" y="18"/>
                    </a:lnTo>
                    <a:lnTo>
                      <a:pt x="7" y="32"/>
                    </a:lnTo>
                    <a:lnTo>
                      <a:pt x="7" y="40"/>
                    </a:lnTo>
                    <a:lnTo>
                      <a:pt x="7" y="35"/>
                    </a:lnTo>
                    <a:lnTo>
                      <a:pt x="7" y="3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91" name="Freeform 951"/>
              <p:cNvSpPr/>
              <p:nvPr/>
            </p:nvSpPr>
            <p:spPr bwMode="auto">
              <a:xfrm>
                <a:off x="1945" y="2944"/>
                <a:ext cx="6" cy="148"/>
              </a:xfrm>
              <a:custGeom>
                <a:avLst/>
                <a:gdLst>
                  <a:gd name="T0" fmla="*/ 0 w 6"/>
                  <a:gd name="T1" fmla="*/ 20 h 148"/>
                  <a:gd name="T2" fmla="*/ 0 w 6"/>
                  <a:gd name="T3" fmla="*/ 17 h 148"/>
                  <a:gd name="T4" fmla="*/ 0 w 6"/>
                  <a:gd name="T5" fmla="*/ 23 h 148"/>
                  <a:gd name="T6" fmla="*/ 0 w 6"/>
                  <a:gd name="T7" fmla="*/ 30 h 148"/>
                  <a:gd name="T8" fmla="*/ 0 w 6"/>
                  <a:gd name="T9" fmla="*/ 30 h 148"/>
                  <a:gd name="T10" fmla="*/ 0 w 6"/>
                  <a:gd name="T11" fmla="*/ 27 h 148"/>
                  <a:gd name="T12" fmla="*/ 1 w 6"/>
                  <a:gd name="T13" fmla="*/ 22 h 148"/>
                  <a:gd name="T14" fmla="*/ 1 w 6"/>
                  <a:gd name="T15" fmla="*/ 18 h 148"/>
                  <a:gd name="T16" fmla="*/ 1 w 6"/>
                  <a:gd name="T17" fmla="*/ 19 h 148"/>
                  <a:gd name="T18" fmla="*/ 1 w 6"/>
                  <a:gd name="T19" fmla="*/ 24 h 148"/>
                  <a:gd name="T20" fmla="*/ 1 w 6"/>
                  <a:gd name="T21" fmla="*/ 24 h 148"/>
                  <a:gd name="T22" fmla="*/ 1 w 6"/>
                  <a:gd name="T23" fmla="*/ 18 h 148"/>
                  <a:gd name="T24" fmla="*/ 1 w 6"/>
                  <a:gd name="T25" fmla="*/ 17 h 148"/>
                  <a:gd name="T26" fmla="*/ 1 w 6"/>
                  <a:gd name="T27" fmla="*/ 20 h 148"/>
                  <a:gd name="T28" fmla="*/ 1 w 6"/>
                  <a:gd name="T29" fmla="*/ 17 h 148"/>
                  <a:gd name="T30" fmla="*/ 2 w 6"/>
                  <a:gd name="T31" fmla="*/ 12 h 148"/>
                  <a:gd name="T32" fmla="*/ 2 w 6"/>
                  <a:gd name="T33" fmla="*/ 15 h 148"/>
                  <a:gd name="T34" fmla="*/ 2 w 6"/>
                  <a:gd name="T35" fmla="*/ 16 h 148"/>
                  <a:gd name="T36" fmla="*/ 2 w 6"/>
                  <a:gd name="T37" fmla="*/ 12 h 148"/>
                  <a:gd name="T38" fmla="*/ 2 w 6"/>
                  <a:gd name="T39" fmla="*/ 8 h 148"/>
                  <a:gd name="T40" fmla="*/ 2 w 6"/>
                  <a:gd name="T41" fmla="*/ 3 h 148"/>
                  <a:gd name="T42" fmla="*/ 3 w 6"/>
                  <a:gd name="T43" fmla="*/ 0 h 148"/>
                  <a:gd name="T44" fmla="*/ 3 w 6"/>
                  <a:gd name="T45" fmla="*/ 4 h 148"/>
                  <a:gd name="T46" fmla="*/ 3 w 6"/>
                  <a:gd name="T47" fmla="*/ 9 h 148"/>
                  <a:gd name="T48" fmla="*/ 3 w 6"/>
                  <a:gd name="T49" fmla="*/ 5 h 148"/>
                  <a:gd name="T50" fmla="*/ 3 w 6"/>
                  <a:gd name="T51" fmla="*/ 2 h 148"/>
                  <a:gd name="T52" fmla="*/ 3 w 6"/>
                  <a:gd name="T53" fmla="*/ 11 h 148"/>
                  <a:gd name="T54" fmla="*/ 3 w 6"/>
                  <a:gd name="T55" fmla="*/ 21 h 148"/>
                  <a:gd name="T56" fmla="*/ 3 w 6"/>
                  <a:gd name="T57" fmla="*/ 20 h 148"/>
                  <a:gd name="T58" fmla="*/ 3 w 6"/>
                  <a:gd name="T59" fmla="*/ 22 h 148"/>
                  <a:gd name="T60" fmla="*/ 4 w 6"/>
                  <a:gd name="T61" fmla="*/ 32 h 148"/>
                  <a:gd name="T62" fmla="*/ 4 w 6"/>
                  <a:gd name="T63" fmla="*/ 37 h 148"/>
                  <a:gd name="T64" fmla="*/ 4 w 6"/>
                  <a:gd name="T65" fmla="*/ 39 h 148"/>
                  <a:gd name="T66" fmla="*/ 4 w 6"/>
                  <a:gd name="T67" fmla="*/ 45 h 148"/>
                  <a:gd name="T68" fmla="*/ 4 w 6"/>
                  <a:gd name="T69" fmla="*/ 51 h 148"/>
                  <a:gd name="T70" fmla="*/ 4 w 6"/>
                  <a:gd name="T71" fmla="*/ 53 h 148"/>
                  <a:gd name="T72" fmla="*/ 5 w 6"/>
                  <a:gd name="T73" fmla="*/ 60 h 148"/>
                  <a:gd name="T74" fmla="*/ 5 w 6"/>
                  <a:gd name="T75" fmla="*/ 72 h 148"/>
                  <a:gd name="T76" fmla="*/ 5 w 6"/>
                  <a:gd name="T77" fmla="*/ 79 h 148"/>
                  <a:gd name="T78" fmla="*/ 5 w 6"/>
                  <a:gd name="T79" fmla="*/ 82 h 148"/>
                  <a:gd name="T80" fmla="*/ 5 w 6"/>
                  <a:gd name="T81" fmla="*/ 90 h 148"/>
                  <a:gd name="T82" fmla="*/ 5 w 6"/>
                  <a:gd name="T83" fmla="*/ 99 h 148"/>
                  <a:gd name="T84" fmla="*/ 5 w 6"/>
                  <a:gd name="T85" fmla="*/ 102 h 148"/>
                  <a:gd name="T86" fmla="*/ 5 w 6"/>
                  <a:gd name="T87" fmla="*/ 105 h 148"/>
                  <a:gd name="T88" fmla="*/ 5 w 6"/>
                  <a:gd name="T89" fmla="*/ 118 h 148"/>
                  <a:gd name="T90" fmla="*/ 6 w 6"/>
                  <a:gd name="T91" fmla="*/ 130 h 148"/>
                  <a:gd name="T92" fmla="*/ 6 w 6"/>
                  <a:gd name="T93" fmla="*/ 130 h 148"/>
                  <a:gd name="T94" fmla="*/ 6 w 6"/>
                  <a:gd name="T95" fmla="*/ 127 h 148"/>
                  <a:gd name="T96" fmla="*/ 6 w 6"/>
                  <a:gd name="T97" fmla="*/ 131 h 148"/>
                  <a:gd name="T98" fmla="*/ 6 w 6"/>
                  <a:gd name="T99" fmla="*/ 137 h 148"/>
                  <a:gd name="T100" fmla="*/ 6 w 6"/>
                  <a:gd name="T101" fmla="*/ 142 h 148"/>
                  <a:gd name="T102" fmla="*/ 6 w 6"/>
                  <a:gd name="T103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48">
                    <a:moveTo>
                      <a:pt x="0" y="20"/>
                    </a:moveTo>
                    <a:lnTo>
                      <a:pt x="0" y="17"/>
                    </a:lnTo>
                    <a:lnTo>
                      <a:pt x="0" y="23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0" y="27"/>
                    </a:lnTo>
                    <a:lnTo>
                      <a:pt x="1" y="22"/>
                    </a:lnTo>
                    <a:lnTo>
                      <a:pt x="1" y="18"/>
                    </a:lnTo>
                    <a:lnTo>
                      <a:pt x="1" y="19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18"/>
                    </a:lnTo>
                    <a:lnTo>
                      <a:pt x="1" y="17"/>
                    </a:lnTo>
                    <a:lnTo>
                      <a:pt x="1" y="20"/>
                    </a:lnTo>
                    <a:lnTo>
                      <a:pt x="1" y="17"/>
                    </a:lnTo>
                    <a:lnTo>
                      <a:pt x="2" y="12"/>
                    </a:lnTo>
                    <a:lnTo>
                      <a:pt x="2" y="15"/>
                    </a:lnTo>
                    <a:lnTo>
                      <a:pt x="2" y="16"/>
                    </a:lnTo>
                    <a:lnTo>
                      <a:pt x="2" y="12"/>
                    </a:lnTo>
                    <a:lnTo>
                      <a:pt x="2" y="8"/>
                    </a:lnTo>
                    <a:lnTo>
                      <a:pt x="2" y="3"/>
                    </a:lnTo>
                    <a:lnTo>
                      <a:pt x="3" y="0"/>
                    </a:lnTo>
                    <a:lnTo>
                      <a:pt x="3" y="4"/>
                    </a:lnTo>
                    <a:lnTo>
                      <a:pt x="3" y="9"/>
                    </a:lnTo>
                    <a:lnTo>
                      <a:pt x="3" y="5"/>
                    </a:lnTo>
                    <a:lnTo>
                      <a:pt x="3" y="2"/>
                    </a:lnTo>
                    <a:lnTo>
                      <a:pt x="3" y="11"/>
                    </a:lnTo>
                    <a:lnTo>
                      <a:pt x="3" y="21"/>
                    </a:lnTo>
                    <a:lnTo>
                      <a:pt x="3" y="20"/>
                    </a:lnTo>
                    <a:lnTo>
                      <a:pt x="3" y="22"/>
                    </a:lnTo>
                    <a:lnTo>
                      <a:pt x="4" y="32"/>
                    </a:lnTo>
                    <a:lnTo>
                      <a:pt x="4" y="37"/>
                    </a:lnTo>
                    <a:lnTo>
                      <a:pt x="4" y="39"/>
                    </a:lnTo>
                    <a:lnTo>
                      <a:pt x="4" y="45"/>
                    </a:lnTo>
                    <a:lnTo>
                      <a:pt x="4" y="51"/>
                    </a:lnTo>
                    <a:lnTo>
                      <a:pt x="4" y="53"/>
                    </a:lnTo>
                    <a:lnTo>
                      <a:pt x="5" y="60"/>
                    </a:lnTo>
                    <a:lnTo>
                      <a:pt x="5" y="72"/>
                    </a:lnTo>
                    <a:lnTo>
                      <a:pt x="5" y="79"/>
                    </a:lnTo>
                    <a:lnTo>
                      <a:pt x="5" y="82"/>
                    </a:lnTo>
                    <a:lnTo>
                      <a:pt x="5" y="90"/>
                    </a:lnTo>
                    <a:lnTo>
                      <a:pt x="5" y="99"/>
                    </a:lnTo>
                    <a:lnTo>
                      <a:pt x="5" y="102"/>
                    </a:lnTo>
                    <a:lnTo>
                      <a:pt x="5" y="105"/>
                    </a:lnTo>
                    <a:lnTo>
                      <a:pt x="5" y="118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27"/>
                    </a:lnTo>
                    <a:lnTo>
                      <a:pt x="6" y="131"/>
                    </a:lnTo>
                    <a:lnTo>
                      <a:pt x="6" y="137"/>
                    </a:lnTo>
                    <a:lnTo>
                      <a:pt x="6" y="142"/>
                    </a:lnTo>
                    <a:lnTo>
                      <a:pt x="6" y="14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92" name="Freeform 952"/>
              <p:cNvSpPr/>
              <p:nvPr/>
            </p:nvSpPr>
            <p:spPr bwMode="auto">
              <a:xfrm>
                <a:off x="1951" y="2912"/>
                <a:ext cx="7" cy="203"/>
              </a:xfrm>
              <a:custGeom>
                <a:avLst/>
                <a:gdLst>
                  <a:gd name="T0" fmla="*/ 0 w 7"/>
                  <a:gd name="T1" fmla="*/ 174 h 203"/>
                  <a:gd name="T2" fmla="*/ 0 w 7"/>
                  <a:gd name="T3" fmla="*/ 180 h 203"/>
                  <a:gd name="T4" fmla="*/ 0 w 7"/>
                  <a:gd name="T5" fmla="*/ 181 h 203"/>
                  <a:gd name="T6" fmla="*/ 0 w 7"/>
                  <a:gd name="T7" fmla="*/ 172 h 203"/>
                  <a:gd name="T8" fmla="*/ 1 w 7"/>
                  <a:gd name="T9" fmla="*/ 169 h 203"/>
                  <a:gd name="T10" fmla="*/ 1 w 7"/>
                  <a:gd name="T11" fmla="*/ 181 h 203"/>
                  <a:gd name="T12" fmla="*/ 1 w 7"/>
                  <a:gd name="T13" fmla="*/ 184 h 203"/>
                  <a:gd name="T14" fmla="*/ 1 w 7"/>
                  <a:gd name="T15" fmla="*/ 167 h 203"/>
                  <a:gd name="T16" fmla="*/ 1 w 7"/>
                  <a:gd name="T17" fmla="*/ 164 h 203"/>
                  <a:gd name="T18" fmla="*/ 1 w 7"/>
                  <a:gd name="T19" fmla="*/ 187 h 203"/>
                  <a:gd name="T20" fmla="*/ 2 w 7"/>
                  <a:gd name="T21" fmla="*/ 199 h 203"/>
                  <a:gd name="T22" fmla="*/ 2 w 7"/>
                  <a:gd name="T23" fmla="*/ 189 h 203"/>
                  <a:gd name="T24" fmla="*/ 2 w 7"/>
                  <a:gd name="T25" fmla="*/ 187 h 203"/>
                  <a:gd name="T26" fmla="*/ 2 w 7"/>
                  <a:gd name="T27" fmla="*/ 197 h 203"/>
                  <a:gd name="T28" fmla="*/ 2 w 7"/>
                  <a:gd name="T29" fmla="*/ 201 h 203"/>
                  <a:gd name="T30" fmla="*/ 2 w 7"/>
                  <a:gd name="T31" fmla="*/ 203 h 203"/>
                  <a:gd name="T32" fmla="*/ 2 w 7"/>
                  <a:gd name="T33" fmla="*/ 201 h 203"/>
                  <a:gd name="T34" fmla="*/ 2 w 7"/>
                  <a:gd name="T35" fmla="*/ 180 h 203"/>
                  <a:gd name="T36" fmla="*/ 2 w 7"/>
                  <a:gd name="T37" fmla="*/ 161 h 203"/>
                  <a:gd name="T38" fmla="*/ 2 w 7"/>
                  <a:gd name="T39" fmla="*/ 170 h 203"/>
                  <a:gd name="T40" fmla="*/ 3 w 7"/>
                  <a:gd name="T41" fmla="*/ 182 h 203"/>
                  <a:gd name="T42" fmla="*/ 3 w 7"/>
                  <a:gd name="T43" fmla="*/ 168 h 203"/>
                  <a:gd name="T44" fmla="*/ 3 w 7"/>
                  <a:gd name="T45" fmla="*/ 151 h 203"/>
                  <a:gd name="T46" fmla="*/ 3 w 7"/>
                  <a:gd name="T47" fmla="*/ 155 h 203"/>
                  <a:gd name="T48" fmla="*/ 3 w 7"/>
                  <a:gd name="T49" fmla="*/ 161 h 203"/>
                  <a:gd name="T50" fmla="*/ 3 w 7"/>
                  <a:gd name="T51" fmla="*/ 154 h 203"/>
                  <a:gd name="T52" fmla="*/ 4 w 7"/>
                  <a:gd name="T53" fmla="*/ 145 h 203"/>
                  <a:gd name="T54" fmla="*/ 4 w 7"/>
                  <a:gd name="T55" fmla="*/ 135 h 203"/>
                  <a:gd name="T56" fmla="*/ 4 w 7"/>
                  <a:gd name="T57" fmla="*/ 116 h 203"/>
                  <a:gd name="T58" fmla="*/ 4 w 7"/>
                  <a:gd name="T59" fmla="*/ 98 h 203"/>
                  <a:gd name="T60" fmla="*/ 4 w 7"/>
                  <a:gd name="T61" fmla="*/ 91 h 203"/>
                  <a:gd name="T62" fmla="*/ 4 w 7"/>
                  <a:gd name="T63" fmla="*/ 79 h 203"/>
                  <a:gd name="T64" fmla="*/ 4 w 7"/>
                  <a:gd name="T65" fmla="*/ 63 h 203"/>
                  <a:gd name="T66" fmla="*/ 4 w 7"/>
                  <a:gd name="T67" fmla="*/ 57 h 203"/>
                  <a:gd name="T68" fmla="*/ 4 w 7"/>
                  <a:gd name="T69" fmla="*/ 56 h 203"/>
                  <a:gd name="T70" fmla="*/ 5 w 7"/>
                  <a:gd name="T71" fmla="*/ 44 h 203"/>
                  <a:gd name="T72" fmla="*/ 5 w 7"/>
                  <a:gd name="T73" fmla="*/ 34 h 203"/>
                  <a:gd name="T74" fmla="*/ 5 w 7"/>
                  <a:gd name="T75" fmla="*/ 35 h 203"/>
                  <a:gd name="T76" fmla="*/ 5 w 7"/>
                  <a:gd name="T77" fmla="*/ 38 h 203"/>
                  <a:gd name="T78" fmla="*/ 5 w 7"/>
                  <a:gd name="T79" fmla="*/ 32 h 203"/>
                  <a:gd name="T80" fmla="*/ 5 w 7"/>
                  <a:gd name="T81" fmla="*/ 21 h 203"/>
                  <a:gd name="T82" fmla="*/ 5 w 7"/>
                  <a:gd name="T83" fmla="*/ 16 h 203"/>
                  <a:gd name="T84" fmla="*/ 5 w 7"/>
                  <a:gd name="T85" fmla="*/ 19 h 203"/>
                  <a:gd name="T86" fmla="*/ 5 w 7"/>
                  <a:gd name="T87" fmla="*/ 17 h 203"/>
                  <a:gd name="T88" fmla="*/ 6 w 7"/>
                  <a:gd name="T89" fmla="*/ 9 h 203"/>
                  <a:gd name="T90" fmla="*/ 6 w 7"/>
                  <a:gd name="T91" fmla="*/ 3 h 203"/>
                  <a:gd name="T92" fmla="*/ 6 w 7"/>
                  <a:gd name="T93" fmla="*/ 0 h 203"/>
                  <a:gd name="T94" fmla="*/ 6 w 7"/>
                  <a:gd name="T95" fmla="*/ 3 h 203"/>
                  <a:gd name="T96" fmla="*/ 6 w 7"/>
                  <a:gd name="T97" fmla="*/ 12 h 203"/>
                  <a:gd name="T98" fmla="*/ 6 w 7"/>
                  <a:gd name="T99" fmla="*/ 20 h 203"/>
                  <a:gd name="T100" fmla="*/ 7 w 7"/>
                  <a:gd name="T101" fmla="*/ 23 h 203"/>
                  <a:gd name="T102" fmla="*/ 7 w 7"/>
                  <a:gd name="T103" fmla="*/ 26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03">
                    <a:moveTo>
                      <a:pt x="0" y="174"/>
                    </a:moveTo>
                    <a:lnTo>
                      <a:pt x="0" y="180"/>
                    </a:lnTo>
                    <a:lnTo>
                      <a:pt x="0" y="181"/>
                    </a:lnTo>
                    <a:lnTo>
                      <a:pt x="0" y="172"/>
                    </a:lnTo>
                    <a:lnTo>
                      <a:pt x="1" y="169"/>
                    </a:lnTo>
                    <a:lnTo>
                      <a:pt x="1" y="181"/>
                    </a:lnTo>
                    <a:lnTo>
                      <a:pt x="1" y="184"/>
                    </a:lnTo>
                    <a:lnTo>
                      <a:pt x="1" y="167"/>
                    </a:lnTo>
                    <a:lnTo>
                      <a:pt x="1" y="164"/>
                    </a:lnTo>
                    <a:lnTo>
                      <a:pt x="1" y="187"/>
                    </a:lnTo>
                    <a:lnTo>
                      <a:pt x="2" y="199"/>
                    </a:lnTo>
                    <a:lnTo>
                      <a:pt x="2" y="189"/>
                    </a:lnTo>
                    <a:lnTo>
                      <a:pt x="2" y="187"/>
                    </a:lnTo>
                    <a:lnTo>
                      <a:pt x="2" y="197"/>
                    </a:lnTo>
                    <a:lnTo>
                      <a:pt x="2" y="201"/>
                    </a:lnTo>
                    <a:lnTo>
                      <a:pt x="2" y="203"/>
                    </a:lnTo>
                    <a:lnTo>
                      <a:pt x="2" y="201"/>
                    </a:lnTo>
                    <a:lnTo>
                      <a:pt x="2" y="180"/>
                    </a:lnTo>
                    <a:lnTo>
                      <a:pt x="2" y="161"/>
                    </a:lnTo>
                    <a:lnTo>
                      <a:pt x="2" y="170"/>
                    </a:lnTo>
                    <a:lnTo>
                      <a:pt x="3" y="182"/>
                    </a:lnTo>
                    <a:lnTo>
                      <a:pt x="3" y="168"/>
                    </a:lnTo>
                    <a:lnTo>
                      <a:pt x="3" y="151"/>
                    </a:lnTo>
                    <a:lnTo>
                      <a:pt x="3" y="155"/>
                    </a:lnTo>
                    <a:lnTo>
                      <a:pt x="3" y="161"/>
                    </a:lnTo>
                    <a:lnTo>
                      <a:pt x="3" y="154"/>
                    </a:lnTo>
                    <a:lnTo>
                      <a:pt x="4" y="145"/>
                    </a:lnTo>
                    <a:lnTo>
                      <a:pt x="4" y="135"/>
                    </a:lnTo>
                    <a:lnTo>
                      <a:pt x="4" y="116"/>
                    </a:lnTo>
                    <a:lnTo>
                      <a:pt x="4" y="98"/>
                    </a:lnTo>
                    <a:lnTo>
                      <a:pt x="4" y="91"/>
                    </a:lnTo>
                    <a:lnTo>
                      <a:pt x="4" y="79"/>
                    </a:lnTo>
                    <a:lnTo>
                      <a:pt x="4" y="63"/>
                    </a:lnTo>
                    <a:lnTo>
                      <a:pt x="4" y="57"/>
                    </a:lnTo>
                    <a:lnTo>
                      <a:pt x="4" y="56"/>
                    </a:lnTo>
                    <a:lnTo>
                      <a:pt x="5" y="44"/>
                    </a:lnTo>
                    <a:lnTo>
                      <a:pt x="5" y="34"/>
                    </a:lnTo>
                    <a:lnTo>
                      <a:pt x="5" y="35"/>
                    </a:lnTo>
                    <a:lnTo>
                      <a:pt x="5" y="38"/>
                    </a:lnTo>
                    <a:lnTo>
                      <a:pt x="5" y="32"/>
                    </a:lnTo>
                    <a:lnTo>
                      <a:pt x="5" y="21"/>
                    </a:lnTo>
                    <a:lnTo>
                      <a:pt x="5" y="16"/>
                    </a:lnTo>
                    <a:lnTo>
                      <a:pt x="5" y="19"/>
                    </a:lnTo>
                    <a:lnTo>
                      <a:pt x="5" y="17"/>
                    </a:lnTo>
                    <a:lnTo>
                      <a:pt x="6" y="9"/>
                    </a:lnTo>
                    <a:lnTo>
                      <a:pt x="6" y="3"/>
                    </a:lnTo>
                    <a:lnTo>
                      <a:pt x="6" y="0"/>
                    </a:lnTo>
                    <a:lnTo>
                      <a:pt x="6" y="3"/>
                    </a:lnTo>
                    <a:lnTo>
                      <a:pt x="6" y="12"/>
                    </a:lnTo>
                    <a:lnTo>
                      <a:pt x="6" y="20"/>
                    </a:lnTo>
                    <a:lnTo>
                      <a:pt x="7" y="23"/>
                    </a:lnTo>
                    <a:lnTo>
                      <a:pt x="7" y="2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93" name="Freeform 953"/>
              <p:cNvSpPr/>
              <p:nvPr/>
            </p:nvSpPr>
            <p:spPr bwMode="auto">
              <a:xfrm>
                <a:off x="1958" y="2888"/>
                <a:ext cx="6" cy="81"/>
              </a:xfrm>
              <a:custGeom>
                <a:avLst/>
                <a:gdLst>
                  <a:gd name="T0" fmla="*/ 0 w 6"/>
                  <a:gd name="T1" fmla="*/ 47 h 81"/>
                  <a:gd name="T2" fmla="*/ 0 w 6"/>
                  <a:gd name="T3" fmla="*/ 50 h 81"/>
                  <a:gd name="T4" fmla="*/ 0 w 6"/>
                  <a:gd name="T5" fmla="*/ 58 h 81"/>
                  <a:gd name="T6" fmla="*/ 0 w 6"/>
                  <a:gd name="T7" fmla="*/ 63 h 81"/>
                  <a:gd name="T8" fmla="*/ 0 w 6"/>
                  <a:gd name="T9" fmla="*/ 67 h 81"/>
                  <a:gd name="T10" fmla="*/ 0 w 6"/>
                  <a:gd name="T11" fmla="*/ 71 h 81"/>
                  <a:gd name="T12" fmla="*/ 0 w 6"/>
                  <a:gd name="T13" fmla="*/ 71 h 81"/>
                  <a:gd name="T14" fmla="*/ 0 w 6"/>
                  <a:gd name="T15" fmla="*/ 63 h 81"/>
                  <a:gd name="T16" fmla="*/ 0 w 6"/>
                  <a:gd name="T17" fmla="*/ 56 h 81"/>
                  <a:gd name="T18" fmla="*/ 1 w 6"/>
                  <a:gd name="T19" fmla="*/ 56 h 81"/>
                  <a:gd name="T20" fmla="*/ 1 w 6"/>
                  <a:gd name="T21" fmla="*/ 57 h 81"/>
                  <a:gd name="T22" fmla="*/ 1 w 6"/>
                  <a:gd name="T23" fmla="*/ 56 h 81"/>
                  <a:gd name="T24" fmla="*/ 1 w 6"/>
                  <a:gd name="T25" fmla="*/ 54 h 81"/>
                  <a:gd name="T26" fmla="*/ 1 w 6"/>
                  <a:gd name="T27" fmla="*/ 48 h 81"/>
                  <a:gd name="T28" fmla="*/ 1 w 6"/>
                  <a:gd name="T29" fmla="*/ 39 h 81"/>
                  <a:gd name="T30" fmla="*/ 2 w 6"/>
                  <a:gd name="T31" fmla="*/ 37 h 81"/>
                  <a:gd name="T32" fmla="*/ 2 w 6"/>
                  <a:gd name="T33" fmla="*/ 40 h 81"/>
                  <a:gd name="T34" fmla="*/ 2 w 6"/>
                  <a:gd name="T35" fmla="*/ 39 h 81"/>
                  <a:gd name="T36" fmla="*/ 2 w 6"/>
                  <a:gd name="T37" fmla="*/ 36 h 81"/>
                  <a:gd name="T38" fmla="*/ 2 w 6"/>
                  <a:gd name="T39" fmla="*/ 36 h 81"/>
                  <a:gd name="T40" fmla="*/ 2 w 6"/>
                  <a:gd name="T41" fmla="*/ 37 h 81"/>
                  <a:gd name="T42" fmla="*/ 2 w 6"/>
                  <a:gd name="T43" fmla="*/ 35 h 81"/>
                  <a:gd name="T44" fmla="*/ 2 w 6"/>
                  <a:gd name="T45" fmla="*/ 27 h 81"/>
                  <a:gd name="T46" fmla="*/ 2 w 6"/>
                  <a:gd name="T47" fmla="*/ 21 h 81"/>
                  <a:gd name="T48" fmla="*/ 3 w 6"/>
                  <a:gd name="T49" fmla="*/ 20 h 81"/>
                  <a:gd name="T50" fmla="*/ 3 w 6"/>
                  <a:gd name="T51" fmla="*/ 20 h 81"/>
                  <a:gd name="T52" fmla="*/ 3 w 6"/>
                  <a:gd name="T53" fmla="*/ 10 h 81"/>
                  <a:gd name="T54" fmla="*/ 3 w 6"/>
                  <a:gd name="T55" fmla="*/ 0 h 81"/>
                  <a:gd name="T56" fmla="*/ 3 w 6"/>
                  <a:gd name="T57" fmla="*/ 1 h 81"/>
                  <a:gd name="T58" fmla="*/ 3 w 6"/>
                  <a:gd name="T59" fmla="*/ 11 h 81"/>
                  <a:gd name="T60" fmla="*/ 3 w 6"/>
                  <a:gd name="T61" fmla="*/ 26 h 81"/>
                  <a:gd name="T62" fmla="*/ 3 w 6"/>
                  <a:gd name="T63" fmla="*/ 35 h 81"/>
                  <a:gd name="T64" fmla="*/ 3 w 6"/>
                  <a:gd name="T65" fmla="*/ 32 h 81"/>
                  <a:gd name="T66" fmla="*/ 4 w 6"/>
                  <a:gd name="T67" fmla="*/ 31 h 81"/>
                  <a:gd name="T68" fmla="*/ 4 w 6"/>
                  <a:gd name="T69" fmla="*/ 41 h 81"/>
                  <a:gd name="T70" fmla="*/ 4 w 6"/>
                  <a:gd name="T71" fmla="*/ 50 h 81"/>
                  <a:gd name="T72" fmla="*/ 4 w 6"/>
                  <a:gd name="T73" fmla="*/ 51 h 81"/>
                  <a:gd name="T74" fmla="*/ 4 w 6"/>
                  <a:gd name="T75" fmla="*/ 48 h 81"/>
                  <a:gd name="T76" fmla="*/ 4 w 6"/>
                  <a:gd name="T77" fmla="*/ 41 h 81"/>
                  <a:gd name="T78" fmla="*/ 4 w 6"/>
                  <a:gd name="T79" fmla="*/ 42 h 81"/>
                  <a:gd name="T80" fmla="*/ 5 w 6"/>
                  <a:gd name="T81" fmla="*/ 51 h 81"/>
                  <a:gd name="T82" fmla="*/ 5 w 6"/>
                  <a:gd name="T83" fmla="*/ 61 h 81"/>
                  <a:gd name="T84" fmla="*/ 5 w 6"/>
                  <a:gd name="T85" fmla="*/ 68 h 81"/>
                  <a:gd name="T86" fmla="*/ 5 w 6"/>
                  <a:gd name="T87" fmla="*/ 70 h 81"/>
                  <a:gd name="T88" fmla="*/ 5 w 6"/>
                  <a:gd name="T89" fmla="*/ 75 h 81"/>
                  <a:gd name="T90" fmla="*/ 5 w 6"/>
                  <a:gd name="T91" fmla="*/ 81 h 81"/>
                  <a:gd name="T92" fmla="*/ 5 w 6"/>
                  <a:gd name="T93" fmla="*/ 80 h 81"/>
                  <a:gd name="T94" fmla="*/ 5 w 6"/>
                  <a:gd name="T95" fmla="*/ 75 h 81"/>
                  <a:gd name="T96" fmla="*/ 5 w 6"/>
                  <a:gd name="T97" fmla="*/ 77 h 81"/>
                  <a:gd name="T98" fmla="*/ 6 w 6"/>
                  <a:gd name="T99" fmla="*/ 79 h 81"/>
                  <a:gd name="T100" fmla="*/ 6 w 6"/>
                  <a:gd name="T101" fmla="*/ 70 h 81"/>
                  <a:gd name="T102" fmla="*/ 6 w 6"/>
                  <a:gd name="T103" fmla="*/ 6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1">
                    <a:moveTo>
                      <a:pt x="0" y="47"/>
                    </a:moveTo>
                    <a:lnTo>
                      <a:pt x="0" y="50"/>
                    </a:lnTo>
                    <a:lnTo>
                      <a:pt x="0" y="58"/>
                    </a:lnTo>
                    <a:lnTo>
                      <a:pt x="0" y="63"/>
                    </a:lnTo>
                    <a:lnTo>
                      <a:pt x="0" y="67"/>
                    </a:lnTo>
                    <a:lnTo>
                      <a:pt x="0" y="71"/>
                    </a:lnTo>
                    <a:lnTo>
                      <a:pt x="0" y="71"/>
                    </a:lnTo>
                    <a:lnTo>
                      <a:pt x="0" y="63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4"/>
                    </a:lnTo>
                    <a:lnTo>
                      <a:pt x="1" y="48"/>
                    </a:lnTo>
                    <a:lnTo>
                      <a:pt x="1" y="39"/>
                    </a:lnTo>
                    <a:lnTo>
                      <a:pt x="2" y="37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6"/>
                    </a:lnTo>
                    <a:lnTo>
                      <a:pt x="2" y="36"/>
                    </a:lnTo>
                    <a:lnTo>
                      <a:pt x="2" y="37"/>
                    </a:lnTo>
                    <a:lnTo>
                      <a:pt x="2" y="35"/>
                    </a:lnTo>
                    <a:lnTo>
                      <a:pt x="2" y="27"/>
                    </a:lnTo>
                    <a:lnTo>
                      <a:pt x="2" y="21"/>
                    </a:lnTo>
                    <a:lnTo>
                      <a:pt x="3" y="20"/>
                    </a:lnTo>
                    <a:lnTo>
                      <a:pt x="3" y="20"/>
                    </a:lnTo>
                    <a:lnTo>
                      <a:pt x="3" y="1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3" y="11"/>
                    </a:lnTo>
                    <a:lnTo>
                      <a:pt x="3" y="26"/>
                    </a:lnTo>
                    <a:lnTo>
                      <a:pt x="3" y="35"/>
                    </a:lnTo>
                    <a:lnTo>
                      <a:pt x="3" y="32"/>
                    </a:lnTo>
                    <a:lnTo>
                      <a:pt x="4" y="31"/>
                    </a:lnTo>
                    <a:lnTo>
                      <a:pt x="4" y="41"/>
                    </a:lnTo>
                    <a:lnTo>
                      <a:pt x="4" y="50"/>
                    </a:lnTo>
                    <a:lnTo>
                      <a:pt x="4" y="51"/>
                    </a:lnTo>
                    <a:lnTo>
                      <a:pt x="4" y="48"/>
                    </a:lnTo>
                    <a:lnTo>
                      <a:pt x="4" y="41"/>
                    </a:lnTo>
                    <a:lnTo>
                      <a:pt x="4" y="42"/>
                    </a:lnTo>
                    <a:lnTo>
                      <a:pt x="5" y="51"/>
                    </a:lnTo>
                    <a:lnTo>
                      <a:pt x="5" y="61"/>
                    </a:lnTo>
                    <a:lnTo>
                      <a:pt x="5" y="68"/>
                    </a:lnTo>
                    <a:lnTo>
                      <a:pt x="5" y="70"/>
                    </a:lnTo>
                    <a:lnTo>
                      <a:pt x="5" y="75"/>
                    </a:lnTo>
                    <a:lnTo>
                      <a:pt x="5" y="81"/>
                    </a:lnTo>
                    <a:lnTo>
                      <a:pt x="5" y="80"/>
                    </a:lnTo>
                    <a:lnTo>
                      <a:pt x="5" y="75"/>
                    </a:lnTo>
                    <a:lnTo>
                      <a:pt x="5" y="77"/>
                    </a:lnTo>
                    <a:lnTo>
                      <a:pt x="6" y="79"/>
                    </a:lnTo>
                    <a:lnTo>
                      <a:pt x="6" y="70"/>
                    </a:lnTo>
                    <a:lnTo>
                      <a:pt x="6" y="6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94" name="Freeform 954"/>
              <p:cNvSpPr/>
              <p:nvPr/>
            </p:nvSpPr>
            <p:spPr bwMode="auto">
              <a:xfrm>
                <a:off x="1964" y="2909"/>
                <a:ext cx="6" cy="52"/>
              </a:xfrm>
              <a:custGeom>
                <a:avLst/>
                <a:gdLst>
                  <a:gd name="T0" fmla="*/ 0 w 6"/>
                  <a:gd name="T1" fmla="*/ 49 h 52"/>
                  <a:gd name="T2" fmla="*/ 0 w 6"/>
                  <a:gd name="T3" fmla="*/ 42 h 52"/>
                  <a:gd name="T4" fmla="*/ 0 w 6"/>
                  <a:gd name="T5" fmla="*/ 47 h 52"/>
                  <a:gd name="T6" fmla="*/ 0 w 6"/>
                  <a:gd name="T7" fmla="*/ 52 h 52"/>
                  <a:gd name="T8" fmla="*/ 0 w 6"/>
                  <a:gd name="T9" fmla="*/ 46 h 52"/>
                  <a:gd name="T10" fmla="*/ 1 w 6"/>
                  <a:gd name="T11" fmla="*/ 39 h 52"/>
                  <a:gd name="T12" fmla="*/ 1 w 6"/>
                  <a:gd name="T13" fmla="*/ 43 h 52"/>
                  <a:gd name="T14" fmla="*/ 1 w 6"/>
                  <a:gd name="T15" fmla="*/ 49 h 52"/>
                  <a:gd name="T16" fmla="*/ 1 w 6"/>
                  <a:gd name="T17" fmla="*/ 45 h 52"/>
                  <a:gd name="T18" fmla="*/ 1 w 6"/>
                  <a:gd name="T19" fmla="*/ 37 h 52"/>
                  <a:gd name="T20" fmla="*/ 1 w 6"/>
                  <a:gd name="T21" fmla="*/ 31 h 52"/>
                  <a:gd name="T22" fmla="*/ 1 w 6"/>
                  <a:gd name="T23" fmla="*/ 29 h 52"/>
                  <a:gd name="T24" fmla="*/ 1 w 6"/>
                  <a:gd name="T25" fmla="*/ 32 h 52"/>
                  <a:gd name="T26" fmla="*/ 1 w 6"/>
                  <a:gd name="T27" fmla="*/ 35 h 52"/>
                  <a:gd name="T28" fmla="*/ 2 w 6"/>
                  <a:gd name="T29" fmla="*/ 30 h 52"/>
                  <a:gd name="T30" fmla="*/ 2 w 6"/>
                  <a:gd name="T31" fmla="*/ 19 h 52"/>
                  <a:gd name="T32" fmla="*/ 2 w 6"/>
                  <a:gd name="T33" fmla="*/ 15 h 52"/>
                  <a:gd name="T34" fmla="*/ 2 w 6"/>
                  <a:gd name="T35" fmla="*/ 20 h 52"/>
                  <a:gd name="T36" fmla="*/ 2 w 6"/>
                  <a:gd name="T37" fmla="*/ 22 h 52"/>
                  <a:gd name="T38" fmla="*/ 2 w 6"/>
                  <a:gd name="T39" fmla="*/ 16 h 52"/>
                  <a:gd name="T40" fmla="*/ 2 w 6"/>
                  <a:gd name="T41" fmla="*/ 17 h 52"/>
                  <a:gd name="T42" fmla="*/ 2 w 6"/>
                  <a:gd name="T43" fmla="*/ 25 h 52"/>
                  <a:gd name="T44" fmla="*/ 2 w 6"/>
                  <a:gd name="T45" fmla="*/ 28 h 52"/>
                  <a:gd name="T46" fmla="*/ 3 w 6"/>
                  <a:gd name="T47" fmla="*/ 28 h 52"/>
                  <a:gd name="T48" fmla="*/ 3 w 6"/>
                  <a:gd name="T49" fmla="*/ 31 h 52"/>
                  <a:gd name="T50" fmla="*/ 3 w 6"/>
                  <a:gd name="T51" fmla="*/ 33 h 52"/>
                  <a:gd name="T52" fmla="*/ 3 w 6"/>
                  <a:gd name="T53" fmla="*/ 37 h 52"/>
                  <a:gd name="T54" fmla="*/ 3 w 6"/>
                  <a:gd name="T55" fmla="*/ 40 h 52"/>
                  <a:gd name="T56" fmla="*/ 3 w 6"/>
                  <a:gd name="T57" fmla="*/ 34 h 52"/>
                  <a:gd name="T58" fmla="*/ 4 w 6"/>
                  <a:gd name="T59" fmla="*/ 23 h 52"/>
                  <a:gd name="T60" fmla="*/ 4 w 6"/>
                  <a:gd name="T61" fmla="*/ 19 h 52"/>
                  <a:gd name="T62" fmla="*/ 4 w 6"/>
                  <a:gd name="T63" fmla="*/ 25 h 52"/>
                  <a:gd name="T64" fmla="*/ 4 w 6"/>
                  <a:gd name="T65" fmla="*/ 31 h 52"/>
                  <a:gd name="T66" fmla="*/ 4 w 6"/>
                  <a:gd name="T67" fmla="*/ 31 h 52"/>
                  <a:gd name="T68" fmla="*/ 4 w 6"/>
                  <a:gd name="T69" fmla="*/ 27 h 52"/>
                  <a:gd name="T70" fmla="*/ 4 w 6"/>
                  <a:gd name="T71" fmla="*/ 23 h 52"/>
                  <a:gd name="T72" fmla="*/ 4 w 6"/>
                  <a:gd name="T73" fmla="*/ 25 h 52"/>
                  <a:gd name="T74" fmla="*/ 4 w 6"/>
                  <a:gd name="T75" fmla="*/ 27 h 52"/>
                  <a:gd name="T76" fmla="*/ 5 w 6"/>
                  <a:gd name="T77" fmla="*/ 24 h 52"/>
                  <a:gd name="T78" fmla="*/ 5 w 6"/>
                  <a:gd name="T79" fmla="*/ 20 h 52"/>
                  <a:gd name="T80" fmla="*/ 5 w 6"/>
                  <a:gd name="T81" fmla="*/ 15 h 52"/>
                  <a:gd name="T82" fmla="*/ 5 w 6"/>
                  <a:gd name="T83" fmla="*/ 8 h 52"/>
                  <a:gd name="T84" fmla="*/ 5 w 6"/>
                  <a:gd name="T85" fmla="*/ 2 h 52"/>
                  <a:gd name="T86" fmla="*/ 5 w 6"/>
                  <a:gd name="T87" fmla="*/ 0 h 52"/>
                  <a:gd name="T88" fmla="*/ 6 w 6"/>
                  <a:gd name="T89" fmla="*/ 1 h 52"/>
                  <a:gd name="T90" fmla="*/ 6 w 6"/>
                  <a:gd name="T91" fmla="*/ 4 h 52"/>
                  <a:gd name="T92" fmla="*/ 6 w 6"/>
                  <a:gd name="T93" fmla="*/ 6 h 52"/>
                  <a:gd name="T94" fmla="*/ 6 w 6"/>
                  <a:gd name="T95" fmla="*/ 4 h 52"/>
                  <a:gd name="T96" fmla="*/ 6 w 6"/>
                  <a:gd name="T97" fmla="*/ 1 h 52"/>
                  <a:gd name="T98" fmla="*/ 6 w 6"/>
                  <a:gd name="T99" fmla="*/ 4 h 52"/>
                  <a:gd name="T100" fmla="*/ 6 w 6"/>
                  <a:gd name="T101" fmla="*/ 12 h 52"/>
                  <a:gd name="T102" fmla="*/ 6 w 6"/>
                  <a:gd name="T103" fmla="*/ 17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52">
                    <a:moveTo>
                      <a:pt x="0" y="49"/>
                    </a:moveTo>
                    <a:lnTo>
                      <a:pt x="0" y="42"/>
                    </a:lnTo>
                    <a:lnTo>
                      <a:pt x="0" y="47"/>
                    </a:lnTo>
                    <a:lnTo>
                      <a:pt x="0" y="52"/>
                    </a:lnTo>
                    <a:lnTo>
                      <a:pt x="0" y="46"/>
                    </a:lnTo>
                    <a:lnTo>
                      <a:pt x="1" y="39"/>
                    </a:lnTo>
                    <a:lnTo>
                      <a:pt x="1" y="43"/>
                    </a:lnTo>
                    <a:lnTo>
                      <a:pt x="1" y="49"/>
                    </a:lnTo>
                    <a:lnTo>
                      <a:pt x="1" y="45"/>
                    </a:lnTo>
                    <a:lnTo>
                      <a:pt x="1" y="37"/>
                    </a:lnTo>
                    <a:lnTo>
                      <a:pt x="1" y="31"/>
                    </a:lnTo>
                    <a:lnTo>
                      <a:pt x="1" y="29"/>
                    </a:lnTo>
                    <a:lnTo>
                      <a:pt x="1" y="32"/>
                    </a:lnTo>
                    <a:lnTo>
                      <a:pt x="1" y="35"/>
                    </a:lnTo>
                    <a:lnTo>
                      <a:pt x="2" y="30"/>
                    </a:lnTo>
                    <a:lnTo>
                      <a:pt x="2" y="19"/>
                    </a:lnTo>
                    <a:lnTo>
                      <a:pt x="2" y="15"/>
                    </a:lnTo>
                    <a:lnTo>
                      <a:pt x="2" y="20"/>
                    </a:lnTo>
                    <a:lnTo>
                      <a:pt x="2" y="22"/>
                    </a:lnTo>
                    <a:lnTo>
                      <a:pt x="2" y="16"/>
                    </a:lnTo>
                    <a:lnTo>
                      <a:pt x="2" y="17"/>
                    </a:lnTo>
                    <a:lnTo>
                      <a:pt x="2" y="25"/>
                    </a:lnTo>
                    <a:lnTo>
                      <a:pt x="2" y="28"/>
                    </a:lnTo>
                    <a:lnTo>
                      <a:pt x="3" y="28"/>
                    </a:lnTo>
                    <a:lnTo>
                      <a:pt x="3" y="31"/>
                    </a:lnTo>
                    <a:lnTo>
                      <a:pt x="3" y="33"/>
                    </a:lnTo>
                    <a:lnTo>
                      <a:pt x="3" y="37"/>
                    </a:lnTo>
                    <a:lnTo>
                      <a:pt x="3" y="40"/>
                    </a:lnTo>
                    <a:lnTo>
                      <a:pt x="3" y="34"/>
                    </a:lnTo>
                    <a:lnTo>
                      <a:pt x="4" y="23"/>
                    </a:lnTo>
                    <a:lnTo>
                      <a:pt x="4" y="19"/>
                    </a:lnTo>
                    <a:lnTo>
                      <a:pt x="4" y="25"/>
                    </a:lnTo>
                    <a:lnTo>
                      <a:pt x="4" y="31"/>
                    </a:lnTo>
                    <a:lnTo>
                      <a:pt x="4" y="31"/>
                    </a:lnTo>
                    <a:lnTo>
                      <a:pt x="4" y="27"/>
                    </a:lnTo>
                    <a:lnTo>
                      <a:pt x="4" y="23"/>
                    </a:lnTo>
                    <a:lnTo>
                      <a:pt x="4" y="25"/>
                    </a:lnTo>
                    <a:lnTo>
                      <a:pt x="4" y="27"/>
                    </a:lnTo>
                    <a:lnTo>
                      <a:pt x="5" y="24"/>
                    </a:lnTo>
                    <a:lnTo>
                      <a:pt x="5" y="20"/>
                    </a:lnTo>
                    <a:lnTo>
                      <a:pt x="5" y="15"/>
                    </a:lnTo>
                    <a:lnTo>
                      <a:pt x="5" y="8"/>
                    </a:lnTo>
                    <a:lnTo>
                      <a:pt x="5" y="2"/>
                    </a:lnTo>
                    <a:lnTo>
                      <a:pt x="5" y="0"/>
                    </a:lnTo>
                    <a:lnTo>
                      <a:pt x="6" y="1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6" y="4"/>
                    </a:lnTo>
                    <a:lnTo>
                      <a:pt x="6" y="1"/>
                    </a:lnTo>
                    <a:lnTo>
                      <a:pt x="6" y="4"/>
                    </a:lnTo>
                    <a:lnTo>
                      <a:pt x="6" y="12"/>
                    </a:lnTo>
                    <a:lnTo>
                      <a:pt x="6" y="1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95" name="Freeform 955"/>
              <p:cNvSpPr/>
              <p:nvPr/>
            </p:nvSpPr>
            <p:spPr bwMode="auto">
              <a:xfrm>
                <a:off x="1970" y="2921"/>
                <a:ext cx="6" cy="109"/>
              </a:xfrm>
              <a:custGeom>
                <a:avLst/>
                <a:gdLst>
                  <a:gd name="T0" fmla="*/ 0 w 6"/>
                  <a:gd name="T1" fmla="*/ 0 h 109"/>
                  <a:gd name="T2" fmla="*/ 0 w 6"/>
                  <a:gd name="T3" fmla="*/ 5 h 109"/>
                  <a:gd name="T4" fmla="*/ 0 w 6"/>
                  <a:gd name="T5" fmla="*/ 5 h 109"/>
                  <a:gd name="T6" fmla="*/ 0 w 6"/>
                  <a:gd name="T7" fmla="*/ 5 h 109"/>
                  <a:gd name="T8" fmla="*/ 1 w 6"/>
                  <a:gd name="T9" fmla="*/ 9 h 109"/>
                  <a:gd name="T10" fmla="*/ 1 w 6"/>
                  <a:gd name="T11" fmla="*/ 16 h 109"/>
                  <a:gd name="T12" fmla="*/ 1 w 6"/>
                  <a:gd name="T13" fmla="*/ 21 h 109"/>
                  <a:gd name="T14" fmla="*/ 1 w 6"/>
                  <a:gd name="T15" fmla="*/ 26 h 109"/>
                  <a:gd name="T16" fmla="*/ 1 w 6"/>
                  <a:gd name="T17" fmla="*/ 33 h 109"/>
                  <a:gd name="T18" fmla="*/ 1 w 6"/>
                  <a:gd name="T19" fmla="*/ 38 h 109"/>
                  <a:gd name="T20" fmla="*/ 1 w 6"/>
                  <a:gd name="T21" fmla="*/ 42 h 109"/>
                  <a:gd name="T22" fmla="*/ 1 w 6"/>
                  <a:gd name="T23" fmla="*/ 46 h 109"/>
                  <a:gd name="T24" fmla="*/ 1 w 6"/>
                  <a:gd name="T25" fmla="*/ 48 h 109"/>
                  <a:gd name="T26" fmla="*/ 2 w 6"/>
                  <a:gd name="T27" fmla="*/ 48 h 109"/>
                  <a:gd name="T28" fmla="*/ 2 w 6"/>
                  <a:gd name="T29" fmla="*/ 50 h 109"/>
                  <a:gd name="T30" fmla="*/ 2 w 6"/>
                  <a:gd name="T31" fmla="*/ 50 h 109"/>
                  <a:gd name="T32" fmla="*/ 2 w 6"/>
                  <a:gd name="T33" fmla="*/ 44 h 109"/>
                  <a:gd name="T34" fmla="*/ 2 w 6"/>
                  <a:gd name="T35" fmla="*/ 42 h 109"/>
                  <a:gd name="T36" fmla="*/ 2 w 6"/>
                  <a:gd name="T37" fmla="*/ 42 h 109"/>
                  <a:gd name="T38" fmla="*/ 3 w 6"/>
                  <a:gd name="T39" fmla="*/ 38 h 109"/>
                  <a:gd name="T40" fmla="*/ 3 w 6"/>
                  <a:gd name="T41" fmla="*/ 33 h 109"/>
                  <a:gd name="T42" fmla="*/ 3 w 6"/>
                  <a:gd name="T43" fmla="*/ 30 h 109"/>
                  <a:gd name="T44" fmla="*/ 3 w 6"/>
                  <a:gd name="T45" fmla="*/ 28 h 109"/>
                  <a:gd name="T46" fmla="*/ 3 w 6"/>
                  <a:gd name="T47" fmla="*/ 32 h 109"/>
                  <a:gd name="T48" fmla="*/ 3 w 6"/>
                  <a:gd name="T49" fmla="*/ 31 h 109"/>
                  <a:gd name="T50" fmla="*/ 3 w 6"/>
                  <a:gd name="T51" fmla="*/ 22 h 109"/>
                  <a:gd name="T52" fmla="*/ 3 w 6"/>
                  <a:gd name="T53" fmla="*/ 20 h 109"/>
                  <a:gd name="T54" fmla="*/ 3 w 6"/>
                  <a:gd name="T55" fmla="*/ 23 h 109"/>
                  <a:gd name="T56" fmla="*/ 4 w 6"/>
                  <a:gd name="T57" fmla="*/ 20 h 109"/>
                  <a:gd name="T58" fmla="*/ 4 w 6"/>
                  <a:gd name="T59" fmla="*/ 14 h 109"/>
                  <a:gd name="T60" fmla="*/ 4 w 6"/>
                  <a:gd name="T61" fmla="*/ 13 h 109"/>
                  <a:gd name="T62" fmla="*/ 4 w 6"/>
                  <a:gd name="T63" fmla="*/ 15 h 109"/>
                  <a:gd name="T64" fmla="*/ 4 w 6"/>
                  <a:gd name="T65" fmla="*/ 13 h 109"/>
                  <a:gd name="T66" fmla="*/ 4 w 6"/>
                  <a:gd name="T67" fmla="*/ 11 h 109"/>
                  <a:gd name="T68" fmla="*/ 5 w 6"/>
                  <a:gd name="T69" fmla="*/ 16 h 109"/>
                  <a:gd name="T70" fmla="*/ 5 w 6"/>
                  <a:gd name="T71" fmla="*/ 27 h 109"/>
                  <a:gd name="T72" fmla="*/ 5 w 6"/>
                  <a:gd name="T73" fmla="*/ 30 h 109"/>
                  <a:gd name="T74" fmla="*/ 5 w 6"/>
                  <a:gd name="T75" fmla="*/ 28 h 109"/>
                  <a:gd name="T76" fmla="*/ 5 w 6"/>
                  <a:gd name="T77" fmla="*/ 37 h 109"/>
                  <a:gd name="T78" fmla="*/ 5 w 6"/>
                  <a:gd name="T79" fmla="*/ 47 h 109"/>
                  <a:gd name="T80" fmla="*/ 5 w 6"/>
                  <a:gd name="T81" fmla="*/ 47 h 109"/>
                  <a:gd name="T82" fmla="*/ 5 w 6"/>
                  <a:gd name="T83" fmla="*/ 57 h 109"/>
                  <a:gd name="T84" fmla="*/ 5 w 6"/>
                  <a:gd name="T85" fmla="*/ 71 h 109"/>
                  <a:gd name="T86" fmla="*/ 6 w 6"/>
                  <a:gd name="T87" fmla="*/ 70 h 109"/>
                  <a:gd name="T88" fmla="*/ 6 w 6"/>
                  <a:gd name="T89" fmla="*/ 72 h 109"/>
                  <a:gd name="T90" fmla="*/ 6 w 6"/>
                  <a:gd name="T91" fmla="*/ 87 h 109"/>
                  <a:gd name="T92" fmla="*/ 6 w 6"/>
                  <a:gd name="T93" fmla="*/ 97 h 109"/>
                  <a:gd name="T94" fmla="*/ 6 w 6"/>
                  <a:gd name="T95" fmla="*/ 100 h 109"/>
                  <a:gd name="T96" fmla="*/ 6 w 6"/>
                  <a:gd name="T97" fmla="*/ 105 h 109"/>
                  <a:gd name="T98" fmla="*/ 6 w 6"/>
                  <a:gd name="T99" fmla="*/ 105 h 109"/>
                  <a:gd name="T100" fmla="*/ 6 w 6"/>
                  <a:gd name="T101" fmla="*/ 102 h 109"/>
                  <a:gd name="T102" fmla="*/ 6 w 6"/>
                  <a:gd name="T103" fmla="*/ 109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09">
                    <a:moveTo>
                      <a:pt x="0" y="0"/>
                    </a:move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9"/>
                    </a:lnTo>
                    <a:lnTo>
                      <a:pt x="1" y="16"/>
                    </a:lnTo>
                    <a:lnTo>
                      <a:pt x="1" y="21"/>
                    </a:lnTo>
                    <a:lnTo>
                      <a:pt x="1" y="26"/>
                    </a:lnTo>
                    <a:lnTo>
                      <a:pt x="1" y="33"/>
                    </a:lnTo>
                    <a:lnTo>
                      <a:pt x="1" y="38"/>
                    </a:lnTo>
                    <a:lnTo>
                      <a:pt x="1" y="42"/>
                    </a:lnTo>
                    <a:lnTo>
                      <a:pt x="1" y="46"/>
                    </a:lnTo>
                    <a:lnTo>
                      <a:pt x="1" y="48"/>
                    </a:lnTo>
                    <a:lnTo>
                      <a:pt x="2" y="48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4"/>
                    </a:lnTo>
                    <a:lnTo>
                      <a:pt x="2" y="42"/>
                    </a:lnTo>
                    <a:lnTo>
                      <a:pt x="2" y="42"/>
                    </a:lnTo>
                    <a:lnTo>
                      <a:pt x="3" y="38"/>
                    </a:lnTo>
                    <a:lnTo>
                      <a:pt x="3" y="33"/>
                    </a:lnTo>
                    <a:lnTo>
                      <a:pt x="3" y="30"/>
                    </a:lnTo>
                    <a:lnTo>
                      <a:pt x="3" y="28"/>
                    </a:lnTo>
                    <a:lnTo>
                      <a:pt x="3" y="32"/>
                    </a:lnTo>
                    <a:lnTo>
                      <a:pt x="3" y="31"/>
                    </a:lnTo>
                    <a:lnTo>
                      <a:pt x="3" y="22"/>
                    </a:lnTo>
                    <a:lnTo>
                      <a:pt x="3" y="20"/>
                    </a:lnTo>
                    <a:lnTo>
                      <a:pt x="3" y="23"/>
                    </a:lnTo>
                    <a:lnTo>
                      <a:pt x="4" y="20"/>
                    </a:lnTo>
                    <a:lnTo>
                      <a:pt x="4" y="14"/>
                    </a:lnTo>
                    <a:lnTo>
                      <a:pt x="4" y="13"/>
                    </a:lnTo>
                    <a:lnTo>
                      <a:pt x="4" y="15"/>
                    </a:lnTo>
                    <a:lnTo>
                      <a:pt x="4" y="13"/>
                    </a:lnTo>
                    <a:lnTo>
                      <a:pt x="4" y="11"/>
                    </a:lnTo>
                    <a:lnTo>
                      <a:pt x="5" y="16"/>
                    </a:lnTo>
                    <a:lnTo>
                      <a:pt x="5" y="27"/>
                    </a:lnTo>
                    <a:lnTo>
                      <a:pt x="5" y="30"/>
                    </a:lnTo>
                    <a:lnTo>
                      <a:pt x="5" y="28"/>
                    </a:lnTo>
                    <a:lnTo>
                      <a:pt x="5" y="37"/>
                    </a:lnTo>
                    <a:lnTo>
                      <a:pt x="5" y="47"/>
                    </a:lnTo>
                    <a:lnTo>
                      <a:pt x="5" y="47"/>
                    </a:lnTo>
                    <a:lnTo>
                      <a:pt x="5" y="57"/>
                    </a:lnTo>
                    <a:lnTo>
                      <a:pt x="5" y="71"/>
                    </a:lnTo>
                    <a:lnTo>
                      <a:pt x="6" y="70"/>
                    </a:lnTo>
                    <a:lnTo>
                      <a:pt x="6" y="72"/>
                    </a:lnTo>
                    <a:lnTo>
                      <a:pt x="6" y="87"/>
                    </a:lnTo>
                    <a:lnTo>
                      <a:pt x="6" y="97"/>
                    </a:lnTo>
                    <a:lnTo>
                      <a:pt x="6" y="100"/>
                    </a:lnTo>
                    <a:lnTo>
                      <a:pt x="6" y="105"/>
                    </a:lnTo>
                    <a:lnTo>
                      <a:pt x="6" y="105"/>
                    </a:lnTo>
                    <a:lnTo>
                      <a:pt x="6" y="102"/>
                    </a:lnTo>
                    <a:lnTo>
                      <a:pt x="6" y="10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96" name="Freeform 956"/>
              <p:cNvSpPr/>
              <p:nvPr/>
            </p:nvSpPr>
            <p:spPr bwMode="auto">
              <a:xfrm>
                <a:off x="1976" y="2921"/>
                <a:ext cx="7" cy="200"/>
              </a:xfrm>
              <a:custGeom>
                <a:avLst/>
                <a:gdLst>
                  <a:gd name="T0" fmla="*/ 0 w 7"/>
                  <a:gd name="T1" fmla="*/ 102 h 200"/>
                  <a:gd name="T2" fmla="*/ 0 w 7"/>
                  <a:gd name="T3" fmla="*/ 109 h 200"/>
                  <a:gd name="T4" fmla="*/ 1 w 7"/>
                  <a:gd name="T5" fmla="*/ 117 h 200"/>
                  <a:gd name="T6" fmla="*/ 1 w 7"/>
                  <a:gd name="T7" fmla="*/ 122 h 200"/>
                  <a:gd name="T8" fmla="*/ 1 w 7"/>
                  <a:gd name="T9" fmla="*/ 126 h 200"/>
                  <a:gd name="T10" fmla="*/ 1 w 7"/>
                  <a:gd name="T11" fmla="*/ 126 h 200"/>
                  <a:gd name="T12" fmla="*/ 1 w 7"/>
                  <a:gd name="T13" fmla="*/ 129 h 200"/>
                  <a:gd name="T14" fmla="*/ 1 w 7"/>
                  <a:gd name="T15" fmla="*/ 139 h 200"/>
                  <a:gd name="T16" fmla="*/ 2 w 7"/>
                  <a:gd name="T17" fmla="*/ 145 h 200"/>
                  <a:gd name="T18" fmla="*/ 2 w 7"/>
                  <a:gd name="T19" fmla="*/ 148 h 200"/>
                  <a:gd name="T20" fmla="*/ 2 w 7"/>
                  <a:gd name="T21" fmla="*/ 150 h 200"/>
                  <a:gd name="T22" fmla="*/ 2 w 7"/>
                  <a:gd name="T23" fmla="*/ 146 h 200"/>
                  <a:gd name="T24" fmla="*/ 2 w 7"/>
                  <a:gd name="T25" fmla="*/ 141 h 200"/>
                  <a:gd name="T26" fmla="*/ 2 w 7"/>
                  <a:gd name="T27" fmla="*/ 145 h 200"/>
                  <a:gd name="T28" fmla="*/ 2 w 7"/>
                  <a:gd name="T29" fmla="*/ 152 h 200"/>
                  <a:gd name="T30" fmla="*/ 2 w 7"/>
                  <a:gd name="T31" fmla="*/ 154 h 200"/>
                  <a:gd name="T32" fmla="*/ 2 w 7"/>
                  <a:gd name="T33" fmla="*/ 153 h 200"/>
                  <a:gd name="T34" fmla="*/ 3 w 7"/>
                  <a:gd name="T35" fmla="*/ 151 h 200"/>
                  <a:gd name="T36" fmla="*/ 3 w 7"/>
                  <a:gd name="T37" fmla="*/ 146 h 200"/>
                  <a:gd name="T38" fmla="*/ 3 w 7"/>
                  <a:gd name="T39" fmla="*/ 141 h 200"/>
                  <a:gd name="T40" fmla="*/ 3 w 7"/>
                  <a:gd name="T41" fmla="*/ 151 h 200"/>
                  <a:gd name="T42" fmla="*/ 3 w 7"/>
                  <a:gd name="T43" fmla="*/ 179 h 200"/>
                  <a:gd name="T44" fmla="*/ 3 w 7"/>
                  <a:gd name="T45" fmla="*/ 193 h 200"/>
                  <a:gd name="T46" fmla="*/ 3 w 7"/>
                  <a:gd name="T47" fmla="*/ 182 h 200"/>
                  <a:gd name="T48" fmla="*/ 4 w 7"/>
                  <a:gd name="T49" fmla="*/ 177 h 200"/>
                  <a:gd name="T50" fmla="*/ 4 w 7"/>
                  <a:gd name="T51" fmla="*/ 188 h 200"/>
                  <a:gd name="T52" fmla="*/ 4 w 7"/>
                  <a:gd name="T53" fmla="*/ 195 h 200"/>
                  <a:gd name="T54" fmla="*/ 4 w 7"/>
                  <a:gd name="T55" fmla="*/ 197 h 200"/>
                  <a:gd name="T56" fmla="*/ 4 w 7"/>
                  <a:gd name="T57" fmla="*/ 200 h 200"/>
                  <a:gd name="T58" fmla="*/ 4 w 7"/>
                  <a:gd name="T59" fmla="*/ 178 h 200"/>
                  <a:gd name="T60" fmla="*/ 4 w 7"/>
                  <a:gd name="T61" fmla="*/ 146 h 200"/>
                  <a:gd name="T62" fmla="*/ 4 w 7"/>
                  <a:gd name="T63" fmla="*/ 147 h 200"/>
                  <a:gd name="T64" fmla="*/ 4 w 7"/>
                  <a:gd name="T65" fmla="*/ 166 h 200"/>
                  <a:gd name="T66" fmla="*/ 5 w 7"/>
                  <a:gd name="T67" fmla="*/ 161 h 200"/>
                  <a:gd name="T68" fmla="*/ 5 w 7"/>
                  <a:gd name="T69" fmla="*/ 141 h 200"/>
                  <a:gd name="T70" fmla="*/ 5 w 7"/>
                  <a:gd name="T71" fmla="*/ 136 h 200"/>
                  <a:gd name="T72" fmla="*/ 5 w 7"/>
                  <a:gd name="T73" fmla="*/ 138 h 200"/>
                  <a:gd name="T74" fmla="*/ 5 w 7"/>
                  <a:gd name="T75" fmla="*/ 133 h 200"/>
                  <a:gd name="T76" fmla="*/ 5 w 7"/>
                  <a:gd name="T77" fmla="*/ 124 h 200"/>
                  <a:gd name="T78" fmla="*/ 6 w 7"/>
                  <a:gd name="T79" fmla="*/ 110 h 200"/>
                  <a:gd name="T80" fmla="*/ 6 w 7"/>
                  <a:gd name="T81" fmla="*/ 85 h 200"/>
                  <a:gd name="T82" fmla="*/ 6 w 7"/>
                  <a:gd name="T83" fmla="*/ 62 h 200"/>
                  <a:gd name="T84" fmla="*/ 6 w 7"/>
                  <a:gd name="T85" fmla="*/ 58 h 200"/>
                  <a:gd name="T86" fmla="*/ 6 w 7"/>
                  <a:gd name="T87" fmla="*/ 54 h 200"/>
                  <a:gd name="T88" fmla="*/ 6 w 7"/>
                  <a:gd name="T89" fmla="*/ 34 h 200"/>
                  <a:gd name="T90" fmla="*/ 6 w 7"/>
                  <a:gd name="T91" fmla="*/ 20 h 200"/>
                  <a:gd name="T92" fmla="*/ 6 w 7"/>
                  <a:gd name="T93" fmla="*/ 16 h 200"/>
                  <a:gd name="T94" fmla="*/ 6 w 7"/>
                  <a:gd name="T95" fmla="*/ 7 h 200"/>
                  <a:gd name="T96" fmla="*/ 7 w 7"/>
                  <a:gd name="T97" fmla="*/ 4 h 200"/>
                  <a:gd name="T98" fmla="*/ 7 w 7"/>
                  <a:gd name="T99" fmla="*/ 10 h 200"/>
                  <a:gd name="T100" fmla="*/ 7 w 7"/>
                  <a:gd name="T101" fmla="*/ 8 h 200"/>
                  <a:gd name="T102" fmla="*/ 7 w 7"/>
                  <a:gd name="T103" fmla="*/ 0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00">
                    <a:moveTo>
                      <a:pt x="0" y="102"/>
                    </a:moveTo>
                    <a:lnTo>
                      <a:pt x="0" y="109"/>
                    </a:lnTo>
                    <a:lnTo>
                      <a:pt x="1" y="117"/>
                    </a:lnTo>
                    <a:lnTo>
                      <a:pt x="1" y="122"/>
                    </a:lnTo>
                    <a:lnTo>
                      <a:pt x="1" y="126"/>
                    </a:lnTo>
                    <a:lnTo>
                      <a:pt x="1" y="126"/>
                    </a:lnTo>
                    <a:lnTo>
                      <a:pt x="1" y="129"/>
                    </a:lnTo>
                    <a:lnTo>
                      <a:pt x="1" y="139"/>
                    </a:lnTo>
                    <a:lnTo>
                      <a:pt x="2" y="145"/>
                    </a:lnTo>
                    <a:lnTo>
                      <a:pt x="2" y="148"/>
                    </a:lnTo>
                    <a:lnTo>
                      <a:pt x="2" y="150"/>
                    </a:lnTo>
                    <a:lnTo>
                      <a:pt x="2" y="146"/>
                    </a:lnTo>
                    <a:lnTo>
                      <a:pt x="2" y="141"/>
                    </a:lnTo>
                    <a:lnTo>
                      <a:pt x="2" y="145"/>
                    </a:lnTo>
                    <a:lnTo>
                      <a:pt x="2" y="152"/>
                    </a:lnTo>
                    <a:lnTo>
                      <a:pt x="2" y="154"/>
                    </a:lnTo>
                    <a:lnTo>
                      <a:pt x="2" y="153"/>
                    </a:lnTo>
                    <a:lnTo>
                      <a:pt x="3" y="151"/>
                    </a:lnTo>
                    <a:lnTo>
                      <a:pt x="3" y="146"/>
                    </a:lnTo>
                    <a:lnTo>
                      <a:pt x="3" y="141"/>
                    </a:lnTo>
                    <a:lnTo>
                      <a:pt x="3" y="151"/>
                    </a:lnTo>
                    <a:lnTo>
                      <a:pt x="3" y="179"/>
                    </a:lnTo>
                    <a:lnTo>
                      <a:pt x="3" y="193"/>
                    </a:lnTo>
                    <a:lnTo>
                      <a:pt x="3" y="182"/>
                    </a:lnTo>
                    <a:lnTo>
                      <a:pt x="4" y="177"/>
                    </a:lnTo>
                    <a:lnTo>
                      <a:pt x="4" y="188"/>
                    </a:lnTo>
                    <a:lnTo>
                      <a:pt x="4" y="195"/>
                    </a:lnTo>
                    <a:lnTo>
                      <a:pt x="4" y="197"/>
                    </a:lnTo>
                    <a:lnTo>
                      <a:pt x="4" y="200"/>
                    </a:lnTo>
                    <a:lnTo>
                      <a:pt x="4" y="178"/>
                    </a:lnTo>
                    <a:lnTo>
                      <a:pt x="4" y="146"/>
                    </a:lnTo>
                    <a:lnTo>
                      <a:pt x="4" y="147"/>
                    </a:lnTo>
                    <a:lnTo>
                      <a:pt x="4" y="166"/>
                    </a:lnTo>
                    <a:lnTo>
                      <a:pt x="5" y="161"/>
                    </a:lnTo>
                    <a:lnTo>
                      <a:pt x="5" y="141"/>
                    </a:lnTo>
                    <a:lnTo>
                      <a:pt x="5" y="136"/>
                    </a:lnTo>
                    <a:lnTo>
                      <a:pt x="5" y="138"/>
                    </a:lnTo>
                    <a:lnTo>
                      <a:pt x="5" y="133"/>
                    </a:lnTo>
                    <a:lnTo>
                      <a:pt x="5" y="124"/>
                    </a:lnTo>
                    <a:lnTo>
                      <a:pt x="6" y="110"/>
                    </a:lnTo>
                    <a:lnTo>
                      <a:pt x="6" y="85"/>
                    </a:lnTo>
                    <a:lnTo>
                      <a:pt x="6" y="62"/>
                    </a:lnTo>
                    <a:lnTo>
                      <a:pt x="6" y="58"/>
                    </a:lnTo>
                    <a:lnTo>
                      <a:pt x="6" y="54"/>
                    </a:lnTo>
                    <a:lnTo>
                      <a:pt x="6" y="34"/>
                    </a:lnTo>
                    <a:lnTo>
                      <a:pt x="6" y="20"/>
                    </a:lnTo>
                    <a:lnTo>
                      <a:pt x="6" y="16"/>
                    </a:lnTo>
                    <a:lnTo>
                      <a:pt x="6" y="7"/>
                    </a:lnTo>
                    <a:lnTo>
                      <a:pt x="7" y="4"/>
                    </a:lnTo>
                    <a:lnTo>
                      <a:pt x="7" y="10"/>
                    </a:lnTo>
                    <a:lnTo>
                      <a:pt x="7" y="8"/>
                    </a:lnTo>
                    <a:lnTo>
                      <a:pt x="7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97" name="Freeform 957"/>
              <p:cNvSpPr/>
              <p:nvPr/>
            </p:nvSpPr>
            <p:spPr bwMode="auto">
              <a:xfrm>
                <a:off x="1983" y="2899"/>
                <a:ext cx="6" cy="74"/>
              </a:xfrm>
              <a:custGeom>
                <a:avLst/>
                <a:gdLst>
                  <a:gd name="T0" fmla="*/ 0 w 6"/>
                  <a:gd name="T1" fmla="*/ 30 h 74"/>
                  <a:gd name="T2" fmla="*/ 0 w 6"/>
                  <a:gd name="T3" fmla="*/ 22 h 74"/>
                  <a:gd name="T4" fmla="*/ 0 w 6"/>
                  <a:gd name="T5" fmla="*/ 16 h 74"/>
                  <a:gd name="T6" fmla="*/ 0 w 6"/>
                  <a:gd name="T7" fmla="*/ 15 h 74"/>
                  <a:gd name="T8" fmla="*/ 0 w 6"/>
                  <a:gd name="T9" fmla="*/ 24 h 74"/>
                  <a:gd name="T10" fmla="*/ 0 w 6"/>
                  <a:gd name="T11" fmla="*/ 31 h 74"/>
                  <a:gd name="T12" fmla="*/ 0 w 6"/>
                  <a:gd name="T13" fmla="*/ 24 h 74"/>
                  <a:gd name="T14" fmla="*/ 1 w 6"/>
                  <a:gd name="T15" fmla="*/ 14 h 74"/>
                  <a:gd name="T16" fmla="*/ 1 w 6"/>
                  <a:gd name="T17" fmla="*/ 7 h 74"/>
                  <a:gd name="T18" fmla="*/ 1 w 6"/>
                  <a:gd name="T19" fmla="*/ 9 h 74"/>
                  <a:gd name="T20" fmla="*/ 1 w 6"/>
                  <a:gd name="T21" fmla="*/ 27 h 74"/>
                  <a:gd name="T22" fmla="*/ 1 w 6"/>
                  <a:gd name="T23" fmla="*/ 44 h 74"/>
                  <a:gd name="T24" fmla="*/ 1 w 6"/>
                  <a:gd name="T25" fmla="*/ 45 h 74"/>
                  <a:gd name="T26" fmla="*/ 2 w 6"/>
                  <a:gd name="T27" fmla="*/ 47 h 74"/>
                  <a:gd name="T28" fmla="*/ 2 w 6"/>
                  <a:gd name="T29" fmla="*/ 52 h 74"/>
                  <a:gd name="T30" fmla="*/ 2 w 6"/>
                  <a:gd name="T31" fmla="*/ 56 h 74"/>
                  <a:gd name="T32" fmla="*/ 2 w 6"/>
                  <a:gd name="T33" fmla="*/ 65 h 74"/>
                  <a:gd name="T34" fmla="*/ 2 w 6"/>
                  <a:gd name="T35" fmla="*/ 74 h 74"/>
                  <a:gd name="T36" fmla="*/ 2 w 6"/>
                  <a:gd name="T37" fmla="*/ 74 h 74"/>
                  <a:gd name="T38" fmla="*/ 2 w 6"/>
                  <a:gd name="T39" fmla="*/ 63 h 74"/>
                  <a:gd name="T40" fmla="*/ 2 w 6"/>
                  <a:gd name="T41" fmla="*/ 43 h 74"/>
                  <a:gd name="T42" fmla="*/ 2 w 6"/>
                  <a:gd name="T43" fmla="*/ 30 h 74"/>
                  <a:gd name="T44" fmla="*/ 3 w 6"/>
                  <a:gd name="T45" fmla="*/ 33 h 74"/>
                  <a:gd name="T46" fmla="*/ 3 w 6"/>
                  <a:gd name="T47" fmla="*/ 37 h 74"/>
                  <a:gd name="T48" fmla="*/ 3 w 6"/>
                  <a:gd name="T49" fmla="*/ 37 h 74"/>
                  <a:gd name="T50" fmla="*/ 3 w 6"/>
                  <a:gd name="T51" fmla="*/ 33 h 74"/>
                  <a:gd name="T52" fmla="*/ 3 w 6"/>
                  <a:gd name="T53" fmla="*/ 22 h 74"/>
                  <a:gd name="T54" fmla="*/ 3 w 6"/>
                  <a:gd name="T55" fmla="*/ 11 h 74"/>
                  <a:gd name="T56" fmla="*/ 4 w 6"/>
                  <a:gd name="T57" fmla="*/ 18 h 74"/>
                  <a:gd name="T58" fmla="*/ 4 w 6"/>
                  <a:gd name="T59" fmla="*/ 28 h 74"/>
                  <a:gd name="T60" fmla="*/ 4 w 6"/>
                  <a:gd name="T61" fmla="*/ 23 h 74"/>
                  <a:gd name="T62" fmla="*/ 4 w 6"/>
                  <a:gd name="T63" fmla="*/ 15 h 74"/>
                  <a:gd name="T64" fmla="*/ 4 w 6"/>
                  <a:gd name="T65" fmla="*/ 14 h 74"/>
                  <a:gd name="T66" fmla="*/ 4 w 6"/>
                  <a:gd name="T67" fmla="*/ 8 h 74"/>
                  <a:gd name="T68" fmla="*/ 4 w 6"/>
                  <a:gd name="T69" fmla="*/ 1 h 74"/>
                  <a:gd name="T70" fmla="*/ 4 w 6"/>
                  <a:gd name="T71" fmla="*/ 2 h 74"/>
                  <a:gd name="T72" fmla="*/ 4 w 6"/>
                  <a:gd name="T73" fmla="*/ 1 h 74"/>
                  <a:gd name="T74" fmla="*/ 4 w 6"/>
                  <a:gd name="T75" fmla="*/ 0 h 74"/>
                  <a:gd name="T76" fmla="*/ 5 w 6"/>
                  <a:gd name="T77" fmla="*/ 3 h 74"/>
                  <a:gd name="T78" fmla="*/ 5 w 6"/>
                  <a:gd name="T79" fmla="*/ 0 h 74"/>
                  <a:gd name="T80" fmla="*/ 5 w 6"/>
                  <a:gd name="T81" fmla="*/ 0 h 74"/>
                  <a:gd name="T82" fmla="*/ 5 w 6"/>
                  <a:gd name="T83" fmla="*/ 16 h 74"/>
                  <a:gd name="T84" fmla="*/ 5 w 6"/>
                  <a:gd name="T85" fmla="*/ 34 h 74"/>
                  <a:gd name="T86" fmla="*/ 5 w 6"/>
                  <a:gd name="T87" fmla="*/ 44 h 74"/>
                  <a:gd name="T88" fmla="*/ 5 w 6"/>
                  <a:gd name="T89" fmla="*/ 51 h 74"/>
                  <a:gd name="T90" fmla="*/ 5 w 6"/>
                  <a:gd name="T91" fmla="*/ 55 h 74"/>
                  <a:gd name="T92" fmla="*/ 5 w 6"/>
                  <a:gd name="T93" fmla="*/ 55 h 74"/>
                  <a:gd name="T94" fmla="*/ 6 w 6"/>
                  <a:gd name="T95" fmla="*/ 60 h 74"/>
                  <a:gd name="T96" fmla="*/ 6 w 6"/>
                  <a:gd name="T97" fmla="*/ 67 h 74"/>
                  <a:gd name="T98" fmla="*/ 6 w 6"/>
                  <a:gd name="T99" fmla="*/ 64 h 74"/>
                  <a:gd name="T100" fmla="*/ 6 w 6"/>
                  <a:gd name="T101" fmla="*/ 52 h 74"/>
                  <a:gd name="T102" fmla="*/ 6 w 6"/>
                  <a:gd name="T103" fmla="*/ 5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4">
                    <a:moveTo>
                      <a:pt x="0" y="30"/>
                    </a:moveTo>
                    <a:lnTo>
                      <a:pt x="0" y="22"/>
                    </a:lnTo>
                    <a:lnTo>
                      <a:pt x="0" y="16"/>
                    </a:lnTo>
                    <a:lnTo>
                      <a:pt x="0" y="15"/>
                    </a:lnTo>
                    <a:lnTo>
                      <a:pt x="0" y="24"/>
                    </a:lnTo>
                    <a:lnTo>
                      <a:pt x="0" y="31"/>
                    </a:lnTo>
                    <a:lnTo>
                      <a:pt x="0" y="24"/>
                    </a:lnTo>
                    <a:lnTo>
                      <a:pt x="1" y="14"/>
                    </a:lnTo>
                    <a:lnTo>
                      <a:pt x="1" y="7"/>
                    </a:lnTo>
                    <a:lnTo>
                      <a:pt x="1" y="9"/>
                    </a:lnTo>
                    <a:lnTo>
                      <a:pt x="1" y="27"/>
                    </a:lnTo>
                    <a:lnTo>
                      <a:pt x="1" y="44"/>
                    </a:lnTo>
                    <a:lnTo>
                      <a:pt x="1" y="45"/>
                    </a:lnTo>
                    <a:lnTo>
                      <a:pt x="2" y="47"/>
                    </a:lnTo>
                    <a:lnTo>
                      <a:pt x="2" y="52"/>
                    </a:lnTo>
                    <a:lnTo>
                      <a:pt x="2" y="56"/>
                    </a:lnTo>
                    <a:lnTo>
                      <a:pt x="2" y="65"/>
                    </a:lnTo>
                    <a:lnTo>
                      <a:pt x="2" y="74"/>
                    </a:lnTo>
                    <a:lnTo>
                      <a:pt x="2" y="74"/>
                    </a:lnTo>
                    <a:lnTo>
                      <a:pt x="2" y="63"/>
                    </a:lnTo>
                    <a:lnTo>
                      <a:pt x="2" y="43"/>
                    </a:lnTo>
                    <a:lnTo>
                      <a:pt x="2" y="30"/>
                    </a:lnTo>
                    <a:lnTo>
                      <a:pt x="3" y="33"/>
                    </a:lnTo>
                    <a:lnTo>
                      <a:pt x="3" y="37"/>
                    </a:lnTo>
                    <a:lnTo>
                      <a:pt x="3" y="37"/>
                    </a:lnTo>
                    <a:lnTo>
                      <a:pt x="3" y="33"/>
                    </a:lnTo>
                    <a:lnTo>
                      <a:pt x="3" y="22"/>
                    </a:lnTo>
                    <a:lnTo>
                      <a:pt x="3" y="11"/>
                    </a:lnTo>
                    <a:lnTo>
                      <a:pt x="4" y="18"/>
                    </a:lnTo>
                    <a:lnTo>
                      <a:pt x="4" y="28"/>
                    </a:lnTo>
                    <a:lnTo>
                      <a:pt x="4" y="23"/>
                    </a:lnTo>
                    <a:lnTo>
                      <a:pt x="4" y="15"/>
                    </a:lnTo>
                    <a:lnTo>
                      <a:pt x="4" y="14"/>
                    </a:lnTo>
                    <a:lnTo>
                      <a:pt x="4" y="8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5" y="3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6"/>
                    </a:lnTo>
                    <a:lnTo>
                      <a:pt x="5" y="34"/>
                    </a:lnTo>
                    <a:lnTo>
                      <a:pt x="5" y="44"/>
                    </a:lnTo>
                    <a:lnTo>
                      <a:pt x="5" y="51"/>
                    </a:lnTo>
                    <a:lnTo>
                      <a:pt x="5" y="55"/>
                    </a:lnTo>
                    <a:lnTo>
                      <a:pt x="5" y="55"/>
                    </a:lnTo>
                    <a:lnTo>
                      <a:pt x="6" y="60"/>
                    </a:lnTo>
                    <a:lnTo>
                      <a:pt x="6" y="67"/>
                    </a:lnTo>
                    <a:lnTo>
                      <a:pt x="6" y="64"/>
                    </a:lnTo>
                    <a:lnTo>
                      <a:pt x="6" y="52"/>
                    </a:lnTo>
                    <a:lnTo>
                      <a:pt x="6" y="5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98" name="Freeform 958"/>
              <p:cNvSpPr/>
              <p:nvPr/>
            </p:nvSpPr>
            <p:spPr bwMode="auto">
              <a:xfrm>
                <a:off x="1989" y="2936"/>
                <a:ext cx="7" cy="47"/>
              </a:xfrm>
              <a:custGeom>
                <a:avLst/>
                <a:gdLst>
                  <a:gd name="T0" fmla="*/ 0 w 7"/>
                  <a:gd name="T1" fmla="*/ 15 h 47"/>
                  <a:gd name="T2" fmla="*/ 0 w 7"/>
                  <a:gd name="T3" fmla="*/ 13 h 47"/>
                  <a:gd name="T4" fmla="*/ 0 w 7"/>
                  <a:gd name="T5" fmla="*/ 23 h 47"/>
                  <a:gd name="T6" fmla="*/ 1 w 7"/>
                  <a:gd name="T7" fmla="*/ 28 h 47"/>
                  <a:gd name="T8" fmla="*/ 1 w 7"/>
                  <a:gd name="T9" fmla="*/ 26 h 47"/>
                  <a:gd name="T10" fmla="*/ 1 w 7"/>
                  <a:gd name="T11" fmla="*/ 30 h 47"/>
                  <a:gd name="T12" fmla="*/ 1 w 7"/>
                  <a:gd name="T13" fmla="*/ 35 h 47"/>
                  <a:gd name="T14" fmla="*/ 1 w 7"/>
                  <a:gd name="T15" fmla="*/ 40 h 47"/>
                  <a:gd name="T16" fmla="*/ 1 w 7"/>
                  <a:gd name="T17" fmla="*/ 47 h 47"/>
                  <a:gd name="T18" fmla="*/ 1 w 7"/>
                  <a:gd name="T19" fmla="*/ 39 h 47"/>
                  <a:gd name="T20" fmla="*/ 1 w 7"/>
                  <a:gd name="T21" fmla="*/ 22 h 47"/>
                  <a:gd name="T22" fmla="*/ 1 w 7"/>
                  <a:gd name="T23" fmla="*/ 18 h 47"/>
                  <a:gd name="T24" fmla="*/ 2 w 7"/>
                  <a:gd name="T25" fmla="*/ 22 h 47"/>
                  <a:gd name="T26" fmla="*/ 2 w 7"/>
                  <a:gd name="T27" fmla="*/ 16 h 47"/>
                  <a:gd name="T28" fmla="*/ 2 w 7"/>
                  <a:gd name="T29" fmla="*/ 12 h 47"/>
                  <a:gd name="T30" fmla="*/ 2 w 7"/>
                  <a:gd name="T31" fmla="*/ 11 h 47"/>
                  <a:gd name="T32" fmla="*/ 2 w 7"/>
                  <a:gd name="T33" fmla="*/ 2 h 47"/>
                  <a:gd name="T34" fmla="*/ 2 w 7"/>
                  <a:gd name="T35" fmla="*/ 0 h 47"/>
                  <a:gd name="T36" fmla="*/ 3 w 7"/>
                  <a:gd name="T37" fmla="*/ 10 h 47"/>
                  <a:gd name="T38" fmla="*/ 3 w 7"/>
                  <a:gd name="T39" fmla="*/ 9 h 47"/>
                  <a:gd name="T40" fmla="*/ 3 w 7"/>
                  <a:gd name="T41" fmla="*/ 1 h 47"/>
                  <a:gd name="T42" fmla="*/ 3 w 7"/>
                  <a:gd name="T43" fmla="*/ 7 h 47"/>
                  <a:gd name="T44" fmla="*/ 3 w 7"/>
                  <a:gd name="T45" fmla="*/ 12 h 47"/>
                  <a:gd name="T46" fmla="*/ 3 w 7"/>
                  <a:gd name="T47" fmla="*/ 3 h 47"/>
                  <a:gd name="T48" fmla="*/ 3 w 7"/>
                  <a:gd name="T49" fmla="*/ 2 h 47"/>
                  <a:gd name="T50" fmla="*/ 3 w 7"/>
                  <a:gd name="T51" fmla="*/ 11 h 47"/>
                  <a:gd name="T52" fmla="*/ 3 w 7"/>
                  <a:gd name="T53" fmla="*/ 14 h 47"/>
                  <a:gd name="T54" fmla="*/ 4 w 7"/>
                  <a:gd name="T55" fmla="*/ 16 h 47"/>
                  <a:gd name="T56" fmla="*/ 4 w 7"/>
                  <a:gd name="T57" fmla="*/ 19 h 47"/>
                  <a:gd name="T58" fmla="*/ 4 w 7"/>
                  <a:gd name="T59" fmla="*/ 11 h 47"/>
                  <a:gd name="T60" fmla="*/ 4 w 7"/>
                  <a:gd name="T61" fmla="*/ 4 h 47"/>
                  <a:gd name="T62" fmla="*/ 4 w 7"/>
                  <a:gd name="T63" fmla="*/ 12 h 47"/>
                  <a:gd name="T64" fmla="*/ 4 w 7"/>
                  <a:gd name="T65" fmla="*/ 26 h 47"/>
                  <a:gd name="T66" fmla="*/ 4 w 7"/>
                  <a:gd name="T67" fmla="*/ 28 h 47"/>
                  <a:gd name="T68" fmla="*/ 4 w 7"/>
                  <a:gd name="T69" fmla="*/ 25 h 47"/>
                  <a:gd name="T70" fmla="*/ 4 w 7"/>
                  <a:gd name="T71" fmla="*/ 30 h 47"/>
                  <a:gd name="T72" fmla="*/ 5 w 7"/>
                  <a:gd name="T73" fmla="*/ 32 h 47"/>
                  <a:gd name="T74" fmla="*/ 5 w 7"/>
                  <a:gd name="T75" fmla="*/ 31 h 47"/>
                  <a:gd name="T76" fmla="*/ 5 w 7"/>
                  <a:gd name="T77" fmla="*/ 38 h 47"/>
                  <a:gd name="T78" fmla="*/ 5 w 7"/>
                  <a:gd name="T79" fmla="*/ 42 h 47"/>
                  <a:gd name="T80" fmla="*/ 5 w 7"/>
                  <a:gd name="T81" fmla="*/ 30 h 47"/>
                  <a:gd name="T82" fmla="*/ 5 w 7"/>
                  <a:gd name="T83" fmla="*/ 18 h 47"/>
                  <a:gd name="T84" fmla="*/ 6 w 7"/>
                  <a:gd name="T85" fmla="*/ 11 h 47"/>
                  <a:gd name="T86" fmla="*/ 6 w 7"/>
                  <a:gd name="T87" fmla="*/ 3 h 47"/>
                  <a:gd name="T88" fmla="*/ 6 w 7"/>
                  <a:gd name="T89" fmla="*/ 4 h 47"/>
                  <a:gd name="T90" fmla="*/ 6 w 7"/>
                  <a:gd name="T91" fmla="*/ 11 h 47"/>
                  <a:gd name="T92" fmla="*/ 6 w 7"/>
                  <a:gd name="T93" fmla="*/ 8 h 47"/>
                  <a:gd name="T94" fmla="*/ 6 w 7"/>
                  <a:gd name="T95" fmla="*/ 1 h 47"/>
                  <a:gd name="T96" fmla="*/ 6 w 7"/>
                  <a:gd name="T97" fmla="*/ 0 h 47"/>
                  <a:gd name="T98" fmla="*/ 6 w 7"/>
                  <a:gd name="T99" fmla="*/ 0 h 47"/>
                  <a:gd name="T100" fmla="*/ 6 w 7"/>
                  <a:gd name="T101" fmla="*/ 2 h 47"/>
                  <a:gd name="T102" fmla="*/ 7 w 7"/>
                  <a:gd name="T103" fmla="*/ 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47">
                    <a:moveTo>
                      <a:pt x="0" y="15"/>
                    </a:moveTo>
                    <a:lnTo>
                      <a:pt x="0" y="13"/>
                    </a:lnTo>
                    <a:lnTo>
                      <a:pt x="0" y="23"/>
                    </a:lnTo>
                    <a:lnTo>
                      <a:pt x="1" y="28"/>
                    </a:lnTo>
                    <a:lnTo>
                      <a:pt x="1" y="26"/>
                    </a:lnTo>
                    <a:lnTo>
                      <a:pt x="1" y="30"/>
                    </a:lnTo>
                    <a:lnTo>
                      <a:pt x="1" y="35"/>
                    </a:lnTo>
                    <a:lnTo>
                      <a:pt x="1" y="40"/>
                    </a:lnTo>
                    <a:lnTo>
                      <a:pt x="1" y="47"/>
                    </a:lnTo>
                    <a:lnTo>
                      <a:pt x="1" y="39"/>
                    </a:lnTo>
                    <a:lnTo>
                      <a:pt x="1" y="22"/>
                    </a:lnTo>
                    <a:lnTo>
                      <a:pt x="1" y="18"/>
                    </a:lnTo>
                    <a:lnTo>
                      <a:pt x="2" y="22"/>
                    </a:lnTo>
                    <a:lnTo>
                      <a:pt x="2" y="16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3" y="1"/>
                    </a:lnTo>
                    <a:lnTo>
                      <a:pt x="3" y="7"/>
                    </a:lnTo>
                    <a:lnTo>
                      <a:pt x="3" y="12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3" y="11"/>
                    </a:lnTo>
                    <a:lnTo>
                      <a:pt x="3" y="14"/>
                    </a:lnTo>
                    <a:lnTo>
                      <a:pt x="4" y="16"/>
                    </a:lnTo>
                    <a:lnTo>
                      <a:pt x="4" y="19"/>
                    </a:lnTo>
                    <a:lnTo>
                      <a:pt x="4" y="11"/>
                    </a:lnTo>
                    <a:lnTo>
                      <a:pt x="4" y="4"/>
                    </a:lnTo>
                    <a:lnTo>
                      <a:pt x="4" y="12"/>
                    </a:lnTo>
                    <a:lnTo>
                      <a:pt x="4" y="26"/>
                    </a:lnTo>
                    <a:lnTo>
                      <a:pt x="4" y="28"/>
                    </a:lnTo>
                    <a:lnTo>
                      <a:pt x="4" y="25"/>
                    </a:lnTo>
                    <a:lnTo>
                      <a:pt x="4" y="30"/>
                    </a:lnTo>
                    <a:lnTo>
                      <a:pt x="5" y="32"/>
                    </a:lnTo>
                    <a:lnTo>
                      <a:pt x="5" y="31"/>
                    </a:lnTo>
                    <a:lnTo>
                      <a:pt x="5" y="38"/>
                    </a:lnTo>
                    <a:lnTo>
                      <a:pt x="5" y="42"/>
                    </a:lnTo>
                    <a:lnTo>
                      <a:pt x="5" y="30"/>
                    </a:lnTo>
                    <a:lnTo>
                      <a:pt x="5" y="18"/>
                    </a:lnTo>
                    <a:lnTo>
                      <a:pt x="6" y="11"/>
                    </a:lnTo>
                    <a:lnTo>
                      <a:pt x="6" y="3"/>
                    </a:lnTo>
                    <a:lnTo>
                      <a:pt x="6" y="4"/>
                    </a:lnTo>
                    <a:lnTo>
                      <a:pt x="6" y="11"/>
                    </a:lnTo>
                    <a:lnTo>
                      <a:pt x="6" y="8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7" y="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99" name="Freeform 959"/>
              <p:cNvSpPr/>
              <p:nvPr/>
            </p:nvSpPr>
            <p:spPr bwMode="auto">
              <a:xfrm>
                <a:off x="1995" y="2921"/>
                <a:ext cx="7" cy="67"/>
              </a:xfrm>
              <a:custGeom>
                <a:avLst/>
                <a:gdLst>
                  <a:gd name="T0" fmla="*/ 0 w 7"/>
                  <a:gd name="T1" fmla="*/ 17 h 67"/>
                  <a:gd name="T2" fmla="*/ 1 w 7"/>
                  <a:gd name="T3" fmla="*/ 22 h 67"/>
                  <a:gd name="T4" fmla="*/ 1 w 7"/>
                  <a:gd name="T5" fmla="*/ 21 h 67"/>
                  <a:gd name="T6" fmla="*/ 1 w 7"/>
                  <a:gd name="T7" fmla="*/ 11 h 67"/>
                  <a:gd name="T8" fmla="*/ 1 w 7"/>
                  <a:gd name="T9" fmla="*/ 6 h 67"/>
                  <a:gd name="T10" fmla="*/ 1 w 7"/>
                  <a:gd name="T11" fmla="*/ 10 h 67"/>
                  <a:gd name="T12" fmla="*/ 1 w 7"/>
                  <a:gd name="T13" fmla="*/ 9 h 67"/>
                  <a:gd name="T14" fmla="*/ 1 w 7"/>
                  <a:gd name="T15" fmla="*/ 6 h 67"/>
                  <a:gd name="T16" fmla="*/ 2 w 7"/>
                  <a:gd name="T17" fmla="*/ 16 h 67"/>
                  <a:gd name="T18" fmla="*/ 2 w 7"/>
                  <a:gd name="T19" fmla="*/ 23 h 67"/>
                  <a:gd name="T20" fmla="*/ 2 w 7"/>
                  <a:gd name="T21" fmla="*/ 18 h 67"/>
                  <a:gd name="T22" fmla="*/ 2 w 7"/>
                  <a:gd name="T23" fmla="*/ 17 h 67"/>
                  <a:gd name="T24" fmla="*/ 2 w 7"/>
                  <a:gd name="T25" fmla="*/ 26 h 67"/>
                  <a:gd name="T26" fmla="*/ 2 w 7"/>
                  <a:gd name="T27" fmla="*/ 34 h 67"/>
                  <a:gd name="T28" fmla="*/ 2 w 7"/>
                  <a:gd name="T29" fmla="*/ 42 h 67"/>
                  <a:gd name="T30" fmla="*/ 2 w 7"/>
                  <a:gd name="T31" fmla="*/ 50 h 67"/>
                  <a:gd name="T32" fmla="*/ 2 w 7"/>
                  <a:gd name="T33" fmla="*/ 50 h 67"/>
                  <a:gd name="T34" fmla="*/ 3 w 7"/>
                  <a:gd name="T35" fmla="*/ 50 h 67"/>
                  <a:gd name="T36" fmla="*/ 3 w 7"/>
                  <a:gd name="T37" fmla="*/ 59 h 67"/>
                  <a:gd name="T38" fmla="*/ 3 w 7"/>
                  <a:gd name="T39" fmla="*/ 67 h 67"/>
                  <a:gd name="T40" fmla="*/ 3 w 7"/>
                  <a:gd name="T41" fmla="*/ 62 h 67"/>
                  <a:gd name="T42" fmla="*/ 3 w 7"/>
                  <a:gd name="T43" fmla="*/ 58 h 67"/>
                  <a:gd name="T44" fmla="*/ 3 w 7"/>
                  <a:gd name="T45" fmla="*/ 62 h 67"/>
                  <a:gd name="T46" fmla="*/ 3 w 7"/>
                  <a:gd name="T47" fmla="*/ 59 h 67"/>
                  <a:gd name="T48" fmla="*/ 3 w 7"/>
                  <a:gd name="T49" fmla="*/ 53 h 67"/>
                  <a:gd name="T50" fmla="*/ 3 w 7"/>
                  <a:gd name="T51" fmla="*/ 53 h 67"/>
                  <a:gd name="T52" fmla="*/ 4 w 7"/>
                  <a:gd name="T53" fmla="*/ 48 h 67"/>
                  <a:gd name="T54" fmla="*/ 4 w 7"/>
                  <a:gd name="T55" fmla="*/ 41 h 67"/>
                  <a:gd name="T56" fmla="*/ 4 w 7"/>
                  <a:gd name="T57" fmla="*/ 49 h 67"/>
                  <a:gd name="T58" fmla="*/ 4 w 7"/>
                  <a:gd name="T59" fmla="*/ 54 h 67"/>
                  <a:gd name="T60" fmla="*/ 4 w 7"/>
                  <a:gd name="T61" fmla="*/ 43 h 67"/>
                  <a:gd name="T62" fmla="*/ 4 w 7"/>
                  <a:gd name="T63" fmla="*/ 35 h 67"/>
                  <a:gd name="T64" fmla="*/ 5 w 7"/>
                  <a:gd name="T65" fmla="*/ 38 h 67"/>
                  <a:gd name="T66" fmla="*/ 5 w 7"/>
                  <a:gd name="T67" fmla="*/ 32 h 67"/>
                  <a:gd name="T68" fmla="*/ 5 w 7"/>
                  <a:gd name="T69" fmla="*/ 17 h 67"/>
                  <a:gd name="T70" fmla="*/ 5 w 7"/>
                  <a:gd name="T71" fmla="*/ 13 h 67"/>
                  <a:gd name="T72" fmla="*/ 5 w 7"/>
                  <a:gd name="T73" fmla="*/ 20 h 67"/>
                  <a:gd name="T74" fmla="*/ 5 w 7"/>
                  <a:gd name="T75" fmla="*/ 13 h 67"/>
                  <a:gd name="T76" fmla="*/ 5 w 7"/>
                  <a:gd name="T77" fmla="*/ 0 h 67"/>
                  <a:gd name="T78" fmla="*/ 5 w 7"/>
                  <a:gd name="T79" fmla="*/ 2 h 67"/>
                  <a:gd name="T80" fmla="*/ 5 w 7"/>
                  <a:gd name="T81" fmla="*/ 8 h 67"/>
                  <a:gd name="T82" fmla="*/ 6 w 7"/>
                  <a:gd name="T83" fmla="*/ 10 h 67"/>
                  <a:gd name="T84" fmla="*/ 6 w 7"/>
                  <a:gd name="T85" fmla="*/ 19 h 67"/>
                  <a:gd name="T86" fmla="*/ 6 w 7"/>
                  <a:gd name="T87" fmla="*/ 24 h 67"/>
                  <a:gd name="T88" fmla="*/ 6 w 7"/>
                  <a:gd name="T89" fmla="*/ 16 h 67"/>
                  <a:gd name="T90" fmla="*/ 6 w 7"/>
                  <a:gd name="T91" fmla="*/ 16 h 67"/>
                  <a:gd name="T92" fmla="*/ 6 w 7"/>
                  <a:gd name="T93" fmla="*/ 28 h 67"/>
                  <a:gd name="T94" fmla="*/ 7 w 7"/>
                  <a:gd name="T95" fmla="*/ 35 h 67"/>
                  <a:gd name="T96" fmla="*/ 7 w 7"/>
                  <a:gd name="T97" fmla="*/ 33 h 67"/>
                  <a:gd name="T98" fmla="*/ 7 w 7"/>
                  <a:gd name="T99" fmla="*/ 32 h 67"/>
                  <a:gd name="T100" fmla="*/ 7 w 7"/>
                  <a:gd name="T101" fmla="*/ 40 h 67"/>
                  <a:gd name="T102" fmla="*/ 7 w 7"/>
                  <a:gd name="T103" fmla="*/ 44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67">
                    <a:moveTo>
                      <a:pt x="0" y="17"/>
                    </a:moveTo>
                    <a:lnTo>
                      <a:pt x="1" y="22"/>
                    </a:lnTo>
                    <a:lnTo>
                      <a:pt x="1" y="21"/>
                    </a:lnTo>
                    <a:lnTo>
                      <a:pt x="1" y="11"/>
                    </a:lnTo>
                    <a:lnTo>
                      <a:pt x="1" y="6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1" y="6"/>
                    </a:lnTo>
                    <a:lnTo>
                      <a:pt x="2" y="16"/>
                    </a:lnTo>
                    <a:lnTo>
                      <a:pt x="2" y="23"/>
                    </a:lnTo>
                    <a:lnTo>
                      <a:pt x="2" y="18"/>
                    </a:lnTo>
                    <a:lnTo>
                      <a:pt x="2" y="17"/>
                    </a:lnTo>
                    <a:lnTo>
                      <a:pt x="2" y="26"/>
                    </a:lnTo>
                    <a:lnTo>
                      <a:pt x="2" y="34"/>
                    </a:lnTo>
                    <a:lnTo>
                      <a:pt x="2" y="42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3" y="50"/>
                    </a:lnTo>
                    <a:lnTo>
                      <a:pt x="3" y="59"/>
                    </a:lnTo>
                    <a:lnTo>
                      <a:pt x="3" y="67"/>
                    </a:lnTo>
                    <a:lnTo>
                      <a:pt x="3" y="62"/>
                    </a:lnTo>
                    <a:lnTo>
                      <a:pt x="3" y="58"/>
                    </a:lnTo>
                    <a:lnTo>
                      <a:pt x="3" y="62"/>
                    </a:lnTo>
                    <a:lnTo>
                      <a:pt x="3" y="59"/>
                    </a:lnTo>
                    <a:lnTo>
                      <a:pt x="3" y="53"/>
                    </a:lnTo>
                    <a:lnTo>
                      <a:pt x="3" y="53"/>
                    </a:lnTo>
                    <a:lnTo>
                      <a:pt x="4" y="48"/>
                    </a:lnTo>
                    <a:lnTo>
                      <a:pt x="4" y="41"/>
                    </a:lnTo>
                    <a:lnTo>
                      <a:pt x="4" y="49"/>
                    </a:lnTo>
                    <a:lnTo>
                      <a:pt x="4" y="54"/>
                    </a:lnTo>
                    <a:lnTo>
                      <a:pt x="4" y="43"/>
                    </a:lnTo>
                    <a:lnTo>
                      <a:pt x="4" y="35"/>
                    </a:lnTo>
                    <a:lnTo>
                      <a:pt x="5" y="38"/>
                    </a:lnTo>
                    <a:lnTo>
                      <a:pt x="5" y="32"/>
                    </a:lnTo>
                    <a:lnTo>
                      <a:pt x="5" y="17"/>
                    </a:lnTo>
                    <a:lnTo>
                      <a:pt x="5" y="13"/>
                    </a:lnTo>
                    <a:lnTo>
                      <a:pt x="5" y="20"/>
                    </a:lnTo>
                    <a:lnTo>
                      <a:pt x="5" y="13"/>
                    </a:lnTo>
                    <a:lnTo>
                      <a:pt x="5" y="0"/>
                    </a:lnTo>
                    <a:lnTo>
                      <a:pt x="5" y="2"/>
                    </a:lnTo>
                    <a:lnTo>
                      <a:pt x="5" y="8"/>
                    </a:lnTo>
                    <a:lnTo>
                      <a:pt x="6" y="10"/>
                    </a:lnTo>
                    <a:lnTo>
                      <a:pt x="6" y="19"/>
                    </a:lnTo>
                    <a:lnTo>
                      <a:pt x="6" y="24"/>
                    </a:lnTo>
                    <a:lnTo>
                      <a:pt x="6" y="16"/>
                    </a:lnTo>
                    <a:lnTo>
                      <a:pt x="6" y="16"/>
                    </a:lnTo>
                    <a:lnTo>
                      <a:pt x="6" y="28"/>
                    </a:lnTo>
                    <a:lnTo>
                      <a:pt x="7" y="35"/>
                    </a:lnTo>
                    <a:lnTo>
                      <a:pt x="7" y="33"/>
                    </a:lnTo>
                    <a:lnTo>
                      <a:pt x="7" y="32"/>
                    </a:lnTo>
                    <a:lnTo>
                      <a:pt x="7" y="40"/>
                    </a:lnTo>
                    <a:lnTo>
                      <a:pt x="7" y="4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00" name="Freeform 960"/>
              <p:cNvSpPr/>
              <p:nvPr/>
            </p:nvSpPr>
            <p:spPr bwMode="auto">
              <a:xfrm>
                <a:off x="2002" y="2961"/>
                <a:ext cx="6" cy="165"/>
              </a:xfrm>
              <a:custGeom>
                <a:avLst/>
                <a:gdLst>
                  <a:gd name="T0" fmla="*/ 0 w 6"/>
                  <a:gd name="T1" fmla="*/ 0 h 165"/>
                  <a:gd name="T2" fmla="*/ 0 w 6"/>
                  <a:gd name="T3" fmla="*/ 4 h 165"/>
                  <a:gd name="T4" fmla="*/ 0 w 6"/>
                  <a:gd name="T5" fmla="*/ 2 h 165"/>
                  <a:gd name="T6" fmla="*/ 0 w 6"/>
                  <a:gd name="T7" fmla="*/ 8 h 165"/>
                  <a:gd name="T8" fmla="*/ 0 w 6"/>
                  <a:gd name="T9" fmla="*/ 16 h 165"/>
                  <a:gd name="T10" fmla="*/ 0 w 6"/>
                  <a:gd name="T11" fmla="*/ 16 h 165"/>
                  <a:gd name="T12" fmla="*/ 1 w 6"/>
                  <a:gd name="T13" fmla="*/ 23 h 165"/>
                  <a:gd name="T14" fmla="*/ 1 w 6"/>
                  <a:gd name="T15" fmla="*/ 30 h 165"/>
                  <a:gd name="T16" fmla="*/ 1 w 6"/>
                  <a:gd name="T17" fmla="*/ 23 h 165"/>
                  <a:gd name="T18" fmla="*/ 1 w 6"/>
                  <a:gd name="T19" fmla="*/ 24 h 165"/>
                  <a:gd name="T20" fmla="*/ 1 w 6"/>
                  <a:gd name="T21" fmla="*/ 38 h 165"/>
                  <a:gd name="T22" fmla="*/ 1 w 6"/>
                  <a:gd name="T23" fmla="*/ 39 h 165"/>
                  <a:gd name="T24" fmla="*/ 1 w 6"/>
                  <a:gd name="T25" fmla="*/ 30 h 165"/>
                  <a:gd name="T26" fmla="*/ 1 w 6"/>
                  <a:gd name="T27" fmla="*/ 28 h 165"/>
                  <a:gd name="T28" fmla="*/ 1 w 6"/>
                  <a:gd name="T29" fmla="*/ 35 h 165"/>
                  <a:gd name="T30" fmla="*/ 2 w 6"/>
                  <a:gd name="T31" fmla="*/ 39 h 165"/>
                  <a:gd name="T32" fmla="*/ 2 w 6"/>
                  <a:gd name="T33" fmla="*/ 35 h 165"/>
                  <a:gd name="T34" fmla="*/ 2 w 6"/>
                  <a:gd name="T35" fmla="*/ 41 h 165"/>
                  <a:gd name="T36" fmla="*/ 2 w 6"/>
                  <a:gd name="T37" fmla="*/ 60 h 165"/>
                  <a:gd name="T38" fmla="*/ 2 w 6"/>
                  <a:gd name="T39" fmla="*/ 62 h 165"/>
                  <a:gd name="T40" fmla="*/ 2 w 6"/>
                  <a:gd name="T41" fmla="*/ 55 h 165"/>
                  <a:gd name="T42" fmla="*/ 2 w 6"/>
                  <a:gd name="T43" fmla="*/ 71 h 165"/>
                  <a:gd name="T44" fmla="*/ 3 w 6"/>
                  <a:gd name="T45" fmla="*/ 81 h 165"/>
                  <a:gd name="T46" fmla="*/ 3 w 6"/>
                  <a:gd name="T47" fmla="*/ 70 h 165"/>
                  <a:gd name="T48" fmla="*/ 3 w 6"/>
                  <a:gd name="T49" fmla="*/ 81 h 165"/>
                  <a:gd name="T50" fmla="*/ 3 w 6"/>
                  <a:gd name="T51" fmla="*/ 100 h 165"/>
                  <a:gd name="T52" fmla="*/ 3 w 6"/>
                  <a:gd name="T53" fmla="*/ 85 h 165"/>
                  <a:gd name="T54" fmla="*/ 3 w 6"/>
                  <a:gd name="T55" fmla="*/ 73 h 165"/>
                  <a:gd name="T56" fmla="*/ 3 w 6"/>
                  <a:gd name="T57" fmla="*/ 100 h 165"/>
                  <a:gd name="T58" fmla="*/ 3 w 6"/>
                  <a:gd name="T59" fmla="*/ 113 h 165"/>
                  <a:gd name="T60" fmla="*/ 3 w 6"/>
                  <a:gd name="T61" fmla="*/ 96 h 165"/>
                  <a:gd name="T62" fmla="*/ 4 w 6"/>
                  <a:gd name="T63" fmla="*/ 93 h 165"/>
                  <a:gd name="T64" fmla="*/ 4 w 6"/>
                  <a:gd name="T65" fmla="*/ 103 h 165"/>
                  <a:gd name="T66" fmla="*/ 4 w 6"/>
                  <a:gd name="T67" fmla="*/ 113 h 165"/>
                  <a:gd name="T68" fmla="*/ 4 w 6"/>
                  <a:gd name="T69" fmla="*/ 135 h 165"/>
                  <a:gd name="T70" fmla="*/ 4 w 6"/>
                  <a:gd name="T71" fmla="*/ 153 h 165"/>
                  <a:gd name="T72" fmla="*/ 4 w 6"/>
                  <a:gd name="T73" fmla="*/ 149 h 165"/>
                  <a:gd name="T74" fmla="*/ 5 w 6"/>
                  <a:gd name="T75" fmla="*/ 134 h 165"/>
                  <a:gd name="T76" fmla="*/ 5 w 6"/>
                  <a:gd name="T77" fmla="*/ 141 h 165"/>
                  <a:gd name="T78" fmla="*/ 5 w 6"/>
                  <a:gd name="T79" fmla="*/ 165 h 165"/>
                  <a:gd name="T80" fmla="*/ 5 w 6"/>
                  <a:gd name="T81" fmla="*/ 164 h 165"/>
                  <a:gd name="T82" fmla="*/ 5 w 6"/>
                  <a:gd name="T83" fmla="*/ 136 h 165"/>
                  <a:gd name="T84" fmla="*/ 5 w 6"/>
                  <a:gd name="T85" fmla="*/ 119 h 165"/>
                  <a:gd name="T86" fmla="*/ 5 w 6"/>
                  <a:gd name="T87" fmla="*/ 104 h 165"/>
                  <a:gd name="T88" fmla="*/ 5 w 6"/>
                  <a:gd name="T89" fmla="*/ 88 h 165"/>
                  <a:gd name="T90" fmla="*/ 5 w 6"/>
                  <a:gd name="T91" fmla="*/ 102 h 165"/>
                  <a:gd name="T92" fmla="*/ 6 w 6"/>
                  <a:gd name="T93" fmla="*/ 109 h 165"/>
                  <a:gd name="T94" fmla="*/ 6 w 6"/>
                  <a:gd name="T95" fmla="*/ 78 h 165"/>
                  <a:gd name="T96" fmla="*/ 6 w 6"/>
                  <a:gd name="T97" fmla="*/ 66 h 165"/>
                  <a:gd name="T98" fmla="*/ 6 w 6"/>
                  <a:gd name="T99" fmla="*/ 81 h 165"/>
                  <a:gd name="T100" fmla="*/ 6 w 6"/>
                  <a:gd name="T101" fmla="*/ 71 h 165"/>
                  <a:gd name="T102" fmla="*/ 6 w 6"/>
                  <a:gd name="T103" fmla="*/ 48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65">
                    <a:moveTo>
                      <a:pt x="0" y="0"/>
                    </a:moveTo>
                    <a:lnTo>
                      <a:pt x="0" y="4"/>
                    </a:lnTo>
                    <a:lnTo>
                      <a:pt x="0" y="2"/>
                    </a:lnTo>
                    <a:lnTo>
                      <a:pt x="0" y="8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1" y="23"/>
                    </a:lnTo>
                    <a:lnTo>
                      <a:pt x="1" y="30"/>
                    </a:lnTo>
                    <a:lnTo>
                      <a:pt x="1" y="23"/>
                    </a:lnTo>
                    <a:lnTo>
                      <a:pt x="1" y="24"/>
                    </a:lnTo>
                    <a:lnTo>
                      <a:pt x="1" y="38"/>
                    </a:lnTo>
                    <a:lnTo>
                      <a:pt x="1" y="39"/>
                    </a:lnTo>
                    <a:lnTo>
                      <a:pt x="1" y="30"/>
                    </a:lnTo>
                    <a:lnTo>
                      <a:pt x="1" y="28"/>
                    </a:lnTo>
                    <a:lnTo>
                      <a:pt x="1" y="35"/>
                    </a:lnTo>
                    <a:lnTo>
                      <a:pt x="2" y="39"/>
                    </a:lnTo>
                    <a:lnTo>
                      <a:pt x="2" y="35"/>
                    </a:lnTo>
                    <a:lnTo>
                      <a:pt x="2" y="41"/>
                    </a:lnTo>
                    <a:lnTo>
                      <a:pt x="2" y="60"/>
                    </a:lnTo>
                    <a:lnTo>
                      <a:pt x="2" y="62"/>
                    </a:lnTo>
                    <a:lnTo>
                      <a:pt x="2" y="55"/>
                    </a:lnTo>
                    <a:lnTo>
                      <a:pt x="2" y="71"/>
                    </a:lnTo>
                    <a:lnTo>
                      <a:pt x="3" y="81"/>
                    </a:lnTo>
                    <a:lnTo>
                      <a:pt x="3" y="70"/>
                    </a:lnTo>
                    <a:lnTo>
                      <a:pt x="3" y="81"/>
                    </a:lnTo>
                    <a:lnTo>
                      <a:pt x="3" y="100"/>
                    </a:lnTo>
                    <a:lnTo>
                      <a:pt x="3" y="85"/>
                    </a:lnTo>
                    <a:lnTo>
                      <a:pt x="3" y="73"/>
                    </a:lnTo>
                    <a:lnTo>
                      <a:pt x="3" y="100"/>
                    </a:lnTo>
                    <a:lnTo>
                      <a:pt x="3" y="113"/>
                    </a:lnTo>
                    <a:lnTo>
                      <a:pt x="3" y="96"/>
                    </a:lnTo>
                    <a:lnTo>
                      <a:pt x="4" y="93"/>
                    </a:lnTo>
                    <a:lnTo>
                      <a:pt x="4" y="103"/>
                    </a:lnTo>
                    <a:lnTo>
                      <a:pt x="4" y="113"/>
                    </a:lnTo>
                    <a:lnTo>
                      <a:pt x="4" y="135"/>
                    </a:lnTo>
                    <a:lnTo>
                      <a:pt x="4" y="153"/>
                    </a:lnTo>
                    <a:lnTo>
                      <a:pt x="4" y="149"/>
                    </a:lnTo>
                    <a:lnTo>
                      <a:pt x="5" y="134"/>
                    </a:lnTo>
                    <a:lnTo>
                      <a:pt x="5" y="141"/>
                    </a:lnTo>
                    <a:lnTo>
                      <a:pt x="5" y="165"/>
                    </a:lnTo>
                    <a:lnTo>
                      <a:pt x="5" y="164"/>
                    </a:lnTo>
                    <a:lnTo>
                      <a:pt x="5" y="136"/>
                    </a:lnTo>
                    <a:lnTo>
                      <a:pt x="5" y="119"/>
                    </a:lnTo>
                    <a:lnTo>
                      <a:pt x="5" y="104"/>
                    </a:lnTo>
                    <a:lnTo>
                      <a:pt x="5" y="88"/>
                    </a:lnTo>
                    <a:lnTo>
                      <a:pt x="5" y="102"/>
                    </a:lnTo>
                    <a:lnTo>
                      <a:pt x="6" y="109"/>
                    </a:lnTo>
                    <a:lnTo>
                      <a:pt x="6" y="78"/>
                    </a:lnTo>
                    <a:lnTo>
                      <a:pt x="6" y="66"/>
                    </a:lnTo>
                    <a:lnTo>
                      <a:pt x="6" y="81"/>
                    </a:lnTo>
                    <a:lnTo>
                      <a:pt x="6" y="71"/>
                    </a:lnTo>
                    <a:lnTo>
                      <a:pt x="6" y="4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01" name="Freeform 961"/>
              <p:cNvSpPr/>
              <p:nvPr/>
            </p:nvSpPr>
            <p:spPr bwMode="auto">
              <a:xfrm>
                <a:off x="2008" y="2897"/>
                <a:ext cx="7" cy="135"/>
              </a:xfrm>
              <a:custGeom>
                <a:avLst/>
                <a:gdLst>
                  <a:gd name="T0" fmla="*/ 0 w 7"/>
                  <a:gd name="T1" fmla="*/ 135 h 135"/>
                  <a:gd name="T2" fmla="*/ 0 w 7"/>
                  <a:gd name="T3" fmla="*/ 112 h 135"/>
                  <a:gd name="T4" fmla="*/ 0 w 7"/>
                  <a:gd name="T5" fmla="*/ 100 h 135"/>
                  <a:gd name="T6" fmla="*/ 0 w 7"/>
                  <a:gd name="T7" fmla="*/ 86 h 135"/>
                  <a:gd name="T8" fmla="*/ 0 w 7"/>
                  <a:gd name="T9" fmla="*/ 68 h 135"/>
                  <a:gd name="T10" fmla="*/ 1 w 7"/>
                  <a:gd name="T11" fmla="*/ 52 h 135"/>
                  <a:gd name="T12" fmla="*/ 1 w 7"/>
                  <a:gd name="T13" fmla="*/ 45 h 135"/>
                  <a:gd name="T14" fmla="*/ 1 w 7"/>
                  <a:gd name="T15" fmla="*/ 44 h 135"/>
                  <a:gd name="T16" fmla="*/ 1 w 7"/>
                  <a:gd name="T17" fmla="*/ 29 h 135"/>
                  <a:gd name="T18" fmla="*/ 1 w 7"/>
                  <a:gd name="T19" fmla="*/ 18 h 135"/>
                  <a:gd name="T20" fmla="*/ 1 w 7"/>
                  <a:gd name="T21" fmla="*/ 32 h 135"/>
                  <a:gd name="T22" fmla="*/ 2 w 7"/>
                  <a:gd name="T23" fmla="*/ 33 h 135"/>
                  <a:gd name="T24" fmla="*/ 2 w 7"/>
                  <a:gd name="T25" fmla="*/ 15 h 135"/>
                  <a:gd name="T26" fmla="*/ 2 w 7"/>
                  <a:gd name="T27" fmla="*/ 22 h 135"/>
                  <a:gd name="T28" fmla="*/ 2 w 7"/>
                  <a:gd name="T29" fmla="*/ 35 h 135"/>
                  <a:gd name="T30" fmla="*/ 2 w 7"/>
                  <a:gd name="T31" fmla="*/ 26 h 135"/>
                  <a:gd name="T32" fmla="*/ 2 w 7"/>
                  <a:gd name="T33" fmla="*/ 22 h 135"/>
                  <a:gd name="T34" fmla="*/ 2 w 7"/>
                  <a:gd name="T35" fmla="*/ 35 h 135"/>
                  <a:gd name="T36" fmla="*/ 2 w 7"/>
                  <a:gd name="T37" fmla="*/ 43 h 135"/>
                  <a:gd name="T38" fmla="*/ 2 w 7"/>
                  <a:gd name="T39" fmla="*/ 37 h 135"/>
                  <a:gd name="T40" fmla="*/ 3 w 7"/>
                  <a:gd name="T41" fmla="*/ 33 h 135"/>
                  <a:gd name="T42" fmla="*/ 3 w 7"/>
                  <a:gd name="T43" fmla="*/ 41 h 135"/>
                  <a:gd name="T44" fmla="*/ 3 w 7"/>
                  <a:gd name="T45" fmla="*/ 47 h 135"/>
                  <a:gd name="T46" fmla="*/ 3 w 7"/>
                  <a:gd name="T47" fmla="*/ 42 h 135"/>
                  <a:gd name="T48" fmla="*/ 3 w 7"/>
                  <a:gd name="T49" fmla="*/ 46 h 135"/>
                  <a:gd name="T50" fmla="*/ 3 w 7"/>
                  <a:gd name="T51" fmla="*/ 60 h 135"/>
                  <a:gd name="T52" fmla="*/ 4 w 7"/>
                  <a:gd name="T53" fmla="*/ 59 h 135"/>
                  <a:gd name="T54" fmla="*/ 4 w 7"/>
                  <a:gd name="T55" fmla="*/ 51 h 135"/>
                  <a:gd name="T56" fmla="*/ 4 w 7"/>
                  <a:gd name="T57" fmla="*/ 54 h 135"/>
                  <a:gd name="T58" fmla="*/ 4 w 7"/>
                  <a:gd name="T59" fmla="*/ 57 h 135"/>
                  <a:gd name="T60" fmla="*/ 4 w 7"/>
                  <a:gd name="T61" fmla="*/ 54 h 135"/>
                  <a:gd name="T62" fmla="*/ 4 w 7"/>
                  <a:gd name="T63" fmla="*/ 60 h 135"/>
                  <a:gd name="T64" fmla="*/ 4 w 7"/>
                  <a:gd name="T65" fmla="*/ 57 h 135"/>
                  <a:gd name="T66" fmla="*/ 4 w 7"/>
                  <a:gd name="T67" fmla="*/ 29 h 135"/>
                  <a:gd name="T68" fmla="*/ 4 w 7"/>
                  <a:gd name="T69" fmla="*/ 9 h 135"/>
                  <a:gd name="T70" fmla="*/ 4 w 7"/>
                  <a:gd name="T71" fmla="*/ 16 h 135"/>
                  <a:gd name="T72" fmla="*/ 5 w 7"/>
                  <a:gd name="T73" fmla="*/ 24 h 135"/>
                  <a:gd name="T74" fmla="*/ 5 w 7"/>
                  <a:gd name="T75" fmla="*/ 24 h 135"/>
                  <a:gd name="T76" fmla="*/ 5 w 7"/>
                  <a:gd name="T77" fmla="*/ 18 h 135"/>
                  <a:gd name="T78" fmla="*/ 5 w 7"/>
                  <a:gd name="T79" fmla="*/ 5 h 135"/>
                  <a:gd name="T80" fmla="*/ 5 w 7"/>
                  <a:gd name="T81" fmla="*/ 0 h 135"/>
                  <a:gd name="T82" fmla="*/ 5 w 7"/>
                  <a:gd name="T83" fmla="*/ 10 h 135"/>
                  <a:gd name="T84" fmla="*/ 5 w 7"/>
                  <a:gd name="T85" fmla="*/ 21 h 135"/>
                  <a:gd name="T86" fmla="*/ 5 w 7"/>
                  <a:gd name="T87" fmla="*/ 25 h 135"/>
                  <a:gd name="T88" fmla="*/ 5 w 7"/>
                  <a:gd name="T89" fmla="*/ 23 h 135"/>
                  <a:gd name="T90" fmla="*/ 6 w 7"/>
                  <a:gd name="T91" fmla="*/ 19 h 135"/>
                  <a:gd name="T92" fmla="*/ 6 w 7"/>
                  <a:gd name="T93" fmla="*/ 21 h 135"/>
                  <a:gd name="T94" fmla="*/ 6 w 7"/>
                  <a:gd name="T95" fmla="*/ 21 h 135"/>
                  <a:gd name="T96" fmla="*/ 6 w 7"/>
                  <a:gd name="T97" fmla="*/ 20 h 135"/>
                  <a:gd name="T98" fmla="*/ 6 w 7"/>
                  <a:gd name="T99" fmla="*/ 31 h 135"/>
                  <a:gd name="T100" fmla="*/ 6 w 7"/>
                  <a:gd name="T101" fmla="*/ 39 h 135"/>
                  <a:gd name="T102" fmla="*/ 7 w 7"/>
                  <a:gd name="T103" fmla="*/ 3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35">
                    <a:moveTo>
                      <a:pt x="0" y="135"/>
                    </a:moveTo>
                    <a:lnTo>
                      <a:pt x="0" y="112"/>
                    </a:lnTo>
                    <a:lnTo>
                      <a:pt x="0" y="100"/>
                    </a:lnTo>
                    <a:lnTo>
                      <a:pt x="0" y="86"/>
                    </a:lnTo>
                    <a:lnTo>
                      <a:pt x="0" y="68"/>
                    </a:lnTo>
                    <a:lnTo>
                      <a:pt x="1" y="52"/>
                    </a:lnTo>
                    <a:lnTo>
                      <a:pt x="1" y="45"/>
                    </a:lnTo>
                    <a:lnTo>
                      <a:pt x="1" y="44"/>
                    </a:lnTo>
                    <a:lnTo>
                      <a:pt x="1" y="29"/>
                    </a:lnTo>
                    <a:lnTo>
                      <a:pt x="1" y="18"/>
                    </a:lnTo>
                    <a:lnTo>
                      <a:pt x="1" y="32"/>
                    </a:lnTo>
                    <a:lnTo>
                      <a:pt x="2" y="33"/>
                    </a:lnTo>
                    <a:lnTo>
                      <a:pt x="2" y="15"/>
                    </a:lnTo>
                    <a:lnTo>
                      <a:pt x="2" y="22"/>
                    </a:lnTo>
                    <a:lnTo>
                      <a:pt x="2" y="35"/>
                    </a:lnTo>
                    <a:lnTo>
                      <a:pt x="2" y="26"/>
                    </a:lnTo>
                    <a:lnTo>
                      <a:pt x="2" y="22"/>
                    </a:lnTo>
                    <a:lnTo>
                      <a:pt x="2" y="35"/>
                    </a:lnTo>
                    <a:lnTo>
                      <a:pt x="2" y="43"/>
                    </a:lnTo>
                    <a:lnTo>
                      <a:pt x="2" y="37"/>
                    </a:lnTo>
                    <a:lnTo>
                      <a:pt x="3" y="33"/>
                    </a:lnTo>
                    <a:lnTo>
                      <a:pt x="3" y="41"/>
                    </a:lnTo>
                    <a:lnTo>
                      <a:pt x="3" y="47"/>
                    </a:lnTo>
                    <a:lnTo>
                      <a:pt x="3" y="42"/>
                    </a:lnTo>
                    <a:lnTo>
                      <a:pt x="3" y="46"/>
                    </a:lnTo>
                    <a:lnTo>
                      <a:pt x="3" y="60"/>
                    </a:lnTo>
                    <a:lnTo>
                      <a:pt x="4" y="59"/>
                    </a:lnTo>
                    <a:lnTo>
                      <a:pt x="4" y="51"/>
                    </a:lnTo>
                    <a:lnTo>
                      <a:pt x="4" y="54"/>
                    </a:lnTo>
                    <a:lnTo>
                      <a:pt x="4" y="57"/>
                    </a:lnTo>
                    <a:lnTo>
                      <a:pt x="4" y="54"/>
                    </a:lnTo>
                    <a:lnTo>
                      <a:pt x="4" y="60"/>
                    </a:lnTo>
                    <a:lnTo>
                      <a:pt x="4" y="57"/>
                    </a:lnTo>
                    <a:lnTo>
                      <a:pt x="4" y="29"/>
                    </a:lnTo>
                    <a:lnTo>
                      <a:pt x="4" y="9"/>
                    </a:lnTo>
                    <a:lnTo>
                      <a:pt x="4" y="16"/>
                    </a:lnTo>
                    <a:lnTo>
                      <a:pt x="5" y="24"/>
                    </a:lnTo>
                    <a:lnTo>
                      <a:pt x="5" y="24"/>
                    </a:lnTo>
                    <a:lnTo>
                      <a:pt x="5" y="18"/>
                    </a:lnTo>
                    <a:lnTo>
                      <a:pt x="5" y="5"/>
                    </a:lnTo>
                    <a:lnTo>
                      <a:pt x="5" y="0"/>
                    </a:lnTo>
                    <a:lnTo>
                      <a:pt x="5" y="10"/>
                    </a:lnTo>
                    <a:lnTo>
                      <a:pt x="5" y="21"/>
                    </a:lnTo>
                    <a:lnTo>
                      <a:pt x="5" y="25"/>
                    </a:lnTo>
                    <a:lnTo>
                      <a:pt x="5" y="23"/>
                    </a:lnTo>
                    <a:lnTo>
                      <a:pt x="6" y="19"/>
                    </a:lnTo>
                    <a:lnTo>
                      <a:pt x="6" y="21"/>
                    </a:lnTo>
                    <a:lnTo>
                      <a:pt x="6" y="21"/>
                    </a:lnTo>
                    <a:lnTo>
                      <a:pt x="6" y="20"/>
                    </a:lnTo>
                    <a:lnTo>
                      <a:pt x="6" y="31"/>
                    </a:lnTo>
                    <a:lnTo>
                      <a:pt x="6" y="39"/>
                    </a:lnTo>
                    <a:lnTo>
                      <a:pt x="7" y="3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02" name="Freeform 962"/>
              <p:cNvSpPr/>
              <p:nvPr/>
            </p:nvSpPr>
            <p:spPr bwMode="auto">
              <a:xfrm>
                <a:off x="2014" y="2925"/>
                <a:ext cx="7" cy="52"/>
              </a:xfrm>
              <a:custGeom>
                <a:avLst/>
                <a:gdLst>
                  <a:gd name="T0" fmla="*/ 0 w 7"/>
                  <a:gd name="T1" fmla="*/ 11 h 52"/>
                  <a:gd name="T2" fmla="*/ 1 w 7"/>
                  <a:gd name="T3" fmla="*/ 2 h 52"/>
                  <a:gd name="T4" fmla="*/ 1 w 7"/>
                  <a:gd name="T5" fmla="*/ 0 h 52"/>
                  <a:gd name="T6" fmla="*/ 1 w 7"/>
                  <a:gd name="T7" fmla="*/ 12 h 52"/>
                  <a:gd name="T8" fmla="*/ 1 w 7"/>
                  <a:gd name="T9" fmla="*/ 25 h 52"/>
                  <a:gd name="T10" fmla="*/ 1 w 7"/>
                  <a:gd name="T11" fmla="*/ 37 h 52"/>
                  <a:gd name="T12" fmla="*/ 1 w 7"/>
                  <a:gd name="T13" fmla="*/ 41 h 52"/>
                  <a:gd name="T14" fmla="*/ 1 w 7"/>
                  <a:gd name="T15" fmla="*/ 40 h 52"/>
                  <a:gd name="T16" fmla="*/ 1 w 7"/>
                  <a:gd name="T17" fmla="*/ 44 h 52"/>
                  <a:gd name="T18" fmla="*/ 1 w 7"/>
                  <a:gd name="T19" fmla="*/ 52 h 52"/>
                  <a:gd name="T20" fmla="*/ 2 w 7"/>
                  <a:gd name="T21" fmla="*/ 52 h 52"/>
                  <a:gd name="T22" fmla="*/ 2 w 7"/>
                  <a:gd name="T23" fmla="*/ 43 h 52"/>
                  <a:gd name="T24" fmla="*/ 2 w 7"/>
                  <a:gd name="T25" fmla="*/ 29 h 52"/>
                  <a:gd name="T26" fmla="*/ 2 w 7"/>
                  <a:gd name="T27" fmla="*/ 26 h 52"/>
                  <a:gd name="T28" fmla="*/ 2 w 7"/>
                  <a:gd name="T29" fmla="*/ 30 h 52"/>
                  <a:gd name="T30" fmla="*/ 2 w 7"/>
                  <a:gd name="T31" fmla="*/ 26 h 52"/>
                  <a:gd name="T32" fmla="*/ 3 w 7"/>
                  <a:gd name="T33" fmla="*/ 19 h 52"/>
                  <a:gd name="T34" fmla="*/ 3 w 7"/>
                  <a:gd name="T35" fmla="*/ 19 h 52"/>
                  <a:gd name="T36" fmla="*/ 3 w 7"/>
                  <a:gd name="T37" fmla="*/ 24 h 52"/>
                  <a:gd name="T38" fmla="*/ 3 w 7"/>
                  <a:gd name="T39" fmla="*/ 32 h 52"/>
                  <a:gd name="T40" fmla="*/ 3 w 7"/>
                  <a:gd name="T41" fmla="*/ 38 h 52"/>
                  <a:gd name="T42" fmla="*/ 3 w 7"/>
                  <a:gd name="T43" fmla="*/ 30 h 52"/>
                  <a:gd name="T44" fmla="*/ 3 w 7"/>
                  <a:gd name="T45" fmla="*/ 23 h 52"/>
                  <a:gd name="T46" fmla="*/ 3 w 7"/>
                  <a:gd name="T47" fmla="*/ 25 h 52"/>
                  <a:gd name="T48" fmla="*/ 3 w 7"/>
                  <a:gd name="T49" fmla="*/ 19 h 52"/>
                  <a:gd name="T50" fmla="*/ 4 w 7"/>
                  <a:gd name="T51" fmla="*/ 6 h 52"/>
                  <a:gd name="T52" fmla="*/ 4 w 7"/>
                  <a:gd name="T53" fmla="*/ 9 h 52"/>
                  <a:gd name="T54" fmla="*/ 4 w 7"/>
                  <a:gd name="T55" fmla="*/ 18 h 52"/>
                  <a:gd name="T56" fmla="*/ 4 w 7"/>
                  <a:gd name="T57" fmla="*/ 15 h 52"/>
                  <a:gd name="T58" fmla="*/ 4 w 7"/>
                  <a:gd name="T59" fmla="*/ 7 h 52"/>
                  <a:gd name="T60" fmla="*/ 4 w 7"/>
                  <a:gd name="T61" fmla="*/ 6 h 52"/>
                  <a:gd name="T62" fmla="*/ 4 w 7"/>
                  <a:gd name="T63" fmla="*/ 10 h 52"/>
                  <a:gd name="T64" fmla="*/ 4 w 7"/>
                  <a:gd name="T65" fmla="*/ 14 h 52"/>
                  <a:gd name="T66" fmla="*/ 4 w 7"/>
                  <a:gd name="T67" fmla="*/ 22 h 52"/>
                  <a:gd name="T68" fmla="*/ 5 w 7"/>
                  <a:gd name="T69" fmla="*/ 22 h 52"/>
                  <a:gd name="T70" fmla="*/ 5 w 7"/>
                  <a:gd name="T71" fmla="*/ 15 h 52"/>
                  <a:gd name="T72" fmla="*/ 5 w 7"/>
                  <a:gd name="T73" fmla="*/ 16 h 52"/>
                  <a:gd name="T74" fmla="*/ 5 w 7"/>
                  <a:gd name="T75" fmla="*/ 26 h 52"/>
                  <a:gd name="T76" fmla="*/ 5 w 7"/>
                  <a:gd name="T77" fmla="*/ 30 h 52"/>
                  <a:gd name="T78" fmla="*/ 5 w 7"/>
                  <a:gd name="T79" fmla="*/ 27 h 52"/>
                  <a:gd name="T80" fmla="*/ 6 w 7"/>
                  <a:gd name="T81" fmla="*/ 25 h 52"/>
                  <a:gd name="T82" fmla="*/ 6 w 7"/>
                  <a:gd name="T83" fmla="*/ 25 h 52"/>
                  <a:gd name="T84" fmla="*/ 6 w 7"/>
                  <a:gd name="T85" fmla="*/ 21 h 52"/>
                  <a:gd name="T86" fmla="*/ 6 w 7"/>
                  <a:gd name="T87" fmla="*/ 9 h 52"/>
                  <a:gd name="T88" fmla="*/ 6 w 7"/>
                  <a:gd name="T89" fmla="*/ 1 h 52"/>
                  <a:gd name="T90" fmla="*/ 6 w 7"/>
                  <a:gd name="T91" fmla="*/ 7 h 52"/>
                  <a:gd name="T92" fmla="*/ 6 w 7"/>
                  <a:gd name="T93" fmla="*/ 14 h 52"/>
                  <a:gd name="T94" fmla="*/ 6 w 7"/>
                  <a:gd name="T95" fmla="*/ 11 h 52"/>
                  <a:gd name="T96" fmla="*/ 6 w 7"/>
                  <a:gd name="T97" fmla="*/ 6 h 52"/>
                  <a:gd name="T98" fmla="*/ 7 w 7"/>
                  <a:gd name="T99" fmla="*/ 8 h 52"/>
                  <a:gd name="T100" fmla="*/ 7 w 7"/>
                  <a:gd name="T101" fmla="*/ 15 h 52"/>
                  <a:gd name="T102" fmla="*/ 7 w 7"/>
                  <a:gd name="T103" fmla="*/ 17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52">
                    <a:moveTo>
                      <a:pt x="0" y="11"/>
                    </a:moveTo>
                    <a:lnTo>
                      <a:pt x="1" y="2"/>
                    </a:lnTo>
                    <a:lnTo>
                      <a:pt x="1" y="0"/>
                    </a:lnTo>
                    <a:lnTo>
                      <a:pt x="1" y="12"/>
                    </a:lnTo>
                    <a:lnTo>
                      <a:pt x="1" y="25"/>
                    </a:lnTo>
                    <a:lnTo>
                      <a:pt x="1" y="37"/>
                    </a:lnTo>
                    <a:lnTo>
                      <a:pt x="1" y="41"/>
                    </a:lnTo>
                    <a:lnTo>
                      <a:pt x="1" y="40"/>
                    </a:lnTo>
                    <a:lnTo>
                      <a:pt x="1" y="44"/>
                    </a:lnTo>
                    <a:lnTo>
                      <a:pt x="1" y="52"/>
                    </a:lnTo>
                    <a:lnTo>
                      <a:pt x="2" y="52"/>
                    </a:lnTo>
                    <a:lnTo>
                      <a:pt x="2" y="43"/>
                    </a:lnTo>
                    <a:lnTo>
                      <a:pt x="2" y="29"/>
                    </a:lnTo>
                    <a:lnTo>
                      <a:pt x="2" y="26"/>
                    </a:lnTo>
                    <a:lnTo>
                      <a:pt x="2" y="30"/>
                    </a:lnTo>
                    <a:lnTo>
                      <a:pt x="2" y="26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24"/>
                    </a:lnTo>
                    <a:lnTo>
                      <a:pt x="3" y="32"/>
                    </a:lnTo>
                    <a:lnTo>
                      <a:pt x="3" y="38"/>
                    </a:lnTo>
                    <a:lnTo>
                      <a:pt x="3" y="30"/>
                    </a:lnTo>
                    <a:lnTo>
                      <a:pt x="3" y="23"/>
                    </a:lnTo>
                    <a:lnTo>
                      <a:pt x="3" y="25"/>
                    </a:lnTo>
                    <a:lnTo>
                      <a:pt x="3" y="19"/>
                    </a:lnTo>
                    <a:lnTo>
                      <a:pt x="4" y="6"/>
                    </a:lnTo>
                    <a:lnTo>
                      <a:pt x="4" y="9"/>
                    </a:lnTo>
                    <a:lnTo>
                      <a:pt x="4" y="18"/>
                    </a:lnTo>
                    <a:lnTo>
                      <a:pt x="4" y="15"/>
                    </a:lnTo>
                    <a:lnTo>
                      <a:pt x="4" y="7"/>
                    </a:lnTo>
                    <a:lnTo>
                      <a:pt x="4" y="6"/>
                    </a:lnTo>
                    <a:lnTo>
                      <a:pt x="4" y="10"/>
                    </a:lnTo>
                    <a:lnTo>
                      <a:pt x="4" y="14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15"/>
                    </a:lnTo>
                    <a:lnTo>
                      <a:pt x="5" y="16"/>
                    </a:lnTo>
                    <a:lnTo>
                      <a:pt x="5" y="26"/>
                    </a:lnTo>
                    <a:lnTo>
                      <a:pt x="5" y="30"/>
                    </a:lnTo>
                    <a:lnTo>
                      <a:pt x="5" y="27"/>
                    </a:lnTo>
                    <a:lnTo>
                      <a:pt x="6" y="25"/>
                    </a:lnTo>
                    <a:lnTo>
                      <a:pt x="6" y="25"/>
                    </a:lnTo>
                    <a:lnTo>
                      <a:pt x="6" y="21"/>
                    </a:lnTo>
                    <a:lnTo>
                      <a:pt x="6" y="9"/>
                    </a:lnTo>
                    <a:lnTo>
                      <a:pt x="6" y="1"/>
                    </a:lnTo>
                    <a:lnTo>
                      <a:pt x="6" y="7"/>
                    </a:lnTo>
                    <a:lnTo>
                      <a:pt x="6" y="14"/>
                    </a:lnTo>
                    <a:lnTo>
                      <a:pt x="6" y="11"/>
                    </a:lnTo>
                    <a:lnTo>
                      <a:pt x="6" y="6"/>
                    </a:lnTo>
                    <a:lnTo>
                      <a:pt x="7" y="8"/>
                    </a:lnTo>
                    <a:lnTo>
                      <a:pt x="7" y="15"/>
                    </a:lnTo>
                    <a:lnTo>
                      <a:pt x="7" y="1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03" name="Freeform 963"/>
              <p:cNvSpPr/>
              <p:nvPr/>
            </p:nvSpPr>
            <p:spPr bwMode="auto">
              <a:xfrm>
                <a:off x="2021" y="2905"/>
                <a:ext cx="6" cy="69"/>
              </a:xfrm>
              <a:custGeom>
                <a:avLst/>
                <a:gdLst>
                  <a:gd name="T0" fmla="*/ 0 w 6"/>
                  <a:gd name="T1" fmla="*/ 35 h 69"/>
                  <a:gd name="T2" fmla="*/ 0 w 6"/>
                  <a:gd name="T3" fmla="*/ 37 h 69"/>
                  <a:gd name="T4" fmla="*/ 0 w 6"/>
                  <a:gd name="T5" fmla="*/ 34 h 69"/>
                  <a:gd name="T6" fmla="*/ 0 w 6"/>
                  <a:gd name="T7" fmla="*/ 26 h 69"/>
                  <a:gd name="T8" fmla="*/ 0 w 6"/>
                  <a:gd name="T9" fmla="*/ 12 h 69"/>
                  <a:gd name="T10" fmla="*/ 0 w 6"/>
                  <a:gd name="T11" fmla="*/ 2 h 69"/>
                  <a:gd name="T12" fmla="*/ 1 w 6"/>
                  <a:gd name="T13" fmla="*/ 7 h 69"/>
                  <a:gd name="T14" fmla="*/ 1 w 6"/>
                  <a:gd name="T15" fmla="*/ 9 h 69"/>
                  <a:gd name="T16" fmla="*/ 1 w 6"/>
                  <a:gd name="T17" fmla="*/ 0 h 69"/>
                  <a:gd name="T18" fmla="*/ 1 w 6"/>
                  <a:gd name="T19" fmla="*/ 5 h 69"/>
                  <a:gd name="T20" fmla="*/ 1 w 6"/>
                  <a:gd name="T21" fmla="*/ 23 h 69"/>
                  <a:gd name="T22" fmla="*/ 1 w 6"/>
                  <a:gd name="T23" fmla="*/ 23 h 69"/>
                  <a:gd name="T24" fmla="*/ 1 w 6"/>
                  <a:gd name="T25" fmla="*/ 18 h 69"/>
                  <a:gd name="T26" fmla="*/ 1 w 6"/>
                  <a:gd name="T27" fmla="*/ 27 h 69"/>
                  <a:gd name="T28" fmla="*/ 1 w 6"/>
                  <a:gd name="T29" fmla="*/ 35 h 69"/>
                  <a:gd name="T30" fmla="*/ 2 w 6"/>
                  <a:gd name="T31" fmla="*/ 32 h 69"/>
                  <a:gd name="T32" fmla="*/ 2 w 6"/>
                  <a:gd name="T33" fmla="*/ 29 h 69"/>
                  <a:gd name="T34" fmla="*/ 2 w 6"/>
                  <a:gd name="T35" fmla="*/ 29 h 69"/>
                  <a:gd name="T36" fmla="*/ 2 w 6"/>
                  <a:gd name="T37" fmla="*/ 26 h 69"/>
                  <a:gd name="T38" fmla="*/ 2 w 6"/>
                  <a:gd name="T39" fmla="*/ 23 h 69"/>
                  <a:gd name="T40" fmla="*/ 2 w 6"/>
                  <a:gd name="T41" fmla="*/ 30 h 69"/>
                  <a:gd name="T42" fmla="*/ 2 w 6"/>
                  <a:gd name="T43" fmla="*/ 37 h 69"/>
                  <a:gd name="T44" fmla="*/ 2 w 6"/>
                  <a:gd name="T45" fmla="*/ 32 h 69"/>
                  <a:gd name="T46" fmla="*/ 2 w 6"/>
                  <a:gd name="T47" fmla="*/ 35 h 69"/>
                  <a:gd name="T48" fmla="*/ 3 w 6"/>
                  <a:gd name="T49" fmla="*/ 49 h 69"/>
                  <a:gd name="T50" fmla="*/ 3 w 6"/>
                  <a:gd name="T51" fmla="*/ 53 h 69"/>
                  <a:gd name="T52" fmla="*/ 3 w 6"/>
                  <a:gd name="T53" fmla="*/ 54 h 69"/>
                  <a:gd name="T54" fmla="*/ 3 w 6"/>
                  <a:gd name="T55" fmla="*/ 62 h 69"/>
                  <a:gd name="T56" fmla="*/ 3 w 6"/>
                  <a:gd name="T57" fmla="*/ 66 h 69"/>
                  <a:gd name="T58" fmla="*/ 3 w 6"/>
                  <a:gd name="T59" fmla="*/ 66 h 69"/>
                  <a:gd name="T60" fmla="*/ 4 w 6"/>
                  <a:gd name="T61" fmla="*/ 69 h 69"/>
                  <a:gd name="T62" fmla="*/ 4 w 6"/>
                  <a:gd name="T63" fmla="*/ 64 h 69"/>
                  <a:gd name="T64" fmla="*/ 4 w 6"/>
                  <a:gd name="T65" fmla="*/ 55 h 69"/>
                  <a:gd name="T66" fmla="*/ 4 w 6"/>
                  <a:gd name="T67" fmla="*/ 57 h 69"/>
                  <a:gd name="T68" fmla="*/ 4 w 6"/>
                  <a:gd name="T69" fmla="*/ 63 h 69"/>
                  <a:gd name="T70" fmla="*/ 4 w 6"/>
                  <a:gd name="T71" fmla="*/ 54 h 69"/>
                  <a:gd name="T72" fmla="*/ 4 w 6"/>
                  <a:gd name="T73" fmla="*/ 42 h 69"/>
                  <a:gd name="T74" fmla="*/ 4 w 6"/>
                  <a:gd name="T75" fmla="*/ 45 h 69"/>
                  <a:gd name="T76" fmla="*/ 4 w 6"/>
                  <a:gd name="T77" fmla="*/ 51 h 69"/>
                  <a:gd name="T78" fmla="*/ 5 w 6"/>
                  <a:gd name="T79" fmla="*/ 47 h 69"/>
                  <a:gd name="T80" fmla="*/ 5 w 6"/>
                  <a:gd name="T81" fmla="*/ 47 h 69"/>
                  <a:gd name="T82" fmla="*/ 5 w 6"/>
                  <a:gd name="T83" fmla="*/ 57 h 69"/>
                  <a:gd name="T84" fmla="*/ 5 w 6"/>
                  <a:gd name="T85" fmla="*/ 58 h 69"/>
                  <a:gd name="T86" fmla="*/ 5 w 6"/>
                  <a:gd name="T87" fmla="*/ 50 h 69"/>
                  <a:gd name="T88" fmla="*/ 5 w 6"/>
                  <a:gd name="T89" fmla="*/ 52 h 69"/>
                  <a:gd name="T90" fmla="*/ 6 w 6"/>
                  <a:gd name="T91" fmla="*/ 60 h 69"/>
                  <a:gd name="T92" fmla="*/ 6 w 6"/>
                  <a:gd name="T93" fmla="*/ 58 h 69"/>
                  <a:gd name="T94" fmla="*/ 6 w 6"/>
                  <a:gd name="T95" fmla="*/ 46 h 69"/>
                  <a:gd name="T96" fmla="*/ 6 w 6"/>
                  <a:gd name="T97" fmla="*/ 45 h 69"/>
                  <a:gd name="T98" fmla="*/ 6 w 6"/>
                  <a:gd name="T99" fmla="*/ 53 h 69"/>
                  <a:gd name="T100" fmla="*/ 6 w 6"/>
                  <a:gd name="T101" fmla="*/ 57 h 69"/>
                  <a:gd name="T102" fmla="*/ 6 w 6"/>
                  <a:gd name="T103" fmla="*/ 5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69">
                    <a:moveTo>
                      <a:pt x="0" y="35"/>
                    </a:moveTo>
                    <a:lnTo>
                      <a:pt x="0" y="37"/>
                    </a:lnTo>
                    <a:lnTo>
                      <a:pt x="0" y="34"/>
                    </a:lnTo>
                    <a:lnTo>
                      <a:pt x="0" y="26"/>
                    </a:lnTo>
                    <a:lnTo>
                      <a:pt x="0" y="12"/>
                    </a:lnTo>
                    <a:lnTo>
                      <a:pt x="0" y="2"/>
                    </a:lnTo>
                    <a:lnTo>
                      <a:pt x="1" y="7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1" y="5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1" y="18"/>
                    </a:lnTo>
                    <a:lnTo>
                      <a:pt x="1" y="27"/>
                    </a:lnTo>
                    <a:lnTo>
                      <a:pt x="1" y="35"/>
                    </a:lnTo>
                    <a:lnTo>
                      <a:pt x="2" y="32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6"/>
                    </a:lnTo>
                    <a:lnTo>
                      <a:pt x="2" y="23"/>
                    </a:lnTo>
                    <a:lnTo>
                      <a:pt x="2" y="30"/>
                    </a:lnTo>
                    <a:lnTo>
                      <a:pt x="2" y="37"/>
                    </a:lnTo>
                    <a:lnTo>
                      <a:pt x="2" y="32"/>
                    </a:lnTo>
                    <a:lnTo>
                      <a:pt x="2" y="35"/>
                    </a:lnTo>
                    <a:lnTo>
                      <a:pt x="3" y="49"/>
                    </a:lnTo>
                    <a:lnTo>
                      <a:pt x="3" y="53"/>
                    </a:lnTo>
                    <a:lnTo>
                      <a:pt x="3" y="54"/>
                    </a:lnTo>
                    <a:lnTo>
                      <a:pt x="3" y="62"/>
                    </a:lnTo>
                    <a:lnTo>
                      <a:pt x="3" y="66"/>
                    </a:lnTo>
                    <a:lnTo>
                      <a:pt x="3" y="66"/>
                    </a:lnTo>
                    <a:lnTo>
                      <a:pt x="4" y="69"/>
                    </a:lnTo>
                    <a:lnTo>
                      <a:pt x="4" y="64"/>
                    </a:lnTo>
                    <a:lnTo>
                      <a:pt x="4" y="55"/>
                    </a:lnTo>
                    <a:lnTo>
                      <a:pt x="4" y="57"/>
                    </a:lnTo>
                    <a:lnTo>
                      <a:pt x="4" y="63"/>
                    </a:lnTo>
                    <a:lnTo>
                      <a:pt x="4" y="54"/>
                    </a:lnTo>
                    <a:lnTo>
                      <a:pt x="4" y="42"/>
                    </a:lnTo>
                    <a:lnTo>
                      <a:pt x="4" y="45"/>
                    </a:lnTo>
                    <a:lnTo>
                      <a:pt x="4" y="51"/>
                    </a:lnTo>
                    <a:lnTo>
                      <a:pt x="5" y="47"/>
                    </a:lnTo>
                    <a:lnTo>
                      <a:pt x="5" y="47"/>
                    </a:lnTo>
                    <a:lnTo>
                      <a:pt x="5" y="57"/>
                    </a:lnTo>
                    <a:lnTo>
                      <a:pt x="5" y="58"/>
                    </a:lnTo>
                    <a:lnTo>
                      <a:pt x="5" y="50"/>
                    </a:lnTo>
                    <a:lnTo>
                      <a:pt x="5" y="52"/>
                    </a:lnTo>
                    <a:lnTo>
                      <a:pt x="6" y="60"/>
                    </a:lnTo>
                    <a:lnTo>
                      <a:pt x="6" y="58"/>
                    </a:lnTo>
                    <a:lnTo>
                      <a:pt x="6" y="46"/>
                    </a:lnTo>
                    <a:lnTo>
                      <a:pt x="6" y="45"/>
                    </a:lnTo>
                    <a:lnTo>
                      <a:pt x="6" y="53"/>
                    </a:lnTo>
                    <a:lnTo>
                      <a:pt x="6" y="57"/>
                    </a:lnTo>
                    <a:lnTo>
                      <a:pt x="6" y="59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04" name="Freeform 964"/>
              <p:cNvSpPr/>
              <p:nvPr/>
            </p:nvSpPr>
            <p:spPr bwMode="auto">
              <a:xfrm>
                <a:off x="2027" y="2956"/>
                <a:ext cx="6" cy="169"/>
              </a:xfrm>
              <a:custGeom>
                <a:avLst/>
                <a:gdLst>
                  <a:gd name="T0" fmla="*/ 0 w 6"/>
                  <a:gd name="T1" fmla="*/ 6 h 169"/>
                  <a:gd name="T2" fmla="*/ 0 w 6"/>
                  <a:gd name="T3" fmla="*/ 8 h 169"/>
                  <a:gd name="T4" fmla="*/ 0 w 6"/>
                  <a:gd name="T5" fmla="*/ 10 h 169"/>
                  <a:gd name="T6" fmla="*/ 0 w 6"/>
                  <a:gd name="T7" fmla="*/ 2 h 169"/>
                  <a:gd name="T8" fmla="*/ 1 w 6"/>
                  <a:gd name="T9" fmla="*/ 0 h 169"/>
                  <a:gd name="T10" fmla="*/ 1 w 6"/>
                  <a:gd name="T11" fmla="*/ 21 h 169"/>
                  <a:gd name="T12" fmla="*/ 1 w 6"/>
                  <a:gd name="T13" fmla="*/ 40 h 169"/>
                  <a:gd name="T14" fmla="*/ 1 w 6"/>
                  <a:gd name="T15" fmla="*/ 33 h 169"/>
                  <a:gd name="T16" fmla="*/ 1 w 6"/>
                  <a:gd name="T17" fmla="*/ 17 h 169"/>
                  <a:gd name="T18" fmla="*/ 1 w 6"/>
                  <a:gd name="T19" fmla="*/ 18 h 169"/>
                  <a:gd name="T20" fmla="*/ 1 w 6"/>
                  <a:gd name="T21" fmla="*/ 29 h 169"/>
                  <a:gd name="T22" fmla="*/ 1 w 6"/>
                  <a:gd name="T23" fmla="*/ 36 h 169"/>
                  <a:gd name="T24" fmla="*/ 1 w 6"/>
                  <a:gd name="T25" fmla="*/ 36 h 169"/>
                  <a:gd name="T26" fmla="*/ 2 w 6"/>
                  <a:gd name="T27" fmla="*/ 28 h 169"/>
                  <a:gd name="T28" fmla="*/ 2 w 6"/>
                  <a:gd name="T29" fmla="*/ 18 h 169"/>
                  <a:gd name="T30" fmla="*/ 2 w 6"/>
                  <a:gd name="T31" fmla="*/ 27 h 169"/>
                  <a:gd name="T32" fmla="*/ 2 w 6"/>
                  <a:gd name="T33" fmla="*/ 44 h 169"/>
                  <a:gd name="T34" fmla="*/ 2 w 6"/>
                  <a:gd name="T35" fmla="*/ 41 h 169"/>
                  <a:gd name="T36" fmla="*/ 2 w 6"/>
                  <a:gd name="T37" fmla="*/ 35 h 169"/>
                  <a:gd name="T38" fmla="*/ 2 w 6"/>
                  <a:gd name="T39" fmla="*/ 45 h 169"/>
                  <a:gd name="T40" fmla="*/ 3 w 6"/>
                  <a:gd name="T41" fmla="*/ 52 h 169"/>
                  <a:gd name="T42" fmla="*/ 3 w 6"/>
                  <a:gd name="T43" fmla="*/ 51 h 169"/>
                  <a:gd name="T44" fmla="*/ 3 w 6"/>
                  <a:gd name="T45" fmla="*/ 59 h 169"/>
                  <a:gd name="T46" fmla="*/ 3 w 6"/>
                  <a:gd name="T47" fmla="*/ 68 h 169"/>
                  <a:gd name="T48" fmla="*/ 3 w 6"/>
                  <a:gd name="T49" fmla="*/ 62 h 169"/>
                  <a:gd name="T50" fmla="*/ 3 w 6"/>
                  <a:gd name="T51" fmla="*/ 59 h 169"/>
                  <a:gd name="T52" fmla="*/ 3 w 6"/>
                  <a:gd name="T53" fmla="*/ 75 h 169"/>
                  <a:gd name="T54" fmla="*/ 3 w 6"/>
                  <a:gd name="T55" fmla="*/ 84 h 169"/>
                  <a:gd name="T56" fmla="*/ 3 w 6"/>
                  <a:gd name="T57" fmla="*/ 68 h 169"/>
                  <a:gd name="T58" fmla="*/ 4 w 6"/>
                  <a:gd name="T59" fmla="*/ 73 h 169"/>
                  <a:gd name="T60" fmla="*/ 4 w 6"/>
                  <a:gd name="T61" fmla="*/ 104 h 169"/>
                  <a:gd name="T62" fmla="*/ 4 w 6"/>
                  <a:gd name="T63" fmla="*/ 104 h 169"/>
                  <a:gd name="T64" fmla="*/ 4 w 6"/>
                  <a:gd name="T65" fmla="*/ 94 h 169"/>
                  <a:gd name="T66" fmla="*/ 4 w 6"/>
                  <a:gd name="T67" fmla="*/ 115 h 169"/>
                  <a:gd name="T68" fmla="*/ 4 w 6"/>
                  <a:gd name="T69" fmla="*/ 124 h 169"/>
                  <a:gd name="T70" fmla="*/ 5 w 6"/>
                  <a:gd name="T71" fmla="*/ 114 h 169"/>
                  <a:gd name="T72" fmla="*/ 5 w 6"/>
                  <a:gd name="T73" fmla="*/ 128 h 169"/>
                  <a:gd name="T74" fmla="*/ 5 w 6"/>
                  <a:gd name="T75" fmla="*/ 140 h 169"/>
                  <a:gd name="T76" fmla="*/ 5 w 6"/>
                  <a:gd name="T77" fmla="*/ 128 h 169"/>
                  <a:gd name="T78" fmla="*/ 5 w 6"/>
                  <a:gd name="T79" fmla="*/ 128 h 169"/>
                  <a:gd name="T80" fmla="*/ 5 w 6"/>
                  <a:gd name="T81" fmla="*/ 142 h 169"/>
                  <a:gd name="T82" fmla="*/ 5 w 6"/>
                  <a:gd name="T83" fmla="*/ 145 h 169"/>
                  <a:gd name="T84" fmla="*/ 5 w 6"/>
                  <a:gd name="T85" fmla="*/ 134 h 169"/>
                  <a:gd name="T86" fmla="*/ 5 w 6"/>
                  <a:gd name="T87" fmla="*/ 123 h 169"/>
                  <a:gd name="T88" fmla="*/ 6 w 6"/>
                  <a:gd name="T89" fmla="*/ 122 h 169"/>
                  <a:gd name="T90" fmla="*/ 6 w 6"/>
                  <a:gd name="T91" fmla="*/ 133 h 169"/>
                  <a:gd name="T92" fmla="*/ 6 w 6"/>
                  <a:gd name="T93" fmla="*/ 152 h 169"/>
                  <a:gd name="T94" fmla="*/ 6 w 6"/>
                  <a:gd name="T95" fmla="*/ 169 h 169"/>
                  <a:gd name="T96" fmla="*/ 6 w 6"/>
                  <a:gd name="T97" fmla="*/ 163 h 169"/>
                  <a:gd name="T98" fmla="*/ 6 w 6"/>
                  <a:gd name="T99" fmla="*/ 143 h 169"/>
                  <a:gd name="T100" fmla="*/ 6 w 6"/>
                  <a:gd name="T101" fmla="*/ 149 h 169"/>
                  <a:gd name="T102" fmla="*/ 6 w 6"/>
                  <a:gd name="T103" fmla="*/ 168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169">
                    <a:moveTo>
                      <a:pt x="0" y="6"/>
                    </a:moveTo>
                    <a:lnTo>
                      <a:pt x="0" y="8"/>
                    </a:lnTo>
                    <a:lnTo>
                      <a:pt x="0" y="10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1" y="21"/>
                    </a:lnTo>
                    <a:lnTo>
                      <a:pt x="1" y="40"/>
                    </a:lnTo>
                    <a:lnTo>
                      <a:pt x="1" y="33"/>
                    </a:lnTo>
                    <a:lnTo>
                      <a:pt x="1" y="17"/>
                    </a:lnTo>
                    <a:lnTo>
                      <a:pt x="1" y="18"/>
                    </a:lnTo>
                    <a:lnTo>
                      <a:pt x="1" y="29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2" y="28"/>
                    </a:lnTo>
                    <a:lnTo>
                      <a:pt x="2" y="18"/>
                    </a:lnTo>
                    <a:lnTo>
                      <a:pt x="2" y="27"/>
                    </a:lnTo>
                    <a:lnTo>
                      <a:pt x="2" y="44"/>
                    </a:lnTo>
                    <a:lnTo>
                      <a:pt x="2" y="41"/>
                    </a:lnTo>
                    <a:lnTo>
                      <a:pt x="2" y="35"/>
                    </a:lnTo>
                    <a:lnTo>
                      <a:pt x="2" y="45"/>
                    </a:lnTo>
                    <a:lnTo>
                      <a:pt x="3" y="52"/>
                    </a:lnTo>
                    <a:lnTo>
                      <a:pt x="3" y="51"/>
                    </a:lnTo>
                    <a:lnTo>
                      <a:pt x="3" y="59"/>
                    </a:lnTo>
                    <a:lnTo>
                      <a:pt x="3" y="68"/>
                    </a:lnTo>
                    <a:lnTo>
                      <a:pt x="3" y="62"/>
                    </a:lnTo>
                    <a:lnTo>
                      <a:pt x="3" y="59"/>
                    </a:lnTo>
                    <a:lnTo>
                      <a:pt x="3" y="75"/>
                    </a:lnTo>
                    <a:lnTo>
                      <a:pt x="3" y="84"/>
                    </a:lnTo>
                    <a:lnTo>
                      <a:pt x="3" y="68"/>
                    </a:lnTo>
                    <a:lnTo>
                      <a:pt x="4" y="73"/>
                    </a:lnTo>
                    <a:lnTo>
                      <a:pt x="4" y="104"/>
                    </a:lnTo>
                    <a:lnTo>
                      <a:pt x="4" y="104"/>
                    </a:lnTo>
                    <a:lnTo>
                      <a:pt x="4" y="94"/>
                    </a:lnTo>
                    <a:lnTo>
                      <a:pt x="4" y="115"/>
                    </a:lnTo>
                    <a:lnTo>
                      <a:pt x="4" y="124"/>
                    </a:lnTo>
                    <a:lnTo>
                      <a:pt x="5" y="114"/>
                    </a:lnTo>
                    <a:lnTo>
                      <a:pt x="5" y="128"/>
                    </a:lnTo>
                    <a:lnTo>
                      <a:pt x="5" y="140"/>
                    </a:lnTo>
                    <a:lnTo>
                      <a:pt x="5" y="128"/>
                    </a:lnTo>
                    <a:lnTo>
                      <a:pt x="5" y="128"/>
                    </a:lnTo>
                    <a:lnTo>
                      <a:pt x="5" y="142"/>
                    </a:lnTo>
                    <a:lnTo>
                      <a:pt x="5" y="145"/>
                    </a:lnTo>
                    <a:lnTo>
                      <a:pt x="5" y="134"/>
                    </a:lnTo>
                    <a:lnTo>
                      <a:pt x="5" y="123"/>
                    </a:lnTo>
                    <a:lnTo>
                      <a:pt x="6" y="122"/>
                    </a:lnTo>
                    <a:lnTo>
                      <a:pt x="6" y="133"/>
                    </a:lnTo>
                    <a:lnTo>
                      <a:pt x="6" y="152"/>
                    </a:lnTo>
                    <a:lnTo>
                      <a:pt x="6" y="169"/>
                    </a:lnTo>
                    <a:lnTo>
                      <a:pt x="6" y="163"/>
                    </a:lnTo>
                    <a:lnTo>
                      <a:pt x="6" y="143"/>
                    </a:lnTo>
                    <a:lnTo>
                      <a:pt x="6" y="149"/>
                    </a:lnTo>
                    <a:lnTo>
                      <a:pt x="6" y="168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05" name="Freeform 965"/>
              <p:cNvSpPr/>
              <p:nvPr/>
            </p:nvSpPr>
            <p:spPr bwMode="auto">
              <a:xfrm>
                <a:off x="2033" y="2885"/>
                <a:ext cx="7" cy="239"/>
              </a:xfrm>
              <a:custGeom>
                <a:avLst/>
                <a:gdLst>
                  <a:gd name="T0" fmla="*/ 0 w 7"/>
                  <a:gd name="T1" fmla="*/ 220 h 239"/>
                  <a:gd name="T2" fmla="*/ 0 w 7"/>
                  <a:gd name="T3" fmla="*/ 239 h 239"/>
                  <a:gd name="T4" fmla="*/ 0 w 7"/>
                  <a:gd name="T5" fmla="*/ 239 h 239"/>
                  <a:gd name="T6" fmla="*/ 1 w 7"/>
                  <a:gd name="T7" fmla="*/ 226 h 239"/>
                  <a:gd name="T8" fmla="*/ 1 w 7"/>
                  <a:gd name="T9" fmla="*/ 205 h 239"/>
                  <a:gd name="T10" fmla="*/ 1 w 7"/>
                  <a:gd name="T11" fmla="*/ 174 h 239"/>
                  <a:gd name="T12" fmla="*/ 1 w 7"/>
                  <a:gd name="T13" fmla="*/ 165 h 239"/>
                  <a:gd name="T14" fmla="*/ 1 w 7"/>
                  <a:gd name="T15" fmla="*/ 177 h 239"/>
                  <a:gd name="T16" fmla="*/ 1 w 7"/>
                  <a:gd name="T17" fmla="*/ 168 h 239"/>
                  <a:gd name="T18" fmla="*/ 2 w 7"/>
                  <a:gd name="T19" fmla="*/ 141 h 239"/>
                  <a:gd name="T20" fmla="*/ 2 w 7"/>
                  <a:gd name="T21" fmla="*/ 135 h 239"/>
                  <a:gd name="T22" fmla="*/ 2 w 7"/>
                  <a:gd name="T23" fmla="*/ 145 h 239"/>
                  <a:gd name="T24" fmla="*/ 2 w 7"/>
                  <a:gd name="T25" fmla="*/ 140 h 239"/>
                  <a:gd name="T26" fmla="*/ 2 w 7"/>
                  <a:gd name="T27" fmla="*/ 115 h 239"/>
                  <a:gd name="T28" fmla="*/ 2 w 7"/>
                  <a:gd name="T29" fmla="*/ 98 h 239"/>
                  <a:gd name="T30" fmla="*/ 2 w 7"/>
                  <a:gd name="T31" fmla="*/ 99 h 239"/>
                  <a:gd name="T32" fmla="*/ 2 w 7"/>
                  <a:gd name="T33" fmla="*/ 96 h 239"/>
                  <a:gd name="T34" fmla="*/ 2 w 7"/>
                  <a:gd name="T35" fmla="*/ 78 h 239"/>
                  <a:gd name="T36" fmla="*/ 3 w 7"/>
                  <a:gd name="T37" fmla="*/ 56 h 239"/>
                  <a:gd name="T38" fmla="*/ 3 w 7"/>
                  <a:gd name="T39" fmla="*/ 42 h 239"/>
                  <a:gd name="T40" fmla="*/ 3 w 7"/>
                  <a:gd name="T41" fmla="*/ 34 h 239"/>
                  <a:gd name="T42" fmla="*/ 3 w 7"/>
                  <a:gd name="T43" fmla="*/ 33 h 239"/>
                  <a:gd name="T44" fmla="*/ 3 w 7"/>
                  <a:gd name="T45" fmla="*/ 34 h 239"/>
                  <a:gd name="T46" fmla="*/ 3 w 7"/>
                  <a:gd name="T47" fmla="*/ 20 h 239"/>
                  <a:gd name="T48" fmla="*/ 4 w 7"/>
                  <a:gd name="T49" fmla="*/ 0 h 239"/>
                  <a:gd name="T50" fmla="*/ 4 w 7"/>
                  <a:gd name="T51" fmla="*/ 3 h 239"/>
                  <a:gd name="T52" fmla="*/ 4 w 7"/>
                  <a:gd name="T53" fmla="*/ 21 h 239"/>
                  <a:gd name="T54" fmla="*/ 4 w 7"/>
                  <a:gd name="T55" fmla="*/ 25 h 239"/>
                  <a:gd name="T56" fmla="*/ 4 w 7"/>
                  <a:gd name="T57" fmla="*/ 21 h 239"/>
                  <a:gd name="T58" fmla="*/ 4 w 7"/>
                  <a:gd name="T59" fmla="*/ 25 h 239"/>
                  <a:gd name="T60" fmla="*/ 4 w 7"/>
                  <a:gd name="T61" fmla="*/ 33 h 239"/>
                  <a:gd name="T62" fmla="*/ 4 w 7"/>
                  <a:gd name="T63" fmla="*/ 36 h 239"/>
                  <a:gd name="T64" fmla="*/ 4 w 7"/>
                  <a:gd name="T65" fmla="*/ 35 h 239"/>
                  <a:gd name="T66" fmla="*/ 5 w 7"/>
                  <a:gd name="T67" fmla="*/ 32 h 239"/>
                  <a:gd name="T68" fmla="*/ 5 w 7"/>
                  <a:gd name="T69" fmla="*/ 24 h 239"/>
                  <a:gd name="T70" fmla="*/ 5 w 7"/>
                  <a:gd name="T71" fmla="*/ 17 h 239"/>
                  <a:gd name="T72" fmla="*/ 5 w 7"/>
                  <a:gd name="T73" fmla="*/ 20 h 239"/>
                  <a:gd name="T74" fmla="*/ 5 w 7"/>
                  <a:gd name="T75" fmla="*/ 22 h 239"/>
                  <a:gd name="T76" fmla="*/ 5 w 7"/>
                  <a:gd name="T77" fmla="*/ 16 h 239"/>
                  <a:gd name="T78" fmla="*/ 5 w 7"/>
                  <a:gd name="T79" fmla="*/ 16 h 239"/>
                  <a:gd name="T80" fmla="*/ 6 w 7"/>
                  <a:gd name="T81" fmla="*/ 24 h 239"/>
                  <a:gd name="T82" fmla="*/ 6 w 7"/>
                  <a:gd name="T83" fmla="*/ 26 h 239"/>
                  <a:gd name="T84" fmla="*/ 6 w 7"/>
                  <a:gd name="T85" fmla="*/ 32 h 239"/>
                  <a:gd name="T86" fmla="*/ 6 w 7"/>
                  <a:gd name="T87" fmla="*/ 44 h 239"/>
                  <a:gd name="T88" fmla="*/ 6 w 7"/>
                  <a:gd name="T89" fmla="*/ 43 h 239"/>
                  <a:gd name="T90" fmla="*/ 6 w 7"/>
                  <a:gd name="T91" fmla="*/ 32 h 239"/>
                  <a:gd name="T92" fmla="*/ 6 w 7"/>
                  <a:gd name="T93" fmla="*/ 24 h 239"/>
                  <a:gd name="T94" fmla="*/ 6 w 7"/>
                  <a:gd name="T95" fmla="*/ 18 h 239"/>
                  <a:gd name="T96" fmla="*/ 6 w 7"/>
                  <a:gd name="T97" fmla="*/ 19 h 239"/>
                  <a:gd name="T98" fmla="*/ 7 w 7"/>
                  <a:gd name="T99" fmla="*/ 25 h 239"/>
                  <a:gd name="T100" fmla="*/ 7 w 7"/>
                  <a:gd name="T101" fmla="*/ 25 h 239"/>
                  <a:gd name="T102" fmla="*/ 7 w 7"/>
                  <a:gd name="T103" fmla="*/ 13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239">
                    <a:moveTo>
                      <a:pt x="0" y="220"/>
                    </a:moveTo>
                    <a:lnTo>
                      <a:pt x="0" y="239"/>
                    </a:lnTo>
                    <a:lnTo>
                      <a:pt x="0" y="239"/>
                    </a:lnTo>
                    <a:lnTo>
                      <a:pt x="1" y="226"/>
                    </a:lnTo>
                    <a:lnTo>
                      <a:pt x="1" y="205"/>
                    </a:lnTo>
                    <a:lnTo>
                      <a:pt x="1" y="174"/>
                    </a:lnTo>
                    <a:lnTo>
                      <a:pt x="1" y="165"/>
                    </a:lnTo>
                    <a:lnTo>
                      <a:pt x="1" y="177"/>
                    </a:lnTo>
                    <a:lnTo>
                      <a:pt x="1" y="168"/>
                    </a:lnTo>
                    <a:lnTo>
                      <a:pt x="2" y="141"/>
                    </a:lnTo>
                    <a:lnTo>
                      <a:pt x="2" y="135"/>
                    </a:lnTo>
                    <a:lnTo>
                      <a:pt x="2" y="145"/>
                    </a:lnTo>
                    <a:lnTo>
                      <a:pt x="2" y="140"/>
                    </a:lnTo>
                    <a:lnTo>
                      <a:pt x="2" y="115"/>
                    </a:lnTo>
                    <a:lnTo>
                      <a:pt x="2" y="98"/>
                    </a:lnTo>
                    <a:lnTo>
                      <a:pt x="2" y="99"/>
                    </a:lnTo>
                    <a:lnTo>
                      <a:pt x="2" y="96"/>
                    </a:lnTo>
                    <a:lnTo>
                      <a:pt x="2" y="78"/>
                    </a:lnTo>
                    <a:lnTo>
                      <a:pt x="3" y="56"/>
                    </a:lnTo>
                    <a:lnTo>
                      <a:pt x="3" y="42"/>
                    </a:lnTo>
                    <a:lnTo>
                      <a:pt x="3" y="34"/>
                    </a:lnTo>
                    <a:lnTo>
                      <a:pt x="3" y="33"/>
                    </a:lnTo>
                    <a:lnTo>
                      <a:pt x="3" y="34"/>
                    </a:lnTo>
                    <a:lnTo>
                      <a:pt x="3" y="20"/>
                    </a:lnTo>
                    <a:lnTo>
                      <a:pt x="4" y="0"/>
                    </a:lnTo>
                    <a:lnTo>
                      <a:pt x="4" y="3"/>
                    </a:lnTo>
                    <a:lnTo>
                      <a:pt x="4" y="21"/>
                    </a:lnTo>
                    <a:lnTo>
                      <a:pt x="4" y="25"/>
                    </a:lnTo>
                    <a:lnTo>
                      <a:pt x="4" y="21"/>
                    </a:lnTo>
                    <a:lnTo>
                      <a:pt x="4" y="25"/>
                    </a:lnTo>
                    <a:lnTo>
                      <a:pt x="4" y="33"/>
                    </a:lnTo>
                    <a:lnTo>
                      <a:pt x="4" y="36"/>
                    </a:lnTo>
                    <a:lnTo>
                      <a:pt x="4" y="35"/>
                    </a:lnTo>
                    <a:lnTo>
                      <a:pt x="5" y="32"/>
                    </a:lnTo>
                    <a:lnTo>
                      <a:pt x="5" y="24"/>
                    </a:lnTo>
                    <a:lnTo>
                      <a:pt x="5" y="17"/>
                    </a:lnTo>
                    <a:lnTo>
                      <a:pt x="5" y="20"/>
                    </a:lnTo>
                    <a:lnTo>
                      <a:pt x="5" y="22"/>
                    </a:lnTo>
                    <a:lnTo>
                      <a:pt x="5" y="16"/>
                    </a:lnTo>
                    <a:lnTo>
                      <a:pt x="5" y="16"/>
                    </a:lnTo>
                    <a:lnTo>
                      <a:pt x="6" y="24"/>
                    </a:lnTo>
                    <a:lnTo>
                      <a:pt x="6" y="26"/>
                    </a:lnTo>
                    <a:lnTo>
                      <a:pt x="6" y="32"/>
                    </a:lnTo>
                    <a:lnTo>
                      <a:pt x="6" y="44"/>
                    </a:lnTo>
                    <a:lnTo>
                      <a:pt x="6" y="43"/>
                    </a:lnTo>
                    <a:lnTo>
                      <a:pt x="6" y="32"/>
                    </a:lnTo>
                    <a:lnTo>
                      <a:pt x="6" y="24"/>
                    </a:lnTo>
                    <a:lnTo>
                      <a:pt x="6" y="18"/>
                    </a:lnTo>
                    <a:lnTo>
                      <a:pt x="6" y="19"/>
                    </a:lnTo>
                    <a:lnTo>
                      <a:pt x="7" y="25"/>
                    </a:lnTo>
                    <a:lnTo>
                      <a:pt x="7" y="25"/>
                    </a:lnTo>
                    <a:lnTo>
                      <a:pt x="7" y="13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06" name="Freeform 966"/>
              <p:cNvSpPr/>
              <p:nvPr/>
            </p:nvSpPr>
            <p:spPr bwMode="auto">
              <a:xfrm>
                <a:off x="2040" y="2889"/>
                <a:ext cx="6" cy="93"/>
              </a:xfrm>
              <a:custGeom>
                <a:avLst/>
                <a:gdLst>
                  <a:gd name="T0" fmla="*/ 0 w 6"/>
                  <a:gd name="T1" fmla="*/ 21 h 93"/>
                  <a:gd name="T2" fmla="*/ 0 w 6"/>
                  <a:gd name="T3" fmla="*/ 9 h 93"/>
                  <a:gd name="T4" fmla="*/ 0 w 6"/>
                  <a:gd name="T5" fmla="*/ 0 h 93"/>
                  <a:gd name="T6" fmla="*/ 0 w 6"/>
                  <a:gd name="T7" fmla="*/ 14 h 93"/>
                  <a:gd name="T8" fmla="*/ 0 w 6"/>
                  <a:gd name="T9" fmla="*/ 33 h 93"/>
                  <a:gd name="T10" fmla="*/ 0 w 6"/>
                  <a:gd name="T11" fmla="*/ 37 h 93"/>
                  <a:gd name="T12" fmla="*/ 0 w 6"/>
                  <a:gd name="T13" fmla="*/ 37 h 93"/>
                  <a:gd name="T14" fmla="*/ 0 w 6"/>
                  <a:gd name="T15" fmla="*/ 45 h 93"/>
                  <a:gd name="T16" fmla="*/ 1 w 6"/>
                  <a:gd name="T17" fmla="*/ 48 h 93"/>
                  <a:gd name="T18" fmla="*/ 1 w 6"/>
                  <a:gd name="T19" fmla="*/ 52 h 93"/>
                  <a:gd name="T20" fmla="*/ 1 w 6"/>
                  <a:gd name="T21" fmla="*/ 59 h 93"/>
                  <a:gd name="T22" fmla="*/ 1 w 6"/>
                  <a:gd name="T23" fmla="*/ 56 h 93"/>
                  <a:gd name="T24" fmla="*/ 1 w 6"/>
                  <a:gd name="T25" fmla="*/ 50 h 93"/>
                  <a:gd name="T26" fmla="*/ 1 w 6"/>
                  <a:gd name="T27" fmla="*/ 58 h 93"/>
                  <a:gd name="T28" fmla="*/ 2 w 6"/>
                  <a:gd name="T29" fmla="*/ 63 h 93"/>
                  <a:gd name="T30" fmla="*/ 2 w 6"/>
                  <a:gd name="T31" fmla="*/ 56 h 93"/>
                  <a:gd name="T32" fmla="*/ 2 w 6"/>
                  <a:gd name="T33" fmla="*/ 55 h 93"/>
                  <a:gd name="T34" fmla="*/ 2 w 6"/>
                  <a:gd name="T35" fmla="*/ 65 h 93"/>
                  <a:gd name="T36" fmla="*/ 2 w 6"/>
                  <a:gd name="T37" fmla="*/ 74 h 93"/>
                  <a:gd name="T38" fmla="*/ 2 w 6"/>
                  <a:gd name="T39" fmla="*/ 79 h 93"/>
                  <a:gd name="T40" fmla="*/ 2 w 6"/>
                  <a:gd name="T41" fmla="*/ 82 h 93"/>
                  <a:gd name="T42" fmla="*/ 2 w 6"/>
                  <a:gd name="T43" fmla="*/ 83 h 93"/>
                  <a:gd name="T44" fmla="*/ 2 w 6"/>
                  <a:gd name="T45" fmla="*/ 84 h 93"/>
                  <a:gd name="T46" fmla="*/ 3 w 6"/>
                  <a:gd name="T47" fmla="*/ 86 h 93"/>
                  <a:gd name="T48" fmla="*/ 3 w 6"/>
                  <a:gd name="T49" fmla="*/ 85 h 93"/>
                  <a:gd name="T50" fmla="*/ 3 w 6"/>
                  <a:gd name="T51" fmla="*/ 81 h 93"/>
                  <a:gd name="T52" fmla="*/ 3 w 6"/>
                  <a:gd name="T53" fmla="*/ 78 h 93"/>
                  <a:gd name="T54" fmla="*/ 3 w 6"/>
                  <a:gd name="T55" fmla="*/ 75 h 93"/>
                  <a:gd name="T56" fmla="*/ 3 w 6"/>
                  <a:gd name="T57" fmla="*/ 73 h 93"/>
                  <a:gd name="T58" fmla="*/ 4 w 6"/>
                  <a:gd name="T59" fmla="*/ 70 h 93"/>
                  <a:gd name="T60" fmla="*/ 4 w 6"/>
                  <a:gd name="T61" fmla="*/ 70 h 93"/>
                  <a:gd name="T62" fmla="*/ 4 w 6"/>
                  <a:gd name="T63" fmla="*/ 78 h 93"/>
                  <a:gd name="T64" fmla="*/ 4 w 6"/>
                  <a:gd name="T65" fmla="*/ 87 h 93"/>
                  <a:gd name="T66" fmla="*/ 4 w 6"/>
                  <a:gd name="T67" fmla="*/ 85 h 93"/>
                  <a:gd name="T68" fmla="*/ 4 w 6"/>
                  <a:gd name="T69" fmla="*/ 80 h 93"/>
                  <a:gd name="T70" fmla="*/ 4 w 6"/>
                  <a:gd name="T71" fmla="*/ 85 h 93"/>
                  <a:gd name="T72" fmla="*/ 4 w 6"/>
                  <a:gd name="T73" fmla="*/ 93 h 93"/>
                  <a:gd name="T74" fmla="*/ 4 w 6"/>
                  <a:gd name="T75" fmla="*/ 90 h 93"/>
                  <a:gd name="T76" fmla="*/ 5 w 6"/>
                  <a:gd name="T77" fmla="*/ 85 h 93"/>
                  <a:gd name="T78" fmla="*/ 5 w 6"/>
                  <a:gd name="T79" fmla="*/ 84 h 93"/>
                  <a:gd name="T80" fmla="*/ 5 w 6"/>
                  <a:gd name="T81" fmla="*/ 79 h 93"/>
                  <a:gd name="T82" fmla="*/ 5 w 6"/>
                  <a:gd name="T83" fmla="*/ 73 h 93"/>
                  <a:gd name="T84" fmla="*/ 5 w 6"/>
                  <a:gd name="T85" fmla="*/ 78 h 93"/>
                  <a:gd name="T86" fmla="*/ 5 w 6"/>
                  <a:gd name="T87" fmla="*/ 77 h 93"/>
                  <a:gd name="T88" fmla="*/ 5 w 6"/>
                  <a:gd name="T89" fmla="*/ 62 h 93"/>
                  <a:gd name="T90" fmla="*/ 5 w 6"/>
                  <a:gd name="T91" fmla="*/ 57 h 93"/>
                  <a:gd name="T92" fmla="*/ 5 w 6"/>
                  <a:gd name="T93" fmla="*/ 72 h 93"/>
                  <a:gd name="T94" fmla="*/ 6 w 6"/>
                  <a:gd name="T95" fmla="*/ 76 h 93"/>
                  <a:gd name="T96" fmla="*/ 6 w 6"/>
                  <a:gd name="T97" fmla="*/ 64 h 93"/>
                  <a:gd name="T98" fmla="*/ 6 w 6"/>
                  <a:gd name="T99" fmla="*/ 63 h 93"/>
                  <a:gd name="T100" fmla="*/ 6 w 6"/>
                  <a:gd name="T101" fmla="*/ 74 h 93"/>
                  <a:gd name="T102" fmla="*/ 6 w 6"/>
                  <a:gd name="T103" fmla="*/ 7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93">
                    <a:moveTo>
                      <a:pt x="0" y="21"/>
                    </a:moveTo>
                    <a:lnTo>
                      <a:pt x="0" y="9"/>
                    </a:lnTo>
                    <a:lnTo>
                      <a:pt x="0" y="0"/>
                    </a:lnTo>
                    <a:lnTo>
                      <a:pt x="0" y="14"/>
                    </a:lnTo>
                    <a:lnTo>
                      <a:pt x="0" y="33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45"/>
                    </a:lnTo>
                    <a:lnTo>
                      <a:pt x="1" y="48"/>
                    </a:lnTo>
                    <a:lnTo>
                      <a:pt x="1" y="52"/>
                    </a:lnTo>
                    <a:lnTo>
                      <a:pt x="1" y="59"/>
                    </a:lnTo>
                    <a:lnTo>
                      <a:pt x="1" y="56"/>
                    </a:lnTo>
                    <a:lnTo>
                      <a:pt x="1" y="50"/>
                    </a:lnTo>
                    <a:lnTo>
                      <a:pt x="1" y="58"/>
                    </a:lnTo>
                    <a:lnTo>
                      <a:pt x="2" y="63"/>
                    </a:lnTo>
                    <a:lnTo>
                      <a:pt x="2" y="56"/>
                    </a:lnTo>
                    <a:lnTo>
                      <a:pt x="2" y="55"/>
                    </a:lnTo>
                    <a:lnTo>
                      <a:pt x="2" y="65"/>
                    </a:lnTo>
                    <a:lnTo>
                      <a:pt x="2" y="74"/>
                    </a:lnTo>
                    <a:lnTo>
                      <a:pt x="2" y="79"/>
                    </a:lnTo>
                    <a:lnTo>
                      <a:pt x="2" y="82"/>
                    </a:lnTo>
                    <a:lnTo>
                      <a:pt x="2" y="83"/>
                    </a:lnTo>
                    <a:lnTo>
                      <a:pt x="2" y="84"/>
                    </a:lnTo>
                    <a:lnTo>
                      <a:pt x="3" y="86"/>
                    </a:lnTo>
                    <a:lnTo>
                      <a:pt x="3" y="85"/>
                    </a:lnTo>
                    <a:lnTo>
                      <a:pt x="3" y="81"/>
                    </a:lnTo>
                    <a:lnTo>
                      <a:pt x="3" y="78"/>
                    </a:lnTo>
                    <a:lnTo>
                      <a:pt x="3" y="75"/>
                    </a:lnTo>
                    <a:lnTo>
                      <a:pt x="3" y="73"/>
                    </a:lnTo>
                    <a:lnTo>
                      <a:pt x="4" y="70"/>
                    </a:lnTo>
                    <a:lnTo>
                      <a:pt x="4" y="70"/>
                    </a:lnTo>
                    <a:lnTo>
                      <a:pt x="4" y="78"/>
                    </a:lnTo>
                    <a:lnTo>
                      <a:pt x="4" y="87"/>
                    </a:lnTo>
                    <a:lnTo>
                      <a:pt x="4" y="85"/>
                    </a:lnTo>
                    <a:lnTo>
                      <a:pt x="4" y="80"/>
                    </a:lnTo>
                    <a:lnTo>
                      <a:pt x="4" y="85"/>
                    </a:lnTo>
                    <a:lnTo>
                      <a:pt x="4" y="93"/>
                    </a:lnTo>
                    <a:lnTo>
                      <a:pt x="4" y="90"/>
                    </a:lnTo>
                    <a:lnTo>
                      <a:pt x="5" y="85"/>
                    </a:lnTo>
                    <a:lnTo>
                      <a:pt x="5" y="84"/>
                    </a:lnTo>
                    <a:lnTo>
                      <a:pt x="5" y="79"/>
                    </a:lnTo>
                    <a:lnTo>
                      <a:pt x="5" y="73"/>
                    </a:lnTo>
                    <a:lnTo>
                      <a:pt x="5" y="78"/>
                    </a:lnTo>
                    <a:lnTo>
                      <a:pt x="5" y="77"/>
                    </a:lnTo>
                    <a:lnTo>
                      <a:pt x="5" y="62"/>
                    </a:lnTo>
                    <a:lnTo>
                      <a:pt x="5" y="57"/>
                    </a:lnTo>
                    <a:lnTo>
                      <a:pt x="5" y="72"/>
                    </a:lnTo>
                    <a:lnTo>
                      <a:pt x="6" y="76"/>
                    </a:lnTo>
                    <a:lnTo>
                      <a:pt x="6" y="64"/>
                    </a:lnTo>
                    <a:lnTo>
                      <a:pt x="6" y="63"/>
                    </a:lnTo>
                    <a:lnTo>
                      <a:pt x="6" y="74"/>
                    </a:lnTo>
                    <a:lnTo>
                      <a:pt x="6" y="74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07" name="Freeform 967"/>
              <p:cNvSpPr/>
              <p:nvPr/>
            </p:nvSpPr>
            <p:spPr bwMode="auto">
              <a:xfrm>
                <a:off x="2046" y="2919"/>
                <a:ext cx="6" cy="44"/>
              </a:xfrm>
              <a:custGeom>
                <a:avLst/>
                <a:gdLst>
                  <a:gd name="T0" fmla="*/ 0 w 6"/>
                  <a:gd name="T1" fmla="*/ 44 h 44"/>
                  <a:gd name="T2" fmla="*/ 0 w 6"/>
                  <a:gd name="T3" fmla="*/ 44 h 44"/>
                  <a:gd name="T4" fmla="*/ 0 w 6"/>
                  <a:gd name="T5" fmla="*/ 38 h 44"/>
                  <a:gd name="T6" fmla="*/ 0 w 6"/>
                  <a:gd name="T7" fmla="*/ 36 h 44"/>
                  <a:gd name="T8" fmla="*/ 1 w 6"/>
                  <a:gd name="T9" fmla="*/ 26 h 44"/>
                  <a:gd name="T10" fmla="*/ 1 w 6"/>
                  <a:gd name="T11" fmla="*/ 10 h 44"/>
                  <a:gd name="T12" fmla="*/ 1 w 6"/>
                  <a:gd name="T13" fmla="*/ 10 h 44"/>
                  <a:gd name="T14" fmla="*/ 1 w 6"/>
                  <a:gd name="T15" fmla="*/ 16 h 44"/>
                  <a:gd name="T16" fmla="*/ 1 w 6"/>
                  <a:gd name="T17" fmla="*/ 7 h 44"/>
                  <a:gd name="T18" fmla="*/ 1 w 6"/>
                  <a:gd name="T19" fmla="*/ 0 h 44"/>
                  <a:gd name="T20" fmla="*/ 1 w 6"/>
                  <a:gd name="T21" fmla="*/ 7 h 44"/>
                  <a:gd name="T22" fmla="*/ 1 w 6"/>
                  <a:gd name="T23" fmla="*/ 10 h 44"/>
                  <a:gd name="T24" fmla="*/ 1 w 6"/>
                  <a:gd name="T25" fmla="*/ 8 h 44"/>
                  <a:gd name="T26" fmla="*/ 2 w 6"/>
                  <a:gd name="T27" fmla="*/ 16 h 44"/>
                  <a:gd name="T28" fmla="*/ 2 w 6"/>
                  <a:gd name="T29" fmla="*/ 27 h 44"/>
                  <a:gd name="T30" fmla="*/ 2 w 6"/>
                  <a:gd name="T31" fmla="*/ 24 h 44"/>
                  <a:gd name="T32" fmla="*/ 2 w 6"/>
                  <a:gd name="T33" fmla="*/ 15 h 44"/>
                  <a:gd name="T34" fmla="*/ 2 w 6"/>
                  <a:gd name="T35" fmla="*/ 12 h 44"/>
                  <a:gd name="T36" fmla="*/ 2 w 6"/>
                  <a:gd name="T37" fmla="*/ 14 h 44"/>
                  <a:gd name="T38" fmla="*/ 3 w 6"/>
                  <a:gd name="T39" fmla="*/ 17 h 44"/>
                  <a:gd name="T40" fmla="*/ 3 w 6"/>
                  <a:gd name="T41" fmla="*/ 17 h 44"/>
                  <a:gd name="T42" fmla="*/ 3 w 6"/>
                  <a:gd name="T43" fmla="*/ 14 h 44"/>
                  <a:gd name="T44" fmla="*/ 3 w 6"/>
                  <a:gd name="T45" fmla="*/ 13 h 44"/>
                  <a:gd name="T46" fmla="*/ 3 w 6"/>
                  <a:gd name="T47" fmla="*/ 17 h 44"/>
                  <a:gd name="T48" fmla="*/ 3 w 6"/>
                  <a:gd name="T49" fmla="*/ 22 h 44"/>
                  <a:gd name="T50" fmla="*/ 3 w 6"/>
                  <a:gd name="T51" fmla="*/ 21 h 44"/>
                  <a:gd name="T52" fmla="*/ 3 w 6"/>
                  <a:gd name="T53" fmla="*/ 21 h 44"/>
                  <a:gd name="T54" fmla="*/ 3 w 6"/>
                  <a:gd name="T55" fmla="*/ 24 h 44"/>
                  <a:gd name="T56" fmla="*/ 4 w 6"/>
                  <a:gd name="T57" fmla="*/ 27 h 44"/>
                  <a:gd name="T58" fmla="*/ 4 w 6"/>
                  <a:gd name="T59" fmla="*/ 24 h 44"/>
                  <a:gd name="T60" fmla="*/ 4 w 6"/>
                  <a:gd name="T61" fmla="*/ 20 h 44"/>
                  <a:gd name="T62" fmla="*/ 4 w 6"/>
                  <a:gd name="T63" fmla="*/ 20 h 44"/>
                  <a:gd name="T64" fmla="*/ 4 w 6"/>
                  <a:gd name="T65" fmla="*/ 23 h 44"/>
                  <a:gd name="T66" fmla="*/ 4 w 6"/>
                  <a:gd name="T67" fmla="*/ 27 h 44"/>
                  <a:gd name="T68" fmla="*/ 4 w 6"/>
                  <a:gd name="T69" fmla="*/ 30 h 44"/>
                  <a:gd name="T70" fmla="*/ 4 w 6"/>
                  <a:gd name="T71" fmla="*/ 31 h 44"/>
                  <a:gd name="T72" fmla="*/ 4 w 6"/>
                  <a:gd name="T73" fmla="*/ 23 h 44"/>
                  <a:gd name="T74" fmla="*/ 5 w 6"/>
                  <a:gd name="T75" fmla="*/ 19 h 44"/>
                  <a:gd name="T76" fmla="*/ 5 w 6"/>
                  <a:gd name="T77" fmla="*/ 27 h 44"/>
                  <a:gd name="T78" fmla="*/ 5 w 6"/>
                  <a:gd name="T79" fmla="*/ 33 h 44"/>
                  <a:gd name="T80" fmla="*/ 5 w 6"/>
                  <a:gd name="T81" fmla="*/ 28 h 44"/>
                  <a:gd name="T82" fmla="*/ 5 w 6"/>
                  <a:gd name="T83" fmla="*/ 24 h 44"/>
                  <a:gd name="T84" fmla="*/ 5 w 6"/>
                  <a:gd name="T85" fmla="*/ 28 h 44"/>
                  <a:gd name="T86" fmla="*/ 6 w 6"/>
                  <a:gd name="T87" fmla="*/ 27 h 44"/>
                  <a:gd name="T88" fmla="*/ 6 w 6"/>
                  <a:gd name="T89" fmla="*/ 21 h 44"/>
                  <a:gd name="T90" fmla="*/ 6 w 6"/>
                  <a:gd name="T91" fmla="*/ 28 h 44"/>
                  <a:gd name="T92" fmla="*/ 6 w 6"/>
                  <a:gd name="T93" fmla="*/ 39 h 44"/>
                  <a:gd name="T94" fmla="*/ 6 w 6"/>
                  <a:gd name="T95" fmla="*/ 32 h 44"/>
                  <a:gd name="T96" fmla="*/ 6 w 6"/>
                  <a:gd name="T97" fmla="*/ 20 h 44"/>
                  <a:gd name="T98" fmla="*/ 6 w 6"/>
                  <a:gd name="T99" fmla="*/ 18 h 44"/>
                  <a:gd name="T100" fmla="*/ 6 w 6"/>
                  <a:gd name="T101" fmla="*/ 17 h 44"/>
                  <a:gd name="T102" fmla="*/ 6 w 6"/>
                  <a:gd name="T103" fmla="*/ 1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44">
                    <a:moveTo>
                      <a:pt x="0" y="44"/>
                    </a:moveTo>
                    <a:lnTo>
                      <a:pt x="0" y="44"/>
                    </a:lnTo>
                    <a:lnTo>
                      <a:pt x="0" y="38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1" y="10"/>
                    </a:lnTo>
                    <a:lnTo>
                      <a:pt x="1" y="10"/>
                    </a:lnTo>
                    <a:lnTo>
                      <a:pt x="1" y="16"/>
                    </a:lnTo>
                    <a:lnTo>
                      <a:pt x="1" y="7"/>
                    </a:lnTo>
                    <a:lnTo>
                      <a:pt x="1" y="0"/>
                    </a:lnTo>
                    <a:lnTo>
                      <a:pt x="1" y="7"/>
                    </a:lnTo>
                    <a:lnTo>
                      <a:pt x="1" y="10"/>
                    </a:lnTo>
                    <a:lnTo>
                      <a:pt x="1" y="8"/>
                    </a:lnTo>
                    <a:lnTo>
                      <a:pt x="2" y="16"/>
                    </a:lnTo>
                    <a:lnTo>
                      <a:pt x="2" y="27"/>
                    </a:lnTo>
                    <a:lnTo>
                      <a:pt x="2" y="24"/>
                    </a:lnTo>
                    <a:lnTo>
                      <a:pt x="2" y="15"/>
                    </a:lnTo>
                    <a:lnTo>
                      <a:pt x="2" y="12"/>
                    </a:lnTo>
                    <a:lnTo>
                      <a:pt x="2" y="14"/>
                    </a:lnTo>
                    <a:lnTo>
                      <a:pt x="3" y="17"/>
                    </a:lnTo>
                    <a:lnTo>
                      <a:pt x="3" y="17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3" y="17"/>
                    </a:lnTo>
                    <a:lnTo>
                      <a:pt x="3" y="22"/>
                    </a:lnTo>
                    <a:lnTo>
                      <a:pt x="3" y="21"/>
                    </a:lnTo>
                    <a:lnTo>
                      <a:pt x="3" y="21"/>
                    </a:lnTo>
                    <a:lnTo>
                      <a:pt x="3" y="24"/>
                    </a:lnTo>
                    <a:lnTo>
                      <a:pt x="4" y="27"/>
                    </a:lnTo>
                    <a:lnTo>
                      <a:pt x="4" y="24"/>
                    </a:lnTo>
                    <a:lnTo>
                      <a:pt x="4" y="20"/>
                    </a:lnTo>
                    <a:lnTo>
                      <a:pt x="4" y="20"/>
                    </a:lnTo>
                    <a:lnTo>
                      <a:pt x="4" y="23"/>
                    </a:lnTo>
                    <a:lnTo>
                      <a:pt x="4" y="27"/>
                    </a:lnTo>
                    <a:lnTo>
                      <a:pt x="4" y="30"/>
                    </a:lnTo>
                    <a:lnTo>
                      <a:pt x="4" y="31"/>
                    </a:lnTo>
                    <a:lnTo>
                      <a:pt x="4" y="23"/>
                    </a:lnTo>
                    <a:lnTo>
                      <a:pt x="5" y="19"/>
                    </a:lnTo>
                    <a:lnTo>
                      <a:pt x="5" y="27"/>
                    </a:lnTo>
                    <a:lnTo>
                      <a:pt x="5" y="33"/>
                    </a:lnTo>
                    <a:lnTo>
                      <a:pt x="5" y="28"/>
                    </a:lnTo>
                    <a:lnTo>
                      <a:pt x="5" y="24"/>
                    </a:lnTo>
                    <a:lnTo>
                      <a:pt x="5" y="28"/>
                    </a:lnTo>
                    <a:lnTo>
                      <a:pt x="6" y="27"/>
                    </a:lnTo>
                    <a:lnTo>
                      <a:pt x="6" y="21"/>
                    </a:lnTo>
                    <a:lnTo>
                      <a:pt x="6" y="28"/>
                    </a:lnTo>
                    <a:lnTo>
                      <a:pt x="6" y="39"/>
                    </a:lnTo>
                    <a:lnTo>
                      <a:pt x="6" y="32"/>
                    </a:lnTo>
                    <a:lnTo>
                      <a:pt x="6" y="20"/>
                    </a:lnTo>
                    <a:lnTo>
                      <a:pt x="6" y="18"/>
                    </a:lnTo>
                    <a:lnTo>
                      <a:pt x="6" y="17"/>
                    </a:lnTo>
                    <a:lnTo>
                      <a:pt x="6" y="12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08" name="Freeform 968"/>
              <p:cNvSpPr/>
              <p:nvPr/>
            </p:nvSpPr>
            <p:spPr bwMode="auto">
              <a:xfrm>
                <a:off x="2052" y="2930"/>
                <a:ext cx="7" cy="176"/>
              </a:xfrm>
              <a:custGeom>
                <a:avLst/>
                <a:gdLst>
                  <a:gd name="T0" fmla="*/ 0 w 7"/>
                  <a:gd name="T1" fmla="*/ 6 h 176"/>
                  <a:gd name="T2" fmla="*/ 0 w 7"/>
                  <a:gd name="T3" fmla="*/ 1 h 176"/>
                  <a:gd name="T4" fmla="*/ 1 w 7"/>
                  <a:gd name="T5" fmla="*/ 2 h 176"/>
                  <a:gd name="T6" fmla="*/ 1 w 7"/>
                  <a:gd name="T7" fmla="*/ 7 h 176"/>
                  <a:gd name="T8" fmla="*/ 1 w 7"/>
                  <a:gd name="T9" fmla="*/ 6 h 176"/>
                  <a:gd name="T10" fmla="*/ 1 w 7"/>
                  <a:gd name="T11" fmla="*/ 0 h 176"/>
                  <a:gd name="T12" fmla="*/ 1 w 7"/>
                  <a:gd name="T13" fmla="*/ 4 h 176"/>
                  <a:gd name="T14" fmla="*/ 1 w 7"/>
                  <a:gd name="T15" fmla="*/ 19 h 176"/>
                  <a:gd name="T16" fmla="*/ 2 w 7"/>
                  <a:gd name="T17" fmla="*/ 25 h 176"/>
                  <a:gd name="T18" fmla="*/ 2 w 7"/>
                  <a:gd name="T19" fmla="*/ 16 h 176"/>
                  <a:gd name="T20" fmla="*/ 2 w 7"/>
                  <a:gd name="T21" fmla="*/ 8 h 176"/>
                  <a:gd name="T22" fmla="*/ 2 w 7"/>
                  <a:gd name="T23" fmla="*/ 9 h 176"/>
                  <a:gd name="T24" fmla="*/ 2 w 7"/>
                  <a:gd name="T25" fmla="*/ 14 h 176"/>
                  <a:gd name="T26" fmla="*/ 2 w 7"/>
                  <a:gd name="T27" fmla="*/ 17 h 176"/>
                  <a:gd name="T28" fmla="*/ 2 w 7"/>
                  <a:gd name="T29" fmla="*/ 11 h 176"/>
                  <a:gd name="T30" fmla="*/ 2 w 7"/>
                  <a:gd name="T31" fmla="*/ 4 h 176"/>
                  <a:gd name="T32" fmla="*/ 2 w 7"/>
                  <a:gd name="T33" fmla="*/ 4 h 176"/>
                  <a:gd name="T34" fmla="*/ 2 w 7"/>
                  <a:gd name="T35" fmla="*/ 17 h 176"/>
                  <a:gd name="T36" fmla="*/ 3 w 7"/>
                  <a:gd name="T37" fmla="*/ 33 h 176"/>
                  <a:gd name="T38" fmla="*/ 3 w 7"/>
                  <a:gd name="T39" fmla="*/ 36 h 176"/>
                  <a:gd name="T40" fmla="*/ 3 w 7"/>
                  <a:gd name="T41" fmla="*/ 25 h 176"/>
                  <a:gd name="T42" fmla="*/ 3 w 7"/>
                  <a:gd name="T43" fmla="*/ 21 h 176"/>
                  <a:gd name="T44" fmla="*/ 3 w 7"/>
                  <a:gd name="T45" fmla="*/ 33 h 176"/>
                  <a:gd name="T46" fmla="*/ 3 w 7"/>
                  <a:gd name="T47" fmla="*/ 46 h 176"/>
                  <a:gd name="T48" fmla="*/ 3 w 7"/>
                  <a:gd name="T49" fmla="*/ 43 h 176"/>
                  <a:gd name="T50" fmla="*/ 3 w 7"/>
                  <a:gd name="T51" fmla="*/ 29 h 176"/>
                  <a:gd name="T52" fmla="*/ 3 w 7"/>
                  <a:gd name="T53" fmla="*/ 26 h 176"/>
                  <a:gd name="T54" fmla="*/ 4 w 7"/>
                  <a:gd name="T55" fmla="*/ 40 h 176"/>
                  <a:gd name="T56" fmla="*/ 4 w 7"/>
                  <a:gd name="T57" fmla="*/ 47 h 176"/>
                  <a:gd name="T58" fmla="*/ 4 w 7"/>
                  <a:gd name="T59" fmla="*/ 41 h 176"/>
                  <a:gd name="T60" fmla="*/ 4 w 7"/>
                  <a:gd name="T61" fmla="*/ 38 h 176"/>
                  <a:gd name="T62" fmla="*/ 4 w 7"/>
                  <a:gd name="T63" fmla="*/ 42 h 176"/>
                  <a:gd name="T64" fmla="*/ 4 w 7"/>
                  <a:gd name="T65" fmla="*/ 53 h 176"/>
                  <a:gd name="T66" fmla="*/ 5 w 7"/>
                  <a:gd name="T67" fmla="*/ 62 h 176"/>
                  <a:gd name="T68" fmla="*/ 5 w 7"/>
                  <a:gd name="T69" fmla="*/ 61 h 176"/>
                  <a:gd name="T70" fmla="*/ 5 w 7"/>
                  <a:gd name="T71" fmla="*/ 56 h 176"/>
                  <a:gd name="T72" fmla="*/ 5 w 7"/>
                  <a:gd name="T73" fmla="*/ 67 h 176"/>
                  <a:gd name="T74" fmla="*/ 5 w 7"/>
                  <a:gd name="T75" fmla="*/ 95 h 176"/>
                  <a:gd name="T76" fmla="*/ 5 w 7"/>
                  <a:gd name="T77" fmla="*/ 104 h 176"/>
                  <a:gd name="T78" fmla="*/ 5 w 7"/>
                  <a:gd name="T79" fmla="*/ 84 h 176"/>
                  <a:gd name="T80" fmla="*/ 5 w 7"/>
                  <a:gd name="T81" fmla="*/ 79 h 176"/>
                  <a:gd name="T82" fmla="*/ 5 w 7"/>
                  <a:gd name="T83" fmla="*/ 105 h 176"/>
                  <a:gd name="T84" fmla="*/ 6 w 7"/>
                  <a:gd name="T85" fmla="*/ 117 h 176"/>
                  <a:gd name="T86" fmla="*/ 6 w 7"/>
                  <a:gd name="T87" fmla="*/ 106 h 176"/>
                  <a:gd name="T88" fmla="*/ 6 w 7"/>
                  <a:gd name="T89" fmla="*/ 102 h 176"/>
                  <a:gd name="T90" fmla="*/ 6 w 7"/>
                  <a:gd name="T91" fmla="*/ 111 h 176"/>
                  <a:gd name="T92" fmla="*/ 6 w 7"/>
                  <a:gd name="T93" fmla="*/ 125 h 176"/>
                  <a:gd name="T94" fmla="*/ 6 w 7"/>
                  <a:gd name="T95" fmla="*/ 138 h 176"/>
                  <a:gd name="T96" fmla="*/ 7 w 7"/>
                  <a:gd name="T97" fmla="*/ 132 h 176"/>
                  <a:gd name="T98" fmla="*/ 7 w 7"/>
                  <a:gd name="T99" fmla="*/ 119 h 176"/>
                  <a:gd name="T100" fmla="*/ 7 w 7"/>
                  <a:gd name="T101" fmla="*/ 138 h 176"/>
                  <a:gd name="T102" fmla="*/ 7 w 7"/>
                  <a:gd name="T103" fmla="*/ 176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176">
                    <a:moveTo>
                      <a:pt x="0" y="6"/>
                    </a:moveTo>
                    <a:lnTo>
                      <a:pt x="0" y="1"/>
                    </a:lnTo>
                    <a:lnTo>
                      <a:pt x="1" y="2"/>
                    </a:lnTo>
                    <a:lnTo>
                      <a:pt x="1" y="7"/>
                    </a:lnTo>
                    <a:lnTo>
                      <a:pt x="1" y="6"/>
                    </a:lnTo>
                    <a:lnTo>
                      <a:pt x="1" y="0"/>
                    </a:lnTo>
                    <a:lnTo>
                      <a:pt x="1" y="4"/>
                    </a:lnTo>
                    <a:lnTo>
                      <a:pt x="1" y="19"/>
                    </a:lnTo>
                    <a:lnTo>
                      <a:pt x="2" y="25"/>
                    </a:lnTo>
                    <a:lnTo>
                      <a:pt x="2" y="16"/>
                    </a:lnTo>
                    <a:lnTo>
                      <a:pt x="2" y="8"/>
                    </a:lnTo>
                    <a:lnTo>
                      <a:pt x="2" y="9"/>
                    </a:lnTo>
                    <a:lnTo>
                      <a:pt x="2" y="14"/>
                    </a:lnTo>
                    <a:lnTo>
                      <a:pt x="2" y="17"/>
                    </a:lnTo>
                    <a:lnTo>
                      <a:pt x="2" y="11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17"/>
                    </a:lnTo>
                    <a:lnTo>
                      <a:pt x="3" y="33"/>
                    </a:lnTo>
                    <a:lnTo>
                      <a:pt x="3" y="36"/>
                    </a:lnTo>
                    <a:lnTo>
                      <a:pt x="3" y="25"/>
                    </a:lnTo>
                    <a:lnTo>
                      <a:pt x="3" y="21"/>
                    </a:lnTo>
                    <a:lnTo>
                      <a:pt x="3" y="33"/>
                    </a:lnTo>
                    <a:lnTo>
                      <a:pt x="3" y="46"/>
                    </a:lnTo>
                    <a:lnTo>
                      <a:pt x="3" y="43"/>
                    </a:lnTo>
                    <a:lnTo>
                      <a:pt x="3" y="29"/>
                    </a:lnTo>
                    <a:lnTo>
                      <a:pt x="3" y="26"/>
                    </a:lnTo>
                    <a:lnTo>
                      <a:pt x="4" y="40"/>
                    </a:lnTo>
                    <a:lnTo>
                      <a:pt x="4" y="47"/>
                    </a:lnTo>
                    <a:lnTo>
                      <a:pt x="4" y="41"/>
                    </a:lnTo>
                    <a:lnTo>
                      <a:pt x="4" y="38"/>
                    </a:lnTo>
                    <a:lnTo>
                      <a:pt x="4" y="42"/>
                    </a:lnTo>
                    <a:lnTo>
                      <a:pt x="4" y="53"/>
                    </a:lnTo>
                    <a:lnTo>
                      <a:pt x="5" y="62"/>
                    </a:lnTo>
                    <a:lnTo>
                      <a:pt x="5" y="61"/>
                    </a:lnTo>
                    <a:lnTo>
                      <a:pt x="5" y="56"/>
                    </a:lnTo>
                    <a:lnTo>
                      <a:pt x="5" y="67"/>
                    </a:lnTo>
                    <a:lnTo>
                      <a:pt x="5" y="95"/>
                    </a:lnTo>
                    <a:lnTo>
                      <a:pt x="5" y="104"/>
                    </a:lnTo>
                    <a:lnTo>
                      <a:pt x="5" y="84"/>
                    </a:lnTo>
                    <a:lnTo>
                      <a:pt x="5" y="79"/>
                    </a:lnTo>
                    <a:lnTo>
                      <a:pt x="5" y="105"/>
                    </a:lnTo>
                    <a:lnTo>
                      <a:pt x="6" y="117"/>
                    </a:lnTo>
                    <a:lnTo>
                      <a:pt x="6" y="106"/>
                    </a:lnTo>
                    <a:lnTo>
                      <a:pt x="6" y="102"/>
                    </a:lnTo>
                    <a:lnTo>
                      <a:pt x="6" y="111"/>
                    </a:lnTo>
                    <a:lnTo>
                      <a:pt x="6" y="125"/>
                    </a:lnTo>
                    <a:lnTo>
                      <a:pt x="6" y="138"/>
                    </a:lnTo>
                    <a:lnTo>
                      <a:pt x="7" y="132"/>
                    </a:lnTo>
                    <a:lnTo>
                      <a:pt x="7" y="119"/>
                    </a:lnTo>
                    <a:lnTo>
                      <a:pt x="7" y="138"/>
                    </a:lnTo>
                    <a:lnTo>
                      <a:pt x="7" y="17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09" name="Freeform 969"/>
              <p:cNvSpPr/>
              <p:nvPr/>
            </p:nvSpPr>
            <p:spPr bwMode="auto">
              <a:xfrm>
                <a:off x="2059" y="2901"/>
                <a:ext cx="6" cy="250"/>
              </a:xfrm>
              <a:custGeom>
                <a:avLst/>
                <a:gdLst>
                  <a:gd name="T0" fmla="*/ 0 w 6"/>
                  <a:gd name="T1" fmla="*/ 167 h 250"/>
                  <a:gd name="T2" fmla="*/ 0 w 6"/>
                  <a:gd name="T3" fmla="*/ 205 h 250"/>
                  <a:gd name="T4" fmla="*/ 0 w 6"/>
                  <a:gd name="T5" fmla="*/ 208 h 250"/>
                  <a:gd name="T6" fmla="*/ 0 w 6"/>
                  <a:gd name="T7" fmla="*/ 179 h 250"/>
                  <a:gd name="T8" fmla="*/ 0 w 6"/>
                  <a:gd name="T9" fmla="*/ 176 h 250"/>
                  <a:gd name="T10" fmla="*/ 0 w 6"/>
                  <a:gd name="T11" fmla="*/ 203 h 250"/>
                  <a:gd name="T12" fmla="*/ 0 w 6"/>
                  <a:gd name="T13" fmla="*/ 205 h 250"/>
                  <a:gd name="T14" fmla="*/ 1 w 6"/>
                  <a:gd name="T15" fmla="*/ 183 h 250"/>
                  <a:gd name="T16" fmla="*/ 1 w 6"/>
                  <a:gd name="T17" fmla="*/ 188 h 250"/>
                  <a:gd name="T18" fmla="*/ 1 w 6"/>
                  <a:gd name="T19" fmla="*/ 212 h 250"/>
                  <a:gd name="T20" fmla="*/ 1 w 6"/>
                  <a:gd name="T21" fmla="*/ 221 h 250"/>
                  <a:gd name="T22" fmla="*/ 1 w 6"/>
                  <a:gd name="T23" fmla="*/ 222 h 250"/>
                  <a:gd name="T24" fmla="*/ 1 w 6"/>
                  <a:gd name="T25" fmla="*/ 220 h 250"/>
                  <a:gd name="T26" fmla="*/ 1 w 6"/>
                  <a:gd name="T27" fmla="*/ 211 h 250"/>
                  <a:gd name="T28" fmla="*/ 1 w 6"/>
                  <a:gd name="T29" fmla="*/ 224 h 250"/>
                  <a:gd name="T30" fmla="*/ 1 w 6"/>
                  <a:gd name="T31" fmla="*/ 250 h 250"/>
                  <a:gd name="T32" fmla="*/ 2 w 6"/>
                  <a:gd name="T33" fmla="*/ 236 h 250"/>
                  <a:gd name="T34" fmla="*/ 2 w 6"/>
                  <a:gd name="T35" fmla="*/ 180 h 250"/>
                  <a:gd name="T36" fmla="*/ 2 w 6"/>
                  <a:gd name="T37" fmla="*/ 156 h 250"/>
                  <a:gd name="T38" fmla="*/ 2 w 6"/>
                  <a:gd name="T39" fmla="*/ 186 h 250"/>
                  <a:gd name="T40" fmla="*/ 2 w 6"/>
                  <a:gd name="T41" fmla="*/ 201 h 250"/>
                  <a:gd name="T42" fmla="*/ 2 w 6"/>
                  <a:gd name="T43" fmla="*/ 158 h 250"/>
                  <a:gd name="T44" fmla="*/ 3 w 6"/>
                  <a:gd name="T45" fmla="*/ 119 h 250"/>
                  <a:gd name="T46" fmla="*/ 3 w 6"/>
                  <a:gd name="T47" fmla="*/ 131 h 250"/>
                  <a:gd name="T48" fmla="*/ 3 w 6"/>
                  <a:gd name="T49" fmla="*/ 151 h 250"/>
                  <a:gd name="T50" fmla="*/ 3 w 6"/>
                  <a:gd name="T51" fmla="*/ 144 h 250"/>
                  <a:gd name="T52" fmla="*/ 3 w 6"/>
                  <a:gd name="T53" fmla="*/ 124 h 250"/>
                  <a:gd name="T54" fmla="*/ 3 w 6"/>
                  <a:gd name="T55" fmla="*/ 101 h 250"/>
                  <a:gd name="T56" fmla="*/ 3 w 6"/>
                  <a:gd name="T57" fmla="*/ 83 h 250"/>
                  <a:gd name="T58" fmla="*/ 3 w 6"/>
                  <a:gd name="T59" fmla="*/ 87 h 250"/>
                  <a:gd name="T60" fmla="*/ 3 w 6"/>
                  <a:gd name="T61" fmla="*/ 92 h 250"/>
                  <a:gd name="T62" fmla="*/ 4 w 6"/>
                  <a:gd name="T63" fmla="*/ 59 h 250"/>
                  <a:gd name="T64" fmla="*/ 4 w 6"/>
                  <a:gd name="T65" fmla="*/ 23 h 250"/>
                  <a:gd name="T66" fmla="*/ 4 w 6"/>
                  <a:gd name="T67" fmla="*/ 35 h 250"/>
                  <a:gd name="T68" fmla="*/ 4 w 6"/>
                  <a:gd name="T69" fmla="*/ 62 h 250"/>
                  <a:gd name="T70" fmla="*/ 4 w 6"/>
                  <a:gd name="T71" fmla="*/ 51 h 250"/>
                  <a:gd name="T72" fmla="*/ 4 w 6"/>
                  <a:gd name="T73" fmla="*/ 20 h 250"/>
                  <a:gd name="T74" fmla="*/ 4 w 6"/>
                  <a:gd name="T75" fmla="*/ 16 h 250"/>
                  <a:gd name="T76" fmla="*/ 5 w 6"/>
                  <a:gd name="T77" fmla="*/ 40 h 250"/>
                  <a:gd name="T78" fmla="*/ 5 w 6"/>
                  <a:gd name="T79" fmla="*/ 47 h 250"/>
                  <a:gd name="T80" fmla="*/ 5 w 6"/>
                  <a:gd name="T81" fmla="*/ 33 h 250"/>
                  <a:gd name="T82" fmla="*/ 5 w 6"/>
                  <a:gd name="T83" fmla="*/ 30 h 250"/>
                  <a:gd name="T84" fmla="*/ 5 w 6"/>
                  <a:gd name="T85" fmla="*/ 44 h 250"/>
                  <a:gd name="T86" fmla="*/ 5 w 6"/>
                  <a:gd name="T87" fmla="*/ 54 h 250"/>
                  <a:gd name="T88" fmla="*/ 5 w 6"/>
                  <a:gd name="T89" fmla="*/ 56 h 250"/>
                  <a:gd name="T90" fmla="*/ 5 w 6"/>
                  <a:gd name="T91" fmla="*/ 48 h 250"/>
                  <a:gd name="T92" fmla="*/ 5 w 6"/>
                  <a:gd name="T93" fmla="*/ 34 h 250"/>
                  <a:gd name="T94" fmla="*/ 6 w 6"/>
                  <a:gd name="T95" fmla="*/ 36 h 250"/>
                  <a:gd name="T96" fmla="*/ 6 w 6"/>
                  <a:gd name="T97" fmla="*/ 51 h 250"/>
                  <a:gd name="T98" fmla="*/ 6 w 6"/>
                  <a:gd name="T99" fmla="*/ 40 h 250"/>
                  <a:gd name="T100" fmla="*/ 6 w 6"/>
                  <a:gd name="T101" fmla="*/ 6 h 250"/>
                  <a:gd name="T102" fmla="*/ 6 w 6"/>
                  <a:gd name="T103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250">
                    <a:moveTo>
                      <a:pt x="0" y="167"/>
                    </a:moveTo>
                    <a:lnTo>
                      <a:pt x="0" y="205"/>
                    </a:lnTo>
                    <a:lnTo>
                      <a:pt x="0" y="208"/>
                    </a:lnTo>
                    <a:lnTo>
                      <a:pt x="0" y="179"/>
                    </a:lnTo>
                    <a:lnTo>
                      <a:pt x="0" y="176"/>
                    </a:lnTo>
                    <a:lnTo>
                      <a:pt x="0" y="203"/>
                    </a:lnTo>
                    <a:lnTo>
                      <a:pt x="0" y="205"/>
                    </a:lnTo>
                    <a:lnTo>
                      <a:pt x="1" y="183"/>
                    </a:lnTo>
                    <a:lnTo>
                      <a:pt x="1" y="188"/>
                    </a:lnTo>
                    <a:lnTo>
                      <a:pt x="1" y="212"/>
                    </a:lnTo>
                    <a:lnTo>
                      <a:pt x="1" y="221"/>
                    </a:lnTo>
                    <a:lnTo>
                      <a:pt x="1" y="222"/>
                    </a:lnTo>
                    <a:lnTo>
                      <a:pt x="1" y="220"/>
                    </a:lnTo>
                    <a:lnTo>
                      <a:pt x="1" y="211"/>
                    </a:lnTo>
                    <a:lnTo>
                      <a:pt x="1" y="224"/>
                    </a:lnTo>
                    <a:lnTo>
                      <a:pt x="1" y="250"/>
                    </a:lnTo>
                    <a:lnTo>
                      <a:pt x="2" y="236"/>
                    </a:lnTo>
                    <a:lnTo>
                      <a:pt x="2" y="180"/>
                    </a:lnTo>
                    <a:lnTo>
                      <a:pt x="2" y="156"/>
                    </a:lnTo>
                    <a:lnTo>
                      <a:pt x="2" y="186"/>
                    </a:lnTo>
                    <a:lnTo>
                      <a:pt x="2" y="201"/>
                    </a:lnTo>
                    <a:lnTo>
                      <a:pt x="2" y="158"/>
                    </a:lnTo>
                    <a:lnTo>
                      <a:pt x="3" y="119"/>
                    </a:lnTo>
                    <a:lnTo>
                      <a:pt x="3" y="131"/>
                    </a:lnTo>
                    <a:lnTo>
                      <a:pt x="3" y="151"/>
                    </a:lnTo>
                    <a:lnTo>
                      <a:pt x="3" y="144"/>
                    </a:lnTo>
                    <a:lnTo>
                      <a:pt x="3" y="124"/>
                    </a:lnTo>
                    <a:lnTo>
                      <a:pt x="3" y="101"/>
                    </a:lnTo>
                    <a:lnTo>
                      <a:pt x="3" y="83"/>
                    </a:lnTo>
                    <a:lnTo>
                      <a:pt x="3" y="87"/>
                    </a:lnTo>
                    <a:lnTo>
                      <a:pt x="3" y="92"/>
                    </a:lnTo>
                    <a:lnTo>
                      <a:pt x="4" y="59"/>
                    </a:lnTo>
                    <a:lnTo>
                      <a:pt x="4" y="23"/>
                    </a:lnTo>
                    <a:lnTo>
                      <a:pt x="4" y="35"/>
                    </a:lnTo>
                    <a:lnTo>
                      <a:pt x="4" y="62"/>
                    </a:lnTo>
                    <a:lnTo>
                      <a:pt x="4" y="51"/>
                    </a:lnTo>
                    <a:lnTo>
                      <a:pt x="4" y="20"/>
                    </a:lnTo>
                    <a:lnTo>
                      <a:pt x="4" y="16"/>
                    </a:lnTo>
                    <a:lnTo>
                      <a:pt x="5" y="40"/>
                    </a:lnTo>
                    <a:lnTo>
                      <a:pt x="5" y="47"/>
                    </a:lnTo>
                    <a:lnTo>
                      <a:pt x="5" y="33"/>
                    </a:lnTo>
                    <a:lnTo>
                      <a:pt x="5" y="30"/>
                    </a:lnTo>
                    <a:lnTo>
                      <a:pt x="5" y="44"/>
                    </a:lnTo>
                    <a:lnTo>
                      <a:pt x="5" y="54"/>
                    </a:lnTo>
                    <a:lnTo>
                      <a:pt x="5" y="56"/>
                    </a:lnTo>
                    <a:lnTo>
                      <a:pt x="5" y="48"/>
                    </a:lnTo>
                    <a:lnTo>
                      <a:pt x="5" y="34"/>
                    </a:lnTo>
                    <a:lnTo>
                      <a:pt x="6" y="36"/>
                    </a:lnTo>
                    <a:lnTo>
                      <a:pt x="6" y="51"/>
                    </a:lnTo>
                    <a:lnTo>
                      <a:pt x="6" y="40"/>
                    </a:lnTo>
                    <a:lnTo>
                      <a:pt x="6" y="6"/>
                    </a:lnTo>
                    <a:lnTo>
                      <a:pt x="6" y="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10" name="Freeform 970"/>
              <p:cNvSpPr/>
              <p:nvPr/>
            </p:nvSpPr>
            <p:spPr bwMode="auto">
              <a:xfrm>
                <a:off x="2065" y="2884"/>
                <a:ext cx="6" cy="73"/>
              </a:xfrm>
              <a:custGeom>
                <a:avLst/>
                <a:gdLst>
                  <a:gd name="T0" fmla="*/ 0 w 6"/>
                  <a:gd name="T1" fmla="*/ 23 h 73"/>
                  <a:gd name="T2" fmla="*/ 0 w 6"/>
                  <a:gd name="T3" fmla="*/ 17 h 73"/>
                  <a:gd name="T4" fmla="*/ 0 w 6"/>
                  <a:gd name="T5" fmla="*/ 44 h 73"/>
                  <a:gd name="T6" fmla="*/ 0 w 6"/>
                  <a:gd name="T7" fmla="*/ 53 h 73"/>
                  <a:gd name="T8" fmla="*/ 0 w 6"/>
                  <a:gd name="T9" fmla="*/ 29 h 73"/>
                  <a:gd name="T10" fmla="*/ 0 w 6"/>
                  <a:gd name="T11" fmla="*/ 21 h 73"/>
                  <a:gd name="T12" fmla="*/ 1 w 6"/>
                  <a:gd name="T13" fmla="*/ 50 h 73"/>
                  <a:gd name="T14" fmla="*/ 1 w 6"/>
                  <a:gd name="T15" fmla="*/ 70 h 73"/>
                  <a:gd name="T16" fmla="*/ 1 w 6"/>
                  <a:gd name="T17" fmla="*/ 52 h 73"/>
                  <a:gd name="T18" fmla="*/ 1 w 6"/>
                  <a:gd name="T19" fmla="*/ 26 h 73"/>
                  <a:gd name="T20" fmla="*/ 1 w 6"/>
                  <a:gd name="T21" fmla="*/ 25 h 73"/>
                  <a:gd name="T22" fmla="*/ 1 w 6"/>
                  <a:gd name="T23" fmla="*/ 41 h 73"/>
                  <a:gd name="T24" fmla="*/ 2 w 6"/>
                  <a:gd name="T25" fmla="*/ 42 h 73"/>
                  <a:gd name="T26" fmla="*/ 2 w 6"/>
                  <a:gd name="T27" fmla="*/ 19 h 73"/>
                  <a:gd name="T28" fmla="*/ 2 w 6"/>
                  <a:gd name="T29" fmla="*/ 0 h 73"/>
                  <a:gd name="T30" fmla="*/ 2 w 6"/>
                  <a:gd name="T31" fmla="*/ 4 h 73"/>
                  <a:gd name="T32" fmla="*/ 2 w 6"/>
                  <a:gd name="T33" fmla="*/ 25 h 73"/>
                  <a:gd name="T34" fmla="*/ 2 w 6"/>
                  <a:gd name="T35" fmla="*/ 41 h 73"/>
                  <a:gd name="T36" fmla="*/ 2 w 6"/>
                  <a:gd name="T37" fmla="*/ 37 h 73"/>
                  <a:gd name="T38" fmla="*/ 2 w 6"/>
                  <a:gd name="T39" fmla="*/ 28 h 73"/>
                  <a:gd name="T40" fmla="*/ 2 w 6"/>
                  <a:gd name="T41" fmla="*/ 45 h 73"/>
                  <a:gd name="T42" fmla="*/ 3 w 6"/>
                  <a:gd name="T43" fmla="*/ 72 h 73"/>
                  <a:gd name="T44" fmla="*/ 3 w 6"/>
                  <a:gd name="T45" fmla="*/ 69 h 73"/>
                  <a:gd name="T46" fmla="*/ 3 w 6"/>
                  <a:gd name="T47" fmla="*/ 54 h 73"/>
                  <a:gd name="T48" fmla="*/ 3 w 6"/>
                  <a:gd name="T49" fmla="*/ 58 h 73"/>
                  <a:gd name="T50" fmla="*/ 3 w 6"/>
                  <a:gd name="T51" fmla="*/ 71 h 73"/>
                  <a:gd name="T52" fmla="*/ 3 w 6"/>
                  <a:gd name="T53" fmla="*/ 67 h 73"/>
                  <a:gd name="T54" fmla="*/ 4 w 6"/>
                  <a:gd name="T55" fmla="*/ 52 h 73"/>
                  <a:gd name="T56" fmla="*/ 4 w 6"/>
                  <a:gd name="T57" fmla="*/ 45 h 73"/>
                  <a:gd name="T58" fmla="*/ 4 w 6"/>
                  <a:gd name="T59" fmla="*/ 52 h 73"/>
                  <a:gd name="T60" fmla="*/ 4 w 6"/>
                  <a:gd name="T61" fmla="*/ 58 h 73"/>
                  <a:gd name="T62" fmla="*/ 4 w 6"/>
                  <a:gd name="T63" fmla="*/ 58 h 73"/>
                  <a:gd name="T64" fmla="*/ 4 w 6"/>
                  <a:gd name="T65" fmla="*/ 60 h 73"/>
                  <a:gd name="T66" fmla="*/ 4 w 6"/>
                  <a:gd name="T67" fmla="*/ 62 h 73"/>
                  <a:gd name="T68" fmla="*/ 4 w 6"/>
                  <a:gd name="T69" fmla="*/ 65 h 73"/>
                  <a:gd name="T70" fmla="*/ 4 w 6"/>
                  <a:gd name="T71" fmla="*/ 73 h 73"/>
                  <a:gd name="T72" fmla="*/ 5 w 6"/>
                  <a:gd name="T73" fmla="*/ 72 h 73"/>
                  <a:gd name="T74" fmla="*/ 5 w 6"/>
                  <a:gd name="T75" fmla="*/ 59 h 73"/>
                  <a:gd name="T76" fmla="*/ 5 w 6"/>
                  <a:gd name="T77" fmla="*/ 53 h 73"/>
                  <a:gd name="T78" fmla="*/ 5 w 6"/>
                  <a:gd name="T79" fmla="*/ 60 h 73"/>
                  <a:gd name="T80" fmla="*/ 5 w 6"/>
                  <a:gd name="T81" fmla="*/ 60 h 73"/>
                  <a:gd name="T82" fmla="*/ 5 w 6"/>
                  <a:gd name="T83" fmla="*/ 47 h 73"/>
                  <a:gd name="T84" fmla="*/ 5 w 6"/>
                  <a:gd name="T85" fmla="*/ 35 h 73"/>
                  <a:gd name="T86" fmla="*/ 5 w 6"/>
                  <a:gd name="T87" fmla="*/ 39 h 73"/>
                  <a:gd name="T88" fmla="*/ 5 w 6"/>
                  <a:gd name="T89" fmla="*/ 51 h 73"/>
                  <a:gd name="T90" fmla="*/ 6 w 6"/>
                  <a:gd name="T91" fmla="*/ 48 h 73"/>
                  <a:gd name="T92" fmla="*/ 6 w 6"/>
                  <a:gd name="T93" fmla="*/ 37 h 73"/>
                  <a:gd name="T94" fmla="*/ 6 w 6"/>
                  <a:gd name="T95" fmla="*/ 43 h 73"/>
                  <a:gd name="T96" fmla="*/ 6 w 6"/>
                  <a:gd name="T97" fmla="*/ 56 h 73"/>
                  <a:gd name="T98" fmla="*/ 6 w 6"/>
                  <a:gd name="T99" fmla="*/ 53 h 73"/>
                  <a:gd name="T100" fmla="*/ 6 w 6"/>
                  <a:gd name="T101" fmla="*/ 48 h 73"/>
                  <a:gd name="T102" fmla="*/ 6 w 6"/>
                  <a:gd name="T103" fmla="*/ 51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73">
                    <a:moveTo>
                      <a:pt x="0" y="23"/>
                    </a:moveTo>
                    <a:lnTo>
                      <a:pt x="0" y="17"/>
                    </a:lnTo>
                    <a:lnTo>
                      <a:pt x="0" y="44"/>
                    </a:lnTo>
                    <a:lnTo>
                      <a:pt x="0" y="53"/>
                    </a:lnTo>
                    <a:lnTo>
                      <a:pt x="0" y="29"/>
                    </a:lnTo>
                    <a:lnTo>
                      <a:pt x="0" y="21"/>
                    </a:lnTo>
                    <a:lnTo>
                      <a:pt x="1" y="50"/>
                    </a:lnTo>
                    <a:lnTo>
                      <a:pt x="1" y="70"/>
                    </a:lnTo>
                    <a:lnTo>
                      <a:pt x="1" y="52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41"/>
                    </a:lnTo>
                    <a:lnTo>
                      <a:pt x="2" y="42"/>
                    </a:lnTo>
                    <a:lnTo>
                      <a:pt x="2" y="19"/>
                    </a:lnTo>
                    <a:lnTo>
                      <a:pt x="2" y="0"/>
                    </a:lnTo>
                    <a:lnTo>
                      <a:pt x="2" y="4"/>
                    </a:lnTo>
                    <a:lnTo>
                      <a:pt x="2" y="25"/>
                    </a:lnTo>
                    <a:lnTo>
                      <a:pt x="2" y="41"/>
                    </a:lnTo>
                    <a:lnTo>
                      <a:pt x="2" y="37"/>
                    </a:lnTo>
                    <a:lnTo>
                      <a:pt x="2" y="28"/>
                    </a:lnTo>
                    <a:lnTo>
                      <a:pt x="2" y="45"/>
                    </a:lnTo>
                    <a:lnTo>
                      <a:pt x="3" y="72"/>
                    </a:lnTo>
                    <a:lnTo>
                      <a:pt x="3" y="69"/>
                    </a:lnTo>
                    <a:lnTo>
                      <a:pt x="3" y="54"/>
                    </a:lnTo>
                    <a:lnTo>
                      <a:pt x="3" y="58"/>
                    </a:lnTo>
                    <a:lnTo>
                      <a:pt x="3" y="71"/>
                    </a:lnTo>
                    <a:lnTo>
                      <a:pt x="3" y="67"/>
                    </a:lnTo>
                    <a:lnTo>
                      <a:pt x="4" y="52"/>
                    </a:lnTo>
                    <a:lnTo>
                      <a:pt x="4" y="45"/>
                    </a:lnTo>
                    <a:lnTo>
                      <a:pt x="4" y="52"/>
                    </a:lnTo>
                    <a:lnTo>
                      <a:pt x="4" y="58"/>
                    </a:lnTo>
                    <a:lnTo>
                      <a:pt x="4" y="58"/>
                    </a:lnTo>
                    <a:lnTo>
                      <a:pt x="4" y="60"/>
                    </a:lnTo>
                    <a:lnTo>
                      <a:pt x="4" y="62"/>
                    </a:lnTo>
                    <a:lnTo>
                      <a:pt x="4" y="65"/>
                    </a:lnTo>
                    <a:lnTo>
                      <a:pt x="4" y="73"/>
                    </a:lnTo>
                    <a:lnTo>
                      <a:pt x="5" y="72"/>
                    </a:lnTo>
                    <a:lnTo>
                      <a:pt x="5" y="59"/>
                    </a:lnTo>
                    <a:lnTo>
                      <a:pt x="5" y="53"/>
                    </a:lnTo>
                    <a:lnTo>
                      <a:pt x="5" y="60"/>
                    </a:lnTo>
                    <a:lnTo>
                      <a:pt x="5" y="60"/>
                    </a:lnTo>
                    <a:lnTo>
                      <a:pt x="5" y="47"/>
                    </a:lnTo>
                    <a:lnTo>
                      <a:pt x="5" y="35"/>
                    </a:lnTo>
                    <a:lnTo>
                      <a:pt x="5" y="39"/>
                    </a:lnTo>
                    <a:lnTo>
                      <a:pt x="5" y="51"/>
                    </a:lnTo>
                    <a:lnTo>
                      <a:pt x="6" y="48"/>
                    </a:lnTo>
                    <a:lnTo>
                      <a:pt x="6" y="37"/>
                    </a:lnTo>
                    <a:lnTo>
                      <a:pt x="6" y="43"/>
                    </a:lnTo>
                    <a:lnTo>
                      <a:pt x="6" y="56"/>
                    </a:lnTo>
                    <a:lnTo>
                      <a:pt x="6" y="53"/>
                    </a:lnTo>
                    <a:lnTo>
                      <a:pt x="6" y="48"/>
                    </a:lnTo>
                    <a:lnTo>
                      <a:pt x="6" y="51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11" name="Freeform 971"/>
              <p:cNvSpPr/>
              <p:nvPr/>
            </p:nvSpPr>
            <p:spPr bwMode="auto">
              <a:xfrm>
                <a:off x="2071" y="2910"/>
                <a:ext cx="7" cy="68"/>
              </a:xfrm>
              <a:custGeom>
                <a:avLst/>
                <a:gdLst>
                  <a:gd name="T0" fmla="*/ 0 w 7"/>
                  <a:gd name="T1" fmla="*/ 22 h 68"/>
                  <a:gd name="T2" fmla="*/ 0 w 7"/>
                  <a:gd name="T3" fmla="*/ 25 h 68"/>
                  <a:gd name="T4" fmla="*/ 1 w 7"/>
                  <a:gd name="T5" fmla="*/ 29 h 68"/>
                  <a:gd name="T6" fmla="*/ 1 w 7"/>
                  <a:gd name="T7" fmla="*/ 34 h 68"/>
                  <a:gd name="T8" fmla="*/ 1 w 7"/>
                  <a:gd name="T9" fmla="*/ 36 h 68"/>
                  <a:gd name="T10" fmla="*/ 1 w 7"/>
                  <a:gd name="T11" fmla="*/ 27 h 68"/>
                  <a:gd name="T12" fmla="*/ 1 w 7"/>
                  <a:gd name="T13" fmla="*/ 16 h 68"/>
                  <a:gd name="T14" fmla="*/ 1 w 7"/>
                  <a:gd name="T15" fmla="*/ 17 h 68"/>
                  <a:gd name="T16" fmla="*/ 1 w 7"/>
                  <a:gd name="T17" fmla="*/ 25 h 68"/>
                  <a:gd name="T18" fmla="*/ 1 w 7"/>
                  <a:gd name="T19" fmla="*/ 20 h 68"/>
                  <a:gd name="T20" fmla="*/ 1 w 7"/>
                  <a:gd name="T21" fmla="*/ 2 h 68"/>
                  <a:gd name="T22" fmla="*/ 2 w 7"/>
                  <a:gd name="T23" fmla="*/ 0 h 68"/>
                  <a:gd name="T24" fmla="*/ 2 w 7"/>
                  <a:gd name="T25" fmla="*/ 22 h 68"/>
                  <a:gd name="T26" fmla="*/ 2 w 7"/>
                  <a:gd name="T27" fmla="*/ 30 h 68"/>
                  <a:gd name="T28" fmla="*/ 2 w 7"/>
                  <a:gd name="T29" fmla="*/ 19 h 68"/>
                  <a:gd name="T30" fmla="*/ 2 w 7"/>
                  <a:gd name="T31" fmla="*/ 21 h 68"/>
                  <a:gd name="T32" fmla="*/ 2 w 7"/>
                  <a:gd name="T33" fmla="*/ 31 h 68"/>
                  <a:gd name="T34" fmla="*/ 3 w 7"/>
                  <a:gd name="T35" fmla="*/ 27 h 68"/>
                  <a:gd name="T36" fmla="*/ 3 w 7"/>
                  <a:gd name="T37" fmla="*/ 16 h 68"/>
                  <a:gd name="T38" fmla="*/ 3 w 7"/>
                  <a:gd name="T39" fmla="*/ 9 h 68"/>
                  <a:gd name="T40" fmla="*/ 3 w 7"/>
                  <a:gd name="T41" fmla="*/ 4 h 68"/>
                  <a:gd name="T42" fmla="*/ 3 w 7"/>
                  <a:gd name="T43" fmla="*/ 7 h 68"/>
                  <a:gd name="T44" fmla="*/ 3 w 7"/>
                  <a:gd name="T45" fmla="*/ 9 h 68"/>
                  <a:gd name="T46" fmla="*/ 3 w 7"/>
                  <a:gd name="T47" fmla="*/ 4 h 68"/>
                  <a:gd name="T48" fmla="*/ 3 w 7"/>
                  <a:gd name="T49" fmla="*/ 0 h 68"/>
                  <a:gd name="T50" fmla="*/ 3 w 7"/>
                  <a:gd name="T51" fmla="*/ 13 h 68"/>
                  <a:gd name="T52" fmla="*/ 4 w 7"/>
                  <a:gd name="T53" fmla="*/ 37 h 68"/>
                  <a:gd name="T54" fmla="*/ 4 w 7"/>
                  <a:gd name="T55" fmla="*/ 46 h 68"/>
                  <a:gd name="T56" fmla="*/ 4 w 7"/>
                  <a:gd name="T57" fmla="*/ 35 h 68"/>
                  <a:gd name="T58" fmla="*/ 4 w 7"/>
                  <a:gd name="T59" fmla="*/ 36 h 68"/>
                  <a:gd name="T60" fmla="*/ 4 w 7"/>
                  <a:gd name="T61" fmla="*/ 52 h 68"/>
                  <a:gd name="T62" fmla="*/ 4 w 7"/>
                  <a:gd name="T63" fmla="*/ 55 h 68"/>
                  <a:gd name="T64" fmla="*/ 4 w 7"/>
                  <a:gd name="T65" fmla="*/ 41 h 68"/>
                  <a:gd name="T66" fmla="*/ 4 w 7"/>
                  <a:gd name="T67" fmla="*/ 32 h 68"/>
                  <a:gd name="T68" fmla="*/ 4 w 7"/>
                  <a:gd name="T69" fmla="*/ 35 h 68"/>
                  <a:gd name="T70" fmla="*/ 5 w 7"/>
                  <a:gd name="T71" fmla="*/ 44 h 68"/>
                  <a:gd name="T72" fmla="*/ 5 w 7"/>
                  <a:gd name="T73" fmla="*/ 46 h 68"/>
                  <a:gd name="T74" fmla="*/ 5 w 7"/>
                  <a:gd name="T75" fmla="*/ 38 h 68"/>
                  <a:gd name="T76" fmla="*/ 5 w 7"/>
                  <a:gd name="T77" fmla="*/ 36 h 68"/>
                  <a:gd name="T78" fmla="*/ 5 w 7"/>
                  <a:gd name="T79" fmla="*/ 49 h 68"/>
                  <a:gd name="T80" fmla="*/ 5 w 7"/>
                  <a:gd name="T81" fmla="*/ 58 h 68"/>
                  <a:gd name="T82" fmla="*/ 6 w 7"/>
                  <a:gd name="T83" fmla="*/ 58 h 68"/>
                  <a:gd name="T84" fmla="*/ 6 w 7"/>
                  <a:gd name="T85" fmla="*/ 54 h 68"/>
                  <a:gd name="T86" fmla="*/ 6 w 7"/>
                  <a:gd name="T87" fmla="*/ 53 h 68"/>
                  <a:gd name="T88" fmla="*/ 6 w 7"/>
                  <a:gd name="T89" fmla="*/ 60 h 68"/>
                  <a:gd name="T90" fmla="*/ 6 w 7"/>
                  <a:gd name="T91" fmla="*/ 68 h 68"/>
                  <a:gd name="T92" fmla="*/ 6 w 7"/>
                  <a:gd name="T93" fmla="*/ 64 h 68"/>
                  <a:gd name="T94" fmla="*/ 6 w 7"/>
                  <a:gd name="T95" fmla="*/ 58 h 68"/>
                  <a:gd name="T96" fmla="*/ 6 w 7"/>
                  <a:gd name="T97" fmla="*/ 61 h 68"/>
                  <a:gd name="T98" fmla="*/ 6 w 7"/>
                  <a:gd name="T99" fmla="*/ 62 h 68"/>
                  <a:gd name="T100" fmla="*/ 7 w 7"/>
                  <a:gd name="T101" fmla="*/ 55 h 68"/>
                  <a:gd name="T102" fmla="*/ 7 w 7"/>
                  <a:gd name="T103" fmla="*/ 4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" h="68">
                    <a:moveTo>
                      <a:pt x="0" y="22"/>
                    </a:moveTo>
                    <a:lnTo>
                      <a:pt x="0" y="25"/>
                    </a:lnTo>
                    <a:lnTo>
                      <a:pt x="1" y="29"/>
                    </a:lnTo>
                    <a:lnTo>
                      <a:pt x="1" y="34"/>
                    </a:lnTo>
                    <a:lnTo>
                      <a:pt x="1" y="36"/>
                    </a:lnTo>
                    <a:lnTo>
                      <a:pt x="1" y="27"/>
                    </a:lnTo>
                    <a:lnTo>
                      <a:pt x="1" y="16"/>
                    </a:lnTo>
                    <a:lnTo>
                      <a:pt x="1" y="17"/>
                    </a:lnTo>
                    <a:lnTo>
                      <a:pt x="1" y="25"/>
                    </a:lnTo>
                    <a:lnTo>
                      <a:pt x="1" y="20"/>
                    </a:lnTo>
                    <a:lnTo>
                      <a:pt x="1" y="2"/>
                    </a:lnTo>
                    <a:lnTo>
                      <a:pt x="2" y="0"/>
                    </a:lnTo>
                    <a:lnTo>
                      <a:pt x="2" y="22"/>
                    </a:lnTo>
                    <a:lnTo>
                      <a:pt x="2" y="30"/>
                    </a:lnTo>
                    <a:lnTo>
                      <a:pt x="2" y="19"/>
                    </a:lnTo>
                    <a:lnTo>
                      <a:pt x="2" y="21"/>
                    </a:lnTo>
                    <a:lnTo>
                      <a:pt x="2" y="31"/>
                    </a:lnTo>
                    <a:lnTo>
                      <a:pt x="3" y="27"/>
                    </a:lnTo>
                    <a:lnTo>
                      <a:pt x="3" y="16"/>
                    </a:lnTo>
                    <a:lnTo>
                      <a:pt x="3" y="9"/>
                    </a:lnTo>
                    <a:lnTo>
                      <a:pt x="3" y="4"/>
                    </a:lnTo>
                    <a:lnTo>
                      <a:pt x="3" y="7"/>
                    </a:lnTo>
                    <a:lnTo>
                      <a:pt x="3" y="9"/>
                    </a:lnTo>
                    <a:lnTo>
                      <a:pt x="3" y="4"/>
                    </a:lnTo>
                    <a:lnTo>
                      <a:pt x="3" y="0"/>
                    </a:lnTo>
                    <a:lnTo>
                      <a:pt x="3" y="13"/>
                    </a:lnTo>
                    <a:lnTo>
                      <a:pt x="4" y="37"/>
                    </a:lnTo>
                    <a:lnTo>
                      <a:pt x="4" y="46"/>
                    </a:lnTo>
                    <a:lnTo>
                      <a:pt x="4" y="35"/>
                    </a:lnTo>
                    <a:lnTo>
                      <a:pt x="4" y="36"/>
                    </a:lnTo>
                    <a:lnTo>
                      <a:pt x="4" y="52"/>
                    </a:lnTo>
                    <a:lnTo>
                      <a:pt x="4" y="55"/>
                    </a:lnTo>
                    <a:lnTo>
                      <a:pt x="4" y="41"/>
                    </a:lnTo>
                    <a:lnTo>
                      <a:pt x="4" y="32"/>
                    </a:lnTo>
                    <a:lnTo>
                      <a:pt x="4" y="35"/>
                    </a:lnTo>
                    <a:lnTo>
                      <a:pt x="5" y="44"/>
                    </a:lnTo>
                    <a:lnTo>
                      <a:pt x="5" y="46"/>
                    </a:lnTo>
                    <a:lnTo>
                      <a:pt x="5" y="38"/>
                    </a:lnTo>
                    <a:lnTo>
                      <a:pt x="5" y="36"/>
                    </a:lnTo>
                    <a:lnTo>
                      <a:pt x="5" y="49"/>
                    </a:lnTo>
                    <a:lnTo>
                      <a:pt x="5" y="58"/>
                    </a:lnTo>
                    <a:lnTo>
                      <a:pt x="6" y="58"/>
                    </a:lnTo>
                    <a:lnTo>
                      <a:pt x="6" y="54"/>
                    </a:lnTo>
                    <a:lnTo>
                      <a:pt x="6" y="53"/>
                    </a:lnTo>
                    <a:lnTo>
                      <a:pt x="6" y="60"/>
                    </a:lnTo>
                    <a:lnTo>
                      <a:pt x="6" y="68"/>
                    </a:lnTo>
                    <a:lnTo>
                      <a:pt x="6" y="64"/>
                    </a:lnTo>
                    <a:lnTo>
                      <a:pt x="6" y="58"/>
                    </a:lnTo>
                    <a:lnTo>
                      <a:pt x="6" y="61"/>
                    </a:lnTo>
                    <a:lnTo>
                      <a:pt x="6" y="62"/>
                    </a:lnTo>
                    <a:lnTo>
                      <a:pt x="7" y="55"/>
                    </a:lnTo>
                    <a:lnTo>
                      <a:pt x="7" y="47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12" name="Freeform 972"/>
              <p:cNvSpPr/>
              <p:nvPr/>
            </p:nvSpPr>
            <p:spPr bwMode="auto">
              <a:xfrm>
                <a:off x="2078" y="2937"/>
                <a:ext cx="6" cy="86"/>
              </a:xfrm>
              <a:custGeom>
                <a:avLst/>
                <a:gdLst>
                  <a:gd name="T0" fmla="*/ 0 w 6"/>
                  <a:gd name="T1" fmla="*/ 28 h 86"/>
                  <a:gd name="T2" fmla="*/ 0 w 6"/>
                  <a:gd name="T3" fmla="*/ 20 h 86"/>
                  <a:gd name="T4" fmla="*/ 0 w 6"/>
                  <a:gd name="T5" fmla="*/ 17 h 86"/>
                  <a:gd name="T6" fmla="*/ 0 w 6"/>
                  <a:gd name="T7" fmla="*/ 22 h 86"/>
                  <a:gd name="T8" fmla="*/ 0 w 6"/>
                  <a:gd name="T9" fmla="*/ 29 h 86"/>
                  <a:gd name="T10" fmla="*/ 0 w 6"/>
                  <a:gd name="T11" fmla="*/ 27 h 86"/>
                  <a:gd name="T12" fmla="*/ 1 w 6"/>
                  <a:gd name="T13" fmla="*/ 20 h 86"/>
                  <a:gd name="T14" fmla="*/ 1 w 6"/>
                  <a:gd name="T15" fmla="*/ 22 h 86"/>
                  <a:gd name="T16" fmla="*/ 1 w 6"/>
                  <a:gd name="T17" fmla="*/ 34 h 86"/>
                  <a:gd name="T18" fmla="*/ 1 w 6"/>
                  <a:gd name="T19" fmla="*/ 41 h 86"/>
                  <a:gd name="T20" fmla="*/ 1 w 6"/>
                  <a:gd name="T21" fmla="*/ 36 h 86"/>
                  <a:gd name="T22" fmla="*/ 1 w 6"/>
                  <a:gd name="T23" fmla="*/ 27 h 86"/>
                  <a:gd name="T24" fmla="*/ 1 w 6"/>
                  <a:gd name="T25" fmla="*/ 26 h 86"/>
                  <a:gd name="T26" fmla="*/ 1 w 6"/>
                  <a:gd name="T27" fmla="*/ 28 h 86"/>
                  <a:gd name="T28" fmla="*/ 1 w 6"/>
                  <a:gd name="T29" fmla="*/ 22 h 86"/>
                  <a:gd name="T30" fmla="*/ 2 w 6"/>
                  <a:gd name="T31" fmla="*/ 10 h 86"/>
                  <a:gd name="T32" fmla="*/ 2 w 6"/>
                  <a:gd name="T33" fmla="*/ 6 h 86"/>
                  <a:gd name="T34" fmla="*/ 2 w 6"/>
                  <a:gd name="T35" fmla="*/ 15 h 86"/>
                  <a:gd name="T36" fmla="*/ 2 w 6"/>
                  <a:gd name="T37" fmla="*/ 19 h 86"/>
                  <a:gd name="T38" fmla="*/ 2 w 6"/>
                  <a:gd name="T39" fmla="*/ 11 h 86"/>
                  <a:gd name="T40" fmla="*/ 2 w 6"/>
                  <a:gd name="T41" fmla="*/ 7 h 86"/>
                  <a:gd name="T42" fmla="*/ 2 w 6"/>
                  <a:gd name="T43" fmla="*/ 13 h 86"/>
                  <a:gd name="T44" fmla="*/ 2 w 6"/>
                  <a:gd name="T45" fmla="*/ 21 h 86"/>
                  <a:gd name="T46" fmla="*/ 2 w 6"/>
                  <a:gd name="T47" fmla="*/ 21 h 86"/>
                  <a:gd name="T48" fmla="*/ 2 w 6"/>
                  <a:gd name="T49" fmla="*/ 14 h 86"/>
                  <a:gd name="T50" fmla="*/ 3 w 6"/>
                  <a:gd name="T51" fmla="*/ 6 h 86"/>
                  <a:gd name="T52" fmla="*/ 3 w 6"/>
                  <a:gd name="T53" fmla="*/ 9 h 86"/>
                  <a:gd name="T54" fmla="*/ 3 w 6"/>
                  <a:gd name="T55" fmla="*/ 12 h 86"/>
                  <a:gd name="T56" fmla="*/ 3 w 6"/>
                  <a:gd name="T57" fmla="*/ 4 h 86"/>
                  <a:gd name="T58" fmla="*/ 3 w 6"/>
                  <a:gd name="T59" fmla="*/ 0 h 86"/>
                  <a:gd name="T60" fmla="*/ 3 w 6"/>
                  <a:gd name="T61" fmla="*/ 8 h 86"/>
                  <a:gd name="T62" fmla="*/ 4 w 6"/>
                  <a:gd name="T63" fmla="*/ 15 h 86"/>
                  <a:gd name="T64" fmla="*/ 4 w 6"/>
                  <a:gd name="T65" fmla="*/ 17 h 86"/>
                  <a:gd name="T66" fmla="*/ 4 w 6"/>
                  <a:gd name="T67" fmla="*/ 17 h 86"/>
                  <a:gd name="T68" fmla="*/ 4 w 6"/>
                  <a:gd name="T69" fmla="*/ 18 h 86"/>
                  <a:gd name="T70" fmla="*/ 4 w 6"/>
                  <a:gd name="T71" fmla="*/ 22 h 86"/>
                  <a:gd name="T72" fmla="*/ 4 w 6"/>
                  <a:gd name="T73" fmla="*/ 29 h 86"/>
                  <a:gd name="T74" fmla="*/ 4 w 6"/>
                  <a:gd name="T75" fmla="*/ 33 h 86"/>
                  <a:gd name="T76" fmla="*/ 4 w 6"/>
                  <a:gd name="T77" fmla="*/ 34 h 86"/>
                  <a:gd name="T78" fmla="*/ 4 w 6"/>
                  <a:gd name="T79" fmla="*/ 32 h 86"/>
                  <a:gd name="T80" fmla="*/ 5 w 6"/>
                  <a:gd name="T81" fmla="*/ 34 h 86"/>
                  <a:gd name="T82" fmla="*/ 5 w 6"/>
                  <a:gd name="T83" fmla="*/ 41 h 86"/>
                  <a:gd name="T84" fmla="*/ 5 w 6"/>
                  <a:gd name="T85" fmla="*/ 37 h 86"/>
                  <a:gd name="T86" fmla="*/ 5 w 6"/>
                  <a:gd name="T87" fmla="*/ 32 h 86"/>
                  <a:gd name="T88" fmla="*/ 5 w 6"/>
                  <a:gd name="T89" fmla="*/ 46 h 86"/>
                  <a:gd name="T90" fmla="*/ 5 w 6"/>
                  <a:gd name="T91" fmla="*/ 63 h 86"/>
                  <a:gd name="T92" fmla="*/ 6 w 6"/>
                  <a:gd name="T93" fmla="*/ 61 h 86"/>
                  <a:gd name="T94" fmla="*/ 6 w 6"/>
                  <a:gd name="T95" fmla="*/ 51 h 86"/>
                  <a:gd name="T96" fmla="*/ 6 w 6"/>
                  <a:gd name="T97" fmla="*/ 53 h 86"/>
                  <a:gd name="T98" fmla="*/ 6 w 6"/>
                  <a:gd name="T99" fmla="*/ 65 h 86"/>
                  <a:gd name="T100" fmla="*/ 6 w 6"/>
                  <a:gd name="T101" fmla="*/ 79 h 86"/>
                  <a:gd name="T102" fmla="*/ 6 w 6"/>
                  <a:gd name="T103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86">
                    <a:moveTo>
                      <a:pt x="0" y="28"/>
                    </a:moveTo>
                    <a:lnTo>
                      <a:pt x="0" y="20"/>
                    </a:lnTo>
                    <a:lnTo>
                      <a:pt x="0" y="17"/>
                    </a:lnTo>
                    <a:lnTo>
                      <a:pt x="0" y="22"/>
                    </a:lnTo>
                    <a:lnTo>
                      <a:pt x="0" y="29"/>
                    </a:lnTo>
                    <a:lnTo>
                      <a:pt x="0" y="27"/>
                    </a:lnTo>
                    <a:lnTo>
                      <a:pt x="1" y="20"/>
                    </a:lnTo>
                    <a:lnTo>
                      <a:pt x="1" y="22"/>
                    </a:lnTo>
                    <a:lnTo>
                      <a:pt x="1" y="34"/>
                    </a:lnTo>
                    <a:lnTo>
                      <a:pt x="1" y="41"/>
                    </a:lnTo>
                    <a:lnTo>
                      <a:pt x="1" y="36"/>
                    </a:lnTo>
                    <a:lnTo>
                      <a:pt x="1" y="27"/>
                    </a:lnTo>
                    <a:lnTo>
                      <a:pt x="1" y="26"/>
                    </a:lnTo>
                    <a:lnTo>
                      <a:pt x="1" y="28"/>
                    </a:lnTo>
                    <a:lnTo>
                      <a:pt x="1" y="22"/>
                    </a:lnTo>
                    <a:lnTo>
                      <a:pt x="2" y="10"/>
                    </a:lnTo>
                    <a:lnTo>
                      <a:pt x="2" y="6"/>
                    </a:lnTo>
                    <a:lnTo>
                      <a:pt x="2" y="15"/>
                    </a:lnTo>
                    <a:lnTo>
                      <a:pt x="2" y="19"/>
                    </a:lnTo>
                    <a:lnTo>
                      <a:pt x="2" y="11"/>
                    </a:lnTo>
                    <a:lnTo>
                      <a:pt x="2" y="7"/>
                    </a:lnTo>
                    <a:lnTo>
                      <a:pt x="2" y="13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14"/>
                    </a:lnTo>
                    <a:lnTo>
                      <a:pt x="3" y="6"/>
                    </a:lnTo>
                    <a:lnTo>
                      <a:pt x="3" y="9"/>
                    </a:lnTo>
                    <a:lnTo>
                      <a:pt x="3" y="12"/>
                    </a:lnTo>
                    <a:lnTo>
                      <a:pt x="3" y="4"/>
                    </a:lnTo>
                    <a:lnTo>
                      <a:pt x="3" y="0"/>
                    </a:lnTo>
                    <a:lnTo>
                      <a:pt x="3" y="8"/>
                    </a:lnTo>
                    <a:lnTo>
                      <a:pt x="4" y="15"/>
                    </a:lnTo>
                    <a:lnTo>
                      <a:pt x="4" y="17"/>
                    </a:lnTo>
                    <a:lnTo>
                      <a:pt x="4" y="17"/>
                    </a:lnTo>
                    <a:lnTo>
                      <a:pt x="4" y="18"/>
                    </a:lnTo>
                    <a:lnTo>
                      <a:pt x="4" y="22"/>
                    </a:lnTo>
                    <a:lnTo>
                      <a:pt x="4" y="29"/>
                    </a:lnTo>
                    <a:lnTo>
                      <a:pt x="4" y="33"/>
                    </a:lnTo>
                    <a:lnTo>
                      <a:pt x="4" y="34"/>
                    </a:lnTo>
                    <a:lnTo>
                      <a:pt x="4" y="32"/>
                    </a:lnTo>
                    <a:lnTo>
                      <a:pt x="5" y="34"/>
                    </a:lnTo>
                    <a:lnTo>
                      <a:pt x="5" y="41"/>
                    </a:lnTo>
                    <a:lnTo>
                      <a:pt x="5" y="37"/>
                    </a:lnTo>
                    <a:lnTo>
                      <a:pt x="5" y="32"/>
                    </a:lnTo>
                    <a:lnTo>
                      <a:pt x="5" y="46"/>
                    </a:lnTo>
                    <a:lnTo>
                      <a:pt x="5" y="63"/>
                    </a:lnTo>
                    <a:lnTo>
                      <a:pt x="6" y="61"/>
                    </a:lnTo>
                    <a:lnTo>
                      <a:pt x="6" y="51"/>
                    </a:lnTo>
                    <a:lnTo>
                      <a:pt x="6" y="53"/>
                    </a:lnTo>
                    <a:lnTo>
                      <a:pt x="6" y="65"/>
                    </a:lnTo>
                    <a:lnTo>
                      <a:pt x="6" y="79"/>
                    </a:lnTo>
                    <a:lnTo>
                      <a:pt x="6" y="86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13" name="Freeform 973"/>
              <p:cNvSpPr/>
              <p:nvPr/>
            </p:nvSpPr>
            <p:spPr bwMode="auto">
              <a:xfrm>
                <a:off x="2084" y="2916"/>
                <a:ext cx="6" cy="232"/>
              </a:xfrm>
              <a:custGeom>
                <a:avLst/>
                <a:gdLst>
                  <a:gd name="T0" fmla="*/ 0 w 6"/>
                  <a:gd name="T1" fmla="*/ 100 h 232"/>
                  <a:gd name="T2" fmla="*/ 0 w 6"/>
                  <a:gd name="T3" fmla="*/ 107 h 232"/>
                  <a:gd name="T4" fmla="*/ 0 w 6"/>
                  <a:gd name="T5" fmla="*/ 110 h 232"/>
                  <a:gd name="T6" fmla="*/ 0 w 6"/>
                  <a:gd name="T7" fmla="*/ 110 h 232"/>
                  <a:gd name="T8" fmla="*/ 0 w 6"/>
                  <a:gd name="T9" fmla="*/ 99 h 232"/>
                  <a:gd name="T10" fmla="*/ 1 w 6"/>
                  <a:gd name="T11" fmla="*/ 105 h 232"/>
                  <a:gd name="T12" fmla="*/ 1 w 6"/>
                  <a:gd name="T13" fmla="*/ 130 h 232"/>
                  <a:gd name="T14" fmla="*/ 1 w 6"/>
                  <a:gd name="T15" fmla="*/ 132 h 232"/>
                  <a:gd name="T16" fmla="*/ 1 w 6"/>
                  <a:gd name="T17" fmla="*/ 120 h 232"/>
                  <a:gd name="T18" fmla="*/ 1 w 6"/>
                  <a:gd name="T19" fmla="*/ 132 h 232"/>
                  <a:gd name="T20" fmla="*/ 1 w 6"/>
                  <a:gd name="T21" fmla="*/ 142 h 232"/>
                  <a:gd name="T22" fmla="*/ 1 w 6"/>
                  <a:gd name="T23" fmla="*/ 132 h 232"/>
                  <a:gd name="T24" fmla="*/ 1 w 6"/>
                  <a:gd name="T25" fmla="*/ 140 h 232"/>
                  <a:gd name="T26" fmla="*/ 1 w 6"/>
                  <a:gd name="T27" fmla="*/ 161 h 232"/>
                  <a:gd name="T28" fmla="*/ 2 w 6"/>
                  <a:gd name="T29" fmla="*/ 165 h 232"/>
                  <a:gd name="T30" fmla="*/ 2 w 6"/>
                  <a:gd name="T31" fmla="*/ 164 h 232"/>
                  <a:gd name="T32" fmla="*/ 2 w 6"/>
                  <a:gd name="T33" fmla="*/ 173 h 232"/>
                  <a:gd name="T34" fmla="*/ 2 w 6"/>
                  <a:gd name="T35" fmla="*/ 176 h 232"/>
                  <a:gd name="T36" fmla="*/ 2 w 6"/>
                  <a:gd name="T37" fmla="*/ 161 h 232"/>
                  <a:gd name="T38" fmla="*/ 2 w 6"/>
                  <a:gd name="T39" fmla="*/ 150 h 232"/>
                  <a:gd name="T40" fmla="*/ 3 w 6"/>
                  <a:gd name="T41" fmla="*/ 174 h 232"/>
                  <a:gd name="T42" fmla="*/ 3 w 6"/>
                  <a:gd name="T43" fmla="*/ 214 h 232"/>
                  <a:gd name="T44" fmla="*/ 3 w 6"/>
                  <a:gd name="T45" fmla="*/ 214 h 232"/>
                  <a:gd name="T46" fmla="*/ 3 w 6"/>
                  <a:gd name="T47" fmla="*/ 189 h 232"/>
                  <a:gd name="T48" fmla="*/ 3 w 6"/>
                  <a:gd name="T49" fmla="*/ 186 h 232"/>
                  <a:gd name="T50" fmla="*/ 3 w 6"/>
                  <a:gd name="T51" fmla="*/ 200 h 232"/>
                  <a:gd name="T52" fmla="*/ 3 w 6"/>
                  <a:gd name="T53" fmla="*/ 218 h 232"/>
                  <a:gd name="T54" fmla="*/ 3 w 6"/>
                  <a:gd name="T55" fmla="*/ 232 h 232"/>
                  <a:gd name="T56" fmla="*/ 3 w 6"/>
                  <a:gd name="T57" fmla="*/ 208 h 232"/>
                  <a:gd name="T58" fmla="*/ 4 w 6"/>
                  <a:gd name="T59" fmla="*/ 159 h 232"/>
                  <a:gd name="T60" fmla="*/ 4 w 6"/>
                  <a:gd name="T61" fmla="*/ 143 h 232"/>
                  <a:gd name="T62" fmla="*/ 4 w 6"/>
                  <a:gd name="T63" fmla="*/ 160 h 232"/>
                  <a:gd name="T64" fmla="*/ 4 w 6"/>
                  <a:gd name="T65" fmla="*/ 170 h 232"/>
                  <a:gd name="T66" fmla="*/ 4 w 6"/>
                  <a:gd name="T67" fmla="*/ 147 h 232"/>
                  <a:gd name="T68" fmla="*/ 4 w 6"/>
                  <a:gd name="T69" fmla="*/ 108 h 232"/>
                  <a:gd name="T70" fmla="*/ 4 w 6"/>
                  <a:gd name="T71" fmla="*/ 100 h 232"/>
                  <a:gd name="T72" fmla="*/ 5 w 6"/>
                  <a:gd name="T73" fmla="*/ 123 h 232"/>
                  <a:gd name="T74" fmla="*/ 5 w 6"/>
                  <a:gd name="T75" fmla="*/ 114 h 232"/>
                  <a:gd name="T76" fmla="*/ 5 w 6"/>
                  <a:gd name="T77" fmla="*/ 77 h 232"/>
                  <a:gd name="T78" fmla="*/ 5 w 6"/>
                  <a:gd name="T79" fmla="*/ 62 h 232"/>
                  <a:gd name="T80" fmla="*/ 5 w 6"/>
                  <a:gd name="T81" fmla="*/ 62 h 232"/>
                  <a:gd name="T82" fmla="*/ 5 w 6"/>
                  <a:gd name="T83" fmla="*/ 55 h 232"/>
                  <a:gd name="T84" fmla="*/ 5 w 6"/>
                  <a:gd name="T85" fmla="*/ 45 h 232"/>
                  <a:gd name="T86" fmla="*/ 5 w 6"/>
                  <a:gd name="T87" fmla="*/ 25 h 232"/>
                  <a:gd name="T88" fmla="*/ 5 w 6"/>
                  <a:gd name="T89" fmla="*/ 5 h 232"/>
                  <a:gd name="T90" fmla="*/ 6 w 6"/>
                  <a:gd name="T91" fmla="*/ 11 h 232"/>
                  <a:gd name="T92" fmla="*/ 6 w 6"/>
                  <a:gd name="T93" fmla="*/ 26 h 232"/>
                  <a:gd name="T94" fmla="*/ 6 w 6"/>
                  <a:gd name="T95" fmla="*/ 25 h 232"/>
                  <a:gd name="T96" fmla="*/ 6 w 6"/>
                  <a:gd name="T97" fmla="*/ 11 h 232"/>
                  <a:gd name="T98" fmla="*/ 6 w 6"/>
                  <a:gd name="T99" fmla="*/ 0 h 232"/>
                  <a:gd name="T100" fmla="*/ 6 w 6"/>
                  <a:gd name="T101" fmla="*/ 6 h 232"/>
                  <a:gd name="T102" fmla="*/ 6 w 6"/>
                  <a:gd name="T103" fmla="*/ 2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" h="232">
                    <a:moveTo>
                      <a:pt x="0" y="100"/>
                    </a:moveTo>
                    <a:lnTo>
                      <a:pt x="0" y="107"/>
                    </a:lnTo>
                    <a:lnTo>
                      <a:pt x="0" y="110"/>
                    </a:lnTo>
                    <a:lnTo>
                      <a:pt x="0" y="110"/>
                    </a:lnTo>
                    <a:lnTo>
                      <a:pt x="0" y="99"/>
                    </a:lnTo>
                    <a:lnTo>
                      <a:pt x="1" y="105"/>
                    </a:lnTo>
                    <a:lnTo>
                      <a:pt x="1" y="130"/>
                    </a:lnTo>
                    <a:lnTo>
                      <a:pt x="1" y="132"/>
                    </a:lnTo>
                    <a:lnTo>
                      <a:pt x="1" y="120"/>
                    </a:lnTo>
                    <a:lnTo>
                      <a:pt x="1" y="132"/>
                    </a:lnTo>
                    <a:lnTo>
                      <a:pt x="1" y="142"/>
                    </a:lnTo>
                    <a:lnTo>
                      <a:pt x="1" y="132"/>
                    </a:lnTo>
                    <a:lnTo>
                      <a:pt x="1" y="140"/>
                    </a:lnTo>
                    <a:lnTo>
                      <a:pt x="1" y="161"/>
                    </a:lnTo>
                    <a:lnTo>
                      <a:pt x="2" y="165"/>
                    </a:lnTo>
                    <a:lnTo>
                      <a:pt x="2" y="164"/>
                    </a:lnTo>
                    <a:lnTo>
                      <a:pt x="2" y="173"/>
                    </a:lnTo>
                    <a:lnTo>
                      <a:pt x="2" y="176"/>
                    </a:lnTo>
                    <a:lnTo>
                      <a:pt x="2" y="161"/>
                    </a:lnTo>
                    <a:lnTo>
                      <a:pt x="2" y="150"/>
                    </a:lnTo>
                    <a:lnTo>
                      <a:pt x="3" y="174"/>
                    </a:lnTo>
                    <a:lnTo>
                      <a:pt x="3" y="214"/>
                    </a:lnTo>
                    <a:lnTo>
                      <a:pt x="3" y="214"/>
                    </a:lnTo>
                    <a:lnTo>
                      <a:pt x="3" y="189"/>
                    </a:lnTo>
                    <a:lnTo>
                      <a:pt x="3" y="186"/>
                    </a:lnTo>
                    <a:lnTo>
                      <a:pt x="3" y="200"/>
                    </a:lnTo>
                    <a:lnTo>
                      <a:pt x="3" y="218"/>
                    </a:lnTo>
                    <a:lnTo>
                      <a:pt x="3" y="232"/>
                    </a:lnTo>
                    <a:lnTo>
                      <a:pt x="3" y="208"/>
                    </a:lnTo>
                    <a:lnTo>
                      <a:pt x="4" y="159"/>
                    </a:lnTo>
                    <a:lnTo>
                      <a:pt x="4" y="143"/>
                    </a:lnTo>
                    <a:lnTo>
                      <a:pt x="4" y="160"/>
                    </a:lnTo>
                    <a:lnTo>
                      <a:pt x="4" y="170"/>
                    </a:lnTo>
                    <a:lnTo>
                      <a:pt x="4" y="147"/>
                    </a:lnTo>
                    <a:lnTo>
                      <a:pt x="4" y="108"/>
                    </a:lnTo>
                    <a:lnTo>
                      <a:pt x="4" y="100"/>
                    </a:lnTo>
                    <a:lnTo>
                      <a:pt x="5" y="123"/>
                    </a:lnTo>
                    <a:lnTo>
                      <a:pt x="5" y="114"/>
                    </a:lnTo>
                    <a:lnTo>
                      <a:pt x="5" y="77"/>
                    </a:lnTo>
                    <a:lnTo>
                      <a:pt x="5" y="62"/>
                    </a:lnTo>
                    <a:lnTo>
                      <a:pt x="5" y="62"/>
                    </a:lnTo>
                    <a:lnTo>
                      <a:pt x="5" y="55"/>
                    </a:lnTo>
                    <a:lnTo>
                      <a:pt x="5" y="45"/>
                    </a:lnTo>
                    <a:lnTo>
                      <a:pt x="5" y="25"/>
                    </a:lnTo>
                    <a:lnTo>
                      <a:pt x="5" y="5"/>
                    </a:lnTo>
                    <a:lnTo>
                      <a:pt x="6" y="11"/>
                    </a:lnTo>
                    <a:lnTo>
                      <a:pt x="6" y="26"/>
                    </a:lnTo>
                    <a:lnTo>
                      <a:pt x="6" y="25"/>
                    </a:lnTo>
                    <a:lnTo>
                      <a:pt x="6" y="11"/>
                    </a:lnTo>
                    <a:lnTo>
                      <a:pt x="6" y="0"/>
                    </a:lnTo>
                    <a:lnTo>
                      <a:pt x="6" y="6"/>
                    </a:lnTo>
                    <a:lnTo>
                      <a:pt x="6" y="20"/>
                    </a:lnTo>
                  </a:path>
                </a:pathLst>
              </a:custGeom>
              <a:noFill/>
              <a:ln w="6350" cap="flat">
                <a:solidFill>
                  <a:srgbClr val="00FF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sp>
          <p:nvSpPr>
            <p:cNvPr id="414" name="Freeform 975"/>
            <p:cNvSpPr/>
            <p:nvPr/>
          </p:nvSpPr>
          <p:spPr bwMode="auto">
            <a:xfrm>
              <a:off x="3317875" y="4622801"/>
              <a:ext cx="11113" cy="109538"/>
            </a:xfrm>
            <a:custGeom>
              <a:avLst/>
              <a:gdLst>
                <a:gd name="T0" fmla="*/ 0 w 7"/>
                <a:gd name="T1" fmla="*/ 10 h 69"/>
                <a:gd name="T2" fmla="*/ 0 w 7"/>
                <a:gd name="T3" fmla="*/ 24 h 69"/>
                <a:gd name="T4" fmla="*/ 0 w 7"/>
                <a:gd name="T5" fmla="*/ 28 h 69"/>
                <a:gd name="T6" fmla="*/ 0 w 7"/>
                <a:gd name="T7" fmla="*/ 30 h 69"/>
                <a:gd name="T8" fmla="*/ 1 w 7"/>
                <a:gd name="T9" fmla="*/ 45 h 69"/>
                <a:gd name="T10" fmla="*/ 1 w 7"/>
                <a:gd name="T11" fmla="*/ 47 h 69"/>
                <a:gd name="T12" fmla="*/ 1 w 7"/>
                <a:gd name="T13" fmla="*/ 37 h 69"/>
                <a:gd name="T14" fmla="*/ 1 w 7"/>
                <a:gd name="T15" fmla="*/ 39 h 69"/>
                <a:gd name="T16" fmla="*/ 1 w 7"/>
                <a:gd name="T17" fmla="*/ 41 h 69"/>
                <a:gd name="T18" fmla="*/ 1 w 7"/>
                <a:gd name="T19" fmla="*/ 33 h 69"/>
                <a:gd name="T20" fmla="*/ 2 w 7"/>
                <a:gd name="T21" fmla="*/ 28 h 69"/>
                <a:gd name="T22" fmla="*/ 2 w 7"/>
                <a:gd name="T23" fmla="*/ 21 h 69"/>
                <a:gd name="T24" fmla="*/ 2 w 7"/>
                <a:gd name="T25" fmla="*/ 14 h 69"/>
                <a:gd name="T26" fmla="*/ 2 w 7"/>
                <a:gd name="T27" fmla="*/ 13 h 69"/>
                <a:gd name="T28" fmla="*/ 2 w 7"/>
                <a:gd name="T29" fmla="*/ 14 h 69"/>
                <a:gd name="T30" fmla="*/ 2 w 7"/>
                <a:gd name="T31" fmla="*/ 8 h 69"/>
                <a:gd name="T32" fmla="*/ 2 w 7"/>
                <a:gd name="T33" fmla="*/ 7 h 69"/>
                <a:gd name="T34" fmla="*/ 2 w 7"/>
                <a:gd name="T35" fmla="*/ 14 h 69"/>
                <a:gd name="T36" fmla="*/ 2 w 7"/>
                <a:gd name="T37" fmla="*/ 23 h 69"/>
                <a:gd name="T38" fmla="*/ 3 w 7"/>
                <a:gd name="T39" fmla="*/ 24 h 69"/>
                <a:gd name="T40" fmla="*/ 3 w 7"/>
                <a:gd name="T41" fmla="*/ 11 h 69"/>
                <a:gd name="T42" fmla="*/ 3 w 7"/>
                <a:gd name="T43" fmla="*/ 0 h 69"/>
                <a:gd name="T44" fmla="*/ 3 w 7"/>
                <a:gd name="T45" fmla="*/ 5 h 69"/>
                <a:gd name="T46" fmla="*/ 3 w 7"/>
                <a:gd name="T47" fmla="*/ 20 h 69"/>
                <a:gd name="T48" fmla="*/ 3 w 7"/>
                <a:gd name="T49" fmla="*/ 28 h 69"/>
                <a:gd name="T50" fmla="*/ 4 w 7"/>
                <a:gd name="T51" fmla="*/ 20 h 69"/>
                <a:gd name="T52" fmla="*/ 4 w 7"/>
                <a:gd name="T53" fmla="*/ 9 h 69"/>
                <a:gd name="T54" fmla="*/ 4 w 7"/>
                <a:gd name="T55" fmla="*/ 6 h 69"/>
                <a:gd name="T56" fmla="*/ 4 w 7"/>
                <a:gd name="T57" fmla="*/ 13 h 69"/>
                <a:gd name="T58" fmla="*/ 4 w 7"/>
                <a:gd name="T59" fmla="*/ 24 h 69"/>
                <a:gd name="T60" fmla="*/ 4 w 7"/>
                <a:gd name="T61" fmla="*/ 32 h 69"/>
                <a:gd name="T62" fmla="*/ 4 w 7"/>
                <a:gd name="T63" fmla="*/ 32 h 69"/>
                <a:gd name="T64" fmla="*/ 4 w 7"/>
                <a:gd name="T65" fmla="*/ 36 h 69"/>
                <a:gd name="T66" fmla="*/ 4 w 7"/>
                <a:gd name="T67" fmla="*/ 49 h 69"/>
                <a:gd name="T68" fmla="*/ 5 w 7"/>
                <a:gd name="T69" fmla="*/ 54 h 69"/>
                <a:gd name="T70" fmla="*/ 5 w 7"/>
                <a:gd name="T71" fmla="*/ 53 h 69"/>
                <a:gd name="T72" fmla="*/ 5 w 7"/>
                <a:gd name="T73" fmla="*/ 62 h 69"/>
                <a:gd name="T74" fmla="*/ 5 w 7"/>
                <a:gd name="T75" fmla="*/ 69 h 69"/>
                <a:gd name="T76" fmla="*/ 5 w 7"/>
                <a:gd name="T77" fmla="*/ 54 h 69"/>
                <a:gd name="T78" fmla="*/ 5 w 7"/>
                <a:gd name="T79" fmla="*/ 35 h 69"/>
                <a:gd name="T80" fmla="*/ 5 w 7"/>
                <a:gd name="T81" fmla="*/ 34 h 69"/>
                <a:gd name="T82" fmla="*/ 5 w 7"/>
                <a:gd name="T83" fmla="*/ 39 h 69"/>
                <a:gd name="T84" fmla="*/ 5 w 7"/>
                <a:gd name="T85" fmla="*/ 33 h 69"/>
                <a:gd name="T86" fmla="*/ 6 w 7"/>
                <a:gd name="T87" fmla="*/ 29 h 69"/>
                <a:gd name="T88" fmla="*/ 6 w 7"/>
                <a:gd name="T89" fmla="*/ 40 h 69"/>
                <a:gd name="T90" fmla="*/ 6 w 7"/>
                <a:gd name="T91" fmla="*/ 46 h 69"/>
                <a:gd name="T92" fmla="*/ 6 w 7"/>
                <a:gd name="T93" fmla="*/ 36 h 69"/>
                <a:gd name="T94" fmla="*/ 6 w 7"/>
                <a:gd name="T95" fmla="*/ 38 h 69"/>
                <a:gd name="T96" fmla="*/ 6 w 7"/>
                <a:gd name="T97" fmla="*/ 49 h 69"/>
                <a:gd name="T98" fmla="*/ 7 w 7"/>
                <a:gd name="T99" fmla="*/ 43 h 69"/>
                <a:gd name="T100" fmla="*/ 7 w 7"/>
                <a:gd name="T101" fmla="*/ 34 h 69"/>
                <a:gd name="T102" fmla="*/ 7 w 7"/>
                <a:gd name="T103" fmla="*/ 4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69">
                  <a:moveTo>
                    <a:pt x="0" y="10"/>
                  </a:moveTo>
                  <a:lnTo>
                    <a:pt x="0" y="24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1" y="45"/>
                  </a:lnTo>
                  <a:lnTo>
                    <a:pt x="1" y="47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33"/>
                  </a:lnTo>
                  <a:lnTo>
                    <a:pt x="2" y="28"/>
                  </a:lnTo>
                  <a:lnTo>
                    <a:pt x="2" y="21"/>
                  </a:lnTo>
                  <a:lnTo>
                    <a:pt x="2" y="14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8"/>
                  </a:lnTo>
                  <a:lnTo>
                    <a:pt x="2" y="7"/>
                  </a:lnTo>
                  <a:lnTo>
                    <a:pt x="2" y="14"/>
                  </a:lnTo>
                  <a:lnTo>
                    <a:pt x="2" y="23"/>
                  </a:lnTo>
                  <a:lnTo>
                    <a:pt x="3" y="24"/>
                  </a:lnTo>
                  <a:lnTo>
                    <a:pt x="3" y="11"/>
                  </a:lnTo>
                  <a:lnTo>
                    <a:pt x="3" y="0"/>
                  </a:lnTo>
                  <a:lnTo>
                    <a:pt x="3" y="5"/>
                  </a:lnTo>
                  <a:lnTo>
                    <a:pt x="3" y="20"/>
                  </a:lnTo>
                  <a:lnTo>
                    <a:pt x="3" y="28"/>
                  </a:lnTo>
                  <a:lnTo>
                    <a:pt x="4" y="20"/>
                  </a:lnTo>
                  <a:lnTo>
                    <a:pt x="4" y="9"/>
                  </a:lnTo>
                  <a:lnTo>
                    <a:pt x="4" y="6"/>
                  </a:lnTo>
                  <a:lnTo>
                    <a:pt x="4" y="13"/>
                  </a:lnTo>
                  <a:lnTo>
                    <a:pt x="4" y="24"/>
                  </a:lnTo>
                  <a:lnTo>
                    <a:pt x="4" y="32"/>
                  </a:lnTo>
                  <a:lnTo>
                    <a:pt x="4" y="32"/>
                  </a:lnTo>
                  <a:lnTo>
                    <a:pt x="4" y="36"/>
                  </a:lnTo>
                  <a:lnTo>
                    <a:pt x="4" y="49"/>
                  </a:lnTo>
                  <a:lnTo>
                    <a:pt x="5" y="54"/>
                  </a:lnTo>
                  <a:lnTo>
                    <a:pt x="5" y="53"/>
                  </a:lnTo>
                  <a:lnTo>
                    <a:pt x="5" y="62"/>
                  </a:lnTo>
                  <a:lnTo>
                    <a:pt x="5" y="69"/>
                  </a:lnTo>
                  <a:lnTo>
                    <a:pt x="5" y="54"/>
                  </a:lnTo>
                  <a:lnTo>
                    <a:pt x="5" y="35"/>
                  </a:lnTo>
                  <a:lnTo>
                    <a:pt x="5" y="34"/>
                  </a:lnTo>
                  <a:lnTo>
                    <a:pt x="5" y="39"/>
                  </a:lnTo>
                  <a:lnTo>
                    <a:pt x="5" y="33"/>
                  </a:lnTo>
                  <a:lnTo>
                    <a:pt x="6" y="29"/>
                  </a:lnTo>
                  <a:lnTo>
                    <a:pt x="6" y="40"/>
                  </a:lnTo>
                  <a:lnTo>
                    <a:pt x="6" y="46"/>
                  </a:lnTo>
                  <a:lnTo>
                    <a:pt x="6" y="36"/>
                  </a:lnTo>
                  <a:lnTo>
                    <a:pt x="6" y="38"/>
                  </a:lnTo>
                  <a:lnTo>
                    <a:pt x="6" y="49"/>
                  </a:lnTo>
                  <a:lnTo>
                    <a:pt x="7" y="43"/>
                  </a:lnTo>
                  <a:lnTo>
                    <a:pt x="7" y="34"/>
                  </a:lnTo>
                  <a:lnTo>
                    <a:pt x="7" y="4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15" name="Freeform 976"/>
            <p:cNvSpPr/>
            <p:nvPr/>
          </p:nvSpPr>
          <p:spPr bwMode="auto">
            <a:xfrm>
              <a:off x="3328988" y="4613276"/>
              <a:ext cx="9525" cy="76200"/>
            </a:xfrm>
            <a:custGeom>
              <a:avLst/>
              <a:gdLst>
                <a:gd name="T0" fmla="*/ 0 w 6"/>
                <a:gd name="T1" fmla="*/ 40 h 48"/>
                <a:gd name="T2" fmla="*/ 0 w 6"/>
                <a:gd name="T3" fmla="*/ 48 h 48"/>
                <a:gd name="T4" fmla="*/ 0 w 6"/>
                <a:gd name="T5" fmla="*/ 44 h 48"/>
                <a:gd name="T6" fmla="*/ 0 w 6"/>
                <a:gd name="T7" fmla="*/ 23 h 48"/>
                <a:gd name="T8" fmla="*/ 0 w 6"/>
                <a:gd name="T9" fmla="*/ 23 h 48"/>
                <a:gd name="T10" fmla="*/ 0 w 6"/>
                <a:gd name="T11" fmla="*/ 42 h 48"/>
                <a:gd name="T12" fmla="*/ 0 w 6"/>
                <a:gd name="T13" fmla="*/ 47 h 48"/>
                <a:gd name="T14" fmla="*/ 0 w 6"/>
                <a:gd name="T15" fmla="*/ 35 h 48"/>
                <a:gd name="T16" fmla="*/ 0 w 6"/>
                <a:gd name="T17" fmla="*/ 29 h 48"/>
                <a:gd name="T18" fmla="*/ 1 w 6"/>
                <a:gd name="T19" fmla="*/ 36 h 48"/>
                <a:gd name="T20" fmla="*/ 1 w 6"/>
                <a:gd name="T21" fmla="*/ 43 h 48"/>
                <a:gd name="T22" fmla="*/ 1 w 6"/>
                <a:gd name="T23" fmla="*/ 36 h 48"/>
                <a:gd name="T24" fmla="*/ 1 w 6"/>
                <a:gd name="T25" fmla="*/ 37 h 48"/>
                <a:gd name="T26" fmla="*/ 1 w 6"/>
                <a:gd name="T27" fmla="*/ 47 h 48"/>
                <a:gd name="T28" fmla="*/ 1 w 6"/>
                <a:gd name="T29" fmla="*/ 43 h 48"/>
                <a:gd name="T30" fmla="*/ 2 w 6"/>
                <a:gd name="T31" fmla="*/ 33 h 48"/>
                <a:gd name="T32" fmla="*/ 2 w 6"/>
                <a:gd name="T33" fmla="*/ 42 h 48"/>
                <a:gd name="T34" fmla="*/ 2 w 6"/>
                <a:gd name="T35" fmla="*/ 46 h 48"/>
                <a:gd name="T36" fmla="*/ 2 w 6"/>
                <a:gd name="T37" fmla="*/ 30 h 48"/>
                <a:gd name="T38" fmla="*/ 2 w 6"/>
                <a:gd name="T39" fmla="*/ 22 h 48"/>
                <a:gd name="T40" fmla="*/ 2 w 6"/>
                <a:gd name="T41" fmla="*/ 34 h 48"/>
                <a:gd name="T42" fmla="*/ 2 w 6"/>
                <a:gd name="T43" fmla="*/ 31 h 48"/>
                <a:gd name="T44" fmla="*/ 2 w 6"/>
                <a:gd name="T45" fmla="*/ 13 h 48"/>
                <a:gd name="T46" fmla="*/ 2 w 6"/>
                <a:gd name="T47" fmla="*/ 13 h 48"/>
                <a:gd name="T48" fmla="*/ 3 w 6"/>
                <a:gd name="T49" fmla="*/ 24 h 48"/>
                <a:gd name="T50" fmla="*/ 3 w 6"/>
                <a:gd name="T51" fmla="*/ 17 h 48"/>
                <a:gd name="T52" fmla="*/ 3 w 6"/>
                <a:gd name="T53" fmla="*/ 8 h 48"/>
                <a:gd name="T54" fmla="*/ 3 w 6"/>
                <a:gd name="T55" fmla="*/ 25 h 48"/>
                <a:gd name="T56" fmla="*/ 3 w 6"/>
                <a:gd name="T57" fmla="*/ 33 h 48"/>
                <a:gd name="T58" fmla="*/ 3 w 6"/>
                <a:gd name="T59" fmla="*/ 12 h 48"/>
                <a:gd name="T60" fmla="*/ 4 w 6"/>
                <a:gd name="T61" fmla="*/ 0 h 48"/>
                <a:gd name="T62" fmla="*/ 4 w 6"/>
                <a:gd name="T63" fmla="*/ 13 h 48"/>
                <a:gd name="T64" fmla="*/ 4 w 6"/>
                <a:gd name="T65" fmla="*/ 14 h 48"/>
                <a:gd name="T66" fmla="*/ 4 w 6"/>
                <a:gd name="T67" fmla="*/ 4 h 48"/>
                <a:gd name="T68" fmla="*/ 4 w 6"/>
                <a:gd name="T69" fmla="*/ 8 h 48"/>
                <a:gd name="T70" fmla="*/ 4 w 6"/>
                <a:gd name="T71" fmla="*/ 14 h 48"/>
                <a:gd name="T72" fmla="*/ 4 w 6"/>
                <a:gd name="T73" fmla="*/ 7 h 48"/>
                <a:gd name="T74" fmla="*/ 4 w 6"/>
                <a:gd name="T75" fmla="*/ 13 h 48"/>
                <a:gd name="T76" fmla="*/ 4 w 6"/>
                <a:gd name="T77" fmla="*/ 31 h 48"/>
                <a:gd name="T78" fmla="*/ 5 w 6"/>
                <a:gd name="T79" fmla="*/ 35 h 48"/>
                <a:gd name="T80" fmla="*/ 5 w 6"/>
                <a:gd name="T81" fmla="*/ 30 h 48"/>
                <a:gd name="T82" fmla="*/ 5 w 6"/>
                <a:gd name="T83" fmla="*/ 33 h 48"/>
                <a:gd name="T84" fmla="*/ 5 w 6"/>
                <a:gd name="T85" fmla="*/ 40 h 48"/>
                <a:gd name="T86" fmla="*/ 5 w 6"/>
                <a:gd name="T87" fmla="*/ 39 h 48"/>
                <a:gd name="T88" fmla="*/ 5 w 6"/>
                <a:gd name="T89" fmla="*/ 31 h 48"/>
                <a:gd name="T90" fmla="*/ 5 w 6"/>
                <a:gd name="T91" fmla="*/ 29 h 48"/>
                <a:gd name="T92" fmla="*/ 5 w 6"/>
                <a:gd name="T93" fmla="*/ 35 h 48"/>
                <a:gd name="T94" fmla="*/ 5 w 6"/>
                <a:gd name="T95" fmla="*/ 35 h 48"/>
                <a:gd name="T96" fmla="*/ 6 w 6"/>
                <a:gd name="T97" fmla="*/ 28 h 48"/>
                <a:gd name="T98" fmla="*/ 6 w 6"/>
                <a:gd name="T99" fmla="*/ 26 h 48"/>
                <a:gd name="T100" fmla="*/ 6 w 6"/>
                <a:gd name="T101" fmla="*/ 31 h 48"/>
                <a:gd name="T102" fmla="*/ 6 w 6"/>
                <a:gd name="T103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8">
                  <a:moveTo>
                    <a:pt x="0" y="40"/>
                  </a:moveTo>
                  <a:lnTo>
                    <a:pt x="0" y="48"/>
                  </a:lnTo>
                  <a:lnTo>
                    <a:pt x="0" y="44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0" y="35"/>
                  </a:lnTo>
                  <a:lnTo>
                    <a:pt x="0" y="29"/>
                  </a:lnTo>
                  <a:lnTo>
                    <a:pt x="1" y="36"/>
                  </a:lnTo>
                  <a:lnTo>
                    <a:pt x="1" y="43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1" y="47"/>
                  </a:lnTo>
                  <a:lnTo>
                    <a:pt x="1" y="43"/>
                  </a:lnTo>
                  <a:lnTo>
                    <a:pt x="2" y="33"/>
                  </a:lnTo>
                  <a:lnTo>
                    <a:pt x="2" y="42"/>
                  </a:lnTo>
                  <a:lnTo>
                    <a:pt x="2" y="46"/>
                  </a:lnTo>
                  <a:lnTo>
                    <a:pt x="2" y="30"/>
                  </a:lnTo>
                  <a:lnTo>
                    <a:pt x="2" y="22"/>
                  </a:lnTo>
                  <a:lnTo>
                    <a:pt x="2" y="34"/>
                  </a:lnTo>
                  <a:lnTo>
                    <a:pt x="2" y="3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3" y="24"/>
                  </a:lnTo>
                  <a:lnTo>
                    <a:pt x="3" y="17"/>
                  </a:lnTo>
                  <a:lnTo>
                    <a:pt x="3" y="8"/>
                  </a:lnTo>
                  <a:lnTo>
                    <a:pt x="3" y="25"/>
                  </a:lnTo>
                  <a:lnTo>
                    <a:pt x="3" y="33"/>
                  </a:lnTo>
                  <a:lnTo>
                    <a:pt x="3" y="12"/>
                  </a:lnTo>
                  <a:lnTo>
                    <a:pt x="4" y="0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4" y="4"/>
                  </a:lnTo>
                  <a:lnTo>
                    <a:pt x="4" y="8"/>
                  </a:lnTo>
                  <a:lnTo>
                    <a:pt x="4" y="14"/>
                  </a:lnTo>
                  <a:lnTo>
                    <a:pt x="4" y="7"/>
                  </a:lnTo>
                  <a:lnTo>
                    <a:pt x="4" y="13"/>
                  </a:lnTo>
                  <a:lnTo>
                    <a:pt x="4" y="31"/>
                  </a:lnTo>
                  <a:lnTo>
                    <a:pt x="5" y="35"/>
                  </a:lnTo>
                  <a:lnTo>
                    <a:pt x="5" y="30"/>
                  </a:lnTo>
                  <a:lnTo>
                    <a:pt x="5" y="33"/>
                  </a:lnTo>
                  <a:lnTo>
                    <a:pt x="5" y="40"/>
                  </a:lnTo>
                  <a:lnTo>
                    <a:pt x="5" y="39"/>
                  </a:lnTo>
                  <a:lnTo>
                    <a:pt x="5" y="31"/>
                  </a:lnTo>
                  <a:lnTo>
                    <a:pt x="5" y="29"/>
                  </a:lnTo>
                  <a:lnTo>
                    <a:pt x="5" y="35"/>
                  </a:lnTo>
                  <a:lnTo>
                    <a:pt x="5" y="35"/>
                  </a:lnTo>
                  <a:lnTo>
                    <a:pt x="6" y="28"/>
                  </a:lnTo>
                  <a:lnTo>
                    <a:pt x="6" y="26"/>
                  </a:lnTo>
                  <a:lnTo>
                    <a:pt x="6" y="31"/>
                  </a:lnTo>
                  <a:lnTo>
                    <a:pt x="6" y="3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16" name="Freeform 977"/>
            <p:cNvSpPr/>
            <p:nvPr/>
          </p:nvSpPr>
          <p:spPr bwMode="auto">
            <a:xfrm>
              <a:off x="3338513" y="4662488"/>
              <a:ext cx="9525" cy="65088"/>
            </a:xfrm>
            <a:custGeom>
              <a:avLst/>
              <a:gdLst>
                <a:gd name="T0" fmla="*/ 0 w 6"/>
                <a:gd name="T1" fmla="*/ 0 h 41"/>
                <a:gd name="T2" fmla="*/ 0 w 6"/>
                <a:gd name="T3" fmla="*/ 5 h 41"/>
                <a:gd name="T4" fmla="*/ 0 w 6"/>
                <a:gd name="T5" fmla="*/ 8 h 41"/>
                <a:gd name="T6" fmla="*/ 0 w 6"/>
                <a:gd name="T7" fmla="*/ 9 h 41"/>
                <a:gd name="T8" fmla="*/ 1 w 6"/>
                <a:gd name="T9" fmla="*/ 5 h 41"/>
                <a:gd name="T10" fmla="*/ 1 w 6"/>
                <a:gd name="T11" fmla="*/ 5 h 41"/>
                <a:gd name="T12" fmla="*/ 1 w 6"/>
                <a:gd name="T13" fmla="*/ 9 h 41"/>
                <a:gd name="T14" fmla="*/ 1 w 6"/>
                <a:gd name="T15" fmla="*/ 10 h 41"/>
                <a:gd name="T16" fmla="*/ 1 w 6"/>
                <a:gd name="T17" fmla="*/ 9 h 41"/>
                <a:gd name="T18" fmla="*/ 1 w 6"/>
                <a:gd name="T19" fmla="*/ 9 h 41"/>
                <a:gd name="T20" fmla="*/ 1 w 6"/>
                <a:gd name="T21" fmla="*/ 14 h 41"/>
                <a:gd name="T22" fmla="*/ 1 w 6"/>
                <a:gd name="T23" fmla="*/ 16 h 41"/>
                <a:gd name="T24" fmla="*/ 1 w 6"/>
                <a:gd name="T25" fmla="*/ 13 h 41"/>
                <a:gd name="T26" fmla="*/ 2 w 6"/>
                <a:gd name="T27" fmla="*/ 9 h 41"/>
                <a:gd name="T28" fmla="*/ 2 w 6"/>
                <a:gd name="T29" fmla="*/ 10 h 41"/>
                <a:gd name="T30" fmla="*/ 2 w 6"/>
                <a:gd name="T31" fmla="*/ 12 h 41"/>
                <a:gd name="T32" fmla="*/ 2 w 6"/>
                <a:gd name="T33" fmla="*/ 9 h 41"/>
                <a:gd name="T34" fmla="*/ 2 w 6"/>
                <a:gd name="T35" fmla="*/ 11 h 41"/>
                <a:gd name="T36" fmla="*/ 2 w 6"/>
                <a:gd name="T37" fmla="*/ 18 h 41"/>
                <a:gd name="T38" fmla="*/ 2 w 6"/>
                <a:gd name="T39" fmla="*/ 18 h 41"/>
                <a:gd name="T40" fmla="*/ 3 w 6"/>
                <a:gd name="T41" fmla="*/ 14 h 41"/>
                <a:gd name="T42" fmla="*/ 3 w 6"/>
                <a:gd name="T43" fmla="*/ 19 h 41"/>
                <a:gd name="T44" fmla="*/ 3 w 6"/>
                <a:gd name="T45" fmla="*/ 23 h 41"/>
                <a:gd name="T46" fmla="*/ 3 w 6"/>
                <a:gd name="T47" fmla="*/ 20 h 41"/>
                <a:gd name="T48" fmla="*/ 3 w 6"/>
                <a:gd name="T49" fmla="*/ 17 h 41"/>
                <a:gd name="T50" fmla="*/ 3 w 6"/>
                <a:gd name="T51" fmla="*/ 16 h 41"/>
                <a:gd name="T52" fmla="*/ 3 w 6"/>
                <a:gd name="T53" fmla="*/ 12 h 41"/>
                <a:gd name="T54" fmla="*/ 3 w 6"/>
                <a:gd name="T55" fmla="*/ 6 h 41"/>
                <a:gd name="T56" fmla="*/ 3 w 6"/>
                <a:gd name="T57" fmla="*/ 4 h 41"/>
                <a:gd name="T58" fmla="*/ 4 w 6"/>
                <a:gd name="T59" fmla="*/ 5 h 41"/>
                <a:gd name="T60" fmla="*/ 4 w 6"/>
                <a:gd name="T61" fmla="*/ 3 h 41"/>
                <a:gd name="T62" fmla="*/ 4 w 6"/>
                <a:gd name="T63" fmla="*/ 0 h 41"/>
                <a:gd name="T64" fmla="*/ 4 w 6"/>
                <a:gd name="T65" fmla="*/ 4 h 41"/>
                <a:gd name="T66" fmla="*/ 4 w 6"/>
                <a:gd name="T67" fmla="*/ 7 h 41"/>
                <a:gd name="T68" fmla="*/ 4 w 6"/>
                <a:gd name="T69" fmla="*/ 7 h 41"/>
                <a:gd name="T70" fmla="*/ 4 w 6"/>
                <a:gd name="T71" fmla="*/ 7 h 41"/>
                <a:gd name="T72" fmla="*/ 4 w 6"/>
                <a:gd name="T73" fmla="*/ 9 h 41"/>
                <a:gd name="T74" fmla="*/ 4 w 6"/>
                <a:gd name="T75" fmla="*/ 9 h 41"/>
                <a:gd name="T76" fmla="*/ 5 w 6"/>
                <a:gd name="T77" fmla="*/ 12 h 41"/>
                <a:gd name="T78" fmla="*/ 5 w 6"/>
                <a:gd name="T79" fmla="*/ 14 h 41"/>
                <a:gd name="T80" fmla="*/ 5 w 6"/>
                <a:gd name="T81" fmla="*/ 9 h 41"/>
                <a:gd name="T82" fmla="*/ 5 w 6"/>
                <a:gd name="T83" fmla="*/ 6 h 41"/>
                <a:gd name="T84" fmla="*/ 5 w 6"/>
                <a:gd name="T85" fmla="*/ 12 h 41"/>
                <a:gd name="T86" fmla="*/ 5 w 6"/>
                <a:gd name="T87" fmla="*/ 22 h 41"/>
                <a:gd name="T88" fmla="*/ 6 w 6"/>
                <a:gd name="T89" fmla="*/ 22 h 41"/>
                <a:gd name="T90" fmla="*/ 6 w 6"/>
                <a:gd name="T91" fmla="*/ 17 h 41"/>
                <a:gd name="T92" fmla="*/ 6 w 6"/>
                <a:gd name="T93" fmla="*/ 16 h 41"/>
                <a:gd name="T94" fmla="*/ 6 w 6"/>
                <a:gd name="T95" fmla="*/ 20 h 41"/>
                <a:gd name="T96" fmla="*/ 6 w 6"/>
                <a:gd name="T97" fmla="*/ 26 h 41"/>
                <a:gd name="T98" fmla="*/ 6 w 6"/>
                <a:gd name="T99" fmla="*/ 34 h 41"/>
                <a:gd name="T100" fmla="*/ 6 w 6"/>
                <a:gd name="T101" fmla="*/ 39 h 41"/>
                <a:gd name="T102" fmla="*/ 6 w 6"/>
                <a:gd name="T103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1">
                  <a:moveTo>
                    <a:pt x="0" y="0"/>
                  </a:moveTo>
                  <a:lnTo>
                    <a:pt x="0" y="5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14"/>
                  </a:lnTo>
                  <a:lnTo>
                    <a:pt x="1" y="16"/>
                  </a:lnTo>
                  <a:lnTo>
                    <a:pt x="1" y="13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9"/>
                  </a:lnTo>
                  <a:lnTo>
                    <a:pt x="2" y="11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3" y="14"/>
                  </a:lnTo>
                  <a:lnTo>
                    <a:pt x="3" y="19"/>
                  </a:lnTo>
                  <a:lnTo>
                    <a:pt x="3" y="23"/>
                  </a:lnTo>
                  <a:lnTo>
                    <a:pt x="3" y="20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3" y="12"/>
                  </a:lnTo>
                  <a:lnTo>
                    <a:pt x="3" y="6"/>
                  </a:lnTo>
                  <a:lnTo>
                    <a:pt x="3" y="4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0"/>
                  </a:lnTo>
                  <a:lnTo>
                    <a:pt x="4" y="4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9"/>
                  </a:lnTo>
                  <a:lnTo>
                    <a:pt x="4" y="9"/>
                  </a:lnTo>
                  <a:lnTo>
                    <a:pt x="5" y="12"/>
                  </a:lnTo>
                  <a:lnTo>
                    <a:pt x="5" y="14"/>
                  </a:lnTo>
                  <a:lnTo>
                    <a:pt x="5" y="9"/>
                  </a:lnTo>
                  <a:lnTo>
                    <a:pt x="5" y="6"/>
                  </a:lnTo>
                  <a:lnTo>
                    <a:pt x="5" y="12"/>
                  </a:lnTo>
                  <a:lnTo>
                    <a:pt x="5" y="22"/>
                  </a:lnTo>
                  <a:lnTo>
                    <a:pt x="6" y="22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6" y="20"/>
                  </a:lnTo>
                  <a:lnTo>
                    <a:pt x="6" y="26"/>
                  </a:lnTo>
                  <a:lnTo>
                    <a:pt x="6" y="34"/>
                  </a:lnTo>
                  <a:lnTo>
                    <a:pt x="6" y="39"/>
                  </a:lnTo>
                  <a:lnTo>
                    <a:pt x="6" y="4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17" name="Freeform 978"/>
            <p:cNvSpPr/>
            <p:nvPr/>
          </p:nvSpPr>
          <p:spPr bwMode="auto">
            <a:xfrm>
              <a:off x="3348038" y="4724401"/>
              <a:ext cx="11113" cy="261938"/>
            </a:xfrm>
            <a:custGeom>
              <a:avLst/>
              <a:gdLst>
                <a:gd name="T0" fmla="*/ 0 w 7"/>
                <a:gd name="T1" fmla="*/ 0 h 165"/>
                <a:gd name="T2" fmla="*/ 0 w 7"/>
                <a:gd name="T3" fmla="*/ 2 h 165"/>
                <a:gd name="T4" fmla="*/ 0 w 7"/>
                <a:gd name="T5" fmla="*/ 6 h 165"/>
                <a:gd name="T6" fmla="*/ 1 w 7"/>
                <a:gd name="T7" fmla="*/ 12 h 165"/>
                <a:gd name="T8" fmla="*/ 1 w 7"/>
                <a:gd name="T9" fmla="*/ 12 h 165"/>
                <a:gd name="T10" fmla="*/ 1 w 7"/>
                <a:gd name="T11" fmla="*/ 11 h 165"/>
                <a:gd name="T12" fmla="*/ 1 w 7"/>
                <a:gd name="T13" fmla="*/ 15 h 165"/>
                <a:gd name="T14" fmla="*/ 1 w 7"/>
                <a:gd name="T15" fmla="*/ 25 h 165"/>
                <a:gd name="T16" fmla="*/ 1 w 7"/>
                <a:gd name="T17" fmla="*/ 27 h 165"/>
                <a:gd name="T18" fmla="*/ 2 w 7"/>
                <a:gd name="T19" fmla="*/ 24 h 165"/>
                <a:gd name="T20" fmla="*/ 2 w 7"/>
                <a:gd name="T21" fmla="*/ 32 h 165"/>
                <a:gd name="T22" fmla="*/ 2 w 7"/>
                <a:gd name="T23" fmla="*/ 40 h 165"/>
                <a:gd name="T24" fmla="*/ 2 w 7"/>
                <a:gd name="T25" fmla="*/ 29 h 165"/>
                <a:gd name="T26" fmla="*/ 2 w 7"/>
                <a:gd name="T27" fmla="*/ 29 h 165"/>
                <a:gd name="T28" fmla="*/ 2 w 7"/>
                <a:gd name="T29" fmla="*/ 56 h 165"/>
                <a:gd name="T30" fmla="*/ 2 w 7"/>
                <a:gd name="T31" fmla="*/ 66 h 165"/>
                <a:gd name="T32" fmla="*/ 2 w 7"/>
                <a:gd name="T33" fmla="*/ 47 h 165"/>
                <a:gd name="T34" fmla="*/ 2 w 7"/>
                <a:gd name="T35" fmla="*/ 44 h 165"/>
                <a:gd name="T36" fmla="*/ 3 w 7"/>
                <a:gd name="T37" fmla="*/ 57 h 165"/>
                <a:gd name="T38" fmla="*/ 3 w 7"/>
                <a:gd name="T39" fmla="*/ 61 h 165"/>
                <a:gd name="T40" fmla="*/ 3 w 7"/>
                <a:gd name="T41" fmla="*/ 71 h 165"/>
                <a:gd name="T42" fmla="*/ 3 w 7"/>
                <a:gd name="T43" fmla="*/ 89 h 165"/>
                <a:gd name="T44" fmla="*/ 3 w 7"/>
                <a:gd name="T45" fmla="*/ 76 h 165"/>
                <a:gd name="T46" fmla="*/ 3 w 7"/>
                <a:gd name="T47" fmla="*/ 56 h 165"/>
                <a:gd name="T48" fmla="*/ 3 w 7"/>
                <a:gd name="T49" fmla="*/ 83 h 165"/>
                <a:gd name="T50" fmla="*/ 3 w 7"/>
                <a:gd name="T51" fmla="*/ 119 h 165"/>
                <a:gd name="T52" fmla="*/ 3 w 7"/>
                <a:gd name="T53" fmla="*/ 107 h 165"/>
                <a:gd name="T54" fmla="*/ 4 w 7"/>
                <a:gd name="T55" fmla="*/ 85 h 165"/>
                <a:gd name="T56" fmla="*/ 4 w 7"/>
                <a:gd name="T57" fmla="*/ 103 h 165"/>
                <a:gd name="T58" fmla="*/ 4 w 7"/>
                <a:gd name="T59" fmla="*/ 128 h 165"/>
                <a:gd name="T60" fmla="*/ 4 w 7"/>
                <a:gd name="T61" fmla="*/ 117 h 165"/>
                <a:gd name="T62" fmla="*/ 4 w 7"/>
                <a:gd name="T63" fmla="*/ 94 h 165"/>
                <a:gd name="T64" fmla="*/ 4 w 7"/>
                <a:gd name="T65" fmla="*/ 93 h 165"/>
                <a:gd name="T66" fmla="*/ 4 w 7"/>
                <a:gd name="T67" fmla="*/ 103 h 165"/>
                <a:gd name="T68" fmla="*/ 5 w 7"/>
                <a:gd name="T69" fmla="*/ 126 h 165"/>
                <a:gd name="T70" fmla="*/ 5 w 7"/>
                <a:gd name="T71" fmla="*/ 155 h 165"/>
                <a:gd name="T72" fmla="*/ 5 w 7"/>
                <a:gd name="T73" fmla="*/ 143 h 165"/>
                <a:gd name="T74" fmla="*/ 5 w 7"/>
                <a:gd name="T75" fmla="*/ 102 h 165"/>
                <a:gd name="T76" fmla="*/ 5 w 7"/>
                <a:gd name="T77" fmla="*/ 107 h 165"/>
                <a:gd name="T78" fmla="*/ 5 w 7"/>
                <a:gd name="T79" fmla="*/ 156 h 165"/>
                <a:gd name="T80" fmla="*/ 5 w 7"/>
                <a:gd name="T81" fmla="*/ 165 h 165"/>
                <a:gd name="T82" fmla="*/ 5 w 7"/>
                <a:gd name="T83" fmla="*/ 119 h 165"/>
                <a:gd name="T84" fmla="*/ 5 w 7"/>
                <a:gd name="T85" fmla="*/ 76 h 165"/>
                <a:gd name="T86" fmla="*/ 6 w 7"/>
                <a:gd name="T87" fmla="*/ 59 h 165"/>
                <a:gd name="T88" fmla="*/ 6 w 7"/>
                <a:gd name="T89" fmla="*/ 61 h 165"/>
                <a:gd name="T90" fmla="*/ 6 w 7"/>
                <a:gd name="T91" fmla="*/ 70 h 165"/>
                <a:gd name="T92" fmla="*/ 6 w 7"/>
                <a:gd name="T93" fmla="*/ 63 h 165"/>
                <a:gd name="T94" fmla="*/ 6 w 7"/>
                <a:gd name="T95" fmla="*/ 30 h 165"/>
                <a:gd name="T96" fmla="*/ 6 w 7"/>
                <a:gd name="T97" fmla="*/ 10 h 165"/>
                <a:gd name="T98" fmla="*/ 7 w 7"/>
                <a:gd name="T99" fmla="*/ 25 h 165"/>
                <a:gd name="T100" fmla="*/ 7 w 7"/>
                <a:gd name="T101" fmla="*/ 34 h 165"/>
                <a:gd name="T102" fmla="*/ 7 w 7"/>
                <a:gd name="T103" fmla="*/ 11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65">
                  <a:moveTo>
                    <a:pt x="0" y="0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1" y="15"/>
                  </a:lnTo>
                  <a:lnTo>
                    <a:pt x="1" y="25"/>
                  </a:lnTo>
                  <a:lnTo>
                    <a:pt x="1" y="27"/>
                  </a:lnTo>
                  <a:lnTo>
                    <a:pt x="2" y="24"/>
                  </a:lnTo>
                  <a:lnTo>
                    <a:pt x="2" y="32"/>
                  </a:lnTo>
                  <a:lnTo>
                    <a:pt x="2" y="40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56"/>
                  </a:lnTo>
                  <a:lnTo>
                    <a:pt x="2" y="66"/>
                  </a:lnTo>
                  <a:lnTo>
                    <a:pt x="2" y="47"/>
                  </a:lnTo>
                  <a:lnTo>
                    <a:pt x="2" y="44"/>
                  </a:lnTo>
                  <a:lnTo>
                    <a:pt x="3" y="57"/>
                  </a:lnTo>
                  <a:lnTo>
                    <a:pt x="3" y="61"/>
                  </a:lnTo>
                  <a:lnTo>
                    <a:pt x="3" y="71"/>
                  </a:lnTo>
                  <a:lnTo>
                    <a:pt x="3" y="89"/>
                  </a:lnTo>
                  <a:lnTo>
                    <a:pt x="3" y="76"/>
                  </a:lnTo>
                  <a:lnTo>
                    <a:pt x="3" y="56"/>
                  </a:lnTo>
                  <a:lnTo>
                    <a:pt x="3" y="83"/>
                  </a:lnTo>
                  <a:lnTo>
                    <a:pt x="3" y="119"/>
                  </a:lnTo>
                  <a:lnTo>
                    <a:pt x="3" y="107"/>
                  </a:lnTo>
                  <a:lnTo>
                    <a:pt x="4" y="85"/>
                  </a:lnTo>
                  <a:lnTo>
                    <a:pt x="4" y="103"/>
                  </a:lnTo>
                  <a:lnTo>
                    <a:pt x="4" y="128"/>
                  </a:lnTo>
                  <a:lnTo>
                    <a:pt x="4" y="117"/>
                  </a:lnTo>
                  <a:lnTo>
                    <a:pt x="4" y="94"/>
                  </a:lnTo>
                  <a:lnTo>
                    <a:pt x="4" y="93"/>
                  </a:lnTo>
                  <a:lnTo>
                    <a:pt x="4" y="103"/>
                  </a:lnTo>
                  <a:lnTo>
                    <a:pt x="5" y="126"/>
                  </a:lnTo>
                  <a:lnTo>
                    <a:pt x="5" y="155"/>
                  </a:lnTo>
                  <a:lnTo>
                    <a:pt x="5" y="143"/>
                  </a:lnTo>
                  <a:lnTo>
                    <a:pt x="5" y="102"/>
                  </a:lnTo>
                  <a:lnTo>
                    <a:pt x="5" y="107"/>
                  </a:lnTo>
                  <a:lnTo>
                    <a:pt x="5" y="156"/>
                  </a:lnTo>
                  <a:lnTo>
                    <a:pt x="5" y="165"/>
                  </a:lnTo>
                  <a:lnTo>
                    <a:pt x="5" y="119"/>
                  </a:lnTo>
                  <a:lnTo>
                    <a:pt x="5" y="76"/>
                  </a:lnTo>
                  <a:lnTo>
                    <a:pt x="6" y="59"/>
                  </a:lnTo>
                  <a:lnTo>
                    <a:pt x="6" y="61"/>
                  </a:lnTo>
                  <a:lnTo>
                    <a:pt x="6" y="70"/>
                  </a:lnTo>
                  <a:lnTo>
                    <a:pt x="6" y="63"/>
                  </a:lnTo>
                  <a:lnTo>
                    <a:pt x="6" y="30"/>
                  </a:lnTo>
                  <a:lnTo>
                    <a:pt x="6" y="10"/>
                  </a:lnTo>
                  <a:lnTo>
                    <a:pt x="7" y="25"/>
                  </a:lnTo>
                  <a:lnTo>
                    <a:pt x="7" y="34"/>
                  </a:lnTo>
                  <a:lnTo>
                    <a:pt x="7" y="1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18" name="Freeform 979"/>
            <p:cNvSpPr/>
            <p:nvPr/>
          </p:nvSpPr>
          <p:spPr bwMode="auto">
            <a:xfrm>
              <a:off x="3359150" y="4606926"/>
              <a:ext cx="9525" cy="171450"/>
            </a:xfrm>
            <a:custGeom>
              <a:avLst/>
              <a:gdLst>
                <a:gd name="T0" fmla="*/ 0 w 6"/>
                <a:gd name="T1" fmla="*/ 108 h 108"/>
                <a:gd name="T2" fmla="*/ 0 w 6"/>
                <a:gd name="T3" fmla="*/ 85 h 108"/>
                <a:gd name="T4" fmla="*/ 0 w 6"/>
                <a:gd name="T5" fmla="*/ 62 h 108"/>
                <a:gd name="T6" fmla="*/ 0 w 6"/>
                <a:gd name="T7" fmla="*/ 61 h 108"/>
                <a:gd name="T8" fmla="*/ 0 w 6"/>
                <a:gd name="T9" fmla="*/ 57 h 108"/>
                <a:gd name="T10" fmla="*/ 0 w 6"/>
                <a:gd name="T11" fmla="*/ 41 h 108"/>
                <a:gd name="T12" fmla="*/ 0 w 6"/>
                <a:gd name="T13" fmla="*/ 32 h 108"/>
                <a:gd name="T14" fmla="*/ 0 w 6"/>
                <a:gd name="T15" fmla="*/ 31 h 108"/>
                <a:gd name="T16" fmla="*/ 1 w 6"/>
                <a:gd name="T17" fmla="*/ 32 h 108"/>
                <a:gd name="T18" fmla="*/ 1 w 6"/>
                <a:gd name="T19" fmla="*/ 41 h 108"/>
                <a:gd name="T20" fmla="*/ 1 w 6"/>
                <a:gd name="T21" fmla="*/ 45 h 108"/>
                <a:gd name="T22" fmla="*/ 1 w 6"/>
                <a:gd name="T23" fmla="*/ 33 h 108"/>
                <a:gd name="T24" fmla="*/ 1 w 6"/>
                <a:gd name="T25" fmla="*/ 22 h 108"/>
                <a:gd name="T26" fmla="*/ 1 w 6"/>
                <a:gd name="T27" fmla="*/ 29 h 108"/>
                <a:gd name="T28" fmla="*/ 1 w 6"/>
                <a:gd name="T29" fmla="*/ 35 h 108"/>
                <a:gd name="T30" fmla="*/ 1 w 6"/>
                <a:gd name="T31" fmla="*/ 34 h 108"/>
                <a:gd name="T32" fmla="*/ 1 w 6"/>
                <a:gd name="T33" fmla="*/ 40 h 108"/>
                <a:gd name="T34" fmla="*/ 2 w 6"/>
                <a:gd name="T35" fmla="*/ 52 h 108"/>
                <a:gd name="T36" fmla="*/ 2 w 6"/>
                <a:gd name="T37" fmla="*/ 53 h 108"/>
                <a:gd name="T38" fmla="*/ 2 w 6"/>
                <a:gd name="T39" fmla="*/ 44 h 108"/>
                <a:gd name="T40" fmla="*/ 2 w 6"/>
                <a:gd name="T41" fmla="*/ 41 h 108"/>
                <a:gd name="T42" fmla="*/ 2 w 6"/>
                <a:gd name="T43" fmla="*/ 43 h 108"/>
                <a:gd name="T44" fmla="*/ 2 w 6"/>
                <a:gd name="T45" fmla="*/ 37 h 108"/>
                <a:gd name="T46" fmla="*/ 3 w 6"/>
                <a:gd name="T47" fmla="*/ 24 h 108"/>
                <a:gd name="T48" fmla="*/ 3 w 6"/>
                <a:gd name="T49" fmla="*/ 12 h 108"/>
                <a:gd name="T50" fmla="*/ 3 w 6"/>
                <a:gd name="T51" fmla="*/ 2 h 108"/>
                <a:gd name="T52" fmla="*/ 3 w 6"/>
                <a:gd name="T53" fmla="*/ 0 h 108"/>
                <a:gd name="T54" fmla="*/ 3 w 6"/>
                <a:gd name="T55" fmla="*/ 3 h 108"/>
                <a:gd name="T56" fmla="*/ 3 w 6"/>
                <a:gd name="T57" fmla="*/ 4 h 108"/>
                <a:gd name="T58" fmla="*/ 3 w 6"/>
                <a:gd name="T59" fmla="*/ 5 h 108"/>
                <a:gd name="T60" fmla="*/ 3 w 6"/>
                <a:gd name="T61" fmla="*/ 12 h 108"/>
                <a:gd name="T62" fmla="*/ 3 w 6"/>
                <a:gd name="T63" fmla="*/ 24 h 108"/>
                <a:gd name="T64" fmla="*/ 4 w 6"/>
                <a:gd name="T65" fmla="*/ 27 h 108"/>
                <a:gd name="T66" fmla="*/ 4 w 6"/>
                <a:gd name="T67" fmla="*/ 16 h 108"/>
                <a:gd name="T68" fmla="*/ 4 w 6"/>
                <a:gd name="T69" fmla="*/ 8 h 108"/>
                <a:gd name="T70" fmla="*/ 4 w 6"/>
                <a:gd name="T71" fmla="*/ 17 h 108"/>
                <a:gd name="T72" fmla="*/ 4 w 6"/>
                <a:gd name="T73" fmla="*/ 29 h 108"/>
                <a:gd name="T74" fmla="*/ 4 w 6"/>
                <a:gd name="T75" fmla="*/ 30 h 108"/>
                <a:gd name="T76" fmla="*/ 5 w 6"/>
                <a:gd name="T77" fmla="*/ 28 h 108"/>
                <a:gd name="T78" fmla="*/ 5 w 6"/>
                <a:gd name="T79" fmla="*/ 29 h 108"/>
                <a:gd name="T80" fmla="*/ 5 w 6"/>
                <a:gd name="T81" fmla="*/ 34 h 108"/>
                <a:gd name="T82" fmla="*/ 5 w 6"/>
                <a:gd name="T83" fmla="*/ 46 h 108"/>
                <a:gd name="T84" fmla="*/ 5 w 6"/>
                <a:gd name="T85" fmla="*/ 55 h 108"/>
                <a:gd name="T86" fmla="*/ 5 w 6"/>
                <a:gd name="T87" fmla="*/ 55 h 108"/>
                <a:gd name="T88" fmla="*/ 5 w 6"/>
                <a:gd name="T89" fmla="*/ 60 h 108"/>
                <a:gd name="T90" fmla="*/ 5 w 6"/>
                <a:gd name="T91" fmla="*/ 74 h 108"/>
                <a:gd name="T92" fmla="*/ 5 w 6"/>
                <a:gd name="T93" fmla="*/ 73 h 108"/>
                <a:gd name="T94" fmla="*/ 6 w 6"/>
                <a:gd name="T95" fmla="*/ 61 h 108"/>
                <a:gd name="T96" fmla="*/ 6 w 6"/>
                <a:gd name="T97" fmla="*/ 63 h 108"/>
                <a:gd name="T98" fmla="*/ 6 w 6"/>
                <a:gd name="T99" fmla="*/ 74 h 108"/>
                <a:gd name="T100" fmla="*/ 6 w 6"/>
                <a:gd name="T101" fmla="*/ 73 h 108"/>
                <a:gd name="T102" fmla="*/ 6 w 6"/>
                <a:gd name="T103" fmla="*/ 6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08">
                  <a:moveTo>
                    <a:pt x="0" y="108"/>
                  </a:moveTo>
                  <a:lnTo>
                    <a:pt x="0" y="85"/>
                  </a:lnTo>
                  <a:lnTo>
                    <a:pt x="0" y="62"/>
                  </a:lnTo>
                  <a:lnTo>
                    <a:pt x="0" y="61"/>
                  </a:lnTo>
                  <a:lnTo>
                    <a:pt x="0" y="57"/>
                  </a:lnTo>
                  <a:lnTo>
                    <a:pt x="0" y="41"/>
                  </a:lnTo>
                  <a:lnTo>
                    <a:pt x="0" y="32"/>
                  </a:lnTo>
                  <a:lnTo>
                    <a:pt x="0" y="31"/>
                  </a:lnTo>
                  <a:lnTo>
                    <a:pt x="1" y="32"/>
                  </a:lnTo>
                  <a:lnTo>
                    <a:pt x="1" y="41"/>
                  </a:lnTo>
                  <a:lnTo>
                    <a:pt x="1" y="45"/>
                  </a:lnTo>
                  <a:lnTo>
                    <a:pt x="1" y="33"/>
                  </a:lnTo>
                  <a:lnTo>
                    <a:pt x="1" y="22"/>
                  </a:lnTo>
                  <a:lnTo>
                    <a:pt x="1" y="29"/>
                  </a:lnTo>
                  <a:lnTo>
                    <a:pt x="1" y="35"/>
                  </a:lnTo>
                  <a:lnTo>
                    <a:pt x="1" y="34"/>
                  </a:lnTo>
                  <a:lnTo>
                    <a:pt x="1" y="40"/>
                  </a:lnTo>
                  <a:lnTo>
                    <a:pt x="2" y="52"/>
                  </a:lnTo>
                  <a:lnTo>
                    <a:pt x="2" y="53"/>
                  </a:lnTo>
                  <a:lnTo>
                    <a:pt x="2" y="44"/>
                  </a:lnTo>
                  <a:lnTo>
                    <a:pt x="2" y="41"/>
                  </a:lnTo>
                  <a:lnTo>
                    <a:pt x="2" y="43"/>
                  </a:lnTo>
                  <a:lnTo>
                    <a:pt x="2" y="37"/>
                  </a:lnTo>
                  <a:lnTo>
                    <a:pt x="3" y="24"/>
                  </a:lnTo>
                  <a:lnTo>
                    <a:pt x="3" y="12"/>
                  </a:lnTo>
                  <a:lnTo>
                    <a:pt x="3" y="2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12"/>
                  </a:lnTo>
                  <a:lnTo>
                    <a:pt x="3" y="24"/>
                  </a:lnTo>
                  <a:lnTo>
                    <a:pt x="4" y="27"/>
                  </a:lnTo>
                  <a:lnTo>
                    <a:pt x="4" y="16"/>
                  </a:lnTo>
                  <a:lnTo>
                    <a:pt x="4" y="8"/>
                  </a:lnTo>
                  <a:lnTo>
                    <a:pt x="4" y="17"/>
                  </a:lnTo>
                  <a:lnTo>
                    <a:pt x="4" y="29"/>
                  </a:lnTo>
                  <a:lnTo>
                    <a:pt x="4" y="30"/>
                  </a:lnTo>
                  <a:lnTo>
                    <a:pt x="5" y="28"/>
                  </a:lnTo>
                  <a:lnTo>
                    <a:pt x="5" y="29"/>
                  </a:lnTo>
                  <a:lnTo>
                    <a:pt x="5" y="34"/>
                  </a:lnTo>
                  <a:lnTo>
                    <a:pt x="5" y="46"/>
                  </a:lnTo>
                  <a:lnTo>
                    <a:pt x="5" y="55"/>
                  </a:lnTo>
                  <a:lnTo>
                    <a:pt x="5" y="55"/>
                  </a:lnTo>
                  <a:lnTo>
                    <a:pt x="5" y="60"/>
                  </a:lnTo>
                  <a:lnTo>
                    <a:pt x="5" y="74"/>
                  </a:lnTo>
                  <a:lnTo>
                    <a:pt x="5" y="73"/>
                  </a:lnTo>
                  <a:lnTo>
                    <a:pt x="6" y="61"/>
                  </a:lnTo>
                  <a:lnTo>
                    <a:pt x="6" y="63"/>
                  </a:lnTo>
                  <a:lnTo>
                    <a:pt x="6" y="74"/>
                  </a:lnTo>
                  <a:lnTo>
                    <a:pt x="6" y="73"/>
                  </a:lnTo>
                  <a:lnTo>
                    <a:pt x="6" y="6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19" name="Freeform 980"/>
            <p:cNvSpPr/>
            <p:nvPr/>
          </p:nvSpPr>
          <p:spPr bwMode="auto">
            <a:xfrm>
              <a:off x="3368675" y="4619626"/>
              <a:ext cx="9525" cy="103188"/>
            </a:xfrm>
            <a:custGeom>
              <a:avLst/>
              <a:gdLst>
                <a:gd name="T0" fmla="*/ 0 w 6"/>
                <a:gd name="T1" fmla="*/ 65 h 65"/>
                <a:gd name="T2" fmla="*/ 0 w 6"/>
                <a:gd name="T3" fmla="*/ 54 h 65"/>
                <a:gd name="T4" fmla="*/ 0 w 6"/>
                <a:gd name="T5" fmla="*/ 43 h 65"/>
                <a:gd name="T6" fmla="*/ 0 w 6"/>
                <a:gd name="T7" fmla="*/ 32 h 65"/>
                <a:gd name="T8" fmla="*/ 0 w 6"/>
                <a:gd name="T9" fmla="*/ 25 h 65"/>
                <a:gd name="T10" fmla="*/ 0 w 6"/>
                <a:gd name="T11" fmla="*/ 25 h 65"/>
                <a:gd name="T12" fmla="*/ 0 w 6"/>
                <a:gd name="T13" fmla="*/ 28 h 65"/>
                <a:gd name="T14" fmla="*/ 1 w 6"/>
                <a:gd name="T15" fmla="*/ 27 h 65"/>
                <a:gd name="T16" fmla="*/ 1 w 6"/>
                <a:gd name="T17" fmla="*/ 24 h 65"/>
                <a:gd name="T18" fmla="*/ 1 w 6"/>
                <a:gd name="T19" fmla="*/ 31 h 65"/>
                <a:gd name="T20" fmla="*/ 1 w 6"/>
                <a:gd name="T21" fmla="*/ 38 h 65"/>
                <a:gd name="T22" fmla="*/ 1 w 6"/>
                <a:gd name="T23" fmla="*/ 34 h 65"/>
                <a:gd name="T24" fmla="*/ 1 w 6"/>
                <a:gd name="T25" fmla="*/ 34 h 65"/>
                <a:gd name="T26" fmla="*/ 2 w 6"/>
                <a:gd name="T27" fmla="*/ 46 h 65"/>
                <a:gd name="T28" fmla="*/ 2 w 6"/>
                <a:gd name="T29" fmla="*/ 49 h 65"/>
                <a:gd name="T30" fmla="*/ 2 w 6"/>
                <a:gd name="T31" fmla="*/ 42 h 65"/>
                <a:gd name="T32" fmla="*/ 2 w 6"/>
                <a:gd name="T33" fmla="*/ 40 h 65"/>
                <a:gd name="T34" fmla="*/ 2 w 6"/>
                <a:gd name="T35" fmla="*/ 42 h 65"/>
                <a:gd name="T36" fmla="*/ 2 w 6"/>
                <a:gd name="T37" fmla="*/ 44 h 65"/>
                <a:gd name="T38" fmla="*/ 2 w 6"/>
                <a:gd name="T39" fmla="*/ 51 h 65"/>
                <a:gd name="T40" fmla="*/ 2 w 6"/>
                <a:gd name="T41" fmla="*/ 59 h 65"/>
                <a:gd name="T42" fmla="*/ 2 w 6"/>
                <a:gd name="T43" fmla="*/ 54 h 65"/>
                <a:gd name="T44" fmla="*/ 3 w 6"/>
                <a:gd name="T45" fmla="*/ 44 h 65"/>
                <a:gd name="T46" fmla="*/ 3 w 6"/>
                <a:gd name="T47" fmla="*/ 46 h 65"/>
                <a:gd name="T48" fmla="*/ 3 w 6"/>
                <a:gd name="T49" fmla="*/ 54 h 65"/>
                <a:gd name="T50" fmla="*/ 3 w 6"/>
                <a:gd name="T51" fmla="*/ 51 h 65"/>
                <a:gd name="T52" fmla="*/ 3 w 6"/>
                <a:gd name="T53" fmla="*/ 47 h 65"/>
                <a:gd name="T54" fmla="*/ 3 w 6"/>
                <a:gd name="T55" fmla="*/ 48 h 65"/>
                <a:gd name="T56" fmla="*/ 4 w 6"/>
                <a:gd name="T57" fmla="*/ 42 h 65"/>
                <a:gd name="T58" fmla="*/ 4 w 6"/>
                <a:gd name="T59" fmla="*/ 36 h 65"/>
                <a:gd name="T60" fmla="*/ 4 w 6"/>
                <a:gd name="T61" fmla="*/ 37 h 65"/>
                <a:gd name="T62" fmla="*/ 4 w 6"/>
                <a:gd name="T63" fmla="*/ 38 h 65"/>
                <a:gd name="T64" fmla="*/ 4 w 6"/>
                <a:gd name="T65" fmla="*/ 27 h 65"/>
                <a:gd name="T66" fmla="*/ 4 w 6"/>
                <a:gd name="T67" fmla="*/ 16 h 65"/>
                <a:gd name="T68" fmla="*/ 4 w 6"/>
                <a:gd name="T69" fmla="*/ 12 h 65"/>
                <a:gd name="T70" fmla="*/ 4 w 6"/>
                <a:gd name="T71" fmla="*/ 6 h 65"/>
                <a:gd name="T72" fmla="*/ 4 w 6"/>
                <a:gd name="T73" fmla="*/ 0 h 65"/>
                <a:gd name="T74" fmla="*/ 5 w 6"/>
                <a:gd name="T75" fmla="*/ 0 h 65"/>
                <a:gd name="T76" fmla="*/ 5 w 6"/>
                <a:gd name="T77" fmla="*/ 2 h 65"/>
                <a:gd name="T78" fmla="*/ 5 w 6"/>
                <a:gd name="T79" fmla="*/ 1 h 65"/>
                <a:gd name="T80" fmla="*/ 5 w 6"/>
                <a:gd name="T81" fmla="*/ 4 h 65"/>
                <a:gd name="T82" fmla="*/ 5 w 6"/>
                <a:gd name="T83" fmla="*/ 13 h 65"/>
                <a:gd name="T84" fmla="*/ 5 w 6"/>
                <a:gd name="T85" fmla="*/ 21 h 65"/>
                <a:gd name="T86" fmla="*/ 5 w 6"/>
                <a:gd name="T87" fmla="*/ 21 h 65"/>
                <a:gd name="T88" fmla="*/ 5 w 6"/>
                <a:gd name="T89" fmla="*/ 15 h 65"/>
                <a:gd name="T90" fmla="*/ 5 w 6"/>
                <a:gd name="T91" fmla="*/ 18 h 65"/>
                <a:gd name="T92" fmla="*/ 6 w 6"/>
                <a:gd name="T93" fmla="*/ 26 h 65"/>
                <a:gd name="T94" fmla="*/ 6 w 6"/>
                <a:gd name="T95" fmla="*/ 27 h 65"/>
                <a:gd name="T96" fmla="*/ 6 w 6"/>
                <a:gd name="T97" fmla="*/ 29 h 65"/>
                <a:gd name="T98" fmla="*/ 6 w 6"/>
                <a:gd name="T99" fmla="*/ 35 h 65"/>
                <a:gd name="T100" fmla="*/ 6 w 6"/>
                <a:gd name="T101" fmla="*/ 35 h 65"/>
                <a:gd name="T102" fmla="*/ 6 w 6"/>
                <a:gd name="T103" fmla="*/ 34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5">
                  <a:moveTo>
                    <a:pt x="0" y="65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0" y="32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1" y="27"/>
                  </a:lnTo>
                  <a:lnTo>
                    <a:pt x="1" y="24"/>
                  </a:lnTo>
                  <a:lnTo>
                    <a:pt x="1" y="31"/>
                  </a:lnTo>
                  <a:lnTo>
                    <a:pt x="1" y="38"/>
                  </a:lnTo>
                  <a:lnTo>
                    <a:pt x="1" y="34"/>
                  </a:lnTo>
                  <a:lnTo>
                    <a:pt x="1" y="34"/>
                  </a:lnTo>
                  <a:lnTo>
                    <a:pt x="2" y="46"/>
                  </a:lnTo>
                  <a:lnTo>
                    <a:pt x="2" y="49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2" y="51"/>
                  </a:lnTo>
                  <a:lnTo>
                    <a:pt x="2" y="59"/>
                  </a:lnTo>
                  <a:lnTo>
                    <a:pt x="2" y="54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54"/>
                  </a:lnTo>
                  <a:lnTo>
                    <a:pt x="3" y="51"/>
                  </a:lnTo>
                  <a:lnTo>
                    <a:pt x="3" y="47"/>
                  </a:lnTo>
                  <a:lnTo>
                    <a:pt x="3" y="48"/>
                  </a:lnTo>
                  <a:lnTo>
                    <a:pt x="4" y="42"/>
                  </a:lnTo>
                  <a:lnTo>
                    <a:pt x="4" y="36"/>
                  </a:lnTo>
                  <a:lnTo>
                    <a:pt x="4" y="37"/>
                  </a:lnTo>
                  <a:lnTo>
                    <a:pt x="4" y="38"/>
                  </a:lnTo>
                  <a:lnTo>
                    <a:pt x="4" y="27"/>
                  </a:lnTo>
                  <a:lnTo>
                    <a:pt x="4" y="16"/>
                  </a:lnTo>
                  <a:lnTo>
                    <a:pt x="4" y="12"/>
                  </a:lnTo>
                  <a:lnTo>
                    <a:pt x="4" y="6"/>
                  </a:lnTo>
                  <a:lnTo>
                    <a:pt x="4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5" y="1"/>
                  </a:lnTo>
                  <a:lnTo>
                    <a:pt x="5" y="4"/>
                  </a:lnTo>
                  <a:lnTo>
                    <a:pt x="5" y="13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15"/>
                  </a:lnTo>
                  <a:lnTo>
                    <a:pt x="5" y="18"/>
                  </a:lnTo>
                  <a:lnTo>
                    <a:pt x="6" y="26"/>
                  </a:lnTo>
                  <a:lnTo>
                    <a:pt x="6" y="27"/>
                  </a:lnTo>
                  <a:lnTo>
                    <a:pt x="6" y="29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6" y="3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0" name="Freeform 981"/>
            <p:cNvSpPr/>
            <p:nvPr/>
          </p:nvSpPr>
          <p:spPr bwMode="auto">
            <a:xfrm>
              <a:off x="3378200" y="4673601"/>
              <a:ext cx="11113" cy="47625"/>
            </a:xfrm>
            <a:custGeom>
              <a:avLst/>
              <a:gdLst>
                <a:gd name="T0" fmla="*/ 0 w 7"/>
                <a:gd name="T1" fmla="*/ 1 h 30"/>
                <a:gd name="T2" fmla="*/ 0 w 7"/>
                <a:gd name="T3" fmla="*/ 0 h 30"/>
                <a:gd name="T4" fmla="*/ 1 w 7"/>
                <a:gd name="T5" fmla="*/ 7 h 30"/>
                <a:gd name="T6" fmla="*/ 1 w 7"/>
                <a:gd name="T7" fmla="*/ 16 h 30"/>
                <a:gd name="T8" fmla="*/ 1 w 7"/>
                <a:gd name="T9" fmla="*/ 14 h 30"/>
                <a:gd name="T10" fmla="*/ 1 w 7"/>
                <a:gd name="T11" fmla="*/ 6 h 30"/>
                <a:gd name="T12" fmla="*/ 1 w 7"/>
                <a:gd name="T13" fmla="*/ 6 h 30"/>
                <a:gd name="T14" fmla="*/ 1 w 7"/>
                <a:gd name="T15" fmla="*/ 12 h 30"/>
                <a:gd name="T16" fmla="*/ 1 w 7"/>
                <a:gd name="T17" fmla="*/ 9 h 30"/>
                <a:gd name="T18" fmla="*/ 1 w 7"/>
                <a:gd name="T19" fmla="*/ 4 h 30"/>
                <a:gd name="T20" fmla="*/ 1 w 7"/>
                <a:gd name="T21" fmla="*/ 6 h 30"/>
                <a:gd name="T22" fmla="*/ 2 w 7"/>
                <a:gd name="T23" fmla="*/ 8 h 30"/>
                <a:gd name="T24" fmla="*/ 2 w 7"/>
                <a:gd name="T25" fmla="*/ 8 h 30"/>
                <a:gd name="T26" fmla="*/ 2 w 7"/>
                <a:gd name="T27" fmla="*/ 12 h 30"/>
                <a:gd name="T28" fmla="*/ 2 w 7"/>
                <a:gd name="T29" fmla="*/ 15 h 30"/>
                <a:gd name="T30" fmla="*/ 2 w 7"/>
                <a:gd name="T31" fmla="*/ 8 h 30"/>
                <a:gd name="T32" fmla="*/ 2 w 7"/>
                <a:gd name="T33" fmla="*/ 0 h 30"/>
                <a:gd name="T34" fmla="*/ 2 w 7"/>
                <a:gd name="T35" fmla="*/ 6 h 30"/>
                <a:gd name="T36" fmla="*/ 3 w 7"/>
                <a:gd name="T37" fmla="*/ 17 h 30"/>
                <a:gd name="T38" fmla="*/ 3 w 7"/>
                <a:gd name="T39" fmla="*/ 12 h 30"/>
                <a:gd name="T40" fmla="*/ 3 w 7"/>
                <a:gd name="T41" fmla="*/ 2 h 30"/>
                <a:gd name="T42" fmla="*/ 3 w 7"/>
                <a:gd name="T43" fmla="*/ 12 h 30"/>
                <a:gd name="T44" fmla="*/ 3 w 7"/>
                <a:gd name="T45" fmla="*/ 27 h 30"/>
                <a:gd name="T46" fmla="*/ 3 w 7"/>
                <a:gd name="T47" fmla="*/ 29 h 30"/>
                <a:gd name="T48" fmla="*/ 3 w 7"/>
                <a:gd name="T49" fmla="*/ 26 h 30"/>
                <a:gd name="T50" fmla="*/ 3 w 7"/>
                <a:gd name="T51" fmla="*/ 27 h 30"/>
                <a:gd name="T52" fmla="*/ 3 w 7"/>
                <a:gd name="T53" fmla="*/ 29 h 30"/>
                <a:gd name="T54" fmla="*/ 4 w 7"/>
                <a:gd name="T55" fmla="*/ 30 h 30"/>
                <a:gd name="T56" fmla="*/ 4 w 7"/>
                <a:gd name="T57" fmla="*/ 30 h 30"/>
                <a:gd name="T58" fmla="*/ 4 w 7"/>
                <a:gd name="T59" fmla="*/ 27 h 30"/>
                <a:gd name="T60" fmla="*/ 4 w 7"/>
                <a:gd name="T61" fmla="*/ 20 h 30"/>
                <a:gd name="T62" fmla="*/ 4 w 7"/>
                <a:gd name="T63" fmla="*/ 19 h 30"/>
                <a:gd name="T64" fmla="*/ 4 w 7"/>
                <a:gd name="T65" fmla="*/ 24 h 30"/>
                <a:gd name="T66" fmla="*/ 4 w 7"/>
                <a:gd name="T67" fmla="*/ 27 h 30"/>
                <a:gd name="T68" fmla="*/ 4 w 7"/>
                <a:gd name="T69" fmla="*/ 28 h 30"/>
                <a:gd name="T70" fmla="*/ 4 w 7"/>
                <a:gd name="T71" fmla="*/ 28 h 30"/>
                <a:gd name="T72" fmla="*/ 5 w 7"/>
                <a:gd name="T73" fmla="*/ 22 h 30"/>
                <a:gd name="T74" fmla="*/ 5 w 7"/>
                <a:gd name="T75" fmla="*/ 18 h 30"/>
                <a:gd name="T76" fmla="*/ 5 w 7"/>
                <a:gd name="T77" fmla="*/ 18 h 30"/>
                <a:gd name="T78" fmla="*/ 5 w 7"/>
                <a:gd name="T79" fmla="*/ 16 h 30"/>
                <a:gd name="T80" fmla="*/ 5 w 7"/>
                <a:gd name="T81" fmla="*/ 12 h 30"/>
                <a:gd name="T82" fmla="*/ 5 w 7"/>
                <a:gd name="T83" fmla="*/ 7 h 30"/>
                <a:gd name="T84" fmla="*/ 6 w 7"/>
                <a:gd name="T85" fmla="*/ 1 h 30"/>
                <a:gd name="T86" fmla="*/ 6 w 7"/>
                <a:gd name="T87" fmla="*/ 2 h 30"/>
                <a:gd name="T88" fmla="*/ 6 w 7"/>
                <a:gd name="T89" fmla="*/ 10 h 30"/>
                <a:gd name="T90" fmla="*/ 6 w 7"/>
                <a:gd name="T91" fmla="*/ 17 h 30"/>
                <a:gd name="T92" fmla="*/ 6 w 7"/>
                <a:gd name="T93" fmla="*/ 15 h 30"/>
                <a:gd name="T94" fmla="*/ 6 w 7"/>
                <a:gd name="T95" fmla="*/ 8 h 30"/>
                <a:gd name="T96" fmla="*/ 6 w 7"/>
                <a:gd name="T97" fmla="*/ 10 h 30"/>
                <a:gd name="T98" fmla="*/ 6 w 7"/>
                <a:gd name="T99" fmla="*/ 19 h 30"/>
                <a:gd name="T100" fmla="*/ 6 w 7"/>
                <a:gd name="T101" fmla="*/ 19 h 30"/>
                <a:gd name="T102" fmla="*/ 7 w 7"/>
                <a:gd name="T103" fmla="*/ 1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30">
                  <a:moveTo>
                    <a:pt x="0" y="1"/>
                  </a:moveTo>
                  <a:lnTo>
                    <a:pt x="0" y="0"/>
                  </a:lnTo>
                  <a:lnTo>
                    <a:pt x="1" y="7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12"/>
                  </a:lnTo>
                  <a:lnTo>
                    <a:pt x="1" y="9"/>
                  </a:lnTo>
                  <a:lnTo>
                    <a:pt x="1" y="4"/>
                  </a:lnTo>
                  <a:lnTo>
                    <a:pt x="1" y="6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12"/>
                  </a:lnTo>
                  <a:lnTo>
                    <a:pt x="2" y="15"/>
                  </a:lnTo>
                  <a:lnTo>
                    <a:pt x="2" y="8"/>
                  </a:lnTo>
                  <a:lnTo>
                    <a:pt x="2" y="0"/>
                  </a:lnTo>
                  <a:lnTo>
                    <a:pt x="2" y="6"/>
                  </a:lnTo>
                  <a:lnTo>
                    <a:pt x="3" y="17"/>
                  </a:lnTo>
                  <a:lnTo>
                    <a:pt x="3" y="12"/>
                  </a:lnTo>
                  <a:lnTo>
                    <a:pt x="3" y="2"/>
                  </a:lnTo>
                  <a:lnTo>
                    <a:pt x="3" y="12"/>
                  </a:lnTo>
                  <a:lnTo>
                    <a:pt x="3" y="27"/>
                  </a:lnTo>
                  <a:lnTo>
                    <a:pt x="3" y="29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3" y="29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4" y="27"/>
                  </a:lnTo>
                  <a:lnTo>
                    <a:pt x="4" y="20"/>
                  </a:lnTo>
                  <a:lnTo>
                    <a:pt x="4" y="19"/>
                  </a:lnTo>
                  <a:lnTo>
                    <a:pt x="4" y="24"/>
                  </a:lnTo>
                  <a:lnTo>
                    <a:pt x="4" y="27"/>
                  </a:lnTo>
                  <a:lnTo>
                    <a:pt x="4" y="28"/>
                  </a:lnTo>
                  <a:lnTo>
                    <a:pt x="4" y="28"/>
                  </a:lnTo>
                  <a:lnTo>
                    <a:pt x="5" y="22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6"/>
                  </a:lnTo>
                  <a:lnTo>
                    <a:pt x="5" y="12"/>
                  </a:lnTo>
                  <a:lnTo>
                    <a:pt x="5" y="7"/>
                  </a:lnTo>
                  <a:lnTo>
                    <a:pt x="6" y="1"/>
                  </a:lnTo>
                  <a:lnTo>
                    <a:pt x="6" y="2"/>
                  </a:lnTo>
                  <a:lnTo>
                    <a:pt x="6" y="10"/>
                  </a:lnTo>
                  <a:lnTo>
                    <a:pt x="6" y="17"/>
                  </a:lnTo>
                  <a:lnTo>
                    <a:pt x="6" y="15"/>
                  </a:lnTo>
                  <a:lnTo>
                    <a:pt x="6" y="8"/>
                  </a:lnTo>
                  <a:lnTo>
                    <a:pt x="6" y="10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7" y="1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1" name="Freeform 982"/>
            <p:cNvSpPr/>
            <p:nvPr/>
          </p:nvSpPr>
          <p:spPr bwMode="auto">
            <a:xfrm>
              <a:off x="3387725" y="4692651"/>
              <a:ext cx="11113" cy="238125"/>
            </a:xfrm>
            <a:custGeom>
              <a:avLst/>
              <a:gdLst>
                <a:gd name="T0" fmla="*/ 0 w 7"/>
                <a:gd name="T1" fmla="*/ 7 h 150"/>
                <a:gd name="T2" fmla="*/ 1 w 7"/>
                <a:gd name="T3" fmla="*/ 0 h 150"/>
                <a:gd name="T4" fmla="*/ 1 w 7"/>
                <a:gd name="T5" fmla="*/ 0 h 150"/>
                <a:gd name="T6" fmla="*/ 1 w 7"/>
                <a:gd name="T7" fmla="*/ 6 h 150"/>
                <a:gd name="T8" fmla="*/ 1 w 7"/>
                <a:gd name="T9" fmla="*/ 9 h 150"/>
                <a:gd name="T10" fmla="*/ 1 w 7"/>
                <a:gd name="T11" fmla="*/ 11 h 150"/>
                <a:gd name="T12" fmla="*/ 1 w 7"/>
                <a:gd name="T13" fmla="*/ 16 h 150"/>
                <a:gd name="T14" fmla="*/ 2 w 7"/>
                <a:gd name="T15" fmla="*/ 15 h 150"/>
                <a:gd name="T16" fmla="*/ 2 w 7"/>
                <a:gd name="T17" fmla="*/ 10 h 150"/>
                <a:gd name="T18" fmla="*/ 2 w 7"/>
                <a:gd name="T19" fmla="*/ 17 h 150"/>
                <a:gd name="T20" fmla="*/ 2 w 7"/>
                <a:gd name="T21" fmla="*/ 25 h 150"/>
                <a:gd name="T22" fmla="*/ 2 w 7"/>
                <a:gd name="T23" fmla="*/ 15 h 150"/>
                <a:gd name="T24" fmla="*/ 2 w 7"/>
                <a:gd name="T25" fmla="*/ 5 h 150"/>
                <a:gd name="T26" fmla="*/ 2 w 7"/>
                <a:gd name="T27" fmla="*/ 14 h 150"/>
                <a:gd name="T28" fmla="*/ 2 w 7"/>
                <a:gd name="T29" fmla="*/ 22 h 150"/>
                <a:gd name="T30" fmla="*/ 2 w 7"/>
                <a:gd name="T31" fmla="*/ 18 h 150"/>
                <a:gd name="T32" fmla="*/ 3 w 7"/>
                <a:gd name="T33" fmla="*/ 19 h 150"/>
                <a:gd name="T34" fmla="*/ 3 w 7"/>
                <a:gd name="T35" fmla="*/ 30 h 150"/>
                <a:gd name="T36" fmla="*/ 3 w 7"/>
                <a:gd name="T37" fmla="*/ 31 h 150"/>
                <a:gd name="T38" fmla="*/ 3 w 7"/>
                <a:gd name="T39" fmla="*/ 22 h 150"/>
                <a:gd name="T40" fmla="*/ 3 w 7"/>
                <a:gd name="T41" fmla="*/ 30 h 150"/>
                <a:gd name="T42" fmla="*/ 3 w 7"/>
                <a:gd name="T43" fmla="*/ 43 h 150"/>
                <a:gd name="T44" fmla="*/ 3 w 7"/>
                <a:gd name="T45" fmla="*/ 31 h 150"/>
                <a:gd name="T46" fmla="*/ 3 w 7"/>
                <a:gd name="T47" fmla="*/ 24 h 150"/>
                <a:gd name="T48" fmla="*/ 3 w 7"/>
                <a:gd name="T49" fmla="*/ 39 h 150"/>
                <a:gd name="T50" fmla="*/ 4 w 7"/>
                <a:gd name="T51" fmla="*/ 39 h 150"/>
                <a:gd name="T52" fmla="*/ 4 w 7"/>
                <a:gd name="T53" fmla="*/ 31 h 150"/>
                <a:gd name="T54" fmla="*/ 4 w 7"/>
                <a:gd name="T55" fmla="*/ 48 h 150"/>
                <a:gd name="T56" fmla="*/ 4 w 7"/>
                <a:gd name="T57" fmla="*/ 60 h 150"/>
                <a:gd name="T58" fmla="*/ 4 w 7"/>
                <a:gd name="T59" fmla="*/ 45 h 150"/>
                <a:gd name="T60" fmla="*/ 4 w 7"/>
                <a:gd name="T61" fmla="*/ 51 h 150"/>
                <a:gd name="T62" fmla="*/ 5 w 7"/>
                <a:gd name="T63" fmla="*/ 84 h 150"/>
                <a:gd name="T64" fmla="*/ 5 w 7"/>
                <a:gd name="T65" fmla="*/ 95 h 150"/>
                <a:gd name="T66" fmla="*/ 5 w 7"/>
                <a:gd name="T67" fmla="*/ 83 h 150"/>
                <a:gd name="T68" fmla="*/ 5 w 7"/>
                <a:gd name="T69" fmla="*/ 86 h 150"/>
                <a:gd name="T70" fmla="*/ 5 w 7"/>
                <a:gd name="T71" fmla="*/ 97 h 150"/>
                <a:gd name="T72" fmla="*/ 5 w 7"/>
                <a:gd name="T73" fmla="*/ 100 h 150"/>
                <a:gd name="T74" fmla="*/ 5 w 7"/>
                <a:gd name="T75" fmla="*/ 109 h 150"/>
                <a:gd name="T76" fmla="*/ 5 w 7"/>
                <a:gd name="T77" fmla="*/ 119 h 150"/>
                <a:gd name="T78" fmla="*/ 5 w 7"/>
                <a:gd name="T79" fmla="*/ 105 h 150"/>
                <a:gd name="T80" fmla="*/ 5 w 7"/>
                <a:gd name="T81" fmla="*/ 91 h 150"/>
                <a:gd name="T82" fmla="*/ 6 w 7"/>
                <a:gd name="T83" fmla="*/ 110 h 150"/>
                <a:gd name="T84" fmla="*/ 6 w 7"/>
                <a:gd name="T85" fmla="*/ 131 h 150"/>
                <a:gd name="T86" fmla="*/ 6 w 7"/>
                <a:gd name="T87" fmla="*/ 118 h 150"/>
                <a:gd name="T88" fmla="*/ 6 w 7"/>
                <a:gd name="T89" fmla="*/ 89 h 150"/>
                <a:gd name="T90" fmla="*/ 6 w 7"/>
                <a:gd name="T91" fmla="*/ 89 h 150"/>
                <a:gd name="T92" fmla="*/ 6 w 7"/>
                <a:gd name="T93" fmla="*/ 116 h 150"/>
                <a:gd name="T94" fmla="*/ 7 w 7"/>
                <a:gd name="T95" fmla="*/ 143 h 150"/>
                <a:gd name="T96" fmla="*/ 7 w 7"/>
                <a:gd name="T97" fmla="*/ 150 h 150"/>
                <a:gd name="T98" fmla="*/ 7 w 7"/>
                <a:gd name="T99" fmla="*/ 135 h 150"/>
                <a:gd name="T100" fmla="*/ 7 w 7"/>
                <a:gd name="T101" fmla="*/ 119 h 150"/>
                <a:gd name="T102" fmla="*/ 7 w 7"/>
                <a:gd name="T103" fmla="*/ 133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50">
                  <a:moveTo>
                    <a:pt x="0" y="7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6"/>
                  </a:lnTo>
                  <a:lnTo>
                    <a:pt x="1" y="9"/>
                  </a:lnTo>
                  <a:lnTo>
                    <a:pt x="1" y="11"/>
                  </a:lnTo>
                  <a:lnTo>
                    <a:pt x="1" y="16"/>
                  </a:lnTo>
                  <a:lnTo>
                    <a:pt x="2" y="15"/>
                  </a:lnTo>
                  <a:lnTo>
                    <a:pt x="2" y="10"/>
                  </a:lnTo>
                  <a:lnTo>
                    <a:pt x="2" y="17"/>
                  </a:lnTo>
                  <a:lnTo>
                    <a:pt x="2" y="25"/>
                  </a:lnTo>
                  <a:lnTo>
                    <a:pt x="2" y="15"/>
                  </a:lnTo>
                  <a:lnTo>
                    <a:pt x="2" y="5"/>
                  </a:lnTo>
                  <a:lnTo>
                    <a:pt x="2" y="14"/>
                  </a:lnTo>
                  <a:lnTo>
                    <a:pt x="2" y="22"/>
                  </a:lnTo>
                  <a:lnTo>
                    <a:pt x="2" y="18"/>
                  </a:lnTo>
                  <a:lnTo>
                    <a:pt x="3" y="19"/>
                  </a:lnTo>
                  <a:lnTo>
                    <a:pt x="3" y="30"/>
                  </a:lnTo>
                  <a:lnTo>
                    <a:pt x="3" y="31"/>
                  </a:lnTo>
                  <a:lnTo>
                    <a:pt x="3" y="22"/>
                  </a:lnTo>
                  <a:lnTo>
                    <a:pt x="3" y="30"/>
                  </a:lnTo>
                  <a:lnTo>
                    <a:pt x="3" y="43"/>
                  </a:lnTo>
                  <a:lnTo>
                    <a:pt x="3" y="31"/>
                  </a:lnTo>
                  <a:lnTo>
                    <a:pt x="3" y="24"/>
                  </a:lnTo>
                  <a:lnTo>
                    <a:pt x="3" y="39"/>
                  </a:lnTo>
                  <a:lnTo>
                    <a:pt x="4" y="39"/>
                  </a:lnTo>
                  <a:lnTo>
                    <a:pt x="4" y="31"/>
                  </a:lnTo>
                  <a:lnTo>
                    <a:pt x="4" y="48"/>
                  </a:lnTo>
                  <a:lnTo>
                    <a:pt x="4" y="60"/>
                  </a:lnTo>
                  <a:lnTo>
                    <a:pt x="4" y="45"/>
                  </a:lnTo>
                  <a:lnTo>
                    <a:pt x="4" y="51"/>
                  </a:lnTo>
                  <a:lnTo>
                    <a:pt x="5" y="84"/>
                  </a:lnTo>
                  <a:lnTo>
                    <a:pt x="5" y="95"/>
                  </a:lnTo>
                  <a:lnTo>
                    <a:pt x="5" y="83"/>
                  </a:lnTo>
                  <a:lnTo>
                    <a:pt x="5" y="86"/>
                  </a:lnTo>
                  <a:lnTo>
                    <a:pt x="5" y="97"/>
                  </a:lnTo>
                  <a:lnTo>
                    <a:pt x="5" y="100"/>
                  </a:lnTo>
                  <a:lnTo>
                    <a:pt x="5" y="109"/>
                  </a:lnTo>
                  <a:lnTo>
                    <a:pt x="5" y="119"/>
                  </a:lnTo>
                  <a:lnTo>
                    <a:pt x="5" y="105"/>
                  </a:lnTo>
                  <a:lnTo>
                    <a:pt x="5" y="91"/>
                  </a:lnTo>
                  <a:lnTo>
                    <a:pt x="6" y="110"/>
                  </a:lnTo>
                  <a:lnTo>
                    <a:pt x="6" y="131"/>
                  </a:lnTo>
                  <a:lnTo>
                    <a:pt x="6" y="118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6" y="116"/>
                  </a:lnTo>
                  <a:lnTo>
                    <a:pt x="7" y="143"/>
                  </a:lnTo>
                  <a:lnTo>
                    <a:pt x="7" y="150"/>
                  </a:lnTo>
                  <a:lnTo>
                    <a:pt x="7" y="135"/>
                  </a:lnTo>
                  <a:lnTo>
                    <a:pt x="7" y="119"/>
                  </a:lnTo>
                  <a:lnTo>
                    <a:pt x="7" y="13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2" name="Freeform 983"/>
            <p:cNvSpPr/>
            <p:nvPr/>
          </p:nvSpPr>
          <p:spPr bwMode="auto">
            <a:xfrm>
              <a:off x="3398838" y="4595813"/>
              <a:ext cx="9525" cy="363538"/>
            </a:xfrm>
            <a:custGeom>
              <a:avLst/>
              <a:gdLst>
                <a:gd name="T0" fmla="*/ 0 w 6"/>
                <a:gd name="T1" fmla="*/ 180 h 229"/>
                <a:gd name="T2" fmla="*/ 0 w 6"/>
                <a:gd name="T3" fmla="*/ 194 h 229"/>
                <a:gd name="T4" fmla="*/ 0 w 6"/>
                <a:gd name="T5" fmla="*/ 227 h 229"/>
                <a:gd name="T6" fmla="*/ 0 w 6"/>
                <a:gd name="T7" fmla="*/ 229 h 229"/>
                <a:gd name="T8" fmla="*/ 0 w 6"/>
                <a:gd name="T9" fmla="*/ 187 h 229"/>
                <a:gd name="T10" fmla="*/ 0 w 6"/>
                <a:gd name="T11" fmla="*/ 142 h 229"/>
                <a:gd name="T12" fmla="*/ 1 w 6"/>
                <a:gd name="T13" fmla="*/ 130 h 229"/>
                <a:gd name="T14" fmla="*/ 1 w 6"/>
                <a:gd name="T15" fmla="*/ 144 h 229"/>
                <a:gd name="T16" fmla="*/ 1 w 6"/>
                <a:gd name="T17" fmla="*/ 147 h 229"/>
                <a:gd name="T18" fmla="*/ 1 w 6"/>
                <a:gd name="T19" fmla="*/ 120 h 229"/>
                <a:gd name="T20" fmla="*/ 1 w 6"/>
                <a:gd name="T21" fmla="*/ 86 h 229"/>
                <a:gd name="T22" fmla="*/ 1 w 6"/>
                <a:gd name="T23" fmla="*/ 76 h 229"/>
                <a:gd name="T24" fmla="*/ 1 w 6"/>
                <a:gd name="T25" fmla="*/ 88 h 229"/>
                <a:gd name="T26" fmla="*/ 1 w 6"/>
                <a:gd name="T27" fmla="*/ 91 h 229"/>
                <a:gd name="T28" fmla="*/ 1 w 6"/>
                <a:gd name="T29" fmla="*/ 79 h 229"/>
                <a:gd name="T30" fmla="*/ 2 w 6"/>
                <a:gd name="T31" fmla="*/ 69 h 229"/>
                <a:gd name="T32" fmla="*/ 2 w 6"/>
                <a:gd name="T33" fmla="*/ 62 h 229"/>
                <a:gd name="T34" fmla="*/ 2 w 6"/>
                <a:gd name="T35" fmla="*/ 54 h 229"/>
                <a:gd name="T36" fmla="*/ 2 w 6"/>
                <a:gd name="T37" fmla="*/ 53 h 229"/>
                <a:gd name="T38" fmla="*/ 2 w 6"/>
                <a:gd name="T39" fmla="*/ 47 h 229"/>
                <a:gd name="T40" fmla="*/ 2 w 6"/>
                <a:gd name="T41" fmla="*/ 41 h 229"/>
                <a:gd name="T42" fmla="*/ 3 w 6"/>
                <a:gd name="T43" fmla="*/ 48 h 229"/>
                <a:gd name="T44" fmla="*/ 3 w 6"/>
                <a:gd name="T45" fmla="*/ 54 h 229"/>
                <a:gd name="T46" fmla="*/ 3 w 6"/>
                <a:gd name="T47" fmla="*/ 47 h 229"/>
                <a:gd name="T48" fmla="*/ 3 w 6"/>
                <a:gd name="T49" fmla="*/ 40 h 229"/>
                <a:gd name="T50" fmla="*/ 3 w 6"/>
                <a:gd name="T51" fmla="*/ 40 h 229"/>
                <a:gd name="T52" fmla="*/ 3 w 6"/>
                <a:gd name="T53" fmla="*/ 45 h 229"/>
                <a:gd name="T54" fmla="*/ 3 w 6"/>
                <a:gd name="T55" fmla="*/ 47 h 229"/>
                <a:gd name="T56" fmla="*/ 3 w 6"/>
                <a:gd name="T57" fmla="*/ 47 h 229"/>
                <a:gd name="T58" fmla="*/ 3 w 6"/>
                <a:gd name="T59" fmla="*/ 54 h 229"/>
                <a:gd name="T60" fmla="*/ 4 w 6"/>
                <a:gd name="T61" fmla="*/ 64 h 229"/>
                <a:gd name="T62" fmla="*/ 4 w 6"/>
                <a:gd name="T63" fmla="*/ 60 h 229"/>
                <a:gd name="T64" fmla="*/ 4 w 6"/>
                <a:gd name="T65" fmla="*/ 49 h 229"/>
                <a:gd name="T66" fmla="*/ 4 w 6"/>
                <a:gd name="T67" fmla="*/ 47 h 229"/>
                <a:gd name="T68" fmla="*/ 4 w 6"/>
                <a:gd name="T69" fmla="*/ 53 h 229"/>
                <a:gd name="T70" fmla="*/ 4 w 6"/>
                <a:gd name="T71" fmla="*/ 56 h 229"/>
                <a:gd name="T72" fmla="*/ 5 w 6"/>
                <a:gd name="T73" fmla="*/ 46 h 229"/>
                <a:gd name="T74" fmla="*/ 5 w 6"/>
                <a:gd name="T75" fmla="*/ 24 h 229"/>
                <a:gd name="T76" fmla="*/ 5 w 6"/>
                <a:gd name="T77" fmla="*/ 6 h 229"/>
                <a:gd name="T78" fmla="*/ 5 w 6"/>
                <a:gd name="T79" fmla="*/ 6 h 229"/>
                <a:gd name="T80" fmla="*/ 5 w 6"/>
                <a:gd name="T81" fmla="*/ 14 h 229"/>
                <a:gd name="T82" fmla="*/ 5 w 6"/>
                <a:gd name="T83" fmla="*/ 16 h 229"/>
                <a:gd name="T84" fmla="*/ 5 w 6"/>
                <a:gd name="T85" fmla="*/ 7 h 229"/>
                <a:gd name="T86" fmla="*/ 5 w 6"/>
                <a:gd name="T87" fmla="*/ 0 h 229"/>
                <a:gd name="T88" fmla="*/ 5 w 6"/>
                <a:gd name="T89" fmla="*/ 8 h 229"/>
                <a:gd name="T90" fmla="*/ 6 w 6"/>
                <a:gd name="T91" fmla="*/ 24 h 229"/>
                <a:gd name="T92" fmla="*/ 6 w 6"/>
                <a:gd name="T93" fmla="*/ 29 h 229"/>
                <a:gd name="T94" fmla="*/ 6 w 6"/>
                <a:gd name="T95" fmla="*/ 29 h 229"/>
                <a:gd name="T96" fmla="*/ 6 w 6"/>
                <a:gd name="T97" fmla="*/ 34 h 229"/>
                <a:gd name="T98" fmla="*/ 6 w 6"/>
                <a:gd name="T99" fmla="*/ 37 h 229"/>
                <a:gd name="T100" fmla="*/ 6 w 6"/>
                <a:gd name="T101" fmla="*/ 40 h 229"/>
                <a:gd name="T102" fmla="*/ 6 w 6"/>
                <a:gd name="T103" fmla="*/ 4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229">
                  <a:moveTo>
                    <a:pt x="0" y="180"/>
                  </a:moveTo>
                  <a:lnTo>
                    <a:pt x="0" y="194"/>
                  </a:lnTo>
                  <a:lnTo>
                    <a:pt x="0" y="227"/>
                  </a:lnTo>
                  <a:lnTo>
                    <a:pt x="0" y="229"/>
                  </a:lnTo>
                  <a:lnTo>
                    <a:pt x="0" y="187"/>
                  </a:lnTo>
                  <a:lnTo>
                    <a:pt x="0" y="142"/>
                  </a:lnTo>
                  <a:lnTo>
                    <a:pt x="1" y="130"/>
                  </a:lnTo>
                  <a:lnTo>
                    <a:pt x="1" y="144"/>
                  </a:lnTo>
                  <a:lnTo>
                    <a:pt x="1" y="147"/>
                  </a:lnTo>
                  <a:lnTo>
                    <a:pt x="1" y="120"/>
                  </a:lnTo>
                  <a:lnTo>
                    <a:pt x="1" y="86"/>
                  </a:lnTo>
                  <a:lnTo>
                    <a:pt x="1" y="76"/>
                  </a:lnTo>
                  <a:lnTo>
                    <a:pt x="1" y="88"/>
                  </a:lnTo>
                  <a:lnTo>
                    <a:pt x="1" y="91"/>
                  </a:lnTo>
                  <a:lnTo>
                    <a:pt x="1" y="79"/>
                  </a:lnTo>
                  <a:lnTo>
                    <a:pt x="2" y="69"/>
                  </a:lnTo>
                  <a:lnTo>
                    <a:pt x="2" y="62"/>
                  </a:lnTo>
                  <a:lnTo>
                    <a:pt x="2" y="54"/>
                  </a:lnTo>
                  <a:lnTo>
                    <a:pt x="2" y="53"/>
                  </a:lnTo>
                  <a:lnTo>
                    <a:pt x="2" y="47"/>
                  </a:lnTo>
                  <a:lnTo>
                    <a:pt x="2" y="41"/>
                  </a:lnTo>
                  <a:lnTo>
                    <a:pt x="3" y="48"/>
                  </a:lnTo>
                  <a:lnTo>
                    <a:pt x="3" y="54"/>
                  </a:lnTo>
                  <a:lnTo>
                    <a:pt x="3" y="47"/>
                  </a:lnTo>
                  <a:lnTo>
                    <a:pt x="3" y="40"/>
                  </a:lnTo>
                  <a:lnTo>
                    <a:pt x="3" y="40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3" y="47"/>
                  </a:lnTo>
                  <a:lnTo>
                    <a:pt x="3" y="54"/>
                  </a:lnTo>
                  <a:lnTo>
                    <a:pt x="4" y="64"/>
                  </a:lnTo>
                  <a:lnTo>
                    <a:pt x="4" y="60"/>
                  </a:lnTo>
                  <a:lnTo>
                    <a:pt x="4" y="49"/>
                  </a:lnTo>
                  <a:lnTo>
                    <a:pt x="4" y="47"/>
                  </a:lnTo>
                  <a:lnTo>
                    <a:pt x="4" y="53"/>
                  </a:lnTo>
                  <a:lnTo>
                    <a:pt x="4" y="56"/>
                  </a:lnTo>
                  <a:lnTo>
                    <a:pt x="5" y="46"/>
                  </a:lnTo>
                  <a:lnTo>
                    <a:pt x="5" y="24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5" y="7"/>
                  </a:lnTo>
                  <a:lnTo>
                    <a:pt x="5" y="0"/>
                  </a:lnTo>
                  <a:lnTo>
                    <a:pt x="5" y="8"/>
                  </a:lnTo>
                  <a:lnTo>
                    <a:pt x="6" y="24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6" y="34"/>
                  </a:lnTo>
                  <a:lnTo>
                    <a:pt x="6" y="37"/>
                  </a:lnTo>
                  <a:lnTo>
                    <a:pt x="6" y="40"/>
                  </a:lnTo>
                  <a:lnTo>
                    <a:pt x="6" y="4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3" name="Freeform 984"/>
            <p:cNvSpPr/>
            <p:nvPr/>
          </p:nvSpPr>
          <p:spPr bwMode="auto">
            <a:xfrm>
              <a:off x="3408363" y="4611688"/>
              <a:ext cx="11113" cy="120650"/>
            </a:xfrm>
            <a:custGeom>
              <a:avLst/>
              <a:gdLst>
                <a:gd name="T0" fmla="*/ 0 w 7"/>
                <a:gd name="T1" fmla="*/ 30 h 76"/>
                <a:gd name="T2" fmla="*/ 0 w 7"/>
                <a:gd name="T3" fmla="*/ 39 h 76"/>
                <a:gd name="T4" fmla="*/ 0 w 7"/>
                <a:gd name="T5" fmla="*/ 39 h 76"/>
                <a:gd name="T6" fmla="*/ 0 w 7"/>
                <a:gd name="T7" fmla="*/ 30 h 76"/>
                <a:gd name="T8" fmla="*/ 0 w 7"/>
                <a:gd name="T9" fmla="*/ 34 h 76"/>
                <a:gd name="T10" fmla="*/ 1 w 7"/>
                <a:gd name="T11" fmla="*/ 44 h 76"/>
                <a:gd name="T12" fmla="*/ 1 w 7"/>
                <a:gd name="T13" fmla="*/ 44 h 76"/>
                <a:gd name="T14" fmla="*/ 1 w 7"/>
                <a:gd name="T15" fmla="*/ 47 h 76"/>
                <a:gd name="T16" fmla="*/ 1 w 7"/>
                <a:gd name="T17" fmla="*/ 53 h 76"/>
                <a:gd name="T18" fmla="*/ 1 w 7"/>
                <a:gd name="T19" fmla="*/ 44 h 76"/>
                <a:gd name="T20" fmla="*/ 1 w 7"/>
                <a:gd name="T21" fmla="*/ 36 h 76"/>
                <a:gd name="T22" fmla="*/ 2 w 7"/>
                <a:gd name="T23" fmla="*/ 45 h 76"/>
                <a:gd name="T24" fmla="*/ 2 w 7"/>
                <a:gd name="T25" fmla="*/ 56 h 76"/>
                <a:gd name="T26" fmla="*/ 2 w 7"/>
                <a:gd name="T27" fmla="*/ 46 h 76"/>
                <a:gd name="T28" fmla="*/ 2 w 7"/>
                <a:gd name="T29" fmla="*/ 26 h 76"/>
                <a:gd name="T30" fmla="*/ 2 w 7"/>
                <a:gd name="T31" fmla="*/ 23 h 76"/>
                <a:gd name="T32" fmla="*/ 2 w 7"/>
                <a:gd name="T33" fmla="*/ 33 h 76"/>
                <a:gd name="T34" fmla="*/ 2 w 7"/>
                <a:gd name="T35" fmla="*/ 33 h 76"/>
                <a:gd name="T36" fmla="*/ 2 w 7"/>
                <a:gd name="T37" fmla="*/ 24 h 76"/>
                <a:gd name="T38" fmla="*/ 2 w 7"/>
                <a:gd name="T39" fmla="*/ 21 h 76"/>
                <a:gd name="T40" fmla="*/ 3 w 7"/>
                <a:gd name="T41" fmla="*/ 24 h 76"/>
                <a:gd name="T42" fmla="*/ 3 w 7"/>
                <a:gd name="T43" fmla="*/ 30 h 76"/>
                <a:gd name="T44" fmla="*/ 3 w 7"/>
                <a:gd name="T45" fmla="*/ 43 h 76"/>
                <a:gd name="T46" fmla="*/ 3 w 7"/>
                <a:gd name="T47" fmla="*/ 48 h 76"/>
                <a:gd name="T48" fmla="*/ 3 w 7"/>
                <a:gd name="T49" fmla="*/ 38 h 76"/>
                <a:gd name="T50" fmla="*/ 3 w 7"/>
                <a:gd name="T51" fmla="*/ 38 h 76"/>
                <a:gd name="T52" fmla="*/ 4 w 7"/>
                <a:gd name="T53" fmla="*/ 63 h 76"/>
                <a:gd name="T54" fmla="*/ 4 w 7"/>
                <a:gd name="T55" fmla="*/ 76 h 76"/>
                <a:gd name="T56" fmla="*/ 4 w 7"/>
                <a:gd name="T57" fmla="*/ 62 h 76"/>
                <a:gd name="T58" fmla="*/ 4 w 7"/>
                <a:gd name="T59" fmla="*/ 50 h 76"/>
                <a:gd name="T60" fmla="*/ 4 w 7"/>
                <a:gd name="T61" fmla="*/ 56 h 76"/>
                <a:gd name="T62" fmla="*/ 4 w 7"/>
                <a:gd name="T63" fmla="*/ 66 h 76"/>
                <a:gd name="T64" fmla="*/ 4 w 7"/>
                <a:gd name="T65" fmla="*/ 68 h 76"/>
                <a:gd name="T66" fmla="*/ 4 w 7"/>
                <a:gd name="T67" fmla="*/ 63 h 76"/>
                <a:gd name="T68" fmla="*/ 4 w 7"/>
                <a:gd name="T69" fmla="*/ 54 h 76"/>
                <a:gd name="T70" fmla="*/ 5 w 7"/>
                <a:gd name="T71" fmla="*/ 46 h 76"/>
                <a:gd name="T72" fmla="*/ 5 w 7"/>
                <a:gd name="T73" fmla="*/ 47 h 76"/>
                <a:gd name="T74" fmla="*/ 5 w 7"/>
                <a:gd name="T75" fmla="*/ 54 h 76"/>
                <a:gd name="T76" fmla="*/ 5 w 7"/>
                <a:gd name="T77" fmla="*/ 52 h 76"/>
                <a:gd name="T78" fmla="*/ 5 w 7"/>
                <a:gd name="T79" fmla="*/ 40 h 76"/>
                <a:gd name="T80" fmla="*/ 5 w 7"/>
                <a:gd name="T81" fmla="*/ 34 h 76"/>
                <a:gd name="T82" fmla="*/ 5 w 7"/>
                <a:gd name="T83" fmla="*/ 34 h 76"/>
                <a:gd name="T84" fmla="*/ 5 w 7"/>
                <a:gd name="T85" fmla="*/ 33 h 76"/>
                <a:gd name="T86" fmla="*/ 5 w 7"/>
                <a:gd name="T87" fmla="*/ 32 h 76"/>
                <a:gd name="T88" fmla="*/ 6 w 7"/>
                <a:gd name="T89" fmla="*/ 29 h 76"/>
                <a:gd name="T90" fmla="*/ 6 w 7"/>
                <a:gd name="T91" fmla="*/ 19 h 76"/>
                <a:gd name="T92" fmla="*/ 6 w 7"/>
                <a:gd name="T93" fmla="*/ 11 h 76"/>
                <a:gd name="T94" fmla="*/ 6 w 7"/>
                <a:gd name="T95" fmla="*/ 12 h 76"/>
                <a:gd name="T96" fmla="*/ 6 w 7"/>
                <a:gd name="T97" fmla="*/ 10 h 76"/>
                <a:gd name="T98" fmla="*/ 6 w 7"/>
                <a:gd name="T99" fmla="*/ 5 h 76"/>
                <a:gd name="T100" fmla="*/ 7 w 7"/>
                <a:gd name="T101" fmla="*/ 2 h 76"/>
                <a:gd name="T102" fmla="*/ 7 w 7"/>
                <a:gd name="T103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6">
                  <a:moveTo>
                    <a:pt x="0" y="30"/>
                  </a:moveTo>
                  <a:lnTo>
                    <a:pt x="0" y="39"/>
                  </a:lnTo>
                  <a:lnTo>
                    <a:pt x="0" y="39"/>
                  </a:lnTo>
                  <a:lnTo>
                    <a:pt x="0" y="30"/>
                  </a:lnTo>
                  <a:lnTo>
                    <a:pt x="0" y="3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7"/>
                  </a:lnTo>
                  <a:lnTo>
                    <a:pt x="1" y="53"/>
                  </a:lnTo>
                  <a:lnTo>
                    <a:pt x="1" y="44"/>
                  </a:lnTo>
                  <a:lnTo>
                    <a:pt x="1" y="36"/>
                  </a:lnTo>
                  <a:lnTo>
                    <a:pt x="2" y="45"/>
                  </a:lnTo>
                  <a:lnTo>
                    <a:pt x="2" y="56"/>
                  </a:lnTo>
                  <a:lnTo>
                    <a:pt x="2" y="46"/>
                  </a:lnTo>
                  <a:lnTo>
                    <a:pt x="2" y="26"/>
                  </a:lnTo>
                  <a:lnTo>
                    <a:pt x="2" y="23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2" y="24"/>
                  </a:lnTo>
                  <a:lnTo>
                    <a:pt x="2" y="21"/>
                  </a:lnTo>
                  <a:lnTo>
                    <a:pt x="3" y="24"/>
                  </a:lnTo>
                  <a:lnTo>
                    <a:pt x="3" y="30"/>
                  </a:lnTo>
                  <a:lnTo>
                    <a:pt x="3" y="43"/>
                  </a:lnTo>
                  <a:lnTo>
                    <a:pt x="3" y="48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4" y="63"/>
                  </a:lnTo>
                  <a:lnTo>
                    <a:pt x="4" y="76"/>
                  </a:lnTo>
                  <a:lnTo>
                    <a:pt x="4" y="62"/>
                  </a:lnTo>
                  <a:lnTo>
                    <a:pt x="4" y="50"/>
                  </a:lnTo>
                  <a:lnTo>
                    <a:pt x="4" y="56"/>
                  </a:lnTo>
                  <a:lnTo>
                    <a:pt x="4" y="66"/>
                  </a:lnTo>
                  <a:lnTo>
                    <a:pt x="4" y="68"/>
                  </a:lnTo>
                  <a:lnTo>
                    <a:pt x="4" y="63"/>
                  </a:lnTo>
                  <a:lnTo>
                    <a:pt x="4" y="54"/>
                  </a:lnTo>
                  <a:lnTo>
                    <a:pt x="5" y="46"/>
                  </a:lnTo>
                  <a:lnTo>
                    <a:pt x="5" y="47"/>
                  </a:lnTo>
                  <a:lnTo>
                    <a:pt x="5" y="54"/>
                  </a:lnTo>
                  <a:lnTo>
                    <a:pt x="5" y="52"/>
                  </a:lnTo>
                  <a:lnTo>
                    <a:pt x="5" y="40"/>
                  </a:lnTo>
                  <a:lnTo>
                    <a:pt x="5" y="34"/>
                  </a:lnTo>
                  <a:lnTo>
                    <a:pt x="5" y="34"/>
                  </a:lnTo>
                  <a:lnTo>
                    <a:pt x="5" y="33"/>
                  </a:lnTo>
                  <a:lnTo>
                    <a:pt x="5" y="32"/>
                  </a:lnTo>
                  <a:lnTo>
                    <a:pt x="6" y="29"/>
                  </a:lnTo>
                  <a:lnTo>
                    <a:pt x="6" y="19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6" y="5"/>
                  </a:lnTo>
                  <a:lnTo>
                    <a:pt x="7" y="2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4" name="Freeform 985"/>
            <p:cNvSpPr/>
            <p:nvPr/>
          </p:nvSpPr>
          <p:spPr bwMode="auto">
            <a:xfrm>
              <a:off x="3419475" y="4611688"/>
              <a:ext cx="9525" cy="104775"/>
            </a:xfrm>
            <a:custGeom>
              <a:avLst/>
              <a:gdLst>
                <a:gd name="T0" fmla="*/ 0 w 6"/>
                <a:gd name="T1" fmla="*/ 2 h 66"/>
                <a:gd name="T2" fmla="*/ 0 w 6"/>
                <a:gd name="T3" fmla="*/ 0 h 66"/>
                <a:gd name="T4" fmla="*/ 0 w 6"/>
                <a:gd name="T5" fmla="*/ 2 h 66"/>
                <a:gd name="T6" fmla="*/ 0 w 6"/>
                <a:gd name="T7" fmla="*/ 12 h 66"/>
                <a:gd name="T8" fmla="*/ 0 w 6"/>
                <a:gd name="T9" fmla="*/ 21 h 66"/>
                <a:gd name="T10" fmla="*/ 0 w 6"/>
                <a:gd name="T11" fmla="*/ 22 h 66"/>
                <a:gd name="T12" fmla="*/ 0 w 6"/>
                <a:gd name="T13" fmla="*/ 24 h 66"/>
                <a:gd name="T14" fmla="*/ 0 w 6"/>
                <a:gd name="T15" fmla="*/ 34 h 66"/>
                <a:gd name="T16" fmla="*/ 0 w 6"/>
                <a:gd name="T17" fmla="*/ 43 h 66"/>
                <a:gd name="T18" fmla="*/ 1 w 6"/>
                <a:gd name="T19" fmla="*/ 42 h 66"/>
                <a:gd name="T20" fmla="*/ 1 w 6"/>
                <a:gd name="T21" fmla="*/ 38 h 66"/>
                <a:gd name="T22" fmla="*/ 1 w 6"/>
                <a:gd name="T23" fmla="*/ 39 h 66"/>
                <a:gd name="T24" fmla="*/ 1 w 6"/>
                <a:gd name="T25" fmla="*/ 43 h 66"/>
                <a:gd name="T26" fmla="*/ 1 w 6"/>
                <a:gd name="T27" fmla="*/ 45 h 66"/>
                <a:gd name="T28" fmla="*/ 1 w 6"/>
                <a:gd name="T29" fmla="*/ 44 h 66"/>
                <a:gd name="T30" fmla="*/ 1 w 6"/>
                <a:gd name="T31" fmla="*/ 39 h 66"/>
                <a:gd name="T32" fmla="*/ 2 w 6"/>
                <a:gd name="T33" fmla="*/ 35 h 66"/>
                <a:gd name="T34" fmla="*/ 2 w 6"/>
                <a:gd name="T35" fmla="*/ 38 h 66"/>
                <a:gd name="T36" fmla="*/ 2 w 6"/>
                <a:gd name="T37" fmla="*/ 41 h 66"/>
                <a:gd name="T38" fmla="*/ 2 w 6"/>
                <a:gd name="T39" fmla="*/ 40 h 66"/>
                <a:gd name="T40" fmla="*/ 2 w 6"/>
                <a:gd name="T41" fmla="*/ 36 h 66"/>
                <a:gd name="T42" fmla="*/ 2 w 6"/>
                <a:gd name="T43" fmla="*/ 32 h 66"/>
                <a:gd name="T44" fmla="*/ 2 w 6"/>
                <a:gd name="T45" fmla="*/ 32 h 66"/>
                <a:gd name="T46" fmla="*/ 2 w 6"/>
                <a:gd name="T47" fmla="*/ 35 h 66"/>
                <a:gd name="T48" fmla="*/ 2 w 6"/>
                <a:gd name="T49" fmla="*/ 39 h 66"/>
                <a:gd name="T50" fmla="*/ 3 w 6"/>
                <a:gd name="T51" fmla="*/ 40 h 66"/>
                <a:gd name="T52" fmla="*/ 3 w 6"/>
                <a:gd name="T53" fmla="*/ 38 h 66"/>
                <a:gd name="T54" fmla="*/ 3 w 6"/>
                <a:gd name="T55" fmla="*/ 38 h 66"/>
                <a:gd name="T56" fmla="*/ 3 w 6"/>
                <a:gd name="T57" fmla="*/ 44 h 66"/>
                <a:gd name="T58" fmla="*/ 3 w 6"/>
                <a:gd name="T59" fmla="*/ 43 h 66"/>
                <a:gd name="T60" fmla="*/ 3 w 6"/>
                <a:gd name="T61" fmla="*/ 37 h 66"/>
                <a:gd name="T62" fmla="*/ 3 w 6"/>
                <a:gd name="T63" fmla="*/ 37 h 66"/>
                <a:gd name="T64" fmla="*/ 3 w 6"/>
                <a:gd name="T65" fmla="*/ 38 h 66"/>
                <a:gd name="T66" fmla="*/ 3 w 6"/>
                <a:gd name="T67" fmla="*/ 39 h 66"/>
                <a:gd name="T68" fmla="*/ 4 w 6"/>
                <a:gd name="T69" fmla="*/ 47 h 66"/>
                <a:gd name="T70" fmla="*/ 4 w 6"/>
                <a:gd name="T71" fmla="*/ 54 h 66"/>
                <a:gd name="T72" fmla="*/ 4 w 6"/>
                <a:gd name="T73" fmla="*/ 53 h 66"/>
                <a:gd name="T74" fmla="*/ 4 w 6"/>
                <a:gd name="T75" fmla="*/ 51 h 66"/>
                <a:gd name="T76" fmla="*/ 4 w 6"/>
                <a:gd name="T77" fmla="*/ 56 h 66"/>
                <a:gd name="T78" fmla="*/ 4 w 6"/>
                <a:gd name="T79" fmla="*/ 66 h 66"/>
                <a:gd name="T80" fmla="*/ 5 w 6"/>
                <a:gd name="T81" fmla="*/ 66 h 66"/>
                <a:gd name="T82" fmla="*/ 5 w 6"/>
                <a:gd name="T83" fmla="*/ 52 h 66"/>
                <a:gd name="T84" fmla="*/ 5 w 6"/>
                <a:gd name="T85" fmla="*/ 46 h 66"/>
                <a:gd name="T86" fmla="*/ 5 w 6"/>
                <a:gd name="T87" fmla="*/ 51 h 66"/>
                <a:gd name="T88" fmla="*/ 5 w 6"/>
                <a:gd name="T89" fmla="*/ 53 h 66"/>
                <a:gd name="T90" fmla="*/ 5 w 6"/>
                <a:gd name="T91" fmla="*/ 53 h 66"/>
                <a:gd name="T92" fmla="*/ 5 w 6"/>
                <a:gd name="T93" fmla="*/ 58 h 66"/>
                <a:gd name="T94" fmla="*/ 5 w 6"/>
                <a:gd name="T95" fmla="*/ 59 h 66"/>
                <a:gd name="T96" fmla="*/ 5 w 6"/>
                <a:gd name="T97" fmla="*/ 55 h 66"/>
                <a:gd name="T98" fmla="*/ 6 w 6"/>
                <a:gd name="T99" fmla="*/ 57 h 66"/>
                <a:gd name="T100" fmla="*/ 6 w 6"/>
                <a:gd name="T101" fmla="*/ 60 h 66"/>
                <a:gd name="T102" fmla="*/ 6 w 6"/>
                <a:gd name="T103" fmla="*/ 5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6">
                  <a:moveTo>
                    <a:pt x="0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12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34"/>
                  </a:lnTo>
                  <a:lnTo>
                    <a:pt x="0" y="43"/>
                  </a:lnTo>
                  <a:lnTo>
                    <a:pt x="1" y="42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3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8"/>
                  </a:lnTo>
                  <a:lnTo>
                    <a:pt x="2" y="41"/>
                  </a:lnTo>
                  <a:lnTo>
                    <a:pt x="2" y="40"/>
                  </a:lnTo>
                  <a:lnTo>
                    <a:pt x="2" y="36"/>
                  </a:lnTo>
                  <a:lnTo>
                    <a:pt x="2" y="32"/>
                  </a:lnTo>
                  <a:lnTo>
                    <a:pt x="2" y="32"/>
                  </a:lnTo>
                  <a:lnTo>
                    <a:pt x="2" y="35"/>
                  </a:lnTo>
                  <a:lnTo>
                    <a:pt x="2" y="39"/>
                  </a:lnTo>
                  <a:lnTo>
                    <a:pt x="3" y="40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44"/>
                  </a:lnTo>
                  <a:lnTo>
                    <a:pt x="3" y="43"/>
                  </a:lnTo>
                  <a:lnTo>
                    <a:pt x="3" y="37"/>
                  </a:lnTo>
                  <a:lnTo>
                    <a:pt x="3" y="37"/>
                  </a:lnTo>
                  <a:lnTo>
                    <a:pt x="3" y="38"/>
                  </a:lnTo>
                  <a:lnTo>
                    <a:pt x="3" y="39"/>
                  </a:lnTo>
                  <a:lnTo>
                    <a:pt x="4" y="47"/>
                  </a:lnTo>
                  <a:lnTo>
                    <a:pt x="4" y="54"/>
                  </a:lnTo>
                  <a:lnTo>
                    <a:pt x="4" y="53"/>
                  </a:lnTo>
                  <a:lnTo>
                    <a:pt x="4" y="51"/>
                  </a:lnTo>
                  <a:lnTo>
                    <a:pt x="4" y="56"/>
                  </a:lnTo>
                  <a:lnTo>
                    <a:pt x="4" y="66"/>
                  </a:lnTo>
                  <a:lnTo>
                    <a:pt x="5" y="66"/>
                  </a:lnTo>
                  <a:lnTo>
                    <a:pt x="5" y="52"/>
                  </a:lnTo>
                  <a:lnTo>
                    <a:pt x="5" y="46"/>
                  </a:lnTo>
                  <a:lnTo>
                    <a:pt x="5" y="51"/>
                  </a:lnTo>
                  <a:lnTo>
                    <a:pt x="5" y="53"/>
                  </a:lnTo>
                  <a:lnTo>
                    <a:pt x="5" y="53"/>
                  </a:lnTo>
                  <a:lnTo>
                    <a:pt x="5" y="58"/>
                  </a:lnTo>
                  <a:lnTo>
                    <a:pt x="5" y="59"/>
                  </a:lnTo>
                  <a:lnTo>
                    <a:pt x="5" y="55"/>
                  </a:lnTo>
                  <a:lnTo>
                    <a:pt x="6" y="57"/>
                  </a:lnTo>
                  <a:lnTo>
                    <a:pt x="6" y="60"/>
                  </a:lnTo>
                  <a:lnTo>
                    <a:pt x="6" y="5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5" name="Freeform 986"/>
            <p:cNvSpPr/>
            <p:nvPr/>
          </p:nvSpPr>
          <p:spPr bwMode="auto">
            <a:xfrm>
              <a:off x="3429000" y="4684713"/>
              <a:ext cx="9525" cy="214313"/>
            </a:xfrm>
            <a:custGeom>
              <a:avLst/>
              <a:gdLst>
                <a:gd name="T0" fmla="*/ 0 w 6"/>
                <a:gd name="T1" fmla="*/ 14 h 135"/>
                <a:gd name="T2" fmla="*/ 0 w 6"/>
                <a:gd name="T3" fmla="*/ 11 h 135"/>
                <a:gd name="T4" fmla="*/ 0 w 6"/>
                <a:gd name="T5" fmla="*/ 7 h 135"/>
                <a:gd name="T6" fmla="*/ 0 w 6"/>
                <a:gd name="T7" fmla="*/ 7 h 135"/>
                <a:gd name="T8" fmla="*/ 0 w 6"/>
                <a:gd name="T9" fmla="*/ 6 h 135"/>
                <a:gd name="T10" fmla="*/ 1 w 6"/>
                <a:gd name="T11" fmla="*/ 1 h 135"/>
                <a:gd name="T12" fmla="*/ 1 w 6"/>
                <a:gd name="T13" fmla="*/ 0 h 135"/>
                <a:gd name="T14" fmla="*/ 1 w 6"/>
                <a:gd name="T15" fmla="*/ 6 h 135"/>
                <a:gd name="T16" fmla="*/ 1 w 6"/>
                <a:gd name="T17" fmla="*/ 13 h 135"/>
                <a:gd name="T18" fmla="*/ 1 w 6"/>
                <a:gd name="T19" fmla="*/ 10 h 135"/>
                <a:gd name="T20" fmla="*/ 1 w 6"/>
                <a:gd name="T21" fmla="*/ 8 h 135"/>
                <a:gd name="T22" fmla="*/ 1 w 6"/>
                <a:gd name="T23" fmla="*/ 12 h 135"/>
                <a:gd name="T24" fmla="*/ 1 w 6"/>
                <a:gd name="T25" fmla="*/ 14 h 135"/>
                <a:gd name="T26" fmla="*/ 1 w 6"/>
                <a:gd name="T27" fmla="*/ 13 h 135"/>
                <a:gd name="T28" fmla="*/ 2 w 6"/>
                <a:gd name="T29" fmla="*/ 13 h 135"/>
                <a:gd name="T30" fmla="*/ 2 w 6"/>
                <a:gd name="T31" fmla="*/ 13 h 135"/>
                <a:gd name="T32" fmla="*/ 2 w 6"/>
                <a:gd name="T33" fmla="*/ 16 h 135"/>
                <a:gd name="T34" fmla="*/ 2 w 6"/>
                <a:gd name="T35" fmla="*/ 20 h 135"/>
                <a:gd name="T36" fmla="*/ 2 w 6"/>
                <a:gd name="T37" fmla="*/ 20 h 135"/>
                <a:gd name="T38" fmla="*/ 2 w 6"/>
                <a:gd name="T39" fmla="*/ 25 h 135"/>
                <a:gd name="T40" fmla="*/ 3 w 6"/>
                <a:gd name="T41" fmla="*/ 30 h 135"/>
                <a:gd name="T42" fmla="*/ 3 w 6"/>
                <a:gd name="T43" fmla="*/ 24 h 135"/>
                <a:gd name="T44" fmla="*/ 3 w 6"/>
                <a:gd name="T45" fmla="*/ 22 h 135"/>
                <a:gd name="T46" fmla="*/ 3 w 6"/>
                <a:gd name="T47" fmla="*/ 28 h 135"/>
                <a:gd name="T48" fmla="*/ 3 w 6"/>
                <a:gd name="T49" fmla="*/ 30 h 135"/>
                <a:gd name="T50" fmla="*/ 3 w 6"/>
                <a:gd name="T51" fmla="*/ 29 h 135"/>
                <a:gd name="T52" fmla="*/ 3 w 6"/>
                <a:gd name="T53" fmla="*/ 32 h 135"/>
                <a:gd name="T54" fmla="*/ 3 w 6"/>
                <a:gd name="T55" fmla="*/ 32 h 135"/>
                <a:gd name="T56" fmla="*/ 3 w 6"/>
                <a:gd name="T57" fmla="*/ 30 h 135"/>
                <a:gd name="T58" fmla="*/ 4 w 6"/>
                <a:gd name="T59" fmla="*/ 37 h 135"/>
                <a:gd name="T60" fmla="*/ 4 w 6"/>
                <a:gd name="T61" fmla="*/ 52 h 135"/>
                <a:gd name="T62" fmla="*/ 4 w 6"/>
                <a:gd name="T63" fmla="*/ 53 h 135"/>
                <a:gd name="T64" fmla="*/ 4 w 6"/>
                <a:gd name="T65" fmla="*/ 42 h 135"/>
                <a:gd name="T66" fmla="*/ 4 w 6"/>
                <a:gd name="T67" fmla="*/ 47 h 135"/>
                <a:gd name="T68" fmla="*/ 4 w 6"/>
                <a:gd name="T69" fmla="*/ 55 h 135"/>
                <a:gd name="T70" fmla="*/ 4 w 6"/>
                <a:gd name="T71" fmla="*/ 46 h 135"/>
                <a:gd name="T72" fmla="*/ 4 w 6"/>
                <a:gd name="T73" fmla="*/ 49 h 135"/>
                <a:gd name="T74" fmla="*/ 4 w 6"/>
                <a:gd name="T75" fmla="*/ 65 h 135"/>
                <a:gd name="T76" fmla="*/ 4 w 6"/>
                <a:gd name="T77" fmla="*/ 64 h 135"/>
                <a:gd name="T78" fmla="*/ 5 w 6"/>
                <a:gd name="T79" fmla="*/ 62 h 135"/>
                <a:gd name="T80" fmla="*/ 5 w 6"/>
                <a:gd name="T81" fmla="*/ 79 h 135"/>
                <a:gd name="T82" fmla="*/ 5 w 6"/>
                <a:gd name="T83" fmla="*/ 81 h 135"/>
                <a:gd name="T84" fmla="*/ 5 w 6"/>
                <a:gd name="T85" fmla="*/ 75 h 135"/>
                <a:gd name="T86" fmla="*/ 5 w 6"/>
                <a:gd name="T87" fmla="*/ 99 h 135"/>
                <a:gd name="T88" fmla="*/ 5 w 6"/>
                <a:gd name="T89" fmla="*/ 127 h 135"/>
                <a:gd name="T90" fmla="*/ 6 w 6"/>
                <a:gd name="T91" fmla="*/ 119 h 135"/>
                <a:gd name="T92" fmla="*/ 6 w 6"/>
                <a:gd name="T93" fmla="*/ 104 h 135"/>
                <a:gd name="T94" fmla="*/ 6 w 6"/>
                <a:gd name="T95" fmla="*/ 113 h 135"/>
                <a:gd name="T96" fmla="*/ 6 w 6"/>
                <a:gd name="T97" fmla="*/ 123 h 135"/>
                <a:gd name="T98" fmla="*/ 6 w 6"/>
                <a:gd name="T99" fmla="*/ 125 h 135"/>
                <a:gd name="T100" fmla="*/ 6 w 6"/>
                <a:gd name="T101" fmla="*/ 134 h 135"/>
                <a:gd name="T102" fmla="*/ 6 w 6"/>
                <a:gd name="T103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35">
                  <a:moveTo>
                    <a:pt x="0" y="14"/>
                  </a:moveTo>
                  <a:lnTo>
                    <a:pt x="0" y="11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6"/>
                  </a:lnTo>
                  <a:lnTo>
                    <a:pt x="1" y="13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6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5"/>
                  </a:lnTo>
                  <a:lnTo>
                    <a:pt x="3" y="30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8"/>
                  </a:lnTo>
                  <a:lnTo>
                    <a:pt x="3" y="30"/>
                  </a:lnTo>
                  <a:lnTo>
                    <a:pt x="3" y="29"/>
                  </a:lnTo>
                  <a:lnTo>
                    <a:pt x="3" y="32"/>
                  </a:lnTo>
                  <a:lnTo>
                    <a:pt x="3" y="32"/>
                  </a:lnTo>
                  <a:lnTo>
                    <a:pt x="3" y="30"/>
                  </a:lnTo>
                  <a:lnTo>
                    <a:pt x="4" y="37"/>
                  </a:lnTo>
                  <a:lnTo>
                    <a:pt x="4" y="52"/>
                  </a:lnTo>
                  <a:lnTo>
                    <a:pt x="4" y="53"/>
                  </a:lnTo>
                  <a:lnTo>
                    <a:pt x="4" y="42"/>
                  </a:lnTo>
                  <a:lnTo>
                    <a:pt x="4" y="47"/>
                  </a:lnTo>
                  <a:lnTo>
                    <a:pt x="4" y="55"/>
                  </a:lnTo>
                  <a:lnTo>
                    <a:pt x="4" y="46"/>
                  </a:lnTo>
                  <a:lnTo>
                    <a:pt x="4" y="49"/>
                  </a:lnTo>
                  <a:lnTo>
                    <a:pt x="4" y="65"/>
                  </a:lnTo>
                  <a:lnTo>
                    <a:pt x="4" y="64"/>
                  </a:lnTo>
                  <a:lnTo>
                    <a:pt x="5" y="62"/>
                  </a:lnTo>
                  <a:lnTo>
                    <a:pt x="5" y="79"/>
                  </a:lnTo>
                  <a:lnTo>
                    <a:pt x="5" y="81"/>
                  </a:lnTo>
                  <a:lnTo>
                    <a:pt x="5" y="75"/>
                  </a:lnTo>
                  <a:lnTo>
                    <a:pt x="5" y="99"/>
                  </a:lnTo>
                  <a:lnTo>
                    <a:pt x="5" y="127"/>
                  </a:lnTo>
                  <a:lnTo>
                    <a:pt x="6" y="119"/>
                  </a:lnTo>
                  <a:lnTo>
                    <a:pt x="6" y="104"/>
                  </a:lnTo>
                  <a:lnTo>
                    <a:pt x="6" y="113"/>
                  </a:lnTo>
                  <a:lnTo>
                    <a:pt x="6" y="123"/>
                  </a:lnTo>
                  <a:lnTo>
                    <a:pt x="6" y="125"/>
                  </a:lnTo>
                  <a:lnTo>
                    <a:pt x="6" y="134"/>
                  </a:lnTo>
                  <a:lnTo>
                    <a:pt x="6" y="13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6" name="Freeform 987"/>
            <p:cNvSpPr/>
            <p:nvPr/>
          </p:nvSpPr>
          <p:spPr bwMode="auto">
            <a:xfrm>
              <a:off x="3438525" y="4567238"/>
              <a:ext cx="11113" cy="423863"/>
            </a:xfrm>
            <a:custGeom>
              <a:avLst/>
              <a:gdLst>
                <a:gd name="T0" fmla="*/ 0 w 7"/>
                <a:gd name="T1" fmla="*/ 208 h 267"/>
                <a:gd name="T2" fmla="*/ 0 w 7"/>
                <a:gd name="T3" fmla="*/ 209 h 267"/>
                <a:gd name="T4" fmla="*/ 0 w 7"/>
                <a:gd name="T5" fmla="*/ 192 h 267"/>
                <a:gd name="T6" fmla="*/ 0 w 7"/>
                <a:gd name="T7" fmla="*/ 193 h 267"/>
                <a:gd name="T8" fmla="*/ 1 w 7"/>
                <a:gd name="T9" fmla="*/ 218 h 267"/>
                <a:gd name="T10" fmla="*/ 1 w 7"/>
                <a:gd name="T11" fmla="*/ 227 h 267"/>
                <a:gd name="T12" fmla="*/ 1 w 7"/>
                <a:gd name="T13" fmla="*/ 203 h 267"/>
                <a:gd name="T14" fmla="*/ 1 w 7"/>
                <a:gd name="T15" fmla="*/ 187 h 267"/>
                <a:gd name="T16" fmla="*/ 1 w 7"/>
                <a:gd name="T17" fmla="*/ 202 h 267"/>
                <a:gd name="T18" fmla="*/ 1 w 7"/>
                <a:gd name="T19" fmla="*/ 227 h 267"/>
                <a:gd name="T20" fmla="*/ 2 w 7"/>
                <a:gd name="T21" fmla="*/ 242 h 267"/>
                <a:gd name="T22" fmla="*/ 2 w 7"/>
                <a:gd name="T23" fmla="*/ 240 h 267"/>
                <a:gd name="T24" fmla="*/ 2 w 7"/>
                <a:gd name="T25" fmla="*/ 222 h 267"/>
                <a:gd name="T26" fmla="*/ 2 w 7"/>
                <a:gd name="T27" fmla="*/ 216 h 267"/>
                <a:gd name="T28" fmla="*/ 2 w 7"/>
                <a:gd name="T29" fmla="*/ 241 h 267"/>
                <a:gd name="T30" fmla="*/ 2 w 7"/>
                <a:gd name="T31" fmla="*/ 267 h 267"/>
                <a:gd name="T32" fmla="*/ 2 w 7"/>
                <a:gd name="T33" fmla="*/ 252 h 267"/>
                <a:gd name="T34" fmla="*/ 2 w 7"/>
                <a:gd name="T35" fmla="*/ 203 h 267"/>
                <a:gd name="T36" fmla="*/ 2 w 7"/>
                <a:gd name="T37" fmla="*/ 165 h 267"/>
                <a:gd name="T38" fmla="*/ 3 w 7"/>
                <a:gd name="T39" fmla="*/ 165 h 267"/>
                <a:gd name="T40" fmla="*/ 3 w 7"/>
                <a:gd name="T41" fmla="*/ 180 h 267"/>
                <a:gd name="T42" fmla="*/ 3 w 7"/>
                <a:gd name="T43" fmla="*/ 173 h 267"/>
                <a:gd name="T44" fmla="*/ 3 w 7"/>
                <a:gd name="T45" fmla="*/ 142 h 267"/>
                <a:gd name="T46" fmla="*/ 3 w 7"/>
                <a:gd name="T47" fmla="*/ 112 h 267"/>
                <a:gd name="T48" fmla="*/ 3 w 7"/>
                <a:gd name="T49" fmla="*/ 107 h 267"/>
                <a:gd name="T50" fmla="*/ 3 w 7"/>
                <a:gd name="T51" fmla="*/ 120 h 267"/>
                <a:gd name="T52" fmla="*/ 3 w 7"/>
                <a:gd name="T53" fmla="*/ 119 h 267"/>
                <a:gd name="T54" fmla="*/ 3 w 7"/>
                <a:gd name="T55" fmla="*/ 100 h 267"/>
                <a:gd name="T56" fmla="*/ 4 w 7"/>
                <a:gd name="T57" fmla="*/ 87 h 267"/>
                <a:gd name="T58" fmla="*/ 4 w 7"/>
                <a:gd name="T59" fmla="*/ 84 h 267"/>
                <a:gd name="T60" fmla="*/ 4 w 7"/>
                <a:gd name="T61" fmla="*/ 79 h 267"/>
                <a:gd name="T62" fmla="*/ 4 w 7"/>
                <a:gd name="T63" fmla="*/ 65 h 267"/>
                <a:gd name="T64" fmla="*/ 4 w 7"/>
                <a:gd name="T65" fmla="*/ 44 h 267"/>
                <a:gd name="T66" fmla="*/ 4 w 7"/>
                <a:gd name="T67" fmla="*/ 41 h 267"/>
                <a:gd name="T68" fmla="*/ 5 w 7"/>
                <a:gd name="T69" fmla="*/ 58 h 267"/>
                <a:gd name="T70" fmla="*/ 5 w 7"/>
                <a:gd name="T71" fmla="*/ 65 h 267"/>
                <a:gd name="T72" fmla="*/ 5 w 7"/>
                <a:gd name="T73" fmla="*/ 55 h 267"/>
                <a:gd name="T74" fmla="*/ 5 w 7"/>
                <a:gd name="T75" fmla="*/ 42 h 267"/>
                <a:gd name="T76" fmla="*/ 5 w 7"/>
                <a:gd name="T77" fmla="*/ 38 h 267"/>
                <a:gd name="T78" fmla="*/ 5 w 7"/>
                <a:gd name="T79" fmla="*/ 49 h 267"/>
                <a:gd name="T80" fmla="*/ 5 w 7"/>
                <a:gd name="T81" fmla="*/ 60 h 267"/>
                <a:gd name="T82" fmla="*/ 5 w 7"/>
                <a:gd name="T83" fmla="*/ 60 h 267"/>
                <a:gd name="T84" fmla="*/ 5 w 7"/>
                <a:gd name="T85" fmla="*/ 58 h 267"/>
                <a:gd name="T86" fmla="*/ 6 w 7"/>
                <a:gd name="T87" fmla="*/ 60 h 267"/>
                <a:gd name="T88" fmla="*/ 6 w 7"/>
                <a:gd name="T89" fmla="*/ 60 h 267"/>
                <a:gd name="T90" fmla="*/ 6 w 7"/>
                <a:gd name="T91" fmla="*/ 54 h 267"/>
                <a:gd name="T92" fmla="*/ 6 w 7"/>
                <a:gd name="T93" fmla="*/ 49 h 267"/>
                <a:gd name="T94" fmla="*/ 6 w 7"/>
                <a:gd name="T95" fmla="*/ 52 h 267"/>
                <a:gd name="T96" fmla="*/ 6 w 7"/>
                <a:gd name="T97" fmla="*/ 50 h 267"/>
                <a:gd name="T98" fmla="*/ 6 w 7"/>
                <a:gd name="T99" fmla="*/ 33 h 267"/>
                <a:gd name="T100" fmla="*/ 7 w 7"/>
                <a:gd name="T101" fmla="*/ 12 h 267"/>
                <a:gd name="T102" fmla="*/ 7 w 7"/>
                <a:gd name="T103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267">
                  <a:moveTo>
                    <a:pt x="0" y="208"/>
                  </a:moveTo>
                  <a:lnTo>
                    <a:pt x="0" y="209"/>
                  </a:lnTo>
                  <a:lnTo>
                    <a:pt x="0" y="192"/>
                  </a:lnTo>
                  <a:lnTo>
                    <a:pt x="0" y="193"/>
                  </a:lnTo>
                  <a:lnTo>
                    <a:pt x="1" y="218"/>
                  </a:lnTo>
                  <a:lnTo>
                    <a:pt x="1" y="227"/>
                  </a:lnTo>
                  <a:lnTo>
                    <a:pt x="1" y="203"/>
                  </a:lnTo>
                  <a:lnTo>
                    <a:pt x="1" y="187"/>
                  </a:lnTo>
                  <a:lnTo>
                    <a:pt x="1" y="202"/>
                  </a:lnTo>
                  <a:lnTo>
                    <a:pt x="1" y="227"/>
                  </a:lnTo>
                  <a:lnTo>
                    <a:pt x="2" y="242"/>
                  </a:lnTo>
                  <a:lnTo>
                    <a:pt x="2" y="240"/>
                  </a:lnTo>
                  <a:lnTo>
                    <a:pt x="2" y="222"/>
                  </a:lnTo>
                  <a:lnTo>
                    <a:pt x="2" y="216"/>
                  </a:lnTo>
                  <a:lnTo>
                    <a:pt x="2" y="241"/>
                  </a:lnTo>
                  <a:lnTo>
                    <a:pt x="2" y="267"/>
                  </a:lnTo>
                  <a:lnTo>
                    <a:pt x="2" y="252"/>
                  </a:lnTo>
                  <a:lnTo>
                    <a:pt x="2" y="203"/>
                  </a:lnTo>
                  <a:lnTo>
                    <a:pt x="2" y="165"/>
                  </a:lnTo>
                  <a:lnTo>
                    <a:pt x="3" y="165"/>
                  </a:lnTo>
                  <a:lnTo>
                    <a:pt x="3" y="180"/>
                  </a:lnTo>
                  <a:lnTo>
                    <a:pt x="3" y="173"/>
                  </a:lnTo>
                  <a:lnTo>
                    <a:pt x="3" y="142"/>
                  </a:lnTo>
                  <a:lnTo>
                    <a:pt x="3" y="112"/>
                  </a:lnTo>
                  <a:lnTo>
                    <a:pt x="3" y="107"/>
                  </a:lnTo>
                  <a:lnTo>
                    <a:pt x="3" y="120"/>
                  </a:lnTo>
                  <a:lnTo>
                    <a:pt x="3" y="119"/>
                  </a:lnTo>
                  <a:lnTo>
                    <a:pt x="3" y="100"/>
                  </a:lnTo>
                  <a:lnTo>
                    <a:pt x="4" y="87"/>
                  </a:lnTo>
                  <a:lnTo>
                    <a:pt x="4" y="84"/>
                  </a:lnTo>
                  <a:lnTo>
                    <a:pt x="4" y="79"/>
                  </a:lnTo>
                  <a:lnTo>
                    <a:pt x="4" y="65"/>
                  </a:lnTo>
                  <a:lnTo>
                    <a:pt x="4" y="44"/>
                  </a:lnTo>
                  <a:lnTo>
                    <a:pt x="4" y="41"/>
                  </a:lnTo>
                  <a:lnTo>
                    <a:pt x="5" y="58"/>
                  </a:lnTo>
                  <a:lnTo>
                    <a:pt x="5" y="65"/>
                  </a:lnTo>
                  <a:lnTo>
                    <a:pt x="5" y="55"/>
                  </a:lnTo>
                  <a:lnTo>
                    <a:pt x="5" y="42"/>
                  </a:lnTo>
                  <a:lnTo>
                    <a:pt x="5" y="38"/>
                  </a:lnTo>
                  <a:lnTo>
                    <a:pt x="5" y="49"/>
                  </a:lnTo>
                  <a:lnTo>
                    <a:pt x="5" y="60"/>
                  </a:lnTo>
                  <a:lnTo>
                    <a:pt x="5" y="60"/>
                  </a:lnTo>
                  <a:lnTo>
                    <a:pt x="5" y="58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6" y="54"/>
                  </a:lnTo>
                  <a:lnTo>
                    <a:pt x="6" y="49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6" y="33"/>
                  </a:lnTo>
                  <a:lnTo>
                    <a:pt x="7" y="12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7" name="Freeform 988"/>
            <p:cNvSpPr/>
            <p:nvPr/>
          </p:nvSpPr>
          <p:spPr bwMode="auto">
            <a:xfrm>
              <a:off x="3449638" y="4567238"/>
              <a:ext cx="9525" cy="168275"/>
            </a:xfrm>
            <a:custGeom>
              <a:avLst/>
              <a:gdLst>
                <a:gd name="T0" fmla="*/ 0 w 6"/>
                <a:gd name="T1" fmla="*/ 12 h 106"/>
                <a:gd name="T2" fmla="*/ 0 w 6"/>
                <a:gd name="T3" fmla="*/ 0 h 106"/>
                <a:gd name="T4" fmla="*/ 0 w 6"/>
                <a:gd name="T5" fmla="*/ 1 h 106"/>
                <a:gd name="T6" fmla="*/ 0 w 6"/>
                <a:gd name="T7" fmla="*/ 7 h 106"/>
                <a:gd name="T8" fmla="*/ 0 w 6"/>
                <a:gd name="T9" fmla="*/ 8 h 106"/>
                <a:gd name="T10" fmla="*/ 0 w 6"/>
                <a:gd name="T11" fmla="*/ 3 h 106"/>
                <a:gd name="T12" fmla="*/ 0 w 6"/>
                <a:gd name="T13" fmla="*/ 1 h 106"/>
                <a:gd name="T14" fmla="*/ 0 w 6"/>
                <a:gd name="T15" fmla="*/ 12 h 106"/>
                <a:gd name="T16" fmla="*/ 0 w 6"/>
                <a:gd name="T17" fmla="*/ 27 h 106"/>
                <a:gd name="T18" fmla="*/ 1 w 6"/>
                <a:gd name="T19" fmla="*/ 29 h 106"/>
                <a:gd name="T20" fmla="*/ 1 w 6"/>
                <a:gd name="T21" fmla="*/ 26 h 106"/>
                <a:gd name="T22" fmla="*/ 1 w 6"/>
                <a:gd name="T23" fmla="*/ 32 h 106"/>
                <a:gd name="T24" fmla="*/ 1 w 6"/>
                <a:gd name="T25" fmla="*/ 38 h 106"/>
                <a:gd name="T26" fmla="*/ 1 w 6"/>
                <a:gd name="T27" fmla="*/ 44 h 106"/>
                <a:gd name="T28" fmla="*/ 1 w 6"/>
                <a:gd name="T29" fmla="*/ 53 h 106"/>
                <a:gd name="T30" fmla="*/ 1 w 6"/>
                <a:gd name="T31" fmla="*/ 52 h 106"/>
                <a:gd name="T32" fmla="*/ 1 w 6"/>
                <a:gd name="T33" fmla="*/ 45 h 106"/>
                <a:gd name="T34" fmla="*/ 1 w 6"/>
                <a:gd name="T35" fmla="*/ 51 h 106"/>
                <a:gd name="T36" fmla="*/ 2 w 6"/>
                <a:gd name="T37" fmla="*/ 61 h 106"/>
                <a:gd name="T38" fmla="*/ 2 w 6"/>
                <a:gd name="T39" fmla="*/ 65 h 106"/>
                <a:gd name="T40" fmla="*/ 2 w 6"/>
                <a:gd name="T41" fmla="*/ 68 h 106"/>
                <a:gd name="T42" fmla="*/ 2 w 6"/>
                <a:gd name="T43" fmla="*/ 68 h 106"/>
                <a:gd name="T44" fmla="*/ 2 w 6"/>
                <a:gd name="T45" fmla="*/ 60 h 106"/>
                <a:gd name="T46" fmla="*/ 2 w 6"/>
                <a:gd name="T47" fmla="*/ 57 h 106"/>
                <a:gd name="T48" fmla="*/ 3 w 6"/>
                <a:gd name="T49" fmla="*/ 66 h 106"/>
                <a:gd name="T50" fmla="*/ 3 w 6"/>
                <a:gd name="T51" fmla="*/ 75 h 106"/>
                <a:gd name="T52" fmla="*/ 3 w 6"/>
                <a:gd name="T53" fmla="*/ 72 h 106"/>
                <a:gd name="T54" fmla="*/ 3 w 6"/>
                <a:gd name="T55" fmla="*/ 60 h 106"/>
                <a:gd name="T56" fmla="*/ 3 w 6"/>
                <a:gd name="T57" fmla="*/ 56 h 106"/>
                <a:gd name="T58" fmla="*/ 3 w 6"/>
                <a:gd name="T59" fmla="*/ 62 h 106"/>
                <a:gd name="T60" fmla="*/ 3 w 6"/>
                <a:gd name="T61" fmla="*/ 63 h 106"/>
                <a:gd name="T62" fmla="*/ 3 w 6"/>
                <a:gd name="T63" fmla="*/ 59 h 106"/>
                <a:gd name="T64" fmla="*/ 3 w 6"/>
                <a:gd name="T65" fmla="*/ 59 h 106"/>
                <a:gd name="T66" fmla="*/ 4 w 6"/>
                <a:gd name="T67" fmla="*/ 64 h 106"/>
                <a:gd name="T68" fmla="*/ 4 w 6"/>
                <a:gd name="T69" fmla="*/ 67 h 106"/>
                <a:gd name="T70" fmla="*/ 4 w 6"/>
                <a:gd name="T71" fmla="*/ 71 h 106"/>
                <a:gd name="T72" fmla="*/ 4 w 6"/>
                <a:gd name="T73" fmla="*/ 75 h 106"/>
                <a:gd name="T74" fmla="*/ 4 w 6"/>
                <a:gd name="T75" fmla="*/ 73 h 106"/>
                <a:gd name="T76" fmla="*/ 4 w 6"/>
                <a:gd name="T77" fmla="*/ 78 h 106"/>
                <a:gd name="T78" fmla="*/ 5 w 6"/>
                <a:gd name="T79" fmla="*/ 98 h 106"/>
                <a:gd name="T80" fmla="*/ 5 w 6"/>
                <a:gd name="T81" fmla="*/ 104 h 106"/>
                <a:gd name="T82" fmla="*/ 5 w 6"/>
                <a:gd name="T83" fmla="*/ 89 h 106"/>
                <a:gd name="T84" fmla="*/ 5 w 6"/>
                <a:gd name="T85" fmla="*/ 81 h 106"/>
                <a:gd name="T86" fmla="*/ 5 w 6"/>
                <a:gd name="T87" fmla="*/ 93 h 106"/>
                <a:gd name="T88" fmla="*/ 5 w 6"/>
                <a:gd name="T89" fmla="*/ 106 h 106"/>
                <a:gd name="T90" fmla="*/ 5 w 6"/>
                <a:gd name="T91" fmla="*/ 102 h 106"/>
                <a:gd name="T92" fmla="*/ 5 w 6"/>
                <a:gd name="T93" fmla="*/ 91 h 106"/>
                <a:gd name="T94" fmla="*/ 5 w 6"/>
                <a:gd name="T95" fmla="*/ 89 h 106"/>
                <a:gd name="T96" fmla="*/ 6 w 6"/>
                <a:gd name="T97" fmla="*/ 92 h 106"/>
                <a:gd name="T98" fmla="*/ 6 w 6"/>
                <a:gd name="T99" fmla="*/ 89 h 106"/>
                <a:gd name="T100" fmla="*/ 6 w 6"/>
                <a:gd name="T101" fmla="*/ 87 h 106"/>
                <a:gd name="T102" fmla="*/ 6 w 6"/>
                <a:gd name="T103" fmla="*/ 8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06">
                  <a:moveTo>
                    <a:pt x="0" y="12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7"/>
                  </a:lnTo>
                  <a:lnTo>
                    <a:pt x="0" y="8"/>
                  </a:lnTo>
                  <a:lnTo>
                    <a:pt x="0" y="3"/>
                  </a:lnTo>
                  <a:lnTo>
                    <a:pt x="0" y="1"/>
                  </a:lnTo>
                  <a:lnTo>
                    <a:pt x="0" y="12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1" y="26"/>
                  </a:lnTo>
                  <a:lnTo>
                    <a:pt x="1" y="32"/>
                  </a:lnTo>
                  <a:lnTo>
                    <a:pt x="1" y="38"/>
                  </a:lnTo>
                  <a:lnTo>
                    <a:pt x="1" y="44"/>
                  </a:lnTo>
                  <a:lnTo>
                    <a:pt x="1" y="53"/>
                  </a:lnTo>
                  <a:lnTo>
                    <a:pt x="1" y="52"/>
                  </a:lnTo>
                  <a:lnTo>
                    <a:pt x="1" y="45"/>
                  </a:lnTo>
                  <a:lnTo>
                    <a:pt x="1" y="51"/>
                  </a:lnTo>
                  <a:lnTo>
                    <a:pt x="2" y="61"/>
                  </a:lnTo>
                  <a:lnTo>
                    <a:pt x="2" y="65"/>
                  </a:lnTo>
                  <a:lnTo>
                    <a:pt x="2" y="68"/>
                  </a:lnTo>
                  <a:lnTo>
                    <a:pt x="2" y="68"/>
                  </a:lnTo>
                  <a:lnTo>
                    <a:pt x="2" y="60"/>
                  </a:lnTo>
                  <a:lnTo>
                    <a:pt x="2" y="57"/>
                  </a:lnTo>
                  <a:lnTo>
                    <a:pt x="3" y="66"/>
                  </a:lnTo>
                  <a:lnTo>
                    <a:pt x="3" y="75"/>
                  </a:lnTo>
                  <a:lnTo>
                    <a:pt x="3" y="72"/>
                  </a:lnTo>
                  <a:lnTo>
                    <a:pt x="3" y="60"/>
                  </a:lnTo>
                  <a:lnTo>
                    <a:pt x="3" y="56"/>
                  </a:lnTo>
                  <a:lnTo>
                    <a:pt x="3" y="62"/>
                  </a:lnTo>
                  <a:lnTo>
                    <a:pt x="3" y="63"/>
                  </a:lnTo>
                  <a:lnTo>
                    <a:pt x="3" y="59"/>
                  </a:lnTo>
                  <a:lnTo>
                    <a:pt x="3" y="59"/>
                  </a:lnTo>
                  <a:lnTo>
                    <a:pt x="4" y="64"/>
                  </a:lnTo>
                  <a:lnTo>
                    <a:pt x="4" y="67"/>
                  </a:lnTo>
                  <a:lnTo>
                    <a:pt x="4" y="71"/>
                  </a:lnTo>
                  <a:lnTo>
                    <a:pt x="4" y="75"/>
                  </a:lnTo>
                  <a:lnTo>
                    <a:pt x="4" y="73"/>
                  </a:lnTo>
                  <a:lnTo>
                    <a:pt x="4" y="78"/>
                  </a:lnTo>
                  <a:lnTo>
                    <a:pt x="5" y="98"/>
                  </a:lnTo>
                  <a:lnTo>
                    <a:pt x="5" y="104"/>
                  </a:lnTo>
                  <a:lnTo>
                    <a:pt x="5" y="89"/>
                  </a:lnTo>
                  <a:lnTo>
                    <a:pt x="5" y="81"/>
                  </a:lnTo>
                  <a:lnTo>
                    <a:pt x="5" y="93"/>
                  </a:lnTo>
                  <a:lnTo>
                    <a:pt x="5" y="106"/>
                  </a:lnTo>
                  <a:lnTo>
                    <a:pt x="5" y="102"/>
                  </a:lnTo>
                  <a:lnTo>
                    <a:pt x="5" y="91"/>
                  </a:lnTo>
                  <a:lnTo>
                    <a:pt x="5" y="89"/>
                  </a:lnTo>
                  <a:lnTo>
                    <a:pt x="6" y="92"/>
                  </a:lnTo>
                  <a:lnTo>
                    <a:pt x="6" y="89"/>
                  </a:lnTo>
                  <a:lnTo>
                    <a:pt x="6" y="87"/>
                  </a:lnTo>
                  <a:lnTo>
                    <a:pt x="6" y="8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8" name="Freeform 989"/>
            <p:cNvSpPr/>
            <p:nvPr/>
          </p:nvSpPr>
          <p:spPr bwMode="auto">
            <a:xfrm>
              <a:off x="3459163" y="4635501"/>
              <a:ext cx="9525" cy="96838"/>
            </a:xfrm>
            <a:custGeom>
              <a:avLst/>
              <a:gdLst>
                <a:gd name="T0" fmla="*/ 0 w 6"/>
                <a:gd name="T1" fmla="*/ 44 h 61"/>
                <a:gd name="T2" fmla="*/ 0 w 6"/>
                <a:gd name="T3" fmla="*/ 41 h 61"/>
                <a:gd name="T4" fmla="*/ 0 w 6"/>
                <a:gd name="T5" fmla="*/ 37 h 61"/>
                <a:gd name="T6" fmla="*/ 0 w 6"/>
                <a:gd name="T7" fmla="*/ 39 h 61"/>
                <a:gd name="T8" fmla="*/ 0 w 6"/>
                <a:gd name="T9" fmla="*/ 41 h 61"/>
                <a:gd name="T10" fmla="*/ 0 w 6"/>
                <a:gd name="T11" fmla="*/ 30 h 61"/>
                <a:gd name="T12" fmla="*/ 0 w 6"/>
                <a:gd name="T13" fmla="*/ 19 h 61"/>
                <a:gd name="T14" fmla="*/ 1 w 6"/>
                <a:gd name="T15" fmla="*/ 19 h 61"/>
                <a:gd name="T16" fmla="*/ 1 w 6"/>
                <a:gd name="T17" fmla="*/ 24 h 61"/>
                <a:gd name="T18" fmla="*/ 1 w 6"/>
                <a:gd name="T19" fmla="*/ 20 h 61"/>
                <a:gd name="T20" fmla="*/ 1 w 6"/>
                <a:gd name="T21" fmla="*/ 8 h 61"/>
                <a:gd name="T22" fmla="*/ 1 w 6"/>
                <a:gd name="T23" fmla="*/ 0 h 61"/>
                <a:gd name="T24" fmla="*/ 1 w 6"/>
                <a:gd name="T25" fmla="*/ 3 h 61"/>
                <a:gd name="T26" fmla="*/ 2 w 6"/>
                <a:gd name="T27" fmla="*/ 9 h 61"/>
                <a:gd name="T28" fmla="*/ 2 w 6"/>
                <a:gd name="T29" fmla="*/ 12 h 61"/>
                <a:gd name="T30" fmla="*/ 2 w 6"/>
                <a:gd name="T31" fmla="*/ 12 h 61"/>
                <a:gd name="T32" fmla="*/ 2 w 6"/>
                <a:gd name="T33" fmla="*/ 14 h 61"/>
                <a:gd name="T34" fmla="*/ 2 w 6"/>
                <a:gd name="T35" fmla="*/ 17 h 61"/>
                <a:gd name="T36" fmla="*/ 2 w 6"/>
                <a:gd name="T37" fmla="*/ 23 h 61"/>
                <a:gd name="T38" fmla="*/ 2 w 6"/>
                <a:gd name="T39" fmla="*/ 30 h 61"/>
                <a:gd name="T40" fmla="*/ 2 w 6"/>
                <a:gd name="T41" fmla="*/ 33 h 61"/>
                <a:gd name="T42" fmla="*/ 2 w 6"/>
                <a:gd name="T43" fmla="*/ 32 h 61"/>
                <a:gd name="T44" fmla="*/ 2 w 6"/>
                <a:gd name="T45" fmla="*/ 30 h 61"/>
                <a:gd name="T46" fmla="*/ 3 w 6"/>
                <a:gd name="T47" fmla="*/ 31 h 61"/>
                <a:gd name="T48" fmla="*/ 3 w 6"/>
                <a:gd name="T49" fmla="*/ 33 h 61"/>
                <a:gd name="T50" fmla="*/ 3 w 6"/>
                <a:gd name="T51" fmla="*/ 32 h 61"/>
                <a:gd name="T52" fmla="*/ 3 w 6"/>
                <a:gd name="T53" fmla="*/ 27 h 61"/>
                <a:gd name="T54" fmla="*/ 3 w 6"/>
                <a:gd name="T55" fmla="*/ 24 h 61"/>
                <a:gd name="T56" fmla="*/ 3 w 6"/>
                <a:gd name="T57" fmla="*/ 24 h 61"/>
                <a:gd name="T58" fmla="*/ 4 w 6"/>
                <a:gd name="T59" fmla="*/ 24 h 61"/>
                <a:gd name="T60" fmla="*/ 4 w 6"/>
                <a:gd name="T61" fmla="*/ 27 h 61"/>
                <a:gd name="T62" fmla="*/ 4 w 6"/>
                <a:gd name="T63" fmla="*/ 25 h 61"/>
                <a:gd name="T64" fmla="*/ 4 w 6"/>
                <a:gd name="T65" fmla="*/ 22 h 61"/>
                <a:gd name="T66" fmla="*/ 4 w 6"/>
                <a:gd name="T67" fmla="*/ 27 h 61"/>
                <a:gd name="T68" fmla="*/ 4 w 6"/>
                <a:gd name="T69" fmla="*/ 31 h 61"/>
                <a:gd name="T70" fmla="*/ 4 w 6"/>
                <a:gd name="T71" fmla="*/ 29 h 61"/>
                <a:gd name="T72" fmla="*/ 4 w 6"/>
                <a:gd name="T73" fmla="*/ 27 h 61"/>
                <a:gd name="T74" fmla="*/ 4 w 6"/>
                <a:gd name="T75" fmla="*/ 32 h 61"/>
                <a:gd name="T76" fmla="*/ 5 w 6"/>
                <a:gd name="T77" fmla="*/ 37 h 61"/>
                <a:gd name="T78" fmla="*/ 5 w 6"/>
                <a:gd name="T79" fmla="*/ 36 h 61"/>
                <a:gd name="T80" fmla="*/ 5 w 6"/>
                <a:gd name="T81" fmla="*/ 33 h 61"/>
                <a:gd name="T82" fmla="*/ 5 w 6"/>
                <a:gd name="T83" fmla="*/ 31 h 61"/>
                <a:gd name="T84" fmla="*/ 5 w 6"/>
                <a:gd name="T85" fmla="*/ 28 h 61"/>
                <a:gd name="T86" fmla="*/ 5 w 6"/>
                <a:gd name="T87" fmla="*/ 27 h 61"/>
                <a:gd name="T88" fmla="*/ 5 w 6"/>
                <a:gd name="T89" fmla="*/ 36 h 61"/>
                <a:gd name="T90" fmla="*/ 5 w 6"/>
                <a:gd name="T91" fmla="*/ 40 h 61"/>
                <a:gd name="T92" fmla="*/ 5 w 6"/>
                <a:gd name="T93" fmla="*/ 32 h 61"/>
                <a:gd name="T94" fmla="*/ 6 w 6"/>
                <a:gd name="T95" fmla="*/ 32 h 61"/>
                <a:gd name="T96" fmla="*/ 6 w 6"/>
                <a:gd name="T97" fmla="*/ 49 h 61"/>
                <a:gd name="T98" fmla="*/ 6 w 6"/>
                <a:gd name="T99" fmla="*/ 61 h 61"/>
                <a:gd name="T100" fmla="*/ 6 w 6"/>
                <a:gd name="T101" fmla="*/ 55 h 61"/>
                <a:gd name="T102" fmla="*/ 6 w 6"/>
                <a:gd name="T103" fmla="*/ 46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1">
                  <a:moveTo>
                    <a:pt x="0" y="44"/>
                  </a:moveTo>
                  <a:lnTo>
                    <a:pt x="0" y="41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41"/>
                  </a:lnTo>
                  <a:lnTo>
                    <a:pt x="0" y="30"/>
                  </a:lnTo>
                  <a:lnTo>
                    <a:pt x="0" y="19"/>
                  </a:lnTo>
                  <a:lnTo>
                    <a:pt x="1" y="19"/>
                  </a:lnTo>
                  <a:lnTo>
                    <a:pt x="1" y="24"/>
                  </a:lnTo>
                  <a:lnTo>
                    <a:pt x="1" y="20"/>
                  </a:lnTo>
                  <a:lnTo>
                    <a:pt x="1" y="8"/>
                  </a:lnTo>
                  <a:lnTo>
                    <a:pt x="1" y="0"/>
                  </a:lnTo>
                  <a:lnTo>
                    <a:pt x="1" y="3"/>
                  </a:lnTo>
                  <a:lnTo>
                    <a:pt x="2" y="9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2" y="23"/>
                  </a:lnTo>
                  <a:lnTo>
                    <a:pt x="2" y="30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2" y="30"/>
                  </a:lnTo>
                  <a:lnTo>
                    <a:pt x="3" y="31"/>
                  </a:lnTo>
                  <a:lnTo>
                    <a:pt x="3" y="33"/>
                  </a:lnTo>
                  <a:lnTo>
                    <a:pt x="3" y="32"/>
                  </a:lnTo>
                  <a:lnTo>
                    <a:pt x="3" y="27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4" y="24"/>
                  </a:lnTo>
                  <a:lnTo>
                    <a:pt x="4" y="27"/>
                  </a:lnTo>
                  <a:lnTo>
                    <a:pt x="4" y="25"/>
                  </a:lnTo>
                  <a:lnTo>
                    <a:pt x="4" y="22"/>
                  </a:lnTo>
                  <a:lnTo>
                    <a:pt x="4" y="27"/>
                  </a:lnTo>
                  <a:lnTo>
                    <a:pt x="4" y="31"/>
                  </a:lnTo>
                  <a:lnTo>
                    <a:pt x="4" y="29"/>
                  </a:lnTo>
                  <a:lnTo>
                    <a:pt x="4" y="27"/>
                  </a:lnTo>
                  <a:lnTo>
                    <a:pt x="4" y="32"/>
                  </a:lnTo>
                  <a:lnTo>
                    <a:pt x="5" y="37"/>
                  </a:lnTo>
                  <a:lnTo>
                    <a:pt x="5" y="36"/>
                  </a:lnTo>
                  <a:lnTo>
                    <a:pt x="5" y="33"/>
                  </a:lnTo>
                  <a:lnTo>
                    <a:pt x="5" y="31"/>
                  </a:lnTo>
                  <a:lnTo>
                    <a:pt x="5" y="28"/>
                  </a:lnTo>
                  <a:lnTo>
                    <a:pt x="5" y="27"/>
                  </a:lnTo>
                  <a:lnTo>
                    <a:pt x="5" y="36"/>
                  </a:lnTo>
                  <a:lnTo>
                    <a:pt x="5" y="40"/>
                  </a:lnTo>
                  <a:lnTo>
                    <a:pt x="5" y="32"/>
                  </a:lnTo>
                  <a:lnTo>
                    <a:pt x="6" y="32"/>
                  </a:lnTo>
                  <a:lnTo>
                    <a:pt x="6" y="49"/>
                  </a:lnTo>
                  <a:lnTo>
                    <a:pt x="6" y="61"/>
                  </a:lnTo>
                  <a:lnTo>
                    <a:pt x="6" y="55"/>
                  </a:lnTo>
                  <a:lnTo>
                    <a:pt x="6" y="4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9" name="Freeform 990"/>
            <p:cNvSpPr/>
            <p:nvPr/>
          </p:nvSpPr>
          <p:spPr bwMode="auto">
            <a:xfrm>
              <a:off x="3468688" y="4662488"/>
              <a:ext cx="9525" cy="120650"/>
            </a:xfrm>
            <a:custGeom>
              <a:avLst/>
              <a:gdLst>
                <a:gd name="T0" fmla="*/ 0 w 6"/>
                <a:gd name="T1" fmla="*/ 38 h 76"/>
                <a:gd name="T2" fmla="*/ 0 w 6"/>
                <a:gd name="T3" fmla="*/ 29 h 76"/>
                <a:gd name="T4" fmla="*/ 0 w 6"/>
                <a:gd name="T5" fmla="*/ 31 h 76"/>
                <a:gd name="T6" fmla="*/ 1 w 6"/>
                <a:gd name="T7" fmla="*/ 34 h 76"/>
                <a:gd name="T8" fmla="*/ 1 w 6"/>
                <a:gd name="T9" fmla="*/ 30 h 76"/>
                <a:gd name="T10" fmla="*/ 1 w 6"/>
                <a:gd name="T11" fmla="*/ 21 h 76"/>
                <a:gd name="T12" fmla="*/ 1 w 6"/>
                <a:gd name="T13" fmla="*/ 11 h 76"/>
                <a:gd name="T14" fmla="*/ 1 w 6"/>
                <a:gd name="T15" fmla="*/ 6 h 76"/>
                <a:gd name="T16" fmla="*/ 1 w 6"/>
                <a:gd name="T17" fmla="*/ 10 h 76"/>
                <a:gd name="T18" fmla="*/ 1 w 6"/>
                <a:gd name="T19" fmla="*/ 21 h 76"/>
                <a:gd name="T20" fmla="*/ 1 w 6"/>
                <a:gd name="T21" fmla="*/ 21 h 76"/>
                <a:gd name="T22" fmla="*/ 1 w 6"/>
                <a:gd name="T23" fmla="*/ 9 h 76"/>
                <a:gd name="T24" fmla="*/ 2 w 6"/>
                <a:gd name="T25" fmla="*/ 7 h 76"/>
                <a:gd name="T26" fmla="*/ 2 w 6"/>
                <a:gd name="T27" fmla="*/ 19 h 76"/>
                <a:gd name="T28" fmla="*/ 2 w 6"/>
                <a:gd name="T29" fmla="*/ 22 h 76"/>
                <a:gd name="T30" fmla="*/ 2 w 6"/>
                <a:gd name="T31" fmla="*/ 9 h 76"/>
                <a:gd name="T32" fmla="*/ 2 w 6"/>
                <a:gd name="T33" fmla="*/ 0 h 76"/>
                <a:gd name="T34" fmla="*/ 2 w 6"/>
                <a:gd name="T35" fmla="*/ 7 h 76"/>
                <a:gd name="T36" fmla="*/ 3 w 6"/>
                <a:gd name="T37" fmla="*/ 14 h 76"/>
                <a:gd name="T38" fmla="*/ 3 w 6"/>
                <a:gd name="T39" fmla="*/ 13 h 76"/>
                <a:gd name="T40" fmla="*/ 3 w 6"/>
                <a:gd name="T41" fmla="*/ 9 h 76"/>
                <a:gd name="T42" fmla="*/ 3 w 6"/>
                <a:gd name="T43" fmla="*/ 10 h 76"/>
                <a:gd name="T44" fmla="*/ 3 w 6"/>
                <a:gd name="T45" fmla="*/ 15 h 76"/>
                <a:gd name="T46" fmla="*/ 3 w 6"/>
                <a:gd name="T47" fmla="*/ 18 h 76"/>
                <a:gd name="T48" fmla="*/ 3 w 6"/>
                <a:gd name="T49" fmla="*/ 18 h 76"/>
                <a:gd name="T50" fmla="*/ 3 w 6"/>
                <a:gd name="T51" fmla="*/ 17 h 76"/>
                <a:gd name="T52" fmla="*/ 3 w 6"/>
                <a:gd name="T53" fmla="*/ 15 h 76"/>
                <a:gd name="T54" fmla="*/ 4 w 6"/>
                <a:gd name="T55" fmla="*/ 12 h 76"/>
                <a:gd name="T56" fmla="*/ 4 w 6"/>
                <a:gd name="T57" fmla="*/ 10 h 76"/>
                <a:gd name="T58" fmla="*/ 4 w 6"/>
                <a:gd name="T59" fmla="*/ 17 h 76"/>
                <a:gd name="T60" fmla="*/ 4 w 6"/>
                <a:gd name="T61" fmla="*/ 22 h 76"/>
                <a:gd name="T62" fmla="*/ 4 w 6"/>
                <a:gd name="T63" fmla="*/ 22 h 76"/>
                <a:gd name="T64" fmla="*/ 4 w 6"/>
                <a:gd name="T65" fmla="*/ 27 h 76"/>
                <a:gd name="T66" fmla="*/ 4 w 6"/>
                <a:gd name="T67" fmla="*/ 35 h 76"/>
                <a:gd name="T68" fmla="*/ 4 w 6"/>
                <a:gd name="T69" fmla="*/ 26 h 76"/>
                <a:gd name="T70" fmla="*/ 4 w 6"/>
                <a:gd name="T71" fmla="*/ 15 h 76"/>
                <a:gd name="T72" fmla="*/ 4 w 6"/>
                <a:gd name="T73" fmla="*/ 25 h 76"/>
                <a:gd name="T74" fmla="*/ 5 w 6"/>
                <a:gd name="T75" fmla="*/ 34 h 76"/>
                <a:gd name="T76" fmla="*/ 5 w 6"/>
                <a:gd name="T77" fmla="*/ 26 h 76"/>
                <a:gd name="T78" fmla="*/ 5 w 6"/>
                <a:gd name="T79" fmla="*/ 17 h 76"/>
                <a:gd name="T80" fmla="*/ 5 w 6"/>
                <a:gd name="T81" fmla="*/ 15 h 76"/>
                <a:gd name="T82" fmla="*/ 5 w 6"/>
                <a:gd name="T83" fmla="*/ 16 h 76"/>
                <a:gd name="T84" fmla="*/ 5 w 6"/>
                <a:gd name="T85" fmla="*/ 31 h 76"/>
                <a:gd name="T86" fmla="*/ 6 w 6"/>
                <a:gd name="T87" fmla="*/ 51 h 76"/>
                <a:gd name="T88" fmla="*/ 6 w 6"/>
                <a:gd name="T89" fmla="*/ 56 h 76"/>
                <a:gd name="T90" fmla="*/ 6 w 6"/>
                <a:gd name="T91" fmla="*/ 46 h 76"/>
                <a:gd name="T92" fmla="*/ 6 w 6"/>
                <a:gd name="T93" fmla="*/ 46 h 76"/>
                <a:gd name="T94" fmla="*/ 6 w 6"/>
                <a:gd name="T95" fmla="*/ 59 h 76"/>
                <a:gd name="T96" fmla="*/ 6 w 6"/>
                <a:gd name="T97" fmla="*/ 73 h 76"/>
                <a:gd name="T98" fmla="*/ 6 w 6"/>
                <a:gd name="T99" fmla="*/ 76 h 76"/>
                <a:gd name="T100" fmla="*/ 6 w 6"/>
                <a:gd name="T101" fmla="*/ 68 h 76"/>
                <a:gd name="T102" fmla="*/ 6 w 6"/>
                <a:gd name="T103" fmla="*/ 61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6">
                  <a:moveTo>
                    <a:pt x="0" y="38"/>
                  </a:moveTo>
                  <a:lnTo>
                    <a:pt x="0" y="29"/>
                  </a:lnTo>
                  <a:lnTo>
                    <a:pt x="0" y="31"/>
                  </a:lnTo>
                  <a:lnTo>
                    <a:pt x="1" y="34"/>
                  </a:lnTo>
                  <a:lnTo>
                    <a:pt x="1" y="30"/>
                  </a:lnTo>
                  <a:lnTo>
                    <a:pt x="1" y="21"/>
                  </a:lnTo>
                  <a:lnTo>
                    <a:pt x="1" y="11"/>
                  </a:lnTo>
                  <a:lnTo>
                    <a:pt x="1" y="6"/>
                  </a:lnTo>
                  <a:lnTo>
                    <a:pt x="1" y="10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2" y="9"/>
                  </a:lnTo>
                  <a:lnTo>
                    <a:pt x="2" y="0"/>
                  </a:lnTo>
                  <a:lnTo>
                    <a:pt x="2" y="7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5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3" y="15"/>
                  </a:lnTo>
                  <a:lnTo>
                    <a:pt x="4" y="12"/>
                  </a:lnTo>
                  <a:lnTo>
                    <a:pt x="4" y="10"/>
                  </a:lnTo>
                  <a:lnTo>
                    <a:pt x="4" y="17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7"/>
                  </a:lnTo>
                  <a:lnTo>
                    <a:pt x="4" y="35"/>
                  </a:lnTo>
                  <a:lnTo>
                    <a:pt x="4" y="26"/>
                  </a:lnTo>
                  <a:lnTo>
                    <a:pt x="4" y="15"/>
                  </a:lnTo>
                  <a:lnTo>
                    <a:pt x="4" y="25"/>
                  </a:lnTo>
                  <a:lnTo>
                    <a:pt x="5" y="34"/>
                  </a:lnTo>
                  <a:lnTo>
                    <a:pt x="5" y="26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31"/>
                  </a:lnTo>
                  <a:lnTo>
                    <a:pt x="6" y="51"/>
                  </a:lnTo>
                  <a:lnTo>
                    <a:pt x="6" y="56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6" y="59"/>
                  </a:lnTo>
                  <a:lnTo>
                    <a:pt x="6" y="73"/>
                  </a:lnTo>
                  <a:lnTo>
                    <a:pt x="6" y="76"/>
                  </a:lnTo>
                  <a:lnTo>
                    <a:pt x="6" y="68"/>
                  </a:lnTo>
                  <a:lnTo>
                    <a:pt x="6" y="6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0" name="Freeform 991"/>
            <p:cNvSpPr/>
            <p:nvPr/>
          </p:nvSpPr>
          <p:spPr bwMode="auto">
            <a:xfrm>
              <a:off x="3478213" y="4660901"/>
              <a:ext cx="11113" cy="328613"/>
            </a:xfrm>
            <a:custGeom>
              <a:avLst/>
              <a:gdLst>
                <a:gd name="T0" fmla="*/ 0 w 7"/>
                <a:gd name="T1" fmla="*/ 69 h 207"/>
                <a:gd name="T2" fmla="*/ 0 w 7"/>
                <a:gd name="T3" fmla="*/ 62 h 207"/>
                <a:gd name="T4" fmla="*/ 1 w 7"/>
                <a:gd name="T5" fmla="*/ 66 h 207"/>
                <a:gd name="T6" fmla="*/ 1 w 7"/>
                <a:gd name="T7" fmla="*/ 84 h 207"/>
                <a:gd name="T8" fmla="*/ 1 w 7"/>
                <a:gd name="T9" fmla="*/ 101 h 207"/>
                <a:gd name="T10" fmla="*/ 1 w 7"/>
                <a:gd name="T11" fmla="*/ 96 h 207"/>
                <a:gd name="T12" fmla="*/ 1 w 7"/>
                <a:gd name="T13" fmla="*/ 82 h 207"/>
                <a:gd name="T14" fmla="*/ 1 w 7"/>
                <a:gd name="T15" fmla="*/ 93 h 207"/>
                <a:gd name="T16" fmla="*/ 2 w 7"/>
                <a:gd name="T17" fmla="*/ 118 h 207"/>
                <a:gd name="T18" fmla="*/ 2 w 7"/>
                <a:gd name="T19" fmla="*/ 130 h 207"/>
                <a:gd name="T20" fmla="*/ 2 w 7"/>
                <a:gd name="T21" fmla="*/ 126 h 207"/>
                <a:gd name="T22" fmla="*/ 2 w 7"/>
                <a:gd name="T23" fmla="*/ 113 h 207"/>
                <a:gd name="T24" fmla="*/ 2 w 7"/>
                <a:gd name="T25" fmla="*/ 109 h 207"/>
                <a:gd name="T26" fmla="*/ 2 w 7"/>
                <a:gd name="T27" fmla="*/ 132 h 207"/>
                <a:gd name="T28" fmla="*/ 2 w 7"/>
                <a:gd name="T29" fmla="*/ 153 h 207"/>
                <a:gd name="T30" fmla="*/ 2 w 7"/>
                <a:gd name="T31" fmla="*/ 146 h 207"/>
                <a:gd name="T32" fmla="*/ 2 w 7"/>
                <a:gd name="T33" fmla="*/ 131 h 207"/>
                <a:gd name="T34" fmla="*/ 3 w 7"/>
                <a:gd name="T35" fmla="*/ 135 h 207"/>
                <a:gd name="T36" fmla="*/ 3 w 7"/>
                <a:gd name="T37" fmla="*/ 149 h 207"/>
                <a:gd name="T38" fmla="*/ 3 w 7"/>
                <a:gd name="T39" fmla="*/ 156 h 207"/>
                <a:gd name="T40" fmla="*/ 3 w 7"/>
                <a:gd name="T41" fmla="*/ 142 h 207"/>
                <a:gd name="T42" fmla="*/ 3 w 7"/>
                <a:gd name="T43" fmla="*/ 126 h 207"/>
                <a:gd name="T44" fmla="*/ 3 w 7"/>
                <a:gd name="T45" fmla="*/ 146 h 207"/>
                <a:gd name="T46" fmla="*/ 3 w 7"/>
                <a:gd name="T47" fmla="*/ 186 h 207"/>
                <a:gd name="T48" fmla="*/ 3 w 7"/>
                <a:gd name="T49" fmla="*/ 190 h 207"/>
                <a:gd name="T50" fmla="*/ 3 w 7"/>
                <a:gd name="T51" fmla="*/ 157 h 207"/>
                <a:gd name="T52" fmla="*/ 4 w 7"/>
                <a:gd name="T53" fmla="*/ 151 h 207"/>
                <a:gd name="T54" fmla="*/ 4 w 7"/>
                <a:gd name="T55" fmla="*/ 184 h 207"/>
                <a:gd name="T56" fmla="*/ 4 w 7"/>
                <a:gd name="T57" fmla="*/ 207 h 207"/>
                <a:gd name="T58" fmla="*/ 4 w 7"/>
                <a:gd name="T59" fmla="*/ 196 h 207"/>
                <a:gd name="T60" fmla="*/ 4 w 7"/>
                <a:gd name="T61" fmla="*/ 163 h 207"/>
                <a:gd name="T62" fmla="*/ 4 w 7"/>
                <a:gd name="T63" fmla="*/ 123 h 207"/>
                <a:gd name="T64" fmla="*/ 5 w 7"/>
                <a:gd name="T65" fmla="*/ 111 h 207"/>
                <a:gd name="T66" fmla="*/ 5 w 7"/>
                <a:gd name="T67" fmla="*/ 129 h 207"/>
                <a:gd name="T68" fmla="*/ 5 w 7"/>
                <a:gd name="T69" fmla="*/ 134 h 207"/>
                <a:gd name="T70" fmla="*/ 5 w 7"/>
                <a:gd name="T71" fmla="*/ 101 h 207"/>
                <a:gd name="T72" fmla="*/ 5 w 7"/>
                <a:gd name="T73" fmla="*/ 67 h 207"/>
                <a:gd name="T74" fmla="*/ 5 w 7"/>
                <a:gd name="T75" fmla="*/ 67 h 207"/>
                <a:gd name="T76" fmla="*/ 5 w 7"/>
                <a:gd name="T77" fmla="*/ 75 h 207"/>
                <a:gd name="T78" fmla="*/ 5 w 7"/>
                <a:gd name="T79" fmla="*/ 64 h 207"/>
                <a:gd name="T80" fmla="*/ 5 w 7"/>
                <a:gd name="T81" fmla="*/ 48 h 207"/>
                <a:gd name="T82" fmla="*/ 6 w 7"/>
                <a:gd name="T83" fmla="*/ 47 h 207"/>
                <a:gd name="T84" fmla="*/ 6 w 7"/>
                <a:gd name="T85" fmla="*/ 44 h 207"/>
                <a:gd name="T86" fmla="*/ 6 w 7"/>
                <a:gd name="T87" fmla="*/ 28 h 207"/>
                <a:gd name="T88" fmla="*/ 6 w 7"/>
                <a:gd name="T89" fmla="*/ 18 h 207"/>
                <a:gd name="T90" fmla="*/ 6 w 7"/>
                <a:gd name="T91" fmla="*/ 16 h 207"/>
                <a:gd name="T92" fmla="*/ 6 w 7"/>
                <a:gd name="T93" fmla="*/ 11 h 207"/>
                <a:gd name="T94" fmla="*/ 6 w 7"/>
                <a:gd name="T95" fmla="*/ 14 h 207"/>
                <a:gd name="T96" fmla="*/ 7 w 7"/>
                <a:gd name="T97" fmla="*/ 24 h 207"/>
                <a:gd name="T98" fmla="*/ 7 w 7"/>
                <a:gd name="T99" fmla="*/ 17 h 207"/>
                <a:gd name="T100" fmla="*/ 7 w 7"/>
                <a:gd name="T101" fmla="*/ 0 h 207"/>
                <a:gd name="T102" fmla="*/ 7 w 7"/>
                <a:gd name="T103" fmla="*/ 2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207">
                  <a:moveTo>
                    <a:pt x="0" y="69"/>
                  </a:moveTo>
                  <a:lnTo>
                    <a:pt x="0" y="62"/>
                  </a:lnTo>
                  <a:lnTo>
                    <a:pt x="1" y="66"/>
                  </a:lnTo>
                  <a:lnTo>
                    <a:pt x="1" y="84"/>
                  </a:lnTo>
                  <a:lnTo>
                    <a:pt x="1" y="101"/>
                  </a:lnTo>
                  <a:lnTo>
                    <a:pt x="1" y="96"/>
                  </a:lnTo>
                  <a:lnTo>
                    <a:pt x="1" y="82"/>
                  </a:lnTo>
                  <a:lnTo>
                    <a:pt x="1" y="93"/>
                  </a:lnTo>
                  <a:lnTo>
                    <a:pt x="2" y="118"/>
                  </a:lnTo>
                  <a:lnTo>
                    <a:pt x="2" y="130"/>
                  </a:lnTo>
                  <a:lnTo>
                    <a:pt x="2" y="126"/>
                  </a:lnTo>
                  <a:lnTo>
                    <a:pt x="2" y="113"/>
                  </a:lnTo>
                  <a:lnTo>
                    <a:pt x="2" y="109"/>
                  </a:lnTo>
                  <a:lnTo>
                    <a:pt x="2" y="132"/>
                  </a:lnTo>
                  <a:lnTo>
                    <a:pt x="2" y="153"/>
                  </a:lnTo>
                  <a:lnTo>
                    <a:pt x="2" y="146"/>
                  </a:lnTo>
                  <a:lnTo>
                    <a:pt x="2" y="131"/>
                  </a:lnTo>
                  <a:lnTo>
                    <a:pt x="3" y="135"/>
                  </a:lnTo>
                  <a:lnTo>
                    <a:pt x="3" y="149"/>
                  </a:lnTo>
                  <a:lnTo>
                    <a:pt x="3" y="156"/>
                  </a:lnTo>
                  <a:lnTo>
                    <a:pt x="3" y="142"/>
                  </a:lnTo>
                  <a:lnTo>
                    <a:pt x="3" y="126"/>
                  </a:lnTo>
                  <a:lnTo>
                    <a:pt x="3" y="146"/>
                  </a:lnTo>
                  <a:lnTo>
                    <a:pt x="3" y="186"/>
                  </a:lnTo>
                  <a:lnTo>
                    <a:pt x="3" y="190"/>
                  </a:lnTo>
                  <a:lnTo>
                    <a:pt x="3" y="157"/>
                  </a:lnTo>
                  <a:lnTo>
                    <a:pt x="4" y="151"/>
                  </a:lnTo>
                  <a:lnTo>
                    <a:pt x="4" y="184"/>
                  </a:lnTo>
                  <a:lnTo>
                    <a:pt x="4" y="207"/>
                  </a:lnTo>
                  <a:lnTo>
                    <a:pt x="4" y="196"/>
                  </a:lnTo>
                  <a:lnTo>
                    <a:pt x="4" y="163"/>
                  </a:lnTo>
                  <a:lnTo>
                    <a:pt x="4" y="123"/>
                  </a:lnTo>
                  <a:lnTo>
                    <a:pt x="5" y="111"/>
                  </a:lnTo>
                  <a:lnTo>
                    <a:pt x="5" y="129"/>
                  </a:lnTo>
                  <a:lnTo>
                    <a:pt x="5" y="134"/>
                  </a:lnTo>
                  <a:lnTo>
                    <a:pt x="5" y="101"/>
                  </a:lnTo>
                  <a:lnTo>
                    <a:pt x="5" y="67"/>
                  </a:lnTo>
                  <a:lnTo>
                    <a:pt x="5" y="67"/>
                  </a:lnTo>
                  <a:lnTo>
                    <a:pt x="5" y="75"/>
                  </a:lnTo>
                  <a:lnTo>
                    <a:pt x="5" y="64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6" y="44"/>
                  </a:lnTo>
                  <a:lnTo>
                    <a:pt x="6" y="28"/>
                  </a:lnTo>
                  <a:lnTo>
                    <a:pt x="6" y="18"/>
                  </a:lnTo>
                  <a:lnTo>
                    <a:pt x="6" y="16"/>
                  </a:lnTo>
                  <a:lnTo>
                    <a:pt x="6" y="11"/>
                  </a:lnTo>
                  <a:lnTo>
                    <a:pt x="6" y="14"/>
                  </a:lnTo>
                  <a:lnTo>
                    <a:pt x="7" y="24"/>
                  </a:lnTo>
                  <a:lnTo>
                    <a:pt x="7" y="17"/>
                  </a:lnTo>
                  <a:lnTo>
                    <a:pt x="7" y="0"/>
                  </a:lnTo>
                  <a:lnTo>
                    <a:pt x="7" y="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1" name="Freeform 992"/>
            <p:cNvSpPr/>
            <p:nvPr/>
          </p:nvSpPr>
          <p:spPr bwMode="auto">
            <a:xfrm>
              <a:off x="3489325" y="4576763"/>
              <a:ext cx="9525" cy="123825"/>
            </a:xfrm>
            <a:custGeom>
              <a:avLst/>
              <a:gdLst>
                <a:gd name="T0" fmla="*/ 0 w 6"/>
                <a:gd name="T1" fmla="*/ 53 h 78"/>
                <a:gd name="T2" fmla="*/ 0 w 6"/>
                <a:gd name="T3" fmla="*/ 55 h 78"/>
                <a:gd name="T4" fmla="*/ 0 w 6"/>
                <a:gd name="T5" fmla="*/ 62 h 78"/>
                <a:gd name="T6" fmla="*/ 0 w 6"/>
                <a:gd name="T7" fmla="*/ 58 h 78"/>
                <a:gd name="T8" fmla="*/ 0 w 6"/>
                <a:gd name="T9" fmla="*/ 62 h 78"/>
                <a:gd name="T10" fmla="*/ 0 w 6"/>
                <a:gd name="T11" fmla="*/ 72 h 78"/>
                <a:gd name="T12" fmla="*/ 0 w 6"/>
                <a:gd name="T13" fmla="*/ 69 h 78"/>
                <a:gd name="T14" fmla="*/ 1 w 6"/>
                <a:gd name="T15" fmla="*/ 64 h 78"/>
                <a:gd name="T16" fmla="*/ 1 w 6"/>
                <a:gd name="T17" fmla="*/ 66 h 78"/>
                <a:gd name="T18" fmla="*/ 1 w 6"/>
                <a:gd name="T19" fmla="*/ 68 h 78"/>
                <a:gd name="T20" fmla="*/ 1 w 6"/>
                <a:gd name="T21" fmla="*/ 65 h 78"/>
                <a:gd name="T22" fmla="*/ 1 w 6"/>
                <a:gd name="T23" fmla="*/ 57 h 78"/>
                <a:gd name="T24" fmla="*/ 1 w 6"/>
                <a:gd name="T25" fmla="*/ 42 h 78"/>
                <a:gd name="T26" fmla="*/ 1 w 6"/>
                <a:gd name="T27" fmla="*/ 28 h 78"/>
                <a:gd name="T28" fmla="*/ 1 w 6"/>
                <a:gd name="T29" fmla="*/ 24 h 78"/>
                <a:gd name="T30" fmla="*/ 1 w 6"/>
                <a:gd name="T31" fmla="*/ 24 h 78"/>
                <a:gd name="T32" fmla="*/ 2 w 6"/>
                <a:gd name="T33" fmla="*/ 14 h 78"/>
                <a:gd name="T34" fmla="*/ 2 w 6"/>
                <a:gd name="T35" fmla="*/ 0 h 78"/>
                <a:gd name="T36" fmla="*/ 2 w 6"/>
                <a:gd name="T37" fmla="*/ 4 h 78"/>
                <a:gd name="T38" fmla="*/ 2 w 6"/>
                <a:gd name="T39" fmla="*/ 26 h 78"/>
                <a:gd name="T40" fmla="*/ 2 w 6"/>
                <a:gd name="T41" fmla="*/ 40 h 78"/>
                <a:gd name="T42" fmla="*/ 2 w 6"/>
                <a:gd name="T43" fmla="*/ 29 h 78"/>
                <a:gd name="T44" fmla="*/ 3 w 6"/>
                <a:gd name="T45" fmla="*/ 22 h 78"/>
                <a:gd name="T46" fmla="*/ 3 w 6"/>
                <a:gd name="T47" fmla="*/ 38 h 78"/>
                <a:gd name="T48" fmla="*/ 3 w 6"/>
                <a:gd name="T49" fmla="*/ 56 h 78"/>
                <a:gd name="T50" fmla="*/ 3 w 6"/>
                <a:gd name="T51" fmla="*/ 60 h 78"/>
                <a:gd name="T52" fmla="*/ 3 w 6"/>
                <a:gd name="T53" fmla="*/ 61 h 78"/>
                <a:gd name="T54" fmla="*/ 3 w 6"/>
                <a:gd name="T55" fmla="*/ 60 h 78"/>
                <a:gd name="T56" fmla="*/ 3 w 6"/>
                <a:gd name="T57" fmla="*/ 55 h 78"/>
                <a:gd name="T58" fmla="*/ 3 w 6"/>
                <a:gd name="T59" fmla="*/ 58 h 78"/>
                <a:gd name="T60" fmla="*/ 3 w 6"/>
                <a:gd name="T61" fmla="*/ 61 h 78"/>
                <a:gd name="T62" fmla="*/ 4 w 6"/>
                <a:gd name="T63" fmla="*/ 52 h 78"/>
                <a:gd name="T64" fmla="*/ 4 w 6"/>
                <a:gd name="T65" fmla="*/ 50 h 78"/>
                <a:gd name="T66" fmla="*/ 4 w 6"/>
                <a:gd name="T67" fmla="*/ 66 h 78"/>
                <a:gd name="T68" fmla="*/ 4 w 6"/>
                <a:gd name="T69" fmla="*/ 66 h 78"/>
                <a:gd name="T70" fmla="*/ 4 w 6"/>
                <a:gd name="T71" fmla="*/ 44 h 78"/>
                <a:gd name="T72" fmla="*/ 4 w 6"/>
                <a:gd name="T73" fmla="*/ 41 h 78"/>
                <a:gd name="T74" fmla="*/ 5 w 6"/>
                <a:gd name="T75" fmla="*/ 63 h 78"/>
                <a:gd name="T76" fmla="*/ 5 w 6"/>
                <a:gd name="T77" fmla="*/ 78 h 78"/>
                <a:gd name="T78" fmla="*/ 5 w 6"/>
                <a:gd name="T79" fmla="*/ 72 h 78"/>
                <a:gd name="T80" fmla="*/ 5 w 6"/>
                <a:gd name="T81" fmla="*/ 62 h 78"/>
                <a:gd name="T82" fmla="*/ 5 w 6"/>
                <a:gd name="T83" fmla="*/ 60 h 78"/>
                <a:gd name="T84" fmla="*/ 5 w 6"/>
                <a:gd name="T85" fmla="*/ 59 h 78"/>
                <a:gd name="T86" fmla="*/ 5 w 6"/>
                <a:gd name="T87" fmla="*/ 58 h 78"/>
                <a:gd name="T88" fmla="*/ 5 w 6"/>
                <a:gd name="T89" fmla="*/ 58 h 78"/>
                <a:gd name="T90" fmla="*/ 5 w 6"/>
                <a:gd name="T91" fmla="*/ 52 h 78"/>
                <a:gd name="T92" fmla="*/ 6 w 6"/>
                <a:gd name="T93" fmla="*/ 44 h 78"/>
                <a:gd name="T94" fmla="*/ 6 w 6"/>
                <a:gd name="T95" fmla="*/ 50 h 78"/>
                <a:gd name="T96" fmla="*/ 6 w 6"/>
                <a:gd name="T97" fmla="*/ 59 h 78"/>
                <a:gd name="T98" fmla="*/ 6 w 6"/>
                <a:gd name="T99" fmla="*/ 50 h 78"/>
                <a:gd name="T100" fmla="*/ 6 w 6"/>
                <a:gd name="T101" fmla="*/ 45 h 78"/>
                <a:gd name="T102" fmla="*/ 6 w 6"/>
                <a:gd name="T103" fmla="*/ 63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8">
                  <a:moveTo>
                    <a:pt x="0" y="53"/>
                  </a:moveTo>
                  <a:lnTo>
                    <a:pt x="0" y="55"/>
                  </a:lnTo>
                  <a:lnTo>
                    <a:pt x="0" y="62"/>
                  </a:lnTo>
                  <a:lnTo>
                    <a:pt x="0" y="58"/>
                  </a:lnTo>
                  <a:lnTo>
                    <a:pt x="0" y="62"/>
                  </a:lnTo>
                  <a:lnTo>
                    <a:pt x="0" y="72"/>
                  </a:lnTo>
                  <a:lnTo>
                    <a:pt x="0" y="69"/>
                  </a:lnTo>
                  <a:lnTo>
                    <a:pt x="1" y="64"/>
                  </a:lnTo>
                  <a:lnTo>
                    <a:pt x="1" y="66"/>
                  </a:lnTo>
                  <a:lnTo>
                    <a:pt x="1" y="68"/>
                  </a:lnTo>
                  <a:lnTo>
                    <a:pt x="1" y="65"/>
                  </a:lnTo>
                  <a:lnTo>
                    <a:pt x="1" y="57"/>
                  </a:lnTo>
                  <a:lnTo>
                    <a:pt x="1" y="42"/>
                  </a:lnTo>
                  <a:lnTo>
                    <a:pt x="1" y="28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2" y="14"/>
                  </a:lnTo>
                  <a:lnTo>
                    <a:pt x="2" y="0"/>
                  </a:lnTo>
                  <a:lnTo>
                    <a:pt x="2" y="4"/>
                  </a:lnTo>
                  <a:lnTo>
                    <a:pt x="2" y="26"/>
                  </a:lnTo>
                  <a:lnTo>
                    <a:pt x="2" y="40"/>
                  </a:lnTo>
                  <a:lnTo>
                    <a:pt x="2" y="29"/>
                  </a:lnTo>
                  <a:lnTo>
                    <a:pt x="3" y="22"/>
                  </a:lnTo>
                  <a:lnTo>
                    <a:pt x="3" y="38"/>
                  </a:lnTo>
                  <a:lnTo>
                    <a:pt x="3" y="56"/>
                  </a:lnTo>
                  <a:lnTo>
                    <a:pt x="3" y="60"/>
                  </a:lnTo>
                  <a:lnTo>
                    <a:pt x="3" y="61"/>
                  </a:lnTo>
                  <a:lnTo>
                    <a:pt x="3" y="60"/>
                  </a:lnTo>
                  <a:lnTo>
                    <a:pt x="3" y="55"/>
                  </a:lnTo>
                  <a:lnTo>
                    <a:pt x="3" y="58"/>
                  </a:lnTo>
                  <a:lnTo>
                    <a:pt x="3" y="61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66"/>
                  </a:lnTo>
                  <a:lnTo>
                    <a:pt x="4" y="66"/>
                  </a:lnTo>
                  <a:lnTo>
                    <a:pt x="4" y="44"/>
                  </a:lnTo>
                  <a:lnTo>
                    <a:pt x="4" y="41"/>
                  </a:lnTo>
                  <a:lnTo>
                    <a:pt x="5" y="63"/>
                  </a:lnTo>
                  <a:lnTo>
                    <a:pt x="5" y="78"/>
                  </a:lnTo>
                  <a:lnTo>
                    <a:pt x="5" y="72"/>
                  </a:lnTo>
                  <a:lnTo>
                    <a:pt x="5" y="62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5" y="58"/>
                  </a:lnTo>
                  <a:lnTo>
                    <a:pt x="5" y="58"/>
                  </a:lnTo>
                  <a:lnTo>
                    <a:pt x="5" y="52"/>
                  </a:lnTo>
                  <a:lnTo>
                    <a:pt x="6" y="44"/>
                  </a:lnTo>
                  <a:lnTo>
                    <a:pt x="6" y="50"/>
                  </a:lnTo>
                  <a:lnTo>
                    <a:pt x="6" y="59"/>
                  </a:lnTo>
                  <a:lnTo>
                    <a:pt x="6" y="50"/>
                  </a:lnTo>
                  <a:lnTo>
                    <a:pt x="6" y="45"/>
                  </a:lnTo>
                  <a:lnTo>
                    <a:pt x="6" y="6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2" name="Freeform 993"/>
            <p:cNvSpPr/>
            <p:nvPr/>
          </p:nvSpPr>
          <p:spPr bwMode="auto">
            <a:xfrm>
              <a:off x="3498850" y="4616451"/>
              <a:ext cx="11113" cy="88900"/>
            </a:xfrm>
            <a:custGeom>
              <a:avLst/>
              <a:gdLst>
                <a:gd name="T0" fmla="*/ 0 w 7"/>
                <a:gd name="T1" fmla="*/ 20 h 56"/>
                <a:gd name="T2" fmla="*/ 0 w 7"/>
                <a:gd name="T3" fmla="*/ 38 h 56"/>
                <a:gd name="T4" fmla="*/ 0 w 7"/>
                <a:gd name="T5" fmla="*/ 51 h 56"/>
                <a:gd name="T6" fmla="*/ 0 w 7"/>
                <a:gd name="T7" fmla="*/ 47 h 56"/>
                <a:gd name="T8" fmla="*/ 0 w 7"/>
                <a:gd name="T9" fmla="*/ 46 h 56"/>
                <a:gd name="T10" fmla="*/ 1 w 7"/>
                <a:gd name="T11" fmla="*/ 51 h 56"/>
                <a:gd name="T12" fmla="*/ 1 w 7"/>
                <a:gd name="T13" fmla="*/ 48 h 56"/>
                <a:gd name="T14" fmla="*/ 1 w 7"/>
                <a:gd name="T15" fmla="*/ 47 h 56"/>
                <a:gd name="T16" fmla="*/ 1 w 7"/>
                <a:gd name="T17" fmla="*/ 54 h 56"/>
                <a:gd name="T18" fmla="*/ 1 w 7"/>
                <a:gd name="T19" fmla="*/ 56 h 56"/>
                <a:gd name="T20" fmla="*/ 1 w 7"/>
                <a:gd name="T21" fmla="*/ 44 h 56"/>
                <a:gd name="T22" fmla="*/ 2 w 7"/>
                <a:gd name="T23" fmla="*/ 33 h 56"/>
                <a:gd name="T24" fmla="*/ 2 w 7"/>
                <a:gd name="T25" fmla="*/ 28 h 56"/>
                <a:gd name="T26" fmla="*/ 2 w 7"/>
                <a:gd name="T27" fmla="*/ 23 h 56"/>
                <a:gd name="T28" fmla="*/ 2 w 7"/>
                <a:gd name="T29" fmla="*/ 19 h 56"/>
                <a:gd name="T30" fmla="*/ 2 w 7"/>
                <a:gd name="T31" fmla="*/ 24 h 56"/>
                <a:gd name="T32" fmla="*/ 2 w 7"/>
                <a:gd name="T33" fmla="*/ 21 h 56"/>
                <a:gd name="T34" fmla="*/ 2 w 7"/>
                <a:gd name="T35" fmla="*/ 8 h 56"/>
                <a:gd name="T36" fmla="*/ 2 w 7"/>
                <a:gd name="T37" fmla="*/ 8 h 56"/>
                <a:gd name="T38" fmla="*/ 2 w 7"/>
                <a:gd name="T39" fmla="*/ 23 h 56"/>
                <a:gd name="T40" fmla="*/ 2 w 7"/>
                <a:gd name="T41" fmla="*/ 26 h 56"/>
                <a:gd name="T42" fmla="*/ 3 w 7"/>
                <a:gd name="T43" fmla="*/ 14 h 56"/>
                <a:gd name="T44" fmla="*/ 3 w 7"/>
                <a:gd name="T45" fmla="*/ 8 h 56"/>
                <a:gd name="T46" fmla="*/ 3 w 7"/>
                <a:gd name="T47" fmla="*/ 13 h 56"/>
                <a:gd name="T48" fmla="*/ 3 w 7"/>
                <a:gd name="T49" fmla="*/ 12 h 56"/>
                <a:gd name="T50" fmla="*/ 3 w 7"/>
                <a:gd name="T51" fmla="*/ 8 h 56"/>
                <a:gd name="T52" fmla="*/ 3 w 7"/>
                <a:gd name="T53" fmla="*/ 5 h 56"/>
                <a:gd name="T54" fmla="*/ 4 w 7"/>
                <a:gd name="T55" fmla="*/ 0 h 56"/>
                <a:gd name="T56" fmla="*/ 4 w 7"/>
                <a:gd name="T57" fmla="*/ 1 h 56"/>
                <a:gd name="T58" fmla="*/ 4 w 7"/>
                <a:gd name="T59" fmla="*/ 18 h 56"/>
                <a:gd name="T60" fmla="*/ 4 w 7"/>
                <a:gd name="T61" fmla="*/ 31 h 56"/>
                <a:gd name="T62" fmla="*/ 4 w 7"/>
                <a:gd name="T63" fmla="*/ 24 h 56"/>
                <a:gd name="T64" fmla="*/ 4 w 7"/>
                <a:gd name="T65" fmla="*/ 17 h 56"/>
                <a:gd name="T66" fmla="*/ 4 w 7"/>
                <a:gd name="T67" fmla="*/ 31 h 56"/>
                <a:gd name="T68" fmla="*/ 4 w 7"/>
                <a:gd name="T69" fmla="*/ 46 h 56"/>
                <a:gd name="T70" fmla="*/ 4 w 7"/>
                <a:gd name="T71" fmla="*/ 43 h 56"/>
                <a:gd name="T72" fmla="*/ 5 w 7"/>
                <a:gd name="T73" fmla="*/ 34 h 56"/>
                <a:gd name="T74" fmla="*/ 5 w 7"/>
                <a:gd name="T75" fmla="*/ 37 h 56"/>
                <a:gd name="T76" fmla="*/ 5 w 7"/>
                <a:gd name="T77" fmla="*/ 44 h 56"/>
                <a:gd name="T78" fmla="*/ 5 w 7"/>
                <a:gd name="T79" fmla="*/ 41 h 56"/>
                <a:gd name="T80" fmla="*/ 5 w 7"/>
                <a:gd name="T81" fmla="*/ 32 h 56"/>
                <a:gd name="T82" fmla="*/ 5 w 7"/>
                <a:gd name="T83" fmla="*/ 30 h 56"/>
                <a:gd name="T84" fmla="*/ 5 w 7"/>
                <a:gd name="T85" fmla="*/ 32 h 56"/>
                <a:gd name="T86" fmla="*/ 5 w 7"/>
                <a:gd name="T87" fmla="*/ 34 h 56"/>
                <a:gd name="T88" fmla="*/ 5 w 7"/>
                <a:gd name="T89" fmla="*/ 34 h 56"/>
                <a:gd name="T90" fmla="*/ 6 w 7"/>
                <a:gd name="T91" fmla="*/ 31 h 56"/>
                <a:gd name="T92" fmla="*/ 6 w 7"/>
                <a:gd name="T93" fmla="*/ 28 h 56"/>
                <a:gd name="T94" fmla="*/ 6 w 7"/>
                <a:gd name="T95" fmla="*/ 34 h 56"/>
                <a:gd name="T96" fmla="*/ 6 w 7"/>
                <a:gd name="T97" fmla="*/ 44 h 56"/>
                <a:gd name="T98" fmla="*/ 6 w 7"/>
                <a:gd name="T99" fmla="*/ 46 h 56"/>
                <a:gd name="T100" fmla="*/ 6 w 7"/>
                <a:gd name="T101" fmla="*/ 44 h 56"/>
                <a:gd name="T102" fmla="*/ 7 w 7"/>
                <a:gd name="T103" fmla="*/ 5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6">
                  <a:moveTo>
                    <a:pt x="0" y="20"/>
                  </a:moveTo>
                  <a:lnTo>
                    <a:pt x="0" y="38"/>
                  </a:lnTo>
                  <a:lnTo>
                    <a:pt x="0" y="51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1" y="51"/>
                  </a:lnTo>
                  <a:lnTo>
                    <a:pt x="1" y="48"/>
                  </a:lnTo>
                  <a:lnTo>
                    <a:pt x="1" y="47"/>
                  </a:lnTo>
                  <a:lnTo>
                    <a:pt x="1" y="54"/>
                  </a:lnTo>
                  <a:lnTo>
                    <a:pt x="1" y="56"/>
                  </a:lnTo>
                  <a:lnTo>
                    <a:pt x="1" y="44"/>
                  </a:lnTo>
                  <a:lnTo>
                    <a:pt x="2" y="33"/>
                  </a:lnTo>
                  <a:lnTo>
                    <a:pt x="2" y="28"/>
                  </a:lnTo>
                  <a:lnTo>
                    <a:pt x="2" y="23"/>
                  </a:lnTo>
                  <a:lnTo>
                    <a:pt x="2" y="19"/>
                  </a:lnTo>
                  <a:lnTo>
                    <a:pt x="2" y="24"/>
                  </a:lnTo>
                  <a:lnTo>
                    <a:pt x="2" y="21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23"/>
                  </a:lnTo>
                  <a:lnTo>
                    <a:pt x="2" y="26"/>
                  </a:lnTo>
                  <a:lnTo>
                    <a:pt x="3" y="14"/>
                  </a:lnTo>
                  <a:lnTo>
                    <a:pt x="3" y="8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3" y="8"/>
                  </a:lnTo>
                  <a:lnTo>
                    <a:pt x="3" y="5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8"/>
                  </a:lnTo>
                  <a:lnTo>
                    <a:pt x="4" y="31"/>
                  </a:lnTo>
                  <a:lnTo>
                    <a:pt x="4" y="24"/>
                  </a:lnTo>
                  <a:lnTo>
                    <a:pt x="4" y="17"/>
                  </a:lnTo>
                  <a:lnTo>
                    <a:pt x="4" y="31"/>
                  </a:lnTo>
                  <a:lnTo>
                    <a:pt x="4" y="46"/>
                  </a:lnTo>
                  <a:lnTo>
                    <a:pt x="4" y="43"/>
                  </a:lnTo>
                  <a:lnTo>
                    <a:pt x="5" y="34"/>
                  </a:lnTo>
                  <a:lnTo>
                    <a:pt x="5" y="37"/>
                  </a:lnTo>
                  <a:lnTo>
                    <a:pt x="5" y="44"/>
                  </a:lnTo>
                  <a:lnTo>
                    <a:pt x="5" y="41"/>
                  </a:lnTo>
                  <a:lnTo>
                    <a:pt x="5" y="32"/>
                  </a:lnTo>
                  <a:lnTo>
                    <a:pt x="5" y="30"/>
                  </a:lnTo>
                  <a:lnTo>
                    <a:pt x="5" y="32"/>
                  </a:lnTo>
                  <a:lnTo>
                    <a:pt x="5" y="34"/>
                  </a:lnTo>
                  <a:lnTo>
                    <a:pt x="5" y="34"/>
                  </a:lnTo>
                  <a:lnTo>
                    <a:pt x="6" y="31"/>
                  </a:lnTo>
                  <a:lnTo>
                    <a:pt x="6" y="28"/>
                  </a:lnTo>
                  <a:lnTo>
                    <a:pt x="6" y="34"/>
                  </a:lnTo>
                  <a:lnTo>
                    <a:pt x="6" y="44"/>
                  </a:lnTo>
                  <a:lnTo>
                    <a:pt x="6" y="46"/>
                  </a:lnTo>
                  <a:lnTo>
                    <a:pt x="6" y="44"/>
                  </a:lnTo>
                  <a:lnTo>
                    <a:pt x="7" y="5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3" name="Freeform 994"/>
            <p:cNvSpPr/>
            <p:nvPr/>
          </p:nvSpPr>
          <p:spPr bwMode="auto">
            <a:xfrm>
              <a:off x="3508375" y="4686301"/>
              <a:ext cx="11113" cy="50800"/>
            </a:xfrm>
            <a:custGeom>
              <a:avLst/>
              <a:gdLst>
                <a:gd name="T0" fmla="*/ 0 w 7"/>
                <a:gd name="T1" fmla="*/ 0 h 32"/>
                <a:gd name="T2" fmla="*/ 1 w 7"/>
                <a:gd name="T3" fmla="*/ 8 h 32"/>
                <a:gd name="T4" fmla="*/ 1 w 7"/>
                <a:gd name="T5" fmla="*/ 15 h 32"/>
                <a:gd name="T6" fmla="*/ 1 w 7"/>
                <a:gd name="T7" fmla="*/ 11 h 32"/>
                <a:gd name="T8" fmla="*/ 1 w 7"/>
                <a:gd name="T9" fmla="*/ 7 h 32"/>
                <a:gd name="T10" fmla="*/ 1 w 7"/>
                <a:gd name="T11" fmla="*/ 11 h 32"/>
                <a:gd name="T12" fmla="*/ 1 w 7"/>
                <a:gd name="T13" fmla="*/ 16 h 32"/>
                <a:gd name="T14" fmla="*/ 1 w 7"/>
                <a:gd name="T15" fmla="*/ 16 h 32"/>
                <a:gd name="T16" fmla="*/ 1 w 7"/>
                <a:gd name="T17" fmla="*/ 13 h 32"/>
                <a:gd name="T18" fmla="*/ 1 w 7"/>
                <a:gd name="T19" fmla="*/ 9 h 32"/>
                <a:gd name="T20" fmla="*/ 2 w 7"/>
                <a:gd name="T21" fmla="*/ 12 h 32"/>
                <a:gd name="T22" fmla="*/ 2 w 7"/>
                <a:gd name="T23" fmla="*/ 25 h 32"/>
                <a:gd name="T24" fmla="*/ 2 w 7"/>
                <a:gd name="T25" fmla="*/ 26 h 32"/>
                <a:gd name="T26" fmla="*/ 2 w 7"/>
                <a:gd name="T27" fmla="*/ 14 h 32"/>
                <a:gd name="T28" fmla="*/ 2 w 7"/>
                <a:gd name="T29" fmla="*/ 12 h 32"/>
                <a:gd name="T30" fmla="*/ 2 w 7"/>
                <a:gd name="T31" fmla="*/ 24 h 32"/>
                <a:gd name="T32" fmla="*/ 3 w 7"/>
                <a:gd name="T33" fmla="*/ 25 h 32"/>
                <a:gd name="T34" fmla="*/ 3 w 7"/>
                <a:gd name="T35" fmla="*/ 14 h 32"/>
                <a:gd name="T36" fmla="*/ 3 w 7"/>
                <a:gd name="T37" fmla="*/ 9 h 32"/>
                <a:gd name="T38" fmla="*/ 3 w 7"/>
                <a:gd name="T39" fmla="*/ 12 h 32"/>
                <a:gd name="T40" fmla="*/ 3 w 7"/>
                <a:gd name="T41" fmla="*/ 12 h 32"/>
                <a:gd name="T42" fmla="*/ 3 w 7"/>
                <a:gd name="T43" fmla="*/ 10 h 32"/>
                <a:gd name="T44" fmla="*/ 3 w 7"/>
                <a:gd name="T45" fmla="*/ 11 h 32"/>
                <a:gd name="T46" fmla="*/ 3 w 7"/>
                <a:gd name="T47" fmla="*/ 9 h 32"/>
                <a:gd name="T48" fmla="*/ 3 w 7"/>
                <a:gd name="T49" fmla="*/ 2 h 32"/>
                <a:gd name="T50" fmla="*/ 4 w 7"/>
                <a:gd name="T51" fmla="*/ 6 h 32"/>
                <a:gd name="T52" fmla="*/ 4 w 7"/>
                <a:gd name="T53" fmla="*/ 17 h 32"/>
                <a:gd name="T54" fmla="*/ 4 w 7"/>
                <a:gd name="T55" fmla="*/ 16 h 32"/>
                <a:gd name="T56" fmla="*/ 4 w 7"/>
                <a:gd name="T57" fmla="*/ 12 h 32"/>
                <a:gd name="T58" fmla="*/ 4 w 7"/>
                <a:gd name="T59" fmla="*/ 17 h 32"/>
                <a:gd name="T60" fmla="*/ 4 w 7"/>
                <a:gd name="T61" fmla="*/ 17 h 32"/>
                <a:gd name="T62" fmla="*/ 4 w 7"/>
                <a:gd name="T63" fmla="*/ 13 h 32"/>
                <a:gd name="T64" fmla="*/ 4 w 7"/>
                <a:gd name="T65" fmla="*/ 19 h 32"/>
                <a:gd name="T66" fmla="*/ 4 w 7"/>
                <a:gd name="T67" fmla="*/ 24 h 32"/>
                <a:gd name="T68" fmla="*/ 4 w 7"/>
                <a:gd name="T69" fmla="*/ 21 h 32"/>
                <a:gd name="T70" fmla="*/ 5 w 7"/>
                <a:gd name="T71" fmla="*/ 16 h 32"/>
                <a:gd name="T72" fmla="*/ 5 w 7"/>
                <a:gd name="T73" fmla="*/ 13 h 32"/>
                <a:gd name="T74" fmla="*/ 5 w 7"/>
                <a:gd name="T75" fmla="*/ 13 h 32"/>
                <a:gd name="T76" fmla="*/ 5 w 7"/>
                <a:gd name="T77" fmla="*/ 14 h 32"/>
                <a:gd name="T78" fmla="*/ 5 w 7"/>
                <a:gd name="T79" fmla="*/ 18 h 32"/>
                <a:gd name="T80" fmla="*/ 5 w 7"/>
                <a:gd name="T81" fmla="*/ 19 h 32"/>
                <a:gd name="T82" fmla="*/ 6 w 7"/>
                <a:gd name="T83" fmla="*/ 12 h 32"/>
                <a:gd name="T84" fmla="*/ 6 w 7"/>
                <a:gd name="T85" fmla="*/ 6 h 32"/>
                <a:gd name="T86" fmla="*/ 6 w 7"/>
                <a:gd name="T87" fmla="*/ 13 h 32"/>
                <a:gd name="T88" fmla="*/ 6 w 7"/>
                <a:gd name="T89" fmla="*/ 21 h 32"/>
                <a:gd name="T90" fmla="*/ 6 w 7"/>
                <a:gd name="T91" fmla="*/ 18 h 32"/>
                <a:gd name="T92" fmla="*/ 6 w 7"/>
                <a:gd name="T93" fmla="*/ 21 h 32"/>
                <a:gd name="T94" fmla="*/ 6 w 7"/>
                <a:gd name="T95" fmla="*/ 30 h 32"/>
                <a:gd name="T96" fmla="*/ 6 w 7"/>
                <a:gd name="T97" fmla="*/ 21 h 32"/>
                <a:gd name="T98" fmla="*/ 6 w 7"/>
                <a:gd name="T99" fmla="*/ 9 h 32"/>
                <a:gd name="T100" fmla="*/ 7 w 7"/>
                <a:gd name="T101" fmla="*/ 20 h 32"/>
                <a:gd name="T102" fmla="*/ 7 w 7"/>
                <a:gd name="T10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32">
                  <a:moveTo>
                    <a:pt x="0" y="0"/>
                  </a:moveTo>
                  <a:lnTo>
                    <a:pt x="1" y="8"/>
                  </a:lnTo>
                  <a:lnTo>
                    <a:pt x="1" y="15"/>
                  </a:lnTo>
                  <a:lnTo>
                    <a:pt x="1" y="11"/>
                  </a:lnTo>
                  <a:lnTo>
                    <a:pt x="1" y="7"/>
                  </a:lnTo>
                  <a:lnTo>
                    <a:pt x="1" y="11"/>
                  </a:lnTo>
                  <a:lnTo>
                    <a:pt x="1" y="16"/>
                  </a:lnTo>
                  <a:lnTo>
                    <a:pt x="1" y="16"/>
                  </a:lnTo>
                  <a:lnTo>
                    <a:pt x="1" y="13"/>
                  </a:lnTo>
                  <a:lnTo>
                    <a:pt x="1" y="9"/>
                  </a:lnTo>
                  <a:lnTo>
                    <a:pt x="2" y="12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2" y="14"/>
                  </a:lnTo>
                  <a:lnTo>
                    <a:pt x="2" y="12"/>
                  </a:lnTo>
                  <a:lnTo>
                    <a:pt x="2" y="24"/>
                  </a:lnTo>
                  <a:lnTo>
                    <a:pt x="3" y="25"/>
                  </a:lnTo>
                  <a:lnTo>
                    <a:pt x="3" y="14"/>
                  </a:lnTo>
                  <a:lnTo>
                    <a:pt x="3" y="9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3" y="9"/>
                  </a:lnTo>
                  <a:lnTo>
                    <a:pt x="3" y="2"/>
                  </a:lnTo>
                  <a:lnTo>
                    <a:pt x="4" y="6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4" y="12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4" y="13"/>
                  </a:lnTo>
                  <a:lnTo>
                    <a:pt x="4" y="19"/>
                  </a:lnTo>
                  <a:lnTo>
                    <a:pt x="4" y="24"/>
                  </a:lnTo>
                  <a:lnTo>
                    <a:pt x="4" y="21"/>
                  </a:lnTo>
                  <a:lnTo>
                    <a:pt x="5" y="16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5" y="18"/>
                  </a:lnTo>
                  <a:lnTo>
                    <a:pt x="5" y="19"/>
                  </a:lnTo>
                  <a:lnTo>
                    <a:pt x="6" y="12"/>
                  </a:lnTo>
                  <a:lnTo>
                    <a:pt x="6" y="6"/>
                  </a:lnTo>
                  <a:lnTo>
                    <a:pt x="6" y="13"/>
                  </a:lnTo>
                  <a:lnTo>
                    <a:pt x="6" y="21"/>
                  </a:lnTo>
                  <a:lnTo>
                    <a:pt x="6" y="18"/>
                  </a:lnTo>
                  <a:lnTo>
                    <a:pt x="6" y="21"/>
                  </a:lnTo>
                  <a:lnTo>
                    <a:pt x="6" y="30"/>
                  </a:lnTo>
                  <a:lnTo>
                    <a:pt x="6" y="21"/>
                  </a:lnTo>
                  <a:lnTo>
                    <a:pt x="6" y="9"/>
                  </a:lnTo>
                  <a:lnTo>
                    <a:pt x="7" y="20"/>
                  </a:lnTo>
                  <a:lnTo>
                    <a:pt x="7" y="3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4" name="Freeform 995"/>
            <p:cNvSpPr/>
            <p:nvPr/>
          </p:nvSpPr>
          <p:spPr bwMode="auto">
            <a:xfrm>
              <a:off x="3519488" y="4708526"/>
              <a:ext cx="9525" cy="254000"/>
            </a:xfrm>
            <a:custGeom>
              <a:avLst/>
              <a:gdLst>
                <a:gd name="T0" fmla="*/ 0 w 6"/>
                <a:gd name="T1" fmla="*/ 6 h 160"/>
                <a:gd name="T2" fmla="*/ 0 w 6"/>
                <a:gd name="T3" fmla="*/ 18 h 160"/>
                <a:gd name="T4" fmla="*/ 0 w 6"/>
                <a:gd name="T5" fmla="*/ 11 h 160"/>
                <a:gd name="T6" fmla="*/ 0 w 6"/>
                <a:gd name="T7" fmla="*/ 0 h 160"/>
                <a:gd name="T8" fmla="*/ 0 w 6"/>
                <a:gd name="T9" fmla="*/ 0 h 160"/>
                <a:gd name="T10" fmla="*/ 0 w 6"/>
                <a:gd name="T11" fmla="*/ 5 h 160"/>
                <a:gd name="T12" fmla="*/ 1 w 6"/>
                <a:gd name="T13" fmla="*/ 12 h 160"/>
                <a:gd name="T14" fmla="*/ 1 w 6"/>
                <a:gd name="T15" fmla="*/ 25 h 160"/>
                <a:gd name="T16" fmla="*/ 1 w 6"/>
                <a:gd name="T17" fmla="*/ 31 h 160"/>
                <a:gd name="T18" fmla="*/ 1 w 6"/>
                <a:gd name="T19" fmla="*/ 23 h 160"/>
                <a:gd name="T20" fmla="*/ 1 w 6"/>
                <a:gd name="T21" fmla="*/ 27 h 160"/>
                <a:gd name="T22" fmla="*/ 1 w 6"/>
                <a:gd name="T23" fmla="*/ 59 h 160"/>
                <a:gd name="T24" fmla="*/ 1 w 6"/>
                <a:gd name="T25" fmla="*/ 73 h 160"/>
                <a:gd name="T26" fmla="*/ 1 w 6"/>
                <a:gd name="T27" fmla="*/ 47 h 160"/>
                <a:gd name="T28" fmla="*/ 1 w 6"/>
                <a:gd name="T29" fmla="*/ 33 h 160"/>
                <a:gd name="T30" fmla="*/ 2 w 6"/>
                <a:gd name="T31" fmla="*/ 59 h 160"/>
                <a:gd name="T32" fmla="*/ 2 w 6"/>
                <a:gd name="T33" fmla="*/ 76 h 160"/>
                <a:gd name="T34" fmla="*/ 2 w 6"/>
                <a:gd name="T35" fmla="*/ 64 h 160"/>
                <a:gd name="T36" fmla="*/ 2 w 6"/>
                <a:gd name="T37" fmla="*/ 49 h 160"/>
                <a:gd name="T38" fmla="*/ 2 w 6"/>
                <a:gd name="T39" fmla="*/ 51 h 160"/>
                <a:gd name="T40" fmla="*/ 2 w 6"/>
                <a:gd name="T41" fmla="*/ 59 h 160"/>
                <a:gd name="T42" fmla="*/ 3 w 6"/>
                <a:gd name="T43" fmla="*/ 63 h 160"/>
                <a:gd name="T44" fmla="*/ 3 w 6"/>
                <a:gd name="T45" fmla="*/ 62 h 160"/>
                <a:gd name="T46" fmla="*/ 3 w 6"/>
                <a:gd name="T47" fmla="*/ 55 h 160"/>
                <a:gd name="T48" fmla="*/ 3 w 6"/>
                <a:gd name="T49" fmla="*/ 55 h 160"/>
                <a:gd name="T50" fmla="*/ 3 w 6"/>
                <a:gd name="T51" fmla="*/ 75 h 160"/>
                <a:gd name="T52" fmla="*/ 3 w 6"/>
                <a:gd name="T53" fmla="*/ 89 h 160"/>
                <a:gd name="T54" fmla="*/ 3 w 6"/>
                <a:gd name="T55" fmla="*/ 73 h 160"/>
                <a:gd name="T56" fmla="*/ 3 w 6"/>
                <a:gd name="T57" fmla="*/ 58 h 160"/>
                <a:gd name="T58" fmla="*/ 3 w 6"/>
                <a:gd name="T59" fmla="*/ 81 h 160"/>
                <a:gd name="T60" fmla="*/ 4 w 6"/>
                <a:gd name="T61" fmla="*/ 118 h 160"/>
                <a:gd name="T62" fmla="*/ 4 w 6"/>
                <a:gd name="T63" fmla="*/ 123 h 160"/>
                <a:gd name="T64" fmla="*/ 4 w 6"/>
                <a:gd name="T65" fmla="*/ 92 h 160"/>
                <a:gd name="T66" fmla="*/ 4 w 6"/>
                <a:gd name="T67" fmla="*/ 70 h 160"/>
                <a:gd name="T68" fmla="*/ 4 w 6"/>
                <a:gd name="T69" fmla="*/ 81 h 160"/>
                <a:gd name="T70" fmla="*/ 4 w 6"/>
                <a:gd name="T71" fmla="*/ 103 h 160"/>
                <a:gd name="T72" fmla="*/ 4 w 6"/>
                <a:gd name="T73" fmla="*/ 124 h 160"/>
                <a:gd name="T74" fmla="*/ 4 w 6"/>
                <a:gd name="T75" fmla="*/ 135 h 160"/>
                <a:gd name="T76" fmla="*/ 4 w 6"/>
                <a:gd name="T77" fmla="*/ 122 h 160"/>
                <a:gd name="T78" fmla="*/ 5 w 6"/>
                <a:gd name="T79" fmla="*/ 109 h 160"/>
                <a:gd name="T80" fmla="*/ 5 w 6"/>
                <a:gd name="T81" fmla="*/ 133 h 160"/>
                <a:gd name="T82" fmla="*/ 5 w 6"/>
                <a:gd name="T83" fmla="*/ 160 h 160"/>
                <a:gd name="T84" fmla="*/ 5 w 6"/>
                <a:gd name="T85" fmla="*/ 151 h 160"/>
                <a:gd name="T86" fmla="*/ 5 w 6"/>
                <a:gd name="T87" fmla="*/ 138 h 160"/>
                <a:gd name="T88" fmla="*/ 5 w 6"/>
                <a:gd name="T89" fmla="*/ 132 h 160"/>
                <a:gd name="T90" fmla="*/ 6 w 6"/>
                <a:gd name="T91" fmla="*/ 103 h 160"/>
                <a:gd name="T92" fmla="*/ 6 w 6"/>
                <a:gd name="T93" fmla="*/ 75 h 160"/>
                <a:gd name="T94" fmla="*/ 6 w 6"/>
                <a:gd name="T95" fmla="*/ 72 h 160"/>
                <a:gd name="T96" fmla="*/ 6 w 6"/>
                <a:gd name="T97" fmla="*/ 65 h 160"/>
                <a:gd name="T98" fmla="*/ 6 w 6"/>
                <a:gd name="T99" fmla="*/ 43 h 160"/>
                <a:gd name="T100" fmla="*/ 6 w 6"/>
                <a:gd name="T101" fmla="*/ 32 h 160"/>
                <a:gd name="T102" fmla="*/ 6 w 6"/>
                <a:gd name="T103" fmla="*/ 3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60">
                  <a:moveTo>
                    <a:pt x="0" y="6"/>
                  </a:moveTo>
                  <a:lnTo>
                    <a:pt x="0" y="18"/>
                  </a:lnTo>
                  <a:lnTo>
                    <a:pt x="0" y="1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1" y="12"/>
                  </a:lnTo>
                  <a:lnTo>
                    <a:pt x="1" y="25"/>
                  </a:lnTo>
                  <a:lnTo>
                    <a:pt x="1" y="31"/>
                  </a:lnTo>
                  <a:lnTo>
                    <a:pt x="1" y="23"/>
                  </a:lnTo>
                  <a:lnTo>
                    <a:pt x="1" y="27"/>
                  </a:lnTo>
                  <a:lnTo>
                    <a:pt x="1" y="59"/>
                  </a:lnTo>
                  <a:lnTo>
                    <a:pt x="1" y="73"/>
                  </a:lnTo>
                  <a:lnTo>
                    <a:pt x="1" y="47"/>
                  </a:lnTo>
                  <a:lnTo>
                    <a:pt x="1" y="33"/>
                  </a:lnTo>
                  <a:lnTo>
                    <a:pt x="2" y="59"/>
                  </a:lnTo>
                  <a:lnTo>
                    <a:pt x="2" y="76"/>
                  </a:lnTo>
                  <a:lnTo>
                    <a:pt x="2" y="64"/>
                  </a:lnTo>
                  <a:lnTo>
                    <a:pt x="2" y="49"/>
                  </a:lnTo>
                  <a:lnTo>
                    <a:pt x="2" y="51"/>
                  </a:lnTo>
                  <a:lnTo>
                    <a:pt x="2" y="59"/>
                  </a:lnTo>
                  <a:lnTo>
                    <a:pt x="3" y="63"/>
                  </a:lnTo>
                  <a:lnTo>
                    <a:pt x="3" y="62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3" y="75"/>
                  </a:lnTo>
                  <a:lnTo>
                    <a:pt x="3" y="89"/>
                  </a:lnTo>
                  <a:lnTo>
                    <a:pt x="3" y="73"/>
                  </a:lnTo>
                  <a:lnTo>
                    <a:pt x="3" y="58"/>
                  </a:lnTo>
                  <a:lnTo>
                    <a:pt x="3" y="81"/>
                  </a:lnTo>
                  <a:lnTo>
                    <a:pt x="4" y="118"/>
                  </a:lnTo>
                  <a:lnTo>
                    <a:pt x="4" y="123"/>
                  </a:lnTo>
                  <a:lnTo>
                    <a:pt x="4" y="92"/>
                  </a:lnTo>
                  <a:lnTo>
                    <a:pt x="4" y="70"/>
                  </a:lnTo>
                  <a:lnTo>
                    <a:pt x="4" y="81"/>
                  </a:lnTo>
                  <a:lnTo>
                    <a:pt x="4" y="103"/>
                  </a:lnTo>
                  <a:lnTo>
                    <a:pt x="4" y="124"/>
                  </a:lnTo>
                  <a:lnTo>
                    <a:pt x="4" y="135"/>
                  </a:lnTo>
                  <a:lnTo>
                    <a:pt x="4" y="122"/>
                  </a:lnTo>
                  <a:lnTo>
                    <a:pt x="5" y="109"/>
                  </a:lnTo>
                  <a:lnTo>
                    <a:pt x="5" y="133"/>
                  </a:lnTo>
                  <a:lnTo>
                    <a:pt x="5" y="160"/>
                  </a:lnTo>
                  <a:lnTo>
                    <a:pt x="5" y="151"/>
                  </a:lnTo>
                  <a:lnTo>
                    <a:pt x="5" y="138"/>
                  </a:lnTo>
                  <a:lnTo>
                    <a:pt x="5" y="132"/>
                  </a:lnTo>
                  <a:lnTo>
                    <a:pt x="6" y="103"/>
                  </a:lnTo>
                  <a:lnTo>
                    <a:pt x="6" y="75"/>
                  </a:lnTo>
                  <a:lnTo>
                    <a:pt x="6" y="72"/>
                  </a:lnTo>
                  <a:lnTo>
                    <a:pt x="6" y="65"/>
                  </a:lnTo>
                  <a:lnTo>
                    <a:pt x="6" y="43"/>
                  </a:lnTo>
                  <a:lnTo>
                    <a:pt x="6" y="32"/>
                  </a:lnTo>
                  <a:lnTo>
                    <a:pt x="6" y="3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5" name="Freeform 996"/>
            <p:cNvSpPr/>
            <p:nvPr/>
          </p:nvSpPr>
          <p:spPr bwMode="auto">
            <a:xfrm>
              <a:off x="3529013" y="4568826"/>
              <a:ext cx="11113" cy="190500"/>
            </a:xfrm>
            <a:custGeom>
              <a:avLst/>
              <a:gdLst>
                <a:gd name="T0" fmla="*/ 0 w 7"/>
                <a:gd name="T1" fmla="*/ 120 h 120"/>
                <a:gd name="T2" fmla="*/ 0 w 7"/>
                <a:gd name="T3" fmla="*/ 118 h 120"/>
                <a:gd name="T4" fmla="*/ 0 w 7"/>
                <a:gd name="T5" fmla="*/ 106 h 120"/>
                <a:gd name="T6" fmla="*/ 0 w 7"/>
                <a:gd name="T7" fmla="*/ 91 h 120"/>
                <a:gd name="T8" fmla="*/ 0 w 7"/>
                <a:gd name="T9" fmla="*/ 85 h 120"/>
                <a:gd name="T10" fmla="*/ 1 w 7"/>
                <a:gd name="T11" fmla="*/ 89 h 120"/>
                <a:gd name="T12" fmla="*/ 1 w 7"/>
                <a:gd name="T13" fmla="*/ 88 h 120"/>
                <a:gd name="T14" fmla="*/ 1 w 7"/>
                <a:gd name="T15" fmla="*/ 80 h 120"/>
                <a:gd name="T16" fmla="*/ 1 w 7"/>
                <a:gd name="T17" fmla="*/ 79 h 120"/>
                <a:gd name="T18" fmla="*/ 1 w 7"/>
                <a:gd name="T19" fmla="*/ 78 h 120"/>
                <a:gd name="T20" fmla="*/ 1 w 7"/>
                <a:gd name="T21" fmla="*/ 64 h 120"/>
                <a:gd name="T22" fmla="*/ 2 w 7"/>
                <a:gd name="T23" fmla="*/ 72 h 120"/>
                <a:gd name="T24" fmla="*/ 2 w 7"/>
                <a:gd name="T25" fmla="*/ 105 h 120"/>
                <a:gd name="T26" fmla="*/ 2 w 7"/>
                <a:gd name="T27" fmla="*/ 103 h 120"/>
                <a:gd name="T28" fmla="*/ 2 w 7"/>
                <a:gd name="T29" fmla="*/ 68 h 120"/>
                <a:gd name="T30" fmla="*/ 2 w 7"/>
                <a:gd name="T31" fmla="*/ 61 h 120"/>
                <a:gd name="T32" fmla="*/ 2 w 7"/>
                <a:gd name="T33" fmla="*/ 77 h 120"/>
                <a:gd name="T34" fmla="*/ 2 w 7"/>
                <a:gd name="T35" fmla="*/ 75 h 120"/>
                <a:gd name="T36" fmla="*/ 2 w 7"/>
                <a:gd name="T37" fmla="*/ 69 h 120"/>
                <a:gd name="T38" fmla="*/ 2 w 7"/>
                <a:gd name="T39" fmla="*/ 73 h 120"/>
                <a:gd name="T40" fmla="*/ 3 w 7"/>
                <a:gd name="T41" fmla="*/ 66 h 120"/>
                <a:gd name="T42" fmla="*/ 3 w 7"/>
                <a:gd name="T43" fmla="*/ 58 h 120"/>
                <a:gd name="T44" fmla="*/ 3 w 7"/>
                <a:gd name="T45" fmla="*/ 68 h 120"/>
                <a:gd name="T46" fmla="*/ 3 w 7"/>
                <a:gd name="T47" fmla="*/ 72 h 120"/>
                <a:gd name="T48" fmla="*/ 3 w 7"/>
                <a:gd name="T49" fmla="*/ 54 h 120"/>
                <a:gd name="T50" fmla="*/ 3 w 7"/>
                <a:gd name="T51" fmla="*/ 44 h 120"/>
                <a:gd name="T52" fmla="*/ 3 w 7"/>
                <a:gd name="T53" fmla="*/ 48 h 120"/>
                <a:gd name="T54" fmla="*/ 3 w 7"/>
                <a:gd name="T55" fmla="*/ 36 h 120"/>
                <a:gd name="T56" fmla="*/ 3 w 7"/>
                <a:gd name="T57" fmla="*/ 10 h 120"/>
                <a:gd name="T58" fmla="*/ 4 w 7"/>
                <a:gd name="T59" fmla="*/ 0 h 120"/>
                <a:gd name="T60" fmla="*/ 4 w 7"/>
                <a:gd name="T61" fmla="*/ 9 h 120"/>
                <a:gd name="T62" fmla="*/ 4 w 7"/>
                <a:gd name="T63" fmla="*/ 11 h 120"/>
                <a:gd name="T64" fmla="*/ 4 w 7"/>
                <a:gd name="T65" fmla="*/ 0 h 120"/>
                <a:gd name="T66" fmla="*/ 4 w 7"/>
                <a:gd name="T67" fmla="*/ 1 h 120"/>
                <a:gd name="T68" fmla="*/ 4 w 7"/>
                <a:gd name="T69" fmla="*/ 21 h 120"/>
                <a:gd name="T70" fmla="*/ 5 w 7"/>
                <a:gd name="T71" fmla="*/ 36 h 120"/>
                <a:gd name="T72" fmla="*/ 5 w 7"/>
                <a:gd name="T73" fmla="*/ 41 h 120"/>
                <a:gd name="T74" fmla="*/ 5 w 7"/>
                <a:gd name="T75" fmla="*/ 49 h 120"/>
                <a:gd name="T76" fmla="*/ 5 w 7"/>
                <a:gd name="T77" fmla="*/ 53 h 120"/>
                <a:gd name="T78" fmla="*/ 5 w 7"/>
                <a:gd name="T79" fmla="*/ 55 h 120"/>
                <a:gd name="T80" fmla="*/ 5 w 7"/>
                <a:gd name="T81" fmla="*/ 68 h 120"/>
                <a:gd name="T82" fmla="*/ 5 w 7"/>
                <a:gd name="T83" fmla="*/ 83 h 120"/>
                <a:gd name="T84" fmla="*/ 5 w 7"/>
                <a:gd name="T85" fmla="*/ 76 h 120"/>
                <a:gd name="T86" fmla="*/ 5 w 7"/>
                <a:gd name="T87" fmla="*/ 70 h 120"/>
                <a:gd name="T88" fmla="*/ 6 w 7"/>
                <a:gd name="T89" fmla="*/ 80 h 120"/>
                <a:gd name="T90" fmla="*/ 6 w 7"/>
                <a:gd name="T91" fmla="*/ 80 h 120"/>
                <a:gd name="T92" fmla="*/ 6 w 7"/>
                <a:gd name="T93" fmla="*/ 69 h 120"/>
                <a:gd name="T94" fmla="*/ 6 w 7"/>
                <a:gd name="T95" fmla="*/ 71 h 120"/>
                <a:gd name="T96" fmla="*/ 6 w 7"/>
                <a:gd name="T97" fmla="*/ 82 h 120"/>
                <a:gd name="T98" fmla="*/ 6 w 7"/>
                <a:gd name="T99" fmla="*/ 76 h 120"/>
                <a:gd name="T100" fmla="*/ 7 w 7"/>
                <a:gd name="T101" fmla="*/ 66 h 120"/>
                <a:gd name="T102" fmla="*/ 7 w 7"/>
                <a:gd name="T103" fmla="*/ 7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20">
                  <a:moveTo>
                    <a:pt x="0" y="120"/>
                  </a:moveTo>
                  <a:lnTo>
                    <a:pt x="0" y="118"/>
                  </a:lnTo>
                  <a:lnTo>
                    <a:pt x="0" y="106"/>
                  </a:lnTo>
                  <a:lnTo>
                    <a:pt x="0" y="91"/>
                  </a:lnTo>
                  <a:lnTo>
                    <a:pt x="0" y="85"/>
                  </a:lnTo>
                  <a:lnTo>
                    <a:pt x="1" y="89"/>
                  </a:lnTo>
                  <a:lnTo>
                    <a:pt x="1" y="88"/>
                  </a:lnTo>
                  <a:lnTo>
                    <a:pt x="1" y="80"/>
                  </a:lnTo>
                  <a:lnTo>
                    <a:pt x="1" y="79"/>
                  </a:lnTo>
                  <a:lnTo>
                    <a:pt x="1" y="78"/>
                  </a:lnTo>
                  <a:lnTo>
                    <a:pt x="1" y="64"/>
                  </a:lnTo>
                  <a:lnTo>
                    <a:pt x="2" y="72"/>
                  </a:lnTo>
                  <a:lnTo>
                    <a:pt x="2" y="105"/>
                  </a:lnTo>
                  <a:lnTo>
                    <a:pt x="2" y="103"/>
                  </a:lnTo>
                  <a:lnTo>
                    <a:pt x="2" y="68"/>
                  </a:lnTo>
                  <a:lnTo>
                    <a:pt x="2" y="61"/>
                  </a:lnTo>
                  <a:lnTo>
                    <a:pt x="2" y="77"/>
                  </a:lnTo>
                  <a:lnTo>
                    <a:pt x="2" y="75"/>
                  </a:lnTo>
                  <a:lnTo>
                    <a:pt x="2" y="69"/>
                  </a:lnTo>
                  <a:lnTo>
                    <a:pt x="2" y="73"/>
                  </a:lnTo>
                  <a:lnTo>
                    <a:pt x="3" y="66"/>
                  </a:lnTo>
                  <a:lnTo>
                    <a:pt x="3" y="58"/>
                  </a:lnTo>
                  <a:lnTo>
                    <a:pt x="3" y="68"/>
                  </a:lnTo>
                  <a:lnTo>
                    <a:pt x="3" y="72"/>
                  </a:lnTo>
                  <a:lnTo>
                    <a:pt x="3" y="54"/>
                  </a:lnTo>
                  <a:lnTo>
                    <a:pt x="3" y="44"/>
                  </a:lnTo>
                  <a:lnTo>
                    <a:pt x="3" y="48"/>
                  </a:lnTo>
                  <a:lnTo>
                    <a:pt x="3" y="36"/>
                  </a:lnTo>
                  <a:lnTo>
                    <a:pt x="3" y="10"/>
                  </a:lnTo>
                  <a:lnTo>
                    <a:pt x="4" y="0"/>
                  </a:lnTo>
                  <a:lnTo>
                    <a:pt x="4" y="9"/>
                  </a:lnTo>
                  <a:lnTo>
                    <a:pt x="4" y="11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21"/>
                  </a:lnTo>
                  <a:lnTo>
                    <a:pt x="5" y="36"/>
                  </a:lnTo>
                  <a:lnTo>
                    <a:pt x="5" y="41"/>
                  </a:lnTo>
                  <a:lnTo>
                    <a:pt x="5" y="49"/>
                  </a:lnTo>
                  <a:lnTo>
                    <a:pt x="5" y="53"/>
                  </a:lnTo>
                  <a:lnTo>
                    <a:pt x="5" y="55"/>
                  </a:lnTo>
                  <a:lnTo>
                    <a:pt x="5" y="68"/>
                  </a:lnTo>
                  <a:lnTo>
                    <a:pt x="5" y="83"/>
                  </a:lnTo>
                  <a:lnTo>
                    <a:pt x="5" y="76"/>
                  </a:lnTo>
                  <a:lnTo>
                    <a:pt x="5" y="70"/>
                  </a:lnTo>
                  <a:lnTo>
                    <a:pt x="6" y="80"/>
                  </a:lnTo>
                  <a:lnTo>
                    <a:pt x="6" y="80"/>
                  </a:lnTo>
                  <a:lnTo>
                    <a:pt x="6" y="69"/>
                  </a:lnTo>
                  <a:lnTo>
                    <a:pt x="6" y="71"/>
                  </a:lnTo>
                  <a:lnTo>
                    <a:pt x="6" y="82"/>
                  </a:lnTo>
                  <a:lnTo>
                    <a:pt x="6" y="76"/>
                  </a:lnTo>
                  <a:lnTo>
                    <a:pt x="7" y="66"/>
                  </a:lnTo>
                  <a:lnTo>
                    <a:pt x="7" y="7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6" name="Freeform 997"/>
            <p:cNvSpPr/>
            <p:nvPr/>
          </p:nvSpPr>
          <p:spPr bwMode="auto">
            <a:xfrm>
              <a:off x="3540125" y="4638676"/>
              <a:ext cx="9525" cy="109538"/>
            </a:xfrm>
            <a:custGeom>
              <a:avLst/>
              <a:gdLst>
                <a:gd name="T0" fmla="*/ 0 w 6"/>
                <a:gd name="T1" fmla="*/ 22 h 69"/>
                <a:gd name="T2" fmla="*/ 0 w 6"/>
                <a:gd name="T3" fmla="*/ 27 h 69"/>
                <a:gd name="T4" fmla="*/ 0 w 6"/>
                <a:gd name="T5" fmla="*/ 33 h 69"/>
                <a:gd name="T6" fmla="*/ 0 w 6"/>
                <a:gd name="T7" fmla="*/ 30 h 69"/>
                <a:gd name="T8" fmla="*/ 0 w 6"/>
                <a:gd name="T9" fmla="*/ 29 h 69"/>
                <a:gd name="T10" fmla="*/ 0 w 6"/>
                <a:gd name="T11" fmla="*/ 32 h 69"/>
                <a:gd name="T12" fmla="*/ 0 w 6"/>
                <a:gd name="T13" fmla="*/ 29 h 69"/>
                <a:gd name="T14" fmla="*/ 0 w 6"/>
                <a:gd name="T15" fmla="*/ 23 h 69"/>
                <a:gd name="T16" fmla="*/ 0 w 6"/>
                <a:gd name="T17" fmla="*/ 22 h 69"/>
                <a:gd name="T18" fmla="*/ 1 w 6"/>
                <a:gd name="T19" fmla="*/ 20 h 69"/>
                <a:gd name="T20" fmla="*/ 1 w 6"/>
                <a:gd name="T21" fmla="*/ 14 h 69"/>
                <a:gd name="T22" fmla="*/ 1 w 6"/>
                <a:gd name="T23" fmla="*/ 17 h 69"/>
                <a:gd name="T24" fmla="*/ 1 w 6"/>
                <a:gd name="T25" fmla="*/ 29 h 69"/>
                <a:gd name="T26" fmla="*/ 1 w 6"/>
                <a:gd name="T27" fmla="*/ 29 h 69"/>
                <a:gd name="T28" fmla="*/ 1 w 6"/>
                <a:gd name="T29" fmla="*/ 25 h 69"/>
                <a:gd name="T30" fmla="*/ 1 w 6"/>
                <a:gd name="T31" fmla="*/ 32 h 69"/>
                <a:gd name="T32" fmla="*/ 1 w 6"/>
                <a:gd name="T33" fmla="*/ 49 h 69"/>
                <a:gd name="T34" fmla="*/ 1 w 6"/>
                <a:gd name="T35" fmla="*/ 56 h 69"/>
                <a:gd name="T36" fmla="*/ 1 w 6"/>
                <a:gd name="T37" fmla="*/ 52 h 69"/>
                <a:gd name="T38" fmla="*/ 2 w 6"/>
                <a:gd name="T39" fmla="*/ 50 h 69"/>
                <a:gd name="T40" fmla="*/ 2 w 6"/>
                <a:gd name="T41" fmla="*/ 56 h 69"/>
                <a:gd name="T42" fmla="*/ 2 w 6"/>
                <a:gd name="T43" fmla="*/ 66 h 69"/>
                <a:gd name="T44" fmla="*/ 2 w 6"/>
                <a:gd name="T45" fmla="*/ 69 h 69"/>
                <a:gd name="T46" fmla="*/ 2 w 6"/>
                <a:gd name="T47" fmla="*/ 57 h 69"/>
                <a:gd name="T48" fmla="*/ 2 w 6"/>
                <a:gd name="T49" fmla="*/ 39 h 69"/>
                <a:gd name="T50" fmla="*/ 3 w 6"/>
                <a:gd name="T51" fmla="*/ 34 h 69"/>
                <a:gd name="T52" fmla="*/ 3 w 6"/>
                <a:gd name="T53" fmla="*/ 37 h 69"/>
                <a:gd name="T54" fmla="*/ 3 w 6"/>
                <a:gd name="T55" fmla="*/ 32 h 69"/>
                <a:gd name="T56" fmla="*/ 3 w 6"/>
                <a:gd name="T57" fmla="*/ 19 h 69"/>
                <a:gd name="T58" fmla="*/ 3 w 6"/>
                <a:gd name="T59" fmla="*/ 6 h 69"/>
                <a:gd name="T60" fmla="*/ 3 w 6"/>
                <a:gd name="T61" fmla="*/ 0 h 69"/>
                <a:gd name="T62" fmla="*/ 3 w 6"/>
                <a:gd name="T63" fmla="*/ 6 h 69"/>
                <a:gd name="T64" fmla="*/ 3 w 6"/>
                <a:gd name="T65" fmla="*/ 14 h 69"/>
                <a:gd name="T66" fmla="*/ 3 w 6"/>
                <a:gd name="T67" fmla="*/ 10 h 69"/>
                <a:gd name="T68" fmla="*/ 4 w 6"/>
                <a:gd name="T69" fmla="*/ 3 h 69"/>
                <a:gd name="T70" fmla="*/ 4 w 6"/>
                <a:gd name="T71" fmla="*/ 10 h 69"/>
                <a:gd name="T72" fmla="*/ 4 w 6"/>
                <a:gd name="T73" fmla="*/ 19 h 69"/>
                <a:gd name="T74" fmla="*/ 4 w 6"/>
                <a:gd name="T75" fmla="*/ 13 h 69"/>
                <a:gd name="T76" fmla="*/ 4 w 6"/>
                <a:gd name="T77" fmla="*/ 4 h 69"/>
                <a:gd name="T78" fmla="*/ 4 w 6"/>
                <a:gd name="T79" fmla="*/ 9 h 69"/>
                <a:gd name="T80" fmla="*/ 5 w 6"/>
                <a:gd name="T81" fmla="*/ 14 h 69"/>
                <a:gd name="T82" fmla="*/ 5 w 6"/>
                <a:gd name="T83" fmla="*/ 9 h 69"/>
                <a:gd name="T84" fmla="*/ 5 w 6"/>
                <a:gd name="T85" fmla="*/ 5 h 69"/>
                <a:gd name="T86" fmla="*/ 5 w 6"/>
                <a:gd name="T87" fmla="*/ 12 h 69"/>
                <a:gd name="T88" fmla="*/ 5 w 6"/>
                <a:gd name="T89" fmla="*/ 20 h 69"/>
                <a:gd name="T90" fmla="*/ 5 w 6"/>
                <a:gd name="T91" fmla="*/ 20 h 69"/>
                <a:gd name="T92" fmla="*/ 5 w 6"/>
                <a:gd name="T93" fmla="*/ 19 h 69"/>
                <a:gd name="T94" fmla="*/ 5 w 6"/>
                <a:gd name="T95" fmla="*/ 25 h 69"/>
                <a:gd name="T96" fmla="*/ 5 w 6"/>
                <a:gd name="T97" fmla="*/ 34 h 69"/>
                <a:gd name="T98" fmla="*/ 6 w 6"/>
                <a:gd name="T99" fmla="*/ 36 h 69"/>
                <a:gd name="T100" fmla="*/ 6 w 6"/>
                <a:gd name="T101" fmla="*/ 31 h 69"/>
                <a:gd name="T102" fmla="*/ 6 w 6"/>
                <a:gd name="T103" fmla="*/ 2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9">
                  <a:moveTo>
                    <a:pt x="0" y="22"/>
                  </a:moveTo>
                  <a:lnTo>
                    <a:pt x="0" y="27"/>
                  </a:lnTo>
                  <a:lnTo>
                    <a:pt x="0" y="33"/>
                  </a:lnTo>
                  <a:lnTo>
                    <a:pt x="0" y="30"/>
                  </a:lnTo>
                  <a:lnTo>
                    <a:pt x="0" y="29"/>
                  </a:lnTo>
                  <a:lnTo>
                    <a:pt x="0" y="32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1" y="17"/>
                  </a:lnTo>
                  <a:lnTo>
                    <a:pt x="1" y="29"/>
                  </a:lnTo>
                  <a:lnTo>
                    <a:pt x="1" y="29"/>
                  </a:lnTo>
                  <a:lnTo>
                    <a:pt x="1" y="25"/>
                  </a:lnTo>
                  <a:lnTo>
                    <a:pt x="1" y="32"/>
                  </a:lnTo>
                  <a:lnTo>
                    <a:pt x="1" y="49"/>
                  </a:lnTo>
                  <a:lnTo>
                    <a:pt x="1" y="56"/>
                  </a:lnTo>
                  <a:lnTo>
                    <a:pt x="1" y="52"/>
                  </a:lnTo>
                  <a:lnTo>
                    <a:pt x="2" y="50"/>
                  </a:lnTo>
                  <a:lnTo>
                    <a:pt x="2" y="56"/>
                  </a:lnTo>
                  <a:lnTo>
                    <a:pt x="2" y="66"/>
                  </a:lnTo>
                  <a:lnTo>
                    <a:pt x="2" y="69"/>
                  </a:lnTo>
                  <a:lnTo>
                    <a:pt x="2" y="57"/>
                  </a:lnTo>
                  <a:lnTo>
                    <a:pt x="2" y="39"/>
                  </a:lnTo>
                  <a:lnTo>
                    <a:pt x="3" y="34"/>
                  </a:lnTo>
                  <a:lnTo>
                    <a:pt x="3" y="37"/>
                  </a:lnTo>
                  <a:lnTo>
                    <a:pt x="3" y="32"/>
                  </a:lnTo>
                  <a:lnTo>
                    <a:pt x="3" y="19"/>
                  </a:lnTo>
                  <a:lnTo>
                    <a:pt x="3" y="6"/>
                  </a:lnTo>
                  <a:lnTo>
                    <a:pt x="3" y="0"/>
                  </a:lnTo>
                  <a:lnTo>
                    <a:pt x="3" y="6"/>
                  </a:lnTo>
                  <a:lnTo>
                    <a:pt x="3" y="14"/>
                  </a:lnTo>
                  <a:lnTo>
                    <a:pt x="3" y="10"/>
                  </a:lnTo>
                  <a:lnTo>
                    <a:pt x="4" y="3"/>
                  </a:lnTo>
                  <a:lnTo>
                    <a:pt x="4" y="10"/>
                  </a:lnTo>
                  <a:lnTo>
                    <a:pt x="4" y="19"/>
                  </a:lnTo>
                  <a:lnTo>
                    <a:pt x="4" y="13"/>
                  </a:lnTo>
                  <a:lnTo>
                    <a:pt x="4" y="4"/>
                  </a:lnTo>
                  <a:lnTo>
                    <a:pt x="4" y="9"/>
                  </a:lnTo>
                  <a:lnTo>
                    <a:pt x="5" y="14"/>
                  </a:lnTo>
                  <a:lnTo>
                    <a:pt x="5" y="9"/>
                  </a:lnTo>
                  <a:lnTo>
                    <a:pt x="5" y="5"/>
                  </a:lnTo>
                  <a:lnTo>
                    <a:pt x="5" y="12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5" y="25"/>
                  </a:lnTo>
                  <a:lnTo>
                    <a:pt x="5" y="34"/>
                  </a:lnTo>
                  <a:lnTo>
                    <a:pt x="6" y="36"/>
                  </a:lnTo>
                  <a:lnTo>
                    <a:pt x="6" y="31"/>
                  </a:lnTo>
                  <a:lnTo>
                    <a:pt x="6" y="2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7" name="Freeform 998"/>
            <p:cNvSpPr/>
            <p:nvPr/>
          </p:nvSpPr>
          <p:spPr bwMode="auto">
            <a:xfrm>
              <a:off x="3549650" y="4637088"/>
              <a:ext cx="9525" cy="82550"/>
            </a:xfrm>
            <a:custGeom>
              <a:avLst/>
              <a:gdLst>
                <a:gd name="T0" fmla="*/ 0 w 6"/>
                <a:gd name="T1" fmla="*/ 32 h 52"/>
                <a:gd name="T2" fmla="*/ 0 w 6"/>
                <a:gd name="T3" fmla="*/ 28 h 52"/>
                <a:gd name="T4" fmla="*/ 0 w 6"/>
                <a:gd name="T5" fmla="*/ 26 h 52"/>
                <a:gd name="T6" fmla="*/ 0 w 6"/>
                <a:gd name="T7" fmla="*/ 28 h 52"/>
                <a:gd name="T8" fmla="*/ 0 w 6"/>
                <a:gd name="T9" fmla="*/ 35 h 52"/>
                <a:gd name="T10" fmla="*/ 0 w 6"/>
                <a:gd name="T11" fmla="*/ 30 h 52"/>
                <a:gd name="T12" fmla="*/ 0 w 6"/>
                <a:gd name="T13" fmla="*/ 12 h 52"/>
                <a:gd name="T14" fmla="*/ 0 w 6"/>
                <a:gd name="T15" fmla="*/ 10 h 52"/>
                <a:gd name="T16" fmla="*/ 1 w 6"/>
                <a:gd name="T17" fmla="*/ 22 h 52"/>
                <a:gd name="T18" fmla="*/ 1 w 6"/>
                <a:gd name="T19" fmla="*/ 17 h 52"/>
                <a:gd name="T20" fmla="*/ 1 w 6"/>
                <a:gd name="T21" fmla="*/ 1 h 52"/>
                <a:gd name="T22" fmla="*/ 1 w 6"/>
                <a:gd name="T23" fmla="*/ 0 h 52"/>
                <a:gd name="T24" fmla="*/ 1 w 6"/>
                <a:gd name="T25" fmla="*/ 10 h 52"/>
                <a:gd name="T26" fmla="*/ 1 w 6"/>
                <a:gd name="T27" fmla="*/ 14 h 52"/>
                <a:gd name="T28" fmla="*/ 2 w 6"/>
                <a:gd name="T29" fmla="*/ 12 h 52"/>
                <a:gd name="T30" fmla="*/ 2 w 6"/>
                <a:gd name="T31" fmla="*/ 12 h 52"/>
                <a:gd name="T32" fmla="*/ 2 w 6"/>
                <a:gd name="T33" fmla="*/ 16 h 52"/>
                <a:gd name="T34" fmla="*/ 2 w 6"/>
                <a:gd name="T35" fmla="*/ 23 h 52"/>
                <a:gd name="T36" fmla="*/ 2 w 6"/>
                <a:gd name="T37" fmla="*/ 33 h 52"/>
                <a:gd name="T38" fmla="*/ 2 w 6"/>
                <a:gd name="T39" fmla="*/ 38 h 52"/>
                <a:gd name="T40" fmla="*/ 2 w 6"/>
                <a:gd name="T41" fmla="*/ 33 h 52"/>
                <a:gd name="T42" fmla="*/ 2 w 6"/>
                <a:gd name="T43" fmla="*/ 26 h 52"/>
                <a:gd name="T44" fmla="*/ 2 w 6"/>
                <a:gd name="T45" fmla="*/ 26 h 52"/>
                <a:gd name="T46" fmla="*/ 3 w 6"/>
                <a:gd name="T47" fmla="*/ 26 h 52"/>
                <a:gd name="T48" fmla="*/ 3 w 6"/>
                <a:gd name="T49" fmla="*/ 21 h 52"/>
                <a:gd name="T50" fmla="*/ 3 w 6"/>
                <a:gd name="T51" fmla="*/ 19 h 52"/>
                <a:gd name="T52" fmla="*/ 3 w 6"/>
                <a:gd name="T53" fmla="*/ 18 h 52"/>
                <a:gd name="T54" fmla="*/ 3 w 6"/>
                <a:gd name="T55" fmla="*/ 13 h 52"/>
                <a:gd name="T56" fmla="*/ 3 w 6"/>
                <a:gd name="T57" fmla="*/ 13 h 52"/>
                <a:gd name="T58" fmla="*/ 4 w 6"/>
                <a:gd name="T59" fmla="*/ 20 h 52"/>
                <a:gd name="T60" fmla="*/ 4 w 6"/>
                <a:gd name="T61" fmla="*/ 24 h 52"/>
                <a:gd name="T62" fmla="*/ 4 w 6"/>
                <a:gd name="T63" fmla="*/ 21 h 52"/>
                <a:gd name="T64" fmla="*/ 4 w 6"/>
                <a:gd name="T65" fmla="*/ 21 h 52"/>
                <a:gd name="T66" fmla="*/ 4 w 6"/>
                <a:gd name="T67" fmla="*/ 19 h 52"/>
                <a:gd name="T68" fmla="*/ 4 w 6"/>
                <a:gd name="T69" fmla="*/ 16 h 52"/>
                <a:gd name="T70" fmla="*/ 4 w 6"/>
                <a:gd name="T71" fmla="*/ 20 h 52"/>
                <a:gd name="T72" fmla="*/ 4 w 6"/>
                <a:gd name="T73" fmla="*/ 26 h 52"/>
                <a:gd name="T74" fmla="*/ 4 w 6"/>
                <a:gd name="T75" fmla="*/ 25 h 52"/>
                <a:gd name="T76" fmla="*/ 4 w 6"/>
                <a:gd name="T77" fmla="*/ 21 h 52"/>
                <a:gd name="T78" fmla="*/ 5 w 6"/>
                <a:gd name="T79" fmla="*/ 21 h 52"/>
                <a:gd name="T80" fmla="*/ 5 w 6"/>
                <a:gd name="T81" fmla="*/ 22 h 52"/>
                <a:gd name="T82" fmla="*/ 5 w 6"/>
                <a:gd name="T83" fmla="*/ 26 h 52"/>
                <a:gd name="T84" fmla="*/ 5 w 6"/>
                <a:gd name="T85" fmla="*/ 31 h 52"/>
                <a:gd name="T86" fmla="*/ 5 w 6"/>
                <a:gd name="T87" fmla="*/ 27 h 52"/>
                <a:gd name="T88" fmla="*/ 5 w 6"/>
                <a:gd name="T89" fmla="*/ 17 h 52"/>
                <a:gd name="T90" fmla="*/ 5 w 6"/>
                <a:gd name="T91" fmla="*/ 21 h 52"/>
                <a:gd name="T92" fmla="*/ 5 w 6"/>
                <a:gd name="T93" fmla="*/ 38 h 52"/>
                <a:gd name="T94" fmla="*/ 5 w 6"/>
                <a:gd name="T95" fmla="*/ 46 h 52"/>
                <a:gd name="T96" fmla="*/ 6 w 6"/>
                <a:gd name="T97" fmla="*/ 40 h 52"/>
                <a:gd name="T98" fmla="*/ 6 w 6"/>
                <a:gd name="T99" fmla="*/ 39 h 52"/>
                <a:gd name="T100" fmla="*/ 6 w 6"/>
                <a:gd name="T101" fmla="*/ 47 h 52"/>
                <a:gd name="T102" fmla="*/ 6 w 6"/>
                <a:gd name="T103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2">
                  <a:moveTo>
                    <a:pt x="0" y="32"/>
                  </a:moveTo>
                  <a:lnTo>
                    <a:pt x="0" y="28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35"/>
                  </a:lnTo>
                  <a:lnTo>
                    <a:pt x="0" y="30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1" y="22"/>
                  </a:lnTo>
                  <a:lnTo>
                    <a:pt x="1" y="17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10"/>
                  </a:lnTo>
                  <a:lnTo>
                    <a:pt x="1" y="14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6"/>
                  </a:lnTo>
                  <a:lnTo>
                    <a:pt x="2" y="23"/>
                  </a:lnTo>
                  <a:lnTo>
                    <a:pt x="2" y="33"/>
                  </a:lnTo>
                  <a:lnTo>
                    <a:pt x="2" y="38"/>
                  </a:lnTo>
                  <a:lnTo>
                    <a:pt x="2" y="33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3" y="26"/>
                  </a:lnTo>
                  <a:lnTo>
                    <a:pt x="3" y="21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4" y="20"/>
                  </a:lnTo>
                  <a:lnTo>
                    <a:pt x="4" y="24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4" y="16"/>
                  </a:lnTo>
                  <a:lnTo>
                    <a:pt x="4" y="20"/>
                  </a:lnTo>
                  <a:lnTo>
                    <a:pt x="4" y="26"/>
                  </a:lnTo>
                  <a:lnTo>
                    <a:pt x="4" y="25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5" y="22"/>
                  </a:lnTo>
                  <a:lnTo>
                    <a:pt x="5" y="26"/>
                  </a:lnTo>
                  <a:lnTo>
                    <a:pt x="5" y="31"/>
                  </a:lnTo>
                  <a:lnTo>
                    <a:pt x="5" y="27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5" y="38"/>
                  </a:lnTo>
                  <a:lnTo>
                    <a:pt x="5" y="46"/>
                  </a:lnTo>
                  <a:lnTo>
                    <a:pt x="6" y="40"/>
                  </a:lnTo>
                  <a:lnTo>
                    <a:pt x="6" y="39"/>
                  </a:lnTo>
                  <a:lnTo>
                    <a:pt x="6" y="47"/>
                  </a:lnTo>
                  <a:lnTo>
                    <a:pt x="6" y="5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8" name="Freeform 999"/>
            <p:cNvSpPr/>
            <p:nvPr/>
          </p:nvSpPr>
          <p:spPr bwMode="auto">
            <a:xfrm>
              <a:off x="3559175" y="4699001"/>
              <a:ext cx="9525" cy="207963"/>
            </a:xfrm>
            <a:custGeom>
              <a:avLst/>
              <a:gdLst>
                <a:gd name="T0" fmla="*/ 0 w 6"/>
                <a:gd name="T1" fmla="*/ 8 h 131"/>
                <a:gd name="T2" fmla="*/ 0 w 6"/>
                <a:gd name="T3" fmla="*/ 13 h 131"/>
                <a:gd name="T4" fmla="*/ 0 w 6"/>
                <a:gd name="T5" fmla="*/ 16 h 131"/>
                <a:gd name="T6" fmla="*/ 0 w 6"/>
                <a:gd name="T7" fmla="*/ 18 h 131"/>
                <a:gd name="T8" fmla="*/ 1 w 6"/>
                <a:gd name="T9" fmla="*/ 9 h 131"/>
                <a:gd name="T10" fmla="*/ 1 w 6"/>
                <a:gd name="T11" fmla="*/ 0 h 131"/>
                <a:gd name="T12" fmla="*/ 1 w 6"/>
                <a:gd name="T13" fmla="*/ 6 h 131"/>
                <a:gd name="T14" fmla="*/ 1 w 6"/>
                <a:gd name="T15" fmla="*/ 14 h 131"/>
                <a:gd name="T16" fmla="*/ 1 w 6"/>
                <a:gd name="T17" fmla="*/ 8 h 131"/>
                <a:gd name="T18" fmla="*/ 1 w 6"/>
                <a:gd name="T19" fmla="*/ 3 h 131"/>
                <a:gd name="T20" fmla="*/ 1 w 6"/>
                <a:gd name="T21" fmla="*/ 12 h 131"/>
                <a:gd name="T22" fmla="*/ 1 w 6"/>
                <a:gd name="T23" fmla="*/ 15 h 131"/>
                <a:gd name="T24" fmla="*/ 1 w 6"/>
                <a:gd name="T25" fmla="*/ 8 h 131"/>
                <a:gd name="T26" fmla="*/ 2 w 6"/>
                <a:gd name="T27" fmla="*/ 9 h 131"/>
                <a:gd name="T28" fmla="*/ 2 w 6"/>
                <a:gd name="T29" fmla="*/ 19 h 131"/>
                <a:gd name="T30" fmla="*/ 2 w 6"/>
                <a:gd name="T31" fmla="*/ 23 h 131"/>
                <a:gd name="T32" fmla="*/ 2 w 6"/>
                <a:gd name="T33" fmla="*/ 19 h 131"/>
                <a:gd name="T34" fmla="*/ 2 w 6"/>
                <a:gd name="T35" fmla="*/ 17 h 131"/>
                <a:gd name="T36" fmla="*/ 2 w 6"/>
                <a:gd name="T37" fmla="*/ 21 h 131"/>
                <a:gd name="T38" fmla="*/ 3 w 6"/>
                <a:gd name="T39" fmla="*/ 26 h 131"/>
                <a:gd name="T40" fmla="*/ 3 w 6"/>
                <a:gd name="T41" fmla="*/ 35 h 131"/>
                <a:gd name="T42" fmla="*/ 3 w 6"/>
                <a:gd name="T43" fmla="*/ 46 h 131"/>
                <a:gd name="T44" fmla="*/ 3 w 6"/>
                <a:gd name="T45" fmla="*/ 45 h 131"/>
                <a:gd name="T46" fmla="*/ 3 w 6"/>
                <a:gd name="T47" fmla="*/ 39 h 131"/>
                <a:gd name="T48" fmla="*/ 3 w 6"/>
                <a:gd name="T49" fmla="*/ 50 h 131"/>
                <a:gd name="T50" fmla="*/ 3 w 6"/>
                <a:gd name="T51" fmla="*/ 61 h 131"/>
                <a:gd name="T52" fmla="*/ 3 w 6"/>
                <a:gd name="T53" fmla="*/ 54 h 131"/>
                <a:gd name="T54" fmla="*/ 3 w 6"/>
                <a:gd name="T55" fmla="*/ 51 h 131"/>
                <a:gd name="T56" fmla="*/ 4 w 6"/>
                <a:gd name="T57" fmla="*/ 66 h 131"/>
                <a:gd name="T58" fmla="*/ 4 w 6"/>
                <a:gd name="T59" fmla="*/ 79 h 131"/>
                <a:gd name="T60" fmla="*/ 4 w 6"/>
                <a:gd name="T61" fmla="*/ 80 h 131"/>
                <a:gd name="T62" fmla="*/ 4 w 6"/>
                <a:gd name="T63" fmla="*/ 70 h 131"/>
                <a:gd name="T64" fmla="*/ 4 w 6"/>
                <a:gd name="T65" fmla="*/ 59 h 131"/>
                <a:gd name="T66" fmla="*/ 4 w 6"/>
                <a:gd name="T67" fmla="*/ 72 h 131"/>
                <a:gd name="T68" fmla="*/ 4 w 6"/>
                <a:gd name="T69" fmla="*/ 93 h 131"/>
                <a:gd name="T70" fmla="*/ 4 w 6"/>
                <a:gd name="T71" fmla="*/ 92 h 131"/>
                <a:gd name="T72" fmla="*/ 4 w 6"/>
                <a:gd name="T73" fmla="*/ 70 h 131"/>
                <a:gd name="T74" fmla="*/ 5 w 6"/>
                <a:gd name="T75" fmla="*/ 58 h 131"/>
                <a:gd name="T76" fmla="*/ 5 w 6"/>
                <a:gd name="T77" fmla="*/ 64 h 131"/>
                <a:gd name="T78" fmla="*/ 5 w 6"/>
                <a:gd name="T79" fmla="*/ 83 h 131"/>
                <a:gd name="T80" fmla="*/ 5 w 6"/>
                <a:gd name="T81" fmla="*/ 95 h 131"/>
                <a:gd name="T82" fmla="*/ 5 w 6"/>
                <a:gd name="T83" fmla="*/ 88 h 131"/>
                <a:gd name="T84" fmla="*/ 5 w 6"/>
                <a:gd name="T85" fmla="*/ 85 h 131"/>
                <a:gd name="T86" fmla="*/ 6 w 6"/>
                <a:gd name="T87" fmla="*/ 98 h 131"/>
                <a:gd name="T88" fmla="*/ 6 w 6"/>
                <a:gd name="T89" fmla="*/ 111 h 131"/>
                <a:gd name="T90" fmla="*/ 6 w 6"/>
                <a:gd name="T91" fmla="*/ 112 h 131"/>
                <a:gd name="T92" fmla="*/ 6 w 6"/>
                <a:gd name="T93" fmla="*/ 111 h 131"/>
                <a:gd name="T94" fmla="*/ 6 w 6"/>
                <a:gd name="T95" fmla="*/ 113 h 131"/>
                <a:gd name="T96" fmla="*/ 6 w 6"/>
                <a:gd name="T97" fmla="*/ 109 h 131"/>
                <a:gd name="T98" fmla="*/ 6 w 6"/>
                <a:gd name="T99" fmla="*/ 102 h 131"/>
                <a:gd name="T100" fmla="*/ 6 w 6"/>
                <a:gd name="T101" fmla="*/ 109 h 131"/>
                <a:gd name="T102" fmla="*/ 6 w 6"/>
                <a:gd name="T103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31">
                  <a:moveTo>
                    <a:pt x="0" y="8"/>
                  </a:moveTo>
                  <a:lnTo>
                    <a:pt x="0" y="13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1" y="9"/>
                  </a:lnTo>
                  <a:lnTo>
                    <a:pt x="1" y="0"/>
                  </a:lnTo>
                  <a:lnTo>
                    <a:pt x="1" y="6"/>
                  </a:lnTo>
                  <a:lnTo>
                    <a:pt x="1" y="14"/>
                  </a:lnTo>
                  <a:lnTo>
                    <a:pt x="1" y="8"/>
                  </a:lnTo>
                  <a:lnTo>
                    <a:pt x="1" y="3"/>
                  </a:lnTo>
                  <a:lnTo>
                    <a:pt x="1" y="12"/>
                  </a:lnTo>
                  <a:lnTo>
                    <a:pt x="1" y="15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19"/>
                  </a:lnTo>
                  <a:lnTo>
                    <a:pt x="2" y="23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2" y="21"/>
                  </a:lnTo>
                  <a:lnTo>
                    <a:pt x="3" y="26"/>
                  </a:lnTo>
                  <a:lnTo>
                    <a:pt x="3" y="35"/>
                  </a:lnTo>
                  <a:lnTo>
                    <a:pt x="3" y="46"/>
                  </a:lnTo>
                  <a:lnTo>
                    <a:pt x="3" y="45"/>
                  </a:lnTo>
                  <a:lnTo>
                    <a:pt x="3" y="39"/>
                  </a:lnTo>
                  <a:lnTo>
                    <a:pt x="3" y="50"/>
                  </a:lnTo>
                  <a:lnTo>
                    <a:pt x="3" y="61"/>
                  </a:lnTo>
                  <a:lnTo>
                    <a:pt x="3" y="54"/>
                  </a:lnTo>
                  <a:lnTo>
                    <a:pt x="3" y="51"/>
                  </a:lnTo>
                  <a:lnTo>
                    <a:pt x="4" y="66"/>
                  </a:lnTo>
                  <a:lnTo>
                    <a:pt x="4" y="79"/>
                  </a:lnTo>
                  <a:lnTo>
                    <a:pt x="4" y="80"/>
                  </a:lnTo>
                  <a:lnTo>
                    <a:pt x="4" y="70"/>
                  </a:lnTo>
                  <a:lnTo>
                    <a:pt x="4" y="59"/>
                  </a:lnTo>
                  <a:lnTo>
                    <a:pt x="4" y="72"/>
                  </a:lnTo>
                  <a:lnTo>
                    <a:pt x="4" y="93"/>
                  </a:lnTo>
                  <a:lnTo>
                    <a:pt x="4" y="92"/>
                  </a:lnTo>
                  <a:lnTo>
                    <a:pt x="4" y="70"/>
                  </a:lnTo>
                  <a:lnTo>
                    <a:pt x="5" y="58"/>
                  </a:lnTo>
                  <a:lnTo>
                    <a:pt x="5" y="64"/>
                  </a:lnTo>
                  <a:lnTo>
                    <a:pt x="5" y="83"/>
                  </a:lnTo>
                  <a:lnTo>
                    <a:pt x="5" y="95"/>
                  </a:lnTo>
                  <a:lnTo>
                    <a:pt x="5" y="88"/>
                  </a:lnTo>
                  <a:lnTo>
                    <a:pt x="5" y="85"/>
                  </a:lnTo>
                  <a:lnTo>
                    <a:pt x="6" y="98"/>
                  </a:lnTo>
                  <a:lnTo>
                    <a:pt x="6" y="111"/>
                  </a:lnTo>
                  <a:lnTo>
                    <a:pt x="6" y="112"/>
                  </a:lnTo>
                  <a:lnTo>
                    <a:pt x="6" y="111"/>
                  </a:lnTo>
                  <a:lnTo>
                    <a:pt x="6" y="113"/>
                  </a:lnTo>
                  <a:lnTo>
                    <a:pt x="6" y="109"/>
                  </a:lnTo>
                  <a:lnTo>
                    <a:pt x="6" y="102"/>
                  </a:lnTo>
                  <a:lnTo>
                    <a:pt x="6" y="109"/>
                  </a:lnTo>
                  <a:lnTo>
                    <a:pt x="6" y="13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9" name="Freeform 1000"/>
            <p:cNvSpPr/>
            <p:nvPr/>
          </p:nvSpPr>
          <p:spPr bwMode="auto">
            <a:xfrm>
              <a:off x="3568700" y="4567238"/>
              <a:ext cx="11113" cy="392113"/>
            </a:xfrm>
            <a:custGeom>
              <a:avLst/>
              <a:gdLst>
                <a:gd name="T0" fmla="*/ 0 w 7"/>
                <a:gd name="T1" fmla="*/ 192 h 247"/>
                <a:gd name="T2" fmla="*/ 0 w 7"/>
                <a:gd name="T3" fmla="*/ 214 h 247"/>
                <a:gd name="T4" fmla="*/ 0 w 7"/>
                <a:gd name="T5" fmla="*/ 225 h 247"/>
                <a:gd name="T6" fmla="*/ 1 w 7"/>
                <a:gd name="T7" fmla="*/ 211 h 247"/>
                <a:gd name="T8" fmla="*/ 1 w 7"/>
                <a:gd name="T9" fmla="*/ 197 h 247"/>
                <a:gd name="T10" fmla="*/ 1 w 7"/>
                <a:gd name="T11" fmla="*/ 208 h 247"/>
                <a:gd name="T12" fmla="*/ 1 w 7"/>
                <a:gd name="T13" fmla="*/ 234 h 247"/>
                <a:gd name="T14" fmla="*/ 1 w 7"/>
                <a:gd name="T15" fmla="*/ 247 h 247"/>
                <a:gd name="T16" fmla="*/ 1 w 7"/>
                <a:gd name="T17" fmla="*/ 225 h 247"/>
                <a:gd name="T18" fmla="*/ 2 w 7"/>
                <a:gd name="T19" fmla="*/ 173 h 247"/>
                <a:gd name="T20" fmla="*/ 2 w 7"/>
                <a:gd name="T21" fmla="*/ 137 h 247"/>
                <a:gd name="T22" fmla="*/ 2 w 7"/>
                <a:gd name="T23" fmla="*/ 146 h 247"/>
                <a:gd name="T24" fmla="*/ 2 w 7"/>
                <a:gd name="T25" fmla="*/ 165 h 247"/>
                <a:gd name="T26" fmla="*/ 2 w 7"/>
                <a:gd name="T27" fmla="*/ 149 h 247"/>
                <a:gd name="T28" fmla="*/ 2 w 7"/>
                <a:gd name="T29" fmla="*/ 113 h 247"/>
                <a:gd name="T30" fmla="*/ 2 w 7"/>
                <a:gd name="T31" fmla="*/ 91 h 247"/>
                <a:gd name="T32" fmla="*/ 2 w 7"/>
                <a:gd name="T33" fmla="*/ 86 h 247"/>
                <a:gd name="T34" fmla="*/ 2 w 7"/>
                <a:gd name="T35" fmla="*/ 87 h 247"/>
                <a:gd name="T36" fmla="*/ 3 w 7"/>
                <a:gd name="T37" fmla="*/ 89 h 247"/>
                <a:gd name="T38" fmla="*/ 3 w 7"/>
                <a:gd name="T39" fmla="*/ 93 h 247"/>
                <a:gd name="T40" fmla="*/ 3 w 7"/>
                <a:gd name="T41" fmla="*/ 96 h 247"/>
                <a:gd name="T42" fmla="*/ 3 w 7"/>
                <a:gd name="T43" fmla="*/ 91 h 247"/>
                <a:gd name="T44" fmla="*/ 3 w 7"/>
                <a:gd name="T45" fmla="*/ 76 h 247"/>
                <a:gd name="T46" fmla="*/ 3 w 7"/>
                <a:gd name="T47" fmla="*/ 68 h 247"/>
                <a:gd name="T48" fmla="*/ 3 w 7"/>
                <a:gd name="T49" fmla="*/ 76 h 247"/>
                <a:gd name="T50" fmla="*/ 3 w 7"/>
                <a:gd name="T51" fmla="*/ 94 h 247"/>
                <a:gd name="T52" fmla="*/ 3 w 7"/>
                <a:gd name="T53" fmla="*/ 104 h 247"/>
                <a:gd name="T54" fmla="*/ 4 w 7"/>
                <a:gd name="T55" fmla="*/ 96 h 247"/>
                <a:gd name="T56" fmla="*/ 4 w 7"/>
                <a:gd name="T57" fmla="*/ 75 h 247"/>
                <a:gd name="T58" fmla="*/ 4 w 7"/>
                <a:gd name="T59" fmla="*/ 66 h 247"/>
                <a:gd name="T60" fmla="*/ 4 w 7"/>
                <a:gd name="T61" fmla="*/ 77 h 247"/>
                <a:gd name="T62" fmla="*/ 4 w 7"/>
                <a:gd name="T63" fmla="*/ 80 h 247"/>
                <a:gd name="T64" fmla="*/ 4 w 7"/>
                <a:gd name="T65" fmla="*/ 64 h 247"/>
                <a:gd name="T66" fmla="*/ 5 w 7"/>
                <a:gd name="T67" fmla="*/ 55 h 247"/>
                <a:gd name="T68" fmla="*/ 5 w 7"/>
                <a:gd name="T69" fmla="*/ 59 h 247"/>
                <a:gd name="T70" fmla="*/ 5 w 7"/>
                <a:gd name="T71" fmla="*/ 58 h 247"/>
                <a:gd name="T72" fmla="*/ 5 w 7"/>
                <a:gd name="T73" fmla="*/ 50 h 247"/>
                <a:gd name="T74" fmla="*/ 5 w 7"/>
                <a:gd name="T75" fmla="*/ 38 h 247"/>
                <a:gd name="T76" fmla="*/ 5 w 7"/>
                <a:gd name="T77" fmla="*/ 30 h 247"/>
                <a:gd name="T78" fmla="*/ 5 w 7"/>
                <a:gd name="T79" fmla="*/ 41 h 247"/>
                <a:gd name="T80" fmla="*/ 5 w 7"/>
                <a:gd name="T81" fmla="*/ 54 h 247"/>
                <a:gd name="T82" fmla="*/ 5 w 7"/>
                <a:gd name="T83" fmla="*/ 40 h 247"/>
                <a:gd name="T84" fmla="*/ 6 w 7"/>
                <a:gd name="T85" fmla="*/ 10 h 247"/>
                <a:gd name="T86" fmla="*/ 6 w 7"/>
                <a:gd name="T87" fmla="*/ 0 h 247"/>
                <a:gd name="T88" fmla="*/ 6 w 7"/>
                <a:gd name="T89" fmla="*/ 11 h 247"/>
                <a:gd name="T90" fmla="*/ 6 w 7"/>
                <a:gd name="T91" fmla="*/ 16 h 247"/>
                <a:gd name="T92" fmla="*/ 6 w 7"/>
                <a:gd name="T93" fmla="*/ 7 h 247"/>
                <a:gd name="T94" fmla="*/ 6 w 7"/>
                <a:gd name="T95" fmla="*/ 2 h 247"/>
                <a:gd name="T96" fmla="*/ 7 w 7"/>
                <a:gd name="T97" fmla="*/ 10 h 247"/>
                <a:gd name="T98" fmla="*/ 7 w 7"/>
                <a:gd name="T99" fmla="*/ 22 h 247"/>
                <a:gd name="T100" fmla="*/ 7 w 7"/>
                <a:gd name="T101" fmla="*/ 33 h 247"/>
                <a:gd name="T102" fmla="*/ 7 w 7"/>
                <a:gd name="T103" fmla="*/ 42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247">
                  <a:moveTo>
                    <a:pt x="0" y="192"/>
                  </a:moveTo>
                  <a:lnTo>
                    <a:pt x="0" y="214"/>
                  </a:lnTo>
                  <a:lnTo>
                    <a:pt x="0" y="225"/>
                  </a:lnTo>
                  <a:lnTo>
                    <a:pt x="1" y="211"/>
                  </a:lnTo>
                  <a:lnTo>
                    <a:pt x="1" y="197"/>
                  </a:lnTo>
                  <a:lnTo>
                    <a:pt x="1" y="208"/>
                  </a:lnTo>
                  <a:lnTo>
                    <a:pt x="1" y="234"/>
                  </a:lnTo>
                  <a:lnTo>
                    <a:pt x="1" y="247"/>
                  </a:lnTo>
                  <a:lnTo>
                    <a:pt x="1" y="225"/>
                  </a:lnTo>
                  <a:lnTo>
                    <a:pt x="2" y="173"/>
                  </a:lnTo>
                  <a:lnTo>
                    <a:pt x="2" y="137"/>
                  </a:lnTo>
                  <a:lnTo>
                    <a:pt x="2" y="146"/>
                  </a:lnTo>
                  <a:lnTo>
                    <a:pt x="2" y="165"/>
                  </a:lnTo>
                  <a:lnTo>
                    <a:pt x="2" y="149"/>
                  </a:lnTo>
                  <a:lnTo>
                    <a:pt x="2" y="113"/>
                  </a:lnTo>
                  <a:lnTo>
                    <a:pt x="2" y="91"/>
                  </a:lnTo>
                  <a:lnTo>
                    <a:pt x="2" y="86"/>
                  </a:lnTo>
                  <a:lnTo>
                    <a:pt x="2" y="87"/>
                  </a:lnTo>
                  <a:lnTo>
                    <a:pt x="3" y="89"/>
                  </a:lnTo>
                  <a:lnTo>
                    <a:pt x="3" y="93"/>
                  </a:lnTo>
                  <a:lnTo>
                    <a:pt x="3" y="96"/>
                  </a:lnTo>
                  <a:lnTo>
                    <a:pt x="3" y="91"/>
                  </a:lnTo>
                  <a:lnTo>
                    <a:pt x="3" y="76"/>
                  </a:lnTo>
                  <a:lnTo>
                    <a:pt x="3" y="68"/>
                  </a:lnTo>
                  <a:lnTo>
                    <a:pt x="3" y="76"/>
                  </a:lnTo>
                  <a:lnTo>
                    <a:pt x="3" y="94"/>
                  </a:lnTo>
                  <a:lnTo>
                    <a:pt x="3" y="104"/>
                  </a:lnTo>
                  <a:lnTo>
                    <a:pt x="4" y="96"/>
                  </a:lnTo>
                  <a:lnTo>
                    <a:pt x="4" y="75"/>
                  </a:lnTo>
                  <a:lnTo>
                    <a:pt x="4" y="66"/>
                  </a:lnTo>
                  <a:lnTo>
                    <a:pt x="4" y="77"/>
                  </a:lnTo>
                  <a:lnTo>
                    <a:pt x="4" y="80"/>
                  </a:lnTo>
                  <a:lnTo>
                    <a:pt x="4" y="64"/>
                  </a:lnTo>
                  <a:lnTo>
                    <a:pt x="5" y="55"/>
                  </a:lnTo>
                  <a:lnTo>
                    <a:pt x="5" y="59"/>
                  </a:lnTo>
                  <a:lnTo>
                    <a:pt x="5" y="58"/>
                  </a:lnTo>
                  <a:lnTo>
                    <a:pt x="5" y="50"/>
                  </a:lnTo>
                  <a:lnTo>
                    <a:pt x="5" y="38"/>
                  </a:lnTo>
                  <a:lnTo>
                    <a:pt x="5" y="30"/>
                  </a:lnTo>
                  <a:lnTo>
                    <a:pt x="5" y="41"/>
                  </a:lnTo>
                  <a:lnTo>
                    <a:pt x="5" y="54"/>
                  </a:lnTo>
                  <a:lnTo>
                    <a:pt x="5" y="40"/>
                  </a:lnTo>
                  <a:lnTo>
                    <a:pt x="6" y="10"/>
                  </a:lnTo>
                  <a:lnTo>
                    <a:pt x="6" y="0"/>
                  </a:lnTo>
                  <a:lnTo>
                    <a:pt x="6" y="11"/>
                  </a:lnTo>
                  <a:lnTo>
                    <a:pt x="6" y="16"/>
                  </a:lnTo>
                  <a:lnTo>
                    <a:pt x="6" y="7"/>
                  </a:lnTo>
                  <a:lnTo>
                    <a:pt x="6" y="2"/>
                  </a:lnTo>
                  <a:lnTo>
                    <a:pt x="7" y="10"/>
                  </a:lnTo>
                  <a:lnTo>
                    <a:pt x="7" y="22"/>
                  </a:lnTo>
                  <a:lnTo>
                    <a:pt x="7" y="33"/>
                  </a:lnTo>
                  <a:lnTo>
                    <a:pt x="7" y="4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0" name="Freeform 1001"/>
            <p:cNvSpPr/>
            <p:nvPr/>
          </p:nvSpPr>
          <p:spPr bwMode="auto">
            <a:xfrm>
              <a:off x="3579813" y="4619626"/>
              <a:ext cx="9525" cy="93663"/>
            </a:xfrm>
            <a:custGeom>
              <a:avLst/>
              <a:gdLst>
                <a:gd name="T0" fmla="*/ 0 w 6"/>
                <a:gd name="T1" fmla="*/ 0 h 59"/>
                <a:gd name="T2" fmla="*/ 0 w 6"/>
                <a:gd name="T3" fmla="*/ 9 h 59"/>
                <a:gd name="T4" fmla="*/ 0 w 6"/>
                <a:gd name="T5" fmla="*/ 17 h 59"/>
                <a:gd name="T6" fmla="*/ 0 w 6"/>
                <a:gd name="T7" fmla="*/ 27 h 59"/>
                <a:gd name="T8" fmla="*/ 0 w 6"/>
                <a:gd name="T9" fmla="*/ 39 h 59"/>
                <a:gd name="T10" fmla="*/ 0 w 6"/>
                <a:gd name="T11" fmla="*/ 48 h 59"/>
                <a:gd name="T12" fmla="*/ 0 w 6"/>
                <a:gd name="T13" fmla="*/ 49 h 59"/>
                <a:gd name="T14" fmla="*/ 1 w 6"/>
                <a:gd name="T15" fmla="*/ 46 h 59"/>
                <a:gd name="T16" fmla="*/ 1 w 6"/>
                <a:gd name="T17" fmla="*/ 44 h 59"/>
                <a:gd name="T18" fmla="*/ 1 w 6"/>
                <a:gd name="T19" fmla="*/ 42 h 59"/>
                <a:gd name="T20" fmla="*/ 1 w 6"/>
                <a:gd name="T21" fmla="*/ 37 h 59"/>
                <a:gd name="T22" fmla="*/ 1 w 6"/>
                <a:gd name="T23" fmla="*/ 38 h 59"/>
                <a:gd name="T24" fmla="*/ 1 w 6"/>
                <a:gd name="T25" fmla="*/ 43 h 59"/>
                <a:gd name="T26" fmla="*/ 1 w 6"/>
                <a:gd name="T27" fmla="*/ 35 h 59"/>
                <a:gd name="T28" fmla="*/ 1 w 6"/>
                <a:gd name="T29" fmla="*/ 17 h 59"/>
                <a:gd name="T30" fmla="*/ 1 w 6"/>
                <a:gd name="T31" fmla="*/ 9 h 59"/>
                <a:gd name="T32" fmla="*/ 1 w 6"/>
                <a:gd name="T33" fmla="*/ 15 h 59"/>
                <a:gd name="T34" fmla="*/ 2 w 6"/>
                <a:gd name="T35" fmla="*/ 20 h 59"/>
                <a:gd name="T36" fmla="*/ 2 w 6"/>
                <a:gd name="T37" fmla="*/ 20 h 59"/>
                <a:gd name="T38" fmla="*/ 2 w 6"/>
                <a:gd name="T39" fmla="*/ 16 h 59"/>
                <a:gd name="T40" fmla="*/ 2 w 6"/>
                <a:gd name="T41" fmla="*/ 15 h 59"/>
                <a:gd name="T42" fmla="*/ 2 w 6"/>
                <a:gd name="T43" fmla="*/ 21 h 59"/>
                <a:gd name="T44" fmla="*/ 2 w 6"/>
                <a:gd name="T45" fmla="*/ 22 h 59"/>
                <a:gd name="T46" fmla="*/ 3 w 6"/>
                <a:gd name="T47" fmla="*/ 19 h 59"/>
                <a:gd name="T48" fmla="*/ 3 w 6"/>
                <a:gd name="T49" fmla="*/ 29 h 59"/>
                <a:gd name="T50" fmla="*/ 3 w 6"/>
                <a:gd name="T51" fmla="*/ 46 h 59"/>
                <a:gd name="T52" fmla="*/ 3 w 6"/>
                <a:gd name="T53" fmla="*/ 47 h 59"/>
                <a:gd name="T54" fmla="*/ 3 w 6"/>
                <a:gd name="T55" fmla="*/ 37 h 59"/>
                <a:gd name="T56" fmla="*/ 3 w 6"/>
                <a:gd name="T57" fmla="*/ 34 h 59"/>
                <a:gd name="T58" fmla="*/ 3 w 6"/>
                <a:gd name="T59" fmla="*/ 37 h 59"/>
                <a:gd name="T60" fmla="*/ 3 w 6"/>
                <a:gd name="T61" fmla="*/ 48 h 59"/>
                <a:gd name="T62" fmla="*/ 3 w 6"/>
                <a:gd name="T63" fmla="*/ 58 h 59"/>
                <a:gd name="T64" fmla="*/ 4 w 6"/>
                <a:gd name="T65" fmla="*/ 57 h 59"/>
                <a:gd name="T66" fmla="*/ 4 w 6"/>
                <a:gd name="T67" fmla="*/ 51 h 59"/>
                <a:gd name="T68" fmla="*/ 4 w 6"/>
                <a:gd name="T69" fmla="*/ 53 h 59"/>
                <a:gd name="T70" fmla="*/ 4 w 6"/>
                <a:gd name="T71" fmla="*/ 59 h 59"/>
                <a:gd name="T72" fmla="*/ 4 w 6"/>
                <a:gd name="T73" fmla="*/ 59 h 59"/>
                <a:gd name="T74" fmla="*/ 4 w 6"/>
                <a:gd name="T75" fmla="*/ 57 h 59"/>
                <a:gd name="T76" fmla="*/ 5 w 6"/>
                <a:gd name="T77" fmla="*/ 54 h 59"/>
                <a:gd name="T78" fmla="*/ 5 w 6"/>
                <a:gd name="T79" fmla="*/ 49 h 59"/>
                <a:gd name="T80" fmla="*/ 5 w 6"/>
                <a:gd name="T81" fmla="*/ 42 h 59"/>
                <a:gd name="T82" fmla="*/ 5 w 6"/>
                <a:gd name="T83" fmla="*/ 34 h 59"/>
                <a:gd name="T84" fmla="*/ 5 w 6"/>
                <a:gd name="T85" fmla="*/ 25 h 59"/>
                <a:gd name="T86" fmla="*/ 5 w 6"/>
                <a:gd name="T87" fmla="*/ 18 h 59"/>
                <a:gd name="T88" fmla="*/ 5 w 6"/>
                <a:gd name="T89" fmla="*/ 15 h 59"/>
                <a:gd name="T90" fmla="*/ 5 w 6"/>
                <a:gd name="T91" fmla="*/ 15 h 59"/>
                <a:gd name="T92" fmla="*/ 5 w 6"/>
                <a:gd name="T93" fmla="*/ 16 h 59"/>
                <a:gd name="T94" fmla="*/ 6 w 6"/>
                <a:gd name="T95" fmla="*/ 20 h 59"/>
                <a:gd name="T96" fmla="*/ 6 w 6"/>
                <a:gd name="T97" fmla="*/ 24 h 59"/>
                <a:gd name="T98" fmla="*/ 6 w 6"/>
                <a:gd name="T99" fmla="*/ 27 h 59"/>
                <a:gd name="T100" fmla="*/ 6 w 6"/>
                <a:gd name="T101" fmla="*/ 27 h 59"/>
                <a:gd name="T102" fmla="*/ 6 w 6"/>
                <a:gd name="T103" fmla="*/ 3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9">
                  <a:moveTo>
                    <a:pt x="0" y="0"/>
                  </a:moveTo>
                  <a:lnTo>
                    <a:pt x="0" y="9"/>
                  </a:lnTo>
                  <a:lnTo>
                    <a:pt x="0" y="17"/>
                  </a:lnTo>
                  <a:lnTo>
                    <a:pt x="0" y="27"/>
                  </a:lnTo>
                  <a:lnTo>
                    <a:pt x="0" y="39"/>
                  </a:lnTo>
                  <a:lnTo>
                    <a:pt x="0" y="48"/>
                  </a:lnTo>
                  <a:lnTo>
                    <a:pt x="0" y="49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1" y="37"/>
                  </a:lnTo>
                  <a:lnTo>
                    <a:pt x="1" y="38"/>
                  </a:lnTo>
                  <a:lnTo>
                    <a:pt x="1" y="43"/>
                  </a:lnTo>
                  <a:lnTo>
                    <a:pt x="1" y="35"/>
                  </a:lnTo>
                  <a:lnTo>
                    <a:pt x="1" y="17"/>
                  </a:lnTo>
                  <a:lnTo>
                    <a:pt x="1" y="9"/>
                  </a:lnTo>
                  <a:lnTo>
                    <a:pt x="1" y="15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19"/>
                  </a:lnTo>
                  <a:lnTo>
                    <a:pt x="3" y="29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37"/>
                  </a:lnTo>
                  <a:lnTo>
                    <a:pt x="3" y="34"/>
                  </a:lnTo>
                  <a:lnTo>
                    <a:pt x="3" y="37"/>
                  </a:lnTo>
                  <a:lnTo>
                    <a:pt x="3" y="48"/>
                  </a:lnTo>
                  <a:lnTo>
                    <a:pt x="3" y="58"/>
                  </a:lnTo>
                  <a:lnTo>
                    <a:pt x="4" y="57"/>
                  </a:lnTo>
                  <a:lnTo>
                    <a:pt x="4" y="51"/>
                  </a:lnTo>
                  <a:lnTo>
                    <a:pt x="4" y="53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4" y="57"/>
                  </a:lnTo>
                  <a:lnTo>
                    <a:pt x="5" y="54"/>
                  </a:lnTo>
                  <a:lnTo>
                    <a:pt x="5" y="49"/>
                  </a:lnTo>
                  <a:lnTo>
                    <a:pt x="5" y="42"/>
                  </a:lnTo>
                  <a:lnTo>
                    <a:pt x="5" y="34"/>
                  </a:lnTo>
                  <a:lnTo>
                    <a:pt x="5" y="25"/>
                  </a:lnTo>
                  <a:lnTo>
                    <a:pt x="5" y="18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6" y="20"/>
                  </a:lnTo>
                  <a:lnTo>
                    <a:pt x="6" y="24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3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1" name="Freeform 1002"/>
            <p:cNvSpPr/>
            <p:nvPr/>
          </p:nvSpPr>
          <p:spPr bwMode="auto">
            <a:xfrm>
              <a:off x="3589338" y="4637088"/>
              <a:ext cx="9525" cy="71438"/>
            </a:xfrm>
            <a:custGeom>
              <a:avLst/>
              <a:gdLst>
                <a:gd name="T0" fmla="*/ 0 w 6"/>
                <a:gd name="T1" fmla="*/ 16 h 45"/>
                <a:gd name="T2" fmla="*/ 0 w 6"/>
                <a:gd name="T3" fmla="*/ 19 h 45"/>
                <a:gd name="T4" fmla="*/ 0 w 6"/>
                <a:gd name="T5" fmla="*/ 26 h 45"/>
                <a:gd name="T6" fmla="*/ 0 w 6"/>
                <a:gd name="T7" fmla="*/ 33 h 45"/>
                <a:gd name="T8" fmla="*/ 0 w 6"/>
                <a:gd name="T9" fmla="*/ 35 h 45"/>
                <a:gd name="T10" fmla="*/ 0 w 6"/>
                <a:gd name="T11" fmla="*/ 31 h 45"/>
                <a:gd name="T12" fmla="*/ 1 w 6"/>
                <a:gd name="T13" fmla="*/ 28 h 45"/>
                <a:gd name="T14" fmla="*/ 1 w 6"/>
                <a:gd name="T15" fmla="*/ 31 h 45"/>
                <a:gd name="T16" fmla="*/ 1 w 6"/>
                <a:gd name="T17" fmla="*/ 38 h 45"/>
                <a:gd name="T18" fmla="*/ 1 w 6"/>
                <a:gd name="T19" fmla="*/ 41 h 45"/>
                <a:gd name="T20" fmla="*/ 1 w 6"/>
                <a:gd name="T21" fmla="*/ 38 h 45"/>
                <a:gd name="T22" fmla="*/ 1 w 6"/>
                <a:gd name="T23" fmla="*/ 35 h 45"/>
                <a:gd name="T24" fmla="*/ 2 w 6"/>
                <a:gd name="T25" fmla="*/ 36 h 45"/>
                <a:gd name="T26" fmla="*/ 2 w 6"/>
                <a:gd name="T27" fmla="*/ 34 h 45"/>
                <a:gd name="T28" fmla="*/ 2 w 6"/>
                <a:gd name="T29" fmla="*/ 27 h 45"/>
                <a:gd name="T30" fmla="*/ 2 w 6"/>
                <a:gd name="T31" fmla="*/ 23 h 45"/>
                <a:gd name="T32" fmla="*/ 2 w 6"/>
                <a:gd name="T33" fmla="*/ 27 h 45"/>
                <a:gd name="T34" fmla="*/ 2 w 6"/>
                <a:gd name="T35" fmla="*/ 33 h 45"/>
                <a:gd name="T36" fmla="*/ 2 w 6"/>
                <a:gd name="T37" fmla="*/ 33 h 45"/>
                <a:gd name="T38" fmla="*/ 2 w 6"/>
                <a:gd name="T39" fmla="*/ 26 h 45"/>
                <a:gd name="T40" fmla="*/ 2 w 6"/>
                <a:gd name="T41" fmla="*/ 18 h 45"/>
                <a:gd name="T42" fmla="*/ 3 w 6"/>
                <a:gd name="T43" fmla="*/ 17 h 45"/>
                <a:gd name="T44" fmla="*/ 3 w 6"/>
                <a:gd name="T45" fmla="*/ 27 h 45"/>
                <a:gd name="T46" fmla="*/ 3 w 6"/>
                <a:gd name="T47" fmla="*/ 31 h 45"/>
                <a:gd name="T48" fmla="*/ 3 w 6"/>
                <a:gd name="T49" fmla="*/ 15 h 45"/>
                <a:gd name="T50" fmla="*/ 3 w 6"/>
                <a:gd name="T51" fmla="*/ 0 h 45"/>
                <a:gd name="T52" fmla="*/ 3 w 6"/>
                <a:gd name="T53" fmla="*/ 6 h 45"/>
                <a:gd name="T54" fmla="*/ 4 w 6"/>
                <a:gd name="T55" fmla="*/ 12 h 45"/>
                <a:gd name="T56" fmla="*/ 4 w 6"/>
                <a:gd name="T57" fmla="*/ 6 h 45"/>
                <a:gd name="T58" fmla="*/ 4 w 6"/>
                <a:gd name="T59" fmla="*/ 9 h 45"/>
                <a:gd name="T60" fmla="*/ 4 w 6"/>
                <a:gd name="T61" fmla="*/ 23 h 45"/>
                <a:gd name="T62" fmla="*/ 4 w 6"/>
                <a:gd name="T63" fmla="*/ 31 h 45"/>
                <a:gd name="T64" fmla="*/ 4 w 6"/>
                <a:gd name="T65" fmla="*/ 34 h 45"/>
                <a:gd name="T66" fmla="*/ 4 w 6"/>
                <a:gd name="T67" fmla="*/ 37 h 45"/>
                <a:gd name="T68" fmla="*/ 4 w 6"/>
                <a:gd name="T69" fmla="*/ 37 h 45"/>
                <a:gd name="T70" fmla="*/ 4 w 6"/>
                <a:gd name="T71" fmla="*/ 40 h 45"/>
                <a:gd name="T72" fmla="*/ 4 w 6"/>
                <a:gd name="T73" fmla="*/ 45 h 45"/>
                <a:gd name="T74" fmla="*/ 5 w 6"/>
                <a:gd name="T75" fmla="*/ 43 h 45"/>
                <a:gd name="T76" fmla="*/ 5 w 6"/>
                <a:gd name="T77" fmla="*/ 34 h 45"/>
                <a:gd name="T78" fmla="*/ 5 w 6"/>
                <a:gd name="T79" fmla="*/ 27 h 45"/>
                <a:gd name="T80" fmla="*/ 5 w 6"/>
                <a:gd name="T81" fmla="*/ 26 h 45"/>
                <a:gd name="T82" fmla="*/ 5 w 6"/>
                <a:gd name="T83" fmla="*/ 27 h 45"/>
                <a:gd name="T84" fmla="*/ 5 w 6"/>
                <a:gd name="T85" fmla="*/ 27 h 45"/>
                <a:gd name="T86" fmla="*/ 5 w 6"/>
                <a:gd name="T87" fmla="*/ 22 h 45"/>
                <a:gd name="T88" fmla="*/ 5 w 6"/>
                <a:gd name="T89" fmla="*/ 21 h 45"/>
                <a:gd name="T90" fmla="*/ 5 w 6"/>
                <a:gd name="T91" fmla="*/ 28 h 45"/>
                <a:gd name="T92" fmla="*/ 6 w 6"/>
                <a:gd name="T93" fmla="*/ 32 h 45"/>
                <a:gd name="T94" fmla="*/ 6 w 6"/>
                <a:gd name="T95" fmla="*/ 27 h 45"/>
                <a:gd name="T96" fmla="*/ 6 w 6"/>
                <a:gd name="T97" fmla="*/ 27 h 45"/>
                <a:gd name="T98" fmla="*/ 6 w 6"/>
                <a:gd name="T99" fmla="*/ 36 h 45"/>
                <a:gd name="T100" fmla="*/ 6 w 6"/>
                <a:gd name="T101" fmla="*/ 43 h 45"/>
                <a:gd name="T102" fmla="*/ 6 w 6"/>
                <a:gd name="T103" fmla="*/ 4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5">
                  <a:moveTo>
                    <a:pt x="0" y="16"/>
                  </a:moveTo>
                  <a:lnTo>
                    <a:pt x="0" y="19"/>
                  </a:lnTo>
                  <a:lnTo>
                    <a:pt x="0" y="26"/>
                  </a:lnTo>
                  <a:lnTo>
                    <a:pt x="0" y="33"/>
                  </a:lnTo>
                  <a:lnTo>
                    <a:pt x="0" y="35"/>
                  </a:lnTo>
                  <a:lnTo>
                    <a:pt x="0" y="31"/>
                  </a:lnTo>
                  <a:lnTo>
                    <a:pt x="1" y="28"/>
                  </a:lnTo>
                  <a:lnTo>
                    <a:pt x="1" y="31"/>
                  </a:lnTo>
                  <a:lnTo>
                    <a:pt x="1" y="38"/>
                  </a:lnTo>
                  <a:lnTo>
                    <a:pt x="1" y="41"/>
                  </a:lnTo>
                  <a:lnTo>
                    <a:pt x="1" y="38"/>
                  </a:lnTo>
                  <a:lnTo>
                    <a:pt x="1" y="35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27"/>
                  </a:lnTo>
                  <a:lnTo>
                    <a:pt x="2" y="23"/>
                  </a:lnTo>
                  <a:lnTo>
                    <a:pt x="2" y="27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2" y="26"/>
                  </a:lnTo>
                  <a:lnTo>
                    <a:pt x="2" y="18"/>
                  </a:lnTo>
                  <a:lnTo>
                    <a:pt x="3" y="17"/>
                  </a:lnTo>
                  <a:lnTo>
                    <a:pt x="3" y="27"/>
                  </a:lnTo>
                  <a:lnTo>
                    <a:pt x="3" y="31"/>
                  </a:lnTo>
                  <a:lnTo>
                    <a:pt x="3" y="15"/>
                  </a:lnTo>
                  <a:lnTo>
                    <a:pt x="3" y="0"/>
                  </a:lnTo>
                  <a:lnTo>
                    <a:pt x="3" y="6"/>
                  </a:lnTo>
                  <a:lnTo>
                    <a:pt x="4" y="12"/>
                  </a:lnTo>
                  <a:lnTo>
                    <a:pt x="4" y="6"/>
                  </a:lnTo>
                  <a:lnTo>
                    <a:pt x="4" y="9"/>
                  </a:lnTo>
                  <a:lnTo>
                    <a:pt x="4" y="23"/>
                  </a:lnTo>
                  <a:lnTo>
                    <a:pt x="4" y="31"/>
                  </a:lnTo>
                  <a:lnTo>
                    <a:pt x="4" y="34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40"/>
                  </a:lnTo>
                  <a:lnTo>
                    <a:pt x="4" y="45"/>
                  </a:lnTo>
                  <a:lnTo>
                    <a:pt x="5" y="43"/>
                  </a:lnTo>
                  <a:lnTo>
                    <a:pt x="5" y="34"/>
                  </a:lnTo>
                  <a:lnTo>
                    <a:pt x="5" y="27"/>
                  </a:lnTo>
                  <a:lnTo>
                    <a:pt x="5" y="26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5" y="22"/>
                  </a:lnTo>
                  <a:lnTo>
                    <a:pt x="5" y="21"/>
                  </a:lnTo>
                  <a:lnTo>
                    <a:pt x="5" y="28"/>
                  </a:lnTo>
                  <a:lnTo>
                    <a:pt x="6" y="32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36"/>
                  </a:lnTo>
                  <a:lnTo>
                    <a:pt x="6" y="43"/>
                  </a:lnTo>
                  <a:lnTo>
                    <a:pt x="6" y="4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2" name="Freeform 1003"/>
            <p:cNvSpPr/>
            <p:nvPr/>
          </p:nvSpPr>
          <p:spPr bwMode="auto">
            <a:xfrm>
              <a:off x="3598863" y="4700588"/>
              <a:ext cx="11113" cy="103188"/>
            </a:xfrm>
            <a:custGeom>
              <a:avLst/>
              <a:gdLst>
                <a:gd name="T0" fmla="*/ 0 w 7"/>
                <a:gd name="T1" fmla="*/ 3 h 65"/>
                <a:gd name="T2" fmla="*/ 0 w 7"/>
                <a:gd name="T3" fmla="*/ 3 h 65"/>
                <a:gd name="T4" fmla="*/ 1 w 7"/>
                <a:gd name="T5" fmla="*/ 4 h 65"/>
                <a:gd name="T6" fmla="*/ 1 w 7"/>
                <a:gd name="T7" fmla="*/ 5 h 65"/>
                <a:gd name="T8" fmla="*/ 1 w 7"/>
                <a:gd name="T9" fmla="*/ 2 h 65"/>
                <a:gd name="T10" fmla="*/ 1 w 7"/>
                <a:gd name="T11" fmla="*/ 0 h 65"/>
                <a:gd name="T12" fmla="*/ 1 w 7"/>
                <a:gd name="T13" fmla="*/ 2 h 65"/>
                <a:gd name="T14" fmla="*/ 1 w 7"/>
                <a:gd name="T15" fmla="*/ 4 h 65"/>
                <a:gd name="T16" fmla="*/ 1 w 7"/>
                <a:gd name="T17" fmla="*/ 3 h 65"/>
                <a:gd name="T18" fmla="*/ 1 w 7"/>
                <a:gd name="T19" fmla="*/ 3 h 65"/>
                <a:gd name="T20" fmla="*/ 1 w 7"/>
                <a:gd name="T21" fmla="*/ 4 h 65"/>
                <a:gd name="T22" fmla="*/ 2 w 7"/>
                <a:gd name="T23" fmla="*/ 5 h 65"/>
                <a:gd name="T24" fmla="*/ 2 w 7"/>
                <a:gd name="T25" fmla="*/ 12 h 65"/>
                <a:gd name="T26" fmla="*/ 2 w 7"/>
                <a:gd name="T27" fmla="*/ 25 h 65"/>
                <a:gd name="T28" fmla="*/ 2 w 7"/>
                <a:gd name="T29" fmla="*/ 32 h 65"/>
                <a:gd name="T30" fmla="*/ 2 w 7"/>
                <a:gd name="T31" fmla="*/ 26 h 65"/>
                <a:gd name="T32" fmla="*/ 2 w 7"/>
                <a:gd name="T33" fmla="*/ 20 h 65"/>
                <a:gd name="T34" fmla="*/ 3 w 7"/>
                <a:gd name="T35" fmla="*/ 24 h 65"/>
                <a:gd name="T36" fmla="*/ 3 w 7"/>
                <a:gd name="T37" fmla="*/ 30 h 65"/>
                <a:gd name="T38" fmla="*/ 3 w 7"/>
                <a:gd name="T39" fmla="*/ 30 h 65"/>
                <a:gd name="T40" fmla="*/ 3 w 7"/>
                <a:gd name="T41" fmla="*/ 27 h 65"/>
                <a:gd name="T42" fmla="*/ 3 w 7"/>
                <a:gd name="T43" fmla="*/ 17 h 65"/>
                <a:gd name="T44" fmla="*/ 3 w 7"/>
                <a:gd name="T45" fmla="*/ 8 h 65"/>
                <a:gd name="T46" fmla="*/ 3 w 7"/>
                <a:gd name="T47" fmla="*/ 10 h 65"/>
                <a:gd name="T48" fmla="*/ 3 w 7"/>
                <a:gd name="T49" fmla="*/ 20 h 65"/>
                <a:gd name="T50" fmla="*/ 3 w 7"/>
                <a:gd name="T51" fmla="*/ 20 h 65"/>
                <a:gd name="T52" fmla="*/ 4 w 7"/>
                <a:gd name="T53" fmla="*/ 10 h 65"/>
                <a:gd name="T54" fmla="*/ 4 w 7"/>
                <a:gd name="T55" fmla="*/ 10 h 65"/>
                <a:gd name="T56" fmla="*/ 4 w 7"/>
                <a:gd name="T57" fmla="*/ 21 h 65"/>
                <a:gd name="T58" fmla="*/ 4 w 7"/>
                <a:gd name="T59" fmla="*/ 25 h 65"/>
                <a:gd name="T60" fmla="*/ 4 w 7"/>
                <a:gd name="T61" fmla="*/ 26 h 65"/>
                <a:gd name="T62" fmla="*/ 4 w 7"/>
                <a:gd name="T63" fmla="*/ 32 h 65"/>
                <a:gd name="T64" fmla="*/ 4 w 7"/>
                <a:gd name="T65" fmla="*/ 37 h 65"/>
                <a:gd name="T66" fmla="*/ 4 w 7"/>
                <a:gd name="T67" fmla="*/ 34 h 65"/>
                <a:gd name="T68" fmla="*/ 4 w 7"/>
                <a:gd name="T69" fmla="*/ 37 h 65"/>
                <a:gd name="T70" fmla="*/ 5 w 7"/>
                <a:gd name="T71" fmla="*/ 47 h 65"/>
                <a:gd name="T72" fmla="*/ 5 w 7"/>
                <a:gd name="T73" fmla="*/ 47 h 65"/>
                <a:gd name="T74" fmla="*/ 5 w 7"/>
                <a:gd name="T75" fmla="*/ 44 h 65"/>
                <a:gd name="T76" fmla="*/ 5 w 7"/>
                <a:gd name="T77" fmla="*/ 51 h 65"/>
                <a:gd name="T78" fmla="*/ 5 w 7"/>
                <a:gd name="T79" fmla="*/ 55 h 65"/>
                <a:gd name="T80" fmla="*/ 5 w 7"/>
                <a:gd name="T81" fmla="*/ 45 h 65"/>
                <a:gd name="T82" fmla="*/ 6 w 7"/>
                <a:gd name="T83" fmla="*/ 40 h 65"/>
                <a:gd name="T84" fmla="*/ 6 w 7"/>
                <a:gd name="T85" fmla="*/ 52 h 65"/>
                <a:gd name="T86" fmla="*/ 6 w 7"/>
                <a:gd name="T87" fmla="*/ 61 h 65"/>
                <a:gd name="T88" fmla="*/ 6 w 7"/>
                <a:gd name="T89" fmla="*/ 54 h 65"/>
                <a:gd name="T90" fmla="*/ 6 w 7"/>
                <a:gd name="T91" fmla="*/ 41 h 65"/>
                <a:gd name="T92" fmla="*/ 6 w 7"/>
                <a:gd name="T93" fmla="*/ 38 h 65"/>
                <a:gd name="T94" fmla="*/ 6 w 7"/>
                <a:gd name="T95" fmla="*/ 49 h 65"/>
                <a:gd name="T96" fmla="*/ 6 w 7"/>
                <a:gd name="T97" fmla="*/ 64 h 65"/>
                <a:gd name="T98" fmla="*/ 6 w 7"/>
                <a:gd name="T99" fmla="*/ 65 h 65"/>
                <a:gd name="T100" fmla="*/ 6 w 7"/>
                <a:gd name="T101" fmla="*/ 45 h 65"/>
                <a:gd name="T102" fmla="*/ 7 w 7"/>
                <a:gd name="T103" fmla="*/ 3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65">
                  <a:moveTo>
                    <a:pt x="0" y="3"/>
                  </a:moveTo>
                  <a:lnTo>
                    <a:pt x="0" y="3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2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12"/>
                  </a:lnTo>
                  <a:lnTo>
                    <a:pt x="2" y="25"/>
                  </a:lnTo>
                  <a:lnTo>
                    <a:pt x="2" y="32"/>
                  </a:lnTo>
                  <a:lnTo>
                    <a:pt x="2" y="26"/>
                  </a:lnTo>
                  <a:lnTo>
                    <a:pt x="2" y="20"/>
                  </a:lnTo>
                  <a:lnTo>
                    <a:pt x="3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3" y="27"/>
                  </a:lnTo>
                  <a:lnTo>
                    <a:pt x="3" y="17"/>
                  </a:lnTo>
                  <a:lnTo>
                    <a:pt x="3" y="8"/>
                  </a:lnTo>
                  <a:lnTo>
                    <a:pt x="3" y="10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21"/>
                  </a:lnTo>
                  <a:lnTo>
                    <a:pt x="4" y="25"/>
                  </a:lnTo>
                  <a:lnTo>
                    <a:pt x="4" y="26"/>
                  </a:lnTo>
                  <a:lnTo>
                    <a:pt x="4" y="32"/>
                  </a:lnTo>
                  <a:lnTo>
                    <a:pt x="4" y="37"/>
                  </a:lnTo>
                  <a:lnTo>
                    <a:pt x="4" y="34"/>
                  </a:lnTo>
                  <a:lnTo>
                    <a:pt x="4" y="37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44"/>
                  </a:lnTo>
                  <a:lnTo>
                    <a:pt x="5" y="51"/>
                  </a:lnTo>
                  <a:lnTo>
                    <a:pt x="5" y="55"/>
                  </a:lnTo>
                  <a:lnTo>
                    <a:pt x="5" y="45"/>
                  </a:lnTo>
                  <a:lnTo>
                    <a:pt x="6" y="40"/>
                  </a:lnTo>
                  <a:lnTo>
                    <a:pt x="6" y="52"/>
                  </a:lnTo>
                  <a:lnTo>
                    <a:pt x="6" y="61"/>
                  </a:lnTo>
                  <a:lnTo>
                    <a:pt x="6" y="54"/>
                  </a:lnTo>
                  <a:lnTo>
                    <a:pt x="6" y="41"/>
                  </a:lnTo>
                  <a:lnTo>
                    <a:pt x="6" y="38"/>
                  </a:lnTo>
                  <a:lnTo>
                    <a:pt x="6" y="49"/>
                  </a:lnTo>
                  <a:lnTo>
                    <a:pt x="6" y="64"/>
                  </a:lnTo>
                  <a:lnTo>
                    <a:pt x="6" y="65"/>
                  </a:lnTo>
                  <a:lnTo>
                    <a:pt x="6" y="45"/>
                  </a:lnTo>
                  <a:lnTo>
                    <a:pt x="7" y="3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3" name="Freeform 1004"/>
            <p:cNvSpPr/>
            <p:nvPr/>
          </p:nvSpPr>
          <p:spPr bwMode="auto">
            <a:xfrm>
              <a:off x="3608388" y="4625976"/>
              <a:ext cx="11113" cy="288925"/>
            </a:xfrm>
            <a:custGeom>
              <a:avLst/>
              <a:gdLst>
                <a:gd name="T0" fmla="*/ 0 w 7"/>
                <a:gd name="T1" fmla="*/ 92 h 182"/>
                <a:gd name="T2" fmla="*/ 1 w 7"/>
                <a:gd name="T3" fmla="*/ 78 h 182"/>
                <a:gd name="T4" fmla="*/ 1 w 7"/>
                <a:gd name="T5" fmla="*/ 87 h 182"/>
                <a:gd name="T6" fmla="*/ 1 w 7"/>
                <a:gd name="T7" fmla="*/ 112 h 182"/>
                <a:gd name="T8" fmla="*/ 1 w 7"/>
                <a:gd name="T9" fmla="*/ 124 h 182"/>
                <a:gd name="T10" fmla="*/ 1 w 7"/>
                <a:gd name="T11" fmla="*/ 109 h 182"/>
                <a:gd name="T12" fmla="*/ 1 w 7"/>
                <a:gd name="T13" fmla="*/ 95 h 182"/>
                <a:gd name="T14" fmla="*/ 2 w 7"/>
                <a:gd name="T15" fmla="*/ 111 h 182"/>
                <a:gd name="T16" fmla="*/ 2 w 7"/>
                <a:gd name="T17" fmla="*/ 139 h 182"/>
                <a:gd name="T18" fmla="*/ 2 w 7"/>
                <a:gd name="T19" fmla="*/ 154 h 182"/>
                <a:gd name="T20" fmla="*/ 2 w 7"/>
                <a:gd name="T21" fmla="*/ 159 h 182"/>
                <a:gd name="T22" fmla="*/ 2 w 7"/>
                <a:gd name="T23" fmla="*/ 153 h 182"/>
                <a:gd name="T24" fmla="*/ 2 w 7"/>
                <a:gd name="T25" fmla="*/ 142 h 182"/>
                <a:gd name="T26" fmla="*/ 2 w 7"/>
                <a:gd name="T27" fmla="*/ 146 h 182"/>
                <a:gd name="T28" fmla="*/ 2 w 7"/>
                <a:gd name="T29" fmla="*/ 157 h 182"/>
                <a:gd name="T30" fmla="*/ 2 w 7"/>
                <a:gd name="T31" fmla="*/ 160 h 182"/>
                <a:gd name="T32" fmla="*/ 3 w 7"/>
                <a:gd name="T33" fmla="*/ 167 h 182"/>
                <a:gd name="T34" fmla="*/ 3 w 7"/>
                <a:gd name="T35" fmla="*/ 173 h 182"/>
                <a:gd name="T36" fmla="*/ 3 w 7"/>
                <a:gd name="T37" fmla="*/ 158 h 182"/>
                <a:gd name="T38" fmla="*/ 3 w 7"/>
                <a:gd name="T39" fmla="*/ 148 h 182"/>
                <a:gd name="T40" fmla="*/ 3 w 7"/>
                <a:gd name="T41" fmla="*/ 165 h 182"/>
                <a:gd name="T42" fmla="*/ 3 w 7"/>
                <a:gd name="T43" fmla="*/ 182 h 182"/>
                <a:gd name="T44" fmla="*/ 3 w 7"/>
                <a:gd name="T45" fmla="*/ 181 h 182"/>
                <a:gd name="T46" fmla="*/ 3 w 7"/>
                <a:gd name="T47" fmla="*/ 163 h 182"/>
                <a:gd name="T48" fmla="*/ 3 w 7"/>
                <a:gd name="T49" fmla="*/ 132 h 182"/>
                <a:gd name="T50" fmla="*/ 4 w 7"/>
                <a:gd name="T51" fmla="*/ 112 h 182"/>
                <a:gd name="T52" fmla="*/ 4 w 7"/>
                <a:gd name="T53" fmla="*/ 114 h 182"/>
                <a:gd name="T54" fmla="*/ 4 w 7"/>
                <a:gd name="T55" fmla="*/ 111 h 182"/>
                <a:gd name="T56" fmla="*/ 4 w 7"/>
                <a:gd name="T57" fmla="*/ 94 h 182"/>
                <a:gd name="T58" fmla="*/ 4 w 7"/>
                <a:gd name="T59" fmla="*/ 79 h 182"/>
                <a:gd name="T60" fmla="*/ 4 w 7"/>
                <a:gd name="T61" fmla="*/ 72 h 182"/>
                <a:gd name="T62" fmla="*/ 5 w 7"/>
                <a:gd name="T63" fmla="*/ 72 h 182"/>
                <a:gd name="T64" fmla="*/ 5 w 7"/>
                <a:gd name="T65" fmla="*/ 70 h 182"/>
                <a:gd name="T66" fmla="*/ 5 w 7"/>
                <a:gd name="T67" fmla="*/ 61 h 182"/>
                <a:gd name="T68" fmla="*/ 5 w 7"/>
                <a:gd name="T69" fmla="*/ 59 h 182"/>
                <a:gd name="T70" fmla="*/ 5 w 7"/>
                <a:gd name="T71" fmla="*/ 72 h 182"/>
                <a:gd name="T72" fmla="*/ 5 w 7"/>
                <a:gd name="T73" fmla="*/ 78 h 182"/>
                <a:gd name="T74" fmla="*/ 5 w 7"/>
                <a:gd name="T75" fmla="*/ 67 h 182"/>
                <a:gd name="T76" fmla="*/ 5 w 7"/>
                <a:gd name="T77" fmla="*/ 54 h 182"/>
                <a:gd name="T78" fmla="*/ 5 w 7"/>
                <a:gd name="T79" fmla="*/ 50 h 182"/>
                <a:gd name="T80" fmla="*/ 6 w 7"/>
                <a:gd name="T81" fmla="*/ 62 h 182"/>
                <a:gd name="T82" fmla="*/ 6 w 7"/>
                <a:gd name="T83" fmla="*/ 76 h 182"/>
                <a:gd name="T84" fmla="*/ 6 w 7"/>
                <a:gd name="T85" fmla="*/ 72 h 182"/>
                <a:gd name="T86" fmla="*/ 6 w 7"/>
                <a:gd name="T87" fmla="*/ 58 h 182"/>
                <a:gd name="T88" fmla="*/ 6 w 7"/>
                <a:gd name="T89" fmla="*/ 50 h 182"/>
                <a:gd name="T90" fmla="*/ 6 w 7"/>
                <a:gd name="T91" fmla="*/ 43 h 182"/>
                <a:gd name="T92" fmla="*/ 7 w 7"/>
                <a:gd name="T93" fmla="*/ 33 h 182"/>
                <a:gd name="T94" fmla="*/ 7 w 7"/>
                <a:gd name="T95" fmla="*/ 27 h 182"/>
                <a:gd name="T96" fmla="*/ 7 w 7"/>
                <a:gd name="T97" fmla="*/ 26 h 182"/>
                <a:gd name="T98" fmla="*/ 7 w 7"/>
                <a:gd name="T99" fmla="*/ 27 h 182"/>
                <a:gd name="T100" fmla="*/ 7 w 7"/>
                <a:gd name="T101" fmla="*/ 19 h 182"/>
                <a:gd name="T102" fmla="*/ 7 w 7"/>
                <a:gd name="T103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82">
                  <a:moveTo>
                    <a:pt x="0" y="92"/>
                  </a:moveTo>
                  <a:lnTo>
                    <a:pt x="1" y="78"/>
                  </a:lnTo>
                  <a:lnTo>
                    <a:pt x="1" y="87"/>
                  </a:lnTo>
                  <a:lnTo>
                    <a:pt x="1" y="112"/>
                  </a:lnTo>
                  <a:lnTo>
                    <a:pt x="1" y="124"/>
                  </a:lnTo>
                  <a:lnTo>
                    <a:pt x="1" y="109"/>
                  </a:lnTo>
                  <a:lnTo>
                    <a:pt x="1" y="95"/>
                  </a:lnTo>
                  <a:lnTo>
                    <a:pt x="2" y="111"/>
                  </a:lnTo>
                  <a:lnTo>
                    <a:pt x="2" y="139"/>
                  </a:lnTo>
                  <a:lnTo>
                    <a:pt x="2" y="154"/>
                  </a:lnTo>
                  <a:lnTo>
                    <a:pt x="2" y="159"/>
                  </a:lnTo>
                  <a:lnTo>
                    <a:pt x="2" y="153"/>
                  </a:lnTo>
                  <a:lnTo>
                    <a:pt x="2" y="142"/>
                  </a:lnTo>
                  <a:lnTo>
                    <a:pt x="2" y="146"/>
                  </a:lnTo>
                  <a:lnTo>
                    <a:pt x="2" y="157"/>
                  </a:lnTo>
                  <a:lnTo>
                    <a:pt x="2" y="160"/>
                  </a:lnTo>
                  <a:lnTo>
                    <a:pt x="3" y="167"/>
                  </a:lnTo>
                  <a:lnTo>
                    <a:pt x="3" y="173"/>
                  </a:lnTo>
                  <a:lnTo>
                    <a:pt x="3" y="158"/>
                  </a:lnTo>
                  <a:lnTo>
                    <a:pt x="3" y="148"/>
                  </a:lnTo>
                  <a:lnTo>
                    <a:pt x="3" y="165"/>
                  </a:lnTo>
                  <a:lnTo>
                    <a:pt x="3" y="182"/>
                  </a:lnTo>
                  <a:lnTo>
                    <a:pt x="3" y="181"/>
                  </a:lnTo>
                  <a:lnTo>
                    <a:pt x="3" y="163"/>
                  </a:lnTo>
                  <a:lnTo>
                    <a:pt x="3" y="132"/>
                  </a:lnTo>
                  <a:lnTo>
                    <a:pt x="4" y="112"/>
                  </a:lnTo>
                  <a:lnTo>
                    <a:pt x="4" y="114"/>
                  </a:lnTo>
                  <a:lnTo>
                    <a:pt x="4" y="111"/>
                  </a:lnTo>
                  <a:lnTo>
                    <a:pt x="4" y="94"/>
                  </a:lnTo>
                  <a:lnTo>
                    <a:pt x="4" y="79"/>
                  </a:lnTo>
                  <a:lnTo>
                    <a:pt x="4" y="72"/>
                  </a:lnTo>
                  <a:lnTo>
                    <a:pt x="5" y="72"/>
                  </a:lnTo>
                  <a:lnTo>
                    <a:pt x="5" y="70"/>
                  </a:lnTo>
                  <a:lnTo>
                    <a:pt x="5" y="61"/>
                  </a:lnTo>
                  <a:lnTo>
                    <a:pt x="5" y="59"/>
                  </a:lnTo>
                  <a:lnTo>
                    <a:pt x="5" y="72"/>
                  </a:lnTo>
                  <a:lnTo>
                    <a:pt x="5" y="78"/>
                  </a:lnTo>
                  <a:lnTo>
                    <a:pt x="5" y="67"/>
                  </a:lnTo>
                  <a:lnTo>
                    <a:pt x="5" y="54"/>
                  </a:lnTo>
                  <a:lnTo>
                    <a:pt x="5" y="50"/>
                  </a:lnTo>
                  <a:lnTo>
                    <a:pt x="6" y="62"/>
                  </a:lnTo>
                  <a:lnTo>
                    <a:pt x="6" y="76"/>
                  </a:lnTo>
                  <a:lnTo>
                    <a:pt x="6" y="72"/>
                  </a:lnTo>
                  <a:lnTo>
                    <a:pt x="6" y="58"/>
                  </a:lnTo>
                  <a:lnTo>
                    <a:pt x="6" y="50"/>
                  </a:lnTo>
                  <a:lnTo>
                    <a:pt x="6" y="43"/>
                  </a:lnTo>
                  <a:lnTo>
                    <a:pt x="7" y="33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7" y="27"/>
                  </a:lnTo>
                  <a:lnTo>
                    <a:pt x="7" y="19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4" name="Freeform 1005"/>
            <p:cNvSpPr/>
            <p:nvPr/>
          </p:nvSpPr>
          <p:spPr bwMode="auto">
            <a:xfrm>
              <a:off x="3619500" y="4578351"/>
              <a:ext cx="11113" cy="125413"/>
            </a:xfrm>
            <a:custGeom>
              <a:avLst/>
              <a:gdLst>
                <a:gd name="T0" fmla="*/ 0 w 7"/>
                <a:gd name="T1" fmla="*/ 49 h 79"/>
                <a:gd name="T2" fmla="*/ 0 w 7"/>
                <a:gd name="T3" fmla="*/ 30 h 79"/>
                <a:gd name="T4" fmla="*/ 0 w 7"/>
                <a:gd name="T5" fmla="*/ 26 h 79"/>
                <a:gd name="T6" fmla="*/ 0 w 7"/>
                <a:gd name="T7" fmla="*/ 42 h 79"/>
                <a:gd name="T8" fmla="*/ 0 w 7"/>
                <a:gd name="T9" fmla="*/ 53 h 79"/>
                <a:gd name="T10" fmla="*/ 1 w 7"/>
                <a:gd name="T11" fmla="*/ 49 h 79"/>
                <a:gd name="T12" fmla="*/ 1 w 7"/>
                <a:gd name="T13" fmla="*/ 36 h 79"/>
                <a:gd name="T14" fmla="*/ 1 w 7"/>
                <a:gd name="T15" fmla="*/ 17 h 79"/>
                <a:gd name="T16" fmla="*/ 1 w 7"/>
                <a:gd name="T17" fmla="*/ 14 h 79"/>
                <a:gd name="T18" fmla="*/ 1 w 7"/>
                <a:gd name="T19" fmla="*/ 26 h 79"/>
                <a:gd name="T20" fmla="*/ 1 w 7"/>
                <a:gd name="T21" fmla="*/ 21 h 79"/>
                <a:gd name="T22" fmla="*/ 2 w 7"/>
                <a:gd name="T23" fmla="*/ 5 h 79"/>
                <a:gd name="T24" fmla="*/ 2 w 7"/>
                <a:gd name="T25" fmla="*/ 12 h 79"/>
                <a:gd name="T26" fmla="*/ 2 w 7"/>
                <a:gd name="T27" fmla="*/ 29 h 79"/>
                <a:gd name="T28" fmla="*/ 2 w 7"/>
                <a:gd name="T29" fmla="*/ 29 h 79"/>
                <a:gd name="T30" fmla="*/ 2 w 7"/>
                <a:gd name="T31" fmla="*/ 28 h 79"/>
                <a:gd name="T32" fmla="*/ 2 w 7"/>
                <a:gd name="T33" fmla="*/ 39 h 79"/>
                <a:gd name="T34" fmla="*/ 2 w 7"/>
                <a:gd name="T35" fmla="*/ 52 h 79"/>
                <a:gd name="T36" fmla="*/ 2 w 7"/>
                <a:gd name="T37" fmla="*/ 61 h 79"/>
                <a:gd name="T38" fmla="*/ 2 w 7"/>
                <a:gd name="T39" fmla="*/ 63 h 79"/>
                <a:gd name="T40" fmla="*/ 2 w 7"/>
                <a:gd name="T41" fmla="*/ 60 h 79"/>
                <a:gd name="T42" fmla="*/ 3 w 7"/>
                <a:gd name="T43" fmla="*/ 57 h 79"/>
                <a:gd name="T44" fmla="*/ 3 w 7"/>
                <a:gd name="T45" fmla="*/ 56 h 79"/>
                <a:gd name="T46" fmla="*/ 3 w 7"/>
                <a:gd name="T47" fmla="*/ 50 h 79"/>
                <a:gd name="T48" fmla="*/ 3 w 7"/>
                <a:gd name="T49" fmla="*/ 37 h 79"/>
                <a:gd name="T50" fmla="*/ 3 w 7"/>
                <a:gd name="T51" fmla="*/ 29 h 79"/>
                <a:gd name="T52" fmla="*/ 3 w 7"/>
                <a:gd name="T53" fmla="*/ 31 h 79"/>
                <a:gd name="T54" fmla="*/ 3 w 7"/>
                <a:gd name="T55" fmla="*/ 34 h 79"/>
                <a:gd name="T56" fmla="*/ 3 w 7"/>
                <a:gd name="T57" fmla="*/ 19 h 79"/>
                <a:gd name="T58" fmla="*/ 3 w 7"/>
                <a:gd name="T59" fmla="*/ 0 h 79"/>
                <a:gd name="T60" fmla="*/ 4 w 7"/>
                <a:gd name="T61" fmla="*/ 5 h 79"/>
                <a:gd name="T62" fmla="*/ 4 w 7"/>
                <a:gd name="T63" fmla="*/ 24 h 79"/>
                <a:gd name="T64" fmla="*/ 4 w 7"/>
                <a:gd name="T65" fmla="*/ 30 h 79"/>
                <a:gd name="T66" fmla="*/ 4 w 7"/>
                <a:gd name="T67" fmla="*/ 24 h 79"/>
                <a:gd name="T68" fmla="*/ 4 w 7"/>
                <a:gd name="T69" fmla="*/ 25 h 79"/>
                <a:gd name="T70" fmla="*/ 4 w 7"/>
                <a:gd name="T71" fmla="*/ 37 h 79"/>
                <a:gd name="T72" fmla="*/ 5 w 7"/>
                <a:gd name="T73" fmla="*/ 49 h 79"/>
                <a:gd name="T74" fmla="*/ 5 w 7"/>
                <a:gd name="T75" fmla="*/ 52 h 79"/>
                <a:gd name="T76" fmla="*/ 5 w 7"/>
                <a:gd name="T77" fmla="*/ 54 h 79"/>
                <a:gd name="T78" fmla="*/ 5 w 7"/>
                <a:gd name="T79" fmla="*/ 62 h 79"/>
                <a:gd name="T80" fmla="*/ 5 w 7"/>
                <a:gd name="T81" fmla="*/ 72 h 79"/>
                <a:gd name="T82" fmla="*/ 5 w 7"/>
                <a:gd name="T83" fmla="*/ 76 h 79"/>
                <a:gd name="T84" fmla="*/ 5 w 7"/>
                <a:gd name="T85" fmla="*/ 74 h 79"/>
                <a:gd name="T86" fmla="*/ 5 w 7"/>
                <a:gd name="T87" fmla="*/ 65 h 79"/>
                <a:gd name="T88" fmla="*/ 5 w 7"/>
                <a:gd name="T89" fmla="*/ 60 h 79"/>
                <a:gd name="T90" fmla="*/ 6 w 7"/>
                <a:gd name="T91" fmla="*/ 71 h 79"/>
                <a:gd name="T92" fmla="*/ 6 w 7"/>
                <a:gd name="T93" fmla="*/ 79 h 79"/>
                <a:gd name="T94" fmla="*/ 6 w 7"/>
                <a:gd name="T95" fmla="*/ 73 h 79"/>
                <a:gd name="T96" fmla="*/ 6 w 7"/>
                <a:gd name="T97" fmla="*/ 68 h 79"/>
                <a:gd name="T98" fmla="*/ 6 w 7"/>
                <a:gd name="T99" fmla="*/ 72 h 79"/>
                <a:gd name="T100" fmla="*/ 6 w 7"/>
                <a:gd name="T101" fmla="*/ 74 h 79"/>
                <a:gd name="T102" fmla="*/ 7 w 7"/>
                <a:gd name="T103" fmla="*/ 71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9">
                  <a:moveTo>
                    <a:pt x="0" y="49"/>
                  </a:moveTo>
                  <a:lnTo>
                    <a:pt x="0" y="30"/>
                  </a:lnTo>
                  <a:lnTo>
                    <a:pt x="0" y="26"/>
                  </a:lnTo>
                  <a:lnTo>
                    <a:pt x="0" y="42"/>
                  </a:lnTo>
                  <a:lnTo>
                    <a:pt x="0" y="53"/>
                  </a:lnTo>
                  <a:lnTo>
                    <a:pt x="1" y="49"/>
                  </a:lnTo>
                  <a:lnTo>
                    <a:pt x="1" y="36"/>
                  </a:lnTo>
                  <a:lnTo>
                    <a:pt x="1" y="17"/>
                  </a:lnTo>
                  <a:lnTo>
                    <a:pt x="1" y="14"/>
                  </a:lnTo>
                  <a:lnTo>
                    <a:pt x="1" y="26"/>
                  </a:lnTo>
                  <a:lnTo>
                    <a:pt x="1" y="21"/>
                  </a:lnTo>
                  <a:lnTo>
                    <a:pt x="2" y="5"/>
                  </a:lnTo>
                  <a:lnTo>
                    <a:pt x="2" y="12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8"/>
                  </a:lnTo>
                  <a:lnTo>
                    <a:pt x="2" y="39"/>
                  </a:lnTo>
                  <a:lnTo>
                    <a:pt x="2" y="52"/>
                  </a:lnTo>
                  <a:lnTo>
                    <a:pt x="2" y="61"/>
                  </a:lnTo>
                  <a:lnTo>
                    <a:pt x="2" y="63"/>
                  </a:lnTo>
                  <a:lnTo>
                    <a:pt x="2" y="60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0"/>
                  </a:lnTo>
                  <a:lnTo>
                    <a:pt x="3" y="37"/>
                  </a:lnTo>
                  <a:lnTo>
                    <a:pt x="3" y="29"/>
                  </a:lnTo>
                  <a:lnTo>
                    <a:pt x="3" y="31"/>
                  </a:lnTo>
                  <a:lnTo>
                    <a:pt x="3" y="34"/>
                  </a:lnTo>
                  <a:lnTo>
                    <a:pt x="3" y="19"/>
                  </a:lnTo>
                  <a:lnTo>
                    <a:pt x="3" y="0"/>
                  </a:lnTo>
                  <a:lnTo>
                    <a:pt x="4" y="5"/>
                  </a:lnTo>
                  <a:lnTo>
                    <a:pt x="4" y="24"/>
                  </a:lnTo>
                  <a:lnTo>
                    <a:pt x="4" y="30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4" y="37"/>
                  </a:lnTo>
                  <a:lnTo>
                    <a:pt x="5" y="49"/>
                  </a:lnTo>
                  <a:lnTo>
                    <a:pt x="5" y="52"/>
                  </a:lnTo>
                  <a:lnTo>
                    <a:pt x="5" y="54"/>
                  </a:lnTo>
                  <a:lnTo>
                    <a:pt x="5" y="62"/>
                  </a:lnTo>
                  <a:lnTo>
                    <a:pt x="5" y="72"/>
                  </a:lnTo>
                  <a:lnTo>
                    <a:pt x="5" y="76"/>
                  </a:lnTo>
                  <a:lnTo>
                    <a:pt x="5" y="74"/>
                  </a:lnTo>
                  <a:lnTo>
                    <a:pt x="5" y="65"/>
                  </a:lnTo>
                  <a:lnTo>
                    <a:pt x="5" y="60"/>
                  </a:lnTo>
                  <a:lnTo>
                    <a:pt x="6" y="71"/>
                  </a:lnTo>
                  <a:lnTo>
                    <a:pt x="6" y="79"/>
                  </a:lnTo>
                  <a:lnTo>
                    <a:pt x="6" y="73"/>
                  </a:lnTo>
                  <a:lnTo>
                    <a:pt x="6" y="68"/>
                  </a:lnTo>
                  <a:lnTo>
                    <a:pt x="6" y="72"/>
                  </a:lnTo>
                  <a:lnTo>
                    <a:pt x="6" y="74"/>
                  </a:lnTo>
                  <a:lnTo>
                    <a:pt x="7" y="7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5" name="Freeform 1006"/>
            <p:cNvSpPr/>
            <p:nvPr/>
          </p:nvSpPr>
          <p:spPr bwMode="auto">
            <a:xfrm>
              <a:off x="3629025" y="4638676"/>
              <a:ext cx="11113" cy="69850"/>
            </a:xfrm>
            <a:custGeom>
              <a:avLst/>
              <a:gdLst>
                <a:gd name="T0" fmla="*/ 0 w 7"/>
                <a:gd name="T1" fmla="*/ 36 h 44"/>
                <a:gd name="T2" fmla="*/ 1 w 7"/>
                <a:gd name="T3" fmla="*/ 33 h 44"/>
                <a:gd name="T4" fmla="*/ 1 w 7"/>
                <a:gd name="T5" fmla="*/ 35 h 44"/>
                <a:gd name="T6" fmla="*/ 1 w 7"/>
                <a:gd name="T7" fmla="*/ 39 h 44"/>
                <a:gd name="T8" fmla="*/ 1 w 7"/>
                <a:gd name="T9" fmla="*/ 36 h 44"/>
                <a:gd name="T10" fmla="*/ 1 w 7"/>
                <a:gd name="T11" fmla="*/ 24 h 44"/>
                <a:gd name="T12" fmla="*/ 1 w 7"/>
                <a:gd name="T13" fmla="*/ 12 h 44"/>
                <a:gd name="T14" fmla="*/ 1 w 7"/>
                <a:gd name="T15" fmla="*/ 12 h 44"/>
                <a:gd name="T16" fmla="*/ 1 w 7"/>
                <a:gd name="T17" fmla="*/ 17 h 44"/>
                <a:gd name="T18" fmla="*/ 1 w 7"/>
                <a:gd name="T19" fmla="*/ 15 h 44"/>
                <a:gd name="T20" fmla="*/ 2 w 7"/>
                <a:gd name="T21" fmla="*/ 12 h 44"/>
                <a:gd name="T22" fmla="*/ 2 w 7"/>
                <a:gd name="T23" fmla="*/ 12 h 44"/>
                <a:gd name="T24" fmla="*/ 2 w 7"/>
                <a:gd name="T25" fmla="*/ 15 h 44"/>
                <a:gd name="T26" fmla="*/ 2 w 7"/>
                <a:gd name="T27" fmla="*/ 21 h 44"/>
                <a:gd name="T28" fmla="*/ 2 w 7"/>
                <a:gd name="T29" fmla="*/ 27 h 44"/>
                <a:gd name="T30" fmla="*/ 2 w 7"/>
                <a:gd name="T31" fmla="*/ 28 h 44"/>
                <a:gd name="T32" fmla="*/ 2 w 7"/>
                <a:gd name="T33" fmla="*/ 29 h 44"/>
                <a:gd name="T34" fmla="*/ 2 w 7"/>
                <a:gd name="T35" fmla="*/ 36 h 44"/>
                <a:gd name="T36" fmla="*/ 2 w 7"/>
                <a:gd name="T37" fmla="*/ 43 h 44"/>
                <a:gd name="T38" fmla="*/ 3 w 7"/>
                <a:gd name="T39" fmla="*/ 44 h 44"/>
                <a:gd name="T40" fmla="*/ 3 w 7"/>
                <a:gd name="T41" fmla="*/ 38 h 44"/>
                <a:gd name="T42" fmla="*/ 3 w 7"/>
                <a:gd name="T43" fmla="*/ 35 h 44"/>
                <a:gd name="T44" fmla="*/ 3 w 7"/>
                <a:gd name="T45" fmla="*/ 39 h 44"/>
                <a:gd name="T46" fmla="*/ 3 w 7"/>
                <a:gd name="T47" fmla="*/ 42 h 44"/>
                <a:gd name="T48" fmla="*/ 3 w 7"/>
                <a:gd name="T49" fmla="*/ 34 h 44"/>
                <a:gd name="T50" fmla="*/ 4 w 7"/>
                <a:gd name="T51" fmla="*/ 25 h 44"/>
                <a:gd name="T52" fmla="*/ 4 w 7"/>
                <a:gd name="T53" fmla="*/ 25 h 44"/>
                <a:gd name="T54" fmla="*/ 4 w 7"/>
                <a:gd name="T55" fmla="*/ 23 h 44"/>
                <a:gd name="T56" fmla="*/ 4 w 7"/>
                <a:gd name="T57" fmla="*/ 15 h 44"/>
                <a:gd name="T58" fmla="*/ 4 w 7"/>
                <a:gd name="T59" fmla="*/ 8 h 44"/>
                <a:gd name="T60" fmla="*/ 4 w 7"/>
                <a:gd name="T61" fmla="*/ 9 h 44"/>
                <a:gd name="T62" fmla="*/ 4 w 7"/>
                <a:gd name="T63" fmla="*/ 14 h 44"/>
                <a:gd name="T64" fmla="*/ 4 w 7"/>
                <a:gd name="T65" fmla="*/ 17 h 44"/>
                <a:gd name="T66" fmla="*/ 4 w 7"/>
                <a:gd name="T67" fmla="*/ 16 h 44"/>
                <a:gd name="T68" fmla="*/ 4 w 7"/>
                <a:gd name="T69" fmla="*/ 14 h 44"/>
                <a:gd name="T70" fmla="*/ 5 w 7"/>
                <a:gd name="T71" fmla="*/ 14 h 44"/>
                <a:gd name="T72" fmla="*/ 5 w 7"/>
                <a:gd name="T73" fmla="*/ 19 h 44"/>
                <a:gd name="T74" fmla="*/ 5 w 7"/>
                <a:gd name="T75" fmla="*/ 26 h 44"/>
                <a:gd name="T76" fmla="*/ 5 w 7"/>
                <a:gd name="T77" fmla="*/ 28 h 44"/>
                <a:gd name="T78" fmla="*/ 5 w 7"/>
                <a:gd name="T79" fmla="*/ 22 h 44"/>
                <a:gd name="T80" fmla="*/ 5 w 7"/>
                <a:gd name="T81" fmla="*/ 20 h 44"/>
                <a:gd name="T82" fmla="*/ 6 w 7"/>
                <a:gd name="T83" fmla="*/ 21 h 44"/>
                <a:gd name="T84" fmla="*/ 6 w 7"/>
                <a:gd name="T85" fmla="*/ 14 h 44"/>
                <a:gd name="T86" fmla="*/ 6 w 7"/>
                <a:gd name="T87" fmla="*/ 5 h 44"/>
                <a:gd name="T88" fmla="*/ 6 w 7"/>
                <a:gd name="T89" fmla="*/ 9 h 44"/>
                <a:gd name="T90" fmla="*/ 6 w 7"/>
                <a:gd name="T91" fmla="*/ 17 h 44"/>
                <a:gd name="T92" fmla="*/ 6 w 7"/>
                <a:gd name="T93" fmla="*/ 12 h 44"/>
                <a:gd name="T94" fmla="*/ 6 w 7"/>
                <a:gd name="T95" fmla="*/ 2 h 44"/>
                <a:gd name="T96" fmla="*/ 6 w 7"/>
                <a:gd name="T97" fmla="*/ 0 h 44"/>
                <a:gd name="T98" fmla="*/ 6 w 7"/>
                <a:gd name="T99" fmla="*/ 4 h 44"/>
                <a:gd name="T100" fmla="*/ 7 w 7"/>
                <a:gd name="T101" fmla="*/ 4 h 44"/>
                <a:gd name="T102" fmla="*/ 7 w 7"/>
                <a:gd name="T103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44">
                  <a:moveTo>
                    <a:pt x="0" y="36"/>
                  </a:moveTo>
                  <a:lnTo>
                    <a:pt x="1" y="33"/>
                  </a:lnTo>
                  <a:lnTo>
                    <a:pt x="1" y="35"/>
                  </a:lnTo>
                  <a:lnTo>
                    <a:pt x="1" y="39"/>
                  </a:lnTo>
                  <a:lnTo>
                    <a:pt x="1" y="36"/>
                  </a:lnTo>
                  <a:lnTo>
                    <a:pt x="1" y="24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1" y="17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5"/>
                  </a:lnTo>
                  <a:lnTo>
                    <a:pt x="2" y="21"/>
                  </a:lnTo>
                  <a:lnTo>
                    <a:pt x="2" y="27"/>
                  </a:lnTo>
                  <a:lnTo>
                    <a:pt x="2" y="28"/>
                  </a:lnTo>
                  <a:lnTo>
                    <a:pt x="2" y="29"/>
                  </a:lnTo>
                  <a:lnTo>
                    <a:pt x="2" y="36"/>
                  </a:lnTo>
                  <a:lnTo>
                    <a:pt x="2" y="43"/>
                  </a:lnTo>
                  <a:lnTo>
                    <a:pt x="3" y="44"/>
                  </a:lnTo>
                  <a:lnTo>
                    <a:pt x="3" y="38"/>
                  </a:lnTo>
                  <a:lnTo>
                    <a:pt x="3" y="35"/>
                  </a:lnTo>
                  <a:lnTo>
                    <a:pt x="3" y="39"/>
                  </a:lnTo>
                  <a:lnTo>
                    <a:pt x="3" y="42"/>
                  </a:lnTo>
                  <a:lnTo>
                    <a:pt x="3" y="34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4" y="23"/>
                  </a:lnTo>
                  <a:lnTo>
                    <a:pt x="4" y="15"/>
                  </a:lnTo>
                  <a:lnTo>
                    <a:pt x="4" y="8"/>
                  </a:lnTo>
                  <a:lnTo>
                    <a:pt x="4" y="9"/>
                  </a:lnTo>
                  <a:lnTo>
                    <a:pt x="4" y="14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4" y="14"/>
                  </a:lnTo>
                  <a:lnTo>
                    <a:pt x="5" y="14"/>
                  </a:lnTo>
                  <a:lnTo>
                    <a:pt x="5" y="19"/>
                  </a:lnTo>
                  <a:lnTo>
                    <a:pt x="5" y="26"/>
                  </a:lnTo>
                  <a:lnTo>
                    <a:pt x="5" y="28"/>
                  </a:lnTo>
                  <a:lnTo>
                    <a:pt x="5" y="22"/>
                  </a:lnTo>
                  <a:lnTo>
                    <a:pt x="5" y="20"/>
                  </a:lnTo>
                  <a:lnTo>
                    <a:pt x="6" y="21"/>
                  </a:lnTo>
                  <a:lnTo>
                    <a:pt x="6" y="14"/>
                  </a:lnTo>
                  <a:lnTo>
                    <a:pt x="6" y="5"/>
                  </a:lnTo>
                  <a:lnTo>
                    <a:pt x="6" y="9"/>
                  </a:lnTo>
                  <a:lnTo>
                    <a:pt x="6" y="17"/>
                  </a:lnTo>
                  <a:lnTo>
                    <a:pt x="6" y="12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4"/>
                  </a:lnTo>
                  <a:lnTo>
                    <a:pt x="7" y="4"/>
                  </a:lnTo>
                  <a:lnTo>
                    <a:pt x="7" y="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6" name="Freeform 1007"/>
            <p:cNvSpPr/>
            <p:nvPr/>
          </p:nvSpPr>
          <p:spPr bwMode="auto">
            <a:xfrm>
              <a:off x="3640138" y="4632326"/>
              <a:ext cx="9525" cy="158750"/>
            </a:xfrm>
            <a:custGeom>
              <a:avLst/>
              <a:gdLst>
                <a:gd name="T0" fmla="*/ 0 w 6"/>
                <a:gd name="T1" fmla="*/ 8 h 100"/>
                <a:gd name="T2" fmla="*/ 0 w 6"/>
                <a:gd name="T3" fmla="*/ 6 h 100"/>
                <a:gd name="T4" fmla="*/ 0 w 6"/>
                <a:gd name="T5" fmla="*/ 4 h 100"/>
                <a:gd name="T6" fmla="*/ 0 w 6"/>
                <a:gd name="T7" fmla="*/ 1 h 100"/>
                <a:gd name="T8" fmla="*/ 0 w 6"/>
                <a:gd name="T9" fmla="*/ 1 h 100"/>
                <a:gd name="T10" fmla="*/ 0 w 6"/>
                <a:gd name="T11" fmla="*/ 4 h 100"/>
                <a:gd name="T12" fmla="*/ 0 w 6"/>
                <a:gd name="T13" fmla="*/ 3 h 100"/>
                <a:gd name="T14" fmla="*/ 0 w 6"/>
                <a:gd name="T15" fmla="*/ 0 h 100"/>
                <a:gd name="T16" fmla="*/ 0 w 6"/>
                <a:gd name="T17" fmla="*/ 8 h 100"/>
                <a:gd name="T18" fmla="*/ 1 w 6"/>
                <a:gd name="T19" fmla="*/ 19 h 100"/>
                <a:gd name="T20" fmla="*/ 1 w 6"/>
                <a:gd name="T21" fmla="*/ 18 h 100"/>
                <a:gd name="T22" fmla="*/ 1 w 6"/>
                <a:gd name="T23" fmla="*/ 12 h 100"/>
                <a:gd name="T24" fmla="*/ 1 w 6"/>
                <a:gd name="T25" fmla="*/ 13 h 100"/>
                <a:gd name="T26" fmla="*/ 1 w 6"/>
                <a:gd name="T27" fmla="*/ 19 h 100"/>
                <a:gd name="T28" fmla="*/ 1 w 6"/>
                <a:gd name="T29" fmla="*/ 22 h 100"/>
                <a:gd name="T30" fmla="*/ 2 w 6"/>
                <a:gd name="T31" fmla="*/ 24 h 100"/>
                <a:gd name="T32" fmla="*/ 2 w 6"/>
                <a:gd name="T33" fmla="*/ 29 h 100"/>
                <a:gd name="T34" fmla="*/ 2 w 6"/>
                <a:gd name="T35" fmla="*/ 33 h 100"/>
                <a:gd name="T36" fmla="*/ 2 w 6"/>
                <a:gd name="T37" fmla="*/ 35 h 100"/>
                <a:gd name="T38" fmla="*/ 2 w 6"/>
                <a:gd name="T39" fmla="*/ 33 h 100"/>
                <a:gd name="T40" fmla="*/ 2 w 6"/>
                <a:gd name="T41" fmla="*/ 33 h 100"/>
                <a:gd name="T42" fmla="*/ 2 w 6"/>
                <a:gd name="T43" fmla="*/ 40 h 100"/>
                <a:gd name="T44" fmla="*/ 2 w 6"/>
                <a:gd name="T45" fmla="*/ 49 h 100"/>
                <a:gd name="T46" fmla="*/ 2 w 6"/>
                <a:gd name="T47" fmla="*/ 49 h 100"/>
                <a:gd name="T48" fmla="*/ 3 w 6"/>
                <a:gd name="T49" fmla="*/ 42 h 100"/>
                <a:gd name="T50" fmla="*/ 3 w 6"/>
                <a:gd name="T51" fmla="*/ 36 h 100"/>
                <a:gd name="T52" fmla="*/ 3 w 6"/>
                <a:gd name="T53" fmla="*/ 38 h 100"/>
                <a:gd name="T54" fmla="*/ 3 w 6"/>
                <a:gd name="T55" fmla="*/ 45 h 100"/>
                <a:gd name="T56" fmla="*/ 3 w 6"/>
                <a:gd name="T57" fmla="*/ 49 h 100"/>
                <a:gd name="T58" fmla="*/ 3 w 6"/>
                <a:gd name="T59" fmla="*/ 50 h 100"/>
                <a:gd name="T60" fmla="*/ 4 w 6"/>
                <a:gd name="T61" fmla="*/ 55 h 100"/>
                <a:gd name="T62" fmla="*/ 4 w 6"/>
                <a:gd name="T63" fmla="*/ 61 h 100"/>
                <a:gd name="T64" fmla="*/ 4 w 6"/>
                <a:gd name="T65" fmla="*/ 61 h 100"/>
                <a:gd name="T66" fmla="*/ 4 w 6"/>
                <a:gd name="T67" fmla="*/ 60 h 100"/>
                <a:gd name="T68" fmla="*/ 4 w 6"/>
                <a:gd name="T69" fmla="*/ 68 h 100"/>
                <a:gd name="T70" fmla="*/ 4 w 6"/>
                <a:gd name="T71" fmla="*/ 82 h 100"/>
                <a:gd name="T72" fmla="*/ 4 w 6"/>
                <a:gd name="T73" fmla="*/ 90 h 100"/>
                <a:gd name="T74" fmla="*/ 4 w 6"/>
                <a:gd name="T75" fmla="*/ 85 h 100"/>
                <a:gd name="T76" fmla="*/ 4 w 6"/>
                <a:gd name="T77" fmla="*/ 75 h 100"/>
                <a:gd name="T78" fmla="*/ 5 w 6"/>
                <a:gd name="T79" fmla="*/ 77 h 100"/>
                <a:gd name="T80" fmla="*/ 5 w 6"/>
                <a:gd name="T81" fmla="*/ 91 h 100"/>
                <a:gd name="T82" fmla="*/ 5 w 6"/>
                <a:gd name="T83" fmla="*/ 100 h 100"/>
                <a:gd name="T84" fmla="*/ 5 w 6"/>
                <a:gd name="T85" fmla="*/ 100 h 100"/>
                <a:gd name="T86" fmla="*/ 5 w 6"/>
                <a:gd name="T87" fmla="*/ 92 h 100"/>
                <a:gd name="T88" fmla="*/ 5 w 6"/>
                <a:gd name="T89" fmla="*/ 82 h 100"/>
                <a:gd name="T90" fmla="*/ 5 w 6"/>
                <a:gd name="T91" fmla="*/ 85 h 100"/>
                <a:gd name="T92" fmla="*/ 5 w 6"/>
                <a:gd name="T93" fmla="*/ 94 h 100"/>
                <a:gd name="T94" fmla="*/ 5 w 6"/>
                <a:gd name="T95" fmla="*/ 94 h 100"/>
                <a:gd name="T96" fmla="*/ 5 w 6"/>
                <a:gd name="T97" fmla="*/ 88 h 100"/>
                <a:gd name="T98" fmla="*/ 6 w 6"/>
                <a:gd name="T99" fmla="*/ 85 h 100"/>
                <a:gd name="T100" fmla="*/ 6 w 6"/>
                <a:gd name="T101" fmla="*/ 82 h 100"/>
                <a:gd name="T102" fmla="*/ 6 w 6"/>
                <a:gd name="T103" fmla="*/ 8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00">
                  <a:moveTo>
                    <a:pt x="0" y="8"/>
                  </a:moveTo>
                  <a:lnTo>
                    <a:pt x="0" y="6"/>
                  </a:lnTo>
                  <a:lnTo>
                    <a:pt x="0" y="4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8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2"/>
                  </a:lnTo>
                  <a:lnTo>
                    <a:pt x="1" y="13"/>
                  </a:lnTo>
                  <a:lnTo>
                    <a:pt x="1" y="19"/>
                  </a:lnTo>
                  <a:lnTo>
                    <a:pt x="1" y="22"/>
                  </a:lnTo>
                  <a:lnTo>
                    <a:pt x="2" y="24"/>
                  </a:lnTo>
                  <a:lnTo>
                    <a:pt x="2" y="29"/>
                  </a:lnTo>
                  <a:lnTo>
                    <a:pt x="2" y="33"/>
                  </a:lnTo>
                  <a:lnTo>
                    <a:pt x="2" y="35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2" y="40"/>
                  </a:lnTo>
                  <a:lnTo>
                    <a:pt x="2" y="49"/>
                  </a:lnTo>
                  <a:lnTo>
                    <a:pt x="2" y="49"/>
                  </a:lnTo>
                  <a:lnTo>
                    <a:pt x="3" y="42"/>
                  </a:lnTo>
                  <a:lnTo>
                    <a:pt x="3" y="36"/>
                  </a:lnTo>
                  <a:lnTo>
                    <a:pt x="3" y="38"/>
                  </a:lnTo>
                  <a:lnTo>
                    <a:pt x="3" y="45"/>
                  </a:lnTo>
                  <a:lnTo>
                    <a:pt x="3" y="49"/>
                  </a:lnTo>
                  <a:lnTo>
                    <a:pt x="3" y="50"/>
                  </a:lnTo>
                  <a:lnTo>
                    <a:pt x="4" y="55"/>
                  </a:lnTo>
                  <a:lnTo>
                    <a:pt x="4" y="61"/>
                  </a:lnTo>
                  <a:lnTo>
                    <a:pt x="4" y="61"/>
                  </a:lnTo>
                  <a:lnTo>
                    <a:pt x="4" y="60"/>
                  </a:lnTo>
                  <a:lnTo>
                    <a:pt x="4" y="68"/>
                  </a:lnTo>
                  <a:lnTo>
                    <a:pt x="4" y="82"/>
                  </a:lnTo>
                  <a:lnTo>
                    <a:pt x="4" y="90"/>
                  </a:lnTo>
                  <a:lnTo>
                    <a:pt x="4" y="85"/>
                  </a:lnTo>
                  <a:lnTo>
                    <a:pt x="4" y="75"/>
                  </a:lnTo>
                  <a:lnTo>
                    <a:pt x="5" y="77"/>
                  </a:lnTo>
                  <a:lnTo>
                    <a:pt x="5" y="91"/>
                  </a:lnTo>
                  <a:lnTo>
                    <a:pt x="5" y="100"/>
                  </a:lnTo>
                  <a:lnTo>
                    <a:pt x="5" y="100"/>
                  </a:lnTo>
                  <a:lnTo>
                    <a:pt x="5" y="92"/>
                  </a:lnTo>
                  <a:lnTo>
                    <a:pt x="5" y="82"/>
                  </a:lnTo>
                  <a:lnTo>
                    <a:pt x="5" y="85"/>
                  </a:lnTo>
                  <a:lnTo>
                    <a:pt x="5" y="94"/>
                  </a:lnTo>
                  <a:lnTo>
                    <a:pt x="5" y="94"/>
                  </a:lnTo>
                  <a:lnTo>
                    <a:pt x="5" y="88"/>
                  </a:lnTo>
                  <a:lnTo>
                    <a:pt x="6" y="85"/>
                  </a:lnTo>
                  <a:lnTo>
                    <a:pt x="6" y="82"/>
                  </a:lnTo>
                  <a:lnTo>
                    <a:pt x="6" y="8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7" name="Freeform 1008"/>
            <p:cNvSpPr/>
            <p:nvPr/>
          </p:nvSpPr>
          <p:spPr bwMode="auto">
            <a:xfrm>
              <a:off x="3649663" y="4727576"/>
              <a:ext cx="9525" cy="187325"/>
            </a:xfrm>
            <a:custGeom>
              <a:avLst/>
              <a:gdLst>
                <a:gd name="T0" fmla="*/ 0 w 6"/>
                <a:gd name="T1" fmla="*/ 22 h 118"/>
                <a:gd name="T2" fmla="*/ 0 w 6"/>
                <a:gd name="T3" fmla="*/ 20 h 118"/>
                <a:gd name="T4" fmla="*/ 0 w 6"/>
                <a:gd name="T5" fmla="*/ 28 h 118"/>
                <a:gd name="T6" fmla="*/ 0 w 6"/>
                <a:gd name="T7" fmla="*/ 37 h 118"/>
                <a:gd name="T8" fmla="*/ 0 w 6"/>
                <a:gd name="T9" fmla="*/ 42 h 118"/>
                <a:gd name="T10" fmla="*/ 1 w 6"/>
                <a:gd name="T11" fmla="*/ 42 h 118"/>
                <a:gd name="T12" fmla="*/ 1 w 6"/>
                <a:gd name="T13" fmla="*/ 38 h 118"/>
                <a:gd name="T14" fmla="*/ 1 w 6"/>
                <a:gd name="T15" fmla="*/ 42 h 118"/>
                <a:gd name="T16" fmla="*/ 1 w 6"/>
                <a:gd name="T17" fmla="*/ 54 h 118"/>
                <a:gd name="T18" fmla="*/ 1 w 6"/>
                <a:gd name="T19" fmla="*/ 57 h 118"/>
                <a:gd name="T20" fmla="*/ 1 w 6"/>
                <a:gd name="T21" fmla="*/ 54 h 118"/>
                <a:gd name="T22" fmla="*/ 1 w 6"/>
                <a:gd name="T23" fmla="*/ 55 h 118"/>
                <a:gd name="T24" fmla="*/ 1 w 6"/>
                <a:gd name="T25" fmla="*/ 54 h 118"/>
                <a:gd name="T26" fmla="*/ 1 w 6"/>
                <a:gd name="T27" fmla="*/ 54 h 118"/>
                <a:gd name="T28" fmla="*/ 2 w 6"/>
                <a:gd name="T29" fmla="*/ 65 h 118"/>
                <a:gd name="T30" fmla="*/ 2 w 6"/>
                <a:gd name="T31" fmla="*/ 73 h 118"/>
                <a:gd name="T32" fmla="*/ 2 w 6"/>
                <a:gd name="T33" fmla="*/ 63 h 118"/>
                <a:gd name="T34" fmla="*/ 2 w 6"/>
                <a:gd name="T35" fmla="*/ 60 h 118"/>
                <a:gd name="T36" fmla="*/ 2 w 6"/>
                <a:gd name="T37" fmla="*/ 71 h 118"/>
                <a:gd name="T38" fmla="*/ 2 w 6"/>
                <a:gd name="T39" fmla="*/ 79 h 118"/>
                <a:gd name="T40" fmla="*/ 3 w 6"/>
                <a:gd name="T41" fmla="*/ 79 h 118"/>
                <a:gd name="T42" fmla="*/ 3 w 6"/>
                <a:gd name="T43" fmla="*/ 77 h 118"/>
                <a:gd name="T44" fmla="*/ 3 w 6"/>
                <a:gd name="T45" fmla="*/ 73 h 118"/>
                <a:gd name="T46" fmla="*/ 3 w 6"/>
                <a:gd name="T47" fmla="*/ 72 h 118"/>
                <a:gd name="T48" fmla="*/ 3 w 6"/>
                <a:gd name="T49" fmla="*/ 78 h 118"/>
                <a:gd name="T50" fmla="*/ 3 w 6"/>
                <a:gd name="T51" fmla="*/ 84 h 118"/>
                <a:gd name="T52" fmla="*/ 3 w 6"/>
                <a:gd name="T53" fmla="*/ 85 h 118"/>
                <a:gd name="T54" fmla="*/ 3 w 6"/>
                <a:gd name="T55" fmla="*/ 79 h 118"/>
                <a:gd name="T56" fmla="*/ 3 w 6"/>
                <a:gd name="T57" fmla="*/ 74 h 118"/>
                <a:gd name="T58" fmla="*/ 4 w 6"/>
                <a:gd name="T59" fmla="*/ 78 h 118"/>
                <a:gd name="T60" fmla="*/ 4 w 6"/>
                <a:gd name="T61" fmla="*/ 79 h 118"/>
                <a:gd name="T62" fmla="*/ 4 w 6"/>
                <a:gd name="T63" fmla="*/ 72 h 118"/>
                <a:gd name="T64" fmla="*/ 4 w 6"/>
                <a:gd name="T65" fmla="*/ 78 h 118"/>
                <a:gd name="T66" fmla="*/ 4 w 6"/>
                <a:gd name="T67" fmla="*/ 94 h 118"/>
                <a:gd name="T68" fmla="*/ 4 w 6"/>
                <a:gd name="T69" fmla="*/ 95 h 118"/>
                <a:gd name="T70" fmla="*/ 4 w 6"/>
                <a:gd name="T71" fmla="*/ 85 h 118"/>
                <a:gd name="T72" fmla="*/ 4 w 6"/>
                <a:gd name="T73" fmla="*/ 84 h 118"/>
                <a:gd name="T74" fmla="*/ 4 w 6"/>
                <a:gd name="T75" fmla="*/ 96 h 118"/>
                <a:gd name="T76" fmla="*/ 5 w 6"/>
                <a:gd name="T77" fmla="*/ 111 h 118"/>
                <a:gd name="T78" fmla="*/ 5 w 6"/>
                <a:gd name="T79" fmla="*/ 118 h 118"/>
                <a:gd name="T80" fmla="*/ 5 w 6"/>
                <a:gd name="T81" fmla="*/ 106 h 118"/>
                <a:gd name="T82" fmla="*/ 5 w 6"/>
                <a:gd name="T83" fmla="*/ 81 h 118"/>
                <a:gd name="T84" fmla="*/ 5 w 6"/>
                <a:gd name="T85" fmla="*/ 64 h 118"/>
                <a:gd name="T86" fmla="*/ 5 w 6"/>
                <a:gd name="T87" fmla="*/ 62 h 118"/>
                <a:gd name="T88" fmla="*/ 6 w 6"/>
                <a:gd name="T89" fmla="*/ 62 h 118"/>
                <a:gd name="T90" fmla="*/ 6 w 6"/>
                <a:gd name="T91" fmla="*/ 53 h 118"/>
                <a:gd name="T92" fmla="*/ 6 w 6"/>
                <a:gd name="T93" fmla="*/ 35 h 118"/>
                <a:gd name="T94" fmla="*/ 6 w 6"/>
                <a:gd name="T95" fmla="*/ 19 h 118"/>
                <a:gd name="T96" fmla="*/ 6 w 6"/>
                <a:gd name="T97" fmla="*/ 9 h 118"/>
                <a:gd name="T98" fmla="*/ 6 w 6"/>
                <a:gd name="T99" fmla="*/ 0 h 118"/>
                <a:gd name="T100" fmla="*/ 6 w 6"/>
                <a:gd name="T101" fmla="*/ 0 h 118"/>
                <a:gd name="T102" fmla="*/ 6 w 6"/>
                <a:gd name="T103" fmla="*/ 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18">
                  <a:moveTo>
                    <a:pt x="0" y="22"/>
                  </a:moveTo>
                  <a:lnTo>
                    <a:pt x="0" y="20"/>
                  </a:lnTo>
                  <a:lnTo>
                    <a:pt x="0" y="28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1" y="42"/>
                  </a:lnTo>
                  <a:lnTo>
                    <a:pt x="1" y="38"/>
                  </a:lnTo>
                  <a:lnTo>
                    <a:pt x="1" y="42"/>
                  </a:lnTo>
                  <a:lnTo>
                    <a:pt x="1" y="54"/>
                  </a:lnTo>
                  <a:lnTo>
                    <a:pt x="1" y="57"/>
                  </a:lnTo>
                  <a:lnTo>
                    <a:pt x="1" y="54"/>
                  </a:lnTo>
                  <a:lnTo>
                    <a:pt x="1" y="55"/>
                  </a:lnTo>
                  <a:lnTo>
                    <a:pt x="1" y="54"/>
                  </a:lnTo>
                  <a:lnTo>
                    <a:pt x="1" y="54"/>
                  </a:lnTo>
                  <a:lnTo>
                    <a:pt x="2" y="65"/>
                  </a:lnTo>
                  <a:lnTo>
                    <a:pt x="2" y="73"/>
                  </a:lnTo>
                  <a:lnTo>
                    <a:pt x="2" y="63"/>
                  </a:lnTo>
                  <a:lnTo>
                    <a:pt x="2" y="60"/>
                  </a:lnTo>
                  <a:lnTo>
                    <a:pt x="2" y="71"/>
                  </a:lnTo>
                  <a:lnTo>
                    <a:pt x="2" y="79"/>
                  </a:lnTo>
                  <a:lnTo>
                    <a:pt x="3" y="79"/>
                  </a:lnTo>
                  <a:lnTo>
                    <a:pt x="3" y="77"/>
                  </a:lnTo>
                  <a:lnTo>
                    <a:pt x="3" y="73"/>
                  </a:lnTo>
                  <a:lnTo>
                    <a:pt x="3" y="72"/>
                  </a:lnTo>
                  <a:lnTo>
                    <a:pt x="3" y="78"/>
                  </a:lnTo>
                  <a:lnTo>
                    <a:pt x="3" y="84"/>
                  </a:lnTo>
                  <a:lnTo>
                    <a:pt x="3" y="85"/>
                  </a:lnTo>
                  <a:lnTo>
                    <a:pt x="3" y="79"/>
                  </a:lnTo>
                  <a:lnTo>
                    <a:pt x="3" y="74"/>
                  </a:lnTo>
                  <a:lnTo>
                    <a:pt x="4" y="78"/>
                  </a:lnTo>
                  <a:lnTo>
                    <a:pt x="4" y="79"/>
                  </a:lnTo>
                  <a:lnTo>
                    <a:pt x="4" y="72"/>
                  </a:lnTo>
                  <a:lnTo>
                    <a:pt x="4" y="78"/>
                  </a:lnTo>
                  <a:lnTo>
                    <a:pt x="4" y="94"/>
                  </a:lnTo>
                  <a:lnTo>
                    <a:pt x="4" y="95"/>
                  </a:lnTo>
                  <a:lnTo>
                    <a:pt x="4" y="85"/>
                  </a:lnTo>
                  <a:lnTo>
                    <a:pt x="4" y="84"/>
                  </a:lnTo>
                  <a:lnTo>
                    <a:pt x="4" y="96"/>
                  </a:lnTo>
                  <a:lnTo>
                    <a:pt x="5" y="111"/>
                  </a:lnTo>
                  <a:lnTo>
                    <a:pt x="5" y="118"/>
                  </a:lnTo>
                  <a:lnTo>
                    <a:pt x="5" y="106"/>
                  </a:lnTo>
                  <a:lnTo>
                    <a:pt x="5" y="81"/>
                  </a:lnTo>
                  <a:lnTo>
                    <a:pt x="5" y="64"/>
                  </a:lnTo>
                  <a:lnTo>
                    <a:pt x="5" y="62"/>
                  </a:lnTo>
                  <a:lnTo>
                    <a:pt x="6" y="62"/>
                  </a:lnTo>
                  <a:lnTo>
                    <a:pt x="6" y="53"/>
                  </a:lnTo>
                  <a:lnTo>
                    <a:pt x="6" y="35"/>
                  </a:lnTo>
                  <a:lnTo>
                    <a:pt x="6" y="19"/>
                  </a:lnTo>
                  <a:lnTo>
                    <a:pt x="6" y="9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8" name="Freeform 1009"/>
            <p:cNvSpPr/>
            <p:nvPr/>
          </p:nvSpPr>
          <p:spPr bwMode="auto">
            <a:xfrm>
              <a:off x="3659188" y="4587876"/>
              <a:ext cx="11113" cy="152400"/>
            </a:xfrm>
            <a:custGeom>
              <a:avLst/>
              <a:gdLst>
                <a:gd name="T0" fmla="*/ 0 w 7"/>
                <a:gd name="T1" fmla="*/ 88 h 96"/>
                <a:gd name="T2" fmla="*/ 0 w 7"/>
                <a:gd name="T3" fmla="*/ 95 h 96"/>
                <a:gd name="T4" fmla="*/ 0 w 7"/>
                <a:gd name="T5" fmla="*/ 96 h 96"/>
                <a:gd name="T6" fmla="*/ 1 w 7"/>
                <a:gd name="T7" fmla="*/ 85 h 96"/>
                <a:gd name="T8" fmla="*/ 1 w 7"/>
                <a:gd name="T9" fmla="*/ 70 h 96"/>
                <a:gd name="T10" fmla="*/ 1 w 7"/>
                <a:gd name="T11" fmla="*/ 61 h 96"/>
                <a:gd name="T12" fmla="*/ 1 w 7"/>
                <a:gd name="T13" fmla="*/ 64 h 96"/>
                <a:gd name="T14" fmla="*/ 1 w 7"/>
                <a:gd name="T15" fmla="*/ 80 h 96"/>
                <a:gd name="T16" fmla="*/ 1 w 7"/>
                <a:gd name="T17" fmla="*/ 90 h 96"/>
                <a:gd name="T18" fmla="*/ 2 w 7"/>
                <a:gd name="T19" fmla="*/ 84 h 96"/>
                <a:gd name="T20" fmla="*/ 2 w 7"/>
                <a:gd name="T21" fmla="*/ 74 h 96"/>
                <a:gd name="T22" fmla="*/ 2 w 7"/>
                <a:gd name="T23" fmla="*/ 70 h 96"/>
                <a:gd name="T24" fmla="*/ 2 w 7"/>
                <a:gd name="T25" fmla="*/ 69 h 96"/>
                <a:gd name="T26" fmla="*/ 2 w 7"/>
                <a:gd name="T27" fmla="*/ 72 h 96"/>
                <a:gd name="T28" fmla="*/ 2 w 7"/>
                <a:gd name="T29" fmla="*/ 75 h 96"/>
                <a:gd name="T30" fmla="*/ 2 w 7"/>
                <a:gd name="T31" fmla="*/ 68 h 96"/>
                <a:gd name="T32" fmla="*/ 2 w 7"/>
                <a:gd name="T33" fmla="*/ 54 h 96"/>
                <a:gd name="T34" fmla="*/ 2 w 7"/>
                <a:gd name="T35" fmla="*/ 42 h 96"/>
                <a:gd name="T36" fmla="*/ 2 w 7"/>
                <a:gd name="T37" fmla="*/ 35 h 96"/>
                <a:gd name="T38" fmla="*/ 3 w 7"/>
                <a:gd name="T39" fmla="*/ 32 h 96"/>
                <a:gd name="T40" fmla="*/ 3 w 7"/>
                <a:gd name="T41" fmla="*/ 36 h 96"/>
                <a:gd name="T42" fmla="*/ 3 w 7"/>
                <a:gd name="T43" fmla="*/ 37 h 96"/>
                <a:gd name="T44" fmla="*/ 3 w 7"/>
                <a:gd name="T45" fmla="*/ 27 h 96"/>
                <a:gd name="T46" fmla="*/ 3 w 7"/>
                <a:gd name="T47" fmla="*/ 19 h 96"/>
                <a:gd name="T48" fmla="*/ 3 w 7"/>
                <a:gd name="T49" fmla="*/ 14 h 96"/>
                <a:gd name="T50" fmla="*/ 3 w 7"/>
                <a:gd name="T51" fmla="*/ 11 h 96"/>
                <a:gd name="T52" fmla="*/ 3 w 7"/>
                <a:gd name="T53" fmla="*/ 12 h 96"/>
                <a:gd name="T54" fmla="*/ 3 w 7"/>
                <a:gd name="T55" fmla="*/ 8 h 96"/>
                <a:gd name="T56" fmla="*/ 4 w 7"/>
                <a:gd name="T57" fmla="*/ 0 h 96"/>
                <a:gd name="T58" fmla="*/ 4 w 7"/>
                <a:gd name="T59" fmla="*/ 3 h 96"/>
                <a:gd name="T60" fmla="*/ 4 w 7"/>
                <a:gd name="T61" fmla="*/ 10 h 96"/>
                <a:gd name="T62" fmla="*/ 4 w 7"/>
                <a:gd name="T63" fmla="*/ 10 h 96"/>
                <a:gd name="T64" fmla="*/ 4 w 7"/>
                <a:gd name="T65" fmla="*/ 9 h 96"/>
                <a:gd name="T66" fmla="*/ 4 w 7"/>
                <a:gd name="T67" fmla="*/ 18 h 96"/>
                <a:gd name="T68" fmla="*/ 5 w 7"/>
                <a:gd name="T69" fmla="*/ 29 h 96"/>
                <a:gd name="T70" fmla="*/ 5 w 7"/>
                <a:gd name="T71" fmla="*/ 39 h 96"/>
                <a:gd name="T72" fmla="*/ 5 w 7"/>
                <a:gd name="T73" fmla="*/ 44 h 96"/>
                <a:gd name="T74" fmla="*/ 5 w 7"/>
                <a:gd name="T75" fmla="*/ 40 h 96"/>
                <a:gd name="T76" fmla="*/ 5 w 7"/>
                <a:gd name="T77" fmla="*/ 33 h 96"/>
                <a:gd name="T78" fmla="*/ 5 w 7"/>
                <a:gd name="T79" fmla="*/ 34 h 96"/>
                <a:gd name="T80" fmla="*/ 5 w 7"/>
                <a:gd name="T81" fmla="*/ 37 h 96"/>
                <a:gd name="T82" fmla="*/ 5 w 7"/>
                <a:gd name="T83" fmla="*/ 33 h 96"/>
                <a:gd name="T84" fmla="*/ 5 w 7"/>
                <a:gd name="T85" fmla="*/ 26 h 96"/>
                <a:gd name="T86" fmla="*/ 6 w 7"/>
                <a:gd name="T87" fmla="*/ 25 h 96"/>
                <a:gd name="T88" fmla="*/ 6 w 7"/>
                <a:gd name="T89" fmla="*/ 29 h 96"/>
                <a:gd name="T90" fmla="*/ 6 w 7"/>
                <a:gd name="T91" fmla="*/ 28 h 96"/>
                <a:gd name="T92" fmla="*/ 6 w 7"/>
                <a:gd name="T93" fmla="*/ 19 h 96"/>
                <a:gd name="T94" fmla="*/ 6 w 7"/>
                <a:gd name="T95" fmla="*/ 16 h 96"/>
                <a:gd name="T96" fmla="*/ 6 w 7"/>
                <a:gd name="T97" fmla="*/ 24 h 96"/>
                <a:gd name="T98" fmla="*/ 7 w 7"/>
                <a:gd name="T99" fmla="*/ 29 h 96"/>
                <a:gd name="T100" fmla="*/ 7 w 7"/>
                <a:gd name="T101" fmla="*/ 24 h 96"/>
                <a:gd name="T102" fmla="*/ 7 w 7"/>
                <a:gd name="T103" fmla="*/ 1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6">
                  <a:moveTo>
                    <a:pt x="0" y="88"/>
                  </a:moveTo>
                  <a:lnTo>
                    <a:pt x="0" y="95"/>
                  </a:lnTo>
                  <a:lnTo>
                    <a:pt x="0" y="96"/>
                  </a:lnTo>
                  <a:lnTo>
                    <a:pt x="1" y="85"/>
                  </a:lnTo>
                  <a:lnTo>
                    <a:pt x="1" y="70"/>
                  </a:lnTo>
                  <a:lnTo>
                    <a:pt x="1" y="61"/>
                  </a:lnTo>
                  <a:lnTo>
                    <a:pt x="1" y="64"/>
                  </a:lnTo>
                  <a:lnTo>
                    <a:pt x="1" y="80"/>
                  </a:lnTo>
                  <a:lnTo>
                    <a:pt x="1" y="90"/>
                  </a:lnTo>
                  <a:lnTo>
                    <a:pt x="2" y="84"/>
                  </a:lnTo>
                  <a:lnTo>
                    <a:pt x="2" y="74"/>
                  </a:lnTo>
                  <a:lnTo>
                    <a:pt x="2" y="70"/>
                  </a:lnTo>
                  <a:lnTo>
                    <a:pt x="2" y="69"/>
                  </a:lnTo>
                  <a:lnTo>
                    <a:pt x="2" y="72"/>
                  </a:lnTo>
                  <a:lnTo>
                    <a:pt x="2" y="75"/>
                  </a:lnTo>
                  <a:lnTo>
                    <a:pt x="2" y="68"/>
                  </a:lnTo>
                  <a:lnTo>
                    <a:pt x="2" y="54"/>
                  </a:lnTo>
                  <a:lnTo>
                    <a:pt x="2" y="42"/>
                  </a:lnTo>
                  <a:lnTo>
                    <a:pt x="2" y="35"/>
                  </a:lnTo>
                  <a:lnTo>
                    <a:pt x="3" y="32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3" y="27"/>
                  </a:lnTo>
                  <a:lnTo>
                    <a:pt x="3" y="19"/>
                  </a:lnTo>
                  <a:lnTo>
                    <a:pt x="3" y="14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3" y="8"/>
                  </a:lnTo>
                  <a:lnTo>
                    <a:pt x="4" y="0"/>
                  </a:lnTo>
                  <a:lnTo>
                    <a:pt x="4" y="3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9"/>
                  </a:lnTo>
                  <a:lnTo>
                    <a:pt x="4" y="18"/>
                  </a:lnTo>
                  <a:lnTo>
                    <a:pt x="5" y="29"/>
                  </a:lnTo>
                  <a:lnTo>
                    <a:pt x="5" y="39"/>
                  </a:lnTo>
                  <a:lnTo>
                    <a:pt x="5" y="44"/>
                  </a:lnTo>
                  <a:lnTo>
                    <a:pt x="5" y="40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5" y="37"/>
                  </a:lnTo>
                  <a:lnTo>
                    <a:pt x="5" y="33"/>
                  </a:lnTo>
                  <a:lnTo>
                    <a:pt x="5" y="26"/>
                  </a:lnTo>
                  <a:lnTo>
                    <a:pt x="6" y="25"/>
                  </a:lnTo>
                  <a:lnTo>
                    <a:pt x="6" y="29"/>
                  </a:lnTo>
                  <a:lnTo>
                    <a:pt x="6" y="28"/>
                  </a:lnTo>
                  <a:lnTo>
                    <a:pt x="6" y="19"/>
                  </a:lnTo>
                  <a:lnTo>
                    <a:pt x="6" y="16"/>
                  </a:lnTo>
                  <a:lnTo>
                    <a:pt x="6" y="24"/>
                  </a:lnTo>
                  <a:lnTo>
                    <a:pt x="7" y="29"/>
                  </a:lnTo>
                  <a:lnTo>
                    <a:pt x="7" y="24"/>
                  </a:lnTo>
                  <a:lnTo>
                    <a:pt x="7" y="1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9" name="Freeform 1010"/>
            <p:cNvSpPr/>
            <p:nvPr/>
          </p:nvSpPr>
          <p:spPr bwMode="auto">
            <a:xfrm>
              <a:off x="3670300" y="4611688"/>
              <a:ext cx="9525" cy="112713"/>
            </a:xfrm>
            <a:custGeom>
              <a:avLst/>
              <a:gdLst>
                <a:gd name="T0" fmla="*/ 0 w 6"/>
                <a:gd name="T1" fmla="*/ 9 h 71"/>
                <a:gd name="T2" fmla="*/ 0 w 6"/>
                <a:gd name="T3" fmla="*/ 4 h 71"/>
                <a:gd name="T4" fmla="*/ 0 w 6"/>
                <a:gd name="T5" fmla="*/ 0 h 71"/>
                <a:gd name="T6" fmla="*/ 0 w 6"/>
                <a:gd name="T7" fmla="*/ 3 h 71"/>
                <a:gd name="T8" fmla="*/ 0 w 6"/>
                <a:gd name="T9" fmla="*/ 14 h 71"/>
                <a:gd name="T10" fmla="*/ 0 w 6"/>
                <a:gd name="T11" fmla="*/ 26 h 71"/>
                <a:gd name="T12" fmla="*/ 0 w 6"/>
                <a:gd name="T13" fmla="*/ 30 h 71"/>
                <a:gd name="T14" fmla="*/ 0 w 6"/>
                <a:gd name="T15" fmla="*/ 35 h 71"/>
                <a:gd name="T16" fmla="*/ 1 w 6"/>
                <a:gd name="T17" fmla="*/ 43 h 71"/>
                <a:gd name="T18" fmla="*/ 1 w 6"/>
                <a:gd name="T19" fmla="*/ 50 h 71"/>
                <a:gd name="T20" fmla="*/ 1 w 6"/>
                <a:gd name="T21" fmla="*/ 53 h 71"/>
                <a:gd name="T22" fmla="*/ 1 w 6"/>
                <a:gd name="T23" fmla="*/ 56 h 71"/>
                <a:gd name="T24" fmla="*/ 1 w 6"/>
                <a:gd name="T25" fmla="*/ 63 h 71"/>
                <a:gd name="T26" fmla="*/ 1 w 6"/>
                <a:gd name="T27" fmla="*/ 66 h 71"/>
                <a:gd name="T28" fmla="*/ 1 w 6"/>
                <a:gd name="T29" fmla="*/ 60 h 71"/>
                <a:gd name="T30" fmla="*/ 1 w 6"/>
                <a:gd name="T31" fmla="*/ 56 h 71"/>
                <a:gd name="T32" fmla="*/ 1 w 6"/>
                <a:gd name="T33" fmla="*/ 58 h 71"/>
                <a:gd name="T34" fmla="*/ 2 w 6"/>
                <a:gd name="T35" fmla="*/ 58 h 71"/>
                <a:gd name="T36" fmla="*/ 2 w 6"/>
                <a:gd name="T37" fmla="*/ 56 h 71"/>
                <a:gd name="T38" fmla="*/ 2 w 6"/>
                <a:gd name="T39" fmla="*/ 57 h 71"/>
                <a:gd name="T40" fmla="*/ 2 w 6"/>
                <a:gd name="T41" fmla="*/ 59 h 71"/>
                <a:gd name="T42" fmla="*/ 2 w 6"/>
                <a:gd name="T43" fmla="*/ 58 h 71"/>
                <a:gd name="T44" fmla="*/ 2 w 6"/>
                <a:gd name="T45" fmla="*/ 54 h 71"/>
                <a:gd name="T46" fmla="*/ 3 w 6"/>
                <a:gd name="T47" fmla="*/ 49 h 71"/>
                <a:gd name="T48" fmla="*/ 3 w 6"/>
                <a:gd name="T49" fmla="*/ 49 h 71"/>
                <a:gd name="T50" fmla="*/ 3 w 6"/>
                <a:gd name="T51" fmla="*/ 52 h 71"/>
                <a:gd name="T52" fmla="*/ 3 w 6"/>
                <a:gd name="T53" fmla="*/ 53 h 71"/>
                <a:gd name="T54" fmla="*/ 3 w 6"/>
                <a:gd name="T55" fmla="*/ 54 h 71"/>
                <a:gd name="T56" fmla="*/ 3 w 6"/>
                <a:gd name="T57" fmla="*/ 56 h 71"/>
                <a:gd name="T58" fmla="*/ 3 w 6"/>
                <a:gd name="T59" fmla="*/ 54 h 71"/>
                <a:gd name="T60" fmla="*/ 3 w 6"/>
                <a:gd name="T61" fmla="*/ 54 h 71"/>
                <a:gd name="T62" fmla="*/ 3 w 6"/>
                <a:gd name="T63" fmla="*/ 61 h 71"/>
                <a:gd name="T64" fmla="*/ 3 w 6"/>
                <a:gd name="T65" fmla="*/ 64 h 71"/>
                <a:gd name="T66" fmla="*/ 4 w 6"/>
                <a:gd name="T67" fmla="*/ 64 h 71"/>
                <a:gd name="T68" fmla="*/ 4 w 6"/>
                <a:gd name="T69" fmla="*/ 69 h 71"/>
                <a:gd name="T70" fmla="*/ 4 w 6"/>
                <a:gd name="T71" fmla="*/ 71 h 71"/>
                <a:gd name="T72" fmla="*/ 4 w 6"/>
                <a:gd name="T73" fmla="*/ 64 h 71"/>
                <a:gd name="T74" fmla="*/ 4 w 6"/>
                <a:gd name="T75" fmla="*/ 59 h 71"/>
                <a:gd name="T76" fmla="*/ 4 w 6"/>
                <a:gd name="T77" fmla="*/ 59 h 71"/>
                <a:gd name="T78" fmla="*/ 5 w 6"/>
                <a:gd name="T79" fmla="*/ 61 h 71"/>
                <a:gd name="T80" fmla="*/ 5 w 6"/>
                <a:gd name="T81" fmla="*/ 61 h 71"/>
                <a:gd name="T82" fmla="*/ 5 w 6"/>
                <a:gd name="T83" fmla="*/ 60 h 71"/>
                <a:gd name="T84" fmla="*/ 5 w 6"/>
                <a:gd name="T85" fmla="*/ 56 h 71"/>
                <a:gd name="T86" fmla="*/ 5 w 6"/>
                <a:gd name="T87" fmla="*/ 50 h 71"/>
                <a:gd name="T88" fmla="*/ 5 w 6"/>
                <a:gd name="T89" fmla="*/ 45 h 71"/>
                <a:gd name="T90" fmla="*/ 5 w 6"/>
                <a:gd name="T91" fmla="*/ 41 h 71"/>
                <a:gd name="T92" fmla="*/ 5 w 6"/>
                <a:gd name="T93" fmla="*/ 41 h 71"/>
                <a:gd name="T94" fmla="*/ 5 w 6"/>
                <a:gd name="T95" fmla="*/ 42 h 71"/>
                <a:gd name="T96" fmla="*/ 6 w 6"/>
                <a:gd name="T97" fmla="*/ 39 h 71"/>
                <a:gd name="T98" fmla="*/ 6 w 6"/>
                <a:gd name="T99" fmla="*/ 34 h 71"/>
                <a:gd name="T100" fmla="*/ 6 w 6"/>
                <a:gd name="T101" fmla="*/ 31 h 71"/>
                <a:gd name="T102" fmla="*/ 6 w 6"/>
                <a:gd name="T103" fmla="*/ 3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1">
                  <a:moveTo>
                    <a:pt x="0" y="9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14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0" y="35"/>
                  </a:lnTo>
                  <a:lnTo>
                    <a:pt x="1" y="43"/>
                  </a:lnTo>
                  <a:lnTo>
                    <a:pt x="1" y="50"/>
                  </a:lnTo>
                  <a:lnTo>
                    <a:pt x="1" y="53"/>
                  </a:lnTo>
                  <a:lnTo>
                    <a:pt x="1" y="56"/>
                  </a:lnTo>
                  <a:lnTo>
                    <a:pt x="1" y="63"/>
                  </a:lnTo>
                  <a:lnTo>
                    <a:pt x="1" y="66"/>
                  </a:lnTo>
                  <a:lnTo>
                    <a:pt x="1" y="60"/>
                  </a:lnTo>
                  <a:lnTo>
                    <a:pt x="1" y="56"/>
                  </a:lnTo>
                  <a:lnTo>
                    <a:pt x="1" y="58"/>
                  </a:lnTo>
                  <a:lnTo>
                    <a:pt x="2" y="58"/>
                  </a:lnTo>
                  <a:lnTo>
                    <a:pt x="2" y="56"/>
                  </a:lnTo>
                  <a:lnTo>
                    <a:pt x="2" y="57"/>
                  </a:lnTo>
                  <a:lnTo>
                    <a:pt x="2" y="59"/>
                  </a:lnTo>
                  <a:lnTo>
                    <a:pt x="2" y="58"/>
                  </a:lnTo>
                  <a:lnTo>
                    <a:pt x="2" y="54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3" y="52"/>
                  </a:lnTo>
                  <a:lnTo>
                    <a:pt x="3" y="53"/>
                  </a:lnTo>
                  <a:lnTo>
                    <a:pt x="3" y="54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3" y="54"/>
                  </a:lnTo>
                  <a:lnTo>
                    <a:pt x="3" y="61"/>
                  </a:lnTo>
                  <a:lnTo>
                    <a:pt x="3" y="64"/>
                  </a:lnTo>
                  <a:lnTo>
                    <a:pt x="4" y="64"/>
                  </a:lnTo>
                  <a:lnTo>
                    <a:pt x="4" y="69"/>
                  </a:lnTo>
                  <a:lnTo>
                    <a:pt x="4" y="71"/>
                  </a:lnTo>
                  <a:lnTo>
                    <a:pt x="4" y="64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5" y="61"/>
                  </a:lnTo>
                  <a:lnTo>
                    <a:pt x="5" y="61"/>
                  </a:lnTo>
                  <a:lnTo>
                    <a:pt x="5" y="60"/>
                  </a:lnTo>
                  <a:lnTo>
                    <a:pt x="5" y="56"/>
                  </a:lnTo>
                  <a:lnTo>
                    <a:pt x="5" y="50"/>
                  </a:lnTo>
                  <a:lnTo>
                    <a:pt x="5" y="45"/>
                  </a:lnTo>
                  <a:lnTo>
                    <a:pt x="5" y="41"/>
                  </a:lnTo>
                  <a:lnTo>
                    <a:pt x="5" y="41"/>
                  </a:lnTo>
                  <a:lnTo>
                    <a:pt x="5" y="42"/>
                  </a:lnTo>
                  <a:lnTo>
                    <a:pt x="6" y="39"/>
                  </a:lnTo>
                  <a:lnTo>
                    <a:pt x="6" y="34"/>
                  </a:lnTo>
                  <a:lnTo>
                    <a:pt x="6" y="31"/>
                  </a:lnTo>
                  <a:lnTo>
                    <a:pt x="6" y="3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0" name="Freeform 1011"/>
            <p:cNvSpPr/>
            <p:nvPr/>
          </p:nvSpPr>
          <p:spPr bwMode="auto">
            <a:xfrm>
              <a:off x="3679825" y="4616451"/>
              <a:ext cx="9525" cy="104775"/>
            </a:xfrm>
            <a:custGeom>
              <a:avLst/>
              <a:gdLst>
                <a:gd name="T0" fmla="*/ 0 w 6"/>
                <a:gd name="T1" fmla="*/ 28 h 66"/>
                <a:gd name="T2" fmla="*/ 0 w 6"/>
                <a:gd name="T3" fmla="*/ 31 h 66"/>
                <a:gd name="T4" fmla="*/ 0 w 6"/>
                <a:gd name="T5" fmla="*/ 34 h 66"/>
                <a:gd name="T6" fmla="*/ 0 w 6"/>
                <a:gd name="T7" fmla="*/ 38 h 66"/>
                <a:gd name="T8" fmla="*/ 0 w 6"/>
                <a:gd name="T9" fmla="*/ 41 h 66"/>
                <a:gd name="T10" fmla="*/ 0 w 6"/>
                <a:gd name="T11" fmla="*/ 42 h 66"/>
                <a:gd name="T12" fmla="*/ 0 w 6"/>
                <a:gd name="T13" fmla="*/ 40 h 66"/>
                <a:gd name="T14" fmla="*/ 1 w 6"/>
                <a:gd name="T15" fmla="*/ 36 h 66"/>
                <a:gd name="T16" fmla="*/ 1 w 6"/>
                <a:gd name="T17" fmla="*/ 33 h 66"/>
                <a:gd name="T18" fmla="*/ 1 w 6"/>
                <a:gd name="T19" fmla="*/ 32 h 66"/>
                <a:gd name="T20" fmla="*/ 1 w 6"/>
                <a:gd name="T21" fmla="*/ 31 h 66"/>
                <a:gd name="T22" fmla="*/ 1 w 6"/>
                <a:gd name="T23" fmla="*/ 31 h 66"/>
                <a:gd name="T24" fmla="*/ 1 w 6"/>
                <a:gd name="T25" fmla="*/ 31 h 66"/>
                <a:gd name="T26" fmla="*/ 2 w 6"/>
                <a:gd name="T27" fmla="*/ 26 h 66"/>
                <a:gd name="T28" fmla="*/ 2 w 6"/>
                <a:gd name="T29" fmla="*/ 20 h 66"/>
                <a:gd name="T30" fmla="*/ 2 w 6"/>
                <a:gd name="T31" fmla="*/ 18 h 66"/>
                <a:gd name="T32" fmla="*/ 2 w 6"/>
                <a:gd name="T33" fmla="*/ 18 h 66"/>
                <a:gd name="T34" fmla="*/ 2 w 6"/>
                <a:gd name="T35" fmla="*/ 14 h 66"/>
                <a:gd name="T36" fmla="*/ 2 w 6"/>
                <a:gd name="T37" fmla="*/ 12 h 66"/>
                <a:gd name="T38" fmla="*/ 2 w 6"/>
                <a:gd name="T39" fmla="*/ 10 h 66"/>
                <a:gd name="T40" fmla="*/ 2 w 6"/>
                <a:gd name="T41" fmla="*/ 5 h 66"/>
                <a:gd name="T42" fmla="*/ 2 w 6"/>
                <a:gd name="T43" fmla="*/ 0 h 66"/>
                <a:gd name="T44" fmla="*/ 3 w 6"/>
                <a:gd name="T45" fmla="*/ 2 h 66"/>
                <a:gd name="T46" fmla="*/ 3 w 6"/>
                <a:gd name="T47" fmla="*/ 6 h 66"/>
                <a:gd name="T48" fmla="*/ 3 w 6"/>
                <a:gd name="T49" fmla="*/ 6 h 66"/>
                <a:gd name="T50" fmla="*/ 3 w 6"/>
                <a:gd name="T51" fmla="*/ 6 h 66"/>
                <a:gd name="T52" fmla="*/ 3 w 6"/>
                <a:gd name="T53" fmla="*/ 8 h 66"/>
                <a:gd name="T54" fmla="*/ 3 w 6"/>
                <a:gd name="T55" fmla="*/ 11 h 66"/>
                <a:gd name="T56" fmla="*/ 4 w 6"/>
                <a:gd name="T57" fmla="*/ 14 h 66"/>
                <a:gd name="T58" fmla="*/ 4 w 6"/>
                <a:gd name="T59" fmla="*/ 13 h 66"/>
                <a:gd name="T60" fmla="*/ 4 w 6"/>
                <a:gd name="T61" fmla="*/ 13 h 66"/>
                <a:gd name="T62" fmla="*/ 4 w 6"/>
                <a:gd name="T63" fmla="*/ 18 h 66"/>
                <a:gd name="T64" fmla="*/ 4 w 6"/>
                <a:gd name="T65" fmla="*/ 24 h 66"/>
                <a:gd name="T66" fmla="*/ 4 w 6"/>
                <a:gd name="T67" fmla="*/ 28 h 66"/>
                <a:gd name="T68" fmla="*/ 4 w 6"/>
                <a:gd name="T69" fmla="*/ 29 h 66"/>
                <a:gd name="T70" fmla="*/ 4 w 6"/>
                <a:gd name="T71" fmla="*/ 29 h 66"/>
                <a:gd name="T72" fmla="*/ 4 w 6"/>
                <a:gd name="T73" fmla="*/ 31 h 66"/>
                <a:gd name="T74" fmla="*/ 5 w 6"/>
                <a:gd name="T75" fmla="*/ 38 h 66"/>
                <a:gd name="T76" fmla="*/ 5 w 6"/>
                <a:gd name="T77" fmla="*/ 42 h 66"/>
                <a:gd name="T78" fmla="*/ 5 w 6"/>
                <a:gd name="T79" fmla="*/ 41 h 66"/>
                <a:gd name="T80" fmla="*/ 5 w 6"/>
                <a:gd name="T81" fmla="*/ 40 h 66"/>
                <a:gd name="T82" fmla="*/ 5 w 6"/>
                <a:gd name="T83" fmla="*/ 42 h 66"/>
                <a:gd name="T84" fmla="*/ 5 w 6"/>
                <a:gd name="T85" fmla="*/ 41 h 66"/>
                <a:gd name="T86" fmla="*/ 5 w 6"/>
                <a:gd name="T87" fmla="*/ 37 h 66"/>
                <a:gd name="T88" fmla="*/ 5 w 6"/>
                <a:gd name="T89" fmla="*/ 34 h 66"/>
                <a:gd name="T90" fmla="*/ 5 w 6"/>
                <a:gd name="T91" fmla="*/ 39 h 66"/>
                <a:gd name="T92" fmla="*/ 5 w 6"/>
                <a:gd name="T93" fmla="*/ 49 h 66"/>
                <a:gd name="T94" fmla="*/ 6 w 6"/>
                <a:gd name="T95" fmla="*/ 51 h 66"/>
                <a:gd name="T96" fmla="*/ 6 w 6"/>
                <a:gd name="T97" fmla="*/ 45 h 66"/>
                <a:gd name="T98" fmla="*/ 6 w 6"/>
                <a:gd name="T99" fmla="*/ 47 h 66"/>
                <a:gd name="T100" fmla="*/ 6 w 6"/>
                <a:gd name="T101" fmla="*/ 57 h 66"/>
                <a:gd name="T102" fmla="*/ 6 w 6"/>
                <a:gd name="T10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6">
                  <a:moveTo>
                    <a:pt x="0" y="28"/>
                  </a:moveTo>
                  <a:lnTo>
                    <a:pt x="0" y="31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0" y="41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1" y="36"/>
                  </a:lnTo>
                  <a:lnTo>
                    <a:pt x="1" y="33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2" y="26"/>
                  </a:lnTo>
                  <a:lnTo>
                    <a:pt x="2" y="20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4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5"/>
                  </a:lnTo>
                  <a:lnTo>
                    <a:pt x="2" y="0"/>
                  </a:lnTo>
                  <a:lnTo>
                    <a:pt x="3" y="2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8"/>
                  </a:lnTo>
                  <a:lnTo>
                    <a:pt x="3" y="11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4" y="18"/>
                  </a:lnTo>
                  <a:lnTo>
                    <a:pt x="4" y="24"/>
                  </a:lnTo>
                  <a:lnTo>
                    <a:pt x="4" y="28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31"/>
                  </a:lnTo>
                  <a:lnTo>
                    <a:pt x="5" y="38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40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7"/>
                  </a:lnTo>
                  <a:lnTo>
                    <a:pt x="5" y="34"/>
                  </a:lnTo>
                  <a:lnTo>
                    <a:pt x="5" y="39"/>
                  </a:lnTo>
                  <a:lnTo>
                    <a:pt x="5" y="49"/>
                  </a:lnTo>
                  <a:lnTo>
                    <a:pt x="6" y="51"/>
                  </a:lnTo>
                  <a:lnTo>
                    <a:pt x="6" y="45"/>
                  </a:lnTo>
                  <a:lnTo>
                    <a:pt x="6" y="47"/>
                  </a:lnTo>
                  <a:lnTo>
                    <a:pt x="6" y="57"/>
                  </a:lnTo>
                  <a:lnTo>
                    <a:pt x="6" y="6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1" name="Freeform 1012"/>
            <p:cNvSpPr/>
            <p:nvPr/>
          </p:nvSpPr>
          <p:spPr bwMode="auto">
            <a:xfrm>
              <a:off x="3689350" y="4706938"/>
              <a:ext cx="11113" cy="149225"/>
            </a:xfrm>
            <a:custGeom>
              <a:avLst/>
              <a:gdLst>
                <a:gd name="T0" fmla="*/ 0 w 7"/>
                <a:gd name="T1" fmla="*/ 0 h 94"/>
                <a:gd name="T2" fmla="*/ 0 w 7"/>
                <a:gd name="T3" fmla="*/ 9 h 94"/>
                <a:gd name="T4" fmla="*/ 0 w 7"/>
                <a:gd name="T5" fmla="*/ 15 h 94"/>
                <a:gd name="T6" fmla="*/ 1 w 7"/>
                <a:gd name="T7" fmla="*/ 15 h 94"/>
                <a:gd name="T8" fmla="*/ 1 w 7"/>
                <a:gd name="T9" fmla="*/ 11 h 94"/>
                <a:gd name="T10" fmla="*/ 1 w 7"/>
                <a:gd name="T11" fmla="*/ 15 h 94"/>
                <a:gd name="T12" fmla="*/ 1 w 7"/>
                <a:gd name="T13" fmla="*/ 26 h 94"/>
                <a:gd name="T14" fmla="*/ 1 w 7"/>
                <a:gd name="T15" fmla="*/ 31 h 94"/>
                <a:gd name="T16" fmla="*/ 1 w 7"/>
                <a:gd name="T17" fmla="*/ 26 h 94"/>
                <a:gd name="T18" fmla="*/ 1 w 7"/>
                <a:gd name="T19" fmla="*/ 19 h 94"/>
                <a:gd name="T20" fmla="*/ 1 w 7"/>
                <a:gd name="T21" fmla="*/ 19 h 94"/>
                <a:gd name="T22" fmla="*/ 1 w 7"/>
                <a:gd name="T23" fmla="*/ 28 h 94"/>
                <a:gd name="T24" fmla="*/ 2 w 7"/>
                <a:gd name="T25" fmla="*/ 31 h 94"/>
                <a:gd name="T26" fmla="*/ 2 w 7"/>
                <a:gd name="T27" fmla="*/ 21 h 94"/>
                <a:gd name="T28" fmla="*/ 2 w 7"/>
                <a:gd name="T29" fmla="*/ 14 h 94"/>
                <a:gd name="T30" fmla="*/ 2 w 7"/>
                <a:gd name="T31" fmla="*/ 16 h 94"/>
                <a:gd name="T32" fmla="*/ 2 w 7"/>
                <a:gd name="T33" fmla="*/ 13 h 94"/>
                <a:gd name="T34" fmla="*/ 2 w 7"/>
                <a:gd name="T35" fmla="*/ 9 h 94"/>
                <a:gd name="T36" fmla="*/ 3 w 7"/>
                <a:gd name="T37" fmla="*/ 14 h 94"/>
                <a:gd name="T38" fmla="*/ 3 w 7"/>
                <a:gd name="T39" fmla="*/ 15 h 94"/>
                <a:gd name="T40" fmla="*/ 3 w 7"/>
                <a:gd name="T41" fmla="*/ 10 h 94"/>
                <a:gd name="T42" fmla="*/ 3 w 7"/>
                <a:gd name="T43" fmla="*/ 13 h 94"/>
                <a:gd name="T44" fmla="*/ 3 w 7"/>
                <a:gd name="T45" fmla="*/ 23 h 94"/>
                <a:gd name="T46" fmla="*/ 3 w 7"/>
                <a:gd name="T47" fmla="*/ 30 h 94"/>
                <a:gd name="T48" fmla="*/ 3 w 7"/>
                <a:gd name="T49" fmla="*/ 40 h 94"/>
                <a:gd name="T50" fmla="*/ 3 w 7"/>
                <a:gd name="T51" fmla="*/ 50 h 94"/>
                <a:gd name="T52" fmla="*/ 3 w 7"/>
                <a:gd name="T53" fmla="*/ 52 h 94"/>
                <a:gd name="T54" fmla="*/ 4 w 7"/>
                <a:gd name="T55" fmla="*/ 48 h 94"/>
                <a:gd name="T56" fmla="*/ 4 w 7"/>
                <a:gd name="T57" fmla="*/ 48 h 94"/>
                <a:gd name="T58" fmla="*/ 4 w 7"/>
                <a:gd name="T59" fmla="*/ 60 h 94"/>
                <a:gd name="T60" fmla="*/ 4 w 7"/>
                <a:gd name="T61" fmla="*/ 73 h 94"/>
                <a:gd name="T62" fmla="*/ 4 w 7"/>
                <a:gd name="T63" fmla="*/ 63 h 94"/>
                <a:gd name="T64" fmla="*/ 4 w 7"/>
                <a:gd name="T65" fmla="*/ 48 h 94"/>
                <a:gd name="T66" fmla="*/ 4 w 7"/>
                <a:gd name="T67" fmla="*/ 55 h 94"/>
                <a:gd name="T68" fmla="*/ 4 w 7"/>
                <a:gd name="T69" fmla="*/ 70 h 94"/>
                <a:gd name="T70" fmla="*/ 4 w 7"/>
                <a:gd name="T71" fmla="*/ 68 h 94"/>
                <a:gd name="T72" fmla="*/ 5 w 7"/>
                <a:gd name="T73" fmla="*/ 65 h 94"/>
                <a:gd name="T74" fmla="*/ 5 w 7"/>
                <a:gd name="T75" fmla="*/ 67 h 94"/>
                <a:gd name="T76" fmla="*/ 5 w 7"/>
                <a:gd name="T77" fmla="*/ 60 h 94"/>
                <a:gd name="T78" fmla="*/ 5 w 7"/>
                <a:gd name="T79" fmla="*/ 56 h 94"/>
                <a:gd name="T80" fmla="*/ 5 w 7"/>
                <a:gd name="T81" fmla="*/ 67 h 94"/>
                <a:gd name="T82" fmla="*/ 5 w 7"/>
                <a:gd name="T83" fmla="*/ 72 h 94"/>
                <a:gd name="T84" fmla="*/ 6 w 7"/>
                <a:gd name="T85" fmla="*/ 65 h 94"/>
                <a:gd name="T86" fmla="*/ 6 w 7"/>
                <a:gd name="T87" fmla="*/ 64 h 94"/>
                <a:gd name="T88" fmla="*/ 6 w 7"/>
                <a:gd name="T89" fmla="*/ 70 h 94"/>
                <a:gd name="T90" fmla="*/ 6 w 7"/>
                <a:gd name="T91" fmla="*/ 73 h 94"/>
                <a:gd name="T92" fmla="*/ 6 w 7"/>
                <a:gd name="T93" fmla="*/ 78 h 94"/>
                <a:gd name="T94" fmla="*/ 6 w 7"/>
                <a:gd name="T95" fmla="*/ 88 h 94"/>
                <a:gd name="T96" fmla="*/ 6 w 7"/>
                <a:gd name="T97" fmla="*/ 94 h 94"/>
                <a:gd name="T98" fmla="*/ 6 w 7"/>
                <a:gd name="T99" fmla="*/ 91 h 94"/>
                <a:gd name="T100" fmla="*/ 6 w 7"/>
                <a:gd name="T101" fmla="*/ 88 h 94"/>
                <a:gd name="T102" fmla="*/ 7 w 7"/>
                <a:gd name="T103" fmla="*/ 9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4">
                  <a:moveTo>
                    <a:pt x="0" y="0"/>
                  </a:moveTo>
                  <a:lnTo>
                    <a:pt x="0" y="9"/>
                  </a:lnTo>
                  <a:lnTo>
                    <a:pt x="0" y="15"/>
                  </a:lnTo>
                  <a:lnTo>
                    <a:pt x="1" y="15"/>
                  </a:lnTo>
                  <a:lnTo>
                    <a:pt x="1" y="11"/>
                  </a:lnTo>
                  <a:lnTo>
                    <a:pt x="1" y="15"/>
                  </a:lnTo>
                  <a:lnTo>
                    <a:pt x="1" y="26"/>
                  </a:lnTo>
                  <a:lnTo>
                    <a:pt x="1" y="31"/>
                  </a:lnTo>
                  <a:lnTo>
                    <a:pt x="1" y="26"/>
                  </a:lnTo>
                  <a:lnTo>
                    <a:pt x="1" y="19"/>
                  </a:lnTo>
                  <a:lnTo>
                    <a:pt x="1" y="19"/>
                  </a:lnTo>
                  <a:lnTo>
                    <a:pt x="1" y="28"/>
                  </a:lnTo>
                  <a:lnTo>
                    <a:pt x="2" y="31"/>
                  </a:lnTo>
                  <a:lnTo>
                    <a:pt x="2" y="21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2" y="13"/>
                  </a:lnTo>
                  <a:lnTo>
                    <a:pt x="2" y="9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0"/>
                  </a:lnTo>
                  <a:lnTo>
                    <a:pt x="3" y="13"/>
                  </a:lnTo>
                  <a:lnTo>
                    <a:pt x="3" y="23"/>
                  </a:lnTo>
                  <a:lnTo>
                    <a:pt x="3" y="30"/>
                  </a:lnTo>
                  <a:lnTo>
                    <a:pt x="3" y="40"/>
                  </a:lnTo>
                  <a:lnTo>
                    <a:pt x="3" y="50"/>
                  </a:lnTo>
                  <a:lnTo>
                    <a:pt x="3" y="52"/>
                  </a:lnTo>
                  <a:lnTo>
                    <a:pt x="4" y="48"/>
                  </a:lnTo>
                  <a:lnTo>
                    <a:pt x="4" y="48"/>
                  </a:lnTo>
                  <a:lnTo>
                    <a:pt x="4" y="60"/>
                  </a:lnTo>
                  <a:lnTo>
                    <a:pt x="4" y="73"/>
                  </a:lnTo>
                  <a:lnTo>
                    <a:pt x="4" y="63"/>
                  </a:lnTo>
                  <a:lnTo>
                    <a:pt x="4" y="48"/>
                  </a:lnTo>
                  <a:lnTo>
                    <a:pt x="4" y="55"/>
                  </a:lnTo>
                  <a:lnTo>
                    <a:pt x="4" y="70"/>
                  </a:lnTo>
                  <a:lnTo>
                    <a:pt x="4" y="68"/>
                  </a:lnTo>
                  <a:lnTo>
                    <a:pt x="5" y="65"/>
                  </a:lnTo>
                  <a:lnTo>
                    <a:pt x="5" y="67"/>
                  </a:lnTo>
                  <a:lnTo>
                    <a:pt x="5" y="60"/>
                  </a:lnTo>
                  <a:lnTo>
                    <a:pt x="5" y="56"/>
                  </a:lnTo>
                  <a:lnTo>
                    <a:pt x="5" y="67"/>
                  </a:lnTo>
                  <a:lnTo>
                    <a:pt x="5" y="72"/>
                  </a:lnTo>
                  <a:lnTo>
                    <a:pt x="6" y="65"/>
                  </a:lnTo>
                  <a:lnTo>
                    <a:pt x="6" y="64"/>
                  </a:lnTo>
                  <a:lnTo>
                    <a:pt x="6" y="70"/>
                  </a:lnTo>
                  <a:lnTo>
                    <a:pt x="6" y="73"/>
                  </a:lnTo>
                  <a:lnTo>
                    <a:pt x="6" y="78"/>
                  </a:lnTo>
                  <a:lnTo>
                    <a:pt x="6" y="88"/>
                  </a:lnTo>
                  <a:lnTo>
                    <a:pt x="6" y="94"/>
                  </a:lnTo>
                  <a:lnTo>
                    <a:pt x="6" y="91"/>
                  </a:lnTo>
                  <a:lnTo>
                    <a:pt x="6" y="88"/>
                  </a:lnTo>
                  <a:lnTo>
                    <a:pt x="7" y="9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2" name="Freeform 1013"/>
            <p:cNvSpPr/>
            <p:nvPr/>
          </p:nvSpPr>
          <p:spPr bwMode="auto">
            <a:xfrm>
              <a:off x="3698875" y="4646613"/>
              <a:ext cx="11113" cy="234950"/>
            </a:xfrm>
            <a:custGeom>
              <a:avLst/>
              <a:gdLst>
                <a:gd name="T0" fmla="*/ 0 w 7"/>
                <a:gd name="T1" fmla="*/ 126 h 148"/>
                <a:gd name="T2" fmla="*/ 1 w 7"/>
                <a:gd name="T3" fmla="*/ 129 h 148"/>
                <a:gd name="T4" fmla="*/ 1 w 7"/>
                <a:gd name="T5" fmla="*/ 134 h 148"/>
                <a:gd name="T6" fmla="*/ 1 w 7"/>
                <a:gd name="T7" fmla="*/ 131 h 148"/>
                <a:gd name="T8" fmla="*/ 1 w 7"/>
                <a:gd name="T9" fmla="*/ 126 h 148"/>
                <a:gd name="T10" fmla="*/ 1 w 7"/>
                <a:gd name="T11" fmla="*/ 133 h 148"/>
                <a:gd name="T12" fmla="*/ 1 w 7"/>
                <a:gd name="T13" fmla="*/ 148 h 148"/>
                <a:gd name="T14" fmla="*/ 2 w 7"/>
                <a:gd name="T15" fmla="*/ 148 h 148"/>
                <a:gd name="T16" fmla="*/ 2 w 7"/>
                <a:gd name="T17" fmla="*/ 134 h 148"/>
                <a:gd name="T18" fmla="*/ 2 w 7"/>
                <a:gd name="T19" fmla="*/ 126 h 148"/>
                <a:gd name="T20" fmla="*/ 2 w 7"/>
                <a:gd name="T21" fmla="*/ 134 h 148"/>
                <a:gd name="T22" fmla="*/ 2 w 7"/>
                <a:gd name="T23" fmla="*/ 147 h 148"/>
                <a:gd name="T24" fmla="*/ 2 w 7"/>
                <a:gd name="T25" fmla="*/ 148 h 148"/>
                <a:gd name="T26" fmla="*/ 2 w 7"/>
                <a:gd name="T27" fmla="*/ 130 h 148"/>
                <a:gd name="T28" fmla="*/ 2 w 7"/>
                <a:gd name="T29" fmla="*/ 105 h 148"/>
                <a:gd name="T30" fmla="*/ 2 w 7"/>
                <a:gd name="T31" fmla="*/ 97 h 148"/>
                <a:gd name="T32" fmla="*/ 2 w 7"/>
                <a:gd name="T33" fmla="*/ 105 h 148"/>
                <a:gd name="T34" fmla="*/ 3 w 7"/>
                <a:gd name="T35" fmla="*/ 108 h 148"/>
                <a:gd name="T36" fmla="*/ 3 w 7"/>
                <a:gd name="T37" fmla="*/ 97 h 148"/>
                <a:gd name="T38" fmla="*/ 3 w 7"/>
                <a:gd name="T39" fmla="*/ 82 h 148"/>
                <a:gd name="T40" fmla="*/ 3 w 7"/>
                <a:gd name="T41" fmla="*/ 76 h 148"/>
                <a:gd name="T42" fmla="*/ 3 w 7"/>
                <a:gd name="T43" fmla="*/ 79 h 148"/>
                <a:gd name="T44" fmla="*/ 3 w 7"/>
                <a:gd name="T45" fmla="*/ 81 h 148"/>
                <a:gd name="T46" fmla="*/ 3 w 7"/>
                <a:gd name="T47" fmla="*/ 78 h 148"/>
                <a:gd name="T48" fmla="*/ 3 w 7"/>
                <a:gd name="T49" fmla="*/ 79 h 148"/>
                <a:gd name="T50" fmla="*/ 3 w 7"/>
                <a:gd name="T51" fmla="*/ 83 h 148"/>
                <a:gd name="T52" fmla="*/ 4 w 7"/>
                <a:gd name="T53" fmla="*/ 81 h 148"/>
                <a:gd name="T54" fmla="*/ 4 w 7"/>
                <a:gd name="T55" fmla="*/ 77 h 148"/>
                <a:gd name="T56" fmla="*/ 4 w 7"/>
                <a:gd name="T57" fmla="*/ 78 h 148"/>
                <a:gd name="T58" fmla="*/ 4 w 7"/>
                <a:gd name="T59" fmla="*/ 80 h 148"/>
                <a:gd name="T60" fmla="*/ 4 w 7"/>
                <a:gd name="T61" fmla="*/ 84 h 148"/>
                <a:gd name="T62" fmla="*/ 4 w 7"/>
                <a:gd name="T63" fmla="*/ 91 h 148"/>
                <a:gd name="T64" fmla="*/ 5 w 7"/>
                <a:gd name="T65" fmla="*/ 90 h 148"/>
                <a:gd name="T66" fmla="*/ 5 w 7"/>
                <a:gd name="T67" fmla="*/ 81 h 148"/>
                <a:gd name="T68" fmla="*/ 5 w 7"/>
                <a:gd name="T69" fmla="*/ 73 h 148"/>
                <a:gd name="T70" fmla="*/ 5 w 7"/>
                <a:gd name="T71" fmla="*/ 70 h 148"/>
                <a:gd name="T72" fmla="*/ 5 w 7"/>
                <a:gd name="T73" fmla="*/ 64 h 148"/>
                <a:gd name="T74" fmla="*/ 5 w 7"/>
                <a:gd name="T75" fmla="*/ 53 h 148"/>
                <a:gd name="T76" fmla="*/ 5 w 7"/>
                <a:gd name="T77" fmla="*/ 42 h 148"/>
                <a:gd name="T78" fmla="*/ 5 w 7"/>
                <a:gd name="T79" fmla="*/ 31 h 148"/>
                <a:gd name="T80" fmla="*/ 5 w 7"/>
                <a:gd name="T81" fmla="*/ 19 h 148"/>
                <a:gd name="T82" fmla="*/ 6 w 7"/>
                <a:gd name="T83" fmla="*/ 10 h 148"/>
                <a:gd name="T84" fmla="*/ 6 w 7"/>
                <a:gd name="T85" fmla="*/ 7 h 148"/>
                <a:gd name="T86" fmla="*/ 6 w 7"/>
                <a:gd name="T87" fmla="*/ 6 h 148"/>
                <a:gd name="T88" fmla="*/ 6 w 7"/>
                <a:gd name="T89" fmla="*/ 2 h 148"/>
                <a:gd name="T90" fmla="*/ 6 w 7"/>
                <a:gd name="T91" fmla="*/ 0 h 148"/>
                <a:gd name="T92" fmla="*/ 6 w 7"/>
                <a:gd name="T93" fmla="*/ 4 h 148"/>
                <a:gd name="T94" fmla="*/ 7 w 7"/>
                <a:gd name="T95" fmla="*/ 9 h 148"/>
                <a:gd name="T96" fmla="*/ 7 w 7"/>
                <a:gd name="T97" fmla="*/ 10 h 148"/>
                <a:gd name="T98" fmla="*/ 7 w 7"/>
                <a:gd name="T99" fmla="*/ 10 h 148"/>
                <a:gd name="T100" fmla="*/ 7 w 7"/>
                <a:gd name="T101" fmla="*/ 9 h 148"/>
                <a:gd name="T102" fmla="*/ 7 w 7"/>
                <a:gd name="T103" fmla="*/ 7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48">
                  <a:moveTo>
                    <a:pt x="0" y="126"/>
                  </a:moveTo>
                  <a:lnTo>
                    <a:pt x="1" y="129"/>
                  </a:lnTo>
                  <a:lnTo>
                    <a:pt x="1" y="134"/>
                  </a:lnTo>
                  <a:lnTo>
                    <a:pt x="1" y="131"/>
                  </a:lnTo>
                  <a:lnTo>
                    <a:pt x="1" y="126"/>
                  </a:lnTo>
                  <a:lnTo>
                    <a:pt x="1" y="133"/>
                  </a:lnTo>
                  <a:lnTo>
                    <a:pt x="1" y="148"/>
                  </a:lnTo>
                  <a:lnTo>
                    <a:pt x="2" y="148"/>
                  </a:lnTo>
                  <a:lnTo>
                    <a:pt x="2" y="134"/>
                  </a:lnTo>
                  <a:lnTo>
                    <a:pt x="2" y="126"/>
                  </a:lnTo>
                  <a:lnTo>
                    <a:pt x="2" y="134"/>
                  </a:lnTo>
                  <a:lnTo>
                    <a:pt x="2" y="147"/>
                  </a:lnTo>
                  <a:lnTo>
                    <a:pt x="2" y="148"/>
                  </a:lnTo>
                  <a:lnTo>
                    <a:pt x="2" y="130"/>
                  </a:lnTo>
                  <a:lnTo>
                    <a:pt x="2" y="105"/>
                  </a:lnTo>
                  <a:lnTo>
                    <a:pt x="2" y="97"/>
                  </a:lnTo>
                  <a:lnTo>
                    <a:pt x="2" y="105"/>
                  </a:lnTo>
                  <a:lnTo>
                    <a:pt x="3" y="108"/>
                  </a:lnTo>
                  <a:lnTo>
                    <a:pt x="3" y="97"/>
                  </a:lnTo>
                  <a:lnTo>
                    <a:pt x="3" y="82"/>
                  </a:lnTo>
                  <a:lnTo>
                    <a:pt x="3" y="76"/>
                  </a:lnTo>
                  <a:lnTo>
                    <a:pt x="3" y="79"/>
                  </a:lnTo>
                  <a:lnTo>
                    <a:pt x="3" y="81"/>
                  </a:lnTo>
                  <a:lnTo>
                    <a:pt x="3" y="78"/>
                  </a:lnTo>
                  <a:lnTo>
                    <a:pt x="3" y="79"/>
                  </a:lnTo>
                  <a:lnTo>
                    <a:pt x="3" y="83"/>
                  </a:lnTo>
                  <a:lnTo>
                    <a:pt x="4" y="81"/>
                  </a:lnTo>
                  <a:lnTo>
                    <a:pt x="4" y="77"/>
                  </a:lnTo>
                  <a:lnTo>
                    <a:pt x="4" y="78"/>
                  </a:lnTo>
                  <a:lnTo>
                    <a:pt x="4" y="80"/>
                  </a:lnTo>
                  <a:lnTo>
                    <a:pt x="4" y="84"/>
                  </a:lnTo>
                  <a:lnTo>
                    <a:pt x="4" y="91"/>
                  </a:lnTo>
                  <a:lnTo>
                    <a:pt x="5" y="90"/>
                  </a:lnTo>
                  <a:lnTo>
                    <a:pt x="5" y="81"/>
                  </a:lnTo>
                  <a:lnTo>
                    <a:pt x="5" y="73"/>
                  </a:lnTo>
                  <a:lnTo>
                    <a:pt x="5" y="70"/>
                  </a:lnTo>
                  <a:lnTo>
                    <a:pt x="5" y="64"/>
                  </a:lnTo>
                  <a:lnTo>
                    <a:pt x="5" y="53"/>
                  </a:lnTo>
                  <a:lnTo>
                    <a:pt x="5" y="42"/>
                  </a:lnTo>
                  <a:lnTo>
                    <a:pt x="5" y="31"/>
                  </a:lnTo>
                  <a:lnTo>
                    <a:pt x="5" y="19"/>
                  </a:lnTo>
                  <a:lnTo>
                    <a:pt x="6" y="10"/>
                  </a:lnTo>
                  <a:lnTo>
                    <a:pt x="6" y="7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4"/>
                  </a:lnTo>
                  <a:lnTo>
                    <a:pt x="7" y="9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7" y="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3" name="Freeform 1014"/>
            <p:cNvSpPr/>
            <p:nvPr/>
          </p:nvSpPr>
          <p:spPr bwMode="auto">
            <a:xfrm>
              <a:off x="3709988" y="4613276"/>
              <a:ext cx="9525" cy="69850"/>
            </a:xfrm>
            <a:custGeom>
              <a:avLst/>
              <a:gdLst>
                <a:gd name="T0" fmla="*/ 0 w 6"/>
                <a:gd name="T1" fmla="*/ 30 h 44"/>
                <a:gd name="T2" fmla="*/ 0 w 6"/>
                <a:gd name="T3" fmla="*/ 28 h 44"/>
                <a:gd name="T4" fmla="*/ 0 w 6"/>
                <a:gd name="T5" fmla="*/ 31 h 44"/>
                <a:gd name="T6" fmla="*/ 0 w 6"/>
                <a:gd name="T7" fmla="*/ 41 h 44"/>
                <a:gd name="T8" fmla="*/ 0 w 6"/>
                <a:gd name="T9" fmla="*/ 42 h 44"/>
                <a:gd name="T10" fmla="*/ 0 w 6"/>
                <a:gd name="T11" fmla="*/ 31 h 44"/>
                <a:gd name="T12" fmla="*/ 1 w 6"/>
                <a:gd name="T13" fmla="*/ 25 h 44"/>
                <a:gd name="T14" fmla="*/ 1 w 6"/>
                <a:gd name="T15" fmla="*/ 32 h 44"/>
                <a:gd name="T16" fmla="*/ 1 w 6"/>
                <a:gd name="T17" fmla="*/ 38 h 44"/>
                <a:gd name="T18" fmla="*/ 1 w 6"/>
                <a:gd name="T19" fmla="*/ 37 h 44"/>
                <a:gd name="T20" fmla="*/ 1 w 6"/>
                <a:gd name="T21" fmla="*/ 34 h 44"/>
                <a:gd name="T22" fmla="*/ 1 w 6"/>
                <a:gd name="T23" fmla="*/ 23 h 44"/>
                <a:gd name="T24" fmla="*/ 1 w 6"/>
                <a:gd name="T25" fmla="*/ 10 h 44"/>
                <a:gd name="T26" fmla="*/ 1 w 6"/>
                <a:gd name="T27" fmla="*/ 9 h 44"/>
                <a:gd name="T28" fmla="*/ 1 w 6"/>
                <a:gd name="T29" fmla="*/ 15 h 44"/>
                <a:gd name="T30" fmla="*/ 2 w 6"/>
                <a:gd name="T31" fmla="*/ 12 h 44"/>
                <a:gd name="T32" fmla="*/ 2 w 6"/>
                <a:gd name="T33" fmla="*/ 7 h 44"/>
                <a:gd name="T34" fmla="*/ 2 w 6"/>
                <a:gd name="T35" fmla="*/ 9 h 44"/>
                <a:gd name="T36" fmla="*/ 2 w 6"/>
                <a:gd name="T37" fmla="*/ 9 h 44"/>
                <a:gd name="T38" fmla="*/ 2 w 6"/>
                <a:gd name="T39" fmla="*/ 2 h 44"/>
                <a:gd name="T40" fmla="*/ 2 w 6"/>
                <a:gd name="T41" fmla="*/ 0 h 44"/>
                <a:gd name="T42" fmla="*/ 3 w 6"/>
                <a:gd name="T43" fmla="*/ 9 h 44"/>
                <a:gd name="T44" fmla="*/ 3 w 6"/>
                <a:gd name="T45" fmla="*/ 15 h 44"/>
                <a:gd name="T46" fmla="*/ 3 w 6"/>
                <a:gd name="T47" fmla="*/ 11 h 44"/>
                <a:gd name="T48" fmla="*/ 3 w 6"/>
                <a:gd name="T49" fmla="*/ 6 h 44"/>
                <a:gd name="T50" fmla="*/ 3 w 6"/>
                <a:gd name="T51" fmla="*/ 7 h 44"/>
                <a:gd name="T52" fmla="*/ 3 w 6"/>
                <a:gd name="T53" fmla="*/ 11 h 44"/>
                <a:gd name="T54" fmla="*/ 3 w 6"/>
                <a:gd name="T55" fmla="*/ 19 h 44"/>
                <a:gd name="T56" fmla="*/ 3 w 6"/>
                <a:gd name="T57" fmla="*/ 28 h 44"/>
                <a:gd name="T58" fmla="*/ 3 w 6"/>
                <a:gd name="T59" fmla="*/ 31 h 44"/>
                <a:gd name="T60" fmla="*/ 3 w 6"/>
                <a:gd name="T61" fmla="*/ 30 h 44"/>
                <a:gd name="T62" fmla="*/ 4 w 6"/>
                <a:gd name="T63" fmla="*/ 34 h 44"/>
                <a:gd name="T64" fmla="*/ 4 w 6"/>
                <a:gd name="T65" fmla="*/ 41 h 44"/>
                <a:gd name="T66" fmla="*/ 4 w 6"/>
                <a:gd name="T67" fmla="*/ 41 h 44"/>
                <a:gd name="T68" fmla="*/ 4 w 6"/>
                <a:gd name="T69" fmla="*/ 36 h 44"/>
                <a:gd name="T70" fmla="*/ 4 w 6"/>
                <a:gd name="T71" fmla="*/ 37 h 44"/>
                <a:gd name="T72" fmla="*/ 4 w 6"/>
                <a:gd name="T73" fmla="*/ 43 h 44"/>
                <a:gd name="T74" fmla="*/ 5 w 6"/>
                <a:gd name="T75" fmla="*/ 44 h 44"/>
                <a:gd name="T76" fmla="*/ 5 w 6"/>
                <a:gd name="T77" fmla="*/ 38 h 44"/>
                <a:gd name="T78" fmla="*/ 5 w 6"/>
                <a:gd name="T79" fmla="*/ 33 h 44"/>
                <a:gd name="T80" fmla="*/ 5 w 6"/>
                <a:gd name="T81" fmla="*/ 31 h 44"/>
                <a:gd name="T82" fmla="*/ 5 w 6"/>
                <a:gd name="T83" fmla="*/ 33 h 44"/>
                <a:gd name="T84" fmla="*/ 5 w 6"/>
                <a:gd name="T85" fmla="*/ 40 h 44"/>
                <a:gd name="T86" fmla="*/ 5 w 6"/>
                <a:gd name="T87" fmla="*/ 43 h 44"/>
                <a:gd name="T88" fmla="*/ 5 w 6"/>
                <a:gd name="T89" fmla="*/ 35 h 44"/>
                <a:gd name="T90" fmla="*/ 5 w 6"/>
                <a:gd name="T91" fmla="*/ 28 h 44"/>
                <a:gd name="T92" fmla="*/ 6 w 6"/>
                <a:gd name="T93" fmla="*/ 28 h 44"/>
                <a:gd name="T94" fmla="*/ 6 w 6"/>
                <a:gd name="T95" fmla="*/ 28 h 44"/>
                <a:gd name="T96" fmla="*/ 6 w 6"/>
                <a:gd name="T97" fmla="*/ 30 h 44"/>
                <a:gd name="T98" fmla="*/ 6 w 6"/>
                <a:gd name="T99" fmla="*/ 35 h 44"/>
                <a:gd name="T100" fmla="*/ 6 w 6"/>
                <a:gd name="T101" fmla="*/ 35 h 44"/>
                <a:gd name="T102" fmla="*/ 6 w 6"/>
                <a:gd name="T103" fmla="*/ 3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4">
                  <a:moveTo>
                    <a:pt x="0" y="30"/>
                  </a:moveTo>
                  <a:lnTo>
                    <a:pt x="0" y="28"/>
                  </a:lnTo>
                  <a:lnTo>
                    <a:pt x="0" y="31"/>
                  </a:lnTo>
                  <a:lnTo>
                    <a:pt x="0" y="41"/>
                  </a:lnTo>
                  <a:lnTo>
                    <a:pt x="0" y="42"/>
                  </a:lnTo>
                  <a:lnTo>
                    <a:pt x="0" y="31"/>
                  </a:lnTo>
                  <a:lnTo>
                    <a:pt x="1" y="25"/>
                  </a:lnTo>
                  <a:lnTo>
                    <a:pt x="1" y="32"/>
                  </a:lnTo>
                  <a:lnTo>
                    <a:pt x="1" y="38"/>
                  </a:lnTo>
                  <a:lnTo>
                    <a:pt x="1" y="37"/>
                  </a:lnTo>
                  <a:lnTo>
                    <a:pt x="1" y="34"/>
                  </a:lnTo>
                  <a:lnTo>
                    <a:pt x="1" y="23"/>
                  </a:lnTo>
                  <a:lnTo>
                    <a:pt x="1" y="10"/>
                  </a:lnTo>
                  <a:lnTo>
                    <a:pt x="1" y="9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2"/>
                  </a:lnTo>
                  <a:lnTo>
                    <a:pt x="2" y="0"/>
                  </a:lnTo>
                  <a:lnTo>
                    <a:pt x="3" y="9"/>
                  </a:lnTo>
                  <a:lnTo>
                    <a:pt x="3" y="15"/>
                  </a:lnTo>
                  <a:lnTo>
                    <a:pt x="3" y="11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11"/>
                  </a:lnTo>
                  <a:lnTo>
                    <a:pt x="3" y="19"/>
                  </a:lnTo>
                  <a:lnTo>
                    <a:pt x="3" y="28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4" y="34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36"/>
                  </a:lnTo>
                  <a:lnTo>
                    <a:pt x="4" y="37"/>
                  </a:lnTo>
                  <a:lnTo>
                    <a:pt x="4" y="43"/>
                  </a:lnTo>
                  <a:lnTo>
                    <a:pt x="5" y="44"/>
                  </a:lnTo>
                  <a:lnTo>
                    <a:pt x="5" y="38"/>
                  </a:lnTo>
                  <a:lnTo>
                    <a:pt x="5" y="33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5" y="40"/>
                  </a:lnTo>
                  <a:lnTo>
                    <a:pt x="5" y="43"/>
                  </a:lnTo>
                  <a:lnTo>
                    <a:pt x="5" y="35"/>
                  </a:lnTo>
                  <a:lnTo>
                    <a:pt x="5" y="28"/>
                  </a:lnTo>
                  <a:lnTo>
                    <a:pt x="6" y="28"/>
                  </a:lnTo>
                  <a:lnTo>
                    <a:pt x="6" y="28"/>
                  </a:lnTo>
                  <a:lnTo>
                    <a:pt x="6" y="30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6" y="3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4" name="Freeform 1015"/>
            <p:cNvSpPr/>
            <p:nvPr/>
          </p:nvSpPr>
          <p:spPr bwMode="auto">
            <a:xfrm>
              <a:off x="3719513" y="4637088"/>
              <a:ext cx="11113" cy="88900"/>
            </a:xfrm>
            <a:custGeom>
              <a:avLst/>
              <a:gdLst>
                <a:gd name="T0" fmla="*/ 0 w 7"/>
                <a:gd name="T1" fmla="*/ 20 h 56"/>
                <a:gd name="T2" fmla="*/ 0 w 7"/>
                <a:gd name="T3" fmla="*/ 19 h 56"/>
                <a:gd name="T4" fmla="*/ 1 w 7"/>
                <a:gd name="T5" fmla="*/ 24 h 56"/>
                <a:gd name="T6" fmla="*/ 1 w 7"/>
                <a:gd name="T7" fmla="*/ 35 h 56"/>
                <a:gd name="T8" fmla="*/ 1 w 7"/>
                <a:gd name="T9" fmla="*/ 42 h 56"/>
                <a:gd name="T10" fmla="*/ 1 w 7"/>
                <a:gd name="T11" fmla="*/ 45 h 56"/>
                <a:gd name="T12" fmla="*/ 1 w 7"/>
                <a:gd name="T13" fmla="*/ 49 h 56"/>
                <a:gd name="T14" fmla="*/ 1 w 7"/>
                <a:gd name="T15" fmla="*/ 53 h 56"/>
                <a:gd name="T16" fmla="*/ 1 w 7"/>
                <a:gd name="T17" fmla="*/ 55 h 56"/>
                <a:gd name="T18" fmla="*/ 1 w 7"/>
                <a:gd name="T19" fmla="*/ 56 h 56"/>
                <a:gd name="T20" fmla="*/ 1 w 7"/>
                <a:gd name="T21" fmla="*/ 55 h 56"/>
                <a:gd name="T22" fmla="*/ 2 w 7"/>
                <a:gd name="T23" fmla="*/ 49 h 56"/>
                <a:gd name="T24" fmla="*/ 2 w 7"/>
                <a:gd name="T25" fmla="*/ 43 h 56"/>
                <a:gd name="T26" fmla="*/ 2 w 7"/>
                <a:gd name="T27" fmla="*/ 41 h 56"/>
                <a:gd name="T28" fmla="*/ 2 w 7"/>
                <a:gd name="T29" fmla="*/ 41 h 56"/>
                <a:gd name="T30" fmla="*/ 2 w 7"/>
                <a:gd name="T31" fmla="*/ 35 h 56"/>
                <a:gd name="T32" fmla="*/ 2 w 7"/>
                <a:gd name="T33" fmla="*/ 27 h 56"/>
                <a:gd name="T34" fmla="*/ 2 w 7"/>
                <a:gd name="T35" fmla="*/ 25 h 56"/>
                <a:gd name="T36" fmla="*/ 2 w 7"/>
                <a:gd name="T37" fmla="*/ 28 h 56"/>
                <a:gd name="T38" fmla="*/ 2 w 7"/>
                <a:gd name="T39" fmla="*/ 31 h 56"/>
                <a:gd name="T40" fmla="*/ 3 w 7"/>
                <a:gd name="T41" fmla="*/ 27 h 56"/>
                <a:gd name="T42" fmla="*/ 3 w 7"/>
                <a:gd name="T43" fmla="*/ 20 h 56"/>
                <a:gd name="T44" fmla="*/ 3 w 7"/>
                <a:gd name="T45" fmla="*/ 21 h 56"/>
                <a:gd name="T46" fmla="*/ 3 w 7"/>
                <a:gd name="T47" fmla="*/ 29 h 56"/>
                <a:gd name="T48" fmla="*/ 3 w 7"/>
                <a:gd name="T49" fmla="*/ 33 h 56"/>
                <a:gd name="T50" fmla="*/ 3 w 7"/>
                <a:gd name="T51" fmla="*/ 35 h 56"/>
                <a:gd name="T52" fmla="*/ 4 w 7"/>
                <a:gd name="T53" fmla="*/ 36 h 56"/>
                <a:gd name="T54" fmla="*/ 4 w 7"/>
                <a:gd name="T55" fmla="*/ 35 h 56"/>
                <a:gd name="T56" fmla="*/ 4 w 7"/>
                <a:gd name="T57" fmla="*/ 38 h 56"/>
                <a:gd name="T58" fmla="*/ 4 w 7"/>
                <a:gd name="T59" fmla="*/ 41 h 56"/>
                <a:gd name="T60" fmla="*/ 4 w 7"/>
                <a:gd name="T61" fmla="*/ 35 h 56"/>
                <a:gd name="T62" fmla="*/ 4 w 7"/>
                <a:gd name="T63" fmla="*/ 25 h 56"/>
                <a:gd name="T64" fmla="*/ 4 w 7"/>
                <a:gd name="T65" fmla="*/ 21 h 56"/>
                <a:gd name="T66" fmla="*/ 4 w 7"/>
                <a:gd name="T67" fmla="*/ 20 h 56"/>
                <a:gd name="T68" fmla="*/ 4 w 7"/>
                <a:gd name="T69" fmla="*/ 15 h 56"/>
                <a:gd name="T70" fmla="*/ 5 w 7"/>
                <a:gd name="T71" fmla="*/ 8 h 56"/>
                <a:gd name="T72" fmla="*/ 5 w 7"/>
                <a:gd name="T73" fmla="*/ 2 h 56"/>
                <a:gd name="T74" fmla="*/ 5 w 7"/>
                <a:gd name="T75" fmla="*/ 0 h 56"/>
                <a:gd name="T76" fmla="*/ 5 w 7"/>
                <a:gd name="T77" fmla="*/ 1 h 56"/>
                <a:gd name="T78" fmla="*/ 5 w 7"/>
                <a:gd name="T79" fmla="*/ 3 h 56"/>
                <a:gd name="T80" fmla="*/ 5 w 7"/>
                <a:gd name="T81" fmla="*/ 3 h 56"/>
                <a:gd name="T82" fmla="*/ 6 w 7"/>
                <a:gd name="T83" fmla="*/ 3 h 56"/>
                <a:gd name="T84" fmla="*/ 6 w 7"/>
                <a:gd name="T85" fmla="*/ 3 h 56"/>
                <a:gd name="T86" fmla="*/ 6 w 7"/>
                <a:gd name="T87" fmla="*/ 6 h 56"/>
                <a:gd name="T88" fmla="*/ 6 w 7"/>
                <a:gd name="T89" fmla="*/ 5 h 56"/>
                <a:gd name="T90" fmla="*/ 6 w 7"/>
                <a:gd name="T91" fmla="*/ 2 h 56"/>
                <a:gd name="T92" fmla="*/ 6 w 7"/>
                <a:gd name="T93" fmla="*/ 3 h 56"/>
                <a:gd name="T94" fmla="*/ 6 w 7"/>
                <a:gd name="T95" fmla="*/ 5 h 56"/>
                <a:gd name="T96" fmla="*/ 6 w 7"/>
                <a:gd name="T97" fmla="*/ 1 h 56"/>
                <a:gd name="T98" fmla="*/ 6 w 7"/>
                <a:gd name="T99" fmla="*/ 0 h 56"/>
                <a:gd name="T100" fmla="*/ 6 w 7"/>
                <a:gd name="T101" fmla="*/ 5 h 56"/>
                <a:gd name="T102" fmla="*/ 7 w 7"/>
                <a:gd name="T103" fmla="*/ 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6">
                  <a:moveTo>
                    <a:pt x="0" y="20"/>
                  </a:moveTo>
                  <a:lnTo>
                    <a:pt x="0" y="19"/>
                  </a:lnTo>
                  <a:lnTo>
                    <a:pt x="1" y="24"/>
                  </a:lnTo>
                  <a:lnTo>
                    <a:pt x="1" y="35"/>
                  </a:lnTo>
                  <a:lnTo>
                    <a:pt x="1" y="42"/>
                  </a:lnTo>
                  <a:lnTo>
                    <a:pt x="1" y="45"/>
                  </a:lnTo>
                  <a:lnTo>
                    <a:pt x="1" y="49"/>
                  </a:lnTo>
                  <a:lnTo>
                    <a:pt x="1" y="53"/>
                  </a:lnTo>
                  <a:lnTo>
                    <a:pt x="1" y="55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2" y="49"/>
                  </a:lnTo>
                  <a:lnTo>
                    <a:pt x="2" y="43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35"/>
                  </a:lnTo>
                  <a:lnTo>
                    <a:pt x="2" y="27"/>
                  </a:lnTo>
                  <a:lnTo>
                    <a:pt x="2" y="25"/>
                  </a:lnTo>
                  <a:lnTo>
                    <a:pt x="2" y="28"/>
                  </a:lnTo>
                  <a:lnTo>
                    <a:pt x="2" y="31"/>
                  </a:lnTo>
                  <a:lnTo>
                    <a:pt x="3" y="27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9"/>
                  </a:lnTo>
                  <a:lnTo>
                    <a:pt x="3" y="33"/>
                  </a:lnTo>
                  <a:lnTo>
                    <a:pt x="3" y="35"/>
                  </a:lnTo>
                  <a:lnTo>
                    <a:pt x="4" y="36"/>
                  </a:lnTo>
                  <a:lnTo>
                    <a:pt x="4" y="35"/>
                  </a:lnTo>
                  <a:lnTo>
                    <a:pt x="4" y="38"/>
                  </a:lnTo>
                  <a:lnTo>
                    <a:pt x="4" y="41"/>
                  </a:lnTo>
                  <a:lnTo>
                    <a:pt x="4" y="35"/>
                  </a:lnTo>
                  <a:lnTo>
                    <a:pt x="4" y="25"/>
                  </a:lnTo>
                  <a:lnTo>
                    <a:pt x="4" y="21"/>
                  </a:lnTo>
                  <a:lnTo>
                    <a:pt x="4" y="20"/>
                  </a:lnTo>
                  <a:lnTo>
                    <a:pt x="4" y="15"/>
                  </a:lnTo>
                  <a:lnTo>
                    <a:pt x="5" y="8"/>
                  </a:lnTo>
                  <a:lnTo>
                    <a:pt x="5" y="2"/>
                  </a:lnTo>
                  <a:lnTo>
                    <a:pt x="5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5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6"/>
                  </a:lnTo>
                  <a:lnTo>
                    <a:pt x="6" y="5"/>
                  </a:lnTo>
                  <a:lnTo>
                    <a:pt x="6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5"/>
                  </a:lnTo>
                  <a:lnTo>
                    <a:pt x="7" y="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5" name="Freeform 1016"/>
            <p:cNvSpPr/>
            <p:nvPr/>
          </p:nvSpPr>
          <p:spPr bwMode="auto">
            <a:xfrm>
              <a:off x="3729038" y="4645026"/>
              <a:ext cx="11113" cy="122238"/>
            </a:xfrm>
            <a:custGeom>
              <a:avLst/>
              <a:gdLst>
                <a:gd name="T0" fmla="*/ 0 w 7"/>
                <a:gd name="T1" fmla="*/ 0 h 77"/>
                <a:gd name="T2" fmla="*/ 1 w 7"/>
                <a:gd name="T3" fmla="*/ 2 h 77"/>
                <a:gd name="T4" fmla="*/ 1 w 7"/>
                <a:gd name="T5" fmla="*/ 1 h 77"/>
                <a:gd name="T6" fmla="*/ 1 w 7"/>
                <a:gd name="T7" fmla="*/ 5 h 77"/>
                <a:gd name="T8" fmla="*/ 1 w 7"/>
                <a:gd name="T9" fmla="*/ 8 h 77"/>
                <a:gd name="T10" fmla="*/ 1 w 7"/>
                <a:gd name="T11" fmla="*/ 8 h 77"/>
                <a:gd name="T12" fmla="*/ 1 w 7"/>
                <a:gd name="T13" fmla="*/ 10 h 77"/>
                <a:gd name="T14" fmla="*/ 1 w 7"/>
                <a:gd name="T15" fmla="*/ 14 h 77"/>
                <a:gd name="T16" fmla="*/ 1 w 7"/>
                <a:gd name="T17" fmla="*/ 19 h 77"/>
                <a:gd name="T18" fmla="*/ 1 w 7"/>
                <a:gd name="T19" fmla="*/ 20 h 77"/>
                <a:gd name="T20" fmla="*/ 2 w 7"/>
                <a:gd name="T21" fmla="*/ 18 h 77"/>
                <a:gd name="T22" fmla="*/ 2 w 7"/>
                <a:gd name="T23" fmla="*/ 16 h 77"/>
                <a:gd name="T24" fmla="*/ 2 w 7"/>
                <a:gd name="T25" fmla="*/ 20 h 77"/>
                <a:gd name="T26" fmla="*/ 2 w 7"/>
                <a:gd name="T27" fmla="*/ 24 h 77"/>
                <a:gd name="T28" fmla="*/ 2 w 7"/>
                <a:gd name="T29" fmla="*/ 27 h 77"/>
                <a:gd name="T30" fmla="*/ 2 w 7"/>
                <a:gd name="T31" fmla="*/ 27 h 77"/>
                <a:gd name="T32" fmla="*/ 3 w 7"/>
                <a:gd name="T33" fmla="*/ 22 h 77"/>
                <a:gd name="T34" fmla="*/ 3 w 7"/>
                <a:gd name="T35" fmla="*/ 20 h 77"/>
                <a:gd name="T36" fmla="*/ 3 w 7"/>
                <a:gd name="T37" fmla="*/ 26 h 77"/>
                <a:gd name="T38" fmla="*/ 3 w 7"/>
                <a:gd name="T39" fmla="*/ 34 h 77"/>
                <a:gd name="T40" fmla="*/ 3 w 7"/>
                <a:gd name="T41" fmla="*/ 35 h 77"/>
                <a:gd name="T42" fmla="*/ 3 w 7"/>
                <a:gd name="T43" fmla="*/ 32 h 77"/>
                <a:gd name="T44" fmla="*/ 3 w 7"/>
                <a:gd name="T45" fmla="*/ 30 h 77"/>
                <a:gd name="T46" fmla="*/ 3 w 7"/>
                <a:gd name="T47" fmla="*/ 34 h 77"/>
                <a:gd name="T48" fmla="*/ 3 w 7"/>
                <a:gd name="T49" fmla="*/ 39 h 77"/>
                <a:gd name="T50" fmla="*/ 4 w 7"/>
                <a:gd name="T51" fmla="*/ 38 h 77"/>
                <a:gd name="T52" fmla="*/ 4 w 7"/>
                <a:gd name="T53" fmla="*/ 37 h 77"/>
                <a:gd name="T54" fmla="*/ 4 w 7"/>
                <a:gd name="T55" fmla="*/ 41 h 77"/>
                <a:gd name="T56" fmla="*/ 4 w 7"/>
                <a:gd name="T57" fmla="*/ 47 h 77"/>
                <a:gd name="T58" fmla="*/ 4 w 7"/>
                <a:gd name="T59" fmla="*/ 47 h 77"/>
                <a:gd name="T60" fmla="*/ 4 w 7"/>
                <a:gd name="T61" fmla="*/ 45 h 77"/>
                <a:gd name="T62" fmla="*/ 5 w 7"/>
                <a:gd name="T63" fmla="*/ 44 h 77"/>
                <a:gd name="T64" fmla="*/ 5 w 7"/>
                <a:gd name="T65" fmla="*/ 45 h 77"/>
                <a:gd name="T66" fmla="*/ 5 w 7"/>
                <a:gd name="T67" fmla="*/ 46 h 77"/>
                <a:gd name="T68" fmla="*/ 5 w 7"/>
                <a:gd name="T69" fmla="*/ 48 h 77"/>
                <a:gd name="T70" fmla="*/ 5 w 7"/>
                <a:gd name="T71" fmla="*/ 48 h 77"/>
                <a:gd name="T72" fmla="*/ 5 w 7"/>
                <a:gd name="T73" fmla="*/ 43 h 77"/>
                <a:gd name="T74" fmla="*/ 5 w 7"/>
                <a:gd name="T75" fmla="*/ 42 h 77"/>
                <a:gd name="T76" fmla="*/ 5 w 7"/>
                <a:gd name="T77" fmla="*/ 45 h 77"/>
                <a:gd name="T78" fmla="*/ 5 w 7"/>
                <a:gd name="T79" fmla="*/ 47 h 77"/>
                <a:gd name="T80" fmla="*/ 6 w 7"/>
                <a:gd name="T81" fmla="*/ 43 h 77"/>
                <a:gd name="T82" fmla="*/ 6 w 7"/>
                <a:gd name="T83" fmla="*/ 46 h 77"/>
                <a:gd name="T84" fmla="*/ 6 w 7"/>
                <a:gd name="T85" fmla="*/ 52 h 77"/>
                <a:gd name="T86" fmla="*/ 6 w 7"/>
                <a:gd name="T87" fmla="*/ 56 h 77"/>
                <a:gd name="T88" fmla="*/ 6 w 7"/>
                <a:gd name="T89" fmla="*/ 57 h 77"/>
                <a:gd name="T90" fmla="*/ 6 w 7"/>
                <a:gd name="T91" fmla="*/ 58 h 77"/>
                <a:gd name="T92" fmla="*/ 6 w 7"/>
                <a:gd name="T93" fmla="*/ 60 h 77"/>
                <a:gd name="T94" fmla="*/ 6 w 7"/>
                <a:gd name="T95" fmla="*/ 69 h 77"/>
                <a:gd name="T96" fmla="*/ 6 w 7"/>
                <a:gd name="T97" fmla="*/ 77 h 77"/>
                <a:gd name="T98" fmla="*/ 7 w 7"/>
                <a:gd name="T99" fmla="*/ 75 h 77"/>
                <a:gd name="T100" fmla="*/ 7 w 7"/>
                <a:gd name="T101" fmla="*/ 71 h 77"/>
                <a:gd name="T102" fmla="*/ 7 w 7"/>
                <a:gd name="T103" fmla="*/ 7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7">
                  <a:moveTo>
                    <a:pt x="0" y="0"/>
                  </a:moveTo>
                  <a:lnTo>
                    <a:pt x="1" y="2"/>
                  </a:lnTo>
                  <a:lnTo>
                    <a:pt x="1" y="1"/>
                  </a:lnTo>
                  <a:lnTo>
                    <a:pt x="1" y="5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10"/>
                  </a:lnTo>
                  <a:lnTo>
                    <a:pt x="1" y="14"/>
                  </a:lnTo>
                  <a:lnTo>
                    <a:pt x="1" y="19"/>
                  </a:lnTo>
                  <a:lnTo>
                    <a:pt x="1" y="20"/>
                  </a:lnTo>
                  <a:lnTo>
                    <a:pt x="2" y="18"/>
                  </a:lnTo>
                  <a:lnTo>
                    <a:pt x="2" y="16"/>
                  </a:lnTo>
                  <a:lnTo>
                    <a:pt x="2" y="20"/>
                  </a:lnTo>
                  <a:lnTo>
                    <a:pt x="2" y="24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26"/>
                  </a:lnTo>
                  <a:lnTo>
                    <a:pt x="3" y="34"/>
                  </a:lnTo>
                  <a:lnTo>
                    <a:pt x="3" y="35"/>
                  </a:lnTo>
                  <a:lnTo>
                    <a:pt x="3" y="32"/>
                  </a:lnTo>
                  <a:lnTo>
                    <a:pt x="3" y="30"/>
                  </a:lnTo>
                  <a:lnTo>
                    <a:pt x="3" y="34"/>
                  </a:lnTo>
                  <a:lnTo>
                    <a:pt x="3" y="39"/>
                  </a:lnTo>
                  <a:lnTo>
                    <a:pt x="4" y="38"/>
                  </a:lnTo>
                  <a:lnTo>
                    <a:pt x="4" y="37"/>
                  </a:lnTo>
                  <a:lnTo>
                    <a:pt x="4" y="41"/>
                  </a:lnTo>
                  <a:lnTo>
                    <a:pt x="4" y="47"/>
                  </a:lnTo>
                  <a:lnTo>
                    <a:pt x="4" y="47"/>
                  </a:lnTo>
                  <a:lnTo>
                    <a:pt x="4" y="45"/>
                  </a:lnTo>
                  <a:lnTo>
                    <a:pt x="5" y="44"/>
                  </a:lnTo>
                  <a:lnTo>
                    <a:pt x="5" y="45"/>
                  </a:lnTo>
                  <a:lnTo>
                    <a:pt x="5" y="46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5"/>
                  </a:lnTo>
                  <a:lnTo>
                    <a:pt x="5" y="47"/>
                  </a:lnTo>
                  <a:lnTo>
                    <a:pt x="6" y="43"/>
                  </a:lnTo>
                  <a:lnTo>
                    <a:pt x="6" y="46"/>
                  </a:lnTo>
                  <a:lnTo>
                    <a:pt x="6" y="52"/>
                  </a:lnTo>
                  <a:lnTo>
                    <a:pt x="6" y="56"/>
                  </a:lnTo>
                  <a:lnTo>
                    <a:pt x="6" y="57"/>
                  </a:lnTo>
                  <a:lnTo>
                    <a:pt x="6" y="58"/>
                  </a:lnTo>
                  <a:lnTo>
                    <a:pt x="6" y="60"/>
                  </a:lnTo>
                  <a:lnTo>
                    <a:pt x="6" y="69"/>
                  </a:lnTo>
                  <a:lnTo>
                    <a:pt x="6" y="77"/>
                  </a:lnTo>
                  <a:lnTo>
                    <a:pt x="7" y="75"/>
                  </a:lnTo>
                  <a:lnTo>
                    <a:pt x="7" y="71"/>
                  </a:lnTo>
                  <a:lnTo>
                    <a:pt x="7" y="7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6" name="Freeform 1017"/>
            <p:cNvSpPr/>
            <p:nvPr/>
          </p:nvSpPr>
          <p:spPr bwMode="auto">
            <a:xfrm>
              <a:off x="3740150" y="4743451"/>
              <a:ext cx="9525" cy="76200"/>
            </a:xfrm>
            <a:custGeom>
              <a:avLst/>
              <a:gdLst>
                <a:gd name="T0" fmla="*/ 0 w 6"/>
                <a:gd name="T1" fmla="*/ 9 h 48"/>
                <a:gd name="T2" fmla="*/ 0 w 6"/>
                <a:gd name="T3" fmla="*/ 10 h 48"/>
                <a:gd name="T4" fmla="*/ 0 w 6"/>
                <a:gd name="T5" fmla="*/ 12 h 48"/>
                <a:gd name="T6" fmla="*/ 0 w 6"/>
                <a:gd name="T7" fmla="*/ 14 h 48"/>
                <a:gd name="T8" fmla="*/ 0 w 6"/>
                <a:gd name="T9" fmla="*/ 14 h 48"/>
                <a:gd name="T10" fmla="*/ 1 w 6"/>
                <a:gd name="T11" fmla="*/ 8 h 48"/>
                <a:gd name="T12" fmla="*/ 1 w 6"/>
                <a:gd name="T13" fmla="*/ 3 h 48"/>
                <a:gd name="T14" fmla="*/ 1 w 6"/>
                <a:gd name="T15" fmla="*/ 1 h 48"/>
                <a:gd name="T16" fmla="*/ 1 w 6"/>
                <a:gd name="T17" fmla="*/ 0 h 48"/>
                <a:gd name="T18" fmla="*/ 1 w 6"/>
                <a:gd name="T19" fmla="*/ 0 h 48"/>
                <a:gd name="T20" fmla="*/ 1 w 6"/>
                <a:gd name="T21" fmla="*/ 5 h 48"/>
                <a:gd name="T22" fmla="*/ 1 w 6"/>
                <a:gd name="T23" fmla="*/ 6 h 48"/>
                <a:gd name="T24" fmla="*/ 1 w 6"/>
                <a:gd name="T25" fmla="*/ 3 h 48"/>
                <a:gd name="T26" fmla="*/ 1 w 6"/>
                <a:gd name="T27" fmla="*/ 5 h 48"/>
                <a:gd name="T28" fmla="*/ 1 w 6"/>
                <a:gd name="T29" fmla="*/ 11 h 48"/>
                <a:gd name="T30" fmla="*/ 2 w 6"/>
                <a:gd name="T31" fmla="*/ 15 h 48"/>
                <a:gd name="T32" fmla="*/ 2 w 6"/>
                <a:gd name="T33" fmla="*/ 16 h 48"/>
                <a:gd name="T34" fmla="*/ 2 w 6"/>
                <a:gd name="T35" fmla="*/ 15 h 48"/>
                <a:gd name="T36" fmla="*/ 2 w 6"/>
                <a:gd name="T37" fmla="*/ 11 h 48"/>
                <a:gd name="T38" fmla="*/ 2 w 6"/>
                <a:gd name="T39" fmla="*/ 10 h 48"/>
                <a:gd name="T40" fmla="*/ 2 w 6"/>
                <a:gd name="T41" fmla="*/ 17 h 48"/>
                <a:gd name="T42" fmla="*/ 3 w 6"/>
                <a:gd name="T43" fmla="*/ 22 h 48"/>
                <a:gd name="T44" fmla="*/ 3 w 6"/>
                <a:gd name="T45" fmla="*/ 16 h 48"/>
                <a:gd name="T46" fmla="*/ 3 w 6"/>
                <a:gd name="T47" fmla="*/ 7 h 48"/>
                <a:gd name="T48" fmla="*/ 3 w 6"/>
                <a:gd name="T49" fmla="*/ 10 h 48"/>
                <a:gd name="T50" fmla="*/ 3 w 6"/>
                <a:gd name="T51" fmla="*/ 17 h 48"/>
                <a:gd name="T52" fmla="*/ 3 w 6"/>
                <a:gd name="T53" fmla="*/ 17 h 48"/>
                <a:gd name="T54" fmla="*/ 3 w 6"/>
                <a:gd name="T55" fmla="*/ 13 h 48"/>
                <a:gd name="T56" fmla="*/ 3 w 6"/>
                <a:gd name="T57" fmla="*/ 14 h 48"/>
                <a:gd name="T58" fmla="*/ 3 w 6"/>
                <a:gd name="T59" fmla="*/ 17 h 48"/>
                <a:gd name="T60" fmla="*/ 4 w 6"/>
                <a:gd name="T61" fmla="*/ 14 h 48"/>
                <a:gd name="T62" fmla="*/ 4 w 6"/>
                <a:gd name="T63" fmla="*/ 12 h 48"/>
                <a:gd name="T64" fmla="*/ 4 w 6"/>
                <a:gd name="T65" fmla="*/ 18 h 48"/>
                <a:gd name="T66" fmla="*/ 4 w 6"/>
                <a:gd name="T67" fmla="*/ 26 h 48"/>
                <a:gd name="T68" fmla="*/ 4 w 6"/>
                <a:gd name="T69" fmla="*/ 22 h 48"/>
                <a:gd name="T70" fmla="*/ 4 w 6"/>
                <a:gd name="T71" fmla="*/ 15 h 48"/>
                <a:gd name="T72" fmla="*/ 4 w 6"/>
                <a:gd name="T73" fmla="*/ 14 h 48"/>
                <a:gd name="T74" fmla="*/ 4 w 6"/>
                <a:gd name="T75" fmla="*/ 13 h 48"/>
                <a:gd name="T76" fmla="*/ 4 w 6"/>
                <a:gd name="T77" fmla="*/ 15 h 48"/>
                <a:gd name="T78" fmla="*/ 5 w 6"/>
                <a:gd name="T79" fmla="*/ 21 h 48"/>
                <a:gd name="T80" fmla="*/ 5 w 6"/>
                <a:gd name="T81" fmla="*/ 21 h 48"/>
                <a:gd name="T82" fmla="*/ 5 w 6"/>
                <a:gd name="T83" fmla="*/ 14 h 48"/>
                <a:gd name="T84" fmla="*/ 5 w 6"/>
                <a:gd name="T85" fmla="*/ 18 h 48"/>
                <a:gd name="T86" fmla="*/ 5 w 6"/>
                <a:gd name="T87" fmla="*/ 30 h 48"/>
                <a:gd name="T88" fmla="*/ 5 w 6"/>
                <a:gd name="T89" fmla="*/ 39 h 48"/>
                <a:gd name="T90" fmla="*/ 6 w 6"/>
                <a:gd name="T91" fmla="*/ 39 h 48"/>
                <a:gd name="T92" fmla="*/ 6 w 6"/>
                <a:gd name="T93" fmla="*/ 38 h 48"/>
                <a:gd name="T94" fmla="*/ 6 w 6"/>
                <a:gd name="T95" fmla="*/ 42 h 48"/>
                <a:gd name="T96" fmla="*/ 6 w 6"/>
                <a:gd name="T97" fmla="*/ 48 h 48"/>
                <a:gd name="T98" fmla="*/ 6 w 6"/>
                <a:gd name="T99" fmla="*/ 44 h 48"/>
                <a:gd name="T100" fmla="*/ 6 w 6"/>
                <a:gd name="T101" fmla="*/ 33 h 48"/>
                <a:gd name="T102" fmla="*/ 6 w 6"/>
                <a:gd name="T103" fmla="*/ 3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8">
                  <a:moveTo>
                    <a:pt x="0" y="9"/>
                  </a:move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1" y="8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11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2" y="17"/>
                  </a:lnTo>
                  <a:lnTo>
                    <a:pt x="3" y="22"/>
                  </a:lnTo>
                  <a:lnTo>
                    <a:pt x="3" y="16"/>
                  </a:lnTo>
                  <a:lnTo>
                    <a:pt x="3" y="7"/>
                  </a:lnTo>
                  <a:lnTo>
                    <a:pt x="3" y="10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7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4" y="18"/>
                  </a:lnTo>
                  <a:lnTo>
                    <a:pt x="4" y="26"/>
                  </a:lnTo>
                  <a:lnTo>
                    <a:pt x="4" y="22"/>
                  </a:lnTo>
                  <a:lnTo>
                    <a:pt x="4" y="15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14"/>
                  </a:lnTo>
                  <a:lnTo>
                    <a:pt x="5" y="18"/>
                  </a:lnTo>
                  <a:lnTo>
                    <a:pt x="5" y="30"/>
                  </a:lnTo>
                  <a:lnTo>
                    <a:pt x="5" y="39"/>
                  </a:lnTo>
                  <a:lnTo>
                    <a:pt x="6" y="39"/>
                  </a:lnTo>
                  <a:lnTo>
                    <a:pt x="6" y="38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6" y="44"/>
                  </a:lnTo>
                  <a:lnTo>
                    <a:pt x="6" y="33"/>
                  </a:lnTo>
                  <a:lnTo>
                    <a:pt x="6" y="3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7" name="Freeform 1018"/>
            <p:cNvSpPr/>
            <p:nvPr/>
          </p:nvSpPr>
          <p:spPr bwMode="auto">
            <a:xfrm>
              <a:off x="3749675" y="4705351"/>
              <a:ext cx="11113" cy="90488"/>
            </a:xfrm>
            <a:custGeom>
              <a:avLst/>
              <a:gdLst>
                <a:gd name="T0" fmla="*/ 0 w 7"/>
                <a:gd name="T1" fmla="*/ 57 h 57"/>
                <a:gd name="T2" fmla="*/ 0 w 7"/>
                <a:gd name="T3" fmla="*/ 54 h 57"/>
                <a:gd name="T4" fmla="*/ 0 w 7"/>
                <a:gd name="T5" fmla="*/ 55 h 57"/>
                <a:gd name="T6" fmla="*/ 0 w 7"/>
                <a:gd name="T7" fmla="*/ 49 h 57"/>
                <a:gd name="T8" fmla="*/ 1 w 7"/>
                <a:gd name="T9" fmla="*/ 44 h 57"/>
                <a:gd name="T10" fmla="*/ 1 w 7"/>
                <a:gd name="T11" fmla="*/ 43 h 57"/>
                <a:gd name="T12" fmla="*/ 1 w 7"/>
                <a:gd name="T13" fmla="*/ 39 h 57"/>
                <a:gd name="T14" fmla="*/ 1 w 7"/>
                <a:gd name="T15" fmla="*/ 32 h 57"/>
                <a:gd name="T16" fmla="*/ 1 w 7"/>
                <a:gd name="T17" fmla="*/ 28 h 57"/>
                <a:gd name="T18" fmla="*/ 1 w 7"/>
                <a:gd name="T19" fmla="*/ 28 h 57"/>
                <a:gd name="T20" fmla="*/ 2 w 7"/>
                <a:gd name="T21" fmla="*/ 30 h 57"/>
                <a:gd name="T22" fmla="*/ 2 w 7"/>
                <a:gd name="T23" fmla="*/ 32 h 57"/>
                <a:gd name="T24" fmla="*/ 2 w 7"/>
                <a:gd name="T25" fmla="*/ 31 h 57"/>
                <a:gd name="T26" fmla="*/ 2 w 7"/>
                <a:gd name="T27" fmla="*/ 27 h 57"/>
                <a:gd name="T28" fmla="*/ 2 w 7"/>
                <a:gd name="T29" fmla="*/ 22 h 57"/>
                <a:gd name="T30" fmla="*/ 2 w 7"/>
                <a:gd name="T31" fmla="*/ 24 h 57"/>
                <a:gd name="T32" fmla="*/ 2 w 7"/>
                <a:gd name="T33" fmla="*/ 33 h 57"/>
                <a:gd name="T34" fmla="*/ 2 w 7"/>
                <a:gd name="T35" fmla="*/ 38 h 57"/>
                <a:gd name="T36" fmla="*/ 2 w 7"/>
                <a:gd name="T37" fmla="*/ 34 h 57"/>
                <a:gd name="T38" fmla="*/ 3 w 7"/>
                <a:gd name="T39" fmla="*/ 31 h 57"/>
                <a:gd name="T40" fmla="*/ 3 w 7"/>
                <a:gd name="T41" fmla="*/ 34 h 57"/>
                <a:gd name="T42" fmla="*/ 3 w 7"/>
                <a:gd name="T43" fmla="*/ 36 h 57"/>
                <a:gd name="T44" fmla="*/ 3 w 7"/>
                <a:gd name="T45" fmla="*/ 37 h 57"/>
                <a:gd name="T46" fmla="*/ 3 w 7"/>
                <a:gd name="T47" fmla="*/ 39 h 57"/>
                <a:gd name="T48" fmla="*/ 3 w 7"/>
                <a:gd name="T49" fmla="*/ 39 h 57"/>
                <a:gd name="T50" fmla="*/ 3 w 7"/>
                <a:gd name="T51" fmla="*/ 36 h 57"/>
                <a:gd name="T52" fmla="*/ 3 w 7"/>
                <a:gd name="T53" fmla="*/ 27 h 57"/>
                <a:gd name="T54" fmla="*/ 3 w 7"/>
                <a:gd name="T55" fmla="*/ 17 h 57"/>
                <a:gd name="T56" fmla="*/ 3 w 7"/>
                <a:gd name="T57" fmla="*/ 14 h 57"/>
                <a:gd name="T58" fmla="*/ 4 w 7"/>
                <a:gd name="T59" fmla="*/ 14 h 57"/>
                <a:gd name="T60" fmla="*/ 4 w 7"/>
                <a:gd name="T61" fmla="*/ 11 h 57"/>
                <a:gd name="T62" fmla="*/ 4 w 7"/>
                <a:gd name="T63" fmla="*/ 5 h 57"/>
                <a:gd name="T64" fmla="*/ 4 w 7"/>
                <a:gd name="T65" fmla="*/ 0 h 57"/>
                <a:gd name="T66" fmla="*/ 4 w 7"/>
                <a:gd name="T67" fmla="*/ 0 h 57"/>
                <a:gd name="T68" fmla="*/ 4 w 7"/>
                <a:gd name="T69" fmla="*/ 4 h 57"/>
                <a:gd name="T70" fmla="*/ 5 w 7"/>
                <a:gd name="T71" fmla="*/ 7 h 57"/>
                <a:gd name="T72" fmla="*/ 5 w 7"/>
                <a:gd name="T73" fmla="*/ 6 h 57"/>
                <a:gd name="T74" fmla="*/ 5 w 7"/>
                <a:gd name="T75" fmla="*/ 4 h 57"/>
                <a:gd name="T76" fmla="*/ 5 w 7"/>
                <a:gd name="T77" fmla="*/ 9 h 57"/>
                <a:gd name="T78" fmla="*/ 5 w 7"/>
                <a:gd name="T79" fmla="*/ 20 h 57"/>
                <a:gd name="T80" fmla="*/ 5 w 7"/>
                <a:gd name="T81" fmla="*/ 27 h 57"/>
                <a:gd name="T82" fmla="*/ 5 w 7"/>
                <a:gd name="T83" fmla="*/ 24 h 57"/>
                <a:gd name="T84" fmla="*/ 5 w 7"/>
                <a:gd name="T85" fmla="*/ 18 h 57"/>
                <a:gd name="T86" fmla="*/ 5 w 7"/>
                <a:gd name="T87" fmla="*/ 16 h 57"/>
                <a:gd name="T88" fmla="*/ 6 w 7"/>
                <a:gd name="T89" fmla="*/ 18 h 57"/>
                <a:gd name="T90" fmla="*/ 6 w 7"/>
                <a:gd name="T91" fmla="*/ 20 h 57"/>
                <a:gd name="T92" fmla="*/ 6 w 7"/>
                <a:gd name="T93" fmla="*/ 18 h 57"/>
                <a:gd name="T94" fmla="*/ 6 w 7"/>
                <a:gd name="T95" fmla="*/ 13 h 57"/>
                <a:gd name="T96" fmla="*/ 6 w 7"/>
                <a:gd name="T97" fmla="*/ 7 h 57"/>
                <a:gd name="T98" fmla="*/ 6 w 7"/>
                <a:gd name="T99" fmla="*/ 6 h 57"/>
                <a:gd name="T100" fmla="*/ 7 w 7"/>
                <a:gd name="T101" fmla="*/ 5 h 57"/>
                <a:gd name="T102" fmla="*/ 7 w 7"/>
                <a:gd name="T103" fmla="*/ 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7">
                  <a:moveTo>
                    <a:pt x="0" y="57"/>
                  </a:moveTo>
                  <a:lnTo>
                    <a:pt x="0" y="54"/>
                  </a:lnTo>
                  <a:lnTo>
                    <a:pt x="0" y="55"/>
                  </a:lnTo>
                  <a:lnTo>
                    <a:pt x="0" y="49"/>
                  </a:lnTo>
                  <a:lnTo>
                    <a:pt x="1" y="44"/>
                  </a:lnTo>
                  <a:lnTo>
                    <a:pt x="1" y="43"/>
                  </a:lnTo>
                  <a:lnTo>
                    <a:pt x="1" y="39"/>
                  </a:lnTo>
                  <a:lnTo>
                    <a:pt x="1" y="32"/>
                  </a:lnTo>
                  <a:lnTo>
                    <a:pt x="1" y="28"/>
                  </a:lnTo>
                  <a:lnTo>
                    <a:pt x="1" y="28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27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2" y="33"/>
                  </a:lnTo>
                  <a:lnTo>
                    <a:pt x="2" y="38"/>
                  </a:lnTo>
                  <a:lnTo>
                    <a:pt x="2" y="34"/>
                  </a:lnTo>
                  <a:lnTo>
                    <a:pt x="3" y="31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3" y="39"/>
                  </a:lnTo>
                  <a:lnTo>
                    <a:pt x="3" y="39"/>
                  </a:lnTo>
                  <a:lnTo>
                    <a:pt x="3" y="36"/>
                  </a:lnTo>
                  <a:lnTo>
                    <a:pt x="3" y="27"/>
                  </a:lnTo>
                  <a:lnTo>
                    <a:pt x="3" y="17"/>
                  </a:lnTo>
                  <a:lnTo>
                    <a:pt x="3" y="14"/>
                  </a:lnTo>
                  <a:lnTo>
                    <a:pt x="4" y="14"/>
                  </a:lnTo>
                  <a:lnTo>
                    <a:pt x="4" y="11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9"/>
                  </a:lnTo>
                  <a:lnTo>
                    <a:pt x="5" y="20"/>
                  </a:lnTo>
                  <a:lnTo>
                    <a:pt x="5" y="27"/>
                  </a:lnTo>
                  <a:lnTo>
                    <a:pt x="5" y="24"/>
                  </a:lnTo>
                  <a:lnTo>
                    <a:pt x="5" y="18"/>
                  </a:lnTo>
                  <a:lnTo>
                    <a:pt x="5" y="16"/>
                  </a:lnTo>
                  <a:lnTo>
                    <a:pt x="6" y="18"/>
                  </a:lnTo>
                  <a:lnTo>
                    <a:pt x="6" y="20"/>
                  </a:lnTo>
                  <a:lnTo>
                    <a:pt x="6" y="18"/>
                  </a:lnTo>
                  <a:lnTo>
                    <a:pt x="6" y="13"/>
                  </a:lnTo>
                  <a:lnTo>
                    <a:pt x="6" y="7"/>
                  </a:lnTo>
                  <a:lnTo>
                    <a:pt x="6" y="6"/>
                  </a:lnTo>
                  <a:lnTo>
                    <a:pt x="7" y="5"/>
                  </a:lnTo>
                  <a:lnTo>
                    <a:pt x="7" y="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8" name="Freeform 1019"/>
            <p:cNvSpPr/>
            <p:nvPr/>
          </p:nvSpPr>
          <p:spPr bwMode="auto">
            <a:xfrm>
              <a:off x="3760788" y="4641851"/>
              <a:ext cx="9525" cy="82550"/>
            </a:xfrm>
            <a:custGeom>
              <a:avLst/>
              <a:gdLst>
                <a:gd name="T0" fmla="*/ 0 w 6"/>
                <a:gd name="T1" fmla="*/ 45 h 52"/>
                <a:gd name="T2" fmla="*/ 0 w 6"/>
                <a:gd name="T3" fmla="*/ 43 h 52"/>
                <a:gd name="T4" fmla="*/ 0 w 6"/>
                <a:gd name="T5" fmla="*/ 40 h 52"/>
                <a:gd name="T6" fmla="*/ 0 w 6"/>
                <a:gd name="T7" fmla="*/ 40 h 52"/>
                <a:gd name="T8" fmla="*/ 0 w 6"/>
                <a:gd name="T9" fmla="*/ 41 h 52"/>
                <a:gd name="T10" fmla="*/ 0 w 6"/>
                <a:gd name="T11" fmla="*/ 39 h 52"/>
                <a:gd name="T12" fmla="*/ 0 w 6"/>
                <a:gd name="T13" fmla="*/ 37 h 52"/>
                <a:gd name="T14" fmla="*/ 0 w 6"/>
                <a:gd name="T15" fmla="*/ 39 h 52"/>
                <a:gd name="T16" fmla="*/ 0 w 6"/>
                <a:gd name="T17" fmla="*/ 37 h 52"/>
                <a:gd name="T18" fmla="*/ 1 w 6"/>
                <a:gd name="T19" fmla="*/ 33 h 52"/>
                <a:gd name="T20" fmla="*/ 1 w 6"/>
                <a:gd name="T21" fmla="*/ 34 h 52"/>
                <a:gd name="T22" fmla="*/ 1 w 6"/>
                <a:gd name="T23" fmla="*/ 35 h 52"/>
                <a:gd name="T24" fmla="*/ 1 w 6"/>
                <a:gd name="T25" fmla="*/ 34 h 52"/>
                <a:gd name="T26" fmla="*/ 1 w 6"/>
                <a:gd name="T27" fmla="*/ 37 h 52"/>
                <a:gd name="T28" fmla="*/ 1 w 6"/>
                <a:gd name="T29" fmla="*/ 42 h 52"/>
                <a:gd name="T30" fmla="*/ 1 w 6"/>
                <a:gd name="T31" fmla="*/ 40 h 52"/>
                <a:gd name="T32" fmla="*/ 1 w 6"/>
                <a:gd name="T33" fmla="*/ 39 h 52"/>
                <a:gd name="T34" fmla="*/ 1 w 6"/>
                <a:gd name="T35" fmla="*/ 44 h 52"/>
                <a:gd name="T36" fmla="*/ 2 w 6"/>
                <a:gd name="T37" fmla="*/ 47 h 52"/>
                <a:gd name="T38" fmla="*/ 2 w 6"/>
                <a:gd name="T39" fmla="*/ 48 h 52"/>
                <a:gd name="T40" fmla="*/ 2 w 6"/>
                <a:gd name="T41" fmla="*/ 51 h 52"/>
                <a:gd name="T42" fmla="*/ 2 w 6"/>
                <a:gd name="T43" fmla="*/ 52 h 52"/>
                <a:gd name="T44" fmla="*/ 2 w 6"/>
                <a:gd name="T45" fmla="*/ 51 h 52"/>
                <a:gd name="T46" fmla="*/ 2 w 6"/>
                <a:gd name="T47" fmla="*/ 49 h 52"/>
                <a:gd name="T48" fmla="*/ 3 w 6"/>
                <a:gd name="T49" fmla="*/ 44 h 52"/>
                <a:gd name="T50" fmla="*/ 3 w 6"/>
                <a:gd name="T51" fmla="*/ 41 h 52"/>
                <a:gd name="T52" fmla="*/ 3 w 6"/>
                <a:gd name="T53" fmla="*/ 39 h 52"/>
                <a:gd name="T54" fmla="*/ 3 w 6"/>
                <a:gd name="T55" fmla="*/ 34 h 52"/>
                <a:gd name="T56" fmla="*/ 3 w 6"/>
                <a:gd name="T57" fmla="*/ 27 h 52"/>
                <a:gd name="T58" fmla="*/ 3 w 6"/>
                <a:gd name="T59" fmla="*/ 25 h 52"/>
                <a:gd name="T60" fmla="*/ 3 w 6"/>
                <a:gd name="T61" fmla="*/ 26 h 52"/>
                <a:gd name="T62" fmla="*/ 3 w 6"/>
                <a:gd name="T63" fmla="*/ 25 h 52"/>
                <a:gd name="T64" fmla="*/ 3 w 6"/>
                <a:gd name="T65" fmla="*/ 21 h 52"/>
                <a:gd name="T66" fmla="*/ 4 w 6"/>
                <a:gd name="T67" fmla="*/ 14 h 52"/>
                <a:gd name="T68" fmla="*/ 4 w 6"/>
                <a:gd name="T69" fmla="*/ 10 h 52"/>
                <a:gd name="T70" fmla="*/ 4 w 6"/>
                <a:gd name="T71" fmla="*/ 12 h 52"/>
                <a:gd name="T72" fmla="*/ 4 w 6"/>
                <a:gd name="T73" fmla="*/ 14 h 52"/>
                <a:gd name="T74" fmla="*/ 4 w 6"/>
                <a:gd name="T75" fmla="*/ 12 h 52"/>
                <a:gd name="T76" fmla="*/ 4 w 6"/>
                <a:gd name="T77" fmla="*/ 9 h 52"/>
                <a:gd name="T78" fmla="*/ 5 w 6"/>
                <a:gd name="T79" fmla="*/ 8 h 52"/>
                <a:gd name="T80" fmla="*/ 5 w 6"/>
                <a:gd name="T81" fmla="*/ 13 h 52"/>
                <a:gd name="T82" fmla="*/ 5 w 6"/>
                <a:gd name="T83" fmla="*/ 19 h 52"/>
                <a:gd name="T84" fmla="*/ 5 w 6"/>
                <a:gd name="T85" fmla="*/ 17 h 52"/>
                <a:gd name="T86" fmla="*/ 5 w 6"/>
                <a:gd name="T87" fmla="*/ 11 h 52"/>
                <a:gd name="T88" fmla="*/ 5 w 6"/>
                <a:gd name="T89" fmla="*/ 12 h 52"/>
                <a:gd name="T90" fmla="*/ 5 w 6"/>
                <a:gd name="T91" fmla="*/ 16 h 52"/>
                <a:gd name="T92" fmla="*/ 5 w 6"/>
                <a:gd name="T93" fmla="*/ 17 h 52"/>
                <a:gd name="T94" fmla="*/ 5 w 6"/>
                <a:gd name="T95" fmla="*/ 13 h 52"/>
                <a:gd name="T96" fmla="*/ 5 w 6"/>
                <a:gd name="T97" fmla="*/ 10 h 52"/>
                <a:gd name="T98" fmla="*/ 6 w 6"/>
                <a:gd name="T99" fmla="*/ 7 h 52"/>
                <a:gd name="T100" fmla="*/ 6 w 6"/>
                <a:gd name="T101" fmla="*/ 4 h 52"/>
                <a:gd name="T102" fmla="*/ 6 w 6"/>
                <a:gd name="T103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2">
                  <a:moveTo>
                    <a:pt x="0" y="45"/>
                  </a:moveTo>
                  <a:lnTo>
                    <a:pt x="0" y="43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37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5"/>
                  </a:lnTo>
                  <a:lnTo>
                    <a:pt x="1" y="34"/>
                  </a:lnTo>
                  <a:lnTo>
                    <a:pt x="1" y="37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9"/>
                  </a:lnTo>
                  <a:lnTo>
                    <a:pt x="1" y="44"/>
                  </a:lnTo>
                  <a:lnTo>
                    <a:pt x="2" y="47"/>
                  </a:lnTo>
                  <a:lnTo>
                    <a:pt x="2" y="48"/>
                  </a:lnTo>
                  <a:lnTo>
                    <a:pt x="2" y="51"/>
                  </a:lnTo>
                  <a:lnTo>
                    <a:pt x="2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3" y="44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3" y="34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6"/>
                  </a:lnTo>
                  <a:lnTo>
                    <a:pt x="3" y="25"/>
                  </a:lnTo>
                  <a:lnTo>
                    <a:pt x="3" y="21"/>
                  </a:lnTo>
                  <a:lnTo>
                    <a:pt x="4" y="14"/>
                  </a:lnTo>
                  <a:lnTo>
                    <a:pt x="4" y="10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4" y="9"/>
                  </a:lnTo>
                  <a:lnTo>
                    <a:pt x="5" y="8"/>
                  </a:lnTo>
                  <a:lnTo>
                    <a:pt x="5" y="13"/>
                  </a:lnTo>
                  <a:lnTo>
                    <a:pt x="5" y="19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13"/>
                  </a:lnTo>
                  <a:lnTo>
                    <a:pt x="5" y="10"/>
                  </a:lnTo>
                  <a:lnTo>
                    <a:pt x="6" y="7"/>
                  </a:lnTo>
                  <a:lnTo>
                    <a:pt x="6" y="4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9" name="Freeform 1020"/>
            <p:cNvSpPr/>
            <p:nvPr/>
          </p:nvSpPr>
          <p:spPr bwMode="auto">
            <a:xfrm>
              <a:off x="3770313" y="4610101"/>
              <a:ext cx="9525" cy="98425"/>
            </a:xfrm>
            <a:custGeom>
              <a:avLst/>
              <a:gdLst>
                <a:gd name="T0" fmla="*/ 0 w 6"/>
                <a:gd name="T1" fmla="*/ 24 h 62"/>
                <a:gd name="T2" fmla="*/ 0 w 6"/>
                <a:gd name="T3" fmla="*/ 20 h 62"/>
                <a:gd name="T4" fmla="*/ 0 w 6"/>
                <a:gd name="T5" fmla="*/ 18 h 62"/>
                <a:gd name="T6" fmla="*/ 0 w 6"/>
                <a:gd name="T7" fmla="*/ 16 h 62"/>
                <a:gd name="T8" fmla="*/ 0 w 6"/>
                <a:gd name="T9" fmla="*/ 13 h 62"/>
                <a:gd name="T10" fmla="*/ 0 w 6"/>
                <a:gd name="T11" fmla="*/ 10 h 62"/>
                <a:gd name="T12" fmla="*/ 0 w 6"/>
                <a:gd name="T13" fmla="*/ 5 h 62"/>
                <a:gd name="T14" fmla="*/ 0 w 6"/>
                <a:gd name="T15" fmla="*/ 0 h 62"/>
                <a:gd name="T16" fmla="*/ 1 w 6"/>
                <a:gd name="T17" fmla="*/ 0 h 62"/>
                <a:gd name="T18" fmla="*/ 1 w 6"/>
                <a:gd name="T19" fmla="*/ 5 h 62"/>
                <a:gd name="T20" fmla="*/ 1 w 6"/>
                <a:gd name="T21" fmla="*/ 5 h 62"/>
                <a:gd name="T22" fmla="*/ 1 w 6"/>
                <a:gd name="T23" fmla="*/ 2 h 62"/>
                <a:gd name="T24" fmla="*/ 1 w 6"/>
                <a:gd name="T25" fmla="*/ 4 h 62"/>
                <a:gd name="T26" fmla="*/ 1 w 6"/>
                <a:gd name="T27" fmla="*/ 9 h 62"/>
                <a:gd name="T28" fmla="*/ 2 w 6"/>
                <a:gd name="T29" fmla="*/ 14 h 62"/>
                <a:gd name="T30" fmla="*/ 2 w 6"/>
                <a:gd name="T31" fmla="*/ 18 h 62"/>
                <a:gd name="T32" fmla="*/ 2 w 6"/>
                <a:gd name="T33" fmla="*/ 23 h 62"/>
                <a:gd name="T34" fmla="*/ 2 w 6"/>
                <a:gd name="T35" fmla="*/ 27 h 62"/>
                <a:gd name="T36" fmla="*/ 2 w 6"/>
                <a:gd name="T37" fmla="*/ 32 h 62"/>
                <a:gd name="T38" fmla="*/ 2 w 6"/>
                <a:gd name="T39" fmla="*/ 34 h 62"/>
                <a:gd name="T40" fmla="*/ 2 w 6"/>
                <a:gd name="T41" fmla="*/ 34 h 62"/>
                <a:gd name="T42" fmla="*/ 2 w 6"/>
                <a:gd name="T43" fmla="*/ 34 h 62"/>
                <a:gd name="T44" fmla="*/ 2 w 6"/>
                <a:gd name="T45" fmla="*/ 33 h 62"/>
                <a:gd name="T46" fmla="*/ 3 w 6"/>
                <a:gd name="T47" fmla="*/ 33 h 62"/>
                <a:gd name="T48" fmla="*/ 3 w 6"/>
                <a:gd name="T49" fmla="*/ 31 h 62"/>
                <a:gd name="T50" fmla="*/ 3 w 6"/>
                <a:gd name="T51" fmla="*/ 28 h 62"/>
                <a:gd name="T52" fmla="*/ 3 w 6"/>
                <a:gd name="T53" fmla="*/ 27 h 62"/>
                <a:gd name="T54" fmla="*/ 3 w 6"/>
                <a:gd name="T55" fmla="*/ 26 h 62"/>
                <a:gd name="T56" fmla="*/ 3 w 6"/>
                <a:gd name="T57" fmla="*/ 22 h 62"/>
                <a:gd name="T58" fmla="*/ 4 w 6"/>
                <a:gd name="T59" fmla="*/ 18 h 62"/>
                <a:gd name="T60" fmla="*/ 4 w 6"/>
                <a:gd name="T61" fmla="*/ 17 h 62"/>
                <a:gd name="T62" fmla="*/ 4 w 6"/>
                <a:gd name="T63" fmla="*/ 21 h 62"/>
                <a:gd name="T64" fmla="*/ 4 w 6"/>
                <a:gd name="T65" fmla="*/ 23 h 62"/>
                <a:gd name="T66" fmla="*/ 4 w 6"/>
                <a:gd name="T67" fmla="*/ 21 h 62"/>
                <a:gd name="T68" fmla="*/ 4 w 6"/>
                <a:gd name="T69" fmla="*/ 24 h 62"/>
                <a:gd name="T70" fmla="*/ 4 w 6"/>
                <a:gd name="T71" fmla="*/ 31 h 62"/>
                <a:gd name="T72" fmla="*/ 4 w 6"/>
                <a:gd name="T73" fmla="*/ 32 h 62"/>
                <a:gd name="T74" fmla="*/ 4 w 6"/>
                <a:gd name="T75" fmla="*/ 28 h 62"/>
                <a:gd name="T76" fmla="*/ 5 w 6"/>
                <a:gd name="T77" fmla="*/ 30 h 62"/>
                <a:gd name="T78" fmla="*/ 5 w 6"/>
                <a:gd name="T79" fmla="*/ 32 h 62"/>
                <a:gd name="T80" fmla="*/ 5 w 6"/>
                <a:gd name="T81" fmla="*/ 34 h 62"/>
                <a:gd name="T82" fmla="*/ 5 w 6"/>
                <a:gd name="T83" fmla="*/ 40 h 62"/>
                <a:gd name="T84" fmla="*/ 5 w 6"/>
                <a:gd name="T85" fmla="*/ 41 h 62"/>
                <a:gd name="T86" fmla="*/ 5 w 6"/>
                <a:gd name="T87" fmla="*/ 34 h 62"/>
                <a:gd name="T88" fmla="*/ 5 w 6"/>
                <a:gd name="T89" fmla="*/ 34 h 62"/>
                <a:gd name="T90" fmla="*/ 5 w 6"/>
                <a:gd name="T91" fmla="*/ 42 h 62"/>
                <a:gd name="T92" fmla="*/ 5 w 6"/>
                <a:gd name="T93" fmla="*/ 46 h 62"/>
                <a:gd name="T94" fmla="*/ 6 w 6"/>
                <a:gd name="T95" fmla="*/ 47 h 62"/>
                <a:gd name="T96" fmla="*/ 6 w 6"/>
                <a:gd name="T97" fmla="*/ 49 h 62"/>
                <a:gd name="T98" fmla="*/ 6 w 6"/>
                <a:gd name="T99" fmla="*/ 55 h 62"/>
                <a:gd name="T100" fmla="*/ 6 w 6"/>
                <a:gd name="T101" fmla="*/ 60 h 62"/>
                <a:gd name="T102" fmla="*/ 6 w 6"/>
                <a:gd name="T103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2">
                  <a:moveTo>
                    <a:pt x="0" y="24"/>
                  </a:move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9"/>
                  </a:lnTo>
                  <a:lnTo>
                    <a:pt x="2" y="14"/>
                  </a:lnTo>
                  <a:lnTo>
                    <a:pt x="2" y="18"/>
                  </a:lnTo>
                  <a:lnTo>
                    <a:pt x="2" y="23"/>
                  </a:lnTo>
                  <a:lnTo>
                    <a:pt x="2" y="27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3" y="33"/>
                  </a:lnTo>
                  <a:lnTo>
                    <a:pt x="3" y="31"/>
                  </a:lnTo>
                  <a:lnTo>
                    <a:pt x="3" y="28"/>
                  </a:lnTo>
                  <a:lnTo>
                    <a:pt x="3" y="27"/>
                  </a:lnTo>
                  <a:lnTo>
                    <a:pt x="3" y="26"/>
                  </a:lnTo>
                  <a:lnTo>
                    <a:pt x="3" y="22"/>
                  </a:lnTo>
                  <a:lnTo>
                    <a:pt x="4" y="18"/>
                  </a:lnTo>
                  <a:lnTo>
                    <a:pt x="4" y="17"/>
                  </a:lnTo>
                  <a:lnTo>
                    <a:pt x="4" y="21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24"/>
                  </a:lnTo>
                  <a:lnTo>
                    <a:pt x="4" y="31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5" y="30"/>
                  </a:lnTo>
                  <a:lnTo>
                    <a:pt x="5" y="32"/>
                  </a:lnTo>
                  <a:lnTo>
                    <a:pt x="5" y="34"/>
                  </a:lnTo>
                  <a:lnTo>
                    <a:pt x="5" y="40"/>
                  </a:lnTo>
                  <a:lnTo>
                    <a:pt x="5" y="41"/>
                  </a:lnTo>
                  <a:lnTo>
                    <a:pt x="5" y="34"/>
                  </a:lnTo>
                  <a:lnTo>
                    <a:pt x="5" y="34"/>
                  </a:lnTo>
                  <a:lnTo>
                    <a:pt x="5" y="42"/>
                  </a:lnTo>
                  <a:lnTo>
                    <a:pt x="5" y="46"/>
                  </a:lnTo>
                  <a:lnTo>
                    <a:pt x="6" y="47"/>
                  </a:lnTo>
                  <a:lnTo>
                    <a:pt x="6" y="49"/>
                  </a:lnTo>
                  <a:lnTo>
                    <a:pt x="6" y="55"/>
                  </a:lnTo>
                  <a:lnTo>
                    <a:pt x="6" y="60"/>
                  </a:lnTo>
                  <a:lnTo>
                    <a:pt x="6" y="6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0" name="Freeform 1021"/>
            <p:cNvSpPr/>
            <p:nvPr/>
          </p:nvSpPr>
          <p:spPr bwMode="auto">
            <a:xfrm>
              <a:off x="3779838" y="4659313"/>
              <a:ext cx="9525" cy="68263"/>
            </a:xfrm>
            <a:custGeom>
              <a:avLst/>
              <a:gdLst>
                <a:gd name="T0" fmla="*/ 0 w 6"/>
                <a:gd name="T1" fmla="*/ 29 h 43"/>
                <a:gd name="T2" fmla="*/ 0 w 6"/>
                <a:gd name="T3" fmla="*/ 31 h 43"/>
                <a:gd name="T4" fmla="*/ 0 w 6"/>
                <a:gd name="T5" fmla="*/ 30 h 43"/>
                <a:gd name="T6" fmla="*/ 1 w 6"/>
                <a:gd name="T7" fmla="*/ 32 h 43"/>
                <a:gd name="T8" fmla="*/ 1 w 6"/>
                <a:gd name="T9" fmla="*/ 33 h 43"/>
                <a:gd name="T10" fmla="*/ 1 w 6"/>
                <a:gd name="T11" fmla="*/ 30 h 43"/>
                <a:gd name="T12" fmla="*/ 1 w 6"/>
                <a:gd name="T13" fmla="*/ 28 h 43"/>
                <a:gd name="T14" fmla="*/ 1 w 6"/>
                <a:gd name="T15" fmla="*/ 26 h 43"/>
                <a:gd name="T16" fmla="*/ 1 w 6"/>
                <a:gd name="T17" fmla="*/ 18 h 43"/>
                <a:gd name="T18" fmla="*/ 1 w 6"/>
                <a:gd name="T19" fmla="*/ 10 h 43"/>
                <a:gd name="T20" fmla="*/ 1 w 6"/>
                <a:gd name="T21" fmla="*/ 6 h 43"/>
                <a:gd name="T22" fmla="*/ 1 w 6"/>
                <a:gd name="T23" fmla="*/ 4 h 43"/>
                <a:gd name="T24" fmla="*/ 1 w 6"/>
                <a:gd name="T25" fmla="*/ 4 h 43"/>
                <a:gd name="T26" fmla="*/ 2 w 6"/>
                <a:gd name="T27" fmla="*/ 9 h 43"/>
                <a:gd name="T28" fmla="*/ 2 w 6"/>
                <a:gd name="T29" fmla="*/ 14 h 43"/>
                <a:gd name="T30" fmla="*/ 2 w 6"/>
                <a:gd name="T31" fmla="*/ 17 h 43"/>
                <a:gd name="T32" fmla="*/ 2 w 6"/>
                <a:gd name="T33" fmla="*/ 22 h 43"/>
                <a:gd name="T34" fmla="*/ 2 w 6"/>
                <a:gd name="T35" fmla="*/ 28 h 43"/>
                <a:gd name="T36" fmla="*/ 2 w 6"/>
                <a:gd name="T37" fmla="*/ 36 h 43"/>
                <a:gd name="T38" fmla="*/ 3 w 6"/>
                <a:gd name="T39" fmla="*/ 42 h 43"/>
                <a:gd name="T40" fmla="*/ 3 w 6"/>
                <a:gd name="T41" fmla="*/ 43 h 43"/>
                <a:gd name="T42" fmla="*/ 3 w 6"/>
                <a:gd name="T43" fmla="*/ 39 h 43"/>
                <a:gd name="T44" fmla="*/ 3 w 6"/>
                <a:gd name="T45" fmla="*/ 33 h 43"/>
                <a:gd name="T46" fmla="*/ 3 w 6"/>
                <a:gd name="T47" fmla="*/ 29 h 43"/>
                <a:gd name="T48" fmla="*/ 3 w 6"/>
                <a:gd name="T49" fmla="*/ 26 h 43"/>
                <a:gd name="T50" fmla="*/ 3 w 6"/>
                <a:gd name="T51" fmla="*/ 24 h 43"/>
                <a:gd name="T52" fmla="*/ 3 w 6"/>
                <a:gd name="T53" fmla="*/ 21 h 43"/>
                <a:gd name="T54" fmla="*/ 3 w 6"/>
                <a:gd name="T55" fmla="*/ 17 h 43"/>
                <a:gd name="T56" fmla="*/ 4 w 6"/>
                <a:gd name="T57" fmla="*/ 9 h 43"/>
                <a:gd name="T58" fmla="*/ 4 w 6"/>
                <a:gd name="T59" fmla="*/ 5 h 43"/>
                <a:gd name="T60" fmla="*/ 4 w 6"/>
                <a:gd name="T61" fmla="*/ 6 h 43"/>
                <a:gd name="T62" fmla="*/ 4 w 6"/>
                <a:gd name="T63" fmla="*/ 4 h 43"/>
                <a:gd name="T64" fmla="*/ 4 w 6"/>
                <a:gd name="T65" fmla="*/ 0 h 43"/>
                <a:gd name="T66" fmla="*/ 4 w 6"/>
                <a:gd name="T67" fmla="*/ 3 h 43"/>
                <a:gd name="T68" fmla="*/ 4 w 6"/>
                <a:gd name="T69" fmla="*/ 10 h 43"/>
                <a:gd name="T70" fmla="*/ 4 w 6"/>
                <a:gd name="T71" fmla="*/ 20 h 43"/>
                <a:gd name="T72" fmla="*/ 4 w 6"/>
                <a:gd name="T73" fmla="*/ 32 h 43"/>
                <a:gd name="T74" fmla="*/ 5 w 6"/>
                <a:gd name="T75" fmla="*/ 39 h 43"/>
                <a:gd name="T76" fmla="*/ 5 w 6"/>
                <a:gd name="T77" fmla="*/ 38 h 43"/>
                <a:gd name="T78" fmla="*/ 5 w 6"/>
                <a:gd name="T79" fmla="*/ 35 h 43"/>
                <a:gd name="T80" fmla="*/ 5 w 6"/>
                <a:gd name="T81" fmla="*/ 35 h 43"/>
                <a:gd name="T82" fmla="*/ 5 w 6"/>
                <a:gd name="T83" fmla="*/ 34 h 43"/>
                <a:gd name="T84" fmla="*/ 5 w 6"/>
                <a:gd name="T85" fmla="*/ 35 h 43"/>
                <a:gd name="T86" fmla="*/ 6 w 6"/>
                <a:gd name="T87" fmla="*/ 34 h 43"/>
                <a:gd name="T88" fmla="*/ 6 w 6"/>
                <a:gd name="T89" fmla="*/ 29 h 43"/>
                <a:gd name="T90" fmla="*/ 6 w 6"/>
                <a:gd name="T91" fmla="*/ 21 h 43"/>
                <a:gd name="T92" fmla="*/ 6 w 6"/>
                <a:gd name="T93" fmla="*/ 17 h 43"/>
                <a:gd name="T94" fmla="*/ 6 w 6"/>
                <a:gd name="T95" fmla="*/ 16 h 43"/>
                <a:gd name="T96" fmla="*/ 6 w 6"/>
                <a:gd name="T97" fmla="*/ 15 h 43"/>
                <a:gd name="T98" fmla="*/ 6 w 6"/>
                <a:gd name="T99" fmla="*/ 12 h 43"/>
                <a:gd name="T100" fmla="*/ 6 w 6"/>
                <a:gd name="T101" fmla="*/ 12 h 43"/>
                <a:gd name="T102" fmla="*/ 6 w 6"/>
                <a:gd name="T103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3">
                  <a:moveTo>
                    <a:pt x="0" y="29"/>
                  </a:moveTo>
                  <a:lnTo>
                    <a:pt x="0" y="31"/>
                  </a:lnTo>
                  <a:lnTo>
                    <a:pt x="0" y="30"/>
                  </a:lnTo>
                  <a:lnTo>
                    <a:pt x="1" y="32"/>
                  </a:lnTo>
                  <a:lnTo>
                    <a:pt x="1" y="33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1" y="26"/>
                  </a:lnTo>
                  <a:lnTo>
                    <a:pt x="1" y="18"/>
                  </a:lnTo>
                  <a:lnTo>
                    <a:pt x="1" y="10"/>
                  </a:lnTo>
                  <a:lnTo>
                    <a:pt x="1" y="6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9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2" y="22"/>
                  </a:lnTo>
                  <a:lnTo>
                    <a:pt x="2" y="28"/>
                  </a:lnTo>
                  <a:lnTo>
                    <a:pt x="2" y="36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3" y="39"/>
                  </a:lnTo>
                  <a:lnTo>
                    <a:pt x="3" y="33"/>
                  </a:lnTo>
                  <a:lnTo>
                    <a:pt x="3" y="29"/>
                  </a:lnTo>
                  <a:lnTo>
                    <a:pt x="3" y="26"/>
                  </a:lnTo>
                  <a:lnTo>
                    <a:pt x="3" y="24"/>
                  </a:lnTo>
                  <a:lnTo>
                    <a:pt x="3" y="21"/>
                  </a:lnTo>
                  <a:lnTo>
                    <a:pt x="3" y="17"/>
                  </a:lnTo>
                  <a:lnTo>
                    <a:pt x="4" y="9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0"/>
                  </a:lnTo>
                  <a:lnTo>
                    <a:pt x="4" y="3"/>
                  </a:lnTo>
                  <a:lnTo>
                    <a:pt x="4" y="10"/>
                  </a:lnTo>
                  <a:lnTo>
                    <a:pt x="4" y="20"/>
                  </a:lnTo>
                  <a:lnTo>
                    <a:pt x="4" y="32"/>
                  </a:lnTo>
                  <a:lnTo>
                    <a:pt x="5" y="39"/>
                  </a:lnTo>
                  <a:lnTo>
                    <a:pt x="5" y="38"/>
                  </a:lnTo>
                  <a:lnTo>
                    <a:pt x="5" y="35"/>
                  </a:lnTo>
                  <a:lnTo>
                    <a:pt x="5" y="35"/>
                  </a:lnTo>
                  <a:lnTo>
                    <a:pt x="5" y="34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6" y="29"/>
                  </a:lnTo>
                  <a:lnTo>
                    <a:pt x="6" y="21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6" y="15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1" name="Freeform 1022"/>
            <p:cNvSpPr/>
            <p:nvPr/>
          </p:nvSpPr>
          <p:spPr bwMode="auto">
            <a:xfrm>
              <a:off x="3789363" y="4678363"/>
              <a:ext cx="11113" cy="144463"/>
            </a:xfrm>
            <a:custGeom>
              <a:avLst/>
              <a:gdLst>
                <a:gd name="T0" fmla="*/ 0 w 7"/>
                <a:gd name="T1" fmla="*/ 0 h 91"/>
                <a:gd name="T2" fmla="*/ 0 w 7"/>
                <a:gd name="T3" fmla="*/ 5 h 91"/>
                <a:gd name="T4" fmla="*/ 1 w 7"/>
                <a:gd name="T5" fmla="*/ 12 h 91"/>
                <a:gd name="T6" fmla="*/ 1 w 7"/>
                <a:gd name="T7" fmla="*/ 15 h 91"/>
                <a:gd name="T8" fmla="*/ 1 w 7"/>
                <a:gd name="T9" fmla="*/ 14 h 91"/>
                <a:gd name="T10" fmla="*/ 1 w 7"/>
                <a:gd name="T11" fmla="*/ 12 h 91"/>
                <a:gd name="T12" fmla="*/ 1 w 7"/>
                <a:gd name="T13" fmla="*/ 12 h 91"/>
                <a:gd name="T14" fmla="*/ 1 w 7"/>
                <a:gd name="T15" fmla="*/ 17 h 91"/>
                <a:gd name="T16" fmla="*/ 2 w 7"/>
                <a:gd name="T17" fmla="*/ 27 h 91"/>
                <a:gd name="T18" fmla="*/ 2 w 7"/>
                <a:gd name="T19" fmla="*/ 32 h 91"/>
                <a:gd name="T20" fmla="*/ 2 w 7"/>
                <a:gd name="T21" fmla="*/ 29 h 91"/>
                <a:gd name="T22" fmla="*/ 2 w 7"/>
                <a:gd name="T23" fmla="*/ 22 h 91"/>
                <a:gd name="T24" fmla="*/ 2 w 7"/>
                <a:gd name="T25" fmla="*/ 22 h 91"/>
                <a:gd name="T26" fmla="*/ 2 w 7"/>
                <a:gd name="T27" fmla="*/ 26 h 91"/>
                <a:gd name="T28" fmla="*/ 2 w 7"/>
                <a:gd name="T29" fmla="*/ 23 h 91"/>
                <a:gd name="T30" fmla="*/ 2 w 7"/>
                <a:gd name="T31" fmla="*/ 19 h 91"/>
                <a:gd name="T32" fmla="*/ 2 w 7"/>
                <a:gd name="T33" fmla="*/ 21 h 91"/>
                <a:gd name="T34" fmla="*/ 3 w 7"/>
                <a:gd name="T35" fmla="*/ 22 h 91"/>
                <a:gd name="T36" fmla="*/ 3 w 7"/>
                <a:gd name="T37" fmla="*/ 21 h 91"/>
                <a:gd name="T38" fmla="*/ 3 w 7"/>
                <a:gd name="T39" fmla="*/ 24 h 91"/>
                <a:gd name="T40" fmla="*/ 3 w 7"/>
                <a:gd name="T41" fmla="*/ 26 h 91"/>
                <a:gd name="T42" fmla="*/ 3 w 7"/>
                <a:gd name="T43" fmla="*/ 26 h 91"/>
                <a:gd name="T44" fmla="*/ 3 w 7"/>
                <a:gd name="T45" fmla="*/ 24 h 91"/>
                <a:gd name="T46" fmla="*/ 3 w 7"/>
                <a:gd name="T47" fmla="*/ 25 h 91"/>
                <a:gd name="T48" fmla="*/ 3 w 7"/>
                <a:gd name="T49" fmla="*/ 31 h 91"/>
                <a:gd name="T50" fmla="*/ 3 w 7"/>
                <a:gd name="T51" fmla="*/ 35 h 91"/>
                <a:gd name="T52" fmla="*/ 4 w 7"/>
                <a:gd name="T53" fmla="*/ 32 h 91"/>
                <a:gd name="T54" fmla="*/ 4 w 7"/>
                <a:gd name="T55" fmla="*/ 32 h 91"/>
                <a:gd name="T56" fmla="*/ 4 w 7"/>
                <a:gd name="T57" fmla="*/ 33 h 91"/>
                <a:gd name="T58" fmla="*/ 4 w 7"/>
                <a:gd name="T59" fmla="*/ 32 h 91"/>
                <a:gd name="T60" fmla="*/ 4 w 7"/>
                <a:gd name="T61" fmla="*/ 33 h 91"/>
                <a:gd name="T62" fmla="*/ 4 w 7"/>
                <a:gd name="T63" fmla="*/ 42 h 91"/>
                <a:gd name="T64" fmla="*/ 4 w 7"/>
                <a:gd name="T65" fmla="*/ 49 h 91"/>
                <a:gd name="T66" fmla="*/ 5 w 7"/>
                <a:gd name="T67" fmla="*/ 53 h 91"/>
                <a:gd name="T68" fmla="*/ 5 w 7"/>
                <a:gd name="T69" fmla="*/ 60 h 91"/>
                <a:gd name="T70" fmla="*/ 5 w 7"/>
                <a:gd name="T71" fmla="*/ 65 h 91"/>
                <a:gd name="T72" fmla="*/ 5 w 7"/>
                <a:gd name="T73" fmla="*/ 64 h 91"/>
                <a:gd name="T74" fmla="*/ 5 w 7"/>
                <a:gd name="T75" fmla="*/ 60 h 91"/>
                <a:gd name="T76" fmla="*/ 5 w 7"/>
                <a:gd name="T77" fmla="*/ 57 h 91"/>
                <a:gd name="T78" fmla="*/ 5 w 7"/>
                <a:gd name="T79" fmla="*/ 51 h 91"/>
                <a:gd name="T80" fmla="*/ 5 w 7"/>
                <a:gd name="T81" fmla="*/ 46 h 91"/>
                <a:gd name="T82" fmla="*/ 5 w 7"/>
                <a:gd name="T83" fmla="*/ 43 h 91"/>
                <a:gd name="T84" fmla="*/ 6 w 7"/>
                <a:gd name="T85" fmla="*/ 43 h 91"/>
                <a:gd name="T86" fmla="*/ 6 w 7"/>
                <a:gd name="T87" fmla="*/ 44 h 91"/>
                <a:gd name="T88" fmla="*/ 6 w 7"/>
                <a:gd name="T89" fmla="*/ 44 h 91"/>
                <a:gd name="T90" fmla="*/ 6 w 7"/>
                <a:gd name="T91" fmla="*/ 46 h 91"/>
                <a:gd name="T92" fmla="*/ 6 w 7"/>
                <a:gd name="T93" fmla="*/ 54 h 91"/>
                <a:gd name="T94" fmla="*/ 6 w 7"/>
                <a:gd name="T95" fmla="*/ 63 h 91"/>
                <a:gd name="T96" fmla="*/ 7 w 7"/>
                <a:gd name="T97" fmla="*/ 71 h 91"/>
                <a:gd name="T98" fmla="*/ 7 w 7"/>
                <a:gd name="T99" fmla="*/ 78 h 91"/>
                <a:gd name="T100" fmla="*/ 7 w 7"/>
                <a:gd name="T101" fmla="*/ 85 h 91"/>
                <a:gd name="T102" fmla="*/ 7 w 7"/>
                <a:gd name="T103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1">
                  <a:moveTo>
                    <a:pt x="0" y="0"/>
                  </a:moveTo>
                  <a:lnTo>
                    <a:pt x="0" y="5"/>
                  </a:lnTo>
                  <a:lnTo>
                    <a:pt x="1" y="12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1" y="17"/>
                  </a:lnTo>
                  <a:lnTo>
                    <a:pt x="2" y="27"/>
                  </a:lnTo>
                  <a:lnTo>
                    <a:pt x="2" y="32"/>
                  </a:lnTo>
                  <a:lnTo>
                    <a:pt x="2" y="29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2" y="26"/>
                  </a:lnTo>
                  <a:lnTo>
                    <a:pt x="2" y="23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3" y="22"/>
                  </a:lnTo>
                  <a:lnTo>
                    <a:pt x="3" y="21"/>
                  </a:lnTo>
                  <a:lnTo>
                    <a:pt x="3" y="24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24"/>
                  </a:lnTo>
                  <a:lnTo>
                    <a:pt x="3" y="25"/>
                  </a:lnTo>
                  <a:lnTo>
                    <a:pt x="3" y="31"/>
                  </a:lnTo>
                  <a:lnTo>
                    <a:pt x="3" y="35"/>
                  </a:lnTo>
                  <a:lnTo>
                    <a:pt x="4" y="32"/>
                  </a:lnTo>
                  <a:lnTo>
                    <a:pt x="4" y="32"/>
                  </a:lnTo>
                  <a:lnTo>
                    <a:pt x="4" y="33"/>
                  </a:lnTo>
                  <a:lnTo>
                    <a:pt x="4" y="32"/>
                  </a:lnTo>
                  <a:lnTo>
                    <a:pt x="4" y="33"/>
                  </a:lnTo>
                  <a:lnTo>
                    <a:pt x="4" y="42"/>
                  </a:lnTo>
                  <a:lnTo>
                    <a:pt x="4" y="49"/>
                  </a:lnTo>
                  <a:lnTo>
                    <a:pt x="5" y="53"/>
                  </a:lnTo>
                  <a:lnTo>
                    <a:pt x="5" y="60"/>
                  </a:lnTo>
                  <a:lnTo>
                    <a:pt x="5" y="65"/>
                  </a:lnTo>
                  <a:lnTo>
                    <a:pt x="5" y="64"/>
                  </a:lnTo>
                  <a:lnTo>
                    <a:pt x="5" y="60"/>
                  </a:lnTo>
                  <a:lnTo>
                    <a:pt x="5" y="57"/>
                  </a:lnTo>
                  <a:lnTo>
                    <a:pt x="5" y="51"/>
                  </a:lnTo>
                  <a:lnTo>
                    <a:pt x="5" y="46"/>
                  </a:lnTo>
                  <a:lnTo>
                    <a:pt x="5" y="43"/>
                  </a:lnTo>
                  <a:lnTo>
                    <a:pt x="6" y="43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6" y="46"/>
                  </a:lnTo>
                  <a:lnTo>
                    <a:pt x="6" y="54"/>
                  </a:lnTo>
                  <a:lnTo>
                    <a:pt x="6" y="63"/>
                  </a:lnTo>
                  <a:lnTo>
                    <a:pt x="7" y="71"/>
                  </a:lnTo>
                  <a:lnTo>
                    <a:pt x="7" y="78"/>
                  </a:lnTo>
                  <a:lnTo>
                    <a:pt x="7" y="85"/>
                  </a:lnTo>
                  <a:lnTo>
                    <a:pt x="7" y="9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2" name="Freeform 1023"/>
            <p:cNvSpPr/>
            <p:nvPr/>
          </p:nvSpPr>
          <p:spPr bwMode="auto">
            <a:xfrm>
              <a:off x="3800475" y="4735513"/>
              <a:ext cx="9525" cy="90488"/>
            </a:xfrm>
            <a:custGeom>
              <a:avLst/>
              <a:gdLst>
                <a:gd name="T0" fmla="*/ 0 w 6"/>
                <a:gd name="T1" fmla="*/ 49 h 57"/>
                <a:gd name="T2" fmla="*/ 0 w 6"/>
                <a:gd name="T3" fmla="*/ 55 h 57"/>
                <a:gd name="T4" fmla="*/ 0 w 6"/>
                <a:gd name="T5" fmla="*/ 57 h 57"/>
                <a:gd name="T6" fmla="*/ 0 w 6"/>
                <a:gd name="T7" fmla="*/ 53 h 57"/>
                <a:gd name="T8" fmla="*/ 0 w 6"/>
                <a:gd name="T9" fmla="*/ 51 h 57"/>
                <a:gd name="T10" fmla="*/ 0 w 6"/>
                <a:gd name="T11" fmla="*/ 55 h 57"/>
                <a:gd name="T12" fmla="*/ 0 w 6"/>
                <a:gd name="T13" fmla="*/ 55 h 57"/>
                <a:gd name="T14" fmla="*/ 1 w 6"/>
                <a:gd name="T15" fmla="*/ 47 h 57"/>
                <a:gd name="T16" fmla="*/ 1 w 6"/>
                <a:gd name="T17" fmla="*/ 37 h 57"/>
                <a:gd name="T18" fmla="*/ 1 w 6"/>
                <a:gd name="T19" fmla="*/ 27 h 57"/>
                <a:gd name="T20" fmla="*/ 1 w 6"/>
                <a:gd name="T21" fmla="*/ 20 h 57"/>
                <a:gd name="T22" fmla="*/ 1 w 6"/>
                <a:gd name="T23" fmla="*/ 20 h 57"/>
                <a:gd name="T24" fmla="*/ 1 w 6"/>
                <a:gd name="T25" fmla="*/ 22 h 57"/>
                <a:gd name="T26" fmla="*/ 1 w 6"/>
                <a:gd name="T27" fmla="*/ 20 h 57"/>
                <a:gd name="T28" fmla="*/ 1 w 6"/>
                <a:gd name="T29" fmla="*/ 18 h 57"/>
                <a:gd name="T30" fmla="*/ 1 w 6"/>
                <a:gd name="T31" fmla="*/ 23 h 57"/>
                <a:gd name="T32" fmla="*/ 2 w 6"/>
                <a:gd name="T33" fmla="*/ 32 h 57"/>
                <a:gd name="T34" fmla="*/ 2 w 6"/>
                <a:gd name="T35" fmla="*/ 43 h 57"/>
                <a:gd name="T36" fmla="*/ 2 w 6"/>
                <a:gd name="T37" fmla="*/ 50 h 57"/>
                <a:gd name="T38" fmla="*/ 2 w 6"/>
                <a:gd name="T39" fmla="*/ 52 h 57"/>
                <a:gd name="T40" fmla="*/ 2 w 6"/>
                <a:gd name="T41" fmla="*/ 51 h 57"/>
                <a:gd name="T42" fmla="*/ 2 w 6"/>
                <a:gd name="T43" fmla="*/ 51 h 57"/>
                <a:gd name="T44" fmla="*/ 3 w 6"/>
                <a:gd name="T45" fmla="*/ 54 h 57"/>
                <a:gd name="T46" fmla="*/ 3 w 6"/>
                <a:gd name="T47" fmla="*/ 56 h 57"/>
                <a:gd name="T48" fmla="*/ 3 w 6"/>
                <a:gd name="T49" fmla="*/ 53 h 57"/>
                <a:gd name="T50" fmla="*/ 3 w 6"/>
                <a:gd name="T51" fmla="*/ 47 h 57"/>
                <a:gd name="T52" fmla="*/ 3 w 6"/>
                <a:gd name="T53" fmla="*/ 42 h 57"/>
                <a:gd name="T54" fmla="*/ 3 w 6"/>
                <a:gd name="T55" fmla="*/ 42 h 57"/>
                <a:gd name="T56" fmla="*/ 3 w 6"/>
                <a:gd name="T57" fmla="*/ 43 h 57"/>
                <a:gd name="T58" fmla="*/ 3 w 6"/>
                <a:gd name="T59" fmla="*/ 43 h 57"/>
                <a:gd name="T60" fmla="*/ 3 w 6"/>
                <a:gd name="T61" fmla="*/ 40 h 57"/>
                <a:gd name="T62" fmla="*/ 4 w 6"/>
                <a:gd name="T63" fmla="*/ 35 h 57"/>
                <a:gd name="T64" fmla="*/ 4 w 6"/>
                <a:gd name="T65" fmla="*/ 30 h 57"/>
                <a:gd name="T66" fmla="*/ 4 w 6"/>
                <a:gd name="T67" fmla="*/ 28 h 57"/>
                <a:gd name="T68" fmla="*/ 4 w 6"/>
                <a:gd name="T69" fmla="*/ 30 h 57"/>
                <a:gd name="T70" fmla="*/ 4 w 6"/>
                <a:gd name="T71" fmla="*/ 31 h 57"/>
                <a:gd name="T72" fmla="*/ 4 w 6"/>
                <a:gd name="T73" fmla="*/ 27 h 57"/>
                <a:gd name="T74" fmla="*/ 5 w 6"/>
                <a:gd name="T75" fmla="*/ 25 h 57"/>
                <a:gd name="T76" fmla="*/ 5 w 6"/>
                <a:gd name="T77" fmla="*/ 27 h 57"/>
                <a:gd name="T78" fmla="*/ 5 w 6"/>
                <a:gd name="T79" fmla="*/ 27 h 57"/>
                <a:gd name="T80" fmla="*/ 5 w 6"/>
                <a:gd name="T81" fmla="*/ 28 h 57"/>
                <a:gd name="T82" fmla="*/ 5 w 6"/>
                <a:gd name="T83" fmla="*/ 26 h 57"/>
                <a:gd name="T84" fmla="*/ 5 w 6"/>
                <a:gd name="T85" fmla="*/ 22 h 57"/>
                <a:gd name="T86" fmla="*/ 5 w 6"/>
                <a:gd name="T87" fmla="*/ 20 h 57"/>
                <a:gd name="T88" fmla="*/ 5 w 6"/>
                <a:gd name="T89" fmla="*/ 20 h 57"/>
                <a:gd name="T90" fmla="*/ 5 w 6"/>
                <a:gd name="T91" fmla="*/ 18 h 57"/>
                <a:gd name="T92" fmla="*/ 5 w 6"/>
                <a:gd name="T93" fmla="*/ 18 h 57"/>
                <a:gd name="T94" fmla="*/ 6 w 6"/>
                <a:gd name="T95" fmla="*/ 18 h 57"/>
                <a:gd name="T96" fmla="*/ 6 w 6"/>
                <a:gd name="T97" fmla="*/ 15 h 57"/>
                <a:gd name="T98" fmla="*/ 6 w 6"/>
                <a:gd name="T99" fmla="*/ 10 h 57"/>
                <a:gd name="T100" fmla="*/ 6 w 6"/>
                <a:gd name="T101" fmla="*/ 6 h 57"/>
                <a:gd name="T102" fmla="*/ 6 w 6"/>
                <a:gd name="T10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7">
                  <a:moveTo>
                    <a:pt x="0" y="49"/>
                  </a:moveTo>
                  <a:lnTo>
                    <a:pt x="0" y="55"/>
                  </a:lnTo>
                  <a:lnTo>
                    <a:pt x="0" y="57"/>
                  </a:lnTo>
                  <a:lnTo>
                    <a:pt x="0" y="53"/>
                  </a:lnTo>
                  <a:lnTo>
                    <a:pt x="0" y="51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47"/>
                  </a:lnTo>
                  <a:lnTo>
                    <a:pt x="1" y="37"/>
                  </a:lnTo>
                  <a:lnTo>
                    <a:pt x="1" y="27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1" y="22"/>
                  </a:lnTo>
                  <a:lnTo>
                    <a:pt x="1" y="20"/>
                  </a:lnTo>
                  <a:lnTo>
                    <a:pt x="1" y="18"/>
                  </a:lnTo>
                  <a:lnTo>
                    <a:pt x="1" y="23"/>
                  </a:lnTo>
                  <a:lnTo>
                    <a:pt x="2" y="32"/>
                  </a:lnTo>
                  <a:lnTo>
                    <a:pt x="2" y="43"/>
                  </a:lnTo>
                  <a:lnTo>
                    <a:pt x="2" y="50"/>
                  </a:lnTo>
                  <a:lnTo>
                    <a:pt x="2" y="52"/>
                  </a:lnTo>
                  <a:lnTo>
                    <a:pt x="2" y="51"/>
                  </a:lnTo>
                  <a:lnTo>
                    <a:pt x="2" y="51"/>
                  </a:lnTo>
                  <a:lnTo>
                    <a:pt x="3" y="54"/>
                  </a:lnTo>
                  <a:lnTo>
                    <a:pt x="3" y="56"/>
                  </a:lnTo>
                  <a:lnTo>
                    <a:pt x="3" y="53"/>
                  </a:lnTo>
                  <a:lnTo>
                    <a:pt x="3" y="47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3" y="43"/>
                  </a:lnTo>
                  <a:lnTo>
                    <a:pt x="3" y="40"/>
                  </a:lnTo>
                  <a:lnTo>
                    <a:pt x="4" y="35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4" y="30"/>
                  </a:lnTo>
                  <a:lnTo>
                    <a:pt x="4" y="31"/>
                  </a:lnTo>
                  <a:lnTo>
                    <a:pt x="4" y="27"/>
                  </a:lnTo>
                  <a:lnTo>
                    <a:pt x="5" y="25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5" y="28"/>
                  </a:lnTo>
                  <a:lnTo>
                    <a:pt x="5" y="26"/>
                  </a:lnTo>
                  <a:lnTo>
                    <a:pt x="5" y="22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6" y="10"/>
                  </a:lnTo>
                  <a:lnTo>
                    <a:pt x="6" y="6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3" name="Freeform 1024"/>
            <p:cNvSpPr/>
            <p:nvPr/>
          </p:nvSpPr>
          <p:spPr bwMode="auto">
            <a:xfrm>
              <a:off x="3810000" y="4657726"/>
              <a:ext cx="11113" cy="87313"/>
            </a:xfrm>
            <a:custGeom>
              <a:avLst/>
              <a:gdLst>
                <a:gd name="T0" fmla="*/ 0 w 7"/>
                <a:gd name="T1" fmla="*/ 55 h 55"/>
                <a:gd name="T2" fmla="*/ 0 w 7"/>
                <a:gd name="T3" fmla="*/ 49 h 55"/>
                <a:gd name="T4" fmla="*/ 0 w 7"/>
                <a:gd name="T5" fmla="*/ 46 h 55"/>
                <a:gd name="T6" fmla="*/ 1 w 7"/>
                <a:gd name="T7" fmla="*/ 48 h 55"/>
                <a:gd name="T8" fmla="*/ 1 w 7"/>
                <a:gd name="T9" fmla="*/ 47 h 55"/>
                <a:gd name="T10" fmla="*/ 1 w 7"/>
                <a:gd name="T11" fmla="*/ 45 h 55"/>
                <a:gd name="T12" fmla="*/ 1 w 7"/>
                <a:gd name="T13" fmla="*/ 43 h 55"/>
                <a:gd name="T14" fmla="*/ 1 w 7"/>
                <a:gd name="T15" fmla="*/ 41 h 55"/>
                <a:gd name="T16" fmla="*/ 1 w 7"/>
                <a:gd name="T17" fmla="*/ 39 h 55"/>
                <a:gd name="T18" fmla="*/ 1 w 7"/>
                <a:gd name="T19" fmla="*/ 35 h 55"/>
                <a:gd name="T20" fmla="*/ 1 w 7"/>
                <a:gd name="T21" fmla="*/ 29 h 55"/>
                <a:gd name="T22" fmla="*/ 1 w 7"/>
                <a:gd name="T23" fmla="*/ 24 h 55"/>
                <a:gd name="T24" fmla="*/ 2 w 7"/>
                <a:gd name="T25" fmla="*/ 25 h 55"/>
                <a:gd name="T26" fmla="*/ 2 w 7"/>
                <a:gd name="T27" fmla="*/ 25 h 55"/>
                <a:gd name="T28" fmla="*/ 2 w 7"/>
                <a:gd name="T29" fmla="*/ 18 h 55"/>
                <a:gd name="T30" fmla="*/ 2 w 7"/>
                <a:gd name="T31" fmla="*/ 10 h 55"/>
                <a:gd name="T32" fmla="*/ 2 w 7"/>
                <a:gd name="T33" fmla="*/ 9 h 55"/>
                <a:gd name="T34" fmla="*/ 2 w 7"/>
                <a:gd name="T35" fmla="*/ 13 h 55"/>
                <a:gd name="T36" fmla="*/ 2 w 7"/>
                <a:gd name="T37" fmla="*/ 16 h 55"/>
                <a:gd name="T38" fmla="*/ 2 w 7"/>
                <a:gd name="T39" fmla="*/ 15 h 55"/>
                <a:gd name="T40" fmla="*/ 2 w 7"/>
                <a:gd name="T41" fmla="*/ 13 h 55"/>
                <a:gd name="T42" fmla="*/ 3 w 7"/>
                <a:gd name="T43" fmla="*/ 9 h 55"/>
                <a:gd name="T44" fmla="*/ 3 w 7"/>
                <a:gd name="T45" fmla="*/ 10 h 55"/>
                <a:gd name="T46" fmla="*/ 3 w 7"/>
                <a:gd name="T47" fmla="*/ 16 h 55"/>
                <a:gd name="T48" fmla="*/ 3 w 7"/>
                <a:gd name="T49" fmla="*/ 20 h 55"/>
                <a:gd name="T50" fmla="*/ 3 w 7"/>
                <a:gd name="T51" fmla="*/ 20 h 55"/>
                <a:gd name="T52" fmla="*/ 3 w 7"/>
                <a:gd name="T53" fmla="*/ 20 h 55"/>
                <a:gd name="T54" fmla="*/ 4 w 7"/>
                <a:gd name="T55" fmla="*/ 21 h 55"/>
                <a:gd name="T56" fmla="*/ 4 w 7"/>
                <a:gd name="T57" fmla="*/ 21 h 55"/>
                <a:gd name="T58" fmla="*/ 4 w 7"/>
                <a:gd name="T59" fmla="*/ 26 h 55"/>
                <a:gd name="T60" fmla="*/ 4 w 7"/>
                <a:gd name="T61" fmla="*/ 32 h 55"/>
                <a:gd name="T62" fmla="*/ 4 w 7"/>
                <a:gd name="T63" fmla="*/ 34 h 55"/>
                <a:gd name="T64" fmla="*/ 4 w 7"/>
                <a:gd name="T65" fmla="*/ 30 h 55"/>
                <a:gd name="T66" fmla="*/ 4 w 7"/>
                <a:gd name="T67" fmla="*/ 21 h 55"/>
                <a:gd name="T68" fmla="*/ 4 w 7"/>
                <a:gd name="T69" fmla="*/ 13 h 55"/>
                <a:gd name="T70" fmla="*/ 4 w 7"/>
                <a:gd name="T71" fmla="*/ 13 h 55"/>
                <a:gd name="T72" fmla="*/ 5 w 7"/>
                <a:gd name="T73" fmla="*/ 19 h 55"/>
                <a:gd name="T74" fmla="*/ 5 w 7"/>
                <a:gd name="T75" fmla="*/ 21 h 55"/>
                <a:gd name="T76" fmla="*/ 5 w 7"/>
                <a:gd name="T77" fmla="*/ 20 h 55"/>
                <a:gd name="T78" fmla="*/ 5 w 7"/>
                <a:gd name="T79" fmla="*/ 18 h 55"/>
                <a:gd name="T80" fmla="*/ 5 w 7"/>
                <a:gd name="T81" fmla="*/ 15 h 55"/>
                <a:gd name="T82" fmla="*/ 5 w 7"/>
                <a:gd name="T83" fmla="*/ 12 h 55"/>
                <a:gd name="T84" fmla="*/ 6 w 7"/>
                <a:gd name="T85" fmla="*/ 10 h 55"/>
                <a:gd name="T86" fmla="*/ 6 w 7"/>
                <a:gd name="T87" fmla="*/ 7 h 55"/>
                <a:gd name="T88" fmla="*/ 6 w 7"/>
                <a:gd name="T89" fmla="*/ 4 h 55"/>
                <a:gd name="T90" fmla="*/ 6 w 7"/>
                <a:gd name="T91" fmla="*/ 4 h 55"/>
                <a:gd name="T92" fmla="*/ 6 w 7"/>
                <a:gd name="T93" fmla="*/ 2 h 55"/>
                <a:gd name="T94" fmla="*/ 6 w 7"/>
                <a:gd name="T95" fmla="*/ 0 h 55"/>
                <a:gd name="T96" fmla="*/ 6 w 7"/>
                <a:gd name="T97" fmla="*/ 2 h 55"/>
                <a:gd name="T98" fmla="*/ 6 w 7"/>
                <a:gd name="T99" fmla="*/ 8 h 55"/>
                <a:gd name="T100" fmla="*/ 6 w 7"/>
                <a:gd name="T101" fmla="*/ 12 h 55"/>
                <a:gd name="T102" fmla="*/ 7 w 7"/>
                <a:gd name="T103" fmla="*/ 1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5">
                  <a:moveTo>
                    <a:pt x="0" y="55"/>
                  </a:moveTo>
                  <a:lnTo>
                    <a:pt x="0" y="49"/>
                  </a:lnTo>
                  <a:lnTo>
                    <a:pt x="0" y="46"/>
                  </a:lnTo>
                  <a:lnTo>
                    <a:pt x="1" y="48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1"/>
                  </a:lnTo>
                  <a:lnTo>
                    <a:pt x="1" y="39"/>
                  </a:lnTo>
                  <a:lnTo>
                    <a:pt x="1" y="35"/>
                  </a:lnTo>
                  <a:lnTo>
                    <a:pt x="1" y="29"/>
                  </a:lnTo>
                  <a:lnTo>
                    <a:pt x="1" y="24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2" y="18"/>
                  </a:lnTo>
                  <a:lnTo>
                    <a:pt x="2" y="10"/>
                  </a:lnTo>
                  <a:lnTo>
                    <a:pt x="2" y="9"/>
                  </a:lnTo>
                  <a:lnTo>
                    <a:pt x="2" y="13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13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6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6"/>
                  </a:lnTo>
                  <a:lnTo>
                    <a:pt x="4" y="32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4" y="21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5" y="20"/>
                  </a:lnTo>
                  <a:lnTo>
                    <a:pt x="5" y="18"/>
                  </a:lnTo>
                  <a:lnTo>
                    <a:pt x="5" y="15"/>
                  </a:lnTo>
                  <a:lnTo>
                    <a:pt x="5" y="12"/>
                  </a:lnTo>
                  <a:lnTo>
                    <a:pt x="6" y="10"/>
                  </a:lnTo>
                  <a:lnTo>
                    <a:pt x="6" y="7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8"/>
                  </a:lnTo>
                  <a:lnTo>
                    <a:pt x="6" y="12"/>
                  </a:lnTo>
                  <a:lnTo>
                    <a:pt x="7" y="1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4" name="Freeform 1025"/>
            <p:cNvSpPr/>
            <p:nvPr/>
          </p:nvSpPr>
          <p:spPr bwMode="auto">
            <a:xfrm>
              <a:off x="3819525" y="4627563"/>
              <a:ext cx="11113" cy="68263"/>
            </a:xfrm>
            <a:custGeom>
              <a:avLst/>
              <a:gdLst>
                <a:gd name="T0" fmla="*/ 0 w 7"/>
                <a:gd name="T1" fmla="*/ 31 h 43"/>
                <a:gd name="T2" fmla="*/ 1 w 7"/>
                <a:gd name="T3" fmla="*/ 34 h 43"/>
                <a:gd name="T4" fmla="*/ 1 w 7"/>
                <a:gd name="T5" fmla="*/ 38 h 43"/>
                <a:gd name="T6" fmla="*/ 1 w 7"/>
                <a:gd name="T7" fmla="*/ 43 h 43"/>
                <a:gd name="T8" fmla="*/ 1 w 7"/>
                <a:gd name="T9" fmla="*/ 41 h 43"/>
                <a:gd name="T10" fmla="*/ 1 w 7"/>
                <a:gd name="T11" fmla="*/ 36 h 43"/>
                <a:gd name="T12" fmla="*/ 1 w 7"/>
                <a:gd name="T13" fmla="*/ 30 h 43"/>
                <a:gd name="T14" fmla="*/ 1 w 7"/>
                <a:gd name="T15" fmla="*/ 26 h 43"/>
                <a:gd name="T16" fmla="*/ 1 w 7"/>
                <a:gd name="T17" fmla="*/ 24 h 43"/>
                <a:gd name="T18" fmla="*/ 1 w 7"/>
                <a:gd name="T19" fmla="*/ 22 h 43"/>
                <a:gd name="T20" fmla="*/ 1 w 7"/>
                <a:gd name="T21" fmla="*/ 18 h 43"/>
                <a:gd name="T22" fmla="*/ 2 w 7"/>
                <a:gd name="T23" fmla="*/ 14 h 43"/>
                <a:gd name="T24" fmla="*/ 2 w 7"/>
                <a:gd name="T25" fmla="*/ 11 h 43"/>
                <a:gd name="T26" fmla="*/ 2 w 7"/>
                <a:gd name="T27" fmla="*/ 6 h 43"/>
                <a:gd name="T28" fmla="*/ 2 w 7"/>
                <a:gd name="T29" fmla="*/ 3 h 43"/>
                <a:gd name="T30" fmla="*/ 2 w 7"/>
                <a:gd name="T31" fmla="*/ 10 h 43"/>
                <a:gd name="T32" fmla="*/ 2 w 7"/>
                <a:gd name="T33" fmla="*/ 21 h 43"/>
                <a:gd name="T34" fmla="*/ 3 w 7"/>
                <a:gd name="T35" fmla="*/ 26 h 43"/>
                <a:gd name="T36" fmla="*/ 3 w 7"/>
                <a:gd name="T37" fmla="*/ 23 h 43"/>
                <a:gd name="T38" fmla="*/ 3 w 7"/>
                <a:gd name="T39" fmla="*/ 17 h 43"/>
                <a:gd name="T40" fmla="*/ 3 w 7"/>
                <a:gd name="T41" fmla="*/ 18 h 43"/>
                <a:gd name="T42" fmla="*/ 3 w 7"/>
                <a:gd name="T43" fmla="*/ 23 h 43"/>
                <a:gd name="T44" fmla="*/ 3 w 7"/>
                <a:gd name="T45" fmla="*/ 19 h 43"/>
                <a:gd name="T46" fmla="*/ 3 w 7"/>
                <a:gd name="T47" fmla="*/ 11 h 43"/>
                <a:gd name="T48" fmla="*/ 3 w 7"/>
                <a:gd name="T49" fmla="*/ 11 h 43"/>
                <a:gd name="T50" fmla="*/ 3 w 7"/>
                <a:gd name="T51" fmla="*/ 15 h 43"/>
                <a:gd name="T52" fmla="*/ 4 w 7"/>
                <a:gd name="T53" fmla="*/ 17 h 43"/>
                <a:gd name="T54" fmla="*/ 4 w 7"/>
                <a:gd name="T55" fmla="*/ 19 h 43"/>
                <a:gd name="T56" fmla="*/ 4 w 7"/>
                <a:gd name="T57" fmla="*/ 16 h 43"/>
                <a:gd name="T58" fmla="*/ 4 w 7"/>
                <a:gd name="T59" fmla="*/ 9 h 43"/>
                <a:gd name="T60" fmla="*/ 4 w 7"/>
                <a:gd name="T61" fmla="*/ 13 h 43"/>
                <a:gd name="T62" fmla="*/ 4 w 7"/>
                <a:gd name="T63" fmla="*/ 19 h 43"/>
                <a:gd name="T64" fmla="*/ 5 w 7"/>
                <a:gd name="T65" fmla="*/ 16 h 43"/>
                <a:gd name="T66" fmla="*/ 5 w 7"/>
                <a:gd name="T67" fmla="*/ 9 h 43"/>
                <a:gd name="T68" fmla="*/ 5 w 7"/>
                <a:gd name="T69" fmla="*/ 8 h 43"/>
                <a:gd name="T70" fmla="*/ 5 w 7"/>
                <a:gd name="T71" fmla="*/ 8 h 43"/>
                <a:gd name="T72" fmla="*/ 5 w 7"/>
                <a:gd name="T73" fmla="*/ 6 h 43"/>
                <a:gd name="T74" fmla="*/ 5 w 7"/>
                <a:gd name="T75" fmla="*/ 4 h 43"/>
                <a:gd name="T76" fmla="*/ 5 w 7"/>
                <a:gd name="T77" fmla="*/ 4 h 43"/>
                <a:gd name="T78" fmla="*/ 5 w 7"/>
                <a:gd name="T79" fmla="*/ 10 h 43"/>
                <a:gd name="T80" fmla="*/ 5 w 7"/>
                <a:gd name="T81" fmla="*/ 18 h 43"/>
                <a:gd name="T82" fmla="*/ 6 w 7"/>
                <a:gd name="T83" fmla="*/ 23 h 43"/>
                <a:gd name="T84" fmla="*/ 6 w 7"/>
                <a:gd name="T85" fmla="*/ 24 h 43"/>
                <a:gd name="T86" fmla="*/ 6 w 7"/>
                <a:gd name="T87" fmla="*/ 26 h 43"/>
                <a:gd name="T88" fmla="*/ 6 w 7"/>
                <a:gd name="T89" fmla="*/ 26 h 43"/>
                <a:gd name="T90" fmla="*/ 6 w 7"/>
                <a:gd name="T91" fmla="*/ 23 h 43"/>
                <a:gd name="T92" fmla="*/ 6 w 7"/>
                <a:gd name="T93" fmla="*/ 16 h 43"/>
                <a:gd name="T94" fmla="*/ 6 w 7"/>
                <a:gd name="T95" fmla="*/ 7 h 43"/>
                <a:gd name="T96" fmla="*/ 6 w 7"/>
                <a:gd name="T97" fmla="*/ 0 h 43"/>
                <a:gd name="T98" fmla="*/ 6 w 7"/>
                <a:gd name="T99" fmla="*/ 0 h 43"/>
                <a:gd name="T100" fmla="*/ 7 w 7"/>
                <a:gd name="T101" fmla="*/ 3 h 43"/>
                <a:gd name="T102" fmla="*/ 7 w 7"/>
                <a:gd name="T103" fmla="*/ 4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43">
                  <a:moveTo>
                    <a:pt x="0" y="31"/>
                  </a:moveTo>
                  <a:lnTo>
                    <a:pt x="1" y="34"/>
                  </a:lnTo>
                  <a:lnTo>
                    <a:pt x="1" y="38"/>
                  </a:lnTo>
                  <a:lnTo>
                    <a:pt x="1" y="43"/>
                  </a:lnTo>
                  <a:lnTo>
                    <a:pt x="1" y="41"/>
                  </a:lnTo>
                  <a:lnTo>
                    <a:pt x="1" y="36"/>
                  </a:lnTo>
                  <a:lnTo>
                    <a:pt x="1" y="30"/>
                  </a:lnTo>
                  <a:lnTo>
                    <a:pt x="1" y="26"/>
                  </a:lnTo>
                  <a:lnTo>
                    <a:pt x="1" y="24"/>
                  </a:lnTo>
                  <a:lnTo>
                    <a:pt x="1" y="22"/>
                  </a:lnTo>
                  <a:lnTo>
                    <a:pt x="1" y="18"/>
                  </a:lnTo>
                  <a:lnTo>
                    <a:pt x="2" y="14"/>
                  </a:lnTo>
                  <a:lnTo>
                    <a:pt x="2" y="11"/>
                  </a:lnTo>
                  <a:lnTo>
                    <a:pt x="2" y="6"/>
                  </a:lnTo>
                  <a:lnTo>
                    <a:pt x="2" y="3"/>
                  </a:lnTo>
                  <a:lnTo>
                    <a:pt x="2" y="10"/>
                  </a:lnTo>
                  <a:lnTo>
                    <a:pt x="2" y="21"/>
                  </a:lnTo>
                  <a:lnTo>
                    <a:pt x="3" y="26"/>
                  </a:lnTo>
                  <a:lnTo>
                    <a:pt x="3" y="23"/>
                  </a:lnTo>
                  <a:lnTo>
                    <a:pt x="3" y="17"/>
                  </a:lnTo>
                  <a:lnTo>
                    <a:pt x="3" y="18"/>
                  </a:lnTo>
                  <a:lnTo>
                    <a:pt x="3" y="23"/>
                  </a:lnTo>
                  <a:lnTo>
                    <a:pt x="3" y="19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5"/>
                  </a:lnTo>
                  <a:lnTo>
                    <a:pt x="4" y="17"/>
                  </a:lnTo>
                  <a:lnTo>
                    <a:pt x="4" y="19"/>
                  </a:lnTo>
                  <a:lnTo>
                    <a:pt x="4" y="16"/>
                  </a:lnTo>
                  <a:lnTo>
                    <a:pt x="4" y="9"/>
                  </a:lnTo>
                  <a:lnTo>
                    <a:pt x="4" y="13"/>
                  </a:lnTo>
                  <a:lnTo>
                    <a:pt x="4" y="19"/>
                  </a:lnTo>
                  <a:lnTo>
                    <a:pt x="5" y="16"/>
                  </a:lnTo>
                  <a:lnTo>
                    <a:pt x="5" y="9"/>
                  </a:lnTo>
                  <a:lnTo>
                    <a:pt x="5" y="8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10"/>
                  </a:lnTo>
                  <a:lnTo>
                    <a:pt x="5" y="18"/>
                  </a:lnTo>
                  <a:lnTo>
                    <a:pt x="6" y="23"/>
                  </a:lnTo>
                  <a:lnTo>
                    <a:pt x="6" y="24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6" y="23"/>
                  </a:lnTo>
                  <a:lnTo>
                    <a:pt x="6" y="16"/>
                  </a:lnTo>
                  <a:lnTo>
                    <a:pt x="6" y="7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3"/>
                  </a:lnTo>
                  <a:lnTo>
                    <a:pt x="7" y="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5" name="Freeform 1026"/>
            <p:cNvSpPr/>
            <p:nvPr/>
          </p:nvSpPr>
          <p:spPr bwMode="auto">
            <a:xfrm>
              <a:off x="3830638" y="4624388"/>
              <a:ext cx="9525" cy="84138"/>
            </a:xfrm>
            <a:custGeom>
              <a:avLst/>
              <a:gdLst>
                <a:gd name="T0" fmla="*/ 0 w 6"/>
                <a:gd name="T1" fmla="*/ 5 h 53"/>
                <a:gd name="T2" fmla="*/ 0 w 6"/>
                <a:gd name="T3" fmla="*/ 6 h 53"/>
                <a:gd name="T4" fmla="*/ 0 w 6"/>
                <a:gd name="T5" fmla="*/ 6 h 53"/>
                <a:gd name="T6" fmla="*/ 0 w 6"/>
                <a:gd name="T7" fmla="*/ 6 h 53"/>
                <a:gd name="T8" fmla="*/ 0 w 6"/>
                <a:gd name="T9" fmla="*/ 8 h 53"/>
                <a:gd name="T10" fmla="*/ 0 w 6"/>
                <a:gd name="T11" fmla="*/ 9 h 53"/>
                <a:gd name="T12" fmla="*/ 1 w 6"/>
                <a:gd name="T13" fmla="*/ 11 h 53"/>
                <a:gd name="T14" fmla="*/ 1 w 6"/>
                <a:gd name="T15" fmla="*/ 10 h 53"/>
                <a:gd name="T16" fmla="*/ 1 w 6"/>
                <a:gd name="T17" fmla="*/ 8 h 53"/>
                <a:gd name="T18" fmla="*/ 1 w 6"/>
                <a:gd name="T19" fmla="*/ 11 h 53"/>
                <a:gd name="T20" fmla="*/ 1 w 6"/>
                <a:gd name="T21" fmla="*/ 21 h 53"/>
                <a:gd name="T22" fmla="*/ 1 w 6"/>
                <a:gd name="T23" fmla="*/ 30 h 53"/>
                <a:gd name="T24" fmla="*/ 1 w 6"/>
                <a:gd name="T25" fmla="*/ 36 h 53"/>
                <a:gd name="T26" fmla="*/ 1 w 6"/>
                <a:gd name="T27" fmla="*/ 39 h 53"/>
                <a:gd name="T28" fmla="*/ 1 w 6"/>
                <a:gd name="T29" fmla="*/ 33 h 53"/>
                <a:gd name="T30" fmla="*/ 2 w 6"/>
                <a:gd name="T31" fmla="*/ 23 h 53"/>
                <a:gd name="T32" fmla="*/ 2 w 6"/>
                <a:gd name="T33" fmla="*/ 16 h 53"/>
                <a:gd name="T34" fmla="*/ 2 w 6"/>
                <a:gd name="T35" fmla="*/ 19 h 53"/>
                <a:gd name="T36" fmla="*/ 2 w 6"/>
                <a:gd name="T37" fmla="*/ 25 h 53"/>
                <a:gd name="T38" fmla="*/ 2 w 6"/>
                <a:gd name="T39" fmla="*/ 21 h 53"/>
                <a:gd name="T40" fmla="*/ 2 w 6"/>
                <a:gd name="T41" fmla="*/ 9 h 53"/>
                <a:gd name="T42" fmla="*/ 3 w 6"/>
                <a:gd name="T43" fmla="*/ 8 h 53"/>
                <a:gd name="T44" fmla="*/ 3 w 6"/>
                <a:gd name="T45" fmla="*/ 21 h 53"/>
                <a:gd name="T46" fmla="*/ 3 w 6"/>
                <a:gd name="T47" fmla="*/ 28 h 53"/>
                <a:gd name="T48" fmla="*/ 3 w 6"/>
                <a:gd name="T49" fmla="*/ 23 h 53"/>
                <a:gd name="T50" fmla="*/ 3 w 6"/>
                <a:gd name="T51" fmla="*/ 15 h 53"/>
                <a:gd name="T52" fmla="*/ 3 w 6"/>
                <a:gd name="T53" fmla="*/ 7 h 53"/>
                <a:gd name="T54" fmla="*/ 3 w 6"/>
                <a:gd name="T55" fmla="*/ 0 h 53"/>
                <a:gd name="T56" fmla="*/ 3 w 6"/>
                <a:gd name="T57" fmla="*/ 3 h 53"/>
                <a:gd name="T58" fmla="*/ 3 w 6"/>
                <a:gd name="T59" fmla="*/ 8 h 53"/>
                <a:gd name="T60" fmla="*/ 3 w 6"/>
                <a:gd name="T61" fmla="*/ 5 h 53"/>
                <a:gd name="T62" fmla="*/ 4 w 6"/>
                <a:gd name="T63" fmla="*/ 5 h 53"/>
                <a:gd name="T64" fmla="*/ 4 w 6"/>
                <a:gd name="T65" fmla="*/ 19 h 53"/>
                <a:gd name="T66" fmla="*/ 4 w 6"/>
                <a:gd name="T67" fmla="*/ 37 h 53"/>
                <a:gd name="T68" fmla="*/ 4 w 6"/>
                <a:gd name="T69" fmla="*/ 44 h 53"/>
                <a:gd name="T70" fmla="*/ 4 w 6"/>
                <a:gd name="T71" fmla="*/ 40 h 53"/>
                <a:gd name="T72" fmla="*/ 4 w 6"/>
                <a:gd name="T73" fmla="*/ 40 h 53"/>
                <a:gd name="T74" fmla="*/ 4 w 6"/>
                <a:gd name="T75" fmla="*/ 44 h 53"/>
                <a:gd name="T76" fmla="*/ 4 w 6"/>
                <a:gd name="T77" fmla="*/ 45 h 53"/>
                <a:gd name="T78" fmla="*/ 4 w 6"/>
                <a:gd name="T79" fmla="*/ 43 h 53"/>
                <a:gd name="T80" fmla="*/ 5 w 6"/>
                <a:gd name="T81" fmla="*/ 45 h 53"/>
                <a:gd name="T82" fmla="*/ 5 w 6"/>
                <a:gd name="T83" fmla="*/ 50 h 53"/>
                <a:gd name="T84" fmla="*/ 5 w 6"/>
                <a:gd name="T85" fmla="*/ 53 h 53"/>
                <a:gd name="T86" fmla="*/ 5 w 6"/>
                <a:gd name="T87" fmla="*/ 48 h 53"/>
                <a:gd name="T88" fmla="*/ 5 w 6"/>
                <a:gd name="T89" fmla="*/ 35 h 53"/>
                <a:gd name="T90" fmla="*/ 5 w 6"/>
                <a:gd name="T91" fmla="*/ 29 h 53"/>
                <a:gd name="T92" fmla="*/ 6 w 6"/>
                <a:gd name="T93" fmla="*/ 34 h 53"/>
                <a:gd name="T94" fmla="*/ 6 w 6"/>
                <a:gd name="T95" fmla="*/ 40 h 53"/>
                <a:gd name="T96" fmla="*/ 6 w 6"/>
                <a:gd name="T97" fmla="*/ 38 h 53"/>
                <a:gd name="T98" fmla="*/ 6 w 6"/>
                <a:gd name="T99" fmla="*/ 32 h 53"/>
                <a:gd name="T100" fmla="*/ 6 w 6"/>
                <a:gd name="T101" fmla="*/ 28 h 53"/>
                <a:gd name="T102" fmla="*/ 6 w 6"/>
                <a:gd name="T103" fmla="*/ 3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3">
                  <a:moveTo>
                    <a:pt x="0" y="5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11"/>
                  </a:lnTo>
                  <a:lnTo>
                    <a:pt x="1" y="21"/>
                  </a:lnTo>
                  <a:lnTo>
                    <a:pt x="1" y="30"/>
                  </a:lnTo>
                  <a:lnTo>
                    <a:pt x="1" y="36"/>
                  </a:lnTo>
                  <a:lnTo>
                    <a:pt x="1" y="39"/>
                  </a:lnTo>
                  <a:lnTo>
                    <a:pt x="1" y="33"/>
                  </a:lnTo>
                  <a:lnTo>
                    <a:pt x="2" y="23"/>
                  </a:lnTo>
                  <a:lnTo>
                    <a:pt x="2" y="16"/>
                  </a:lnTo>
                  <a:lnTo>
                    <a:pt x="2" y="19"/>
                  </a:lnTo>
                  <a:lnTo>
                    <a:pt x="2" y="25"/>
                  </a:lnTo>
                  <a:lnTo>
                    <a:pt x="2" y="21"/>
                  </a:lnTo>
                  <a:lnTo>
                    <a:pt x="2" y="9"/>
                  </a:lnTo>
                  <a:lnTo>
                    <a:pt x="3" y="8"/>
                  </a:lnTo>
                  <a:lnTo>
                    <a:pt x="3" y="21"/>
                  </a:lnTo>
                  <a:lnTo>
                    <a:pt x="3" y="28"/>
                  </a:lnTo>
                  <a:lnTo>
                    <a:pt x="3" y="23"/>
                  </a:lnTo>
                  <a:lnTo>
                    <a:pt x="3" y="15"/>
                  </a:lnTo>
                  <a:lnTo>
                    <a:pt x="3" y="7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8"/>
                  </a:lnTo>
                  <a:lnTo>
                    <a:pt x="3" y="5"/>
                  </a:lnTo>
                  <a:lnTo>
                    <a:pt x="4" y="5"/>
                  </a:lnTo>
                  <a:lnTo>
                    <a:pt x="4" y="19"/>
                  </a:lnTo>
                  <a:lnTo>
                    <a:pt x="4" y="37"/>
                  </a:lnTo>
                  <a:lnTo>
                    <a:pt x="4" y="44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4" y="44"/>
                  </a:lnTo>
                  <a:lnTo>
                    <a:pt x="4" y="45"/>
                  </a:lnTo>
                  <a:lnTo>
                    <a:pt x="4" y="43"/>
                  </a:lnTo>
                  <a:lnTo>
                    <a:pt x="5" y="45"/>
                  </a:lnTo>
                  <a:lnTo>
                    <a:pt x="5" y="50"/>
                  </a:lnTo>
                  <a:lnTo>
                    <a:pt x="5" y="53"/>
                  </a:lnTo>
                  <a:lnTo>
                    <a:pt x="5" y="48"/>
                  </a:lnTo>
                  <a:lnTo>
                    <a:pt x="5" y="35"/>
                  </a:lnTo>
                  <a:lnTo>
                    <a:pt x="5" y="29"/>
                  </a:lnTo>
                  <a:lnTo>
                    <a:pt x="6" y="34"/>
                  </a:lnTo>
                  <a:lnTo>
                    <a:pt x="6" y="40"/>
                  </a:lnTo>
                  <a:lnTo>
                    <a:pt x="6" y="38"/>
                  </a:lnTo>
                  <a:lnTo>
                    <a:pt x="6" y="32"/>
                  </a:lnTo>
                  <a:lnTo>
                    <a:pt x="6" y="28"/>
                  </a:lnTo>
                  <a:lnTo>
                    <a:pt x="6" y="3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6" name="Freeform 1027"/>
            <p:cNvSpPr/>
            <p:nvPr/>
          </p:nvSpPr>
          <p:spPr bwMode="auto">
            <a:xfrm>
              <a:off x="3840163" y="4668838"/>
              <a:ext cx="11113" cy="152400"/>
            </a:xfrm>
            <a:custGeom>
              <a:avLst/>
              <a:gdLst>
                <a:gd name="T0" fmla="*/ 0 w 7"/>
                <a:gd name="T1" fmla="*/ 0 h 96"/>
                <a:gd name="T2" fmla="*/ 0 w 7"/>
                <a:gd name="T3" fmla="*/ 5 h 96"/>
                <a:gd name="T4" fmla="*/ 0 w 7"/>
                <a:gd name="T5" fmla="*/ 18 h 96"/>
                <a:gd name="T6" fmla="*/ 0 w 7"/>
                <a:gd name="T7" fmla="*/ 28 h 96"/>
                <a:gd name="T8" fmla="*/ 0 w 7"/>
                <a:gd name="T9" fmla="*/ 32 h 96"/>
                <a:gd name="T10" fmla="*/ 1 w 7"/>
                <a:gd name="T11" fmla="*/ 33 h 96"/>
                <a:gd name="T12" fmla="*/ 1 w 7"/>
                <a:gd name="T13" fmla="*/ 43 h 96"/>
                <a:gd name="T14" fmla="*/ 1 w 7"/>
                <a:gd name="T15" fmla="*/ 59 h 96"/>
                <a:gd name="T16" fmla="*/ 1 w 7"/>
                <a:gd name="T17" fmla="*/ 65 h 96"/>
                <a:gd name="T18" fmla="*/ 1 w 7"/>
                <a:gd name="T19" fmla="*/ 54 h 96"/>
                <a:gd name="T20" fmla="*/ 1 w 7"/>
                <a:gd name="T21" fmla="*/ 42 h 96"/>
                <a:gd name="T22" fmla="*/ 2 w 7"/>
                <a:gd name="T23" fmla="*/ 37 h 96"/>
                <a:gd name="T24" fmla="*/ 2 w 7"/>
                <a:gd name="T25" fmla="*/ 32 h 96"/>
                <a:gd name="T26" fmla="*/ 2 w 7"/>
                <a:gd name="T27" fmla="*/ 32 h 96"/>
                <a:gd name="T28" fmla="*/ 2 w 7"/>
                <a:gd name="T29" fmla="*/ 40 h 96"/>
                <a:gd name="T30" fmla="*/ 2 w 7"/>
                <a:gd name="T31" fmla="*/ 44 h 96"/>
                <a:gd name="T32" fmla="*/ 2 w 7"/>
                <a:gd name="T33" fmla="*/ 38 h 96"/>
                <a:gd name="T34" fmla="*/ 2 w 7"/>
                <a:gd name="T35" fmla="*/ 43 h 96"/>
                <a:gd name="T36" fmla="*/ 2 w 7"/>
                <a:gd name="T37" fmla="*/ 65 h 96"/>
                <a:gd name="T38" fmla="*/ 2 w 7"/>
                <a:gd name="T39" fmla="*/ 87 h 96"/>
                <a:gd name="T40" fmla="*/ 3 w 7"/>
                <a:gd name="T41" fmla="*/ 93 h 96"/>
                <a:gd name="T42" fmla="*/ 3 w 7"/>
                <a:gd name="T43" fmla="*/ 84 h 96"/>
                <a:gd name="T44" fmla="*/ 3 w 7"/>
                <a:gd name="T45" fmla="*/ 70 h 96"/>
                <a:gd name="T46" fmla="*/ 3 w 7"/>
                <a:gd name="T47" fmla="*/ 59 h 96"/>
                <a:gd name="T48" fmla="*/ 3 w 7"/>
                <a:gd name="T49" fmla="*/ 56 h 96"/>
                <a:gd name="T50" fmla="*/ 3 w 7"/>
                <a:gd name="T51" fmla="*/ 60 h 96"/>
                <a:gd name="T52" fmla="*/ 3 w 7"/>
                <a:gd name="T53" fmla="*/ 57 h 96"/>
                <a:gd name="T54" fmla="*/ 3 w 7"/>
                <a:gd name="T55" fmla="*/ 42 h 96"/>
                <a:gd name="T56" fmla="*/ 3 w 7"/>
                <a:gd name="T57" fmla="*/ 29 h 96"/>
                <a:gd name="T58" fmla="*/ 4 w 7"/>
                <a:gd name="T59" fmla="*/ 25 h 96"/>
                <a:gd name="T60" fmla="*/ 4 w 7"/>
                <a:gd name="T61" fmla="*/ 23 h 96"/>
                <a:gd name="T62" fmla="*/ 4 w 7"/>
                <a:gd name="T63" fmla="*/ 23 h 96"/>
                <a:gd name="T64" fmla="*/ 4 w 7"/>
                <a:gd name="T65" fmla="*/ 35 h 96"/>
                <a:gd name="T66" fmla="*/ 4 w 7"/>
                <a:gd name="T67" fmla="*/ 59 h 96"/>
                <a:gd name="T68" fmla="*/ 4 w 7"/>
                <a:gd name="T69" fmla="*/ 80 h 96"/>
                <a:gd name="T70" fmla="*/ 5 w 7"/>
                <a:gd name="T71" fmla="*/ 89 h 96"/>
                <a:gd name="T72" fmla="*/ 5 w 7"/>
                <a:gd name="T73" fmla="*/ 86 h 96"/>
                <a:gd name="T74" fmla="*/ 5 w 7"/>
                <a:gd name="T75" fmla="*/ 79 h 96"/>
                <a:gd name="T76" fmla="*/ 5 w 7"/>
                <a:gd name="T77" fmla="*/ 75 h 96"/>
                <a:gd name="T78" fmla="*/ 5 w 7"/>
                <a:gd name="T79" fmla="*/ 82 h 96"/>
                <a:gd name="T80" fmla="*/ 5 w 7"/>
                <a:gd name="T81" fmla="*/ 94 h 96"/>
                <a:gd name="T82" fmla="*/ 5 w 7"/>
                <a:gd name="T83" fmla="*/ 96 h 96"/>
                <a:gd name="T84" fmla="*/ 5 w 7"/>
                <a:gd name="T85" fmla="*/ 84 h 96"/>
                <a:gd name="T86" fmla="*/ 5 w 7"/>
                <a:gd name="T87" fmla="*/ 75 h 96"/>
                <a:gd name="T88" fmla="*/ 5 w 7"/>
                <a:gd name="T89" fmla="*/ 72 h 96"/>
                <a:gd name="T90" fmla="*/ 6 w 7"/>
                <a:gd name="T91" fmla="*/ 70 h 96"/>
                <a:gd name="T92" fmla="*/ 6 w 7"/>
                <a:gd name="T93" fmla="*/ 72 h 96"/>
                <a:gd name="T94" fmla="*/ 6 w 7"/>
                <a:gd name="T95" fmla="*/ 72 h 96"/>
                <a:gd name="T96" fmla="*/ 6 w 7"/>
                <a:gd name="T97" fmla="*/ 68 h 96"/>
                <a:gd name="T98" fmla="*/ 6 w 7"/>
                <a:gd name="T99" fmla="*/ 64 h 96"/>
                <a:gd name="T100" fmla="*/ 6 w 7"/>
                <a:gd name="T101" fmla="*/ 60 h 96"/>
                <a:gd name="T102" fmla="*/ 7 w 7"/>
                <a:gd name="T103" fmla="*/ 5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6">
                  <a:moveTo>
                    <a:pt x="0" y="0"/>
                  </a:moveTo>
                  <a:lnTo>
                    <a:pt x="0" y="5"/>
                  </a:lnTo>
                  <a:lnTo>
                    <a:pt x="0" y="18"/>
                  </a:lnTo>
                  <a:lnTo>
                    <a:pt x="0" y="28"/>
                  </a:lnTo>
                  <a:lnTo>
                    <a:pt x="0" y="32"/>
                  </a:lnTo>
                  <a:lnTo>
                    <a:pt x="1" y="33"/>
                  </a:lnTo>
                  <a:lnTo>
                    <a:pt x="1" y="43"/>
                  </a:lnTo>
                  <a:lnTo>
                    <a:pt x="1" y="59"/>
                  </a:lnTo>
                  <a:lnTo>
                    <a:pt x="1" y="65"/>
                  </a:lnTo>
                  <a:lnTo>
                    <a:pt x="1" y="54"/>
                  </a:lnTo>
                  <a:lnTo>
                    <a:pt x="1" y="42"/>
                  </a:lnTo>
                  <a:lnTo>
                    <a:pt x="2" y="37"/>
                  </a:lnTo>
                  <a:lnTo>
                    <a:pt x="2" y="32"/>
                  </a:lnTo>
                  <a:lnTo>
                    <a:pt x="2" y="32"/>
                  </a:lnTo>
                  <a:lnTo>
                    <a:pt x="2" y="40"/>
                  </a:lnTo>
                  <a:lnTo>
                    <a:pt x="2" y="44"/>
                  </a:lnTo>
                  <a:lnTo>
                    <a:pt x="2" y="38"/>
                  </a:lnTo>
                  <a:lnTo>
                    <a:pt x="2" y="43"/>
                  </a:lnTo>
                  <a:lnTo>
                    <a:pt x="2" y="65"/>
                  </a:lnTo>
                  <a:lnTo>
                    <a:pt x="2" y="87"/>
                  </a:lnTo>
                  <a:lnTo>
                    <a:pt x="3" y="93"/>
                  </a:lnTo>
                  <a:lnTo>
                    <a:pt x="3" y="84"/>
                  </a:lnTo>
                  <a:lnTo>
                    <a:pt x="3" y="70"/>
                  </a:lnTo>
                  <a:lnTo>
                    <a:pt x="3" y="59"/>
                  </a:lnTo>
                  <a:lnTo>
                    <a:pt x="3" y="56"/>
                  </a:lnTo>
                  <a:lnTo>
                    <a:pt x="3" y="60"/>
                  </a:lnTo>
                  <a:lnTo>
                    <a:pt x="3" y="57"/>
                  </a:lnTo>
                  <a:lnTo>
                    <a:pt x="3" y="42"/>
                  </a:lnTo>
                  <a:lnTo>
                    <a:pt x="3" y="29"/>
                  </a:lnTo>
                  <a:lnTo>
                    <a:pt x="4" y="25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4" y="35"/>
                  </a:lnTo>
                  <a:lnTo>
                    <a:pt x="4" y="59"/>
                  </a:lnTo>
                  <a:lnTo>
                    <a:pt x="4" y="80"/>
                  </a:lnTo>
                  <a:lnTo>
                    <a:pt x="5" y="89"/>
                  </a:lnTo>
                  <a:lnTo>
                    <a:pt x="5" y="86"/>
                  </a:lnTo>
                  <a:lnTo>
                    <a:pt x="5" y="79"/>
                  </a:lnTo>
                  <a:lnTo>
                    <a:pt x="5" y="75"/>
                  </a:lnTo>
                  <a:lnTo>
                    <a:pt x="5" y="82"/>
                  </a:lnTo>
                  <a:lnTo>
                    <a:pt x="5" y="94"/>
                  </a:lnTo>
                  <a:lnTo>
                    <a:pt x="5" y="96"/>
                  </a:lnTo>
                  <a:lnTo>
                    <a:pt x="5" y="84"/>
                  </a:lnTo>
                  <a:lnTo>
                    <a:pt x="5" y="75"/>
                  </a:lnTo>
                  <a:lnTo>
                    <a:pt x="5" y="72"/>
                  </a:lnTo>
                  <a:lnTo>
                    <a:pt x="6" y="70"/>
                  </a:lnTo>
                  <a:lnTo>
                    <a:pt x="6" y="72"/>
                  </a:lnTo>
                  <a:lnTo>
                    <a:pt x="6" y="72"/>
                  </a:lnTo>
                  <a:lnTo>
                    <a:pt x="6" y="68"/>
                  </a:lnTo>
                  <a:lnTo>
                    <a:pt x="6" y="64"/>
                  </a:lnTo>
                  <a:lnTo>
                    <a:pt x="6" y="60"/>
                  </a:lnTo>
                  <a:lnTo>
                    <a:pt x="7" y="5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7" name="Freeform 1028"/>
            <p:cNvSpPr/>
            <p:nvPr/>
          </p:nvSpPr>
          <p:spPr bwMode="auto">
            <a:xfrm>
              <a:off x="3849688" y="4689476"/>
              <a:ext cx="11113" cy="112713"/>
            </a:xfrm>
            <a:custGeom>
              <a:avLst/>
              <a:gdLst>
                <a:gd name="T0" fmla="*/ 0 w 7"/>
                <a:gd name="T1" fmla="*/ 47 h 71"/>
                <a:gd name="T2" fmla="*/ 1 w 7"/>
                <a:gd name="T3" fmla="*/ 37 h 71"/>
                <a:gd name="T4" fmla="*/ 1 w 7"/>
                <a:gd name="T5" fmla="*/ 24 h 71"/>
                <a:gd name="T6" fmla="*/ 1 w 7"/>
                <a:gd name="T7" fmla="*/ 20 h 71"/>
                <a:gd name="T8" fmla="*/ 1 w 7"/>
                <a:gd name="T9" fmla="*/ 26 h 71"/>
                <a:gd name="T10" fmla="*/ 1 w 7"/>
                <a:gd name="T11" fmla="*/ 35 h 71"/>
                <a:gd name="T12" fmla="*/ 1 w 7"/>
                <a:gd name="T13" fmla="*/ 45 h 71"/>
                <a:gd name="T14" fmla="*/ 1 w 7"/>
                <a:gd name="T15" fmla="*/ 57 h 71"/>
                <a:gd name="T16" fmla="*/ 1 w 7"/>
                <a:gd name="T17" fmla="*/ 67 h 71"/>
                <a:gd name="T18" fmla="*/ 1 w 7"/>
                <a:gd name="T19" fmla="*/ 67 h 71"/>
                <a:gd name="T20" fmla="*/ 2 w 7"/>
                <a:gd name="T21" fmla="*/ 66 h 71"/>
                <a:gd name="T22" fmla="*/ 2 w 7"/>
                <a:gd name="T23" fmla="*/ 71 h 71"/>
                <a:gd name="T24" fmla="*/ 2 w 7"/>
                <a:gd name="T25" fmla="*/ 70 h 71"/>
                <a:gd name="T26" fmla="*/ 2 w 7"/>
                <a:gd name="T27" fmla="*/ 58 h 71"/>
                <a:gd name="T28" fmla="*/ 2 w 7"/>
                <a:gd name="T29" fmla="*/ 47 h 71"/>
                <a:gd name="T30" fmla="*/ 2 w 7"/>
                <a:gd name="T31" fmla="*/ 39 h 71"/>
                <a:gd name="T32" fmla="*/ 2 w 7"/>
                <a:gd name="T33" fmla="*/ 25 h 71"/>
                <a:gd name="T34" fmla="*/ 2 w 7"/>
                <a:gd name="T35" fmla="*/ 11 h 71"/>
                <a:gd name="T36" fmla="*/ 2 w 7"/>
                <a:gd name="T37" fmla="*/ 3 h 71"/>
                <a:gd name="T38" fmla="*/ 3 w 7"/>
                <a:gd name="T39" fmla="*/ 0 h 71"/>
                <a:gd name="T40" fmla="*/ 3 w 7"/>
                <a:gd name="T41" fmla="*/ 3 h 71"/>
                <a:gd name="T42" fmla="*/ 3 w 7"/>
                <a:gd name="T43" fmla="*/ 10 h 71"/>
                <a:gd name="T44" fmla="*/ 3 w 7"/>
                <a:gd name="T45" fmla="*/ 19 h 71"/>
                <a:gd name="T46" fmla="*/ 3 w 7"/>
                <a:gd name="T47" fmla="*/ 23 h 71"/>
                <a:gd name="T48" fmla="*/ 3 w 7"/>
                <a:gd name="T49" fmla="*/ 21 h 71"/>
                <a:gd name="T50" fmla="*/ 4 w 7"/>
                <a:gd name="T51" fmla="*/ 17 h 71"/>
                <a:gd name="T52" fmla="*/ 4 w 7"/>
                <a:gd name="T53" fmla="*/ 19 h 71"/>
                <a:gd name="T54" fmla="*/ 4 w 7"/>
                <a:gd name="T55" fmla="*/ 23 h 71"/>
                <a:gd name="T56" fmla="*/ 4 w 7"/>
                <a:gd name="T57" fmla="*/ 31 h 71"/>
                <a:gd name="T58" fmla="*/ 4 w 7"/>
                <a:gd name="T59" fmla="*/ 36 h 71"/>
                <a:gd name="T60" fmla="*/ 4 w 7"/>
                <a:gd name="T61" fmla="*/ 31 h 71"/>
                <a:gd name="T62" fmla="*/ 4 w 7"/>
                <a:gd name="T63" fmla="*/ 19 h 71"/>
                <a:gd name="T64" fmla="*/ 4 w 7"/>
                <a:gd name="T65" fmla="*/ 16 h 71"/>
                <a:gd name="T66" fmla="*/ 4 w 7"/>
                <a:gd name="T67" fmla="*/ 22 h 71"/>
                <a:gd name="T68" fmla="*/ 5 w 7"/>
                <a:gd name="T69" fmla="*/ 24 h 71"/>
                <a:gd name="T70" fmla="*/ 5 w 7"/>
                <a:gd name="T71" fmla="*/ 19 h 71"/>
                <a:gd name="T72" fmla="*/ 5 w 7"/>
                <a:gd name="T73" fmla="*/ 17 h 71"/>
                <a:gd name="T74" fmla="*/ 5 w 7"/>
                <a:gd name="T75" fmla="*/ 19 h 71"/>
                <a:gd name="T76" fmla="*/ 5 w 7"/>
                <a:gd name="T77" fmla="*/ 20 h 71"/>
                <a:gd name="T78" fmla="*/ 5 w 7"/>
                <a:gd name="T79" fmla="*/ 19 h 71"/>
                <a:gd name="T80" fmla="*/ 6 w 7"/>
                <a:gd name="T81" fmla="*/ 17 h 71"/>
                <a:gd name="T82" fmla="*/ 6 w 7"/>
                <a:gd name="T83" fmla="*/ 19 h 71"/>
                <a:gd name="T84" fmla="*/ 6 w 7"/>
                <a:gd name="T85" fmla="*/ 26 h 71"/>
                <a:gd name="T86" fmla="*/ 6 w 7"/>
                <a:gd name="T87" fmla="*/ 34 h 71"/>
                <a:gd name="T88" fmla="*/ 6 w 7"/>
                <a:gd name="T89" fmla="*/ 39 h 71"/>
                <a:gd name="T90" fmla="*/ 6 w 7"/>
                <a:gd name="T91" fmla="*/ 37 h 71"/>
                <a:gd name="T92" fmla="*/ 6 w 7"/>
                <a:gd name="T93" fmla="*/ 32 h 71"/>
                <a:gd name="T94" fmla="*/ 6 w 7"/>
                <a:gd name="T95" fmla="*/ 27 h 71"/>
                <a:gd name="T96" fmla="*/ 6 w 7"/>
                <a:gd name="T97" fmla="*/ 20 h 71"/>
                <a:gd name="T98" fmla="*/ 7 w 7"/>
                <a:gd name="T99" fmla="*/ 17 h 71"/>
                <a:gd name="T100" fmla="*/ 7 w 7"/>
                <a:gd name="T101" fmla="*/ 23 h 71"/>
                <a:gd name="T102" fmla="*/ 7 w 7"/>
                <a:gd name="T103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1">
                  <a:moveTo>
                    <a:pt x="0" y="47"/>
                  </a:moveTo>
                  <a:lnTo>
                    <a:pt x="1" y="37"/>
                  </a:lnTo>
                  <a:lnTo>
                    <a:pt x="1" y="24"/>
                  </a:lnTo>
                  <a:lnTo>
                    <a:pt x="1" y="20"/>
                  </a:lnTo>
                  <a:lnTo>
                    <a:pt x="1" y="26"/>
                  </a:lnTo>
                  <a:lnTo>
                    <a:pt x="1" y="35"/>
                  </a:lnTo>
                  <a:lnTo>
                    <a:pt x="1" y="45"/>
                  </a:lnTo>
                  <a:lnTo>
                    <a:pt x="1" y="57"/>
                  </a:lnTo>
                  <a:lnTo>
                    <a:pt x="1" y="67"/>
                  </a:lnTo>
                  <a:lnTo>
                    <a:pt x="1" y="67"/>
                  </a:lnTo>
                  <a:lnTo>
                    <a:pt x="2" y="66"/>
                  </a:lnTo>
                  <a:lnTo>
                    <a:pt x="2" y="71"/>
                  </a:lnTo>
                  <a:lnTo>
                    <a:pt x="2" y="70"/>
                  </a:lnTo>
                  <a:lnTo>
                    <a:pt x="2" y="58"/>
                  </a:lnTo>
                  <a:lnTo>
                    <a:pt x="2" y="47"/>
                  </a:lnTo>
                  <a:lnTo>
                    <a:pt x="2" y="39"/>
                  </a:lnTo>
                  <a:lnTo>
                    <a:pt x="2" y="25"/>
                  </a:lnTo>
                  <a:lnTo>
                    <a:pt x="2" y="11"/>
                  </a:lnTo>
                  <a:lnTo>
                    <a:pt x="2" y="3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10"/>
                  </a:lnTo>
                  <a:lnTo>
                    <a:pt x="3" y="19"/>
                  </a:lnTo>
                  <a:lnTo>
                    <a:pt x="3" y="23"/>
                  </a:lnTo>
                  <a:lnTo>
                    <a:pt x="3" y="21"/>
                  </a:lnTo>
                  <a:lnTo>
                    <a:pt x="4" y="17"/>
                  </a:lnTo>
                  <a:lnTo>
                    <a:pt x="4" y="19"/>
                  </a:lnTo>
                  <a:lnTo>
                    <a:pt x="4" y="23"/>
                  </a:lnTo>
                  <a:lnTo>
                    <a:pt x="4" y="31"/>
                  </a:lnTo>
                  <a:lnTo>
                    <a:pt x="4" y="36"/>
                  </a:lnTo>
                  <a:lnTo>
                    <a:pt x="4" y="31"/>
                  </a:lnTo>
                  <a:lnTo>
                    <a:pt x="4" y="19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5" y="24"/>
                  </a:lnTo>
                  <a:lnTo>
                    <a:pt x="5" y="19"/>
                  </a:lnTo>
                  <a:lnTo>
                    <a:pt x="5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6" y="17"/>
                  </a:lnTo>
                  <a:lnTo>
                    <a:pt x="6" y="19"/>
                  </a:lnTo>
                  <a:lnTo>
                    <a:pt x="6" y="26"/>
                  </a:lnTo>
                  <a:lnTo>
                    <a:pt x="6" y="34"/>
                  </a:lnTo>
                  <a:lnTo>
                    <a:pt x="6" y="39"/>
                  </a:lnTo>
                  <a:lnTo>
                    <a:pt x="6" y="37"/>
                  </a:lnTo>
                  <a:lnTo>
                    <a:pt x="6" y="32"/>
                  </a:lnTo>
                  <a:lnTo>
                    <a:pt x="6" y="27"/>
                  </a:lnTo>
                  <a:lnTo>
                    <a:pt x="6" y="20"/>
                  </a:lnTo>
                  <a:lnTo>
                    <a:pt x="7" y="17"/>
                  </a:lnTo>
                  <a:lnTo>
                    <a:pt x="7" y="23"/>
                  </a:lnTo>
                  <a:lnTo>
                    <a:pt x="7" y="3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8" name="Freeform 1029"/>
            <p:cNvSpPr/>
            <p:nvPr/>
          </p:nvSpPr>
          <p:spPr bwMode="auto">
            <a:xfrm>
              <a:off x="3860800" y="4643438"/>
              <a:ext cx="9525" cy="127000"/>
            </a:xfrm>
            <a:custGeom>
              <a:avLst/>
              <a:gdLst>
                <a:gd name="T0" fmla="*/ 0 w 6"/>
                <a:gd name="T1" fmla="*/ 52 h 80"/>
                <a:gd name="T2" fmla="*/ 0 w 6"/>
                <a:gd name="T3" fmla="*/ 64 h 80"/>
                <a:gd name="T4" fmla="*/ 0 w 6"/>
                <a:gd name="T5" fmla="*/ 68 h 80"/>
                <a:gd name="T6" fmla="*/ 0 w 6"/>
                <a:gd name="T7" fmla="*/ 61 h 80"/>
                <a:gd name="T8" fmla="*/ 0 w 6"/>
                <a:gd name="T9" fmla="*/ 56 h 80"/>
                <a:gd name="T10" fmla="*/ 0 w 6"/>
                <a:gd name="T11" fmla="*/ 60 h 80"/>
                <a:gd name="T12" fmla="*/ 0 w 6"/>
                <a:gd name="T13" fmla="*/ 71 h 80"/>
                <a:gd name="T14" fmla="*/ 0 w 6"/>
                <a:gd name="T15" fmla="*/ 80 h 80"/>
                <a:gd name="T16" fmla="*/ 1 w 6"/>
                <a:gd name="T17" fmla="*/ 75 h 80"/>
                <a:gd name="T18" fmla="*/ 1 w 6"/>
                <a:gd name="T19" fmla="*/ 58 h 80"/>
                <a:gd name="T20" fmla="*/ 1 w 6"/>
                <a:gd name="T21" fmla="*/ 42 h 80"/>
                <a:gd name="T22" fmla="*/ 1 w 6"/>
                <a:gd name="T23" fmla="*/ 43 h 80"/>
                <a:gd name="T24" fmla="*/ 1 w 6"/>
                <a:gd name="T25" fmla="*/ 53 h 80"/>
                <a:gd name="T26" fmla="*/ 1 w 6"/>
                <a:gd name="T27" fmla="*/ 54 h 80"/>
                <a:gd name="T28" fmla="*/ 1 w 6"/>
                <a:gd name="T29" fmla="*/ 46 h 80"/>
                <a:gd name="T30" fmla="*/ 2 w 6"/>
                <a:gd name="T31" fmla="*/ 44 h 80"/>
                <a:gd name="T32" fmla="*/ 2 w 6"/>
                <a:gd name="T33" fmla="*/ 51 h 80"/>
                <a:gd name="T34" fmla="*/ 2 w 6"/>
                <a:gd name="T35" fmla="*/ 55 h 80"/>
                <a:gd name="T36" fmla="*/ 2 w 6"/>
                <a:gd name="T37" fmla="*/ 53 h 80"/>
                <a:gd name="T38" fmla="*/ 2 w 6"/>
                <a:gd name="T39" fmla="*/ 47 h 80"/>
                <a:gd name="T40" fmla="*/ 2 w 6"/>
                <a:gd name="T41" fmla="*/ 48 h 80"/>
                <a:gd name="T42" fmla="*/ 2 w 6"/>
                <a:gd name="T43" fmla="*/ 60 h 80"/>
                <a:gd name="T44" fmla="*/ 2 w 6"/>
                <a:gd name="T45" fmla="*/ 73 h 80"/>
                <a:gd name="T46" fmla="*/ 2 w 6"/>
                <a:gd name="T47" fmla="*/ 73 h 80"/>
                <a:gd name="T48" fmla="*/ 3 w 6"/>
                <a:gd name="T49" fmla="*/ 68 h 80"/>
                <a:gd name="T50" fmla="*/ 3 w 6"/>
                <a:gd name="T51" fmla="*/ 66 h 80"/>
                <a:gd name="T52" fmla="*/ 3 w 6"/>
                <a:gd name="T53" fmla="*/ 67 h 80"/>
                <a:gd name="T54" fmla="*/ 3 w 6"/>
                <a:gd name="T55" fmla="*/ 63 h 80"/>
                <a:gd name="T56" fmla="*/ 3 w 6"/>
                <a:gd name="T57" fmla="*/ 58 h 80"/>
                <a:gd name="T58" fmla="*/ 3 w 6"/>
                <a:gd name="T59" fmla="*/ 57 h 80"/>
                <a:gd name="T60" fmla="*/ 4 w 6"/>
                <a:gd name="T61" fmla="*/ 53 h 80"/>
                <a:gd name="T62" fmla="*/ 4 w 6"/>
                <a:gd name="T63" fmla="*/ 46 h 80"/>
                <a:gd name="T64" fmla="*/ 4 w 6"/>
                <a:gd name="T65" fmla="*/ 44 h 80"/>
                <a:gd name="T66" fmla="*/ 4 w 6"/>
                <a:gd name="T67" fmla="*/ 47 h 80"/>
                <a:gd name="T68" fmla="*/ 4 w 6"/>
                <a:gd name="T69" fmla="*/ 44 h 80"/>
                <a:gd name="T70" fmla="*/ 4 w 6"/>
                <a:gd name="T71" fmla="*/ 38 h 80"/>
                <a:gd name="T72" fmla="*/ 4 w 6"/>
                <a:gd name="T73" fmla="*/ 39 h 80"/>
                <a:gd name="T74" fmla="*/ 4 w 6"/>
                <a:gd name="T75" fmla="*/ 47 h 80"/>
                <a:gd name="T76" fmla="*/ 4 w 6"/>
                <a:gd name="T77" fmla="*/ 50 h 80"/>
                <a:gd name="T78" fmla="*/ 5 w 6"/>
                <a:gd name="T79" fmla="*/ 54 h 80"/>
                <a:gd name="T80" fmla="*/ 5 w 6"/>
                <a:gd name="T81" fmla="*/ 59 h 80"/>
                <a:gd name="T82" fmla="*/ 5 w 6"/>
                <a:gd name="T83" fmla="*/ 58 h 80"/>
                <a:gd name="T84" fmla="*/ 5 w 6"/>
                <a:gd name="T85" fmla="*/ 53 h 80"/>
                <a:gd name="T86" fmla="*/ 5 w 6"/>
                <a:gd name="T87" fmla="*/ 59 h 80"/>
                <a:gd name="T88" fmla="*/ 5 w 6"/>
                <a:gd name="T89" fmla="*/ 72 h 80"/>
                <a:gd name="T90" fmla="*/ 5 w 6"/>
                <a:gd name="T91" fmla="*/ 70 h 80"/>
                <a:gd name="T92" fmla="*/ 5 w 6"/>
                <a:gd name="T93" fmla="*/ 49 h 80"/>
                <a:gd name="T94" fmla="*/ 5 w 6"/>
                <a:gd name="T95" fmla="*/ 32 h 80"/>
                <a:gd name="T96" fmla="*/ 6 w 6"/>
                <a:gd name="T97" fmla="*/ 23 h 80"/>
                <a:gd name="T98" fmla="*/ 6 w 6"/>
                <a:gd name="T99" fmla="*/ 12 h 80"/>
                <a:gd name="T100" fmla="*/ 6 w 6"/>
                <a:gd name="T101" fmla="*/ 2 h 80"/>
                <a:gd name="T102" fmla="*/ 6 w 6"/>
                <a:gd name="T10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0">
                  <a:moveTo>
                    <a:pt x="0" y="52"/>
                  </a:moveTo>
                  <a:lnTo>
                    <a:pt x="0" y="64"/>
                  </a:lnTo>
                  <a:lnTo>
                    <a:pt x="0" y="68"/>
                  </a:lnTo>
                  <a:lnTo>
                    <a:pt x="0" y="61"/>
                  </a:lnTo>
                  <a:lnTo>
                    <a:pt x="0" y="56"/>
                  </a:lnTo>
                  <a:lnTo>
                    <a:pt x="0" y="60"/>
                  </a:lnTo>
                  <a:lnTo>
                    <a:pt x="0" y="71"/>
                  </a:lnTo>
                  <a:lnTo>
                    <a:pt x="0" y="80"/>
                  </a:lnTo>
                  <a:lnTo>
                    <a:pt x="1" y="75"/>
                  </a:lnTo>
                  <a:lnTo>
                    <a:pt x="1" y="58"/>
                  </a:lnTo>
                  <a:lnTo>
                    <a:pt x="1" y="42"/>
                  </a:lnTo>
                  <a:lnTo>
                    <a:pt x="1" y="43"/>
                  </a:lnTo>
                  <a:lnTo>
                    <a:pt x="1" y="53"/>
                  </a:lnTo>
                  <a:lnTo>
                    <a:pt x="1" y="54"/>
                  </a:lnTo>
                  <a:lnTo>
                    <a:pt x="1" y="46"/>
                  </a:lnTo>
                  <a:lnTo>
                    <a:pt x="2" y="44"/>
                  </a:lnTo>
                  <a:lnTo>
                    <a:pt x="2" y="51"/>
                  </a:lnTo>
                  <a:lnTo>
                    <a:pt x="2" y="55"/>
                  </a:lnTo>
                  <a:lnTo>
                    <a:pt x="2" y="53"/>
                  </a:lnTo>
                  <a:lnTo>
                    <a:pt x="2" y="47"/>
                  </a:lnTo>
                  <a:lnTo>
                    <a:pt x="2" y="48"/>
                  </a:lnTo>
                  <a:lnTo>
                    <a:pt x="2" y="60"/>
                  </a:lnTo>
                  <a:lnTo>
                    <a:pt x="2" y="73"/>
                  </a:lnTo>
                  <a:lnTo>
                    <a:pt x="2" y="73"/>
                  </a:lnTo>
                  <a:lnTo>
                    <a:pt x="3" y="68"/>
                  </a:lnTo>
                  <a:lnTo>
                    <a:pt x="3" y="66"/>
                  </a:lnTo>
                  <a:lnTo>
                    <a:pt x="3" y="67"/>
                  </a:lnTo>
                  <a:lnTo>
                    <a:pt x="3" y="63"/>
                  </a:lnTo>
                  <a:lnTo>
                    <a:pt x="3" y="58"/>
                  </a:lnTo>
                  <a:lnTo>
                    <a:pt x="3" y="57"/>
                  </a:lnTo>
                  <a:lnTo>
                    <a:pt x="4" y="53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4" y="47"/>
                  </a:lnTo>
                  <a:lnTo>
                    <a:pt x="4" y="44"/>
                  </a:lnTo>
                  <a:lnTo>
                    <a:pt x="4" y="38"/>
                  </a:lnTo>
                  <a:lnTo>
                    <a:pt x="4" y="39"/>
                  </a:lnTo>
                  <a:lnTo>
                    <a:pt x="4" y="47"/>
                  </a:lnTo>
                  <a:lnTo>
                    <a:pt x="4" y="50"/>
                  </a:lnTo>
                  <a:lnTo>
                    <a:pt x="5" y="54"/>
                  </a:lnTo>
                  <a:lnTo>
                    <a:pt x="5" y="59"/>
                  </a:lnTo>
                  <a:lnTo>
                    <a:pt x="5" y="58"/>
                  </a:lnTo>
                  <a:lnTo>
                    <a:pt x="5" y="53"/>
                  </a:lnTo>
                  <a:lnTo>
                    <a:pt x="5" y="59"/>
                  </a:lnTo>
                  <a:lnTo>
                    <a:pt x="5" y="72"/>
                  </a:lnTo>
                  <a:lnTo>
                    <a:pt x="5" y="70"/>
                  </a:lnTo>
                  <a:lnTo>
                    <a:pt x="5" y="49"/>
                  </a:lnTo>
                  <a:lnTo>
                    <a:pt x="5" y="32"/>
                  </a:lnTo>
                  <a:lnTo>
                    <a:pt x="6" y="23"/>
                  </a:lnTo>
                  <a:lnTo>
                    <a:pt x="6" y="12"/>
                  </a:lnTo>
                  <a:lnTo>
                    <a:pt x="6" y="2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9" name="Freeform 1030"/>
            <p:cNvSpPr/>
            <p:nvPr/>
          </p:nvSpPr>
          <p:spPr bwMode="auto">
            <a:xfrm>
              <a:off x="3870325" y="4586288"/>
              <a:ext cx="9525" cy="169863"/>
            </a:xfrm>
            <a:custGeom>
              <a:avLst/>
              <a:gdLst>
                <a:gd name="T0" fmla="*/ 0 w 6"/>
                <a:gd name="T1" fmla="*/ 38 h 107"/>
                <a:gd name="T2" fmla="*/ 0 w 6"/>
                <a:gd name="T3" fmla="*/ 36 h 107"/>
                <a:gd name="T4" fmla="*/ 0 w 6"/>
                <a:gd name="T5" fmla="*/ 39 h 107"/>
                <a:gd name="T6" fmla="*/ 0 w 6"/>
                <a:gd name="T7" fmla="*/ 47 h 107"/>
                <a:gd name="T8" fmla="*/ 1 w 6"/>
                <a:gd name="T9" fmla="*/ 66 h 107"/>
                <a:gd name="T10" fmla="*/ 1 w 6"/>
                <a:gd name="T11" fmla="*/ 87 h 107"/>
                <a:gd name="T12" fmla="*/ 1 w 6"/>
                <a:gd name="T13" fmla="*/ 98 h 107"/>
                <a:gd name="T14" fmla="*/ 1 w 6"/>
                <a:gd name="T15" fmla="*/ 102 h 107"/>
                <a:gd name="T16" fmla="*/ 1 w 6"/>
                <a:gd name="T17" fmla="*/ 106 h 107"/>
                <a:gd name="T18" fmla="*/ 1 w 6"/>
                <a:gd name="T19" fmla="*/ 107 h 107"/>
                <a:gd name="T20" fmla="*/ 1 w 6"/>
                <a:gd name="T21" fmla="*/ 96 h 107"/>
                <a:gd name="T22" fmla="*/ 1 w 6"/>
                <a:gd name="T23" fmla="*/ 74 h 107"/>
                <a:gd name="T24" fmla="*/ 1 w 6"/>
                <a:gd name="T25" fmla="*/ 50 h 107"/>
                <a:gd name="T26" fmla="*/ 2 w 6"/>
                <a:gd name="T27" fmla="*/ 38 h 107"/>
                <a:gd name="T28" fmla="*/ 2 w 6"/>
                <a:gd name="T29" fmla="*/ 42 h 107"/>
                <a:gd name="T30" fmla="*/ 2 w 6"/>
                <a:gd name="T31" fmla="*/ 48 h 107"/>
                <a:gd name="T32" fmla="*/ 2 w 6"/>
                <a:gd name="T33" fmla="*/ 46 h 107"/>
                <a:gd name="T34" fmla="*/ 2 w 6"/>
                <a:gd name="T35" fmla="*/ 39 h 107"/>
                <a:gd name="T36" fmla="*/ 2 w 6"/>
                <a:gd name="T37" fmla="*/ 38 h 107"/>
                <a:gd name="T38" fmla="*/ 3 w 6"/>
                <a:gd name="T39" fmla="*/ 40 h 107"/>
                <a:gd name="T40" fmla="*/ 3 w 6"/>
                <a:gd name="T41" fmla="*/ 35 h 107"/>
                <a:gd name="T42" fmla="*/ 3 w 6"/>
                <a:gd name="T43" fmla="*/ 29 h 107"/>
                <a:gd name="T44" fmla="*/ 3 w 6"/>
                <a:gd name="T45" fmla="*/ 28 h 107"/>
                <a:gd name="T46" fmla="*/ 3 w 6"/>
                <a:gd name="T47" fmla="*/ 30 h 107"/>
                <a:gd name="T48" fmla="*/ 3 w 6"/>
                <a:gd name="T49" fmla="*/ 38 h 107"/>
                <a:gd name="T50" fmla="*/ 3 w 6"/>
                <a:gd name="T51" fmla="*/ 53 h 107"/>
                <a:gd name="T52" fmla="*/ 3 w 6"/>
                <a:gd name="T53" fmla="*/ 67 h 107"/>
                <a:gd name="T54" fmla="*/ 3 w 6"/>
                <a:gd name="T55" fmla="*/ 70 h 107"/>
                <a:gd name="T56" fmla="*/ 3 w 6"/>
                <a:gd name="T57" fmla="*/ 64 h 107"/>
                <a:gd name="T58" fmla="*/ 4 w 6"/>
                <a:gd name="T59" fmla="*/ 53 h 107"/>
                <a:gd name="T60" fmla="*/ 4 w 6"/>
                <a:gd name="T61" fmla="*/ 37 h 107"/>
                <a:gd name="T62" fmla="*/ 4 w 6"/>
                <a:gd name="T63" fmla="*/ 21 h 107"/>
                <a:gd name="T64" fmla="*/ 4 w 6"/>
                <a:gd name="T65" fmla="*/ 14 h 107"/>
                <a:gd name="T66" fmla="*/ 4 w 6"/>
                <a:gd name="T67" fmla="*/ 11 h 107"/>
                <a:gd name="T68" fmla="*/ 4 w 6"/>
                <a:gd name="T69" fmla="*/ 13 h 107"/>
                <a:gd name="T70" fmla="*/ 4 w 6"/>
                <a:gd name="T71" fmla="*/ 19 h 107"/>
                <a:gd name="T72" fmla="*/ 4 w 6"/>
                <a:gd name="T73" fmla="*/ 25 h 107"/>
                <a:gd name="T74" fmla="*/ 4 w 6"/>
                <a:gd name="T75" fmla="*/ 26 h 107"/>
                <a:gd name="T76" fmla="*/ 5 w 6"/>
                <a:gd name="T77" fmla="*/ 27 h 107"/>
                <a:gd name="T78" fmla="*/ 5 w 6"/>
                <a:gd name="T79" fmla="*/ 32 h 107"/>
                <a:gd name="T80" fmla="*/ 5 w 6"/>
                <a:gd name="T81" fmla="*/ 33 h 107"/>
                <a:gd name="T82" fmla="*/ 5 w 6"/>
                <a:gd name="T83" fmla="*/ 28 h 107"/>
                <a:gd name="T84" fmla="*/ 5 w 6"/>
                <a:gd name="T85" fmla="*/ 25 h 107"/>
                <a:gd name="T86" fmla="*/ 5 w 6"/>
                <a:gd name="T87" fmla="*/ 25 h 107"/>
                <a:gd name="T88" fmla="*/ 6 w 6"/>
                <a:gd name="T89" fmla="*/ 17 h 107"/>
                <a:gd name="T90" fmla="*/ 6 w 6"/>
                <a:gd name="T91" fmla="*/ 5 h 107"/>
                <a:gd name="T92" fmla="*/ 6 w 6"/>
                <a:gd name="T93" fmla="*/ 0 h 107"/>
                <a:gd name="T94" fmla="*/ 6 w 6"/>
                <a:gd name="T95" fmla="*/ 0 h 107"/>
                <a:gd name="T96" fmla="*/ 6 w 6"/>
                <a:gd name="T97" fmla="*/ 4 h 107"/>
                <a:gd name="T98" fmla="*/ 6 w 6"/>
                <a:gd name="T99" fmla="*/ 20 h 107"/>
                <a:gd name="T100" fmla="*/ 6 w 6"/>
                <a:gd name="T101" fmla="*/ 41 h 107"/>
                <a:gd name="T102" fmla="*/ 6 w 6"/>
                <a:gd name="T103" fmla="*/ 4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07">
                  <a:moveTo>
                    <a:pt x="0" y="38"/>
                  </a:moveTo>
                  <a:lnTo>
                    <a:pt x="0" y="36"/>
                  </a:lnTo>
                  <a:lnTo>
                    <a:pt x="0" y="39"/>
                  </a:lnTo>
                  <a:lnTo>
                    <a:pt x="0" y="47"/>
                  </a:lnTo>
                  <a:lnTo>
                    <a:pt x="1" y="66"/>
                  </a:lnTo>
                  <a:lnTo>
                    <a:pt x="1" y="87"/>
                  </a:lnTo>
                  <a:lnTo>
                    <a:pt x="1" y="98"/>
                  </a:lnTo>
                  <a:lnTo>
                    <a:pt x="1" y="102"/>
                  </a:lnTo>
                  <a:lnTo>
                    <a:pt x="1" y="106"/>
                  </a:lnTo>
                  <a:lnTo>
                    <a:pt x="1" y="107"/>
                  </a:lnTo>
                  <a:lnTo>
                    <a:pt x="1" y="96"/>
                  </a:lnTo>
                  <a:lnTo>
                    <a:pt x="1" y="74"/>
                  </a:lnTo>
                  <a:lnTo>
                    <a:pt x="1" y="50"/>
                  </a:lnTo>
                  <a:lnTo>
                    <a:pt x="2" y="38"/>
                  </a:lnTo>
                  <a:lnTo>
                    <a:pt x="2" y="42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2" y="39"/>
                  </a:lnTo>
                  <a:lnTo>
                    <a:pt x="2" y="38"/>
                  </a:lnTo>
                  <a:lnTo>
                    <a:pt x="3" y="40"/>
                  </a:lnTo>
                  <a:lnTo>
                    <a:pt x="3" y="35"/>
                  </a:lnTo>
                  <a:lnTo>
                    <a:pt x="3" y="29"/>
                  </a:lnTo>
                  <a:lnTo>
                    <a:pt x="3" y="28"/>
                  </a:lnTo>
                  <a:lnTo>
                    <a:pt x="3" y="30"/>
                  </a:lnTo>
                  <a:lnTo>
                    <a:pt x="3" y="38"/>
                  </a:lnTo>
                  <a:lnTo>
                    <a:pt x="3" y="53"/>
                  </a:lnTo>
                  <a:lnTo>
                    <a:pt x="3" y="67"/>
                  </a:lnTo>
                  <a:lnTo>
                    <a:pt x="3" y="70"/>
                  </a:lnTo>
                  <a:lnTo>
                    <a:pt x="3" y="64"/>
                  </a:lnTo>
                  <a:lnTo>
                    <a:pt x="4" y="53"/>
                  </a:lnTo>
                  <a:lnTo>
                    <a:pt x="4" y="37"/>
                  </a:lnTo>
                  <a:lnTo>
                    <a:pt x="4" y="21"/>
                  </a:lnTo>
                  <a:lnTo>
                    <a:pt x="4" y="14"/>
                  </a:lnTo>
                  <a:lnTo>
                    <a:pt x="4" y="11"/>
                  </a:lnTo>
                  <a:lnTo>
                    <a:pt x="4" y="13"/>
                  </a:lnTo>
                  <a:lnTo>
                    <a:pt x="4" y="19"/>
                  </a:lnTo>
                  <a:lnTo>
                    <a:pt x="4" y="25"/>
                  </a:lnTo>
                  <a:lnTo>
                    <a:pt x="4" y="26"/>
                  </a:lnTo>
                  <a:lnTo>
                    <a:pt x="5" y="27"/>
                  </a:lnTo>
                  <a:lnTo>
                    <a:pt x="5" y="32"/>
                  </a:lnTo>
                  <a:lnTo>
                    <a:pt x="5" y="33"/>
                  </a:lnTo>
                  <a:lnTo>
                    <a:pt x="5" y="28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6" y="17"/>
                  </a:lnTo>
                  <a:lnTo>
                    <a:pt x="6" y="5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4"/>
                  </a:lnTo>
                  <a:lnTo>
                    <a:pt x="6" y="20"/>
                  </a:lnTo>
                  <a:lnTo>
                    <a:pt x="6" y="41"/>
                  </a:lnTo>
                  <a:lnTo>
                    <a:pt x="6" y="4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0" name="Freeform 1031"/>
            <p:cNvSpPr/>
            <p:nvPr/>
          </p:nvSpPr>
          <p:spPr bwMode="auto">
            <a:xfrm>
              <a:off x="3879850" y="4619626"/>
              <a:ext cx="11113" cy="147638"/>
            </a:xfrm>
            <a:custGeom>
              <a:avLst/>
              <a:gdLst>
                <a:gd name="T0" fmla="*/ 0 w 7"/>
                <a:gd name="T1" fmla="*/ 20 h 93"/>
                <a:gd name="T2" fmla="*/ 0 w 7"/>
                <a:gd name="T3" fmla="*/ 25 h 93"/>
                <a:gd name="T4" fmla="*/ 0 w 7"/>
                <a:gd name="T5" fmla="*/ 17 h 93"/>
                <a:gd name="T6" fmla="*/ 1 w 7"/>
                <a:gd name="T7" fmla="*/ 20 h 93"/>
                <a:gd name="T8" fmla="*/ 1 w 7"/>
                <a:gd name="T9" fmla="*/ 38 h 93"/>
                <a:gd name="T10" fmla="*/ 1 w 7"/>
                <a:gd name="T11" fmla="*/ 49 h 93"/>
                <a:gd name="T12" fmla="*/ 1 w 7"/>
                <a:gd name="T13" fmla="*/ 48 h 93"/>
                <a:gd name="T14" fmla="*/ 1 w 7"/>
                <a:gd name="T15" fmla="*/ 48 h 93"/>
                <a:gd name="T16" fmla="*/ 1 w 7"/>
                <a:gd name="T17" fmla="*/ 53 h 93"/>
                <a:gd name="T18" fmla="*/ 2 w 7"/>
                <a:gd name="T19" fmla="*/ 52 h 93"/>
                <a:gd name="T20" fmla="*/ 2 w 7"/>
                <a:gd name="T21" fmla="*/ 41 h 93"/>
                <a:gd name="T22" fmla="*/ 2 w 7"/>
                <a:gd name="T23" fmla="*/ 23 h 93"/>
                <a:gd name="T24" fmla="*/ 2 w 7"/>
                <a:gd name="T25" fmla="*/ 6 h 93"/>
                <a:gd name="T26" fmla="*/ 2 w 7"/>
                <a:gd name="T27" fmla="*/ 0 h 93"/>
                <a:gd name="T28" fmla="*/ 2 w 7"/>
                <a:gd name="T29" fmla="*/ 15 h 93"/>
                <a:gd name="T30" fmla="*/ 2 w 7"/>
                <a:gd name="T31" fmla="*/ 34 h 93"/>
                <a:gd name="T32" fmla="*/ 2 w 7"/>
                <a:gd name="T33" fmla="*/ 41 h 93"/>
                <a:gd name="T34" fmla="*/ 2 w 7"/>
                <a:gd name="T35" fmla="*/ 39 h 93"/>
                <a:gd name="T36" fmla="*/ 3 w 7"/>
                <a:gd name="T37" fmla="*/ 41 h 93"/>
                <a:gd name="T38" fmla="*/ 3 w 7"/>
                <a:gd name="T39" fmla="*/ 45 h 93"/>
                <a:gd name="T40" fmla="*/ 3 w 7"/>
                <a:gd name="T41" fmla="*/ 46 h 93"/>
                <a:gd name="T42" fmla="*/ 3 w 7"/>
                <a:gd name="T43" fmla="*/ 46 h 93"/>
                <a:gd name="T44" fmla="*/ 3 w 7"/>
                <a:gd name="T45" fmla="*/ 54 h 93"/>
                <a:gd name="T46" fmla="*/ 3 w 7"/>
                <a:gd name="T47" fmla="*/ 64 h 93"/>
                <a:gd name="T48" fmla="*/ 3 w 7"/>
                <a:gd name="T49" fmla="*/ 64 h 93"/>
                <a:gd name="T50" fmla="*/ 3 w 7"/>
                <a:gd name="T51" fmla="*/ 60 h 93"/>
                <a:gd name="T52" fmla="*/ 3 w 7"/>
                <a:gd name="T53" fmla="*/ 66 h 93"/>
                <a:gd name="T54" fmla="*/ 4 w 7"/>
                <a:gd name="T55" fmla="*/ 77 h 93"/>
                <a:gd name="T56" fmla="*/ 4 w 7"/>
                <a:gd name="T57" fmla="*/ 81 h 93"/>
                <a:gd name="T58" fmla="*/ 4 w 7"/>
                <a:gd name="T59" fmla="*/ 80 h 93"/>
                <a:gd name="T60" fmla="*/ 4 w 7"/>
                <a:gd name="T61" fmla="*/ 83 h 93"/>
                <a:gd name="T62" fmla="*/ 4 w 7"/>
                <a:gd name="T63" fmla="*/ 85 h 93"/>
                <a:gd name="T64" fmla="*/ 4 w 7"/>
                <a:gd name="T65" fmla="*/ 85 h 93"/>
                <a:gd name="T66" fmla="*/ 5 w 7"/>
                <a:gd name="T67" fmla="*/ 87 h 93"/>
                <a:gd name="T68" fmla="*/ 5 w 7"/>
                <a:gd name="T69" fmla="*/ 93 h 93"/>
                <a:gd name="T70" fmla="*/ 5 w 7"/>
                <a:gd name="T71" fmla="*/ 92 h 93"/>
                <a:gd name="T72" fmla="*/ 5 w 7"/>
                <a:gd name="T73" fmla="*/ 83 h 93"/>
                <a:gd name="T74" fmla="*/ 5 w 7"/>
                <a:gd name="T75" fmla="*/ 73 h 93"/>
                <a:gd name="T76" fmla="*/ 5 w 7"/>
                <a:gd name="T77" fmla="*/ 61 h 93"/>
                <a:gd name="T78" fmla="*/ 5 w 7"/>
                <a:gd name="T79" fmla="*/ 51 h 93"/>
                <a:gd name="T80" fmla="*/ 5 w 7"/>
                <a:gd name="T81" fmla="*/ 55 h 93"/>
                <a:gd name="T82" fmla="*/ 5 w 7"/>
                <a:gd name="T83" fmla="*/ 73 h 93"/>
                <a:gd name="T84" fmla="*/ 5 w 7"/>
                <a:gd name="T85" fmla="*/ 84 h 93"/>
                <a:gd name="T86" fmla="*/ 6 w 7"/>
                <a:gd name="T87" fmla="*/ 77 h 93"/>
                <a:gd name="T88" fmla="*/ 6 w 7"/>
                <a:gd name="T89" fmla="*/ 71 h 93"/>
                <a:gd name="T90" fmla="*/ 6 w 7"/>
                <a:gd name="T91" fmla="*/ 75 h 93"/>
                <a:gd name="T92" fmla="*/ 6 w 7"/>
                <a:gd name="T93" fmla="*/ 81 h 93"/>
                <a:gd name="T94" fmla="*/ 6 w 7"/>
                <a:gd name="T95" fmla="*/ 85 h 93"/>
                <a:gd name="T96" fmla="*/ 6 w 7"/>
                <a:gd name="T97" fmla="*/ 87 h 93"/>
                <a:gd name="T98" fmla="*/ 7 w 7"/>
                <a:gd name="T99" fmla="*/ 86 h 93"/>
                <a:gd name="T100" fmla="*/ 7 w 7"/>
                <a:gd name="T101" fmla="*/ 85 h 93"/>
                <a:gd name="T102" fmla="*/ 7 w 7"/>
                <a:gd name="T103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3">
                  <a:moveTo>
                    <a:pt x="0" y="20"/>
                  </a:moveTo>
                  <a:lnTo>
                    <a:pt x="0" y="25"/>
                  </a:lnTo>
                  <a:lnTo>
                    <a:pt x="0" y="17"/>
                  </a:lnTo>
                  <a:lnTo>
                    <a:pt x="1" y="20"/>
                  </a:lnTo>
                  <a:lnTo>
                    <a:pt x="1" y="38"/>
                  </a:lnTo>
                  <a:lnTo>
                    <a:pt x="1" y="49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53"/>
                  </a:lnTo>
                  <a:lnTo>
                    <a:pt x="2" y="52"/>
                  </a:lnTo>
                  <a:lnTo>
                    <a:pt x="2" y="41"/>
                  </a:lnTo>
                  <a:lnTo>
                    <a:pt x="2" y="23"/>
                  </a:lnTo>
                  <a:lnTo>
                    <a:pt x="2" y="6"/>
                  </a:lnTo>
                  <a:lnTo>
                    <a:pt x="2" y="0"/>
                  </a:lnTo>
                  <a:lnTo>
                    <a:pt x="2" y="15"/>
                  </a:lnTo>
                  <a:lnTo>
                    <a:pt x="2" y="34"/>
                  </a:lnTo>
                  <a:lnTo>
                    <a:pt x="2" y="41"/>
                  </a:lnTo>
                  <a:lnTo>
                    <a:pt x="2" y="39"/>
                  </a:lnTo>
                  <a:lnTo>
                    <a:pt x="3" y="41"/>
                  </a:lnTo>
                  <a:lnTo>
                    <a:pt x="3" y="45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54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3" y="60"/>
                  </a:lnTo>
                  <a:lnTo>
                    <a:pt x="3" y="66"/>
                  </a:lnTo>
                  <a:lnTo>
                    <a:pt x="4" y="77"/>
                  </a:lnTo>
                  <a:lnTo>
                    <a:pt x="4" y="81"/>
                  </a:lnTo>
                  <a:lnTo>
                    <a:pt x="4" y="80"/>
                  </a:lnTo>
                  <a:lnTo>
                    <a:pt x="4" y="83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5" y="87"/>
                  </a:lnTo>
                  <a:lnTo>
                    <a:pt x="5" y="93"/>
                  </a:lnTo>
                  <a:lnTo>
                    <a:pt x="5" y="92"/>
                  </a:lnTo>
                  <a:lnTo>
                    <a:pt x="5" y="83"/>
                  </a:lnTo>
                  <a:lnTo>
                    <a:pt x="5" y="73"/>
                  </a:lnTo>
                  <a:lnTo>
                    <a:pt x="5" y="61"/>
                  </a:lnTo>
                  <a:lnTo>
                    <a:pt x="5" y="51"/>
                  </a:lnTo>
                  <a:lnTo>
                    <a:pt x="5" y="55"/>
                  </a:lnTo>
                  <a:lnTo>
                    <a:pt x="5" y="73"/>
                  </a:lnTo>
                  <a:lnTo>
                    <a:pt x="5" y="84"/>
                  </a:lnTo>
                  <a:lnTo>
                    <a:pt x="6" y="77"/>
                  </a:lnTo>
                  <a:lnTo>
                    <a:pt x="6" y="71"/>
                  </a:lnTo>
                  <a:lnTo>
                    <a:pt x="6" y="75"/>
                  </a:lnTo>
                  <a:lnTo>
                    <a:pt x="6" y="81"/>
                  </a:lnTo>
                  <a:lnTo>
                    <a:pt x="6" y="85"/>
                  </a:lnTo>
                  <a:lnTo>
                    <a:pt x="6" y="87"/>
                  </a:lnTo>
                  <a:lnTo>
                    <a:pt x="7" y="86"/>
                  </a:lnTo>
                  <a:lnTo>
                    <a:pt x="7" y="85"/>
                  </a:lnTo>
                  <a:lnTo>
                    <a:pt x="7" y="9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1" name="Freeform 1032"/>
            <p:cNvSpPr/>
            <p:nvPr/>
          </p:nvSpPr>
          <p:spPr bwMode="auto">
            <a:xfrm>
              <a:off x="3890963" y="4625976"/>
              <a:ext cx="9525" cy="177800"/>
            </a:xfrm>
            <a:custGeom>
              <a:avLst/>
              <a:gdLst>
                <a:gd name="T0" fmla="*/ 0 w 6"/>
                <a:gd name="T1" fmla="*/ 81 h 112"/>
                <a:gd name="T2" fmla="*/ 0 w 6"/>
                <a:gd name="T3" fmla="*/ 87 h 112"/>
                <a:gd name="T4" fmla="*/ 0 w 6"/>
                <a:gd name="T5" fmla="*/ 100 h 112"/>
                <a:gd name="T6" fmla="*/ 0 w 6"/>
                <a:gd name="T7" fmla="*/ 104 h 112"/>
                <a:gd name="T8" fmla="*/ 0 w 6"/>
                <a:gd name="T9" fmla="*/ 99 h 112"/>
                <a:gd name="T10" fmla="*/ 0 w 6"/>
                <a:gd name="T11" fmla="*/ 101 h 112"/>
                <a:gd name="T12" fmla="*/ 0 w 6"/>
                <a:gd name="T13" fmla="*/ 105 h 112"/>
                <a:gd name="T14" fmla="*/ 0 w 6"/>
                <a:gd name="T15" fmla="*/ 100 h 112"/>
                <a:gd name="T16" fmla="*/ 1 w 6"/>
                <a:gd name="T17" fmla="*/ 92 h 112"/>
                <a:gd name="T18" fmla="*/ 1 w 6"/>
                <a:gd name="T19" fmla="*/ 84 h 112"/>
                <a:gd name="T20" fmla="*/ 1 w 6"/>
                <a:gd name="T21" fmla="*/ 63 h 112"/>
                <a:gd name="T22" fmla="*/ 1 w 6"/>
                <a:gd name="T23" fmla="*/ 35 h 112"/>
                <a:gd name="T24" fmla="*/ 1 w 6"/>
                <a:gd name="T25" fmla="*/ 28 h 112"/>
                <a:gd name="T26" fmla="*/ 1 w 6"/>
                <a:gd name="T27" fmla="*/ 42 h 112"/>
                <a:gd name="T28" fmla="*/ 1 w 6"/>
                <a:gd name="T29" fmla="*/ 51 h 112"/>
                <a:gd name="T30" fmla="*/ 1 w 6"/>
                <a:gd name="T31" fmla="*/ 57 h 112"/>
                <a:gd name="T32" fmla="*/ 1 w 6"/>
                <a:gd name="T33" fmla="*/ 77 h 112"/>
                <a:gd name="T34" fmla="*/ 2 w 6"/>
                <a:gd name="T35" fmla="*/ 100 h 112"/>
                <a:gd name="T36" fmla="*/ 2 w 6"/>
                <a:gd name="T37" fmla="*/ 107 h 112"/>
                <a:gd name="T38" fmla="*/ 2 w 6"/>
                <a:gd name="T39" fmla="*/ 108 h 112"/>
                <a:gd name="T40" fmla="*/ 2 w 6"/>
                <a:gd name="T41" fmla="*/ 112 h 112"/>
                <a:gd name="T42" fmla="*/ 2 w 6"/>
                <a:gd name="T43" fmla="*/ 111 h 112"/>
                <a:gd name="T44" fmla="*/ 2 w 6"/>
                <a:gd name="T45" fmla="*/ 101 h 112"/>
                <a:gd name="T46" fmla="*/ 3 w 6"/>
                <a:gd name="T47" fmla="*/ 89 h 112"/>
                <a:gd name="T48" fmla="*/ 3 w 6"/>
                <a:gd name="T49" fmla="*/ 74 h 112"/>
                <a:gd name="T50" fmla="*/ 3 w 6"/>
                <a:gd name="T51" fmla="*/ 55 h 112"/>
                <a:gd name="T52" fmla="*/ 3 w 6"/>
                <a:gd name="T53" fmla="*/ 45 h 112"/>
                <a:gd name="T54" fmla="*/ 3 w 6"/>
                <a:gd name="T55" fmla="*/ 47 h 112"/>
                <a:gd name="T56" fmla="*/ 3 w 6"/>
                <a:gd name="T57" fmla="*/ 52 h 112"/>
                <a:gd name="T58" fmla="*/ 3 w 6"/>
                <a:gd name="T59" fmla="*/ 54 h 112"/>
                <a:gd name="T60" fmla="*/ 3 w 6"/>
                <a:gd name="T61" fmla="*/ 54 h 112"/>
                <a:gd name="T62" fmla="*/ 3 w 6"/>
                <a:gd name="T63" fmla="*/ 52 h 112"/>
                <a:gd name="T64" fmla="*/ 4 w 6"/>
                <a:gd name="T65" fmla="*/ 47 h 112"/>
                <a:gd name="T66" fmla="*/ 4 w 6"/>
                <a:gd name="T67" fmla="*/ 48 h 112"/>
                <a:gd name="T68" fmla="*/ 4 w 6"/>
                <a:gd name="T69" fmla="*/ 59 h 112"/>
                <a:gd name="T70" fmla="*/ 4 w 6"/>
                <a:gd name="T71" fmla="*/ 72 h 112"/>
                <a:gd name="T72" fmla="*/ 4 w 6"/>
                <a:gd name="T73" fmla="*/ 75 h 112"/>
                <a:gd name="T74" fmla="*/ 4 w 6"/>
                <a:gd name="T75" fmla="*/ 70 h 112"/>
                <a:gd name="T76" fmla="*/ 5 w 6"/>
                <a:gd name="T77" fmla="*/ 69 h 112"/>
                <a:gd name="T78" fmla="*/ 5 w 6"/>
                <a:gd name="T79" fmla="*/ 72 h 112"/>
                <a:gd name="T80" fmla="*/ 5 w 6"/>
                <a:gd name="T81" fmla="*/ 72 h 112"/>
                <a:gd name="T82" fmla="*/ 5 w 6"/>
                <a:gd name="T83" fmla="*/ 64 h 112"/>
                <a:gd name="T84" fmla="*/ 5 w 6"/>
                <a:gd name="T85" fmla="*/ 50 h 112"/>
                <a:gd name="T86" fmla="*/ 5 w 6"/>
                <a:gd name="T87" fmla="*/ 30 h 112"/>
                <a:gd name="T88" fmla="*/ 5 w 6"/>
                <a:gd name="T89" fmla="*/ 9 h 112"/>
                <a:gd name="T90" fmla="*/ 5 w 6"/>
                <a:gd name="T91" fmla="*/ 0 h 112"/>
                <a:gd name="T92" fmla="*/ 5 w 6"/>
                <a:gd name="T93" fmla="*/ 9 h 112"/>
                <a:gd name="T94" fmla="*/ 6 w 6"/>
                <a:gd name="T95" fmla="*/ 23 h 112"/>
                <a:gd name="T96" fmla="*/ 6 w 6"/>
                <a:gd name="T97" fmla="*/ 28 h 112"/>
                <a:gd name="T98" fmla="*/ 6 w 6"/>
                <a:gd name="T99" fmla="*/ 34 h 112"/>
                <a:gd name="T100" fmla="*/ 6 w 6"/>
                <a:gd name="T101" fmla="*/ 52 h 112"/>
                <a:gd name="T102" fmla="*/ 6 w 6"/>
                <a:gd name="T103" fmla="*/ 6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12">
                  <a:moveTo>
                    <a:pt x="0" y="81"/>
                  </a:moveTo>
                  <a:lnTo>
                    <a:pt x="0" y="87"/>
                  </a:lnTo>
                  <a:lnTo>
                    <a:pt x="0" y="100"/>
                  </a:lnTo>
                  <a:lnTo>
                    <a:pt x="0" y="104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0" y="105"/>
                  </a:lnTo>
                  <a:lnTo>
                    <a:pt x="0" y="100"/>
                  </a:lnTo>
                  <a:lnTo>
                    <a:pt x="1" y="92"/>
                  </a:lnTo>
                  <a:lnTo>
                    <a:pt x="1" y="84"/>
                  </a:lnTo>
                  <a:lnTo>
                    <a:pt x="1" y="63"/>
                  </a:lnTo>
                  <a:lnTo>
                    <a:pt x="1" y="35"/>
                  </a:lnTo>
                  <a:lnTo>
                    <a:pt x="1" y="28"/>
                  </a:lnTo>
                  <a:lnTo>
                    <a:pt x="1" y="42"/>
                  </a:lnTo>
                  <a:lnTo>
                    <a:pt x="1" y="51"/>
                  </a:lnTo>
                  <a:lnTo>
                    <a:pt x="1" y="57"/>
                  </a:lnTo>
                  <a:lnTo>
                    <a:pt x="1" y="77"/>
                  </a:lnTo>
                  <a:lnTo>
                    <a:pt x="2" y="100"/>
                  </a:lnTo>
                  <a:lnTo>
                    <a:pt x="2" y="107"/>
                  </a:lnTo>
                  <a:lnTo>
                    <a:pt x="2" y="108"/>
                  </a:lnTo>
                  <a:lnTo>
                    <a:pt x="2" y="112"/>
                  </a:lnTo>
                  <a:lnTo>
                    <a:pt x="2" y="111"/>
                  </a:lnTo>
                  <a:lnTo>
                    <a:pt x="2" y="101"/>
                  </a:lnTo>
                  <a:lnTo>
                    <a:pt x="3" y="89"/>
                  </a:lnTo>
                  <a:lnTo>
                    <a:pt x="3" y="74"/>
                  </a:lnTo>
                  <a:lnTo>
                    <a:pt x="3" y="55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3" y="52"/>
                  </a:lnTo>
                  <a:lnTo>
                    <a:pt x="3" y="54"/>
                  </a:lnTo>
                  <a:lnTo>
                    <a:pt x="3" y="54"/>
                  </a:lnTo>
                  <a:lnTo>
                    <a:pt x="3" y="52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4" y="59"/>
                  </a:lnTo>
                  <a:lnTo>
                    <a:pt x="4" y="72"/>
                  </a:lnTo>
                  <a:lnTo>
                    <a:pt x="4" y="75"/>
                  </a:lnTo>
                  <a:lnTo>
                    <a:pt x="4" y="70"/>
                  </a:lnTo>
                  <a:lnTo>
                    <a:pt x="5" y="69"/>
                  </a:lnTo>
                  <a:lnTo>
                    <a:pt x="5" y="72"/>
                  </a:lnTo>
                  <a:lnTo>
                    <a:pt x="5" y="72"/>
                  </a:lnTo>
                  <a:lnTo>
                    <a:pt x="5" y="64"/>
                  </a:lnTo>
                  <a:lnTo>
                    <a:pt x="5" y="50"/>
                  </a:lnTo>
                  <a:lnTo>
                    <a:pt x="5" y="30"/>
                  </a:lnTo>
                  <a:lnTo>
                    <a:pt x="5" y="9"/>
                  </a:lnTo>
                  <a:lnTo>
                    <a:pt x="5" y="0"/>
                  </a:lnTo>
                  <a:lnTo>
                    <a:pt x="5" y="9"/>
                  </a:lnTo>
                  <a:lnTo>
                    <a:pt x="6" y="23"/>
                  </a:lnTo>
                  <a:lnTo>
                    <a:pt x="6" y="28"/>
                  </a:lnTo>
                  <a:lnTo>
                    <a:pt x="6" y="34"/>
                  </a:lnTo>
                  <a:lnTo>
                    <a:pt x="6" y="52"/>
                  </a:lnTo>
                  <a:lnTo>
                    <a:pt x="6" y="6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2" name="Freeform 1033"/>
            <p:cNvSpPr/>
            <p:nvPr/>
          </p:nvSpPr>
          <p:spPr bwMode="auto">
            <a:xfrm>
              <a:off x="3900488" y="4652963"/>
              <a:ext cx="9525" cy="147638"/>
            </a:xfrm>
            <a:custGeom>
              <a:avLst/>
              <a:gdLst>
                <a:gd name="T0" fmla="*/ 0 w 6"/>
                <a:gd name="T1" fmla="*/ 35 h 93"/>
                <a:gd name="T2" fmla="*/ 0 w 6"/>
                <a:gd name="T3" fmla="*/ 50 h 93"/>
                <a:gd name="T4" fmla="*/ 0 w 6"/>
                <a:gd name="T5" fmla="*/ 52 h 93"/>
                <a:gd name="T6" fmla="*/ 0 w 6"/>
                <a:gd name="T7" fmla="*/ 46 h 93"/>
                <a:gd name="T8" fmla="*/ 0 w 6"/>
                <a:gd name="T9" fmla="*/ 43 h 93"/>
                <a:gd name="T10" fmla="*/ 0 w 6"/>
                <a:gd name="T11" fmla="*/ 48 h 93"/>
                <a:gd name="T12" fmla="*/ 1 w 6"/>
                <a:gd name="T13" fmla="*/ 57 h 93"/>
                <a:gd name="T14" fmla="*/ 1 w 6"/>
                <a:gd name="T15" fmla="*/ 60 h 93"/>
                <a:gd name="T16" fmla="*/ 1 w 6"/>
                <a:gd name="T17" fmla="*/ 59 h 93"/>
                <a:gd name="T18" fmla="*/ 1 w 6"/>
                <a:gd name="T19" fmla="*/ 57 h 93"/>
                <a:gd name="T20" fmla="*/ 1 w 6"/>
                <a:gd name="T21" fmla="*/ 53 h 93"/>
                <a:gd name="T22" fmla="*/ 1 w 6"/>
                <a:gd name="T23" fmla="*/ 44 h 93"/>
                <a:gd name="T24" fmla="*/ 1 w 6"/>
                <a:gd name="T25" fmla="*/ 29 h 93"/>
                <a:gd name="T26" fmla="*/ 2 w 6"/>
                <a:gd name="T27" fmla="*/ 13 h 93"/>
                <a:gd name="T28" fmla="*/ 2 w 6"/>
                <a:gd name="T29" fmla="*/ 2 h 93"/>
                <a:gd name="T30" fmla="*/ 2 w 6"/>
                <a:gd name="T31" fmla="*/ 0 h 93"/>
                <a:gd name="T32" fmla="*/ 2 w 6"/>
                <a:gd name="T33" fmla="*/ 3 h 93"/>
                <a:gd name="T34" fmla="*/ 2 w 6"/>
                <a:gd name="T35" fmla="*/ 15 h 93"/>
                <a:gd name="T36" fmla="*/ 2 w 6"/>
                <a:gd name="T37" fmla="*/ 27 h 93"/>
                <a:gd name="T38" fmla="*/ 2 w 6"/>
                <a:gd name="T39" fmla="*/ 34 h 93"/>
                <a:gd name="T40" fmla="*/ 2 w 6"/>
                <a:gd name="T41" fmla="*/ 42 h 93"/>
                <a:gd name="T42" fmla="*/ 2 w 6"/>
                <a:gd name="T43" fmla="*/ 53 h 93"/>
                <a:gd name="T44" fmla="*/ 3 w 6"/>
                <a:gd name="T45" fmla="*/ 52 h 93"/>
                <a:gd name="T46" fmla="*/ 3 w 6"/>
                <a:gd name="T47" fmla="*/ 41 h 93"/>
                <a:gd name="T48" fmla="*/ 3 w 6"/>
                <a:gd name="T49" fmla="*/ 41 h 93"/>
                <a:gd name="T50" fmla="*/ 3 w 6"/>
                <a:gd name="T51" fmla="*/ 60 h 93"/>
                <a:gd name="T52" fmla="*/ 3 w 6"/>
                <a:gd name="T53" fmla="*/ 84 h 93"/>
                <a:gd name="T54" fmla="*/ 3 w 6"/>
                <a:gd name="T55" fmla="*/ 93 h 93"/>
                <a:gd name="T56" fmla="*/ 4 w 6"/>
                <a:gd name="T57" fmla="*/ 83 h 93"/>
                <a:gd name="T58" fmla="*/ 4 w 6"/>
                <a:gd name="T59" fmla="*/ 62 h 93"/>
                <a:gd name="T60" fmla="*/ 4 w 6"/>
                <a:gd name="T61" fmla="*/ 40 h 93"/>
                <a:gd name="T62" fmla="*/ 4 w 6"/>
                <a:gd name="T63" fmla="*/ 26 h 93"/>
                <a:gd name="T64" fmla="*/ 4 w 6"/>
                <a:gd name="T65" fmla="*/ 20 h 93"/>
                <a:gd name="T66" fmla="*/ 4 w 6"/>
                <a:gd name="T67" fmla="*/ 23 h 93"/>
                <a:gd name="T68" fmla="*/ 4 w 6"/>
                <a:gd name="T69" fmla="*/ 33 h 93"/>
                <a:gd name="T70" fmla="*/ 4 w 6"/>
                <a:gd name="T71" fmla="*/ 43 h 93"/>
                <a:gd name="T72" fmla="*/ 4 w 6"/>
                <a:gd name="T73" fmla="*/ 38 h 93"/>
                <a:gd name="T74" fmla="*/ 5 w 6"/>
                <a:gd name="T75" fmla="*/ 22 h 93"/>
                <a:gd name="T76" fmla="*/ 5 w 6"/>
                <a:gd name="T77" fmla="*/ 16 h 93"/>
                <a:gd name="T78" fmla="*/ 5 w 6"/>
                <a:gd name="T79" fmla="*/ 30 h 93"/>
                <a:gd name="T80" fmla="*/ 5 w 6"/>
                <a:gd name="T81" fmla="*/ 50 h 93"/>
                <a:gd name="T82" fmla="*/ 5 w 6"/>
                <a:gd name="T83" fmla="*/ 62 h 93"/>
                <a:gd name="T84" fmla="*/ 5 w 6"/>
                <a:gd name="T85" fmla="*/ 64 h 93"/>
                <a:gd name="T86" fmla="*/ 6 w 6"/>
                <a:gd name="T87" fmla="*/ 62 h 93"/>
                <a:gd name="T88" fmla="*/ 6 w 6"/>
                <a:gd name="T89" fmla="*/ 60 h 93"/>
                <a:gd name="T90" fmla="*/ 6 w 6"/>
                <a:gd name="T91" fmla="*/ 61 h 93"/>
                <a:gd name="T92" fmla="*/ 6 w 6"/>
                <a:gd name="T93" fmla="*/ 64 h 93"/>
                <a:gd name="T94" fmla="*/ 6 w 6"/>
                <a:gd name="T95" fmla="*/ 60 h 93"/>
                <a:gd name="T96" fmla="*/ 6 w 6"/>
                <a:gd name="T97" fmla="*/ 50 h 93"/>
                <a:gd name="T98" fmla="*/ 6 w 6"/>
                <a:gd name="T99" fmla="*/ 47 h 93"/>
                <a:gd name="T100" fmla="*/ 6 w 6"/>
                <a:gd name="T101" fmla="*/ 47 h 93"/>
                <a:gd name="T102" fmla="*/ 6 w 6"/>
                <a:gd name="T103" fmla="*/ 4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3">
                  <a:moveTo>
                    <a:pt x="0" y="35"/>
                  </a:moveTo>
                  <a:lnTo>
                    <a:pt x="0" y="50"/>
                  </a:lnTo>
                  <a:lnTo>
                    <a:pt x="0" y="52"/>
                  </a:lnTo>
                  <a:lnTo>
                    <a:pt x="0" y="46"/>
                  </a:lnTo>
                  <a:lnTo>
                    <a:pt x="0" y="43"/>
                  </a:lnTo>
                  <a:lnTo>
                    <a:pt x="0" y="48"/>
                  </a:lnTo>
                  <a:lnTo>
                    <a:pt x="1" y="57"/>
                  </a:lnTo>
                  <a:lnTo>
                    <a:pt x="1" y="60"/>
                  </a:lnTo>
                  <a:lnTo>
                    <a:pt x="1" y="59"/>
                  </a:lnTo>
                  <a:lnTo>
                    <a:pt x="1" y="57"/>
                  </a:lnTo>
                  <a:lnTo>
                    <a:pt x="1" y="53"/>
                  </a:lnTo>
                  <a:lnTo>
                    <a:pt x="1" y="44"/>
                  </a:lnTo>
                  <a:lnTo>
                    <a:pt x="1" y="29"/>
                  </a:lnTo>
                  <a:lnTo>
                    <a:pt x="2" y="13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15"/>
                  </a:lnTo>
                  <a:lnTo>
                    <a:pt x="2" y="27"/>
                  </a:lnTo>
                  <a:lnTo>
                    <a:pt x="2" y="34"/>
                  </a:lnTo>
                  <a:lnTo>
                    <a:pt x="2" y="42"/>
                  </a:lnTo>
                  <a:lnTo>
                    <a:pt x="2" y="53"/>
                  </a:lnTo>
                  <a:lnTo>
                    <a:pt x="3" y="52"/>
                  </a:lnTo>
                  <a:lnTo>
                    <a:pt x="3" y="41"/>
                  </a:lnTo>
                  <a:lnTo>
                    <a:pt x="3" y="41"/>
                  </a:lnTo>
                  <a:lnTo>
                    <a:pt x="3" y="60"/>
                  </a:lnTo>
                  <a:lnTo>
                    <a:pt x="3" y="84"/>
                  </a:lnTo>
                  <a:lnTo>
                    <a:pt x="3" y="93"/>
                  </a:lnTo>
                  <a:lnTo>
                    <a:pt x="4" y="83"/>
                  </a:lnTo>
                  <a:lnTo>
                    <a:pt x="4" y="62"/>
                  </a:lnTo>
                  <a:lnTo>
                    <a:pt x="4" y="40"/>
                  </a:lnTo>
                  <a:lnTo>
                    <a:pt x="4" y="26"/>
                  </a:lnTo>
                  <a:lnTo>
                    <a:pt x="4" y="20"/>
                  </a:lnTo>
                  <a:lnTo>
                    <a:pt x="4" y="23"/>
                  </a:lnTo>
                  <a:lnTo>
                    <a:pt x="4" y="33"/>
                  </a:lnTo>
                  <a:lnTo>
                    <a:pt x="4" y="43"/>
                  </a:lnTo>
                  <a:lnTo>
                    <a:pt x="4" y="38"/>
                  </a:lnTo>
                  <a:lnTo>
                    <a:pt x="5" y="22"/>
                  </a:lnTo>
                  <a:lnTo>
                    <a:pt x="5" y="16"/>
                  </a:lnTo>
                  <a:lnTo>
                    <a:pt x="5" y="30"/>
                  </a:lnTo>
                  <a:lnTo>
                    <a:pt x="5" y="50"/>
                  </a:lnTo>
                  <a:lnTo>
                    <a:pt x="5" y="62"/>
                  </a:lnTo>
                  <a:lnTo>
                    <a:pt x="5" y="64"/>
                  </a:lnTo>
                  <a:lnTo>
                    <a:pt x="6" y="62"/>
                  </a:lnTo>
                  <a:lnTo>
                    <a:pt x="6" y="60"/>
                  </a:lnTo>
                  <a:lnTo>
                    <a:pt x="6" y="61"/>
                  </a:lnTo>
                  <a:lnTo>
                    <a:pt x="6" y="64"/>
                  </a:lnTo>
                  <a:lnTo>
                    <a:pt x="6" y="60"/>
                  </a:lnTo>
                  <a:lnTo>
                    <a:pt x="6" y="50"/>
                  </a:lnTo>
                  <a:lnTo>
                    <a:pt x="6" y="47"/>
                  </a:lnTo>
                  <a:lnTo>
                    <a:pt x="6" y="47"/>
                  </a:lnTo>
                  <a:lnTo>
                    <a:pt x="6" y="4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3" name="Freeform 1034"/>
            <p:cNvSpPr/>
            <p:nvPr/>
          </p:nvSpPr>
          <p:spPr bwMode="auto">
            <a:xfrm>
              <a:off x="3910013" y="4606926"/>
              <a:ext cx="11113" cy="187325"/>
            </a:xfrm>
            <a:custGeom>
              <a:avLst/>
              <a:gdLst>
                <a:gd name="T0" fmla="*/ 0 w 7"/>
                <a:gd name="T1" fmla="*/ 76 h 118"/>
                <a:gd name="T2" fmla="*/ 0 w 7"/>
                <a:gd name="T3" fmla="*/ 69 h 118"/>
                <a:gd name="T4" fmla="*/ 1 w 7"/>
                <a:gd name="T5" fmla="*/ 67 h 118"/>
                <a:gd name="T6" fmla="*/ 1 w 7"/>
                <a:gd name="T7" fmla="*/ 78 h 118"/>
                <a:gd name="T8" fmla="*/ 1 w 7"/>
                <a:gd name="T9" fmla="*/ 91 h 118"/>
                <a:gd name="T10" fmla="*/ 1 w 7"/>
                <a:gd name="T11" fmla="*/ 91 h 118"/>
                <a:gd name="T12" fmla="*/ 1 w 7"/>
                <a:gd name="T13" fmla="*/ 76 h 118"/>
                <a:gd name="T14" fmla="*/ 1 w 7"/>
                <a:gd name="T15" fmla="*/ 57 h 118"/>
                <a:gd name="T16" fmla="*/ 1 w 7"/>
                <a:gd name="T17" fmla="*/ 46 h 118"/>
                <a:gd name="T18" fmla="*/ 1 w 7"/>
                <a:gd name="T19" fmla="*/ 47 h 118"/>
                <a:gd name="T20" fmla="*/ 1 w 7"/>
                <a:gd name="T21" fmla="*/ 57 h 118"/>
                <a:gd name="T22" fmla="*/ 2 w 7"/>
                <a:gd name="T23" fmla="*/ 67 h 118"/>
                <a:gd name="T24" fmla="*/ 2 w 7"/>
                <a:gd name="T25" fmla="*/ 71 h 118"/>
                <a:gd name="T26" fmla="*/ 2 w 7"/>
                <a:gd name="T27" fmla="*/ 76 h 118"/>
                <a:gd name="T28" fmla="*/ 2 w 7"/>
                <a:gd name="T29" fmla="*/ 83 h 118"/>
                <a:gd name="T30" fmla="*/ 2 w 7"/>
                <a:gd name="T31" fmla="*/ 88 h 118"/>
                <a:gd name="T32" fmla="*/ 2 w 7"/>
                <a:gd name="T33" fmla="*/ 94 h 118"/>
                <a:gd name="T34" fmla="*/ 3 w 7"/>
                <a:gd name="T35" fmla="*/ 100 h 118"/>
                <a:gd name="T36" fmla="*/ 3 w 7"/>
                <a:gd name="T37" fmla="*/ 107 h 118"/>
                <a:gd name="T38" fmla="*/ 3 w 7"/>
                <a:gd name="T39" fmla="*/ 116 h 118"/>
                <a:gd name="T40" fmla="*/ 3 w 7"/>
                <a:gd name="T41" fmla="*/ 118 h 118"/>
                <a:gd name="T42" fmla="*/ 3 w 7"/>
                <a:gd name="T43" fmla="*/ 104 h 118"/>
                <a:gd name="T44" fmla="*/ 3 w 7"/>
                <a:gd name="T45" fmla="*/ 81 h 118"/>
                <a:gd name="T46" fmla="*/ 3 w 7"/>
                <a:gd name="T47" fmla="*/ 62 h 118"/>
                <a:gd name="T48" fmla="*/ 3 w 7"/>
                <a:gd name="T49" fmla="*/ 50 h 118"/>
                <a:gd name="T50" fmla="*/ 3 w 7"/>
                <a:gd name="T51" fmla="*/ 42 h 118"/>
                <a:gd name="T52" fmla="*/ 3 w 7"/>
                <a:gd name="T53" fmla="*/ 39 h 118"/>
                <a:gd name="T54" fmla="*/ 4 w 7"/>
                <a:gd name="T55" fmla="*/ 42 h 118"/>
                <a:gd name="T56" fmla="*/ 4 w 7"/>
                <a:gd name="T57" fmla="*/ 44 h 118"/>
                <a:gd name="T58" fmla="*/ 4 w 7"/>
                <a:gd name="T59" fmla="*/ 44 h 118"/>
                <a:gd name="T60" fmla="*/ 4 w 7"/>
                <a:gd name="T61" fmla="*/ 44 h 118"/>
                <a:gd name="T62" fmla="*/ 4 w 7"/>
                <a:gd name="T63" fmla="*/ 48 h 118"/>
                <a:gd name="T64" fmla="*/ 4 w 7"/>
                <a:gd name="T65" fmla="*/ 59 h 118"/>
                <a:gd name="T66" fmla="*/ 5 w 7"/>
                <a:gd name="T67" fmla="*/ 76 h 118"/>
                <a:gd name="T68" fmla="*/ 5 w 7"/>
                <a:gd name="T69" fmla="*/ 85 h 118"/>
                <a:gd name="T70" fmla="*/ 5 w 7"/>
                <a:gd name="T71" fmla="*/ 79 h 118"/>
                <a:gd name="T72" fmla="*/ 5 w 7"/>
                <a:gd name="T73" fmla="*/ 76 h 118"/>
                <a:gd name="T74" fmla="*/ 5 w 7"/>
                <a:gd name="T75" fmla="*/ 86 h 118"/>
                <a:gd name="T76" fmla="*/ 5 w 7"/>
                <a:gd name="T77" fmla="*/ 95 h 118"/>
                <a:gd name="T78" fmla="*/ 5 w 7"/>
                <a:gd name="T79" fmla="*/ 86 h 118"/>
                <a:gd name="T80" fmla="*/ 5 w 7"/>
                <a:gd name="T81" fmla="*/ 68 h 118"/>
                <a:gd name="T82" fmla="*/ 5 w 7"/>
                <a:gd name="T83" fmla="*/ 58 h 118"/>
                <a:gd name="T84" fmla="*/ 6 w 7"/>
                <a:gd name="T85" fmla="*/ 52 h 118"/>
                <a:gd name="T86" fmla="*/ 6 w 7"/>
                <a:gd name="T87" fmla="*/ 43 h 118"/>
                <a:gd name="T88" fmla="*/ 6 w 7"/>
                <a:gd name="T89" fmla="*/ 28 h 118"/>
                <a:gd name="T90" fmla="*/ 6 w 7"/>
                <a:gd name="T91" fmla="*/ 8 h 118"/>
                <a:gd name="T92" fmla="*/ 6 w 7"/>
                <a:gd name="T93" fmla="*/ 0 h 118"/>
                <a:gd name="T94" fmla="*/ 6 w 7"/>
                <a:gd name="T95" fmla="*/ 17 h 118"/>
                <a:gd name="T96" fmla="*/ 6 w 7"/>
                <a:gd name="T97" fmla="*/ 39 h 118"/>
                <a:gd name="T98" fmla="*/ 6 w 7"/>
                <a:gd name="T99" fmla="*/ 43 h 118"/>
                <a:gd name="T100" fmla="*/ 6 w 7"/>
                <a:gd name="T101" fmla="*/ 40 h 118"/>
                <a:gd name="T102" fmla="*/ 7 w 7"/>
                <a:gd name="T103" fmla="*/ 5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18">
                  <a:moveTo>
                    <a:pt x="0" y="76"/>
                  </a:moveTo>
                  <a:lnTo>
                    <a:pt x="0" y="69"/>
                  </a:lnTo>
                  <a:lnTo>
                    <a:pt x="1" y="67"/>
                  </a:lnTo>
                  <a:lnTo>
                    <a:pt x="1" y="78"/>
                  </a:lnTo>
                  <a:lnTo>
                    <a:pt x="1" y="91"/>
                  </a:lnTo>
                  <a:lnTo>
                    <a:pt x="1" y="91"/>
                  </a:lnTo>
                  <a:lnTo>
                    <a:pt x="1" y="76"/>
                  </a:lnTo>
                  <a:lnTo>
                    <a:pt x="1" y="57"/>
                  </a:lnTo>
                  <a:lnTo>
                    <a:pt x="1" y="46"/>
                  </a:lnTo>
                  <a:lnTo>
                    <a:pt x="1" y="47"/>
                  </a:lnTo>
                  <a:lnTo>
                    <a:pt x="1" y="57"/>
                  </a:lnTo>
                  <a:lnTo>
                    <a:pt x="2" y="67"/>
                  </a:lnTo>
                  <a:lnTo>
                    <a:pt x="2" y="71"/>
                  </a:lnTo>
                  <a:lnTo>
                    <a:pt x="2" y="76"/>
                  </a:lnTo>
                  <a:lnTo>
                    <a:pt x="2" y="83"/>
                  </a:lnTo>
                  <a:lnTo>
                    <a:pt x="2" y="88"/>
                  </a:lnTo>
                  <a:lnTo>
                    <a:pt x="2" y="94"/>
                  </a:lnTo>
                  <a:lnTo>
                    <a:pt x="3" y="100"/>
                  </a:lnTo>
                  <a:lnTo>
                    <a:pt x="3" y="107"/>
                  </a:lnTo>
                  <a:lnTo>
                    <a:pt x="3" y="116"/>
                  </a:lnTo>
                  <a:lnTo>
                    <a:pt x="3" y="118"/>
                  </a:lnTo>
                  <a:lnTo>
                    <a:pt x="3" y="104"/>
                  </a:lnTo>
                  <a:lnTo>
                    <a:pt x="3" y="81"/>
                  </a:lnTo>
                  <a:lnTo>
                    <a:pt x="3" y="62"/>
                  </a:lnTo>
                  <a:lnTo>
                    <a:pt x="3" y="50"/>
                  </a:lnTo>
                  <a:lnTo>
                    <a:pt x="3" y="42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4" y="44"/>
                  </a:lnTo>
                  <a:lnTo>
                    <a:pt x="4" y="44"/>
                  </a:lnTo>
                  <a:lnTo>
                    <a:pt x="4" y="44"/>
                  </a:lnTo>
                  <a:lnTo>
                    <a:pt x="4" y="48"/>
                  </a:lnTo>
                  <a:lnTo>
                    <a:pt x="4" y="59"/>
                  </a:lnTo>
                  <a:lnTo>
                    <a:pt x="5" y="76"/>
                  </a:lnTo>
                  <a:lnTo>
                    <a:pt x="5" y="85"/>
                  </a:lnTo>
                  <a:lnTo>
                    <a:pt x="5" y="79"/>
                  </a:lnTo>
                  <a:lnTo>
                    <a:pt x="5" y="76"/>
                  </a:lnTo>
                  <a:lnTo>
                    <a:pt x="5" y="86"/>
                  </a:lnTo>
                  <a:lnTo>
                    <a:pt x="5" y="95"/>
                  </a:lnTo>
                  <a:lnTo>
                    <a:pt x="5" y="86"/>
                  </a:lnTo>
                  <a:lnTo>
                    <a:pt x="5" y="68"/>
                  </a:lnTo>
                  <a:lnTo>
                    <a:pt x="5" y="58"/>
                  </a:lnTo>
                  <a:lnTo>
                    <a:pt x="6" y="52"/>
                  </a:lnTo>
                  <a:lnTo>
                    <a:pt x="6" y="43"/>
                  </a:lnTo>
                  <a:lnTo>
                    <a:pt x="6" y="28"/>
                  </a:lnTo>
                  <a:lnTo>
                    <a:pt x="6" y="8"/>
                  </a:lnTo>
                  <a:lnTo>
                    <a:pt x="6" y="0"/>
                  </a:lnTo>
                  <a:lnTo>
                    <a:pt x="6" y="17"/>
                  </a:lnTo>
                  <a:lnTo>
                    <a:pt x="6" y="39"/>
                  </a:lnTo>
                  <a:lnTo>
                    <a:pt x="6" y="43"/>
                  </a:lnTo>
                  <a:lnTo>
                    <a:pt x="6" y="40"/>
                  </a:lnTo>
                  <a:lnTo>
                    <a:pt x="7" y="5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4" name="Freeform 1035"/>
            <p:cNvSpPr/>
            <p:nvPr/>
          </p:nvSpPr>
          <p:spPr bwMode="auto">
            <a:xfrm>
              <a:off x="3919538" y="4648201"/>
              <a:ext cx="11113" cy="127000"/>
            </a:xfrm>
            <a:custGeom>
              <a:avLst/>
              <a:gdLst>
                <a:gd name="T0" fmla="*/ 0 w 7"/>
                <a:gd name="T1" fmla="*/ 14 h 80"/>
                <a:gd name="T2" fmla="*/ 1 w 7"/>
                <a:gd name="T3" fmla="*/ 29 h 80"/>
                <a:gd name="T4" fmla="*/ 1 w 7"/>
                <a:gd name="T5" fmla="*/ 53 h 80"/>
                <a:gd name="T6" fmla="*/ 1 w 7"/>
                <a:gd name="T7" fmla="*/ 66 h 80"/>
                <a:gd name="T8" fmla="*/ 1 w 7"/>
                <a:gd name="T9" fmla="*/ 60 h 80"/>
                <a:gd name="T10" fmla="*/ 1 w 7"/>
                <a:gd name="T11" fmla="*/ 53 h 80"/>
                <a:gd name="T12" fmla="*/ 1 w 7"/>
                <a:gd name="T13" fmla="*/ 51 h 80"/>
                <a:gd name="T14" fmla="*/ 2 w 7"/>
                <a:gd name="T15" fmla="*/ 42 h 80"/>
                <a:gd name="T16" fmla="*/ 2 w 7"/>
                <a:gd name="T17" fmla="*/ 25 h 80"/>
                <a:gd name="T18" fmla="*/ 2 w 7"/>
                <a:gd name="T19" fmla="*/ 10 h 80"/>
                <a:gd name="T20" fmla="*/ 2 w 7"/>
                <a:gd name="T21" fmla="*/ 0 h 80"/>
                <a:gd name="T22" fmla="*/ 2 w 7"/>
                <a:gd name="T23" fmla="*/ 0 h 80"/>
                <a:gd name="T24" fmla="*/ 2 w 7"/>
                <a:gd name="T25" fmla="*/ 15 h 80"/>
                <a:gd name="T26" fmla="*/ 2 w 7"/>
                <a:gd name="T27" fmla="*/ 29 h 80"/>
                <a:gd name="T28" fmla="*/ 2 w 7"/>
                <a:gd name="T29" fmla="*/ 29 h 80"/>
                <a:gd name="T30" fmla="*/ 2 w 7"/>
                <a:gd name="T31" fmla="*/ 26 h 80"/>
                <a:gd name="T32" fmla="*/ 3 w 7"/>
                <a:gd name="T33" fmla="*/ 29 h 80"/>
                <a:gd name="T34" fmla="*/ 3 w 7"/>
                <a:gd name="T35" fmla="*/ 34 h 80"/>
                <a:gd name="T36" fmla="*/ 3 w 7"/>
                <a:gd name="T37" fmla="*/ 36 h 80"/>
                <a:gd name="T38" fmla="*/ 3 w 7"/>
                <a:gd name="T39" fmla="*/ 40 h 80"/>
                <a:gd name="T40" fmla="*/ 3 w 7"/>
                <a:gd name="T41" fmla="*/ 51 h 80"/>
                <a:gd name="T42" fmla="*/ 3 w 7"/>
                <a:gd name="T43" fmla="*/ 56 h 80"/>
                <a:gd name="T44" fmla="*/ 4 w 7"/>
                <a:gd name="T45" fmla="*/ 50 h 80"/>
                <a:gd name="T46" fmla="*/ 4 w 7"/>
                <a:gd name="T47" fmla="*/ 48 h 80"/>
                <a:gd name="T48" fmla="*/ 4 w 7"/>
                <a:gd name="T49" fmla="*/ 57 h 80"/>
                <a:gd name="T50" fmla="*/ 4 w 7"/>
                <a:gd name="T51" fmla="*/ 62 h 80"/>
                <a:gd name="T52" fmla="*/ 4 w 7"/>
                <a:gd name="T53" fmla="*/ 54 h 80"/>
                <a:gd name="T54" fmla="*/ 4 w 7"/>
                <a:gd name="T55" fmla="*/ 44 h 80"/>
                <a:gd name="T56" fmla="*/ 4 w 7"/>
                <a:gd name="T57" fmla="*/ 41 h 80"/>
                <a:gd name="T58" fmla="*/ 4 w 7"/>
                <a:gd name="T59" fmla="*/ 41 h 80"/>
                <a:gd name="T60" fmla="*/ 4 w 7"/>
                <a:gd name="T61" fmla="*/ 37 h 80"/>
                <a:gd name="T62" fmla="*/ 5 w 7"/>
                <a:gd name="T63" fmla="*/ 29 h 80"/>
                <a:gd name="T64" fmla="*/ 5 w 7"/>
                <a:gd name="T65" fmla="*/ 25 h 80"/>
                <a:gd name="T66" fmla="*/ 5 w 7"/>
                <a:gd name="T67" fmla="*/ 24 h 80"/>
                <a:gd name="T68" fmla="*/ 5 w 7"/>
                <a:gd name="T69" fmla="*/ 28 h 80"/>
                <a:gd name="T70" fmla="*/ 5 w 7"/>
                <a:gd name="T71" fmla="*/ 37 h 80"/>
                <a:gd name="T72" fmla="*/ 5 w 7"/>
                <a:gd name="T73" fmla="*/ 44 h 80"/>
                <a:gd name="T74" fmla="*/ 5 w 7"/>
                <a:gd name="T75" fmla="*/ 49 h 80"/>
                <a:gd name="T76" fmla="*/ 5 w 7"/>
                <a:gd name="T77" fmla="*/ 56 h 80"/>
                <a:gd name="T78" fmla="*/ 5 w 7"/>
                <a:gd name="T79" fmla="*/ 62 h 80"/>
                <a:gd name="T80" fmla="*/ 6 w 7"/>
                <a:gd name="T81" fmla="*/ 60 h 80"/>
                <a:gd name="T82" fmla="*/ 6 w 7"/>
                <a:gd name="T83" fmla="*/ 58 h 80"/>
                <a:gd name="T84" fmla="*/ 6 w 7"/>
                <a:gd name="T85" fmla="*/ 60 h 80"/>
                <a:gd name="T86" fmla="*/ 6 w 7"/>
                <a:gd name="T87" fmla="*/ 72 h 80"/>
                <a:gd name="T88" fmla="*/ 6 w 7"/>
                <a:gd name="T89" fmla="*/ 80 h 80"/>
                <a:gd name="T90" fmla="*/ 6 w 7"/>
                <a:gd name="T91" fmla="*/ 75 h 80"/>
                <a:gd name="T92" fmla="*/ 6 w 7"/>
                <a:gd name="T93" fmla="*/ 61 h 80"/>
                <a:gd name="T94" fmla="*/ 7 w 7"/>
                <a:gd name="T95" fmla="*/ 54 h 80"/>
                <a:gd name="T96" fmla="*/ 7 w 7"/>
                <a:gd name="T97" fmla="*/ 53 h 80"/>
                <a:gd name="T98" fmla="*/ 7 w 7"/>
                <a:gd name="T99" fmla="*/ 50 h 80"/>
                <a:gd name="T100" fmla="*/ 7 w 7"/>
                <a:gd name="T101" fmla="*/ 41 h 80"/>
                <a:gd name="T102" fmla="*/ 7 w 7"/>
                <a:gd name="T103" fmla="*/ 3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0">
                  <a:moveTo>
                    <a:pt x="0" y="14"/>
                  </a:moveTo>
                  <a:lnTo>
                    <a:pt x="1" y="29"/>
                  </a:lnTo>
                  <a:lnTo>
                    <a:pt x="1" y="53"/>
                  </a:lnTo>
                  <a:lnTo>
                    <a:pt x="1" y="66"/>
                  </a:lnTo>
                  <a:lnTo>
                    <a:pt x="1" y="60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2" y="42"/>
                  </a:lnTo>
                  <a:lnTo>
                    <a:pt x="2" y="25"/>
                  </a:lnTo>
                  <a:lnTo>
                    <a:pt x="2" y="1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5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6"/>
                  </a:lnTo>
                  <a:lnTo>
                    <a:pt x="3" y="29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40"/>
                  </a:lnTo>
                  <a:lnTo>
                    <a:pt x="3" y="51"/>
                  </a:lnTo>
                  <a:lnTo>
                    <a:pt x="3" y="56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57"/>
                  </a:lnTo>
                  <a:lnTo>
                    <a:pt x="4" y="62"/>
                  </a:lnTo>
                  <a:lnTo>
                    <a:pt x="4" y="54"/>
                  </a:lnTo>
                  <a:lnTo>
                    <a:pt x="4" y="44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37"/>
                  </a:lnTo>
                  <a:lnTo>
                    <a:pt x="5" y="29"/>
                  </a:lnTo>
                  <a:lnTo>
                    <a:pt x="5" y="25"/>
                  </a:lnTo>
                  <a:lnTo>
                    <a:pt x="5" y="24"/>
                  </a:lnTo>
                  <a:lnTo>
                    <a:pt x="5" y="28"/>
                  </a:lnTo>
                  <a:lnTo>
                    <a:pt x="5" y="37"/>
                  </a:lnTo>
                  <a:lnTo>
                    <a:pt x="5" y="44"/>
                  </a:lnTo>
                  <a:lnTo>
                    <a:pt x="5" y="49"/>
                  </a:lnTo>
                  <a:lnTo>
                    <a:pt x="5" y="56"/>
                  </a:lnTo>
                  <a:lnTo>
                    <a:pt x="5" y="62"/>
                  </a:lnTo>
                  <a:lnTo>
                    <a:pt x="6" y="60"/>
                  </a:lnTo>
                  <a:lnTo>
                    <a:pt x="6" y="58"/>
                  </a:lnTo>
                  <a:lnTo>
                    <a:pt x="6" y="60"/>
                  </a:lnTo>
                  <a:lnTo>
                    <a:pt x="6" y="72"/>
                  </a:lnTo>
                  <a:lnTo>
                    <a:pt x="6" y="80"/>
                  </a:lnTo>
                  <a:lnTo>
                    <a:pt x="6" y="75"/>
                  </a:lnTo>
                  <a:lnTo>
                    <a:pt x="6" y="61"/>
                  </a:lnTo>
                  <a:lnTo>
                    <a:pt x="7" y="54"/>
                  </a:lnTo>
                  <a:lnTo>
                    <a:pt x="7" y="53"/>
                  </a:lnTo>
                  <a:lnTo>
                    <a:pt x="7" y="50"/>
                  </a:lnTo>
                  <a:lnTo>
                    <a:pt x="7" y="41"/>
                  </a:lnTo>
                  <a:lnTo>
                    <a:pt x="7" y="3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5" name="Freeform 1036"/>
            <p:cNvSpPr/>
            <p:nvPr/>
          </p:nvSpPr>
          <p:spPr bwMode="auto">
            <a:xfrm>
              <a:off x="3930650" y="4665663"/>
              <a:ext cx="11113" cy="130175"/>
            </a:xfrm>
            <a:custGeom>
              <a:avLst/>
              <a:gdLst>
                <a:gd name="T0" fmla="*/ 0 w 7"/>
                <a:gd name="T1" fmla="*/ 30 h 82"/>
                <a:gd name="T2" fmla="*/ 0 w 7"/>
                <a:gd name="T3" fmla="*/ 22 h 82"/>
                <a:gd name="T4" fmla="*/ 0 w 7"/>
                <a:gd name="T5" fmla="*/ 23 h 82"/>
                <a:gd name="T6" fmla="*/ 0 w 7"/>
                <a:gd name="T7" fmla="*/ 29 h 82"/>
                <a:gd name="T8" fmla="*/ 0 w 7"/>
                <a:gd name="T9" fmla="*/ 31 h 82"/>
                <a:gd name="T10" fmla="*/ 0 w 7"/>
                <a:gd name="T11" fmla="*/ 41 h 82"/>
                <a:gd name="T12" fmla="*/ 1 w 7"/>
                <a:gd name="T13" fmla="*/ 60 h 82"/>
                <a:gd name="T14" fmla="*/ 1 w 7"/>
                <a:gd name="T15" fmla="*/ 72 h 82"/>
                <a:gd name="T16" fmla="*/ 1 w 7"/>
                <a:gd name="T17" fmla="*/ 67 h 82"/>
                <a:gd name="T18" fmla="*/ 1 w 7"/>
                <a:gd name="T19" fmla="*/ 52 h 82"/>
                <a:gd name="T20" fmla="*/ 1 w 7"/>
                <a:gd name="T21" fmla="*/ 37 h 82"/>
                <a:gd name="T22" fmla="*/ 1 w 7"/>
                <a:gd name="T23" fmla="*/ 32 h 82"/>
                <a:gd name="T24" fmla="*/ 2 w 7"/>
                <a:gd name="T25" fmla="*/ 30 h 82"/>
                <a:gd name="T26" fmla="*/ 2 w 7"/>
                <a:gd name="T27" fmla="*/ 31 h 82"/>
                <a:gd name="T28" fmla="*/ 2 w 7"/>
                <a:gd name="T29" fmla="*/ 45 h 82"/>
                <a:gd name="T30" fmla="*/ 2 w 7"/>
                <a:gd name="T31" fmla="*/ 64 h 82"/>
                <a:gd name="T32" fmla="*/ 2 w 7"/>
                <a:gd name="T33" fmla="*/ 72 h 82"/>
                <a:gd name="T34" fmla="*/ 2 w 7"/>
                <a:gd name="T35" fmla="*/ 73 h 82"/>
                <a:gd name="T36" fmla="*/ 2 w 7"/>
                <a:gd name="T37" fmla="*/ 78 h 82"/>
                <a:gd name="T38" fmla="*/ 2 w 7"/>
                <a:gd name="T39" fmla="*/ 82 h 82"/>
                <a:gd name="T40" fmla="*/ 2 w 7"/>
                <a:gd name="T41" fmla="*/ 78 h 82"/>
                <a:gd name="T42" fmla="*/ 3 w 7"/>
                <a:gd name="T43" fmla="*/ 66 h 82"/>
                <a:gd name="T44" fmla="*/ 3 w 7"/>
                <a:gd name="T45" fmla="*/ 47 h 82"/>
                <a:gd name="T46" fmla="*/ 3 w 7"/>
                <a:gd name="T47" fmla="*/ 29 h 82"/>
                <a:gd name="T48" fmla="*/ 3 w 7"/>
                <a:gd name="T49" fmla="*/ 13 h 82"/>
                <a:gd name="T50" fmla="*/ 3 w 7"/>
                <a:gd name="T51" fmla="*/ 2 h 82"/>
                <a:gd name="T52" fmla="*/ 3 w 7"/>
                <a:gd name="T53" fmla="*/ 0 h 82"/>
                <a:gd name="T54" fmla="*/ 3 w 7"/>
                <a:gd name="T55" fmla="*/ 3 h 82"/>
                <a:gd name="T56" fmla="*/ 3 w 7"/>
                <a:gd name="T57" fmla="*/ 11 h 82"/>
                <a:gd name="T58" fmla="*/ 3 w 7"/>
                <a:gd name="T59" fmla="*/ 32 h 82"/>
                <a:gd name="T60" fmla="*/ 4 w 7"/>
                <a:gd name="T61" fmla="*/ 58 h 82"/>
                <a:gd name="T62" fmla="*/ 4 w 7"/>
                <a:gd name="T63" fmla="*/ 72 h 82"/>
                <a:gd name="T64" fmla="*/ 4 w 7"/>
                <a:gd name="T65" fmla="*/ 75 h 82"/>
                <a:gd name="T66" fmla="*/ 4 w 7"/>
                <a:gd name="T67" fmla="*/ 73 h 82"/>
                <a:gd name="T68" fmla="*/ 4 w 7"/>
                <a:gd name="T69" fmla="*/ 71 h 82"/>
                <a:gd name="T70" fmla="*/ 4 w 7"/>
                <a:gd name="T71" fmla="*/ 74 h 82"/>
                <a:gd name="T72" fmla="*/ 5 w 7"/>
                <a:gd name="T73" fmla="*/ 78 h 82"/>
                <a:gd name="T74" fmla="*/ 5 w 7"/>
                <a:gd name="T75" fmla="*/ 72 h 82"/>
                <a:gd name="T76" fmla="*/ 5 w 7"/>
                <a:gd name="T77" fmla="*/ 59 h 82"/>
                <a:gd name="T78" fmla="*/ 5 w 7"/>
                <a:gd name="T79" fmla="*/ 50 h 82"/>
                <a:gd name="T80" fmla="*/ 5 w 7"/>
                <a:gd name="T81" fmla="*/ 45 h 82"/>
                <a:gd name="T82" fmla="*/ 5 w 7"/>
                <a:gd name="T83" fmla="*/ 37 h 82"/>
                <a:gd name="T84" fmla="*/ 5 w 7"/>
                <a:gd name="T85" fmla="*/ 28 h 82"/>
                <a:gd name="T86" fmla="*/ 5 w 7"/>
                <a:gd name="T87" fmla="*/ 25 h 82"/>
                <a:gd name="T88" fmla="*/ 5 w 7"/>
                <a:gd name="T89" fmla="*/ 27 h 82"/>
                <a:gd name="T90" fmla="*/ 6 w 7"/>
                <a:gd name="T91" fmla="*/ 25 h 82"/>
                <a:gd name="T92" fmla="*/ 6 w 7"/>
                <a:gd name="T93" fmla="*/ 21 h 82"/>
                <a:gd name="T94" fmla="*/ 6 w 7"/>
                <a:gd name="T95" fmla="*/ 21 h 82"/>
                <a:gd name="T96" fmla="*/ 6 w 7"/>
                <a:gd name="T97" fmla="*/ 25 h 82"/>
                <a:gd name="T98" fmla="*/ 6 w 7"/>
                <a:gd name="T99" fmla="*/ 25 h 82"/>
                <a:gd name="T100" fmla="*/ 6 w 7"/>
                <a:gd name="T101" fmla="*/ 24 h 82"/>
                <a:gd name="T102" fmla="*/ 7 w 7"/>
                <a:gd name="T103" fmla="*/ 26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2">
                  <a:moveTo>
                    <a:pt x="0" y="30"/>
                  </a:moveTo>
                  <a:lnTo>
                    <a:pt x="0" y="22"/>
                  </a:lnTo>
                  <a:lnTo>
                    <a:pt x="0" y="23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41"/>
                  </a:lnTo>
                  <a:lnTo>
                    <a:pt x="1" y="60"/>
                  </a:lnTo>
                  <a:lnTo>
                    <a:pt x="1" y="72"/>
                  </a:lnTo>
                  <a:lnTo>
                    <a:pt x="1" y="67"/>
                  </a:lnTo>
                  <a:lnTo>
                    <a:pt x="1" y="52"/>
                  </a:lnTo>
                  <a:lnTo>
                    <a:pt x="1" y="37"/>
                  </a:lnTo>
                  <a:lnTo>
                    <a:pt x="1" y="32"/>
                  </a:lnTo>
                  <a:lnTo>
                    <a:pt x="2" y="30"/>
                  </a:lnTo>
                  <a:lnTo>
                    <a:pt x="2" y="31"/>
                  </a:lnTo>
                  <a:lnTo>
                    <a:pt x="2" y="45"/>
                  </a:lnTo>
                  <a:lnTo>
                    <a:pt x="2" y="64"/>
                  </a:lnTo>
                  <a:lnTo>
                    <a:pt x="2" y="72"/>
                  </a:lnTo>
                  <a:lnTo>
                    <a:pt x="2" y="73"/>
                  </a:lnTo>
                  <a:lnTo>
                    <a:pt x="2" y="78"/>
                  </a:lnTo>
                  <a:lnTo>
                    <a:pt x="2" y="82"/>
                  </a:lnTo>
                  <a:lnTo>
                    <a:pt x="2" y="78"/>
                  </a:lnTo>
                  <a:lnTo>
                    <a:pt x="3" y="66"/>
                  </a:lnTo>
                  <a:lnTo>
                    <a:pt x="3" y="47"/>
                  </a:lnTo>
                  <a:lnTo>
                    <a:pt x="3" y="29"/>
                  </a:lnTo>
                  <a:lnTo>
                    <a:pt x="3" y="13"/>
                  </a:lnTo>
                  <a:lnTo>
                    <a:pt x="3" y="2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11"/>
                  </a:lnTo>
                  <a:lnTo>
                    <a:pt x="3" y="32"/>
                  </a:lnTo>
                  <a:lnTo>
                    <a:pt x="4" y="58"/>
                  </a:lnTo>
                  <a:lnTo>
                    <a:pt x="4" y="72"/>
                  </a:lnTo>
                  <a:lnTo>
                    <a:pt x="4" y="75"/>
                  </a:lnTo>
                  <a:lnTo>
                    <a:pt x="4" y="73"/>
                  </a:lnTo>
                  <a:lnTo>
                    <a:pt x="4" y="71"/>
                  </a:lnTo>
                  <a:lnTo>
                    <a:pt x="4" y="74"/>
                  </a:lnTo>
                  <a:lnTo>
                    <a:pt x="5" y="78"/>
                  </a:lnTo>
                  <a:lnTo>
                    <a:pt x="5" y="72"/>
                  </a:lnTo>
                  <a:lnTo>
                    <a:pt x="5" y="59"/>
                  </a:lnTo>
                  <a:lnTo>
                    <a:pt x="5" y="50"/>
                  </a:lnTo>
                  <a:lnTo>
                    <a:pt x="5" y="45"/>
                  </a:lnTo>
                  <a:lnTo>
                    <a:pt x="5" y="37"/>
                  </a:lnTo>
                  <a:lnTo>
                    <a:pt x="5" y="28"/>
                  </a:lnTo>
                  <a:lnTo>
                    <a:pt x="5" y="25"/>
                  </a:lnTo>
                  <a:lnTo>
                    <a:pt x="5" y="27"/>
                  </a:lnTo>
                  <a:lnTo>
                    <a:pt x="6" y="25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6" y="25"/>
                  </a:lnTo>
                  <a:lnTo>
                    <a:pt x="6" y="25"/>
                  </a:lnTo>
                  <a:lnTo>
                    <a:pt x="6" y="24"/>
                  </a:lnTo>
                  <a:lnTo>
                    <a:pt x="7" y="2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6" name="Freeform 1037"/>
            <p:cNvSpPr/>
            <p:nvPr/>
          </p:nvSpPr>
          <p:spPr bwMode="auto">
            <a:xfrm>
              <a:off x="3940175" y="4662488"/>
              <a:ext cx="11113" cy="117475"/>
            </a:xfrm>
            <a:custGeom>
              <a:avLst/>
              <a:gdLst>
                <a:gd name="T0" fmla="*/ 0 w 7"/>
                <a:gd name="T1" fmla="*/ 26 h 74"/>
                <a:gd name="T2" fmla="*/ 1 w 7"/>
                <a:gd name="T3" fmla="*/ 28 h 74"/>
                <a:gd name="T4" fmla="*/ 1 w 7"/>
                <a:gd name="T5" fmla="*/ 31 h 74"/>
                <a:gd name="T6" fmla="*/ 1 w 7"/>
                <a:gd name="T7" fmla="*/ 31 h 74"/>
                <a:gd name="T8" fmla="*/ 1 w 7"/>
                <a:gd name="T9" fmla="*/ 35 h 74"/>
                <a:gd name="T10" fmla="*/ 1 w 7"/>
                <a:gd name="T11" fmla="*/ 44 h 74"/>
                <a:gd name="T12" fmla="*/ 1 w 7"/>
                <a:gd name="T13" fmla="*/ 44 h 74"/>
                <a:gd name="T14" fmla="*/ 1 w 7"/>
                <a:gd name="T15" fmla="*/ 34 h 74"/>
                <a:gd name="T16" fmla="*/ 1 w 7"/>
                <a:gd name="T17" fmla="*/ 37 h 74"/>
                <a:gd name="T18" fmla="*/ 1 w 7"/>
                <a:gd name="T19" fmla="*/ 53 h 74"/>
                <a:gd name="T20" fmla="*/ 1 w 7"/>
                <a:gd name="T21" fmla="*/ 54 h 74"/>
                <a:gd name="T22" fmla="*/ 2 w 7"/>
                <a:gd name="T23" fmla="*/ 36 h 74"/>
                <a:gd name="T24" fmla="*/ 2 w 7"/>
                <a:gd name="T25" fmla="*/ 23 h 74"/>
                <a:gd name="T26" fmla="*/ 2 w 7"/>
                <a:gd name="T27" fmla="*/ 21 h 74"/>
                <a:gd name="T28" fmla="*/ 2 w 7"/>
                <a:gd name="T29" fmla="*/ 17 h 74"/>
                <a:gd name="T30" fmla="*/ 2 w 7"/>
                <a:gd name="T31" fmla="*/ 11 h 74"/>
                <a:gd name="T32" fmla="*/ 2 w 7"/>
                <a:gd name="T33" fmla="*/ 10 h 74"/>
                <a:gd name="T34" fmla="*/ 2 w 7"/>
                <a:gd name="T35" fmla="*/ 12 h 74"/>
                <a:gd name="T36" fmla="*/ 2 w 7"/>
                <a:gd name="T37" fmla="*/ 19 h 74"/>
                <a:gd name="T38" fmla="*/ 2 w 7"/>
                <a:gd name="T39" fmla="*/ 33 h 74"/>
                <a:gd name="T40" fmla="*/ 3 w 7"/>
                <a:gd name="T41" fmla="*/ 37 h 74"/>
                <a:gd name="T42" fmla="*/ 3 w 7"/>
                <a:gd name="T43" fmla="*/ 31 h 74"/>
                <a:gd name="T44" fmla="*/ 3 w 7"/>
                <a:gd name="T45" fmla="*/ 34 h 74"/>
                <a:gd name="T46" fmla="*/ 3 w 7"/>
                <a:gd name="T47" fmla="*/ 45 h 74"/>
                <a:gd name="T48" fmla="*/ 3 w 7"/>
                <a:gd name="T49" fmla="*/ 40 h 74"/>
                <a:gd name="T50" fmla="*/ 3 w 7"/>
                <a:gd name="T51" fmla="*/ 21 h 74"/>
                <a:gd name="T52" fmla="*/ 4 w 7"/>
                <a:gd name="T53" fmla="*/ 7 h 74"/>
                <a:gd name="T54" fmla="*/ 4 w 7"/>
                <a:gd name="T55" fmla="*/ 2 h 74"/>
                <a:gd name="T56" fmla="*/ 4 w 7"/>
                <a:gd name="T57" fmla="*/ 0 h 74"/>
                <a:gd name="T58" fmla="*/ 4 w 7"/>
                <a:gd name="T59" fmla="*/ 1 h 74"/>
                <a:gd name="T60" fmla="*/ 4 w 7"/>
                <a:gd name="T61" fmla="*/ 10 h 74"/>
                <a:gd name="T62" fmla="*/ 4 w 7"/>
                <a:gd name="T63" fmla="*/ 23 h 74"/>
                <a:gd name="T64" fmla="*/ 4 w 7"/>
                <a:gd name="T65" fmla="*/ 31 h 74"/>
                <a:gd name="T66" fmla="*/ 4 w 7"/>
                <a:gd name="T67" fmla="*/ 37 h 74"/>
                <a:gd name="T68" fmla="*/ 4 w 7"/>
                <a:gd name="T69" fmla="*/ 51 h 74"/>
                <a:gd name="T70" fmla="*/ 5 w 7"/>
                <a:gd name="T71" fmla="*/ 67 h 74"/>
                <a:gd name="T72" fmla="*/ 5 w 7"/>
                <a:gd name="T73" fmla="*/ 74 h 74"/>
                <a:gd name="T74" fmla="*/ 5 w 7"/>
                <a:gd name="T75" fmla="*/ 71 h 74"/>
                <a:gd name="T76" fmla="*/ 5 w 7"/>
                <a:gd name="T77" fmla="*/ 59 h 74"/>
                <a:gd name="T78" fmla="*/ 5 w 7"/>
                <a:gd name="T79" fmla="*/ 42 h 74"/>
                <a:gd name="T80" fmla="*/ 5 w 7"/>
                <a:gd name="T81" fmla="*/ 30 h 74"/>
                <a:gd name="T82" fmla="*/ 6 w 7"/>
                <a:gd name="T83" fmla="*/ 18 h 74"/>
                <a:gd name="T84" fmla="*/ 6 w 7"/>
                <a:gd name="T85" fmla="*/ 7 h 74"/>
                <a:gd name="T86" fmla="*/ 6 w 7"/>
                <a:gd name="T87" fmla="*/ 8 h 74"/>
                <a:gd name="T88" fmla="*/ 6 w 7"/>
                <a:gd name="T89" fmla="*/ 17 h 74"/>
                <a:gd name="T90" fmla="*/ 6 w 7"/>
                <a:gd name="T91" fmla="*/ 21 h 74"/>
                <a:gd name="T92" fmla="*/ 6 w 7"/>
                <a:gd name="T93" fmla="*/ 20 h 74"/>
                <a:gd name="T94" fmla="*/ 6 w 7"/>
                <a:gd name="T95" fmla="*/ 17 h 74"/>
                <a:gd name="T96" fmla="*/ 6 w 7"/>
                <a:gd name="T97" fmla="*/ 15 h 74"/>
                <a:gd name="T98" fmla="*/ 6 w 7"/>
                <a:gd name="T99" fmla="*/ 21 h 74"/>
                <a:gd name="T100" fmla="*/ 7 w 7"/>
                <a:gd name="T101" fmla="*/ 29 h 74"/>
                <a:gd name="T102" fmla="*/ 7 w 7"/>
                <a:gd name="T103" fmla="*/ 29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4">
                  <a:moveTo>
                    <a:pt x="0" y="26"/>
                  </a:moveTo>
                  <a:lnTo>
                    <a:pt x="1" y="28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5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34"/>
                  </a:lnTo>
                  <a:lnTo>
                    <a:pt x="1" y="37"/>
                  </a:lnTo>
                  <a:lnTo>
                    <a:pt x="1" y="53"/>
                  </a:lnTo>
                  <a:lnTo>
                    <a:pt x="1" y="54"/>
                  </a:lnTo>
                  <a:lnTo>
                    <a:pt x="2" y="36"/>
                  </a:lnTo>
                  <a:lnTo>
                    <a:pt x="2" y="23"/>
                  </a:lnTo>
                  <a:lnTo>
                    <a:pt x="2" y="21"/>
                  </a:lnTo>
                  <a:lnTo>
                    <a:pt x="2" y="17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19"/>
                  </a:lnTo>
                  <a:lnTo>
                    <a:pt x="2" y="33"/>
                  </a:lnTo>
                  <a:lnTo>
                    <a:pt x="3" y="37"/>
                  </a:lnTo>
                  <a:lnTo>
                    <a:pt x="3" y="31"/>
                  </a:lnTo>
                  <a:lnTo>
                    <a:pt x="3" y="34"/>
                  </a:lnTo>
                  <a:lnTo>
                    <a:pt x="3" y="45"/>
                  </a:lnTo>
                  <a:lnTo>
                    <a:pt x="3" y="40"/>
                  </a:lnTo>
                  <a:lnTo>
                    <a:pt x="3" y="21"/>
                  </a:lnTo>
                  <a:lnTo>
                    <a:pt x="4" y="7"/>
                  </a:lnTo>
                  <a:lnTo>
                    <a:pt x="4" y="2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0"/>
                  </a:lnTo>
                  <a:lnTo>
                    <a:pt x="4" y="23"/>
                  </a:lnTo>
                  <a:lnTo>
                    <a:pt x="4" y="31"/>
                  </a:lnTo>
                  <a:lnTo>
                    <a:pt x="4" y="37"/>
                  </a:lnTo>
                  <a:lnTo>
                    <a:pt x="4" y="51"/>
                  </a:lnTo>
                  <a:lnTo>
                    <a:pt x="5" y="67"/>
                  </a:lnTo>
                  <a:lnTo>
                    <a:pt x="5" y="74"/>
                  </a:lnTo>
                  <a:lnTo>
                    <a:pt x="5" y="71"/>
                  </a:lnTo>
                  <a:lnTo>
                    <a:pt x="5" y="59"/>
                  </a:lnTo>
                  <a:lnTo>
                    <a:pt x="5" y="42"/>
                  </a:lnTo>
                  <a:lnTo>
                    <a:pt x="5" y="30"/>
                  </a:lnTo>
                  <a:lnTo>
                    <a:pt x="6" y="18"/>
                  </a:lnTo>
                  <a:lnTo>
                    <a:pt x="6" y="7"/>
                  </a:lnTo>
                  <a:lnTo>
                    <a:pt x="6" y="8"/>
                  </a:lnTo>
                  <a:lnTo>
                    <a:pt x="6" y="17"/>
                  </a:lnTo>
                  <a:lnTo>
                    <a:pt x="6" y="21"/>
                  </a:lnTo>
                  <a:lnTo>
                    <a:pt x="6" y="20"/>
                  </a:lnTo>
                  <a:lnTo>
                    <a:pt x="6" y="17"/>
                  </a:lnTo>
                  <a:lnTo>
                    <a:pt x="6" y="15"/>
                  </a:lnTo>
                  <a:lnTo>
                    <a:pt x="6" y="21"/>
                  </a:lnTo>
                  <a:lnTo>
                    <a:pt x="7" y="29"/>
                  </a:lnTo>
                  <a:lnTo>
                    <a:pt x="7" y="2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7" name="Freeform 1038"/>
            <p:cNvSpPr/>
            <p:nvPr/>
          </p:nvSpPr>
          <p:spPr bwMode="auto">
            <a:xfrm>
              <a:off x="3951288" y="4625976"/>
              <a:ext cx="9525" cy="127000"/>
            </a:xfrm>
            <a:custGeom>
              <a:avLst/>
              <a:gdLst>
                <a:gd name="T0" fmla="*/ 0 w 6"/>
                <a:gd name="T1" fmla="*/ 52 h 80"/>
                <a:gd name="T2" fmla="*/ 0 w 6"/>
                <a:gd name="T3" fmla="*/ 52 h 80"/>
                <a:gd name="T4" fmla="*/ 0 w 6"/>
                <a:gd name="T5" fmla="*/ 53 h 80"/>
                <a:gd name="T6" fmla="*/ 0 w 6"/>
                <a:gd name="T7" fmla="*/ 57 h 80"/>
                <a:gd name="T8" fmla="*/ 0 w 6"/>
                <a:gd name="T9" fmla="*/ 55 h 80"/>
                <a:gd name="T10" fmla="*/ 0 w 6"/>
                <a:gd name="T11" fmla="*/ 49 h 80"/>
                <a:gd name="T12" fmla="*/ 0 w 6"/>
                <a:gd name="T13" fmla="*/ 45 h 80"/>
                <a:gd name="T14" fmla="*/ 0 w 6"/>
                <a:gd name="T15" fmla="*/ 45 h 80"/>
                <a:gd name="T16" fmla="*/ 0 w 6"/>
                <a:gd name="T17" fmla="*/ 48 h 80"/>
                <a:gd name="T18" fmla="*/ 1 w 6"/>
                <a:gd name="T19" fmla="*/ 55 h 80"/>
                <a:gd name="T20" fmla="*/ 1 w 6"/>
                <a:gd name="T21" fmla="*/ 67 h 80"/>
                <a:gd name="T22" fmla="*/ 1 w 6"/>
                <a:gd name="T23" fmla="*/ 79 h 80"/>
                <a:gd name="T24" fmla="*/ 1 w 6"/>
                <a:gd name="T25" fmla="*/ 80 h 80"/>
                <a:gd name="T26" fmla="*/ 1 w 6"/>
                <a:gd name="T27" fmla="*/ 68 h 80"/>
                <a:gd name="T28" fmla="*/ 1 w 6"/>
                <a:gd name="T29" fmla="*/ 56 h 80"/>
                <a:gd name="T30" fmla="*/ 2 w 6"/>
                <a:gd name="T31" fmla="*/ 49 h 80"/>
                <a:gd name="T32" fmla="*/ 2 w 6"/>
                <a:gd name="T33" fmla="*/ 47 h 80"/>
                <a:gd name="T34" fmla="*/ 2 w 6"/>
                <a:gd name="T35" fmla="*/ 47 h 80"/>
                <a:gd name="T36" fmla="*/ 2 w 6"/>
                <a:gd name="T37" fmla="*/ 37 h 80"/>
                <a:gd name="T38" fmla="*/ 2 w 6"/>
                <a:gd name="T39" fmla="*/ 20 h 80"/>
                <a:gd name="T40" fmla="*/ 2 w 6"/>
                <a:gd name="T41" fmla="*/ 14 h 80"/>
                <a:gd name="T42" fmla="*/ 2 w 6"/>
                <a:gd name="T43" fmla="*/ 12 h 80"/>
                <a:gd name="T44" fmla="*/ 2 w 6"/>
                <a:gd name="T45" fmla="*/ 3 h 80"/>
                <a:gd name="T46" fmla="*/ 2 w 6"/>
                <a:gd name="T47" fmla="*/ 4 h 80"/>
                <a:gd name="T48" fmla="*/ 3 w 6"/>
                <a:gd name="T49" fmla="*/ 27 h 80"/>
                <a:gd name="T50" fmla="*/ 3 w 6"/>
                <a:gd name="T51" fmla="*/ 53 h 80"/>
                <a:gd name="T52" fmla="*/ 3 w 6"/>
                <a:gd name="T53" fmla="*/ 61 h 80"/>
                <a:gd name="T54" fmla="*/ 3 w 6"/>
                <a:gd name="T55" fmla="*/ 60 h 80"/>
                <a:gd name="T56" fmla="*/ 3 w 6"/>
                <a:gd name="T57" fmla="*/ 67 h 80"/>
                <a:gd name="T58" fmla="*/ 3 w 6"/>
                <a:gd name="T59" fmla="*/ 76 h 80"/>
                <a:gd name="T60" fmla="*/ 3 w 6"/>
                <a:gd name="T61" fmla="*/ 77 h 80"/>
                <a:gd name="T62" fmla="*/ 4 w 6"/>
                <a:gd name="T63" fmla="*/ 74 h 80"/>
                <a:gd name="T64" fmla="*/ 4 w 6"/>
                <a:gd name="T65" fmla="*/ 75 h 80"/>
                <a:gd name="T66" fmla="*/ 4 w 6"/>
                <a:gd name="T67" fmla="*/ 78 h 80"/>
                <a:gd name="T68" fmla="*/ 4 w 6"/>
                <a:gd name="T69" fmla="*/ 74 h 80"/>
                <a:gd name="T70" fmla="*/ 4 w 6"/>
                <a:gd name="T71" fmla="*/ 59 h 80"/>
                <a:gd name="T72" fmla="*/ 4 w 6"/>
                <a:gd name="T73" fmla="*/ 34 h 80"/>
                <a:gd name="T74" fmla="*/ 4 w 6"/>
                <a:gd name="T75" fmla="*/ 9 h 80"/>
                <a:gd name="T76" fmla="*/ 4 w 6"/>
                <a:gd name="T77" fmla="*/ 0 h 80"/>
                <a:gd name="T78" fmla="*/ 4 w 6"/>
                <a:gd name="T79" fmla="*/ 12 h 80"/>
                <a:gd name="T80" fmla="*/ 5 w 6"/>
                <a:gd name="T81" fmla="*/ 27 h 80"/>
                <a:gd name="T82" fmla="*/ 5 w 6"/>
                <a:gd name="T83" fmla="*/ 33 h 80"/>
                <a:gd name="T84" fmla="*/ 5 w 6"/>
                <a:gd name="T85" fmla="*/ 36 h 80"/>
                <a:gd name="T86" fmla="*/ 5 w 6"/>
                <a:gd name="T87" fmla="*/ 40 h 80"/>
                <a:gd name="T88" fmla="*/ 5 w 6"/>
                <a:gd name="T89" fmla="*/ 37 h 80"/>
                <a:gd name="T90" fmla="*/ 5 w 6"/>
                <a:gd name="T91" fmla="*/ 28 h 80"/>
                <a:gd name="T92" fmla="*/ 5 w 6"/>
                <a:gd name="T93" fmla="*/ 20 h 80"/>
                <a:gd name="T94" fmla="*/ 5 w 6"/>
                <a:gd name="T95" fmla="*/ 25 h 80"/>
                <a:gd name="T96" fmla="*/ 5 w 6"/>
                <a:gd name="T97" fmla="*/ 42 h 80"/>
                <a:gd name="T98" fmla="*/ 6 w 6"/>
                <a:gd name="T99" fmla="*/ 50 h 80"/>
                <a:gd name="T100" fmla="*/ 6 w 6"/>
                <a:gd name="T101" fmla="*/ 44 h 80"/>
                <a:gd name="T102" fmla="*/ 6 w 6"/>
                <a:gd name="T103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0">
                  <a:moveTo>
                    <a:pt x="0" y="52"/>
                  </a:moveTo>
                  <a:lnTo>
                    <a:pt x="0" y="52"/>
                  </a:lnTo>
                  <a:lnTo>
                    <a:pt x="0" y="53"/>
                  </a:lnTo>
                  <a:lnTo>
                    <a:pt x="0" y="57"/>
                  </a:lnTo>
                  <a:lnTo>
                    <a:pt x="0" y="55"/>
                  </a:lnTo>
                  <a:lnTo>
                    <a:pt x="0" y="49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1" y="55"/>
                  </a:lnTo>
                  <a:lnTo>
                    <a:pt x="1" y="67"/>
                  </a:lnTo>
                  <a:lnTo>
                    <a:pt x="1" y="79"/>
                  </a:lnTo>
                  <a:lnTo>
                    <a:pt x="1" y="80"/>
                  </a:lnTo>
                  <a:lnTo>
                    <a:pt x="1" y="68"/>
                  </a:lnTo>
                  <a:lnTo>
                    <a:pt x="1" y="56"/>
                  </a:lnTo>
                  <a:lnTo>
                    <a:pt x="2" y="49"/>
                  </a:lnTo>
                  <a:lnTo>
                    <a:pt x="2" y="47"/>
                  </a:lnTo>
                  <a:lnTo>
                    <a:pt x="2" y="47"/>
                  </a:lnTo>
                  <a:lnTo>
                    <a:pt x="2" y="37"/>
                  </a:lnTo>
                  <a:lnTo>
                    <a:pt x="2" y="20"/>
                  </a:lnTo>
                  <a:lnTo>
                    <a:pt x="2" y="14"/>
                  </a:lnTo>
                  <a:lnTo>
                    <a:pt x="2" y="12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27"/>
                  </a:lnTo>
                  <a:lnTo>
                    <a:pt x="3" y="53"/>
                  </a:lnTo>
                  <a:lnTo>
                    <a:pt x="3" y="61"/>
                  </a:lnTo>
                  <a:lnTo>
                    <a:pt x="3" y="60"/>
                  </a:lnTo>
                  <a:lnTo>
                    <a:pt x="3" y="67"/>
                  </a:lnTo>
                  <a:lnTo>
                    <a:pt x="3" y="76"/>
                  </a:lnTo>
                  <a:lnTo>
                    <a:pt x="3" y="77"/>
                  </a:lnTo>
                  <a:lnTo>
                    <a:pt x="4" y="74"/>
                  </a:lnTo>
                  <a:lnTo>
                    <a:pt x="4" y="75"/>
                  </a:lnTo>
                  <a:lnTo>
                    <a:pt x="4" y="78"/>
                  </a:lnTo>
                  <a:lnTo>
                    <a:pt x="4" y="74"/>
                  </a:lnTo>
                  <a:lnTo>
                    <a:pt x="4" y="59"/>
                  </a:lnTo>
                  <a:lnTo>
                    <a:pt x="4" y="34"/>
                  </a:lnTo>
                  <a:lnTo>
                    <a:pt x="4" y="9"/>
                  </a:lnTo>
                  <a:lnTo>
                    <a:pt x="4" y="0"/>
                  </a:lnTo>
                  <a:lnTo>
                    <a:pt x="4" y="12"/>
                  </a:lnTo>
                  <a:lnTo>
                    <a:pt x="5" y="27"/>
                  </a:lnTo>
                  <a:lnTo>
                    <a:pt x="5" y="33"/>
                  </a:lnTo>
                  <a:lnTo>
                    <a:pt x="5" y="36"/>
                  </a:lnTo>
                  <a:lnTo>
                    <a:pt x="5" y="40"/>
                  </a:lnTo>
                  <a:lnTo>
                    <a:pt x="5" y="37"/>
                  </a:lnTo>
                  <a:lnTo>
                    <a:pt x="5" y="28"/>
                  </a:lnTo>
                  <a:lnTo>
                    <a:pt x="5" y="20"/>
                  </a:lnTo>
                  <a:lnTo>
                    <a:pt x="5" y="25"/>
                  </a:lnTo>
                  <a:lnTo>
                    <a:pt x="5" y="42"/>
                  </a:lnTo>
                  <a:lnTo>
                    <a:pt x="6" y="50"/>
                  </a:lnTo>
                  <a:lnTo>
                    <a:pt x="6" y="44"/>
                  </a:lnTo>
                  <a:lnTo>
                    <a:pt x="6" y="4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8" name="Freeform 1039"/>
            <p:cNvSpPr/>
            <p:nvPr/>
          </p:nvSpPr>
          <p:spPr bwMode="auto">
            <a:xfrm>
              <a:off x="3960813" y="4625976"/>
              <a:ext cx="9525" cy="146050"/>
            </a:xfrm>
            <a:custGeom>
              <a:avLst/>
              <a:gdLst>
                <a:gd name="T0" fmla="*/ 0 w 6"/>
                <a:gd name="T1" fmla="*/ 44 h 92"/>
                <a:gd name="T2" fmla="*/ 0 w 6"/>
                <a:gd name="T3" fmla="*/ 40 h 92"/>
                <a:gd name="T4" fmla="*/ 0 w 6"/>
                <a:gd name="T5" fmla="*/ 38 h 92"/>
                <a:gd name="T6" fmla="*/ 0 w 6"/>
                <a:gd name="T7" fmla="*/ 25 h 92"/>
                <a:gd name="T8" fmla="*/ 0 w 6"/>
                <a:gd name="T9" fmla="*/ 13 h 92"/>
                <a:gd name="T10" fmla="*/ 1 w 6"/>
                <a:gd name="T11" fmla="*/ 14 h 92"/>
                <a:gd name="T12" fmla="*/ 1 w 6"/>
                <a:gd name="T13" fmla="*/ 19 h 92"/>
                <a:gd name="T14" fmla="*/ 1 w 6"/>
                <a:gd name="T15" fmla="*/ 25 h 92"/>
                <a:gd name="T16" fmla="*/ 1 w 6"/>
                <a:gd name="T17" fmla="*/ 33 h 92"/>
                <a:gd name="T18" fmla="*/ 1 w 6"/>
                <a:gd name="T19" fmla="*/ 40 h 92"/>
                <a:gd name="T20" fmla="*/ 1 w 6"/>
                <a:gd name="T21" fmla="*/ 37 h 92"/>
                <a:gd name="T22" fmla="*/ 1 w 6"/>
                <a:gd name="T23" fmla="*/ 30 h 92"/>
                <a:gd name="T24" fmla="*/ 1 w 6"/>
                <a:gd name="T25" fmla="*/ 35 h 92"/>
                <a:gd name="T26" fmla="*/ 1 w 6"/>
                <a:gd name="T27" fmla="*/ 45 h 92"/>
                <a:gd name="T28" fmla="*/ 2 w 6"/>
                <a:gd name="T29" fmla="*/ 45 h 92"/>
                <a:gd name="T30" fmla="*/ 2 w 6"/>
                <a:gd name="T31" fmla="*/ 30 h 92"/>
                <a:gd name="T32" fmla="*/ 2 w 6"/>
                <a:gd name="T33" fmla="*/ 10 h 92"/>
                <a:gd name="T34" fmla="*/ 2 w 6"/>
                <a:gd name="T35" fmla="*/ 0 h 92"/>
                <a:gd name="T36" fmla="*/ 2 w 6"/>
                <a:gd name="T37" fmla="*/ 12 h 92"/>
                <a:gd name="T38" fmla="*/ 2 w 6"/>
                <a:gd name="T39" fmla="*/ 32 h 92"/>
                <a:gd name="T40" fmla="*/ 3 w 6"/>
                <a:gd name="T41" fmla="*/ 37 h 92"/>
                <a:gd name="T42" fmla="*/ 3 w 6"/>
                <a:gd name="T43" fmla="*/ 33 h 92"/>
                <a:gd name="T44" fmla="*/ 3 w 6"/>
                <a:gd name="T45" fmla="*/ 32 h 92"/>
                <a:gd name="T46" fmla="*/ 3 w 6"/>
                <a:gd name="T47" fmla="*/ 33 h 92"/>
                <a:gd name="T48" fmla="*/ 3 w 6"/>
                <a:gd name="T49" fmla="*/ 36 h 92"/>
                <a:gd name="T50" fmla="*/ 3 w 6"/>
                <a:gd name="T51" fmla="*/ 42 h 92"/>
                <a:gd name="T52" fmla="*/ 3 w 6"/>
                <a:gd name="T53" fmla="*/ 48 h 92"/>
                <a:gd name="T54" fmla="*/ 3 w 6"/>
                <a:gd name="T55" fmla="*/ 52 h 92"/>
                <a:gd name="T56" fmla="*/ 3 w 6"/>
                <a:gd name="T57" fmla="*/ 52 h 92"/>
                <a:gd name="T58" fmla="*/ 4 w 6"/>
                <a:gd name="T59" fmla="*/ 56 h 92"/>
                <a:gd name="T60" fmla="*/ 4 w 6"/>
                <a:gd name="T61" fmla="*/ 66 h 92"/>
                <a:gd name="T62" fmla="*/ 4 w 6"/>
                <a:gd name="T63" fmla="*/ 74 h 92"/>
                <a:gd name="T64" fmla="*/ 4 w 6"/>
                <a:gd name="T65" fmla="*/ 76 h 92"/>
                <a:gd name="T66" fmla="*/ 4 w 6"/>
                <a:gd name="T67" fmla="*/ 72 h 92"/>
                <a:gd name="T68" fmla="*/ 4 w 6"/>
                <a:gd name="T69" fmla="*/ 67 h 92"/>
                <a:gd name="T70" fmla="*/ 4 w 6"/>
                <a:gd name="T71" fmla="*/ 65 h 92"/>
                <a:gd name="T72" fmla="*/ 4 w 6"/>
                <a:gd name="T73" fmla="*/ 55 h 92"/>
                <a:gd name="T74" fmla="*/ 4 w 6"/>
                <a:gd name="T75" fmla="*/ 28 h 92"/>
                <a:gd name="T76" fmla="*/ 5 w 6"/>
                <a:gd name="T77" fmla="*/ 13 h 92"/>
                <a:gd name="T78" fmla="*/ 5 w 6"/>
                <a:gd name="T79" fmla="*/ 28 h 92"/>
                <a:gd name="T80" fmla="*/ 5 w 6"/>
                <a:gd name="T81" fmla="*/ 55 h 92"/>
                <a:gd name="T82" fmla="*/ 5 w 6"/>
                <a:gd name="T83" fmla="*/ 69 h 92"/>
                <a:gd name="T84" fmla="*/ 5 w 6"/>
                <a:gd name="T85" fmla="*/ 67 h 92"/>
                <a:gd name="T86" fmla="*/ 5 w 6"/>
                <a:gd name="T87" fmla="*/ 63 h 92"/>
                <a:gd name="T88" fmla="*/ 5 w 6"/>
                <a:gd name="T89" fmla="*/ 72 h 92"/>
                <a:gd name="T90" fmla="*/ 6 w 6"/>
                <a:gd name="T91" fmla="*/ 84 h 92"/>
                <a:gd name="T92" fmla="*/ 6 w 6"/>
                <a:gd name="T93" fmla="*/ 84 h 92"/>
                <a:gd name="T94" fmla="*/ 6 w 6"/>
                <a:gd name="T95" fmla="*/ 81 h 92"/>
                <a:gd name="T96" fmla="*/ 6 w 6"/>
                <a:gd name="T97" fmla="*/ 85 h 92"/>
                <a:gd name="T98" fmla="*/ 6 w 6"/>
                <a:gd name="T99" fmla="*/ 92 h 92"/>
                <a:gd name="T100" fmla="*/ 6 w 6"/>
                <a:gd name="T101" fmla="*/ 90 h 92"/>
                <a:gd name="T102" fmla="*/ 6 w 6"/>
                <a:gd name="T103" fmla="*/ 6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2">
                  <a:moveTo>
                    <a:pt x="0" y="44"/>
                  </a:moveTo>
                  <a:lnTo>
                    <a:pt x="0" y="40"/>
                  </a:lnTo>
                  <a:lnTo>
                    <a:pt x="0" y="38"/>
                  </a:lnTo>
                  <a:lnTo>
                    <a:pt x="0" y="25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1" y="19"/>
                  </a:lnTo>
                  <a:lnTo>
                    <a:pt x="1" y="25"/>
                  </a:lnTo>
                  <a:lnTo>
                    <a:pt x="1" y="33"/>
                  </a:lnTo>
                  <a:lnTo>
                    <a:pt x="1" y="40"/>
                  </a:lnTo>
                  <a:lnTo>
                    <a:pt x="1" y="37"/>
                  </a:lnTo>
                  <a:lnTo>
                    <a:pt x="1" y="30"/>
                  </a:lnTo>
                  <a:lnTo>
                    <a:pt x="1" y="35"/>
                  </a:lnTo>
                  <a:lnTo>
                    <a:pt x="1" y="45"/>
                  </a:lnTo>
                  <a:lnTo>
                    <a:pt x="2" y="45"/>
                  </a:lnTo>
                  <a:lnTo>
                    <a:pt x="2" y="30"/>
                  </a:lnTo>
                  <a:lnTo>
                    <a:pt x="2" y="10"/>
                  </a:lnTo>
                  <a:lnTo>
                    <a:pt x="2" y="0"/>
                  </a:lnTo>
                  <a:lnTo>
                    <a:pt x="2" y="12"/>
                  </a:lnTo>
                  <a:lnTo>
                    <a:pt x="2" y="32"/>
                  </a:lnTo>
                  <a:lnTo>
                    <a:pt x="3" y="37"/>
                  </a:lnTo>
                  <a:lnTo>
                    <a:pt x="3" y="33"/>
                  </a:lnTo>
                  <a:lnTo>
                    <a:pt x="3" y="32"/>
                  </a:lnTo>
                  <a:lnTo>
                    <a:pt x="3" y="33"/>
                  </a:lnTo>
                  <a:lnTo>
                    <a:pt x="3" y="36"/>
                  </a:lnTo>
                  <a:lnTo>
                    <a:pt x="3" y="42"/>
                  </a:lnTo>
                  <a:lnTo>
                    <a:pt x="3" y="48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4" y="56"/>
                  </a:lnTo>
                  <a:lnTo>
                    <a:pt x="4" y="66"/>
                  </a:lnTo>
                  <a:lnTo>
                    <a:pt x="4" y="74"/>
                  </a:lnTo>
                  <a:lnTo>
                    <a:pt x="4" y="76"/>
                  </a:lnTo>
                  <a:lnTo>
                    <a:pt x="4" y="72"/>
                  </a:lnTo>
                  <a:lnTo>
                    <a:pt x="4" y="67"/>
                  </a:lnTo>
                  <a:lnTo>
                    <a:pt x="4" y="65"/>
                  </a:lnTo>
                  <a:lnTo>
                    <a:pt x="4" y="55"/>
                  </a:lnTo>
                  <a:lnTo>
                    <a:pt x="4" y="28"/>
                  </a:lnTo>
                  <a:lnTo>
                    <a:pt x="5" y="13"/>
                  </a:lnTo>
                  <a:lnTo>
                    <a:pt x="5" y="28"/>
                  </a:lnTo>
                  <a:lnTo>
                    <a:pt x="5" y="55"/>
                  </a:lnTo>
                  <a:lnTo>
                    <a:pt x="5" y="69"/>
                  </a:lnTo>
                  <a:lnTo>
                    <a:pt x="5" y="67"/>
                  </a:lnTo>
                  <a:lnTo>
                    <a:pt x="5" y="63"/>
                  </a:lnTo>
                  <a:lnTo>
                    <a:pt x="5" y="72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6" y="81"/>
                  </a:lnTo>
                  <a:lnTo>
                    <a:pt x="6" y="85"/>
                  </a:lnTo>
                  <a:lnTo>
                    <a:pt x="6" y="92"/>
                  </a:lnTo>
                  <a:lnTo>
                    <a:pt x="6" y="90"/>
                  </a:lnTo>
                  <a:lnTo>
                    <a:pt x="6" y="6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9" name="Freeform 1040"/>
            <p:cNvSpPr/>
            <p:nvPr/>
          </p:nvSpPr>
          <p:spPr bwMode="auto">
            <a:xfrm>
              <a:off x="3970338" y="4672013"/>
              <a:ext cx="11113" cy="163513"/>
            </a:xfrm>
            <a:custGeom>
              <a:avLst/>
              <a:gdLst>
                <a:gd name="T0" fmla="*/ 0 w 7"/>
                <a:gd name="T1" fmla="*/ 61 h 103"/>
                <a:gd name="T2" fmla="*/ 0 w 7"/>
                <a:gd name="T3" fmla="*/ 36 h 103"/>
                <a:gd name="T4" fmla="*/ 0 w 7"/>
                <a:gd name="T5" fmla="*/ 8 h 103"/>
                <a:gd name="T6" fmla="*/ 0 w 7"/>
                <a:gd name="T7" fmla="*/ 13 h 103"/>
                <a:gd name="T8" fmla="*/ 1 w 7"/>
                <a:gd name="T9" fmla="*/ 51 h 103"/>
                <a:gd name="T10" fmla="*/ 1 w 7"/>
                <a:gd name="T11" fmla="*/ 79 h 103"/>
                <a:gd name="T12" fmla="*/ 1 w 7"/>
                <a:gd name="T13" fmla="*/ 76 h 103"/>
                <a:gd name="T14" fmla="*/ 1 w 7"/>
                <a:gd name="T15" fmla="*/ 72 h 103"/>
                <a:gd name="T16" fmla="*/ 1 w 7"/>
                <a:gd name="T17" fmla="*/ 90 h 103"/>
                <a:gd name="T18" fmla="*/ 1 w 7"/>
                <a:gd name="T19" fmla="*/ 103 h 103"/>
                <a:gd name="T20" fmla="*/ 2 w 7"/>
                <a:gd name="T21" fmla="*/ 89 h 103"/>
                <a:gd name="T22" fmla="*/ 2 w 7"/>
                <a:gd name="T23" fmla="*/ 72 h 103"/>
                <a:gd name="T24" fmla="*/ 2 w 7"/>
                <a:gd name="T25" fmla="*/ 61 h 103"/>
                <a:gd name="T26" fmla="*/ 2 w 7"/>
                <a:gd name="T27" fmla="*/ 40 h 103"/>
                <a:gd name="T28" fmla="*/ 2 w 7"/>
                <a:gd name="T29" fmla="*/ 24 h 103"/>
                <a:gd name="T30" fmla="*/ 2 w 7"/>
                <a:gd name="T31" fmla="*/ 25 h 103"/>
                <a:gd name="T32" fmla="*/ 2 w 7"/>
                <a:gd name="T33" fmla="*/ 28 h 103"/>
                <a:gd name="T34" fmla="*/ 2 w 7"/>
                <a:gd name="T35" fmla="*/ 28 h 103"/>
                <a:gd name="T36" fmla="*/ 2 w 7"/>
                <a:gd name="T37" fmla="*/ 35 h 103"/>
                <a:gd name="T38" fmla="*/ 3 w 7"/>
                <a:gd name="T39" fmla="*/ 46 h 103"/>
                <a:gd name="T40" fmla="*/ 3 w 7"/>
                <a:gd name="T41" fmla="*/ 48 h 103"/>
                <a:gd name="T42" fmla="*/ 3 w 7"/>
                <a:gd name="T43" fmla="*/ 51 h 103"/>
                <a:gd name="T44" fmla="*/ 3 w 7"/>
                <a:gd name="T45" fmla="*/ 65 h 103"/>
                <a:gd name="T46" fmla="*/ 3 w 7"/>
                <a:gd name="T47" fmla="*/ 67 h 103"/>
                <a:gd name="T48" fmla="*/ 3 w 7"/>
                <a:gd name="T49" fmla="*/ 48 h 103"/>
                <a:gd name="T50" fmla="*/ 3 w 7"/>
                <a:gd name="T51" fmla="*/ 40 h 103"/>
                <a:gd name="T52" fmla="*/ 3 w 7"/>
                <a:gd name="T53" fmla="*/ 53 h 103"/>
                <a:gd name="T54" fmla="*/ 3 w 7"/>
                <a:gd name="T55" fmla="*/ 62 h 103"/>
                <a:gd name="T56" fmla="*/ 4 w 7"/>
                <a:gd name="T57" fmla="*/ 66 h 103"/>
                <a:gd name="T58" fmla="*/ 4 w 7"/>
                <a:gd name="T59" fmla="*/ 73 h 103"/>
                <a:gd name="T60" fmla="*/ 4 w 7"/>
                <a:gd name="T61" fmla="*/ 80 h 103"/>
                <a:gd name="T62" fmla="*/ 4 w 7"/>
                <a:gd name="T63" fmla="*/ 83 h 103"/>
                <a:gd name="T64" fmla="*/ 4 w 7"/>
                <a:gd name="T65" fmla="*/ 75 h 103"/>
                <a:gd name="T66" fmla="*/ 4 w 7"/>
                <a:gd name="T67" fmla="*/ 62 h 103"/>
                <a:gd name="T68" fmla="*/ 5 w 7"/>
                <a:gd name="T69" fmla="*/ 54 h 103"/>
                <a:gd name="T70" fmla="*/ 5 w 7"/>
                <a:gd name="T71" fmla="*/ 46 h 103"/>
                <a:gd name="T72" fmla="*/ 5 w 7"/>
                <a:gd name="T73" fmla="*/ 34 h 103"/>
                <a:gd name="T74" fmla="*/ 5 w 7"/>
                <a:gd name="T75" fmla="*/ 22 h 103"/>
                <a:gd name="T76" fmla="*/ 5 w 7"/>
                <a:gd name="T77" fmla="*/ 9 h 103"/>
                <a:gd name="T78" fmla="*/ 5 w 7"/>
                <a:gd name="T79" fmla="*/ 0 h 103"/>
                <a:gd name="T80" fmla="*/ 5 w 7"/>
                <a:gd name="T81" fmla="*/ 3 h 103"/>
                <a:gd name="T82" fmla="*/ 5 w 7"/>
                <a:gd name="T83" fmla="*/ 16 h 103"/>
                <a:gd name="T84" fmla="*/ 5 w 7"/>
                <a:gd name="T85" fmla="*/ 40 h 103"/>
                <a:gd name="T86" fmla="*/ 6 w 7"/>
                <a:gd name="T87" fmla="*/ 63 h 103"/>
                <a:gd name="T88" fmla="*/ 6 w 7"/>
                <a:gd name="T89" fmla="*/ 65 h 103"/>
                <a:gd name="T90" fmla="*/ 6 w 7"/>
                <a:gd name="T91" fmla="*/ 68 h 103"/>
                <a:gd name="T92" fmla="*/ 6 w 7"/>
                <a:gd name="T93" fmla="*/ 77 h 103"/>
                <a:gd name="T94" fmla="*/ 6 w 7"/>
                <a:gd name="T95" fmla="*/ 57 h 103"/>
                <a:gd name="T96" fmla="*/ 6 w 7"/>
                <a:gd name="T97" fmla="*/ 25 h 103"/>
                <a:gd name="T98" fmla="*/ 7 w 7"/>
                <a:gd name="T99" fmla="*/ 26 h 103"/>
                <a:gd name="T100" fmla="*/ 7 w 7"/>
                <a:gd name="T101" fmla="*/ 46 h 103"/>
                <a:gd name="T102" fmla="*/ 7 w 7"/>
                <a:gd name="T103" fmla="*/ 55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03">
                  <a:moveTo>
                    <a:pt x="0" y="61"/>
                  </a:moveTo>
                  <a:lnTo>
                    <a:pt x="0" y="36"/>
                  </a:lnTo>
                  <a:lnTo>
                    <a:pt x="0" y="8"/>
                  </a:lnTo>
                  <a:lnTo>
                    <a:pt x="0" y="13"/>
                  </a:lnTo>
                  <a:lnTo>
                    <a:pt x="1" y="51"/>
                  </a:lnTo>
                  <a:lnTo>
                    <a:pt x="1" y="79"/>
                  </a:lnTo>
                  <a:lnTo>
                    <a:pt x="1" y="76"/>
                  </a:lnTo>
                  <a:lnTo>
                    <a:pt x="1" y="72"/>
                  </a:lnTo>
                  <a:lnTo>
                    <a:pt x="1" y="90"/>
                  </a:lnTo>
                  <a:lnTo>
                    <a:pt x="1" y="103"/>
                  </a:lnTo>
                  <a:lnTo>
                    <a:pt x="2" y="89"/>
                  </a:lnTo>
                  <a:lnTo>
                    <a:pt x="2" y="72"/>
                  </a:lnTo>
                  <a:lnTo>
                    <a:pt x="2" y="61"/>
                  </a:lnTo>
                  <a:lnTo>
                    <a:pt x="2" y="40"/>
                  </a:lnTo>
                  <a:lnTo>
                    <a:pt x="2" y="24"/>
                  </a:lnTo>
                  <a:lnTo>
                    <a:pt x="2" y="25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35"/>
                  </a:lnTo>
                  <a:lnTo>
                    <a:pt x="3" y="46"/>
                  </a:lnTo>
                  <a:lnTo>
                    <a:pt x="3" y="48"/>
                  </a:lnTo>
                  <a:lnTo>
                    <a:pt x="3" y="51"/>
                  </a:lnTo>
                  <a:lnTo>
                    <a:pt x="3" y="65"/>
                  </a:lnTo>
                  <a:lnTo>
                    <a:pt x="3" y="67"/>
                  </a:lnTo>
                  <a:lnTo>
                    <a:pt x="3" y="48"/>
                  </a:lnTo>
                  <a:lnTo>
                    <a:pt x="3" y="40"/>
                  </a:lnTo>
                  <a:lnTo>
                    <a:pt x="3" y="53"/>
                  </a:lnTo>
                  <a:lnTo>
                    <a:pt x="3" y="62"/>
                  </a:lnTo>
                  <a:lnTo>
                    <a:pt x="4" y="66"/>
                  </a:lnTo>
                  <a:lnTo>
                    <a:pt x="4" y="73"/>
                  </a:lnTo>
                  <a:lnTo>
                    <a:pt x="4" y="80"/>
                  </a:lnTo>
                  <a:lnTo>
                    <a:pt x="4" y="83"/>
                  </a:lnTo>
                  <a:lnTo>
                    <a:pt x="4" y="75"/>
                  </a:lnTo>
                  <a:lnTo>
                    <a:pt x="4" y="62"/>
                  </a:lnTo>
                  <a:lnTo>
                    <a:pt x="5" y="54"/>
                  </a:lnTo>
                  <a:lnTo>
                    <a:pt x="5" y="46"/>
                  </a:lnTo>
                  <a:lnTo>
                    <a:pt x="5" y="34"/>
                  </a:lnTo>
                  <a:lnTo>
                    <a:pt x="5" y="22"/>
                  </a:lnTo>
                  <a:lnTo>
                    <a:pt x="5" y="9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16"/>
                  </a:lnTo>
                  <a:lnTo>
                    <a:pt x="5" y="40"/>
                  </a:lnTo>
                  <a:lnTo>
                    <a:pt x="6" y="63"/>
                  </a:lnTo>
                  <a:lnTo>
                    <a:pt x="6" y="65"/>
                  </a:lnTo>
                  <a:lnTo>
                    <a:pt x="6" y="68"/>
                  </a:lnTo>
                  <a:lnTo>
                    <a:pt x="6" y="77"/>
                  </a:lnTo>
                  <a:lnTo>
                    <a:pt x="6" y="57"/>
                  </a:lnTo>
                  <a:lnTo>
                    <a:pt x="6" y="25"/>
                  </a:lnTo>
                  <a:lnTo>
                    <a:pt x="7" y="26"/>
                  </a:lnTo>
                  <a:lnTo>
                    <a:pt x="7" y="46"/>
                  </a:lnTo>
                  <a:lnTo>
                    <a:pt x="7" y="5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0" name="Freeform 1041"/>
            <p:cNvSpPr/>
            <p:nvPr/>
          </p:nvSpPr>
          <p:spPr bwMode="auto">
            <a:xfrm>
              <a:off x="3981450" y="4649788"/>
              <a:ext cx="9525" cy="125413"/>
            </a:xfrm>
            <a:custGeom>
              <a:avLst/>
              <a:gdLst>
                <a:gd name="T0" fmla="*/ 0 w 6"/>
                <a:gd name="T1" fmla="*/ 60 h 79"/>
                <a:gd name="T2" fmla="*/ 0 w 6"/>
                <a:gd name="T3" fmla="*/ 69 h 79"/>
                <a:gd name="T4" fmla="*/ 0 w 6"/>
                <a:gd name="T5" fmla="*/ 68 h 79"/>
                <a:gd name="T6" fmla="*/ 0 w 6"/>
                <a:gd name="T7" fmla="*/ 59 h 79"/>
                <a:gd name="T8" fmla="*/ 0 w 6"/>
                <a:gd name="T9" fmla="*/ 43 h 79"/>
                <a:gd name="T10" fmla="*/ 0 w 6"/>
                <a:gd name="T11" fmla="*/ 30 h 79"/>
                <a:gd name="T12" fmla="*/ 0 w 6"/>
                <a:gd name="T13" fmla="*/ 27 h 79"/>
                <a:gd name="T14" fmla="*/ 0 w 6"/>
                <a:gd name="T15" fmla="*/ 29 h 79"/>
                <a:gd name="T16" fmla="*/ 0 w 6"/>
                <a:gd name="T17" fmla="*/ 24 h 79"/>
                <a:gd name="T18" fmla="*/ 1 w 6"/>
                <a:gd name="T19" fmla="*/ 15 h 79"/>
                <a:gd name="T20" fmla="*/ 1 w 6"/>
                <a:gd name="T21" fmla="*/ 17 h 79"/>
                <a:gd name="T22" fmla="*/ 1 w 6"/>
                <a:gd name="T23" fmla="*/ 18 h 79"/>
                <a:gd name="T24" fmla="*/ 1 w 6"/>
                <a:gd name="T25" fmla="*/ 10 h 79"/>
                <a:gd name="T26" fmla="*/ 1 w 6"/>
                <a:gd name="T27" fmla="*/ 0 h 79"/>
                <a:gd name="T28" fmla="*/ 1 w 6"/>
                <a:gd name="T29" fmla="*/ 2 h 79"/>
                <a:gd name="T30" fmla="*/ 1 w 6"/>
                <a:gd name="T31" fmla="*/ 17 h 79"/>
                <a:gd name="T32" fmla="*/ 1 w 6"/>
                <a:gd name="T33" fmla="*/ 35 h 79"/>
                <a:gd name="T34" fmla="*/ 1 w 6"/>
                <a:gd name="T35" fmla="*/ 38 h 79"/>
                <a:gd name="T36" fmla="*/ 2 w 6"/>
                <a:gd name="T37" fmla="*/ 35 h 79"/>
                <a:gd name="T38" fmla="*/ 2 w 6"/>
                <a:gd name="T39" fmla="*/ 44 h 79"/>
                <a:gd name="T40" fmla="*/ 2 w 6"/>
                <a:gd name="T41" fmla="*/ 45 h 79"/>
                <a:gd name="T42" fmla="*/ 2 w 6"/>
                <a:gd name="T43" fmla="*/ 27 h 79"/>
                <a:gd name="T44" fmla="*/ 2 w 6"/>
                <a:gd name="T45" fmla="*/ 15 h 79"/>
                <a:gd name="T46" fmla="*/ 2 w 6"/>
                <a:gd name="T47" fmla="*/ 22 h 79"/>
                <a:gd name="T48" fmla="*/ 3 w 6"/>
                <a:gd name="T49" fmla="*/ 31 h 79"/>
                <a:gd name="T50" fmla="*/ 3 w 6"/>
                <a:gd name="T51" fmla="*/ 27 h 79"/>
                <a:gd name="T52" fmla="*/ 3 w 6"/>
                <a:gd name="T53" fmla="*/ 20 h 79"/>
                <a:gd name="T54" fmla="*/ 3 w 6"/>
                <a:gd name="T55" fmla="*/ 18 h 79"/>
                <a:gd name="T56" fmla="*/ 3 w 6"/>
                <a:gd name="T57" fmla="*/ 21 h 79"/>
                <a:gd name="T58" fmla="*/ 3 w 6"/>
                <a:gd name="T59" fmla="*/ 25 h 79"/>
                <a:gd name="T60" fmla="*/ 3 w 6"/>
                <a:gd name="T61" fmla="*/ 31 h 79"/>
                <a:gd name="T62" fmla="*/ 3 w 6"/>
                <a:gd name="T63" fmla="*/ 40 h 79"/>
                <a:gd name="T64" fmla="*/ 3 w 6"/>
                <a:gd name="T65" fmla="*/ 49 h 79"/>
                <a:gd name="T66" fmla="*/ 4 w 6"/>
                <a:gd name="T67" fmla="*/ 45 h 79"/>
                <a:gd name="T68" fmla="*/ 4 w 6"/>
                <a:gd name="T69" fmla="*/ 30 h 79"/>
                <a:gd name="T70" fmla="*/ 4 w 6"/>
                <a:gd name="T71" fmla="*/ 28 h 79"/>
                <a:gd name="T72" fmla="*/ 4 w 6"/>
                <a:gd name="T73" fmla="*/ 29 h 79"/>
                <a:gd name="T74" fmla="*/ 4 w 6"/>
                <a:gd name="T75" fmla="*/ 17 h 79"/>
                <a:gd name="T76" fmla="*/ 4 w 6"/>
                <a:gd name="T77" fmla="*/ 14 h 79"/>
                <a:gd name="T78" fmla="*/ 5 w 6"/>
                <a:gd name="T79" fmla="*/ 30 h 79"/>
                <a:gd name="T80" fmla="*/ 5 w 6"/>
                <a:gd name="T81" fmla="*/ 34 h 79"/>
                <a:gd name="T82" fmla="*/ 5 w 6"/>
                <a:gd name="T83" fmla="*/ 35 h 79"/>
                <a:gd name="T84" fmla="*/ 5 w 6"/>
                <a:gd name="T85" fmla="*/ 54 h 79"/>
                <a:gd name="T86" fmla="*/ 5 w 6"/>
                <a:gd name="T87" fmla="*/ 62 h 79"/>
                <a:gd name="T88" fmla="*/ 5 w 6"/>
                <a:gd name="T89" fmla="*/ 51 h 79"/>
                <a:gd name="T90" fmla="*/ 5 w 6"/>
                <a:gd name="T91" fmla="*/ 51 h 79"/>
                <a:gd name="T92" fmla="*/ 5 w 6"/>
                <a:gd name="T93" fmla="*/ 49 h 79"/>
                <a:gd name="T94" fmla="*/ 5 w 6"/>
                <a:gd name="T95" fmla="*/ 33 h 79"/>
                <a:gd name="T96" fmla="*/ 6 w 6"/>
                <a:gd name="T97" fmla="*/ 33 h 79"/>
                <a:gd name="T98" fmla="*/ 6 w 6"/>
                <a:gd name="T99" fmla="*/ 60 h 79"/>
                <a:gd name="T100" fmla="*/ 6 w 6"/>
                <a:gd name="T101" fmla="*/ 79 h 79"/>
                <a:gd name="T102" fmla="*/ 6 w 6"/>
                <a:gd name="T103" fmla="*/ 7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9">
                  <a:moveTo>
                    <a:pt x="0" y="60"/>
                  </a:moveTo>
                  <a:lnTo>
                    <a:pt x="0" y="69"/>
                  </a:lnTo>
                  <a:lnTo>
                    <a:pt x="0" y="68"/>
                  </a:lnTo>
                  <a:lnTo>
                    <a:pt x="0" y="59"/>
                  </a:lnTo>
                  <a:lnTo>
                    <a:pt x="0" y="43"/>
                  </a:lnTo>
                  <a:lnTo>
                    <a:pt x="0" y="30"/>
                  </a:lnTo>
                  <a:lnTo>
                    <a:pt x="0" y="27"/>
                  </a:lnTo>
                  <a:lnTo>
                    <a:pt x="0" y="29"/>
                  </a:lnTo>
                  <a:lnTo>
                    <a:pt x="0" y="24"/>
                  </a:lnTo>
                  <a:lnTo>
                    <a:pt x="1" y="15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1" y="10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17"/>
                  </a:lnTo>
                  <a:lnTo>
                    <a:pt x="1" y="35"/>
                  </a:lnTo>
                  <a:lnTo>
                    <a:pt x="1" y="38"/>
                  </a:lnTo>
                  <a:lnTo>
                    <a:pt x="2" y="35"/>
                  </a:lnTo>
                  <a:lnTo>
                    <a:pt x="2" y="44"/>
                  </a:lnTo>
                  <a:lnTo>
                    <a:pt x="2" y="45"/>
                  </a:lnTo>
                  <a:lnTo>
                    <a:pt x="2" y="27"/>
                  </a:lnTo>
                  <a:lnTo>
                    <a:pt x="2" y="15"/>
                  </a:lnTo>
                  <a:lnTo>
                    <a:pt x="2" y="22"/>
                  </a:lnTo>
                  <a:lnTo>
                    <a:pt x="3" y="31"/>
                  </a:lnTo>
                  <a:lnTo>
                    <a:pt x="3" y="27"/>
                  </a:lnTo>
                  <a:lnTo>
                    <a:pt x="3" y="20"/>
                  </a:lnTo>
                  <a:lnTo>
                    <a:pt x="3" y="18"/>
                  </a:lnTo>
                  <a:lnTo>
                    <a:pt x="3" y="21"/>
                  </a:lnTo>
                  <a:lnTo>
                    <a:pt x="3" y="25"/>
                  </a:lnTo>
                  <a:lnTo>
                    <a:pt x="3" y="31"/>
                  </a:lnTo>
                  <a:lnTo>
                    <a:pt x="3" y="40"/>
                  </a:lnTo>
                  <a:lnTo>
                    <a:pt x="3" y="49"/>
                  </a:lnTo>
                  <a:lnTo>
                    <a:pt x="4" y="45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4" y="29"/>
                  </a:lnTo>
                  <a:lnTo>
                    <a:pt x="4" y="17"/>
                  </a:lnTo>
                  <a:lnTo>
                    <a:pt x="4" y="14"/>
                  </a:lnTo>
                  <a:lnTo>
                    <a:pt x="5" y="30"/>
                  </a:lnTo>
                  <a:lnTo>
                    <a:pt x="5" y="34"/>
                  </a:lnTo>
                  <a:lnTo>
                    <a:pt x="5" y="35"/>
                  </a:lnTo>
                  <a:lnTo>
                    <a:pt x="5" y="54"/>
                  </a:lnTo>
                  <a:lnTo>
                    <a:pt x="5" y="62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5" y="49"/>
                  </a:lnTo>
                  <a:lnTo>
                    <a:pt x="5" y="33"/>
                  </a:lnTo>
                  <a:lnTo>
                    <a:pt x="6" y="33"/>
                  </a:lnTo>
                  <a:lnTo>
                    <a:pt x="6" y="60"/>
                  </a:lnTo>
                  <a:lnTo>
                    <a:pt x="6" y="79"/>
                  </a:lnTo>
                  <a:lnTo>
                    <a:pt x="6" y="7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1" name="Freeform 1042"/>
            <p:cNvSpPr/>
            <p:nvPr/>
          </p:nvSpPr>
          <p:spPr bwMode="auto">
            <a:xfrm>
              <a:off x="3990975" y="4651376"/>
              <a:ext cx="9525" cy="130175"/>
            </a:xfrm>
            <a:custGeom>
              <a:avLst/>
              <a:gdLst>
                <a:gd name="T0" fmla="*/ 0 w 6"/>
                <a:gd name="T1" fmla="*/ 78 h 82"/>
                <a:gd name="T2" fmla="*/ 0 w 6"/>
                <a:gd name="T3" fmla="*/ 69 h 82"/>
                <a:gd name="T4" fmla="*/ 0 w 6"/>
                <a:gd name="T5" fmla="*/ 52 h 82"/>
                <a:gd name="T6" fmla="*/ 0 w 6"/>
                <a:gd name="T7" fmla="*/ 43 h 82"/>
                <a:gd name="T8" fmla="*/ 0 w 6"/>
                <a:gd name="T9" fmla="*/ 34 h 82"/>
                <a:gd name="T10" fmla="*/ 0 w 6"/>
                <a:gd name="T11" fmla="*/ 27 h 82"/>
                <a:gd name="T12" fmla="*/ 0 w 6"/>
                <a:gd name="T13" fmla="*/ 29 h 82"/>
                <a:gd name="T14" fmla="*/ 1 w 6"/>
                <a:gd name="T15" fmla="*/ 32 h 82"/>
                <a:gd name="T16" fmla="*/ 1 w 6"/>
                <a:gd name="T17" fmla="*/ 43 h 82"/>
                <a:gd name="T18" fmla="*/ 1 w 6"/>
                <a:gd name="T19" fmla="*/ 67 h 82"/>
                <a:gd name="T20" fmla="*/ 1 w 6"/>
                <a:gd name="T21" fmla="*/ 78 h 82"/>
                <a:gd name="T22" fmla="*/ 1 w 6"/>
                <a:gd name="T23" fmla="*/ 64 h 82"/>
                <a:gd name="T24" fmla="*/ 1 w 6"/>
                <a:gd name="T25" fmla="*/ 61 h 82"/>
                <a:gd name="T26" fmla="*/ 2 w 6"/>
                <a:gd name="T27" fmla="*/ 76 h 82"/>
                <a:gd name="T28" fmla="*/ 2 w 6"/>
                <a:gd name="T29" fmla="*/ 82 h 82"/>
                <a:gd name="T30" fmla="*/ 2 w 6"/>
                <a:gd name="T31" fmla="*/ 68 h 82"/>
                <a:gd name="T32" fmla="*/ 2 w 6"/>
                <a:gd name="T33" fmla="*/ 49 h 82"/>
                <a:gd name="T34" fmla="*/ 2 w 6"/>
                <a:gd name="T35" fmla="*/ 31 h 82"/>
                <a:gd name="T36" fmla="*/ 2 w 6"/>
                <a:gd name="T37" fmla="*/ 26 h 82"/>
                <a:gd name="T38" fmla="*/ 2 w 6"/>
                <a:gd name="T39" fmla="*/ 37 h 82"/>
                <a:gd name="T40" fmla="*/ 2 w 6"/>
                <a:gd name="T41" fmla="*/ 47 h 82"/>
                <a:gd name="T42" fmla="*/ 2 w 6"/>
                <a:gd name="T43" fmla="*/ 43 h 82"/>
                <a:gd name="T44" fmla="*/ 3 w 6"/>
                <a:gd name="T45" fmla="*/ 40 h 82"/>
                <a:gd name="T46" fmla="*/ 3 w 6"/>
                <a:gd name="T47" fmla="*/ 51 h 82"/>
                <a:gd name="T48" fmla="*/ 3 w 6"/>
                <a:gd name="T49" fmla="*/ 65 h 82"/>
                <a:gd name="T50" fmla="*/ 3 w 6"/>
                <a:gd name="T51" fmla="*/ 66 h 82"/>
                <a:gd name="T52" fmla="*/ 3 w 6"/>
                <a:gd name="T53" fmla="*/ 60 h 82"/>
                <a:gd name="T54" fmla="*/ 3 w 6"/>
                <a:gd name="T55" fmla="*/ 58 h 82"/>
                <a:gd name="T56" fmla="*/ 3 w 6"/>
                <a:gd name="T57" fmla="*/ 55 h 82"/>
                <a:gd name="T58" fmla="*/ 4 w 6"/>
                <a:gd name="T59" fmla="*/ 46 h 82"/>
                <a:gd name="T60" fmla="*/ 4 w 6"/>
                <a:gd name="T61" fmla="*/ 34 h 82"/>
                <a:gd name="T62" fmla="*/ 4 w 6"/>
                <a:gd name="T63" fmla="*/ 21 h 82"/>
                <a:gd name="T64" fmla="*/ 4 w 6"/>
                <a:gd name="T65" fmla="*/ 4 h 82"/>
                <a:gd name="T66" fmla="*/ 4 w 6"/>
                <a:gd name="T67" fmla="*/ 0 h 82"/>
                <a:gd name="T68" fmla="*/ 4 w 6"/>
                <a:gd name="T69" fmla="*/ 18 h 82"/>
                <a:gd name="T70" fmla="*/ 4 w 6"/>
                <a:gd name="T71" fmla="*/ 41 h 82"/>
                <a:gd name="T72" fmla="*/ 4 w 6"/>
                <a:gd name="T73" fmla="*/ 46 h 82"/>
                <a:gd name="T74" fmla="*/ 4 w 6"/>
                <a:gd name="T75" fmla="*/ 38 h 82"/>
                <a:gd name="T76" fmla="*/ 5 w 6"/>
                <a:gd name="T77" fmla="*/ 34 h 82"/>
                <a:gd name="T78" fmla="*/ 5 w 6"/>
                <a:gd name="T79" fmla="*/ 36 h 82"/>
                <a:gd name="T80" fmla="*/ 5 w 6"/>
                <a:gd name="T81" fmla="*/ 31 h 82"/>
                <a:gd name="T82" fmla="*/ 5 w 6"/>
                <a:gd name="T83" fmla="*/ 22 h 82"/>
                <a:gd name="T84" fmla="*/ 5 w 6"/>
                <a:gd name="T85" fmla="*/ 27 h 82"/>
                <a:gd name="T86" fmla="*/ 5 w 6"/>
                <a:gd name="T87" fmla="*/ 40 h 82"/>
                <a:gd name="T88" fmla="*/ 6 w 6"/>
                <a:gd name="T89" fmla="*/ 45 h 82"/>
                <a:gd name="T90" fmla="*/ 6 w 6"/>
                <a:gd name="T91" fmla="*/ 38 h 82"/>
                <a:gd name="T92" fmla="*/ 6 w 6"/>
                <a:gd name="T93" fmla="*/ 26 h 82"/>
                <a:gd name="T94" fmla="*/ 6 w 6"/>
                <a:gd name="T95" fmla="*/ 20 h 82"/>
                <a:gd name="T96" fmla="*/ 6 w 6"/>
                <a:gd name="T97" fmla="*/ 24 h 82"/>
                <a:gd name="T98" fmla="*/ 6 w 6"/>
                <a:gd name="T99" fmla="*/ 22 h 82"/>
                <a:gd name="T100" fmla="*/ 6 w 6"/>
                <a:gd name="T101" fmla="*/ 13 h 82"/>
                <a:gd name="T102" fmla="*/ 6 w 6"/>
                <a:gd name="T103" fmla="*/ 9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2">
                  <a:moveTo>
                    <a:pt x="0" y="78"/>
                  </a:moveTo>
                  <a:lnTo>
                    <a:pt x="0" y="69"/>
                  </a:lnTo>
                  <a:lnTo>
                    <a:pt x="0" y="52"/>
                  </a:lnTo>
                  <a:lnTo>
                    <a:pt x="0" y="43"/>
                  </a:lnTo>
                  <a:lnTo>
                    <a:pt x="0" y="34"/>
                  </a:lnTo>
                  <a:lnTo>
                    <a:pt x="0" y="27"/>
                  </a:lnTo>
                  <a:lnTo>
                    <a:pt x="0" y="29"/>
                  </a:lnTo>
                  <a:lnTo>
                    <a:pt x="1" y="32"/>
                  </a:lnTo>
                  <a:lnTo>
                    <a:pt x="1" y="43"/>
                  </a:lnTo>
                  <a:lnTo>
                    <a:pt x="1" y="67"/>
                  </a:lnTo>
                  <a:lnTo>
                    <a:pt x="1" y="78"/>
                  </a:lnTo>
                  <a:lnTo>
                    <a:pt x="1" y="64"/>
                  </a:lnTo>
                  <a:lnTo>
                    <a:pt x="1" y="61"/>
                  </a:lnTo>
                  <a:lnTo>
                    <a:pt x="2" y="76"/>
                  </a:lnTo>
                  <a:lnTo>
                    <a:pt x="2" y="82"/>
                  </a:lnTo>
                  <a:lnTo>
                    <a:pt x="2" y="68"/>
                  </a:lnTo>
                  <a:lnTo>
                    <a:pt x="2" y="49"/>
                  </a:lnTo>
                  <a:lnTo>
                    <a:pt x="2" y="31"/>
                  </a:lnTo>
                  <a:lnTo>
                    <a:pt x="2" y="26"/>
                  </a:lnTo>
                  <a:lnTo>
                    <a:pt x="2" y="37"/>
                  </a:lnTo>
                  <a:lnTo>
                    <a:pt x="2" y="47"/>
                  </a:lnTo>
                  <a:lnTo>
                    <a:pt x="2" y="43"/>
                  </a:lnTo>
                  <a:lnTo>
                    <a:pt x="3" y="40"/>
                  </a:lnTo>
                  <a:lnTo>
                    <a:pt x="3" y="51"/>
                  </a:lnTo>
                  <a:lnTo>
                    <a:pt x="3" y="65"/>
                  </a:lnTo>
                  <a:lnTo>
                    <a:pt x="3" y="66"/>
                  </a:lnTo>
                  <a:lnTo>
                    <a:pt x="3" y="60"/>
                  </a:lnTo>
                  <a:lnTo>
                    <a:pt x="3" y="58"/>
                  </a:lnTo>
                  <a:lnTo>
                    <a:pt x="3" y="55"/>
                  </a:lnTo>
                  <a:lnTo>
                    <a:pt x="4" y="46"/>
                  </a:lnTo>
                  <a:lnTo>
                    <a:pt x="4" y="34"/>
                  </a:lnTo>
                  <a:lnTo>
                    <a:pt x="4" y="21"/>
                  </a:lnTo>
                  <a:lnTo>
                    <a:pt x="4" y="4"/>
                  </a:lnTo>
                  <a:lnTo>
                    <a:pt x="4" y="0"/>
                  </a:lnTo>
                  <a:lnTo>
                    <a:pt x="4" y="18"/>
                  </a:lnTo>
                  <a:lnTo>
                    <a:pt x="4" y="41"/>
                  </a:lnTo>
                  <a:lnTo>
                    <a:pt x="4" y="46"/>
                  </a:lnTo>
                  <a:lnTo>
                    <a:pt x="4" y="38"/>
                  </a:lnTo>
                  <a:lnTo>
                    <a:pt x="5" y="34"/>
                  </a:lnTo>
                  <a:lnTo>
                    <a:pt x="5" y="36"/>
                  </a:lnTo>
                  <a:lnTo>
                    <a:pt x="5" y="31"/>
                  </a:lnTo>
                  <a:lnTo>
                    <a:pt x="5" y="22"/>
                  </a:lnTo>
                  <a:lnTo>
                    <a:pt x="5" y="27"/>
                  </a:lnTo>
                  <a:lnTo>
                    <a:pt x="5" y="40"/>
                  </a:lnTo>
                  <a:lnTo>
                    <a:pt x="6" y="45"/>
                  </a:lnTo>
                  <a:lnTo>
                    <a:pt x="6" y="38"/>
                  </a:lnTo>
                  <a:lnTo>
                    <a:pt x="6" y="26"/>
                  </a:lnTo>
                  <a:lnTo>
                    <a:pt x="6" y="20"/>
                  </a:lnTo>
                  <a:lnTo>
                    <a:pt x="6" y="24"/>
                  </a:lnTo>
                  <a:lnTo>
                    <a:pt x="6" y="22"/>
                  </a:lnTo>
                  <a:lnTo>
                    <a:pt x="6" y="13"/>
                  </a:lnTo>
                  <a:lnTo>
                    <a:pt x="6" y="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2" name="Freeform 1043"/>
            <p:cNvSpPr/>
            <p:nvPr/>
          </p:nvSpPr>
          <p:spPr bwMode="auto">
            <a:xfrm>
              <a:off x="4000500" y="4578351"/>
              <a:ext cx="9525" cy="150813"/>
            </a:xfrm>
            <a:custGeom>
              <a:avLst/>
              <a:gdLst>
                <a:gd name="T0" fmla="*/ 0 w 6"/>
                <a:gd name="T1" fmla="*/ 59 h 95"/>
                <a:gd name="T2" fmla="*/ 0 w 6"/>
                <a:gd name="T3" fmla="*/ 55 h 95"/>
                <a:gd name="T4" fmla="*/ 0 w 6"/>
                <a:gd name="T5" fmla="*/ 50 h 95"/>
                <a:gd name="T6" fmla="*/ 1 w 6"/>
                <a:gd name="T7" fmla="*/ 37 h 95"/>
                <a:gd name="T8" fmla="*/ 1 w 6"/>
                <a:gd name="T9" fmla="*/ 34 h 95"/>
                <a:gd name="T10" fmla="*/ 1 w 6"/>
                <a:gd name="T11" fmla="*/ 47 h 95"/>
                <a:gd name="T12" fmla="*/ 1 w 6"/>
                <a:gd name="T13" fmla="*/ 52 h 95"/>
                <a:gd name="T14" fmla="*/ 1 w 6"/>
                <a:gd name="T15" fmla="*/ 45 h 95"/>
                <a:gd name="T16" fmla="*/ 1 w 6"/>
                <a:gd name="T17" fmla="*/ 50 h 95"/>
                <a:gd name="T18" fmla="*/ 1 w 6"/>
                <a:gd name="T19" fmla="*/ 63 h 95"/>
                <a:gd name="T20" fmla="*/ 1 w 6"/>
                <a:gd name="T21" fmla="*/ 64 h 95"/>
                <a:gd name="T22" fmla="*/ 1 w 6"/>
                <a:gd name="T23" fmla="*/ 58 h 95"/>
                <a:gd name="T24" fmla="*/ 2 w 6"/>
                <a:gd name="T25" fmla="*/ 62 h 95"/>
                <a:gd name="T26" fmla="*/ 2 w 6"/>
                <a:gd name="T27" fmla="*/ 60 h 95"/>
                <a:gd name="T28" fmla="*/ 2 w 6"/>
                <a:gd name="T29" fmla="*/ 43 h 95"/>
                <a:gd name="T30" fmla="*/ 2 w 6"/>
                <a:gd name="T31" fmla="*/ 42 h 95"/>
                <a:gd name="T32" fmla="*/ 2 w 6"/>
                <a:gd name="T33" fmla="*/ 57 h 95"/>
                <a:gd name="T34" fmla="*/ 2 w 6"/>
                <a:gd name="T35" fmla="*/ 53 h 95"/>
                <a:gd name="T36" fmla="*/ 3 w 6"/>
                <a:gd name="T37" fmla="*/ 23 h 95"/>
                <a:gd name="T38" fmla="*/ 3 w 6"/>
                <a:gd name="T39" fmla="*/ 1 h 95"/>
                <a:gd name="T40" fmla="*/ 3 w 6"/>
                <a:gd name="T41" fmla="*/ 3 h 95"/>
                <a:gd name="T42" fmla="*/ 3 w 6"/>
                <a:gd name="T43" fmla="*/ 16 h 95"/>
                <a:gd name="T44" fmla="*/ 3 w 6"/>
                <a:gd name="T45" fmla="*/ 29 h 95"/>
                <a:gd name="T46" fmla="*/ 3 w 6"/>
                <a:gd name="T47" fmla="*/ 44 h 95"/>
                <a:gd name="T48" fmla="*/ 3 w 6"/>
                <a:gd name="T49" fmla="*/ 59 h 95"/>
                <a:gd name="T50" fmla="*/ 3 w 6"/>
                <a:gd name="T51" fmla="*/ 65 h 95"/>
                <a:gd name="T52" fmla="*/ 3 w 6"/>
                <a:gd name="T53" fmla="*/ 62 h 95"/>
                <a:gd name="T54" fmla="*/ 4 w 6"/>
                <a:gd name="T55" fmla="*/ 56 h 95"/>
                <a:gd name="T56" fmla="*/ 4 w 6"/>
                <a:gd name="T57" fmla="*/ 48 h 95"/>
                <a:gd name="T58" fmla="*/ 4 w 6"/>
                <a:gd name="T59" fmla="*/ 42 h 95"/>
                <a:gd name="T60" fmla="*/ 4 w 6"/>
                <a:gd name="T61" fmla="*/ 35 h 95"/>
                <a:gd name="T62" fmla="*/ 4 w 6"/>
                <a:gd name="T63" fmla="*/ 30 h 95"/>
                <a:gd name="T64" fmla="*/ 4 w 6"/>
                <a:gd name="T65" fmla="*/ 28 h 95"/>
                <a:gd name="T66" fmla="*/ 5 w 6"/>
                <a:gd name="T67" fmla="*/ 14 h 95"/>
                <a:gd name="T68" fmla="*/ 5 w 6"/>
                <a:gd name="T69" fmla="*/ 0 h 95"/>
                <a:gd name="T70" fmla="*/ 5 w 6"/>
                <a:gd name="T71" fmla="*/ 16 h 95"/>
                <a:gd name="T72" fmla="*/ 5 w 6"/>
                <a:gd name="T73" fmla="*/ 48 h 95"/>
                <a:gd name="T74" fmla="*/ 5 w 6"/>
                <a:gd name="T75" fmla="*/ 61 h 95"/>
                <a:gd name="T76" fmla="*/ 5 w 6"/>
                <a:gd name="T77" fmla="*/ 67 h 95"/>
                <a:gd name="T78" fmla="*/ 5 w 6"/>
                <a:gd name="T79" fmla="*/ 85 h 95"/>
                <a:gd name="T80" fmla="*/ 5 w 6"/>
                <a:gd name="T81" fmla="*/ 95 h 95"/>
                <a:gd name="T82" fmla="*/ 5 w 6"/>
                <a:gd name="T83" fmla="*/ 93 h 95"/>
                <a:gd name="T84" fmla="*/ 5 w 6"/>
                <a:gd name="T85" fmla="*/ 89 h 95"/>
                <a:gd name="T86" fmla="*/ 6 w 6"/>
                <a:gd name="T87" fmla="*/ 73 h 95"/>
                <a:gd name="T88" fmla="*/ 6 w 6"/>
                <a:gd name="T89" fmla="*/ 48 h 95"/>
                <a:gd name="T90" fmla="*/ 6 w 6"/>
                <a:gd name="T91" fmla="*/ 45 h 95"/>
                <a:gd name="T92" fmla="*/ 6 w 6"/>
                <a:gd name="T93" fmla="*/ 61 h 95"/>
                <a:gd name="T94" fmla="*/ 6 w 6"/>
                <a:gd name="T95" fmla="*/ 61 h 95"/>
                <a:gd name="T96" fmla="*/ 6 w 6"/>
                <a:gd name="T97" fmla="*/ 53 h 95"/>
                <a:gd name="T98" fmla="*/ 6 w 6"/>
                <a:gd name="T99" fmla="*/ 59 h 95"/>
                <a:gd name="T100" fmla="*/ 6 w 6"/>
                <a:gd name="T101" fmla="*/ 66 h 95"/>
                <a:gd name="T102" fmla="*/ 6 w 6"/>
                <a:gd name="T103" fmla="*/ 6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5">
                  <a:moveTo>
                    <a:pt x="0" y="59"/>
                  </a:moveTo>
                  <a:lnTo>
                    <a:pt x="0" y="55"/>
                  </a:lnTo>
                  <a:lnTo>
                    <a:pt x="0" y="50"/>
                  </a:lnTo>
                  <a:lnTo>
                    <a:pt x="1" y="37"/>
                  </a:lnTo>
                  <a:lnTo>
                    <a:pt x="1" y="34"/>
                  </a:lnTo>
                  <a:lnTo>
                    <a:pt x="1" y="47"/>
                  </a:lnTo>
                  <a:lnTo>
                    <a:pt x="1" y="52"/>
                  </a:lnTo>
                  <a:lnTo>
                    <a:pt x="1" y="45"/>
                  </a:lnTo>
                  <a:lnTo>
                    <a:pt x="1" y="50"/>
                  </a:lnTo>
                  <a:lnTo>
                    <a:pt x="1" y="63"/>
                  </a:lnTo>
                  <a:lnTo>
                    <a:pt x="1" y="64"/>
                  </a:lnTo>
                  <a:lnTo>
                    <a:pt x="1" y="58"/>
                  </a:lnTo>
                  <a:lnTo>
                    <a:pt x="2" y="62"/>
                  </a:lnTo>
                  <a:lnTo>
                    <a:pt x="2" y="60"/>
                  </a:lnTo>
                  <a:lnTo>
                    <a:pt x="2" y="43"/>
                  </a:lnTo>
                  <a:lnTo>
                    <a:pt x="2" y="42"/>
                  </a:lnTo>
                  <a:lnTo>
                    <a:pt x="2" y="57"/>
                  </a:lnTo>
                  <a:lnTo>
                    <a:pt x="2" y="53"/>
                  </a:lnTo>
                  <a:lnTo>
                    <a:pt x="3" y="23"/>
                  </a:lnTo>
                  <a:lnTo>
                    <a:pt x="3" y="1"/>
                  </a:lnTo>
                  <a:lnTo>
                    <a:pt x="3" y="3"/>
                  </a:lnTo>
                  <a:lnTo>
                    <a:pt x="3" y="16"/>
                  </a:lnTo>
                  <a:lnTo>
                    <a:pt x="3" y="29"/>
                  </a:lnTo>
                  <a:lnTo>
                    <a:pt x="3" y="44"/>
                  </a:lnTo>
                  <a:lnTo>
                    <a:pt x="3" y="59"/>
                  </a:lnTo>
                  <a:lnTo>
                    <a:pt x="3" y="65"/>
                  </a:lnTo>
                  <a:lnTo>
                    <a:pt x="3" y="62"/>
                  </a:lnTo>
                  <a:lnTo>
                    <a:pt x="4" y="56"/>
                  </a:lnTo>
                  <a:lnTo>
                    <a:pt x="4" y="48"/>
                  </a:lnTo>
                  <a:lnTo>
                    <a:pt x="4" y="42"/>
                  </a:lnTo>
                  <a:lnTo>
                    <a:pt x="4" y="35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5" y="14"/>
                  </a:lnTo>
                  <a:lnTo>
                    <a:pt x="5" y="0"/>
                  </a:lnTo>
                  <a:lnTo>
                    <a:pt x="5" y="16"/>
                  </a:lnTo>
                  <a:lnTo>
                    <a:pt x="5" y="48"/>
                  </a:lnTo>
                  <a:lnTo>
                    <a:pt x="5" y="61"/>
                  </a:lnTo>
                  <a:lnTo>
                    <a:pt x="5" y="67"/>
                  </a:lnTo>
                  <a:lnTo>
                    <a:pt x="5" y="85"/>
                  </a:lnTo>
                  <a:lnTo>
                    <a:pt x="5" y="95"/>
                  </a:lnTo>
                  <a:lnTo>
                    <a:pt x="5" y="93"/>
                  </a:lnTo>
                  <a:lnTo>
                    <a:pt x="5" y="89"/>
                  </a:lnTo>
                  <a:lnTo>
                    <a:pt x="6" y="73"/>
                  </a:lnTo>
                  <a:lnTo>
                    <a:pt x="6" y="48"/>
                  </a:lnTo>
                  <a:lnTo>
                    <a:pt x="6" y="45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6" y="53"/>
                  </a:lnTo>
                  <a:lnTo>
                    <a:pt x="6" y="59"/>
                  </a:lnTo>
                  <a:lnTo>
                    <a:pt x="6" y="66"/>
                  </a:lnTo>
                  <a:lnTo>
                    <a:pt x="6" y="6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3" name="Freeform 1044"/>
            <p:cNvSpPr/>
            <p:nvPr/>
          </p:nvSpPr>
          <p:spPr bwMode="auto">
            <a:xfrm>
              <a:off x="4010025" y="4678363"/>
              <a:ext cx="11113" cy="133350"/>
            </a:xfrm>
            <a:custGeom>
              <a:avLst/>
              <a:gdLst>
                <a:gd name="T0" fmla="*/ 0 w 7"/>
                <a:gd name="T1" fmla="*/ 3 h 84"/>
                <a:gd name="T2" fmla="*/ 0 w 7"/>
                <a:gd name="T3" fmla="*/ 0 h 84"/>
                <a:gd name="T4" fmla="*/ 1 w 7"/>
                <a:gd name="T5" fmla="*/ 0 h 84"/>
                <a:gd name="T6" fmla="*/ 1 w 7"/>
                <a:gd name="T7" fmla="*/ 14 h 84"/>
                <a:gd name="T8" fmla="*/ 1 w 7"/>
                <a:gd name="T9" fmla="*/ 33 h 84"/>
                <a:gd name="T10" fmla="*/ 1 w 7"/>
                <a:gd name="T11" fmla="*/ 40 h 84"/>
                <a:gd name="T12" fmla="*/ 1 w 7"/>
                <a:gd name="T13" fmla="*/ 24 h 84"/>
                <a:gd name="T14" fmla="*/ 1 w 7"/>
                <a:gd name="T15" fmla="*/ 5 h 84"/>
                <a:gd name="T16" fmla="*/ 2 w 7"/>
                <a:gd name="T17" fmla="*/ 5 h 84"/>
                <a:gd name="T18" fmla="*/ 2 w 7"/>
                <a:gd name="T19" fmla="*/ 14 h 84"/>
                <a:gd name="T20" fmla="*/ 2 w 7"/>
                <a:gd name="T21" fmla="*/ 27 h 84"/>
                <a:gd name="T22" fmla="*/ 2 w 7"/>
                <a:gd name="T23" fmla="*/ 42 h 84"/>
                <a:gd name="T24" fmla="*/ 2 w 7"/>
                <a:gd name="T25" fmla="*/ 48 h 84"/>
                <a:gd name="T26" fmla="*/ 2 w 7"/>
                <a:gd name="T27" fmla="*/ 41 h 84"/>
                <a:gd name="T28" fmla="*/ 2 w 7"/>
                <a:gd name="T29" fmla="*/ 33 h 84"/>
                <a:gd name="T30" fmla="*/ 2 w 7"/>
                <a:gd name="T31" fmla="*/ 26 h 84"/>
                <a:gd name="T32" fmla="*/ 2 w 7"/>
                <a:gd name="T33" fmla="*/ 27 h 84"/>
                <a:gd name="T34" fmla="*/ 3 w 7"/>
                <a:gd name="T35" fmla="*/ 37 h 84"/>
                <a:gd name="T36" fmla="*/ 3 w 7"/>
                <a:gd name="T37" fmla="*/ 49 h 84"/>
                <a:gd name="T38" fmla="*/ 3 w 7"/>
                <a:gd name="T39" fmla="*/ 48 h 84"/>
                <a:gd name="T40" fmla="*/ 3 w 7"/>
                <a:gd name="T41" fmla="*/ 31 h 84"/>
                <a:gd name="T42" fmla="*/ 3 w 7"/>
                <a:gd name="T43" fmla="*/ 14 h 84"/>
                <a:gd name="T44" fmla="*/ 3 w 7"/>
                <a:gd name="T45" fmla="*/ 24 h 84"/>
                <a:gd name="T46" fmla="*/ 4 w 7"/>
                <a:gd name="T47" fmla="*/ 55 h 84"/>
                <a:gd name="T48" fmla="*/ 4 w 7"/>
                <a:gd name="T49" fmla="*/ 69 h 84"/>
                <a:gd name="T50" fmla="*/ 4 w 7"/>
                <a:gd name="T51" fmla="*/ 55 h 84"/>
                <a:gd name="T52" fmla="*/ 4 w 7"/>
                <a:gd name="T53" fmla="*/ 35 h 84"/>
                <a:gd name="T54" fmla="*/ 4 w 7"/>
                <a:gd name="T55" fmla="*/ 29 h 84"/>
                <a:gd name="T56" fmla="*/ 4 w 7"/>
                <a:gd name="T57" fmla="*/ 30 h 84"/>
                <a:gd name="T58" fmla="*/ 4 w 7"/>
                <a:gd name="T59" fmla="*/ 28 h 84"/>
                <a:gd name="T60" fmla="*/ 4 w 7"/>
                <a:gd name="T61" fmla="*/ 26 h 84"/>
                <a:gd name="T62" fmla="*/ 4 w 7"/>
                <a:gd name="T63" fmla="*/ 26 h 84"/>
                <a:gd name="T64" fmla="*/ 5 w 7"/>
                <a:gd name="T65" fmla="*/ 26 h 84"/>
                <a:gd name="T66" fmla="*/ 5 w 7"/>
                <a:gd name="T67" fmla="*/ 37 h 84"/>
                <a:gd name="T68" fmla="*/ 5 w 7"/>
                <a:gd name="T69" fmla="*/ 48 h 84"/>
                <a:gd name="T70" fmla="*/ 5 w 7"/>
                <a:gd name="T71" fmla="*/ 50 h 84"/>
                <a:gd name="T72" fmla="*/ 5 w 7"/>
                <a:gd name="T73" fmla="*/ 49 h 84"/>
                <a:gd name="T74" fmla="*/ 5 w 7"/>
                <a:gd name="T75" fmla="*/ 57 h 84"/>
                <a:gd name="T76" fmla="*/ 5 w 7"/>
                <a:gd name="T77" fmla="*/ 74 h 84"/>
                <a:gd name="T78" fmla="*/ 5 w 7"/>
                <a:gd name="T79" fmla="*/ 84 h 84"/>
                <a:gd name="T80" fmla="*/ 5 w 7"/>
                <a:gd name="T81" fmla="*/ 70 h 84"/>
                <a:gd name="T82" fmla="*/ 6 w 7"/>
                <a:gd name="T83" fmla="*/ 56 h 84"/>
                <a:gd name="T84" fmla="*/ 6 w 7"/>
                <a:gd name="T85" fmla="*/ 67 h 84"/>
                <a:gd name="T86" fmla="*/ 6 w 7"/>
                <a:gd name="T87" fmla="*/ 74 h 84"/>
                <a:gd name="T88" fmla="*/ 6 w 7"/>
                <a:gd name="T89" fmla="*/ 63 h 84"/>
                <a:gd name="T90" fmla="*/ 6 w 7"/>
                <a:gd name="T91" fmla="*/ 48 h 84"/>
                <a:gd name="T92" fmla="*/ 6 w 7"/>
                <a:gd name="T93" fmla="*/ 30 h 84"/>
                <a:gd name="T94" fmla="*/ 7 w 7"/>
                <a:gd name="T95" fmla="*/ 14 h 84"/>
                <a:gd name="T96" fmla="*/ 7 w 7"/>
                <a:gd name="T97" fmla="*/ 18 h 84"/>
                <a:gd name="T98" fmla="*/ 7 w 7"/>
                <a:gd name="T99" fmla="*/ 27 h 84"/>
                <a:gd name="T100" fmla="*/ 7 w 7"/>
                <a:gd name="T101" fmla="*/ 28 h 84"/>
                <a:gd name="T102" fmla="*/ 7 w 7"/>
                <a:gd name="T103" fmla="*/ 3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4">
                  <a:moveTo>
                    <a:pt x="0" y="3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14"/>
                  </a:lnTo>
                  <a:lnTo>
                    <a:pt x="1" y="33"/>
                  </a:lnTo>
                  <a:lnTo>
                    <a:pt x="1" y="40"/>
                  </a:lnTo>
                  <a:lnTo>
                    <a:pt x="1" y="24"/>
                  </a:lnTo>
                  <a:lnTo>
                    <a:pt x="1" y="5"/>
                  </a:lnTo>
                  <a:lnTo>
                    <a:pt x="2" y="5"/>
                  </a:lnTo>
                  <a:lnTo>
                    <a:pt x="2" y="14"/>
                  </a:lnTo>
                  <a:lnTo>
                    <a:pt x="2" y="27"/>
                  </a:lnTo>
                  <a:lnTo>
                    <a:pt x="2" y="42"/>
                  </a:lnTo>
                  <a:lnTo>
                    <a:pt x="2" y="48"/>
                  </a:lnTo>
                  <a:lnTo>
                    <a:pt x="2" y="41"/>
                  </a:lnTo>
                  <a:lnTo>
                    <a:pt x="2" y="33"/>
                  </a:lnTo>
                  <a:lnTo>
                    <a:pt x="2" y="26"/>
                  </a:lnTo>
                  <a:lnTo>
                    <a:pt x="2" y="27"/>
                  </a:lnTo>
                  <a:lnTo>
                    <a:pt x="3" y="37"/>
                  </a:lnTo>
                  <a:lnTo>
                    <a:pt x="3" y="49"/>
                  </a:lnTo>
                  <a:lnTo>
                    <a:pt x="3" y="48"/>
                  </a:lnTo>
                  <a:lnTo>
                    <a:pt x="3" y="31"/>
                  </a:lnTo>
                  <a:lnTo>
                    <a:pt x="3" y="14"/>
                  </a:lnTo>
                  <a:lnTo>
                    <a:pt x="3" y="24"/>
                  </a:lnTo>
                  <a:lnTo>
                    <a:pt x="4" y="55"/>
                  </a:lnTo>
                  <a:lnTo>
                    <a:pt x="4" y="69"/>
                  </a:lnTo>
                  <a:lnTo>
                    <a:pt x="4" y="55"/>
                  </a:lnTo>
                  <a:lnTo>
                    <a:pt x="4" y="35"/>
                  </a:lnTo>
                  <a:lnTo>
                    <a:pt x="4" y="29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5" y="26"/>
                  </a:lnTo>
                  <a:lnTo>
                    <a:pt x="5" y="37"/>
                  </a:lnTo>
                  <a:lnTo>
                    <a:pt x="5" y="48"/>
                  </a:lnTo>
                  <a:lnTo>
                    <a:pt x="5" y="50"/>
                  </a:lnTo>
                  <a:lnTo>
                    <a:pt x="5" y="49"/>
                  </a:lnTo>
                  <a:lnTo>
                    <a:pt x="5" y="57"/>
                  </a:lnTo>
                  <a:lnTo>
                    <a:pt x="5" y="74"/>
                  </a:lnTo>
                  <a:lnTo>
                    <a:pt x="5" y="84"/>
                  </a:lnTo>
                  <a:lnTo>
                    <a:pt x="5" y="70"/>
                  </a:lnTo>
                  <a:lnTo>
                    <a:pt x="6" y="56"/>
                  </a:lnTo>
                  <a:lnTo>
                    <a:pt x="6" y="67"/>
                  </a:lnTo>
                  <a:lnTo>
                    <a:pt x="6" y="74"/>
                  </a:lnTo>
                  <a:lnTo>
                    <a:pt x="6" y="63"/>
                  </a:lnTo>
                  <a:lnTo>
                    <a:pt x="6" y="48"/>
                  </a:lnTo>
                  <a:lnTo>
                    <a:pt x="6" y="30"/>
                  </a:lnTo>
                  <a:lnTo>
                    <a:pt x="7" y="14"/>
                  </a:lnTo>
                  <a:lnTo>
                    <a:pt x="7" y="18"/>
                  </a:lnTo>
                  <a:lnTo>
                    <a:pt x="7" y="27"/>
                  </a:lnTo>
                  <a:lnTo>
                    <a:pt x="7" y="28"/>
                  </a:lnTo>
                  <a:lnTo>
                    <a:pt x="7" y="3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4" name="Freeform 1045"/>
            <p:cNvSpPr/>
            <p:nvPr/>
          </p:nvSpPr>
          <p:spPr bwMode="auto">
            <a:xfrm>
              <a:off x="4021138" y="4662488"/>
              <a:ext cx="9525" cy="114300"/>
            </a:xfrm>
            <a:custGeom>
              <a:avLst/>
              <a:gdLst>
                <a:gd name="T0" fmla="*/ 0 w 6"/>
                <a:gd name="T1" fmla="*/ 38 h 72"/>
                <a:gd name="T2" fmla="*/ 0 w 6"/>
                <a:gd name="T3" fmla="*/ 47 h 72"/>
                <a:gd name="T4" fmla="*/ 0 w 6"/>
                <a:gd name="T5" fmla="*/ 67 h 72"/>
                <a:gd name="T6" fmla="*/ 0 w 6"/>
                <a:gd name="T7" fmla="*/ 72 h 72"/>
                <a:gd name="T8" fmla="*/ 0 w 6"/>
                <a:gd name="T9" fmla="*/ 49 h 72"/>
                <a:gd name="T10" fmla="*/ 0 w 6"/>
                <a:gd name="T11" fmla="*/ 24 h 72"/>
                <a:gd name="T12" fmla="*/ 1 w 6"/>
                <a:gd name="T13" fmla="*/ 27 h 72"/>
                <a:gd name="T14" fmla="*/ 1 w 6"/>
                <a:gd name="T15" fmla="*/ 47 h 72"/>
                <a:gd name="T16" fmla="*/ 1 w 6"/>
                <a:gd name="T17" fmla="*/ 62 h 72"/>
                <a:gd name="T18" fmla="*/ 1 w 6"/>
                <a:gd name="T19" fmla="*/ 71 h 72"/>
                <a:gd name="T20" fmla="*/ 1 w 6"/>
                <a:gd name="T21" fmla="*/ 72 h 72"/>
                <a:gd name="T22" fmla="*/ 1 w 6"/>
                <a:gd name="T23" fmla="*/ 57 h 72"/>
                <a:gd name="T24" fmla="*/ 1 w 6"/>
                <a:gd name="T25" fmla="*/ 41 h 72"/>
                <a:gd name="T26" fmla="*/ 2 w 6"/>
                <a:gd name="T27" fmla="*/ 35 h 72"/>
                <a:gd name="T28" fmla="*/ 2 w 6"/>
                <a:gd name="T29" fmla="*/ 37 h 72"/>
                <a:gd name="T30" fmla="*/ 2 w 6"/>
                <a:gd name="T31" fmla="*/ 31 h 72"/>
                <a:gd name="T32" fmla="*/ 2 w 6"/>
                <a:gd name="T33" fmla="*/ 26 h 72"/>
                <a:gd name="T34" fmla="*/ 2 w 6"/>
                <a:gd name="T35" fmla="*/ 43 h 72"/>
                <a:gd name="T36" fmla="*/ 2 w 6"/>
                <a:gd name="T37" fmla="*/ 60 h 72"/>
                <a:gd name="T38" fmla="*/ 2 w 6"/>
                <a:gd name="T39" fmla="*/ 49 h 72"/>
                <a:gd name="T40" fmla="*/ 2 w 6"/>
                <a:gd name="T41" fmla="*/ 40 h 72"/>
                <a:gd name="T42" fmla="*/ 2 w 6"/>
                <a:gd name="T43" fmla="*/ 51 h 72"/>
                <a:gd name="T44" fmla="*/ 3 w 6"/>
                <a:gd name="T45" fmla="*/ 41 h 72"/>
                <a:gd name="T46" fmla="*/ 3 w 6"/>
                <a:gd name="T47" fmla="*/ 14 h 72"/>
                <a:gd name="T48" fmla="*/ 3 w 6"/>
                <a:gd name="T49" fmla="*/ 10 h 72"/>
                <a:gd name="T50" fmla="*/ 3 w 6"/>
                <a:gd name="T51" fmla="*/ 16 h 72"/>
                <a:gd name="T52" fmla="*/ 3 w 6"/>
                <a:gd name="T53" fmla="*/ 12 h 72"/>
                <a:gd name="T54" fmla="*/ 3 w 6"/>
                <a:gd name="T55" fmla="*/ 10 h 72"/>
                <a:gd name="T56" fmla="*/ 3 w 6"/>
                <a:gd name="T57" fmla="*/ 10 h 72"/>
                <a:gd name="T58" fmla="*/ 3 w 6"/>
                <a:gd name="T59" fmla="*/ 1 h 72"/>
                <a:gd name="T60" fmla="*/ 3 w 6"/>
                <a:gd name="T61" fmla="*/ 0 h 72"/>
                <a:gd name="T62" fmla="*/ 4 w 6"/>
                <a:gd name="T63" fmla="*/ 19 h 72"/>
                <a:gd name="T64" fmla="*/ 4 w 6"/>
                <a:gd name="T65" fmla="*/ 36 h 72"/>
                <a:gd name="T66" fmla="*/ 4 w 6"/>
                <a:gd name="T67" fmla="*/ 37 h 72"/>
                <a:gd name="T68" fmla="*/ 4 w 6"/>
                <a:gd name="T69" fmla="*/ 38 h 72"/>
                <a:gd name="T70" fmla="*/ 4 w 6"/>
                <a:gd name="T71" fmla="*/ 40 h 72"/>
                <a:gd name="T72" fmla="*/ 4 w 6"/>
                <a:gd name="T73" fmla="*/ 36 h 72"/>
                <a:gd name="T74" fmla="*/ 5 w 6"/>
                <a:gd name="T75" fmla="*/ 23 h 72"/>
                <a:gd name="T76" fmla="*/ 5 w 6"/>
                <a:gd name="T77" fmla="*/ 12 h 72"/>
                <a:gd name="T78" fmla="*/ 5 w 6"/>
                <a:gd name="T79" fmla="*/ 21 h 72"/>
                <a:gd name="T80" fmla="*/ 5 w 6"/>
                <a:gd name="T81" fmla="*/ 42 h 72"/>
                <a:gd name="T82" fmla="*/ 5 w 6"/>
                <a:gd name="T83" fmla="*/ 46 h 72"/>
                <a:gd name="T84" fmla="*/ 5 w 6"/>
                <a:gd name="T85" fmla="*/ 30 h 72"/>
                <a:gd name="T86" fmla="*/ 5 w 6"/>
                <a:gd name="T87" fmla="*/ 15 h 72"/>
                <a:gd name="T88" fmla="*/ 5 w 6"/>
                <a:gd name="T89" fmla="*/ 8 h 72"/>
                <a:gd name="T90" fmla="*/ 5 w 6"/>
                <a:gd name="T91" fmla="*/ 9 h 72"/>
                <a:gd name="T92" fmla="*/ 6 w 6"/>
                <a:gd name="T93" fmla="*/ 16 h 72"/>
                <a:gd name="T94" fmla="*/ 6 w 6"/>
                <a:gd name="T95" fmla="*/ 19 h 72"/>
                <a:gd name="T96" fmla="*/ 6 w 6"/>
                <a:gd name="T97" fmla="*/ 22 h 72"/>
                <a:gd name="T98" fmla="*/ 6 w 6"/>
                <a:gd name="T99" fmla="*/ 34 h 72"/>
                <a:gd name="T100" fmla="*/ 6 w 6"/>
                <a:gd name="T101" fmla="*/ 41 h 72"/>
                <a:gd name="T102" fmla="*/ 6 w 6"/>
                <a:gd name="T103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2">
                  <a:moveTo>
                    <a:pt x="0" y="38"/>
                  </a:moveTo>
                  <a:lnTo>
                    <a:pt x="0" y="47"/>
                  </a:lnTo>
                  <a:lnTo>
                    <a:pt x="0" y="67"/>
                  </a:lnTo>
                  <a:lnTo>
                    <a:pt x="0" y="72"/>
                  </a:lnTo>
                  <a:lnTo>
                    <a:pt x="0" y="49"/>
                  </a:lnTo>
                  <a:lnTo>
                    <a:pt x="0" y="24"/>
                  </a:lnTo>
                  <a:lnTo>
                    <a:pt x="1" y="27"/>
                  </a:lnTo>
                  <a:lnTo>
                    <a:pt x="1" y="47"/>
                  </a:lnTo>
                  <a:lnTo>
                    <a:pt x="1" y="62"/>
                  </a:lnTo>
                  <a:lnTo>
                    <a:pt x="1" y="71"/>
                  </a:lnTo>
                  <a:lnTo>
                    <a:pt x="1" y="72"/>
                  </a:lnTo>
                  <a:lnTo>
                    <a:pt x="1" y="57"/>
                  </a:lnTo>
                  <a:lnTo>
                    <a:pt x="1" y="41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31"/>
                  </a:lnTo>
                  <a:lnTo>
                    <a:pt x="2" y="26"/>
                  </a:lnTo>
                  <a:lnTo>
                    <a:pt x="2" y="43"/>
                  </a:lnTo>
                  <a:lnTo>
                    <a:pt x="2" y="60"/>
                  </a:lnTo>
                  <a:lnTo>
                    <a:pt x="2" y="49"/>
                  </a:lnTo>
                  <a:lnTo>
                    <a:pt x="2" y="40"/>
                  </a:lnTo>
                  <a:lnTo>
                    <a:pt x="2" y="51"/>
                  </a:lnTo>
                  <a:lnTo>
                    <a:pt x="3" y="41"/>
                  </a:lnTo>
                  <a:lnTo>
                    <a:pt x="3" y="14"/>
                  </a:lnTo>
                  <a:lnTo>
                    <a:pt x="3" y="10"/>
                  </a:lnTo>
                  <a:lnTo>
                    <a:pt x="3" y="16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"/>
                  </a:lnTo>
                  <a:lnTo>
                    <a:pt x="3" y="0"/>
                  </a:lnTo>
                  <a:lnTo>
                    <a:pt x="4" y="19"/>
                  </a:lnTo>
                  <a:lnTo>
                    <a:pt x="4" y="36"/>
                  </a:lnTo>
                  <a:lnTo>
                    <a:pt x="4" y="37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36"/>
                  </a:lnTo>
                  <a:lnTo>
                    <a:pt x="5" y="23"/>
                  </a:lnTo>
                  <a:lnTo>
                    <a:pt x="5" y="12"/>
                  </a:lnTo>
                  <a:lnTo>
                    <a:pt x="5" y="21"/>
                  </a:lnTo>
                  <a:lnTo>
                    <a:pt x="5" y="42"/>
                  </a:lnTo>
                  <a:lnTo>
                    <a:pt x="5" y="46"/>
                  </a:lnTo>
                  <a:lnTo>
                    <a:pt x="5" y="30"/>
                  </a:lnTo>
                  <a:lnTo>
                    <a:pt x="5" y="15"/>
                  </a:lnTo>
                  <a:lnTo>
                    <a:pt x="5" y="8"/>
                  </a:lnTo>
                  <a:lnTo>
                    <a:pt x="5" y="9"/>
                  </a:lnTo>
                  <a:lnTo>
                    <a:pt x="6" y="16"/>
                  </a:lnTo>
                  <a:lnTo>
                    <a:pt x="6" y="19"/>
                  </a:lnTo>
                  <a:lnTo>
                    <a:pt x="6" y="22"/>
                  </a:lnTo>
                  <a:lnTo>
                    <a:pt x="6" y="34"/>
                  </a:lnTo>
                  <a:lnTo>
                    <a:pt x="6" y="41"/>
                  </a:lnTo>
                  <a:lnTo>
                    <a:pt x="6" y="3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5" name="Freeform 1046"/>
            <p:cNvSpPr/>
            <p:nvPr/>
          </p:nvSpPr>
          <p:spPr bwMode="auto">
            <a:xfrm>
              <a:off x="4030663" y="4657726"/>
              <a:ext cx="11113" cy="128588"/>
            </a:xfrm>
            <a:custGeom>
              <a:avLst/>
              <a:gdLst>
                <a:gd name="T0" fmla="*/ 0 w 7"/>
                <a:gd name="T1" fmla="*/ 44 h 81"/>
                <a:gd name="T2" fmla="*/ 0 w 7"/>
                <a:gd name="T3" fmla="*/ 39 h 81"/>
                <a:gd name="T4" fmla="*/ 1 w 7"/>
                <a:gd name="T5" fmla="*/ 31 h 81"/>
                <a:gd name="T6" fmla="*/ 1 w 7"/>
                <a:gd name="T7" fmla="*/ 33 h 81"/>
                <a:gd name="T8" fmla="*/ 1 w 7"/>
                <a:gd name="T9" fmla="*/ 50 h 81"/>
                <a:gd name="T10" fmla="*/ 1 w 7"/>
                <a:gd name="T11" fmla="*/ 64 h 81"/>
                <a:gd name="T12" fmla="*/ 1 w 7"/>
                <a:gd name="T13" fmla="*/ 49 h 81"/>
                <a:gd name="T14" fmla="*/ 1 w 7"/>
                <a:gd name="T15" fmla="*/ 25 h 81"/>
                <a:gd name="T16" fmla="*/ 1 w 7"/>
                <a:gd name="T17" fmla="*/ 22 h 81"/>
                <a:gd name="T18" fmla="*/ 1 w 7"/>
                <a:gd name="T19" fmla="*/ 33 h 81"/>
                <a:gd name="T20" fmla="*/ 1 w 7"/>
                <a:gd name="T21" fmla="*/ 37 h 81"/>
                <a:gd name="T22" fmla="*/ 2 w 7"/>
                <a:gd name="T23" fmla="*/ 34 h 81"/>
                <a:gd name="T24" fmla="*/ 2 w 7"/>
                <a:gd name="T25" fmla="*/ 29 h 81"/>
                <a:gd name="T26" fmla="*/ 2 w 7"/>
                <a:gd name="T27" fmla="*/ 24 h 81"/>
                <a:gd name="T28" fmla="*/ 2 w 7"/>
                <a:gd name="T29" fmla="*/ 22 h 81"/>
                <a:gd name="T30" fmla="*/ 2 w 7"/>
                <a:gd name="T31" fmla="*/ 25 h 81"/>
                <a:gd name="T32" fmla="*/ 2 w 7"/>
                <a:gd name="T33" fmla="*/ 32 h 81"/>
                <a:gd name="T34" fmla="*/ 2 w 7"/>
                <a:gd name="T35" fmla="*/ 43 h 81"/>
                <a:gd name="T36" fmla="*/ 2 w 7"/>
                <a:gd name="T37" fmla="*/ 66 h 81"/>
                <a:gd name="T38" fmla="*/ 2 w 7"/>
                <a:gd name="T39" fmla="*/ 81 h 81"/>
                <a:gd name="T40" fmla="*/ 3 w 7"/>
                <a:gd name="T41" fmla="*/ 74 h 81"/>
                <a:gd name="T42" fmla="*/ 3 w 7"/>
                <a:gd name="T43" fmla="*/ 60 h 81"/>
                <a:gd name="T44" fmla="*/ 3 w 7"/>
                <a:gd name="T45" fmla="*/ 42 h 81"/>
                <a:gd name="T46" fmla="*/ 3 w 7"/>
                <a:gd name="T47" fmla="*/ 19 h 81"/>
                <a:gd name="T48" fmla="*/ 3 w 7"/>
                <a:gd name="T49" fmla="*/ 12 h 81"/>
                <a:gd name="T50" fmla="*/ 3 w 7"/>
                <a:gd name="T51" fmla="*/ 22 h 81"/>
                <a:gd name="T52" fmla="*/ 3 w 7"/>
                <a:gd name="T53" fmla="*/ 22 h 81"/>
                <a:gd name="T54" fmla="*/ 4 w 7"/>
                <a:gd name="T55" fmla="*/ 18 h 81"/>
                <a:gd name="T56" fmla="*/ 4 w 7"/>
                <a:gd name="T57" fmla="*/ 25 h 81"/>
                <a:gd name="T58" fmla="*/ 4 w 7"/>
                <a:gd name="T59" fmla="*/ 34 h 81"/>
                <a:gd name="T60" fmla="*/ 4 w 7"/>
                <a:gd name="T61" fmla="*/ 30 h 81"/>
                <a:gd name="T62" fmla="*/ 4 w 7"/>
                <a:gd name="T63" fmla="*/ 16 h 81"/>
                <a:gd name="T64" fmla="*/ 4 w 7"/>
                <a:gd name="T65" fmla="*/ 12 h 81"/>
                <a:gd name="T66" fmla="*/ 4 w 7"/>
                <a:gd name="T67" fmla="*/ 32 h 81"/>
                <a:gd name="T68" fmla="*/ 4 w 7"/>
                <a:gd name="T69" fmla="*/ 50 h 81"/>
                <a:gd name="T70" fmla="*/ 4 w 7"/>
                <a:gd name="T71" fmla="*/ 43 h 81"/>
                <a:gd name="T72" fmla="*/ 5 w 7"/>
                <a:gd name="T73" fmla="*/ 23 h 81"/>
                <a:gd name="T74" fmla="*/ 5 w 7"/>
                <a:gd name="T75" fmla="*/ 12 h 81"/>
                <a:gd name="T76" fmla="*/ 5 w 7"/>
                <a:gd name="T77" fmla="*/ 22 h 81"/>
                <a:gd name="T78" fmla="*/ 5 w 7"/>
                <a:gd name="T79" fmla="*/ 49 h 81"/>
                <a:gd name="T80" fmla="*/ 5 w 7"/>
                <a:gd name="T81" fmla="*/ 64 h 81"/>
                <a:gd name="T82" fmla="*/ 5 w 7"/>
                <a:gd name="T83" fmla="*/ 55 h 81"/>
                <a:gd name="T84" fmla="*/ 6 w 7"/>
                <a:gd name="T85" fmla="*/ 39 h 81"/>
                <a:gd name="T86" fmla="*/ 6 w 7"/>
                <a:gd name="T87" fmla="*/ 35 h 81"/>
                <a:gd name="T88" fmla="*/ 6 w 7"/>
                <a:gd name="T89" fmla="*/ 34 h 81"/>
                <a:gd name="T90" fmla="*/ 6 w 7"/>
                <a:gd name="T91" fmla="*/ 18 h 81"/>
                <a:gd name="T92" fmla="*/ 6 w 7"/>
                <a:gd name="T93" fmla="*/ 0 h 81"/>
                <a:gd name="T94" fmla="*/ 6 w 7"/>
                <a:gd name="T95" fmla="*/ 9 h 81"/>
                <a:gd name="T96" fmla="*/ 6 w 7"/>
                <a:gd name="T97" fmla="*/ 26 h 81"/>
                <a:gd name="T98" fmla="*/ 6 w 7"/>
                <a:gd name="T99" fmla="*/ 20 h 81"/>
                <a:gd name="T100" fmla="*/ 6 w 7"/>
                <a:gd name="T101" fmla="*/ 5 h 81"/>
                <a:gd name="T102" fmla="*/ 7 w 7"/>
                <a:gd name="T103" fmla="*/ 4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1">
                  <a:moveTo>
                    <a:pt x="0" y="44"/>
                  </a:moveTo>
                  <a:lnTo>
                    <a:pt x="0" y="39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50"/>
                  </a:lnTo>
                  <a:lnTo>
                    <a:pt x="1" y="64"/>
                  </a:lnTo>
                  <a:lnTo>
                    <a:pt x="1" y="49"/>
                  </a:lnTo>
                  <a:lnTo>
                    <a:pt x="1" y="25"/>
                  </a:lnTo>
                  <a:lnTo>
                    <a:pt x="1" y="22"/>
                  </a:lnTo>
                  <a:lnTo>
                    <a:pt x="1" y="33"/>
                  </a:lnTo>
                  <a:lnTo>
                    <a:pt x="1" y="37"/>
                  </a:lnTo>
                  <a:lnTo>
                    <a:pt x="2" y="34"/>
                  </a:lnTo>
                  <a:lnTo>
                    <a:pt x="2" y="29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2" y="25"/>
                  </a:lnTo>
                  <a:lnTo>
                    <a:pt x="2" y="32"/>
                  </a:lnTo>
                  <a:lnTo>
                    <a:pt x="2" y="43"/>
                  </a:lnTo>
                  <a:lnTo>
                    <a:pt x="2" y="66"/>
                  </a:lnTo>
                  <a:lnTo>
                    <a:pt x="2" y="81"/>
                  </a:lnTo>
                  <a:lnTo>
                    <a:pt x="3" y="74"/>
                  </a:lnTo>
                  <a:lnTo>
                    <a:pt x="3" y="60"/>
                  </a:lnTo>
                  <a:lnTo>
                    <a:pt x="3" y="42"/>
                  </a:lnTo>
                  <a:lnTo>
                    <a:pt x="3" y="19"/>
                  </a:lnTo>
                  <a:lnTo>
                    <a:pt x="3" y="12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4" y="18"/>
                  </a:lnTo>
                  <a:lnTo>
                    <a:pt x="4" y="25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4" y="16"/>
                  </a:lnTo>
                  <a:lnTo>
                    <a:pt x="4" y="12"/>
                  </a:lnTo>
                  <a:lnTo>
                    <a:pt x="4" y="32"/>
                  </a:lnTo>
                  <a:lnTo>
                    <a:pt x="4" y="50"/>
                  </a:lnTo>
                  <a:lnTo>
                    <a:pt x="4" y="43"/>
                  </a:lnTo>
                  <a:lnTo>
                    <a:pt x="5" y="23"/>
                  </a:lnTo>
                  <a:lnTo>
                    <a:pt x="5" y="12"/>
                  </a:lnTo>
                  <a:lnTo>
                    <a:pt x="5" y="22"/>
                  </a:lnTo>
                  <a:lnTo>
                    <a:pt x="5" y="49"/>
                  </a:lnTo>
                  <a:lnTo>
                    <a:pt x="5" y="64"/>
                  </a:lnTo>
                  <a:lnTo>
                    <a:pt x="5" y="55"/>
                  </a:lnTo>
                  <a:lnTo>
                    <a:pt x="6" y="39"/>
                  </a:lnTo>
                  <a:lnTo>
                    <a:pt x="6" y="35"/>
                  </a:lnTo>
                  <a:lnTo>
                    <a:pt x="6" y="34"/>
                  </a:lnTo>
                  <a:lnTo>
                    <a:pt x="6" y="18"/>
                  </a:lnTo>
                  <a:lnTo>
                    <a:pt x="6" y="0"/>
                  </a:lnTo>
                  <a:lnTo>
                    <a:pt x="6" y="9"/>
                  </a:lnTo>
                  <a:lnTo>
                    <a:pt x="6" y="26"/>
                  </a:lnTo>
                  <a:lnTo>
                    <a:pt x="6" y="20"/>
                  </a:lnTo>
                  <a:lnTo>
                    <a:pt x="6" y="5"/>
                  </a:lnTo>
                  <a:lnTo>
                    <a:pt x="7" y="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6" name="Freeform 1047"/>
            <p:cNvSpPr/>
            <p:nvPr/>
          </p:nvSpPr>
          <p:spPr bwMode="auto">
            <a:xfrm>
              <a:off x="4040188" y="4602163"/>
              <a:ext cx="11113" cy="195263"/>
            </a:xfrm>
            <a:custGeom>
              <a:avLst/>
              <a:gdLst>
                <a:gd name="T0" fmla="*/ 0 w 7"/>
                <a:gd name="T1" fmla="*/ 40 h 123"/>
                <a:gd name="T2" fmla="*/ 1 w 7"/>
                <a:gd name="T3" fmla="*/ 39 h 123"/>
                <a:gd name="T4" fmla="*/ 1 w 7"/>
                <a:gd name="T5" fmla="*/ 67 h 123"/>
                <a:gd name="T6" fmla="*/ 1 w 7"/>
                <a:gd name="T7" fmla="*/ 111 h 123"/>
                <a:gd name="T8" fmla="*/ 1 w 7"/>
                <a:gd name="T9" fmla="*/ 123 h 123"/>
                <a:gd name="T10" fmla="*/ 1 w 7"/>
                <a:gd name="T11" fmla="*/ 98 h 123"/>
                <a:gd name="T12" fmla="*/ 1 w 7"/>
                <a:gd name="T13" fmla="*/ 74 h 123"/>
                <a:gd name="T14" fmla="*/ 1 w 7"/>
                <a:gd name="T15" fmla="*/ 64 h 123"/>
                <a:gd name="T16" fmla="*/ 1 w 7"/>
                <a:gd name="T17" fmla="*/ 57 h 123"/>
                <a:gd name="T18" fmla="*/ 1 w 7"/>
                <a:gd name="T19" fmla="*/ 55 h 123"/>
                <a:gd name="T20" fmla="*/ 2 w 7"/>
                <a:gd name="T21" fmla="*/ 54 h 123"/>
                <a:gd name="T22" fmla="*/ 2 w 7"/>
                <a:gd name="T23" fmla="*/ 57 h 123"/>
                <a:gd name="T24" fmla="*/ 2 w 7"/>
                <a:gd name="T25" fmla="*/ 72 h 123"/>
                <a:gd name="T26" fmla="*/ 2 w 7"/>
                <a:gd name="T27" fmla="*/ 82 h 123"/>
                <a:gd name="T28" fmla="*/ 2 w 7"/>
                <a:gd name="T29" fmla="*/ 71 h 123"/>
                <a:gd name="T30" fmla="*/ 2 w 7"/>
                <a:gd name="T31" fmla="*/ 49 h 123"/>
                <a:gd name="T32" fmla="*/ 3 w 7"/>
                <a:gd name="T33" fmla="*/ 47 h 123"/>
                <a:gd name="T34" fmla="*/ 3 w 7"/>
                <a:gd name="T35" fmla="*/ 60 h 123"/>
                <a:gd name="T36" fmla="*/ 3 w 7"/>
                <a:gd name="T37" fmla="*/ 50 h 123"/>
                <a:gd name="T38" fmla="*/ 3 w 7"/>
                <a:gd name="T39" fmla="*/ 20 h 123"/>
                <a:gd name="T40" fmla="*/ 3 w 7"/>
                <a:gd name="T41" fmla="*/ 6 h 123"/>
                <a:gd name="T42" fmla="*/ 3 w 7"/>
                <a:gd name="T43" fmla="*/ 1 h 123"/>
                <a:gd name="T44" fmla="*/ 3 w 7"/>
                <a:gd name="T45" fmla="*/ 1 h 123"/>
                <a:gd name="T46" fmla="*/ 3 w 7"/>
                <a:gd name="T47" fmla="*/ 33 h 123"/>
                <a:gd name="T48" fmla="*/ 3 w 7"/>
                <a:gd name="T49" fmla="*/ 75 h 123"/>
                <a:gd name="T50" fmla="*/ 4 w 7"/>
                <a:gd name="T51" fmla="*/ 79 h 123"/>
                <a:gd name="T52" fmla="*/ 4 w 7"/>
                <a:gd name="T53" fmla="*/ 60 h 123"/>
                <a:gd name="T54" fmla="*/ 4 w 7"/>
                <a:gd name="T55" fmla="*/ 58 h 123"/>
                <a:gd name="T56" fmla="*/ 4 w 7"/>
                <a:gd name="T57" fmla="*/ 67 h 123"/>
                <a:gd name="T58" fmla="*/ 4 w 7"/>
                <a:gd name="T59" fmla="*/ 70 h 123"/>
                <a:gd name="T60" fmla="*/ 4 w 7"/>
                <a:gd name="T61" fmla="*/ 65 h 123"/>
                <a:gd name="T62" fmla="*/ 5 w 7"/>
                <a:gd name="T63" fmla="*/ 55 h 123"/>
                <a:gd name="T64" fmla="*/ 5 w 7"/>
                <a:gd name="T65" fmla="*/ 44 h 123"/>
                <a:gd name="T66" fmla="*/ 5 w 7"/>
                <a:gd name="T67" fmla="*/ 32 h 123"/>
                <a:gd name="T68" fmla="*/ 5 w 7"/>
                <a:gd name="T69" fmla="*/ 17 h 123"/>
                <a:gd name="T70" fmla="*/ 5 w 7"/>
                <a:gd name="T71" fmla="*/ 0 h 123"/>
                <a:gd name="T72" fmla="*/ 5 w 7"/>
                <a:gd name="T73" fmla="*/ 5 h 123"/>
                <a:gd name="T74" fmla="*/ 5 w 7"/>
                <a:gd name="T75" fmla="*/ 34 h 123"/>
                <a:gd name="T76" fmla="*/ 5 w 7"/>
                <a:gd name="T77" fmla="*/ 51 h 123"/>
                <a:gd name="T78" fmla="*/ 5 w 7"/>
                <a:gd name="T79" fmla="*/ 39 h 123"/>
                <a:gd name="T80" fmla="*/ 5 w 7"/>
                <a:gd name="T81" fmla="*/ 23 h 123"/>
                <a:gd name="T82" fmla="*/ 6 w 7"/>
                <a:gd name="T83" fmla="*/ 14 h 123"/>
                <a:gd name="T84" fmla="*/ 6 w 7"/>
                <a:gd name="T85" fmla="*/ 11 h 123"/>
                <a:gd name="T86" fmla="*/ 6 w 7"/>
                <a:gd name="T87" fmla="*/ 25 h 123"/>
                <a:gd name="T88" fmla="*/ 6 w 7"/>
                <a:gd name="T89" fmla="*/ 39 h 123"/>
                <a:gd name="T90" fmla="*/ 6 w 7"/>
                <a:gd name="T91" fmla="*/ 32 h 123"/>
                <a:gd name="T92" fmla="*/ 6 w 7"/>
                <a:gd name="T93" fmla="*/ 33 h 123"/>
                <a:gd name="T94" fmla="*/ 6 w 7"/>
                <a:gd name="T95" fmla="*/ 66 h 123"/>
                <a:gd name="T96" fmla="*/ 6 w 7"/>
                <a:gd name="T97" fmla="*/ 92 h 123"/>
                <a:gd name="T98" fmla="*/ 6 w 7"/>
                <a:gd name="T99" fmla="*/ 77 h 123"/>
                <a:gd name="T100" fmla="*/ 7 w 7"/>
                <a:gd name="T101" fmla="*/ 55 h 123"/>
                <a:gd name="T102" fmla="*/ 7 w 7"/>
                <a:gd name="T103" fmla="*/ 5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23">
                  <a:moveTo>
                    <a:pt x="0" y="40"/>
                  </a:moveTo>
                  <a:lnTo>
                    <a:pt x="1" y="39"/>
                  </a:lnTo>
                  <a:lnTo>
                    <a:pt x="1" y="67"/>
                  </a:lnTo>
                  <a:lnTo>
                    <a:pt x="1" y="111"/>
                  </a:lnTo>
                  <a:lnTo>
                    <a:pt x="1" y="123"/>
                  </a:lnTo>
                  <a:lnTo>
                    <a:pt x="1" y="98"/>
                  </a:lnTo>
                  <a:lnTo>
                    <a:pt x="1" y="74"/>
                  </a:lnTo>
                  <a:lnTo>
                    <a:pt x="1" y="64"/>
                  </a:lnTo>
                  <a:lnTo>
                    <a:pt x="1" y="57"/>
                  </a:lnTo>
                  <a:lnTo>
                    <a:pt x="1" y="55"/>
                  </a:lnTo>
                  <a:lnTo>
                    <a:pt x="2" y="54"/>
                  </a:lnTo>
                  <a:lnTo>
                    <a:pt x="2" y="57"/>
                  </a:lnTo>
                  <a:lnTo>
                    <a:pt x="2" y="72"/>
                  </a:lnTo>
                  <a:lnTo>
                    <a:pt x="2" y="82"/>
                  </a:lnTo>
                  <a:lnTo>
                    <a:pt x="2" y="71"/>
                  </a:lnTo>
                  <a:lnTo>
                    <a:pt x="2" y="49"/>
                  </a:lnTo>
                  <a:lnTo>
                    <a:pt x="3" y="47"/>
                  </a:lnTo>
                  <a:lnTo>
                    <a:pt x="3" y="60"/>
                  </a:lnTo>
                  <a:lnTo>
                    <a:pt x="3" y="50"/>
                  </a:lnTo>
                  <a:lnTo>
                    <a:pt x="3" y="20"/>
                  </a:lnTo>
                  <a:lnTo>
                    <a:pt x="3" y="6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33"/>
                  </a:lnTo>
                  <a:lnTo>
                    <a:pt x="3" y="75"/>
                  </a:lnTo>
                  <a:lnTo>
                    <a:pt x="4" y="79"/>
                  </a:lnTo>
                  <a:lnTo>
                    <a:pt x="4" y="60"/>
                  </a:lnTo>
                  <a:lnTo>
                    <a:pt x="4" y="58"/>
                  </a:lnTo>
                  <a:lnTo>
                    <a:pt x="4" y="67"/>
                  </a:lnTo>
                  <a:lnTo>
                    <a:pt x="4" y="70"/>
                  </a:lnTo>
                  <a:lnTo>
                    <a:pt x="4" y="65"/>
                  </a:lnTo>
                  <a:lnTo>
                    <a:pt x="5" y="55"/>
                  </a:lnTo>
                  <a:lnTo>
                    <a:pt x="5" y="44"/>
                  </a:lnTo>
                  <a:lnTo>
                    <a:pt x="5" y="32"/>
                  </a:lnTo>
                  <a:lnTo>
                    <a:pt x="5" y="17"/>
                  </a:lnTo>
                  <a:lnTo>
                    <a:pt x="5" y="0"/>
                  </a:lnTo>
                  <a:lnTo>
                    <a:pt x="5" y="5"/>
                  </a:lnTo>
                  <a:lnTo>
                    <a:pt x="5" y="34"/>
                  </a:lnTo>
                  <a:lnTo>
                    <a:pt x="5" y="51"/>
                  </a:lnTo>
                  <a:lnTo>
                    <a:pt x="5" y="39"/>
                  </a:lnTo>
                  <a:lnTo>
                    <a:pt x="5" y="23"/>
                  </a:lnTo>
                  <a:lnTo>
                    <a:pt x="6" y="14"/>
                  </a:lnTo>
                  <a:lnTo>
                    <a:pt x="6" y="11"/>
                  </a:lnTo>
                  <a:lnTo>
                    <a:pt x="6" y="25"/>
                  </a:lnTo>
                  <a:lnTo>
                    <a:pt x="6" y="39"/>
                  </a:lnTo>
                  <a:lnTo>
                    <a:pt x="6" y="32"/>
                  </a:lnTo>
                  <a:lnTo>
                    <a:pt x="6" y="33"/>
                  </a:lnTo>
                  <a:lnTo>
                    <a:pt x="6" y="66"/>
                  </a:lnTo>
                  <a:lnTo>
                    <a:pt x="6" y="92"/>
                  </a:lnTo>
                  <a:lnTo>
                    <a:pt x="6" y="77"/>
                  </a:lnTo>
                  <a:lnTo>
                    <a:pt x="7" y="55"/>
                  </a:lnTo>
                  <a:lnTo>
                    <a:pt x="7" y="5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7" name="Freeform 1048"/>
            <p:cNvSpPr/>
            <p:nvPr/>
          </p:nvSpPr>
          <p:spPr bwMode="auto">
            <a:xfrm>
              <a:off x="4051300" y="4629151"/>
              <a:ext cx="9525" cy="157163"/>
            </a:xfrm>
            <a:custGeom>
              <a:avLst/>
              <a:gdLst>
                <a:gd name="T0" fmla="*/ 0 w 6"/>
                <a:gd name="T1" fmla="*/ 38 h 99"/>
                <a:gd name="T2" fmla="*/ 0 w 6"/>
                <a:gd name="T3" fmla="*/ 41 h 99"/>
                <a:gd name="T4" fmla="*/ 0 w 6"/>
                <a:gd name="T5" fmla="*/ 43 h 99"/>
                <a:gd name="T6" fmla="*/ 0 w 6"/>
                <a:gd name="T7" fmla="*/ 21 h 99"/>
                <a:gd name="T8" fmla="*/ 0 w 6"/>
                <a:gd name="T9" fmla="*/ 1 h 99"/>
                <a:gd name="T10" fmla="*/ 0 w 6"/>
                <a:gd name="T11" fmla="*/ 0 h 99"/>
                <a:gd name="T12" fmla="*/ 1 w 6"/>
                <a:gd name="T13" fmla="*/ 3 h 99"/>
                <a:gd name="T14" fmla="*/ 1 w 6"/>
                <a:gd name="T15" fmla="*/ 11 h 99"/>
                <a:gd name="T16" fmla="*/ 1 w 6"/>
                <a:gd name="T17" fmla="*/ 24 h 99"/>
                <a:gd name="T18" fmla="*/ 1 w 6"/>
                <a:gd name="T19" fmla="*/ 25 h 99"/>
                <a:gd name="T20" fmla="*/ 1 w 6"/>
                <a:gd name="T21" fmla="*/ 17 h 99"/>
                <a:gd name="T22" fmla="*/ 1 w 6"/>
                <a:gd name="T23" fmla="*/ 25 h 99"/>
                <a:gd name="T24" fmla="*/ 1 w 6"/>
                <a:gd name="T25" fmla="*/ 45 h 99"/>
                <a:gd name="T26" fmla="*/ 1 w 6"/>
                <a:gd name="T27" fmla="*/ 53 h 99"/>
                <a:gd name="T28" fmla="*/ 1 w 6"/>
                <a:gd name="T29" fmla="*/ 51 h 99"/>
                <a:gd name="T30" fmla="*/ 2 w 6"/>
                <a:gd name="T31" fmla="*/ 52 h 99"/>
                <a:gd name="T32" fmla="*/ 2 w 6"/>
                <a:gd name="T33" fmla="*/ 52 h 99"/>
                <a:gd name="T34" fmla="*/ 2 w 6"/>
                <a:gd name="T35" fmla="*/ 46 h 99"/>
                <a:gd name="T36" fmla="*/ 2 w 6"/>
                <a:gd name="T37" fmla="*/ 46 h 99"/>
                <a:gd name="T38" fmla="*/ 2 w 6"/>
                <a:gd name="T39" fmla="*/ 53 h 99"/>
                <a:gd name="T40" fmla="*/ 2 w 6"/>
                <a:gd name="T41" fmla="*/ 62 h 99"/>
                <a:gd name="T42" fmla="*/ 3 w 6"/>
                <a:gd name="T43" fmla="*/ 65 h 99"/>
                <a:gd name="T44" fmla="*/ 3 w 6"/>
                <a:gd name="T45" fmla="*/ 56 h 99"/>
                <a:gd name="T46" fmla="*/ 3 w 6"/>
                <a:gd name="T47" fmla="*/ 42 h 99"/>
                <a:gd name="T48" fmla="*/ 3 w 6"/>
                <a:gd name="T49" fmla="*/ 40 h 99"/>
                <a:gd name="T50" fmla="*/ 3 w 6"/>
                <a:gd name="T51" fmla="*/ 50 h 99"/>
                <a:gd name="T52" fmla="*/ 3 w 6"/>
                <a:gd name="T53" fmla="*/ 56 h 99"/>
                <a:gd name="T54" fmla="*/ 3 w 6"/>
                <a:gd name="T55" fmla="*/ 56 h 99"/>
                <a:gd name="T56" fmla="*/ 3 w 6"/>
                <a:gd name="T57" fmla="*/ 52 h 99"/>
                <a:gd name="T58" fmla="*/ 3 w 6"/>
                <a:gd name="T59" fmla="*/ 50 h 99"/>
                <a:gd name="T60" fmla="*/ 4 w 6"/>
                <a:gd name="T61" fmla="*/ 60 h 99"/>
                <a:gd name="T62" fmla="*/ 4 w 6"/>
                <a:gd name="T63" fmla="*/ 68 h 99"/>
                <a:gd name="T64" fmla="*/ 4 w 6"/>
                <a:gd name="T65" fmla="*/ 66 h 99"/>
                <a:gd name="T66" fmla="*/ 4 w 6"/>
                <a:gd name="T67" fmla="*/ 76 h 99"/>
                <a:gd name="T68" fmla="*/ 4 w 6"/>
                <a:gd name="T69" fmla="*/ 96 h 99"/>
                <a:gd name="T70" fmla="*/ 4 w 6"/>
                <a:gd name="T71" fmla="*/ 99 h 99"/>
                <a:gd name="T72" fmla="*/ 4 w 6"/>
                <a:gd name="T73" fmla="*/ 86 h 99"/>
                <a:gd name="T74" fmla="*/ 4 w 6"/>
                <a:gd name="T75" fmla="*/ 78 h 99"/>
                <a:gd name="T76" fmla="*/ 4 w 6"/>
                <a:gd name="T77" fmla="*/ 77 h 99"/>
                <a:gd name="T78" fmla="*/ 5 w 6"/>
                <a:gd name="T79" fmla="*/ 72 h 99"/>
                <a:gd name="T80" fmla="*/ 5 w 6"/>
                <a:gd name="T81" fmla="*/ 60 h 99"/>
                <a:gd name="T82" fmla="*/ 5 w 6"/>
                <a:gd name="T83" fmla="*/ 58 h 99"/>
                <a:gd name="T84" fmla="*/ 5 w 6"/>
                <a:gd name="T85" fmla="*/ 62 h 99"/>
                <a:gd name="T86" fmla="*/ 5 w 6"/>
                <a:gd name="T87" fmla="*/ 51 h 99"/>
                <a:gd name="T88" fmla="*/ 5 w 6"/>
                <a:gd name="T89" fmla="*/ 50 h 99"/>
                <a:gd name="T90" fmla="*/ 6 w 6"/>
                <a:gd name="T91" fmla="*/ 72 h 99"/>
                <a:gd name="T92" fmla="*/ 6 w 6"/>
                <a:gd name="T93" fmla="*/ 80 h 99"/>
                <a:gd name="T94" fmla="*/ 6 w 6"/>
                <a:gd name="T95" fmla="*/ 72 h 99"/>
                <a:gd name="T96" fmla="*/ 6 w 6"/>
                <a:gd name="T97" fmla="*/ 76 h 99"/>
                <a:gd name="T98" fmla="*/ 6 w 6"/>
                <a:gd name="T99" fmla="*/ 89 h 99"/>
                <a:gd name="T100" fmla="*/ 6 w 6"/>
                <a:gd name="T101" fmla="*/ 97 h 99"/>
                <a:gd name="T102" fmla="*/ 6 w 6"/>
                <a:gd name="T103" fmla="*/ 96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9">
                  <a:moveTo>
                    <a:pt x="0" y="38"/>
                  </a:moveTo>
                  <a:lnTo>
                    <a:pt x="0" y="41"/>
                  </a:lnTo>
                  <a:lnTo>
                    <a:pt x="0" y="43"/>
                  </a:lnTo>
                  <a:lnTo>
                    <a:pt x="0" y="2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11"/>
                  </a:lnTo>
                  <a:lnTo>
                    <a:pt x="1" y="24"/>
                  </a:lnTo>
                  <a:lnTo>
                    <a:pt x="1" y="25"/>
                  </a:lnTo>
                  <a:lnTo>
                    <a:pt x="1" y="17"/>
                  </a:lnTo>
                  <a:lnTo>
                    <a:pt x="1" y="25"/>
                  </a:lnTo>
                  <a:lnTo>
                    <a:pt x="1" y="4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2" y="52"/>
                  </a:lnTo>
                  <a:lnTo>
                    <a:pt x="2" y="52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2" y="53"/>
                  </a:lnTo>
                  <a:lnTo>
                    <a:pt x="2" y="62"/>
                  </a:lnTo>
                  <a:lnTo>
                    <a:pt x="3" y="65"/>
                  </a:lnTo>
                  <a:lnTo>
                    <a:pt x="3" y="56"/>
                  </a:lnTo>
                  <a:lnTo>
                    <a:pt x="3" y="42"/>
                  </a:lnTo>
                  <a:lnTo>
                    <a:pt x="3" y="40"/>
                  </a:lnTo>
                  <a:lnTo>
                    <a:pt x="3" y="50"/>
                  </a:lnTo>
                  <a:lnTo>
                    <a:pt x="3" y="56"/>
                  </a:lnTo>
                  <a:lnTo>
                    <a:pt x="3" y="56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4" y="60"/>
                  </a:lnTo>
                  <a:lnTo>
                    <a:pt x="4" y="68"/>
                  </a:lnTo>
                  <a:lnTo>
                    <a:pt x="4" y="66"/>
                  </a:lnTo>
                  <a:lnTo>
                    <a:pt x="4" y="76"/>
                  </a:lnTo>
                  <a:lnTo>
                    <a:pt x="4" y="96"/>
                  </a:lnTo>
                  <a:lnTo>
                    <a:pt x="4" y="99"/>
                  </a:lnTo>
                  <a:lnTo>
                    <a:pt x="4" y="86"/>
                  </a:lnTo>
                  <a:lnTo>
                    <a:pt x="4" y="78"/>
                  </a:lnTo>
                  <a:lnTo>
                    <a:pt x="4" y="77"/>
                  </a:lnTo>
                  <a:lnTo>
                    <a:pt x="5" y="72"/>
                  </a:lnTo>
                  <a:lnTo>
                    <a:pt x="5" y="60"/>
                  </a:lnTo>
                  <a:lnTo>
                    <a:pt x="5" y="58"/>
                  </a:lnTo>
                  <a:lnTo>
                    <a:pt x="5" y="62"/>
                  </a:lnTo>
                  <a:lnTo>
                    <a:pt x="5" y="51"/>
                  </a:lnTo>
                  <a:lnTo>
                    <a:pt x="5" y="50"/>
                  </a:lnTo>
                  <a:lnTo>
                    <a:pt x="6" y="72"/>
                  </a:lnTo>
                  <a:lnTo>
                    <a:pt x="6" y="80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6" y="89"/>
                  </a:lnTo>
                  <a:lnTo>
                    <a:pt x="6" y="97"/>
                  </a:lnTo>
                  <a:lnTo>
                    <a:pt x="6" y="9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8" name="Freeform 1049"/>
            <p:cNvSpPr/>
            <p:nvPr/>
          </p:nvSpPr>
          <p:spPr bwMode="auto">
            <a:xfrm>
              <a:off x="4060825" y="4656138"/>
              <a:ext cx="11113" cy="127000"/>
            </a:xfrm>
            <a:custGeom>
              <a:avLst/>
              <a:gdLst>
                <a:gd name="T0" fmla="*/ 0 w 7"/>
                <a:gd name="T1" fmla="*/ 80 h 80"/>
                <a:gd name="T2" fmla="*/ 0 w 7"/>
                <a:gd name="T3" fmla="*/ 79 h 80"/>
                <a:gd name="T4" fmla="*/ 0 w 7"/>
                <a:gd name="T5" fmla="*/ 67 h 80"/>
                <a:gd name="T6" fmla="*/ 0 w 7"/>
                <a:gd name="T7" fmla="*/ 61 h 80"/>
                <a:gd name="T8" fmla="*/ 1 w 7"/>
                <a:gd name="T9" fmla="*/ 67 h 80"/>
                <a:gd name="T10" fmla="*/ 1 w 7"/>
                <a:gd name="T11" fmla="*/ 65 h 80"/>
                <a:gd name="T12" fmla="*/ 1 w 7"/>
                <a:gd name="T13" fmla="*/ 51 h 80"/>
                <a:gd name="T14" fmla="*/ 1 w 7"/>
                <a:gd name="T15" fmla="*/ 45 h 80"/>
                <a:gd name="T16" fmla="*/ 1 w 7"/>
                <a:gd name="T17" fmla="*/ 56 h 80"/>
                <a:gd name="T18" fmla="*/ 1 w 7"/>
                <a:gd name="T19" fmla="*/ 61 h 80"/>
                <a:gd name="T20" fmla="*/ 1 w 7"/>
                <a:gd name="T21" fmla="*/ 41 h 80"/>
                <a:gd name="T22" fmla="*/ 2 w 7"/>
                <a:gd name="T23" fmla="*/ 28 h 80"/>
                <a:gd name="T24" fmla="*/ 2 w 7"/>
                <a:gd name="T25" fmla="*/ 38 h 80"/>
                <a:gd name="T26" fmla="*/ 2 w 7"/>
                <a:gd name="T27" fmla="*/ 51 h 80"/>
                <a:gd name="T28" fmla="*/ 2 w 7"/>
                <a:gd name="T29" fmla="*/ 61 h 80"/>
                <a:gd name="T30" fmla="*/ 2 w 7"/>
                <a:gd name="T31" fmla="*/ 73 h 80"/>
                <a:gd name="T32" fmla="*/ 2 w 7"/>
                <a:gd name="T33" fmla="*/ 76 h 80"/>
                <a:gd name="T34" fmla="*/ 2 w 7"/>
                <a:gd name="T35" fmla="*/ 71 h 80"/>
                <a:gd name="T36" fmla="*/ 2 w 7"/>
                <a:gd name="T37" fmla="*/ 63 h 80"/>
                <a:gd name="T38" fmla="*/ 2 w 7"/>
                <a:gd name="T39" fmla="*/ 50 h 80"/>
                <a:gd name="T40" fmla="*/ 3 w 7"/>
                <a:gd name="T41" fmla="*/ 39 h 80"/>
                <a:gd name="T42" fmla="*/ 3 w 7"/>
                <a:gd name="T43" fmla="*/ 35 h 80"/>
                <a:gd name="T44" fmla="*/ 3 w 7"/>
                <a:gd name="T45" fmla="*/ 43 h 80"/>
                <a:gd name="T46" fmla="*/ 3 w 7"/>
                <a:gd name="T47" fmla="*/ 61 h 80"/>
                <a:gd name="T48" fmla="*/ 3 w 7"/>
                <a:gd name="T49" fmla="*/ 63 h 80"/>
                <a:gd name="T50" fmla="*/ 3 w 7"/>
                <a:gd name="T51" fmla="*/ 47 h 80"/>
                <a:gd name="T52" fmla="*/ 3 w 7"/>
                <a:gd name="T53" fmla="*/ 39 h 80"/>
                <a:gd name="T54" fmla="*/ 3 w 7"/>
                <a:gd name="T55" fmla="*/ 41 h 80"/>
                <a:gd name="T56" fmla="*/ 3 w 7"/>
                <a:gd name="T57" fmla="*/ 43 h 80"/>
                <a:gd name="T58" fmla="*/ 4 w 7"/>
                <a:gd name="T59" fmla="*/ 47 h 80"/>
                <a:gd name="T60" fmla="*/ 4 w 7"/>
                <a:gd name="T61" fmla="*/ 53 h 80"/>
                <a:gd name="T62" fmla="*/ 4 w 7"/>
                <a:gd name="T63" fmla="*/ 50 h 80"/>
                <a:gd name="T64" fmla="*/ 4 w 7"/>
                <a:gd name="T65" fmla="*/ 31 h 80"/>
                <a:gd name="T66" fmla="*/ 4 w 7"/>
                <a:gd name="T67" fmla="*/ 15 h 80"/>
                <a:gd name="T68" fmla="*/ 4 w 7"/>
                <a:gd name="T69" fmla="*/ 22 h 80"/>
                <a:gd name="T70" fmla="*/ 5 w 7"/>
                <a:gd name="T71" fmla="*/ 41 h 80"/>
                <a:gd name="T72" fmla="*/ 5 w 7"/>
                <a:gd name="T73" fmla="*/ 46 h 80"/>
                <a:gd name="T74" fmla="*/ 5 w 7"/>
                <a:gd name="T75" fmla="*/ 34 h 80"/>
                <a:gd name="T76" fmla="*/ 5 w 7"/>
                <a:gd name="T77" fmla="*/ 21 h 80"/>
                <a:gd name="T78" fmla="*/ 5 w 7"/>
                <a:gd name="T79" fmla="*/ 12 h 80"/>
                <a:gd name="T80" fmla="*/ 5 w 7"/>
                <a:gd name="T81" fmla="*/ 7 h 80"/>
                <a:gd name="T82" fmla="*/ 5 w 7"/>
                <a:gd name="T83" fmla="*/ 2 h 80"/>
                <a:gd name="T84" fmla="*/ 5 w 7"/>
                <a:gd name="T85" fmla="*/ 0 h 80"/>
                <a:gd name="T86" fmla="*/ 5 w 7"/>
                <a:gd name="T87" fmla="*/ 13 h 80"/>
                <a:gd name="T88" fmla="*/ 6 w 7"/>
                <a:gd name="T89" fmla="*/ 33 h 80"/>
                <a:gd name="T90" fmla="*/ 6 w 7"/>
                <a:gd name="T91" fmla="*/ 39 h 80"/>
                <a:gd name="T92" fmla="*/ 6 w 7"/>
                <a:gd name="T93" fmla="*/ 30 h 80"/>
                <a:gd name="T94" fmla="*/ 6 w 7"/>
                <a:gd name="T95" fmla="*/ 22 h 80"/>
                <a:gd name="T96" fmla="*/ 6 w 7"/>
                <a:gd name="T97" fmla="*/ 27 h 80"/>
                <a:gd name="T98" fmla="*/ 6 w 7"/>
                <a:gd name="T99" fmla="*/ 38 h 80"/>
                <a:gd name="T100" fmla="*/ 7 w 7"/>
                <a:gd name="T101" fmla="*/ 35 h 80"/>
                <a:gd name="T102" fmla="*/ 7 w 7"/>
                <a:gd name="T103" fmla="*/ 1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0">
                  <a:moveTo>
                    <a:pt x="0" y="80"/>
                  </a:moveTo>
                  <a:lnTo>
                    <a:pt x="0" y="79"/>
                  </a:lnTo>
                  <a:lnTo>
                    <a:pt x="0" y="67"/>
                  </a:lnTo>
                  <a:lnTo>
                    <a:pt x="0" y="61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51"/>
                  </a:lnTo>
                  <a:lnTo>
                    <a:pt x="1" y="45"/>
                  </a:lnTo>
                  <a:lnTo>
                    <a:pt x="1" y="56"/>
                  </a:lnTo>
                  <a:lnTo>
                    <a:pt x="1" y="61"/>
                  </a:lnTo>
                  <a:lnTo>
                    <a:pt x="1" y="41"/>
                  </a:lnTo>
                  <a:lnTo>
                    <a:pt x="2" y="28"/>
                  </a:lnTo>
                  <a:lnTo>
                    <a:pt x="2" y="38"/>
                  </a:lnTo>
                  <a:lnTo>
                    <a:pt x="2" y="51"/>
                  </a:lnTo>
                  <a:lnTo>
                    <a:pt x="2" y="61"/>
                  </a:lnTo>
                  <a:lnTo>
                    <a:pt x="2" y="73"/>
                  </a:lnTo>
                  <a:lnTo>
                    <a:pt x="2" y="76"/>
                  </a:lnTo>
                  <a:lnTo>
                    <a:pt x="2" y="71"/>
                  </a:lnTo>
                  <a:lnTo>
                    <a:pt x="2" y="63"/>
                  </a:lnTo>
                  <a:lnTo>
                    <a:pt x="2" y="50"/>
                  </a:lnTo>
                  <a:lnTo>
                    <a:pt x="3" y="39"/>
                  </a:lnTo>
                  <a:lnTo>
                    <a:pt x="3" y="35"/>
                  </a:lnTo>
                  <a:lnTo>
                    <a:pt x="3" y="43"/>
                  </a:lnTo>
                  <a:lnTo>
                    <a:pt x="3" y="61"/>
                  </a:lnTo>
                  <a:lnTo>
                    <a:pt x="3" y="63"/>
                  </a:lnTo>
                  <a:lnTo>
                    <a:pt x="3" y="47"/>
                  </a:lnTo>
                  <a:lnTo>
                    <a:pt x="3" y="39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4" y="47"/>
                  </a:lnTo>
                  <a:lnTo>
                    <a:pt x="4" y="53"/>
                  </a:lnTo>
                  <a:lnTo>
                    <a:pt x="4" y="50"/>
                  </a:lnTo>
                  <a:lnTo>
                    <a:pt x="4" y="31"/>
                  </a:lnTo>
                  <a:lnTo>
                    <a:pt x="4" y="15"/>
                  </a:lnTo>
                  <a:lnTo>
                    <a:pt x="4" y="22"/>
                  </a:lnTo>
                  <a:lnTo>
                    <a:pt x="5" y="41"/>
                  </a:lnTo>
                  <a:lnTo>
                    <a:pt x="5" y="46"/>
                  </a:lnTo>
                  <a:lnTo>
                    <a:pt x="5" y="34"/>
                  </a:lnTo>
                  <a:lnTo>
                    <a:pt x="5" y="21"/>
                  </a:lnTo>
                  <a:lnTo>
                    <a:pt x="5" y="12"/>
                  </a:lnTo>
                  <a:lnTo>
                    <a:pt x="5" y="7"/>
                  </a:lnTo>
                  <a:lnTo>
                    <a:pt x="5" y="2"/>
                  </a:lnTo>
                  <a:lnTo>
                    <a:pt x="5" y="0"/>
                  </a:lnTo>
                  <a:lnTo>
                    <a:pt x="5" y="13"/>
                  </a:lnTo>
                  <a:lnTo>
                    <a:pt x="6" y="33"/>
                  </a:lnTo>
                  <a:lnTo>
                    <a:pt x="6" y="39"/>
                  </a:lnTo>
                  <a:lnTo>
                    <a:pt x="6" y="30"/>
                  </a:lnTo>
                  <a:lnTo>
                    <a:pt x="6" y="22"/>
                  </a:lnTo>
                  <a:lnTo>
                    <a:pt x="6" y="27"/>
                  </a:lnTo>
                  <a:lnTo>
                    <a:pt x="6" y="38"/>
                  </a:lnTo>
                  <a:lnTo>
                    <a:pt x="7" y="35"/>
                  </a:lnTo>
                  <a:lnTo>
                    <a:pt x="7" y="1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9" name="Freeform 1050"/>
            <p:cNvSpPr/>
            <p:nvPr/>
          </p:nvSpPr>
          <p:spPr bwMode="auto">
            <a:xfrm>
              <a:off x="4071938" y="4641851"/>
              <a:ext cx="9525" cy="158750"/>
            </a:xfrm>
            <a:custGeom>
              <a:avLst/>
              <a:gdLst>
                <a:gd name="T0" fmla="*/ 0 w 6"/>
                <a:gd name="T1" fmla="*/ 44 h 100"/>
                <a:gd name="T2" fmla="*/ 0 w 6"/>
                <a:gd name="T3" fmla="*/ 23 h 100"/>
                <a:gd name="T4" fmla="*/ 0 w 6"/>
                <a:gd name="T5" fmla="*/ 9 h 100"/>
                <a:gd name="T6" fmla="*/ 0 w 6"/>
                <a:gd name="T7" fmla="*/ 18 h 100"/>
                <a:gd name="T8" fmla="*/ 0 w 6"/>
                <a:gd name="T9" fmla="*/ 34 h 100"/>
                <a:gd name="T10" fmla="*/ 0 w 6"/>
                <a:gd name="T11" fmla="*/ 45 h 100"/>
                <a:gd name="T12" fmla="*/ 0 w 6"/>
                <a:gd name="T13" fmla="*/ 61 h 100"/>
                <a:gd name="T14" fmla="*/ 0 w 6"/>
                <a:gd name="T15" fmla="*/ 81 h 100"/>
                <a:gd name="T16" fmla="*/ 0 w 6"/>
                <a:gd name="T17" fmla="*/ 94 h 100"/>
                <a:gd name="T18" fmla="*/ 1 w 6"/>
                <a:gd name="T19" fmla="*/ 86 h 100"/>
                <a:gd name="T20" fmla="*/ 1 w 6"/>
                <a:gd name="T21" fmla="*/ 52 h 100"/>
                <a:gd name="T22" fmla="*/ 1 w 6"/>
                <a:gd name="T23" fmla="*/ 13 h 100"/>
                <a:gd name="T24" fmla="*/ 1 w 6"/>
                <a:gd name="T25" fmla="*/ 0 h 100"/>
                <a:gd name="T26" fmla="*/ 1 w 6"/>
                <a:gd name="T27" fmla="*/ 18 h 100"/>
                <a:gd name="T28" fmla="*/ 1 w 6"/>
                <a:gd name="T29" fmla="*/ 45 h 100"/>
                <a:gd name="T30" fmla="*/ 1 w 6"/>
                <a:gd name="T31" fmla="*/ 60 h 100"/>
                <a:gd name="T32" fmla="*/ 1 w 6"/>
                <a:gd name="T33" fmla="*/ 64 h 100"/>
                <a:gd name="T34" fmla="*/ 1 w 6"/>
                <a:gd name="T35" fmla="*/ 65 h 100"/>
                <a:gd name="T36" fmla="*/ 2 w 6"/>
                <a:gd name="T37" fmla="*/ 53 h 100"/>
                <a:gd name="T38" fmla="*/ 2 w 6"/>
                <a:gd name="T39" fmla="*/ 31 h 100"/>
                <a:gd name="T40" fmla="*/ 2 w 6"/>
                <a:gd name="T41" fmla="*/ 28 h 100"/>
                <a:gd name="T42" fmla="*/ 2 w 6"/>
                <a:gd name="T43" fmla="*/ 52 h 100"/>
                <a:gd name="T44" fmla="*/ 2 w 6"/>
                <a:gd name="T45" fmla="*/ 78 h 100"/>
                <a:gd name="T46" fmla="*/ 2 w 6"/>
                <a:gd name="T47" fmla="*/ 86 h 100"/>
                <a:gd name="T48" fmla="*/ 2 w 6"/>
                <a:gd name="T49" fmla="*/ 74 h 100"/>
                <a:gd name="T50" fmla="*/ 3 w 6"/>
                <a:gd name="T51" fmla="*/ 57 h 100"/>
                <a:gd name="T52" fmla="*/ 3 w 6"/>
                <a:gd name="T53" fmla="*/ 45 h 100"/>
                <a:gd name="T54" fmla="*/ 3 w 6"/>
                <a:gd name="T55" fmla="*/ 36 h 100"/>
                <a:gd name="T56" fmla="*/ 3 w 6"/>
                <a:gd name="T57" fmla="*/ 42 h 100"/>
                <a:gd name="T58" fmla="*/ 3 w 6"/>
                <a:gd name="T59" fmla="*/ 69 h 100"/>
                <a:gd name="T60" fmla="*/ 3 w 6"/>
                <a:gd name="T61" fmla="*/ 80 h 100"/>
                <a:gd name="T62" fmla="*/ 3 w 6"/>
                <a:gd name="T63" fmla="*/ 52 h 100"/>
                <a:gd name="T64" fmla="*/ 3 w 6"/>
                <a:gd name="T65" fmla="*/ 23 h 100"/>
                <a:gd name="T66" fmla="*/ 3 w 6"/>
                <a:gd name="T67" fmla="*/ 20 h 100"/>
                <a:gd name="T68" fmla="*/ 4 w 6"/>
                <a:gd name="T69" fmla="*/ 29 h 100"/>
                <a:gd name="T70" fmla="*/ 4 w 6"/>
                <a:gd name="T71" fmla="*/ 53 h 100"/>
                <a:gd name="T72" fmla="*/ 4 w 6"/>
                <a:gd name="T73" fmla="*/ 86 h 100"/>
                <a:gd name="T74" fmla="*/ 4 w 6"/>
                <a:gd name="T75" fmla="*/ 100 h 100"/>
                <a:gd name="T76" fmla="*/ 4 w 6"/>
                <a:gd name="T77" fmla="*/ 92 h 100"/>
                <a:gd name="T78" fmla="*/ 4 w 6"/>
                <a:gd name="T79" fmla="*/ 75 h 100"/>
                <a:gd name="T80" fmla="*/ 5 w 6"/>
                <a:gd name="T81" fmla="*/ 58 h 100"/>
                <a:gd name="T82" fmla="*/ 5 w 6"/>
                <a:gd name="T83" fmla="*/ 49 h 100"/>
                <a:gd name="T84" fmla="*/ 5 w 6"/>
                <a:gd name="T85" fmla="*/ 45 h 100"/>
                <a:gd name="T86" fmla="*/ 5 w 6"/>
                <a:gd name="T87" fmla="*/ 45 h 100"/>
                <a:gd name="T88" fmla="*/ 5 w 6"/>
                <a:gd name="T89" fmla="*/ 54 h 100"/>
                <a:gd name="T90" fmla="*/ 5 w 6"/>
                <a:gd name="T91" fmla="*/ 56 h 100"/>
                <a:gd name="T92" fmla="*/ 5 w 6"/>
                <a:gd name="T93" fmla="*/ 43 h 100"/>
                <a:gd name="T94" fmla="*/ 5 w 6"/>
                <a:gd name="T95" fmla="*/ 41 h 100"/>
                <a:gd name="T96" fmla="*/ 5 w 6"/>
                <a:gd name="T97" fmla="*/ 55 h 100"/>
                <a:gd name="T98" fmla="*/ 6 w 6"/>
                <a:gd name="T99" fmla="*/ 59 h 100"/>
                <a:gd name="T100" fmla="*/ 6 w 6"/>
                <a:gd name="T101" fmla="*/ 53 h 100"/>
                <a:gd name="T102" fmla="*/ 6 w 6"/>
                <a:gd name="T103" fmla="*/ 5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00">
                  <a:moveTo>
                    <a:pt x="0" y="44"/>
                  </a:moveTo>
                  <a:lnTo>
                    <a:pt x="0" y="23"/>
                  </a:lnTo>
                  <a:lnTo>
                    <a:pt x="0" y="9"/>
                  </a:lnTo>
                  <a:lnTo>
                    <a:pt x="0" y="18"/>
                  </a:lnTo>
                  <a:lnTo>
                    <a:pt x="0" y="34"/>
                  </a:lnTo>
                  <a:lnTo>
                    <a:pt x="0" y="45"/>
                  </a:lnTo>
                  <a:lnTo>
                    <a:pt x="0" y="61"/>
                  </a:lnTo>
                  <a:lnTo>
                    <a:pt x="0" y="81"/>
                  </a:lnTo>
                  <a:lnTo>
                    <a:pt x="0" y="94"/>
                  </a:lnTo>
                  <a:lnTo>
                    <a:pt x="1" y="86"/>
                  </a:lnTo>
                  <a:lnTo>
                    <a:pt x="1" y="52"/>
                  </a:lnTo>
                  <a:lnTo>
                    <a:pt x="1" y="13"/>
                  </a:lnTo>
                  <a:lnTo>
                    <a:pt x="1" y="0"/>
                  </a:lnTo>
                  <a:lnTo>
                    <a:pt x="1" y="18"/>
                  </a:lnTo>
                  <a:lnTo>
                    <a:pt x="1" y="45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1" y="65"/>
                  </a:lnTo>
                  <a:lnTo>
                    <a:pt x="2" y="53"/>
                  </a:lnTo>
                  <a:lnTo>
                    <a:pt x="2" y="31"/>
                  </a:lnTo>
                  <a:lnTo>
                    <a:pt x="2" y="28"/>
                  </a:lnTo>
                  <a:lnTo>
                    <a:pt x="2" y="52"/>
                  </a:lnTo>
                  <a:lnTo>
                    <a:pt x="2" y="78"/>
                  </a:lnTo>
                  <a:lnTo>
                    <a:pt x="2" y="86"/>
                  </a:lnTo>
                  <a:lnTo>
                    <a:pt x="2" y="74"/>
                  </a:lnTo>
                  <a:lnTo>
                    <a:pt x="3" y="57"/>
                  </a:lnTo>
                  <a:lnTo>
                    <a:pt x="3" y="45"/>
                  </a:lnTo>
                  <a:lnTo>
                    <a:pt x="3" y="36"/>
                  </a:lnTo>
                  <a:lnTo>
                    <a:pt x="3" y="42"/>
                  </a:lnTo>
                  <a:lnTo>
                    <a:pt x="3" y="69"/>
                  </a:lnTo>
                  <a:lnTo>
                    <a:pt x="3" y="80"/>
                  </a:lnTo>
                  <a:lnTo>
                    <a:pt x="3" y="52"/>
                  </a:lnTo>
                  <a:lnTo>
                    <a:pt x="3" y="23"/>
                  </a:lnTo>
                  <a:lnTo>
                    <a:pt x="3" y="20"/>
                  </a:lnTo>
                  <a:lnTo>
                    <a:pt x="4" y="29"/>
                  </a:lnTo>
                  <a:lnTo>
                    <a:pt x="4" y="53"/>
                  </a:lnTo>
                  <a:lnTo>
                    <a:pt x="4" y="86"/>
                  </a:lnTo>
                  <a:lnTo>
                    <a:pt x="4" y="100"/>
                  </a:lnTo>
                  <a:lnTo>
                    <a:pt x="4" y="92"/>
                  </a:lnTo>
                  <a:lnTo>
                    <a:pt x="4" y="75"/>
                  </a:lnTo>
                  <a:lnTo>
                    <a:pt x="5" y="58"/>
                  </a:lnTo>
                  <a:lnTo>
                    <a:pt x="5" y="49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5" y="54"/>
                  </a:lnTo>
                  <a:lnTo>
                    <a:pt x="5" y="56"/>
                  </a:lnTo>
                  <a:lnTo>
                    <a:pt x="5" y="43"/>
                  </a:lnTo>
                  <a:lnTo>
                    <a:pt x="5" y="41"/>
                  </a:lnTo>
                  <a:lnTo>
                    <a:pt x="5" y="55"/>
                  </a:lnTo>
                  <a:lnTo>
                    <a:pt x="6" y="59"/>
                  </a:lnTo>
                  <a:lnTo>
                    <a:pt x="6" y="53"/>
                  </a:lnTo>
                  <a:lnTo>
                    <a:pt x="6" y="5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0" name="Freeform 1051"/>
            <p:cNvSpPr/>
            <p:nvPr/>
          </p:nvSpPr>
          <p:spPr bwMode="auto">
            <a:xfrm>
              <a:off x="4081463" y="4621213"/>
              <a:ext cx="9525" cy="150813"/>
            </a:xfrm>
            <a:custGeom>
              <a:avLst/>
              <a:gdLst>
                <a:gd name="T0" fmla="*/ 0 w 6"/>
                <a:gd name="T1" fmla="*/ 66 h 95"/>
                <a:gd name="T2" fmla="*/ 0 w 6"/>
                <a:gd name="T3" fmla="*/ 70 h 95"/>
                <a:gd name="T4" fmla="*/ 0 w 6"/>
                <a:gd name="T5" fmla="*/ 80 h 95"/>
                <a:gd name="T6" fmla="*/ 0 w 6"/>
                <a:gd name="T7" fmla="*/ 77 h 95"/>
                <a:gd name="T8" fmla="*/ 0 w 6"/>
                <a:gd name="T9" fmla="*/ 55 h 95"/>
                <a:gd name="T10" fmla="*/ 0 w 6"/>
                <a:gd name="T11" fmla="*/ 34 h 95"/>
                <a:gd name="T12" fmla="*/ 0 w 6"/>
                <a:gd name="T13" fmla="*/ 34 h 95"/>
                <a:gd name="T14" fmla="*/ 0 w 6"/>
                <a:gd name="T15" fmla="*/ 63 h 95"/>
                <a:gd name="T16" fmla="*/ 1 w 6"/>
                <a:gd name="T17" fmla="*/ 95 h 95"/>
                <a:gd name="T18" fmla="*/ 1 w 6"/>
                <a:gd name="T19" fmla="*/ 93 h 95"/>
                <a:gd name="T20" fmla="*/ 1 w 6"/>
                <a:gd name="T21" fmla="*/ 75 h 95"/>
                <a:gd name="T22" fmla="*/ 1 w 6"/>
                <a:gd name="T23" fmla="*/ 77 h 95"/>
                <a:gd name="T24" fmla="*/ 1 w 6"/>
                <a:gd name="T25" fmla="*/ 77 h 95"/>
                <a:gd name="T26" fmla="*/ 1 w 6"/>
                <a:gd name="T27" fmla="*/ 59 h 95"/>
                <a:gd name="T28" fmla="*/ 2 w 6"/>
                <a:gd name="T29" fmla="*/ 59 h 95"/>
                <a:gd name="T30" fmla="*/ 2 w 6"/>
                <a:gd name="T31" fmla="*/ 84 h 95"/>
                <a:gd name="T32" fmla="*/ 2 w 6"/>
                <a:gd name="T33" fmla="*/ 94 h 95"/>
                <a:gd name="T34" fmla="*/ 2 w 6"/>
                <a:gd name="T35" fmla="*/ 73 h 95"/>
                <a:gd name="T36" fmla="*/ 2 w 6"/>
                <a:gd name="T37" fmla="*/ 51 h 95"/>
                <a:gd name="T38" fmla="*/ 2 w 6"/>
                <a:gd name="T39" fmla="*/ 51 h 95"/>
                <a:gd name="T40" fmla="*/ 2 w 6"/>
                <a:gd name="T41" fmla="*/ 57 h 95"/>
                <a:gd name="T42" fmla="*/ 2 w 6"/>
                <a:gd name="T43" fmla="*/ 59 h 95"/>
                <a:gd name="T44" fmla="*/ 2 w 6"/>
                <a:gd name="T45" fmla="*/ 69 h 95"/>
                <a:gd name="T46" fmla="*/ 3 w 6"/>
                <a:gd name="T47" fmla="*/ 72 h 95"/>
                <a:gd name="T48" fmla="*/ 3 w 6"/>
                <a:gd name="T49" fmla="*/ 48 h 95"/>
                <a:gd name="T50" fmla="*/ 3 w 6"/>
                <a:gd name="T51" fmla="*/ 36 h 95"/>
                <a:gd name="T52" fmla="*/ 3 w 6"/>
                <a:gd name="T53" fmla="*/ 48 h 95"/>
                <a:gd name="T54" fmla="*/ 3 w 6"/>
                <a:gd name="T55" fmla="*/ 47 h 95"/>
                <a:gd name="T56" fmla="*/ 3 w 6"/>
                <a:gd name="T57" fmla="*/ 31 h 95"/>
                <a:gd name="T58" fmla="*/ 4 w 6"/>
                <a:gd name="T59" fmla="*/ 31 h 95"/>
                <a:gd name="T60" fmla="*/ 4 w 6"/>
                <a:gd name="T61" fmla="*/ 43 h 95"/>
                <a:gd name="T62" fmla="*/ 4 w 6"/>
                <a:gd name="T63" fmla="*/ 39 h 95"/>
                <a:gd name="T64" fmla="*/ 4 w 6"/>
                <a:gd name="T65" fmla="*/ 16 h 95"/>
                <a:gd name="T66" fmla="*/ 4 w 6"/>
                <a:gd name="T67" fmla="*/ 14 h 95"/>
                <a:gd name="T68" fmla="*/ 4 w 6"/>
                <a:gd name="T69" fmla="*/ 36 h 95"/>
                <a:gd name="T70" fmla="*/ 4 w 6"/>
                <a:gd name="T71" fmla="*/ 41 h 95"/>
                <a:gd name="T72" fmla="*/ 4 w 6"/>
                <a:gd name="T73" fmla="*/ 35 h 95"/>
                <a:gd name="T74" fmla="*/ 4 w 6"/>
                <a:gd name="T75" fmla="*/ 46 h 95"/>
                <a:gd name="T76" fmla="*/ 5 w 6"/>
                <a:gd name="T77" fmla="*/ 61 h 95"/>
                <a:gd name="T78" fmla="*/ 5 w 6"/>
                <a:gd name="T79" fmla="*/ 53 h 95"/>
                <a:gd name="T80" fmla="*/ 5 w 6"/>
                <a:gd name="T81" fmla="*/ 30 h 95"/>
                <a:gd name="T82" fmla="*/ 5 w 6"/>
                <a:gd name="T83" fmla="*/ 13 h 95"/>
                <a:gd name="T84" fmla="*/ 5 w 6"/>
                <a:gd name="T85" fmla="*/ 13 h 95"/>
                <a:gd name="T86" fmla="*/ 5 w 6"/>
                <a:gd name="T87" fmla="*/ 23 h 95"/>
                <a:gd name="T88" fmla="*/ 5 w 6"/>
                <a:gd name="T89" fmla="*/ 26 h 95"/>
                <a:gd name="T90" fmla="*/ 5 w 6"/>
                <a:gd name="T91" fmla="*/ 20 h 95"/>
                <a:gd name="T92" fmla="*/ 5 w 6"/>
                <a:gd name="T93" fmla="*/ 7 h 95"/>
                <a:gd name="T94" fmla="*/ 5 w 6"/>
                <a:gd name="T95" fmla="*/ 0 h 95"/>
                <a:gd name="T96" fmla="*/ 6 w 6"/>
                <a:gd name="T97" fmla="*/ 6 h 95"/>
                <a:gd name="T98" fmla="*/ 6 w 6"/>
                <a:gd name="T99" fmla="*/ 16 h 95"/>
                <a:gd name="T100" fmla="*/ 6 w 6"/>
                <a:gd name="T101" fmla="*/ 25 h 95"/>
                <a:gd name="T102" fmla="*/ 6 w 6"/>
                <a:gd name="T103" fmla="*/ 2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5">
                  <a:moveTo>
                    <a:pt x="0" y="66"/>
                  </a:moveTo>
                  <a:lnTo>
                    <a:pt x="0" y="70"/>
                  </a:lnTo>
                  <a:lnTo>
                    <a:pt x="0" y="80"/>
                  </a:lnTo>
                  <a:lnTo>
                    <a:pt x="0" y="77"/>
                  </a:lnTo>
                  <a:lnTo>
                    <a:pt x="0" y="55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63"/>
                  </a:lnTo>
                  <a:lnTo>
                    <a:pt x="1" y="95"/>
                  </a:lnTo>
                  <a:lnTo>
                    <a:pt x="1" y="93"/>
                  </a:lnTo>
                  <a:lnTo>
                    <a:pt x="1" y="75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1" y="59"/>
                  </a:lnTo>
                  <a:lnTo>
                    <a:pt x="2" y="59"/>
                  </a:lnTo>
                  <a:lnTo>
                    <a:pt x="2" y="84"/>
                  </a:lnTo>
                  <a:lnTo>
                    <a:pt x="2" y="94"/>
                  </a:lnTo>
                  <a:lnTo>
                    <a:pt x="2" y="73"/>
                  </a:lnTo>
                  <a:lnTo>
                    <a:pt x="2" y="51"/>
                  </a:lnTo>
                  <a:lnTo>
                    <a:pt x="2" y="51"/>
                  </a:lnTo>
                  <a:lnTo>
                    <a:pt x="2" y="57"/>
                  </a:lnTo>
                  <a:lnTo>
                    <a:pt x="2" y="59"/>
                  </a:lnTo>
                  <a:lnTo>
                    <a:pt x="2" y="69"/>
                  </a:lnTo>
                  <a:lnTo>
                    <a:pt x="3" y="72"/>
                  </a:lnTo>
                  <a:lnTo>
                    <a:pt x="3" y="48"/>
                  </a:lnTo>
                  <a:lnTo>
                    <a:pt x="3" y="36"/>
                  </a:lnTo>
                  <a:lnTo>
                    <a:pt x="3" y="48"/>
                  </a:lnTo>
                  <a:lnTo>
                    <a:pt x="3" y="47"/>
                  </a:lnTo>
                  <a:lnTo>
                    <a:pt x="3" y="31"/>
                  </a:lnTo>
                  <a:lnTo>
                    <a:pt x="4" y="31"/>
                  </a:lnTo>
                  <a:lnTo>
                    <a:pt x="4" y="43"/>
                  </a:lnTo>
                  <a:lnTo>
                    <a:pt x="4" y="39"/>
                  </a:lnTo>
                  <a:lnTo>
                    <a:pt x="4" y="16"/>
                  </a:lnTo>
                  <a:lnTo>
                    <a:pt x="4" y="14"/>
                  </a:lnTo>
                  <a:lnTo>
                    <a:pt x="4" y="36"/>
                  </a:lnTo>
                  <a:lnTo>
                    <a:pt x="4" y="41"/>
                  </a:lnTo>
                  <a:lnTo>
                    <a:pt x="4" y="35"/>
                  </a:lnTo>
                  <a:lnTo>
                    <a:pt x="4" y="46"/>
                  </a:lnTo>
                  <a:lnTo>
                    <a:pt x="5" y="61"/>
                  </a:lnTo>
                  <a:lnTo>
                    <a:pt x="5" y="53"/>
                  </a:lnTo>
                  <a:lnTo>
                    <a:pt x="5" y="30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5" y="23"/>
                  </a:lnTo>
                  <a:lnTo>
                    <a:pt x="5" y="26"/>
                  </a:lnTo>
                  <a:lnTo>
                    <a:pt x="5" y="20"/>
                  </a:lnTo>
                  <a:lnTo>
                    <a:pt x="5" y="7"/>
                  </a:lnTo>
                  <a:lnTo>
                    <a:pt x="5" y="0"/>
                  </a:lnTo>
                  <a:lnTo>
                    <a:pt x="6" y="6"/>
                  </a:lnTo>
                  <a:lnTo>
                    <a:pt x="6" y="16"/>
                  </a:lnTo>
                  <a:lnTo>
                    <a:pt x="6" y="25"/>
                  </a:lnTo>
                  <a:lnTo>
                    <a:pt x="6" y="2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1" name="Freeform 1052"/>
            <p:cNvSpPr/>
            <p:nvPr/>
          </p:nvSpPr>
          <p:spPr bwMode="auto">
            <a:xfrm>
              <a:off x="4090988" y="4559301"/>
              <a:ext cx="9525" cy="247650"/>
            </a:xfrm>
            <a:custGeom>
              <a:avLst/>
              <a:gdLst>
                <a:gd name="T0" fmla="*/ 0 w 6"/>
                <a:gd name="T1" fmla="*/ 64 h 156"/>
                <a:gd name="T2" fmla="*/ 0 w 6"/>
                <a:gd name="T3" fmla="*/ 64 h 156"/>
                <a:gd name="T4" fmla="*/ 0 w 6"/>
                <a:gd name="T5" fmla="*/ 55 h 156"/>
                <a:gd name="T6" fmla="*/ 0 w 6"/>
                <a:gd name="T7" fmla="*/ 43 h 156"/>
                <a:gd name="T8" fmla="*/ 1 w 6"/>
                <a:gd name="T9" fmla="*/ 19 h 156"/>
                <a:gd name="T10" fmla="*/ 1 w 6"/>
                <a:gd name="T11" fmla="*/ 0 h 156"/>
                <a:gd name="T12" fmla="*/ 1 w 6"/>
                <a:gd name="T13" fmla="*/ 17 h 156"/>
                <a:gd name="T14" fmla="*/ 1 w 6"/>
                <a:gd name="T15" fmla="*/ 54 h 156"/>
                <a:gd name="T16" fmla="*/ 1 w 6"/>
                <a:gd name="T17" fmla="*/ 76 h 156"/>
                <a:gd name="T18" fmla="*/ 1 w 6"/>
                <a:gd name="T19" fmla="*/ 89 h 156"/>
                <a:gd name="T20" fmla="*/ 1 w 6"/>
                <a:gd name="T21" fmla="*/ 97 h 156"/>
                <a:gd name="T22" fmla="*/ 1 w 6"/>
                <a:gd name="T23" fmla="*/ 97 h 156"/>
                <a:gd name="T24" fmla="*/ 1 w 6"/>
                <a:gd name="T25" fmla="*/ 84 h 156"/>
                <a:gd name="T26" fmla="*/ 2 w 6"/>
                <a:gd name="T27" fmla="*/ 67 h 156"/>
                <a:gd name="T28" fmla="*/ 2 w 6"/>
                <a:gd name="T29" fmla="*/ 66 h 156"/>
                <a:gd name="T30" fmla="*/ 2 w 6"/>
                <a:gd name="T31" fmla="*/ 83 h 156"/>
                <a:gd name="T32" fmla="*/ 2 w 6"/>
                <a:gd name="T33" fmla="*/ 92 h 156"/>
                <a:gd name="T34" fmla="*/ 2 w 6"/>
                <a:gd name="T35" fmla="*/ 74 h 156"/>
                <a:gd name="T36" fmla="*/ 2 w 6"/>
                <a:gd name="T37" fmla="*/ 40 h 156"/>
                <a:gd name="T38" fmla="*/ 3 w 6"/>
                <a:gd name="T39" fmla="*/ 31 h 156"/>
                <a:gd name="T40" fmla="*/ 3 w 6"/>
                <a:gd name="T41" fmla="*/ 61 h 156"/>
                <a:gd name="T42" fmla="*/ 3 w 6"/>
                <a:gd name="T43" fmla="*/ 77 h 156"/>
                <a:gd name="T44" fmla="*/ 3 w 6"/>
                <a:gd name="T45" fmla="*/ 56 h 156"/>
                <a:gd name="T46" fmla="*/ 3 w 6"/>
                <a:gd name="T47" fmla="*/ 43 h 156"/>
                <a:gd name="T48" fmla="*/ 3 w 6"/>
                <a:gd name="T49" fmla="*/ 57 h 156"/>
                <a:gd name="T50" fmla="*/ 3 w 6"/>
                <a:gd name="T51" fmla="*/ 71 h 156"/>
                <a:gd name="T52" fmla="*/ 3 w 6"/>
                <a:gd name="T53" fmla="*/ 74 h 156"/>
                <a:gd name="T54" fmla="*/ 3 w 6"/>
                <a:gd name="T55" fmla="*/ 69 h 156"/>
                <a:gd name="T56" fmla="*/ 4 w 6"/>
                <a:gd name="T57" fmla="*/ 77 h 156"/>
                <a:gd name="T58" fmla="*/ 4 w 6"/>
                <a:gd name="T59" fmla="*/ 105 h 156"/>
                <a:gd name="T60" fmla="*/ 4 w 6"/>
                <a:gd name="T61" fmla="*/ 123 h 156"/>
                <a:gd name="T62" fmla="*/ 4 w 6"/>
                <a:gd name="T63" fmla="*/ 120 h 156"/>
                <a:gd name="T64" fmla="*/ 4 w 6"/>
                <a:gd name="T65" fmla="*/ 114 h 156"/>
                <a:gd name="T66" fmla="*/ 4 w 6"/>
                <a:gd name="T67" fmla="*/ 110 h 156"/>
                <a:gd name="T68" fmla="*/ 5 w 6"/>
                <a:gd name="T69" fmla="*/ 100 h 156"/>
                <a:gd name="T70" fmla="*/ 5 w 6"/>
                <a:gd name="T71" fmla="*/ 89 h 156"/>
                <a:gd name="T72" fmla="*/ 5 w 6"/>
                <a:gd name="T73" fmla="*/ 88 h 156"/>
                <a:gd name="T74" fmla="*/ 5 w 6"/>
                <a:gd name="T75" fmla="*/ 94 h 156"/>
                <a:gd name="T76" fmla="*/ 5 w 6"/>
                <a:gd name="T77" fmla="*/ 96 h 156"/>
                <a:gd name="T78" fmla="*/ 5 w 6"/>
                <a:gd name="T79" fmla="*/ 95 h 156"/>
                <a:gd name="T80" fmla="*/ 5 w 6"/>
                <a:gd name="T81" fmla="*/ 101 h 156"/>
                <a:gd name="T82" fmla="*/ 5 w 6"/>
                <a:gd name="T83" fmla="*/ 105 h 156"/>
                <a:gd name="T84" fmla="*/ 5 w 6"/>
                <a:gd name="T85" fmla="*/ 104 h 156"/>
                <a:gd name="T86" fmla="*/ 6 w 6"/>
                <a:gd name="T87" fmla="*/ 116 h 156"/>
                <a:gd name="T88" fmla="*/ 6 w 6"/>
                <a:gd name="T89" fmla="*/ 142 h 156"/>
                <a:gd name="T90" fmla="*/ 6 w 6"/>
                <a:gd name="T91" fmla="*/ 156 h 156"/>
                <a:gd name="T92" fmla="*/ 6 w 6"/>
                <a:gd name="T93" fmla="*/ 141 h 156"/>
                <a:gd name="T94" fmla="*/ 6 w 6"/>
                <a:gd name="T95" fmla="*/ 113 h 156"/>
                <a:gd name="T96" fmla="*/ 6 w 6"/>
                <a:gd name="T97" fmla="*/ 95 h 156"/>
                <a:gd name="T98" fmla="*/ 6 w 6"/>
                <a:gd name="T99" fmla="*/ 92 h 156"/>
                <a:gd name="T100" fmla="*/ 6 w 6"/>
                <a:gd name="T101" fmla="*/ 101 h 156"/>
                <a:gd name="T102" fmla="*/ 6 w 6"/>
                <a:gd name="T103" fmla="*/ 12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56">
                  <a:moveTo>
                    <a:pt x="0" y="64"/>
                  </a:moveTo>
                  <a:lnTo>
                    <a:pt x="0" y="64"/>
                  </a:lnTo>
                  <a:lnTo>
                    <a:pt x="0" y="55"/>
                  </a:lnTo>
                  <a:lnTo>
                    <a:pt x="0" y="43"/>
                  </a:lnTo>
                  <a:lnTo>
                    <a:pt x="1" y="19"/>
                  </a:lnTo>
                  <a:lnTo>
                    <a:pt x="1" y="0"/>
                  </a:lnTo>
                  <a:lnTo>
                    <a:pt x="1" y="17"/>
                  </a:lnTo>
                  <a:lnTo>
                    <a:pt x="1" y="54"/>
                  </a:lnTo>
                  <a:lnTo>
                    <a:pt x="1" y="76"/>
                  </a:lnTo>
                  <a:lnTo>
                    <a:pt x="1" y="89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1" y="84"/>
                  </a:lnTo>
                  <a:lnTo>
                    <a:pt x="2" y="67"/>
                  </a:lnTo>
                  <a:lnTo>
                    <a:pt x="2" y="66"/>
                  </a:lnTo>
                  <a:lnTo>
                    <a:pt x="2" y="83"/>
                  </a:lnTo>
                  <a:lnTo>
                    <a:pt x="2" y="92"/>
                  </a:lnTo>
                  <a:lnTo>
                    <a:pt x="2" y="74"/>
                  </a:lnTo>
                  <a:lnTo>
                    <a:pt x="2" y="40"/>
                  </a:lnTo>
                  <a:lnTo>
                    <a:pt x="3" y="31"/>
                  </a:lnTo>
                  <a:lnTo>
                    <a:pt x="3" y="61"/>
                  </a:lnTo>
                  <a:lnTo>
                    <a:pt x="3" y="77"/>
                  </a:lnTo>
                  <a:lnTo>
                    <a:pt x="3" y="56"/>
                  </a:lnTo>
                  <a:lnTo>
                    <a:pt x="3" y="43"/>
                  </a:lnTo>
                  <a:lnTo>
                    <a:pt x="3" y="57"/>
                  </a:lnTo>
                  <a:lnTo>
                    <a:pt x="3" y="71"/>
                  </a:lnTo>
                  <a:lnTo>
                    <a:pt x="3" y="74"/>
                  </a:lnTo>
                  <a:lnTo>
                    <a:pt x="3" y="69"/>
                  </a:lnTo>
                  <a:lnTo>
                    <a:pt x="4" y="77"/>
                  </a:lnTo>
                  <a:lnTo>
                    <a:pt x="4" y="105"/>
                  </a:lnTo>
                  <a:lnTo>
                    <a:pt x="4" y="123"/>
                  </a:lnTo>
                  <a:lnTo>
                    <a:pt x="4" y="120"/>
                  </a:lnTo>
                  <a:lnTo>
                    <a:pt x="4" y="114"/>
                  </a:lnTo>
                  <a:lnTo>
                    <a:pt x="4" y="110"/>
                  </a:lnTo>
                  <a:lnTo>
                    <a:pt x="5" y="100"/>
                  </a:lnTo>
                  <a:lnTo>
                    <a:pt x="5" y="89"/>
                  </a:lnTo>
                  <a:lnTo>
                    <a:pt x="5" y="88"/>
                  </a:lnTo>
                  <a:lnTo>
                    <a:pt x="5" y="94"/>
                  </a:lnTo>
                  <a:lnTo>
                    <a:pt x="5" y="96"/>
                  </a:lnTo>
                  <a:lnTo>
                    <a:pt x="5" y="95"/>
                  </a:lnTo>
                  <a:lnTo>
                    <a:pt x="5" y="101"/>
                  </a:lnTo>
                  <a:lnTo>
                    <a:pt x="5" y="105"/>
                  </a:lnTo>
                  <a:lnTo>
                    <a:pt x="5" y="104"/>
                  </a:lnTo>
                  <a:lnTo>
                    <a:pt x="6" y="116"/>
                  </a:lnTo>
                  <a:lnTo>
                    <a:pt x="6" y="142"/>
                  </a:lnTo>
                  <a:lnTo>
                    <a:pt x="6" y="156"/>
                  </a:lnTo>
                  <a:lnTo>
                    <a:pt x="6" y="141"/>
                  </a:lnTo>
                  <a:lnTo>
                    <a:pt x="6" y="113"/>
                  </a:lnTo>
                  <a:lnTo>
                    <a:pt x="6" y="95"/>
                  </a:lnTo>
                  <a:lnTo>
                    <a:pt x="6" y="92"/>
                  </a:lnTo>
                  <a:lnTo>
                    <a:pt x="6" y="101"/>
                  </a:lnTo>
                  <a:lnTo>
                    <a:pt x="6" y="12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2" name="Freeform 1053"/>
            <p:cNvSpPr/>
            <p:nvPr/>
          </p:nvSpPr>
          <p:spPr bwMode="auto">
            <a:xfrm>
              <a:off x="4100513" y="4633913"/>
              <a:ext cx="11113" cy="192088"/>
            </a:xfrm>
            <a:custGeom>
              <a:avLst/>
              <a:gdLst>
                <a:gd name="T0" fmla="*/ 0 w 7"/>
                <a:gd name="T1" fmla="*/ 54 h 121"/>
                <a:gd name="T2" fmla="*/ 0 w 7"/>
                <a:gd name="T3" fmla="*/ 73 h 121"/>
                <a:gd name="T4" fmla="*/ 1 w 7"/>
                <a:gd name="T5" fmla="*/ 98 h 121"/>
                <a:gd name="T6" fmla="*/ 1 w 7"/>
                <a:gd name="T7" fmla="*/ 118 h 121"/>
                <a:gd name="T8" fmla="*/ 1 w 7"/>
                <a:gd name="T9" fmla="*/ 121 h 121"/>
                <a:gd name="T10" fmla="*/ 1 w 7"/>
                <a:gd name="T11" fmla="*/ 102 h 121"/>
                <a:gd name="T12" fmla="*/ 1 w 7"/>
                <a:gd name="T13" fmla="*/ 74 h 121"/>
                <a:gd name="T14" fmla="*/ 1 w 7"/>
                <a:gd name="T15" fmla="*/ 57 h 121"/>
                <a:gd name="T16" fmla="*/ 1 w 7"/>
                <a:gd name="T17" fmla="*/ 61 h 121"/>
                <a:gd name="T18" fmla="*/ 2 w 7"/>
                <a:gd name="T19" fmla="*/ 76 h 121"/>
                <a:gd name="T20" fmla="*/ 2 w 7"/>
                <a:gd name="T21" fmla="*/ 82 h 121"/>
                <a:gd name="T22" fmla="*/ 2 w 7"/>
                <a:gd name="T23" fmla="*/ 77 h 121"/>
                <a:gd name="T24" fmla="*/ 2 w 7"/>
                <a:gd name="T25" fmla="*/ 76 h 121"/>
                <a:gd name="T26" fmla="*/ 2 w 7"/>
                <a:gd name="T27" fmla="*/ 85 h 121"/>
                <a:gd name="T28" fmla="*/ 2 w 7"/>
                <a:gd name="T29" fmla="*/ 92 h 121"/>
                <a:gd name="T30" fmla="*/ 2 w 7"/>
                <a:gd name="T31" fmla="*/ 97 h 121"/>
                <a:gd name="T32" fmla="*/ 2 w 7"/>
                <a:gd name="T33" fmla="*/ 105 h 121"/>
                <a:gd name="T34" fmla="*/ 2 w 7"/>
                <a:gd name="T35" fmla="*/ 109 h 121"/>
                <a:gd name="T36" fmla="*/ 3 w 7"/>
                <a:gd name="T37" fmla="*/ 96 h 121"/>
                <a:gd name="T38" fmla="*/ 3 w 7"/>
                <a:gd name="T39" fmla="*/ 67 h 121"/>
                <a:gd name="T40" fmla="*/ 3 w 7"/>
                <a:gd name="T41" fmla="*/ 33 h 121"/>
                <a:gd name="T42" fmla="*/ 3 w 7"/>
                <a:gd name="T43" fmla="*/ 17 h 121"/>
                <a:gd name="T44" fmla="*/ 3 w 7"/>
                <a:gd name="T45" fmla="*/ 32 h 121"/>
                <a:gd name="T46" fmla="*/ 3 w 7"/>
                <a:gd name="T47" fmla="*/ 54 h 121"/>
                <a:gd name="T48" fmla="*/ 4 w 7"/>
                <a:gd name="T49" fmla="*/ 67 h 121"/>
                <a:gd name="T50" fmla="*/ 4 w 7"/>
                <a:gd name="T51" fmla="*/ 92 h 121"/>
                <a:gd name="T52" fmla="*/ 4 w 7"/>
                <a:gd name="T53" fmla="*/ 117 h 121"/>
                <a:gd name="T54" fmla="*/ 4 w 7"/>
                <a:gd name="T55" fmla="*/ 106 h 121"/>
                <a:gd name="T56" fmla="*/ 4 w 7"/>
                <a:gd name="T57" fmla="*/ 76 h 121"/>
                <a:gd name="T58" fmla="*/ 4 w 7"/>
                <a:gd name="T59" fmla="*/ 64 h 121"/>
                <a:gd name="T60" fmla="*/ 4 w 7"/>
                <a:gd name="T61" fmla="*/ 73 h 121"/>
                <a:gd name="T62" fmla="*/ 4 w 7"/>
                <a:gd name="T63" fmla="*/ 89 h 121"/>
                <a:gd name="T64" fmla="*/ 4 w 7"/>
                <a:gd name="T65" fmla="*/ 89 h 121"/>
                <a:gd name="T66" fmla="*/ 5 w 7"/>
                <a:gd name="T67" fmla="*/ 63 h 121"/>
                <a:gd name="T68" fmla="*/ 5 w 7"/>
                <a:gd name="T69" fmla="*/ 39 h 121"/>
                <a:gd name="T70" fmla="*/ 5 w 7"/>
                <a:gd name="T71" fmla="*/ 41 h 121"/>
                <a:gd name="T72" fmla="*/ 5 w 7"/>
                <a:gd name="T73" fmla="*/ 55 h 121"/>
                <a:gd name="T74" fmla="*/ 5 w 7"/>
                <a:gd name="T75" fmla="*/ 65 h 121"/>
                <a:gd name="T76" fmla="*/ 5 w 7"/>
                <a:gd name="T77" fmla="*/ 69 h 121"/>
                <a:gd name="T78" fmla="*/ 5 w 7"/>
                <a:gd name="T79" fmla="*/ 67 h 121"/>
                <a:gd name="T80" fmla="*/ 5 w 7"/>
                <a:gd name="T81" fmla="*/ 66 h 121"/>
                <a:gd name="T82" fmla="*/ 5 w 7"/>
                <a:gd name="T83" fmla="*/ 65 h 121"/>
                <a:gd name="T84" fmla="*/ 6 w 7"/>
                <a:gd name="T85" fmla="*/ 53 h 121"/>
                <a:gd name="T86" fmla="*/ 6 w 7"/>
                <a:gd name="T87" fmla="*/ 37 h 121"/>
                <a:gd name="T88" fmla="*/ 6 w 7"/>
                <a:gd name="T89" fmla="*/ 42 h 121"/>
                <a:gd name="T90" fmla="*/ 6 w 7"/>
                <a:gd name="T91" fmla="*/ 61 h 121"/>
                <a:gd name="T92" fmla="*/ 6 w 7"/>
                <a:gd name="T93" fmla="*/ 55 h 121"/>
                <a:gd name="T94" fmla="*/ 6 w 7"/>
                <a:gd name="T95" fmla="*/ 19 h 121"/>
                <a:gd name="T96" fmla="*/ 7 w 7"/>
                <a:gd name="T97" fmla="*/ 0 h 121"/>
                <a:gd name="T98" fmla="*/ 7 w 7"/>
                <a:gd name="T99" fmla="*/ 18 h 121"/>
                <a:gd name="T100" fmla="*/ 7 w 7"/>
                <a:gd name="T101" fmla="*/ 44 h 121"/>
                <a:gd name="T102" fmla="*/ 7 w 7"/>
                <a:gd name="T103" fmla="*/ 5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21">
                  <a:moveTo>
                    <a:pt x="0" y="54"/>
                  </a:moveTo>
                  <a:lnTo>
                    <a:pt x="0" y="73"/>
                  </a:lnTo>
                  <a:lnTo>
                    <a:pt x="1" y="98"/>
                  </a:lnTo>
                  <a:lnTo>
                    <a:pt x="1" y="118"/>
                  </a:lnTo>
                  <a:lnTo>
                    <a:pt x="1" y="121"/>
                  </a:lnTo>
                  <a:lnTo>
                    <a:pt x="1" y="102"/>
                  </a:lnTo>
                  <a:lnTo>
                    <a:pt x="1" y="74"/>
                  </a:lnTo>
                  <a:lnTo>
                    <a:pt x="1" y="57"/>
                  </a:lnTo>
                  <a:lnTo>
                    <a:pt x="1" y="61"/>
                  </a:lnTo>
                  <a:lnTo>
                    <a:pt x="2" y="76"/>
                  </a:lnTo>
                  <a:lnTo>
                    <a:pt x="2" y="82"/>
                  </a:lnTo>
                  <a:lnTo>
                    <a:pt x="2" y="77"/>
                  </a:lnTo>
                  <a:lnTo>
                    <a:pt x="2" y="76"/>
                  </a:lnTo>
                  <a:lnTo>
                    <a:pt x="2" y="85"/>
                  </a:lnTo>
                  <a:lnTo>
                    <a:pt x="2" y="92"/>
                  </a:lnTo>
                  <a:lnTo>
                    <a:pt x="2" y="97"/>
                  </a:lnTo>
                  <a:lnTo>
                    <a:pt x="2" y="105"/>
                  </a:lnTo>
                  <a:lnTo>
                    <a:pt x="2" y="109"/>
                  </a:lnTo>
                  <a:lnTo>
                    <a:pt x="3" y="96"/>
                  </a:lnTo>
                  <a:lnTo>
                    <a:pt x="3" y="67"/>
                  </a:lnTo>
                  <a:lnTo>
                    <a:pt x="3" y="33"/>
                  </a:lnTo>
                  <a:lnTo>
                    <a:pt x="3" y="17"/>
                  </a:lnTo>
                  <a:lnTo>
                    <a:pt x="3" y="32"/>
                  </a:lnTo>
                  <a:lnTo>
                    <a:pt x="3" y="54"/>
                  </a:lnTo>
                  <a:lnTo>
                    <a:pt x="4" y="67"/>
                  </a:lnTo>
                  <a:lnTo>
                    <a:pt x="4" y="92"/>
                  </a:lnTo>
                  <a:lnTo>
                    <a:pt x="4" y="117"/>
                  </a:lnTo>
                  <a:lnTo>
                    <a:pt x="4" y="106"/>
                  </a:lnTo>
                  <a:lnTo>
                    <a:pt x="4" y="76"/>
                  </a:lnTo>
                  <a:lnTo>
                    <a:pt x="4" y="64"/>
                  </a:lnTo>
                  <a:lnTo>
                    <a:pt x="4" y="73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5" y="63"/>
                  </a:lnTo>
                  <a:lnTo>
                    <a:pt x="5" y="39"/>
                  </a:lnTo>
                  <a:lnTo>
                    <a:pt x="5" y="41"/>
                  </a:lnTo>
                  <a:lnTo>
                    <a:pt x="5" y="55"/>
                  </a:lnTo>
                  <a:lnTo>
                    <a:pt x="5" y="65"/>
                  </a:lnTo>
                  <a:lnTo>
                    <a:pt x="5" y="69"/>
                  </a:lnTo>
                  <a:lnTo>
                    <a:pt x="5" y="67"/>
                  </a:lnTo>
                  <a:lnTo>
                    <a:pt x="5" y="66"/>
                  </a:lnTo>
                  <a:lnTo>
                    <a:pt x="5" y="65"/>
                  </a:lnTo>
                  <a:lnTo>
                    <a:pt x="6" y="53"/>
                  </a:lnTo>
                  <a:lnTo>
                    <a:pt x="6" y="37"/>
                  </a:lnTo>
                  <a:lnTo>
                    <a:pt x="6" y="42"/>
                  </a:lnTo>
                  <a:lnTo>
                    <a:pt x="6" y="61"/>
                  </a:lnTo>
                  <a:lnTo>
                    <a:pt x="6" y="55"/>
                  </a:lnTo>
                  <a:lnTo>
                    <a:pt x="6" y="19"/>
                  </a:lnTo>
                  <a:lnTo>
                    <a:pt x="7" y="0"/>
                  </a:lnTo>
                  <a:lnTo>
                    <a:pt x="7" y="18"/>
                  </a:lnTo>
                  <a:lnTo>
                    <a:pt x="7" y="44"/>
                  </a:lnTo>
                  <a:lnTo>
                    <a:pt x="7" y="5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3" name="Freeform 1054"/>
            <p:cNvSpPr/>
            <p:nvPr/>
          </p:nvSpPr>
          <p:spPr bwMode="auto">
            <a:xfrm>
              <a:off x="4111625" y="4630738"/>
              <a:ext cx="9525" cy="138113"/>
            </a:xfrm>
            <a:custGeom>
              <a:avLst/>
              <a:gdLst>
                <a:gd name="T0" fmla="*/ 0 w 6"/>
                <a:gd name="T1" fmla="*/ 46 h 87"/>
                <a:gd name="T2" fmla="*/ 0 w 6"/>
                <a:gd name="T3" fmla="*/ 61 h 87"/>
                <a:gd name="T4" fmla="*/ 0 w 6"/>
                <a:gd name="T5" fmla="*/ 69 h 87"/>
                <a:gd name="T6" fmla="*/ 0 w 6"/>
                <a:gd name="T7" fmla="*/ 66 h 87"/>
                <a:gd name="T8" fmla="*/ 0 w 6"/>
                <a:gd name="T9" fmla="*/ 51 h 87"/>
                <a:gd name="T10" fmla="*/ 0 w 6"/>
                <a:gd name="T11" fmla="*/ 37 h 87"/>
                <a:gd name="T12" fmla="*/ 0 w 6"/>
                <a:gd name="T13" fmla="*/ 19 h 87"/>
                <a:gd name="T14" fmla="*/ 1 w 6"/>
                <a:gd name="T15" fmla="*/ 0 h 87"/>
                <a:gd name="T16" fmla="*/ 1 w 6"/>
                <a:gd name="T17" fmla="*/ 6 h 87"/>
                <a:gd name="T18" fmla="*/ 1 w 6"/>
                <a:gd name="T19" fmla="*/ 35 h 87"/>
                <a:gd name="T20" fmla="*/ 1 w 6"/>
                <a:gd name="T21" fmla="*/ 55 h 87"/>
                <a:gd name="T22" fmla="*/ 1 w 6"/>
                <a:gd name="T23" fmla="*/ 58 h 87"/>
                <a:gd name="T24" fmla="*/ 1 w 6"/>
                <a:gd name="T25" fmla="*/ 57 h 87"/>
                <a:gd name="T26" fmla="*/ 2 w 6"/>
                <a:gd name="T27" fmla="*/ 61 h 87"/>
                <a:gd name="T28" fmla="*/ 2 w 6"/>
                <a:gd name="T29" fmla="*/ 64 h 87"/>
                <a:gd name="T30" fmla="*/ 2 w 6"/>
                <a:gd name="T31" fmla="*/ 66 h 87"/>
                <a:gd name="T32" fmla="*/ 2 w 6"/>
                <a:gd name="T33" fmla="*/ 71 h 87"/>
                <a:gd name="T34" fmla="*/ 2 w 6"/>
                <a:gd name="T35" fmla="*/ 64 h 87"/>
                <a:gd name="T36" fmla="*/ 2 w 6"/>
                <a:gd name="T37" fmla="*/ 36 h 87"/>
                <a:gd name="T38" fmla="*/ 2 w 6"/>
                <a:gd name="T39" fmla="*/ 13 h 87"/>
                <a:gd name="T40" fmla="*/ 2 w 6"/>
                <a:gd name="T41" fmla="*/ 10 h 87"/>
                <a:gd name="T42" fmla="*/ 2 w 6"/>
                <a:gd name="T43" fmla="*/ 7 h 87"/>
                <a:gd name="T44" fmla="*/ 2 w 6"/>
                <a:gd name="T45" fmla="*/ 17 h 87"/>
                <a:gd name="T46" fmla="*/ 3 w 6"/>
                <a:gd name="T47" fmla="*/ 52 h 87"/>
                <a:gd name="T48" fmla="*/ 3 w 6"/>
                <a:gd name="T49" fmla="*/ 78 h 87"/>
                <a:gd name="T50" fmla="*/ 3 w 6"/>
                <a:gd name="T51" fmla="*/ 67 h 87"/>
                <a:gd name="T52" fmla="*/ 3 w 6"/>
                <a:gd name="T53" fmla="*/ 53 h 87"/>
                <a:gd name="T54" fmla="*/ 3 w 6"/>
                <a:gd name="T55" fmla="*/ 66 h 87"/>
                <a:gd name="T56" fmla="*/ 3 w 6"/>
                <a:gd name="T57" fmla="*/ 87 h 87"/>
                <a:gd name="T58" fmla="*/ 3 w 6"/>
                <a:gd name="T59" fmla="*/ 85 h 87"/>
                <a:gd name="T60" fmla="*/ 3 w 6"/>
                <a:gd name="T61" fmla="*/ 73 h 87"/>
                <a:gd name="T62" fmla="*/ 3 w 6"/>
                <a:gd name="T63" fmla="*/ 64 h 87"/>
                <a:gd name="T64" fmla="*/ 4 w 6"/>
                <a:gd name="T65" fmla="*/ 43 h 87"/>
                <a:gd name="T66" fmla="*/ 4 w 6"/>
                <a:gd name="T67" fmla="*/ 22 h 87"/>
                <a:gd name="T68" fmla="*/ 4 w 6"/>
                <a:gd name="T69" fmla="*/ 19 h 87"/>
                <a:gd name="T70" fmla="*/ 4 w 6"/>
                <a:gd name="T71" fmla="*/ 26 h 87"/>
                <a:gd name="T72" fmla="*/ 4 w 6"/>
                <a:gd name="T73" fmla="*/ 36 h 87"/>
                <a:gd name="T74" fmla="*/ 4 w 6"/>
                <a:gd name="T75" fmla="*/ 54 h 87"/>
                <a:gd name="T76" fmla="*/ 5 w 6"/>
                <a:gd name="T77" fmla="*/ 70 h 87"/>
                <a:gd name="T78" fmla="*/ 5 w 6"/>
                <a:gd name="T79" fmla="*/ 71 h 87"/>
                <a:gd name="T80" fmla="*/ 5 w 6"/>
                <a:gd name="T81" fmla="*/ 58 h 87"/>
                <a:gd name="T82" fmla="*/ 5 w 6"/>
                <a:gd name="T83" fmla="*/ 58 h 87"/>
                <a:gd name="T84" fmla="*/ 5 w 6"/>
                <a:gd name="T85" fmla="*/ 70 h 87"/>
                <a:gd name="T86" fmla="*/ 5 w 6"/>
                <a:gd name="T87" fmla="*/ 63 h 87"/>
                <a:gd name="T88" fmla="*/ 5 w 6"/>
                <a:gd name="T89" fmla="*/ 49 h 87"/>
                <a:gd name="T90" fmla="*/ 5 w 6"/>
                <a:gd name="T91" fmla="*/ 52 h 87"/>
                <a:gd name="T92" fmla="*/ 5 w 6"/>
                <a:gd name="T93" fmla="*/ 54 h 87"/>
                <a:gd name="T94" fmla="*/ 6 w 6"/>
                <a:gd name="T95" fmla="*/ 46 h 87"/>
                <a:gd name="T96" fmla="*/ 6 w 6"/>
                <a:gd name="T97" fmla="*/ 44 h 87"/>
                <a:gd name="T98" fmla="*/ 6 w 6"/>
                <a:gd name="T99" fmla="*/ 43 h 87"/>
                <a:gd name="T100" fmla="*/ 6 w 6"/>
                <a:gd name="T101" fmla="*/ 51 h 87"/>
                <a:gd name="T102" fmla="*/ 6 w 6"/>
                <a:gd name="T103" fmla="*/ 78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7">
                  <a:moveTo>
                    <a:pt x="0" y="46"/>
                  </a:moveTo>
                  <a:lnTo>
                    <a:pt x="0" y="61"/>
                  </a:lnTo>
                  <a:lnTo>
                    <a:pt x="0" y="69"/>
                  </a:lnTo>
                  <a:lnTo>
                    <a:pt x="0" y="66"/>
                  </a:lnTo>
                  <a:lnTo>
                    <a:pt x="0" y="51"/>
                  </a:lnTo>
                  <a:lnTo>
                    <a:pt x="0" y="37"/>
                  </a:lnTo>
                  <a:lnTo>
                    <a:pt x="0" y="19"/>
                  </a:lnTo>
                  <a:lnTo>
                    <a:pt x="1" y="0"/>
                  </a:lnTo>
                  <a:lnTo>
                    <a:pt x="1" y="6"/>
                  </a:lnTo>
                  <a:lnTo>
                    <a:pt x="1" y="35"/>
                  </a:lnTo>
                  <a:lnTo>
                    <a:pt x="1" y="55"/>
                  </a:lnTo>
                  <a:lnTo>
                    <a:pt x="1" y="58"/>
                  </a:lnTo>
                  <a:lnTo>
                    <a:pt x="1" y="57"/>
                  </a:lnTo>
                  <a:lnTo>
                    <a:pt x="2" y="61"/>
                  </a:lnTo>
                  <a:lnTo>
                    <a:pt x="2" y="64"/>
                  </a:lnTo>
                  <a:lnTo>
                    <a:pt x="2" y="66"/>
                  </a:lnTo>
                  <a:lnTo>
                    <a:pt x="2" y="71"/>
                  </a:lnTo>
                  <a:lnTo>
                    <a:pt x="2" y="64"/>
                  </a:lnTo>
                  <a:lnTo>
                    <a:pt x="2" y="36"/>
                  </a:lnTo>
                  <a:lnTo>
                    <a:pt x="2" y="13"/>
                  </a:lnTo>
                  <a:lnTo>
                    <a:pt x="2" y="10"/>
                  </a:lnTo>
                  <a:lnTo>
                    <a:pt x="2" y="7"/>
                  </a:lnTo>
                  <a:lnTo>
                    <a:pt x="2" y="17"/>
                  </a:lnTo>
                  <a:lnTo>
                    <a:pt x="3" y="52"/>
                  </a:lnTo>
                  <a:lnTo>
                    <a:pt x="3" y="78"/>
                  </a:lnTo>
                  <a:lnTo>
                    <a:pt x="3" y="67"/>
                  </a:lnTo>
                  <a:lnTo>
                    <a:pt x="3" y="53"/>
                  </a:lnTo>
                  <a:lnTo>
                    <a:pt x="3" y="66"/>
                  </a:lnTo>
                  <a:lnTo>
                    <a:pt x="3" y="87"/>
                  </a:lnTo>
                  <a:lnTo>
                    <a:pt x="3" y="85"/>
                  </a:lnTo>
                  <a:lnTo>
                    <a:pt x="3" y="73"/>
                  </a:lnTo>
                  <a:lnTo>
                    <a:pt x="3" y="64"/>
                  </a:lnTo>
                  <a:lnTo>
                    <a:pt x="4" y="43"/>
                  </a:lnTo>
                  <a:lnTo>
                    <a:pt x="4" y="22"/>
                  </a:lnTo>
                  <a:lnTo>
                    <a:pt x="4" y="19"/>
                  </a:lnTo>
                  <a:lnTo>
                    <a:pt x="4" y="26"/>
                  </a:lnTo>
                  <a:lnTo>
                    <a:pt x="4" y="36"/>
                  </a:lnTo>
                  <a:lnTo>
                    <a:pt x="4" y="54"/>
                  </a:lnTo>
                  <a:lnTo>
                    <a:pt x="5" y="70"/>
                  </a:lnTo>
                  <a:lnTo>
                    <a:pt x="5" y="71"/>
                  </a:lnTo>
                  <a:lnTo>
                    <a:pt x="5" y="58"/>
                  </a:lnTo>
                  <a:lnTo>
                    <a:pt x="5" y="58"/>
                  </a:lnTo>
                  <a:lnTo>
                    <a:pt x="5" y="70"/>
                  </a:lnTo>
                  <a:lnTo>
                    <a:pt x="5" y="63"/>
                  </a:lnTo>
                  <a:lnTo>
                    <a:pt x="5" y="49"/>
                  </a:lnTo>
                  <a:lnTo>
                    <a:pt x="5" y="52"/>
                  </a:lnTo>
                  <a:lnTo>
                    <a:pt x="5" y="54"/>
                  </a:lnTo>
                  <a:lnTo>
                    <a:pt x="6" y="46"/>
                  </a:lnTo>
                  <a:lnTo>
                    <a:pt x="6" y="44"/>
                  </a:lnTo>
                  <a:lnTo>
                    <a:pt x="6" y="43"/>
                  </a:lnTo>
                  <a:lnTo>
                    <a:pt x="6" y="51"/>
                  </a:lnTo>
                  <a:lnTo>
                    <a:pt x="6" y="7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4" name="Freeform 1055"/>
            <p:cNvSpPr/>
            <p:nvPr/>
          </p:nvSpPr>
          <p:spPr bwMode="auto">
            <a:xfrm>
              <a:off x="4121150" y="4656138"/>
              <a:ext cx="9525" cy="127000"/>
            </a:xfrm>
            <a:custGeom>
              <a:avLst/>
              <a:gdLst>
                <a:gd name="T0" fmla="*/ 0 w 6"/>
                <a:gd name="T1" fmla="*/ 35 h 80"/>
                <a:gd name="T2" fmla="*/ 0 w 6"/>
                <a:gd name="T3" fmla="*/ 62 h 80"/>
                <a:gd name="T4" fmla="*/ 0 w 6"/>
                <a:gd name="T5" fmla="*/ 80 h 80"/>
                <a:gd name="T6" fmla="*/ 1 w 6"/>
                <a:gd name="T7" fmla="*/ 68 h 80"/>
                <a:gd name="T8" fmla="*/ 1 w 6"/>
                <a:gd name="T9" fmla="*/ 43 h 80"/>
                <a:gd name="T10" fmla="*/ 1 w 6"/>
                <a:gd name="T11" fmla="*/ 28 h 80"/>
                <a:gd name="T12" fmla="*/ 1 w 6"/>
                <a:gd name="T13" fmla="*/ 31 h 80"/>
                <a:gd name="T14" fmla="*/ 1 w 6"/>
                <a:gd name="T15" fmla="*/ 33 h 80"/>
                <a:gd name="T16" fmla="*/ 1 w 6"/>
                <a:gd name="T17" fmla="*/ 23 h 80"/>
                <a:gd name="T18" fmla="*/ 1 w 6"/>
                <a:gd name="T19" fmla="*/ 9 h 80"/>
                <a:gd name="T20" fmla="*/ 1 w 6"/>
                <a:gd name="T21" fmla="*/ 2 h 80"/>
                <a:gd name="T22" fmla="*/ 1 w 6"/>
                <a:gd name="T23" fmla="*/ 9 h 80"/>
                <a:gd name="T24" fmla="*/ 2 w 6"/>
                <a:gd name="T25" fmla="*/ 30 h 80"/>
                <a:gd name="T26" fmla="*/ 2 w 6"/>
                <a:gd name="T27" fmla="*/ 52 h 80"/>
                <a:gd name="T28" fmla="*/ 2 w 6"/>
                <a:gd name="T29" fmla="*/ 64 h 80"/>
                <a:gd name="T30" fmla="*/ 2 w 6"/>
                <a:gd name="T31" fmla="*/ 58 h 80"/>
                <a:gd name="T32" fmla="*/ 2 w 6"/>
                <a:gd name="T33" fmla="*/ 50 h 80"/>
                <a:gd name="T34" fmla="*/ 2 w 6"/>
                <a:gd name="T35" fmla="*/ 61 h 80"/>
                <a:gd name="T36" fmla="*/ 2 w 6"/>
                <a:gd name="T37" fmla="*/ 68 h 80"/>
                <a:gd name="T38" fmla="*/ 2 w 6"/>
                <a:gd name="T39" fmla="*/ 62 h 80"/>
                <a:gd name="T40" fmla="*/ 2 w 6"/>
                <a:gd name="T41" fmla="*/ 69 h 80"/>
                <a:gd name="T42" fmla="*/ 3 w 6"/>
                <a:gd name="T43" fmla="*/ 65 h 80"/>
                <a:gd name="T44" fmla="*/ 3 w 6"/>
                <a:gd name="T45" fmla="*/ 30 h 80"/>
                <a:gd name="T46" fmla="*/ 3 w 6"/>
                <a:gd name="T47" fmla="*/ 14 h 80"/>
                <a:gd name="T48" fmla="*/ 3 w 6"/>
                <a:gd name="T49" fmla="*/ 32 h 80"/>
                <a:gd name="T50" fmla="*/ 3 w 6"/>
                <a:gd name="T51" fmla="*/ 49 h 80"/>
                <a:gd name="T52" fmla="*/ 3 w 6"/>
                <a:gd name="T53" fmla="*/ 63 h 80"/>
                <a:gd name="T54" fmla="*/ 4 w 6"/>
                <a:gd name="T55" fmla="*/ 78 h 80"/>
                <a:gd name="T56" fmla="*/ 4 w 6"/>
                <a:gd name="T57" fmla="*/ 73 h 80"/>
                <a:gd name="T58" fmla="*/ 4 w 6"/>
                <a:gd name="T59" fmla="*/ 43 h 80"/>
                <a:gd name="T60" fmla="*/ 4 w 6"/>
                <a:gd name="T61" fmla="*/ 24 h 80"/>
                <a:gd name="T62" fmla="*/ 4 w 6"/>
                <a:gd name="T63" fmla="*/ 40 h 80"/>
                <a:gd name="T64" fmla="*/ 4 w 6"/>
                <a:gd name="T65" fmla="*/ 49 h 80"/>
                <a:gd name="T66" fmla="*/ 4 w 6"/>
                <a:gd name="T67" fmla="*/ 33 h 80"/>
                <a:gd name="T68" fmla="*/ 4 w 6"/>
                <a:gd name="T69" fmla="*/ 38 h 80"/>
                <a:gd name="T70" fmla="*/ 4 w 6"/>
                <a:gd name="T71" fmla="*/ 54 h 80"/>
                <a:gd name="T72" fmla="*/ 5 w 6"/>
                <a:gd name="T73" fmla="*/ 41 h 80"/>
                <a:gd name="T74" fmla="*/ 5 w 6"/>
                <a:gd name="T75" fmla="*/ 19 h 80"/>
                <a:gd name="T76" fmla="*/ 5 w 6"/>
                <a:gd name="T77" fmla="*/ 17 h 80"/>
                <a:gd name="T78" fmla="*/ 5 w 6"/>
                <a:gd name="T79" fmla="*/ 36 h 80"/>
                <a:gd name="T80" fmla="*/ 5 w 6"/>
                <a:gd name="T81" fmla="*/ 52 h 80"/>
                <a:gd name="T82" fmla="*/ 5 w 6"/>
                <a:gd name="T83" fmla="*/ 45 h 80"/>
                <a:gd name="T84" fmla="*/ 5 w 6"/>
                <a:gd name="T85" fmla="*/ 30 h 80"/>
                <a:gd name="T86" fmla="*/ 6 w 6"/>
                <a:gd name="T87" fmla="*/ 29 h 80"/>
                <a:gd name="T88" fmla="*/ 6 w 6"/>
                <a:gd name="T89" fmla="*/ 28 h 80"/>
                <a:gd name="T90" fmla="*/ 6 w 6"/>
                <a:gd name="T91" fmla="*/ 25 h 80"/>
                <a:gd name="T92" fmla="*/ 6 w 6"/>
                <a:gd name="T93" fmla="*/ 28 h 80"/>
                <a:gd name="T94" fmla="*/ 6 w 6"/>
                <a:gd name="T95" fmla="*/ 23 h 80"/>
                <a:gd name="T96" fmla="*/ 6 w 6"/>
                <a:gd name="T97" fmla="*/ 24 h 80"/>
                <a:gd name="T98" fmla="*/ 6 w 6"/>
                <a:gd name="T99" fmla="*/ 33 h 80"/>
                <a:gd name="T100" fmla="*/ 6 w 6"/>
                <a:gd name="T101" fmla="*/ 19 h 80"/>
                <a:gd name="T102" fmla="*/ 6 w 6"/>
                <a:gd name="T10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0">
                  <a:moveTo>
                    <a:pt x="0" y="35"/>
                  </a:moveTo>
                  <a:lnTo>
                    <a:pt x="0" y="62"/>
                  </a:lnTo>
                  <a:lnTo>
                    <a:pt x="0" y="80"/>
                  </a:lnTo>
                  <a:lnTo>
                    <a:pt x="1" y="68"/>
                  </a:lnTo>
                  <a:lnTo>
                    <a:pt x="1" y="43"/>
                  </a:lnTo>
                  <a:lnTo>
                    <a:pt x="1" y="28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23"/>
                  </a:lnTo>
                  <a:lnTo>
                    <a:pt x="1" y="9"/>
                  </a:lnTo>
                  <a:lnTo>
                    <a:pt x="1" y="2"/>
                  </a:lnTo>
                  <a:lnTo>
                    <a:pt x="1" y="9"/>
                  </a:lnTo>
                  <a:lnTo>
                    <a:pt x="2" y="30"/>
                  </a:lnTo>
                  <a:lnTo>
                    <a:pt x="2" y="52"/>
                  </a:lnTo>
                  <a:lnTo>
                    <a:pt x="2" y="64"/>
                  </a:lnTo>
                  <a:lnTo>
                    <a:pt x="2" y="58"/>
                  </a:lnTo>
                  <a:lnTo>
                    <a:pt x="2" y="50"/>
                  </a:lnTo>
                  <a:lnTo>
                    <a:pt x="2" y="61"/>
                  </a:lnTo>
                  <a:lnTo>
                    <a:pt x="2" y="68"/>
                  </a:lnTo>
                  <a:lnTo>
                    <a:pt x="2" y="62"/>
                  </a:lnTo>
                  <a:lnTo>
                    <a:pt x="2" y="69"/>
                  </a:lnTo>
                  <a:lnTo>
                    <a:pt x="3" y="65"/>
                  </a:lnTo>
                  <a:lnTo>
                    <a:pt x="3" y="30"/>
                  </a:lnTo>
                  <a:lnTo>
                    <a:pt x="3" y="14"/>
                  </a:lnTo>
                  <a:lnTo>
                    <a:pt x="3" y="32"/>
                  </a:lnTo>
                  <a:lnTo>
                    <a:pt x="3" y="49"/>
                  </a:lnTo>
                  <a:lnTo>
                    <a:pt x="3" y="63"/>
                  </a:lnTo>
                  <a:lnTo>
                    <a:pt x="4" y="78"/>
                  </a:lnTo>
                  <a:lnTo>
                    <a:pt x="4" y="73"/>
                  </a:lnTo>
                  <a:lnTo>
                    <a:pt x="4" y="43"/>
                  </a:lnTo>
                  <a:lnTo>
                    <a:pt x="4" y="24"/>
                  </a:lnTo>
                  <a:lnTo>
                    <a:pt x="4" y="40"/>
                  </a:lnTo>
                  <a:lnTo>
                    <a:pt x="4" y="49"/>
                  </a:lnTo>
                  <a:lnTo>
                    <a:pt x="4" y="33"/>
                  </a:lnTo>
                  <a:lnTo>
                    <a:pt x="4" y="38"/>
                  </a:lnTo>
                  <a:lnTo>
                    <a:pt x="4" y="54"/>
                  </a:lnTo>
                  <a:lnTo>
                    <a:pt x="5" y="41"/>
                  </a:lnTo>
                  <a:lnTo>
                    <a:pt x="5" y="19"/>
                  </a:lnTo>
                  <a:lnTo>
                    <a:pt x="5" y="17"/>
                  </a:lnTo>
                  <a:lnTo>
                    <a:pt x="5" y="36"/>
                  </a:lnTo>
                  <a:lnTo>
                    <a:pt x="5" y="52"/>
                  </a:lnTo>
                  <a:lnTo>
                    <a:pt x="5" y="45"/>
                  </a:lnTo>
                  <a:lnTo>
                    <a:pt x="5" y="30"/>
                  </a:lnTo>
                  <a:lnTo>
                    <a:pt x="6" y="29"/>
                  </a:lnTo>
                  <a:lnTo>
                    <a:pt x="6" y="28"/>
                  </a:lnTo>
                  <a:lnTo>
                    <a:pt x="6" y="25"/>
                  </a:lnTo>
                  <a:lnTo>
                    <a:pt x="6" y="28"/>
                  </a:lnTo>
                  <a:lnTo>
                    <a:pt x="6" y="23"/>
                  </a:lnTo>
                  <a:lnTo>
                    <a:pt x="6" y="24"/>
                  </a:lnTo>
                  <a:lnTo>
                    <a:pt x="6" y="33"/>
                  </a:lnTo>
                  <a:lnTo>
                    <a:pt x="6" y="19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5" name="Freeform 1056"/>
            <p:cNvSpPr/>
            <p:nvPr/>
          </p:nvSpPr>
          <p:spPr bwMode="auto">
            <a:xfrm>
              <a:off x="4130675" y="4616451"/>
              <a:ext cx="11113" cy="134938"/>
            </a:xfrm>
            <a:custGeom>
              <a:avLst/>
              <a:gdLst>
                <a:gd name="T0" fmla="*/ 0 w 7"/>
                <a:gd name="T1" fmla="*/ 44 h 85"/>
                <a:gd name="T2" fmla="*/ 0 w 7"/>
                <a:gd name="T3" fmla="*/ 25 h 85"/>
                <a:gd name="T4" fmla="*/ 1 w 7"/>
                <a:gd name="T5" fmla="*/ 35 h 85"/>
                <a:gd name="T6" fmla="*/ 1 w 7"/>
                <a:gd name="T7" fmla="*/ 59 h 85"/>
                <a:gd name="T8" fmla="*/ 1 w 7"/>
                <a:gd name="T9" fmla="*/ 71 h 85"/>
                <a:gd name="T10" fmla="*/ 1 w 7"/>
                <a:gd name="T11" fmla="*/ 58 h 85"/>
                <a:gd name="T12" fmla="*/ 1 w 7"/>
                <a:gd name="T13" fmla="*/ 26 h 85"/>
                <a:gd name="T14" fmla="*/ 1 w 7"/>
                <a:gd name="T15" fmla="*/ 6 h 85"/>
                <a:gd name="T16" fmla="*/ 1 w 7"/>
                <a:gd name="T17" fmla="*/ 4 h 85"/>
                <a:gd name="T18" fmla="*/ 1 w 7"/>
                <a:gd name="T19" fmla="*/ 1 h 85"/>
                <a:gd name="T20" fmla="*/ 1 w 7"/>
                <a:gd name="T21" fmla="*/ 0 h 85"/>
                <a:gd name="T22" fmla="*/ 2 w 7"/>
                <a:gd name="T23" fmla="*/ 13 h 85"/>
                <a:gd name="T24" fmla="*/ 2 w 7"/>
                <a:gd name="T25" fmla="*/ 33 h 85"/>
                <a:gd name="T26" fmla="*/ 2 w 7"/>
                <a:gd name="T27" fmla="*/ 46 h 85"/>
                <a:gd name="T28" fmla="*/ 2 w 7"/>
                <a:gd name="T29" fmla="*/ 41 h 85"/>
                <a:gd name="T30" fmla="*/ 2 w 7"/>
                <a:gd name="T31" fmla="*/ 37 h 85"/>
                <a:gd name="T32" fmla="*/ 2 w 7"/>
                <a:gd name="T33" fmla="*/ 50 h 85"/>
                <a:gd name="T34" fmla="*/ 3 w 7"/>
                <a:gd name="T35" fmla="*/ 65 h 85"/>
                <a:gd name="T36" fmla="*/ 3 w 7"/>
                <a:gd name="T37" fmla="*/ 66 h 85"/>
                <a:gd name="T38" fmla="*/ 3 w 7"/>
                <a:gd name="T39" fmla="*/ 63 h 85"/>
                <a:gd name="T40" fmla="*/ 3 w 7"/>
                <a:gd name="T41" fmla="*/ 51 h 85"/>
                <a:gd name="T42" fmla="*/ 3 w 7"/>
                <a:gd name="T43" fmla="*/ 35 h 85"/>
                <a:gd name="T44" fmla="*/ 3 w 7"/>
                <a:gd name="T45" fmla="*/ 28 h 85"/>
                <a:gd name="T46" fmla="*/ 3 w 7"/>
                <a:gd name="T47" fmla="*/ 28 h 85"/>
                <a:gd name="T48" fmla="*/ 3 w 7"/>
                <a:gd name="T49" fmla="*/ 26 h 85"/>
                <a:gd name="T50" fmla="*/ 3 w 7"/>
                <a:gd name="T51" fmla="*/ 18 h 85"/>
                <a:gd name="T52" fmla="*/ 4 w 7"/>
                <a:gd name="T53" fmla="*/ 19 h 85"/>
                <a:gd name="T54" fmla="*/ 4 w 7"/>
                <a:gd name="T55" fmla="*/ 35 h 85"/>
                <a:gd name="T56" fmla="*/ 4 w 7"/>
                <a:gd name="T57" fmla="*/ 44 h 85"/>
                <a:gd name="T58" fmla="*/ 4 w 7"/>
                <a:gd name="T59" fmla="*/ 32 h 85"/>
                <a:gd name="T60" fmla="*/ 4 w 7"/>
                <a:gd name="T61" fmla="*/ 23 h 85"/>
                <a:gd name="T62" fmla="*/ 4 w 7"/>
                <a:gd name="T63" fmla="*/ 31 h 85"/>
                <a:gd name="T64" fmla="*/ 5 w 7"/>
                <a:gd name="T65" fmla="*/ 38 h 85"/>
                <a:gd name="T66" fmla="*/ 5 w 7"/>
                <a:gd name="T67" fmla="*/ 34 h 85"/>
                <a:gd name="T68" fmla="*/ 5 w 7"/>
                <a:gd name="T69" fmla="*/ 29 h 85"/>
                <a:gd name="T70" fmla="*/ 5 w 7"/>
                <a:gd name="T71" fmla="*/ 38 h 85"/>
                <a:gd name="T72" fmla="*/ 5 w 7"/>
                <a:gd name="T73" fmla="*/ 61 h 85"/>
                <a:gd name="T74" fmla="*/ 5 w 7"/>
                <a:gd name="T75" fmla="*/ 66 h 85"/>
                <a:gd name="T76" fmla="*/ 5 w 7"/>
                <a:gd name="T77" fmla="*/ 53 h 85"/>
                <a:gd name="T78" fmla="*/ 5 w 7"/>
                <a:gd name="T79" fmla="*/ 48 h 85"/>
                <a:gd name="T80" fmla="*/ 5 w 7"/>
                <a:gd name="T81" fmla="*/ 49 h 85"/>
                <a:gd name="T82" fmla="*/ 6 w 7"/>
                <a:gd name="T83" fmla="*/ 58 h 85"/>
                <a:gd name="T84" fmla="*/ 6 w 7"/>
                <a:gd name="T85" fmla="*/ 71 h 85"/>
                <a:gd name="T86" fmla="*/ 6 w 7"/>
                <a:gd name="T87" fmla="*/ 68 h 85"/>
                <a:gd name="T88" fmla="*/ 6 w 7"/>
                <a:gd name="T89" fmla="*/ 55 h 85"/>
                <a:gd name="T90" fmla="*/ 6 w 7"/>
                <a:gd name="T91" fmla="*/ 51 h 85"/>
                <a:gd name="T92" fmla="*/ 6 w 7"/>
                <a:gd name="T93" fmla="*/ 40 h 85"/>
                <a:gd name="T94" fmla="*/ 6 w 7"/>
                <a:gd name="T95" fmla="*/ 30 h 85"/>
                <a:gd name="T96" fmla="*/ 6 w 7"/>
                <a:gd name="T97" fmla="*/ 46 h 85"/>
                <a:gd name="T98" fmla="*/ 6 w 7"/>
                <a:gd name="T99" fmla="*/ 75 h 85"/>
                <a:gd name="T100" fmla="*/ 7 w 7"/>
                <a:gd name="T101" fmla="*/ 85 h 85"/>
                <a:gd name="T102" fmla="*/ 7 w 7"/>
                <a:gd name="T103" fmla="*/ 7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5">
                  <a:moveTo>
                    <a:pt x="0" y="44"/>
                  </a:moveTo>
                  <a:lnTo>
                    <a:pt x="0" y="25"/>
                  </a:lnTo>
                  <a:lnTo>
                    <a:pt x="1" y="35"/>
                  </a:lnTo>
                  <a:lnTo>
                    <a:pt x="1" y="59"/>
                  </a:lnTo>
                  <a:lnTo>
                    <a:pt x="1" y="71"/>
                  </a:lnTo>
                  <a:lnTo>
                    <a:pt x="1" y="58"/>
                  </a:lnTo>
                  <a:lnTo>
                    <a:pt x="1" y="26"/>
                  </a:lnTo>
                  <a:lnTo>
                    <a:pt x="1" y="6"/>
                  </a:lnTo>
                  <a:lnTo>
                    <a:pt x="1" y="4"/>
                  </a:lnTo>
                  <a:lnTo>
                    <a:pt x="1" y="1"/>
                  </a:lnTo>
                  <a:lnTo>
                    <a:pt x="1" y="0"/>
                  </a:lnTo>
                  <a:lnTo>
                    <a:pt x="2" y="13"/>
                  </a:lnTo>
                  <a:lnTo>
                    <a:pt x="2" y="33"/>
                  </a:lnTo>
                  <a:lnTo>
                    <a:pt x="2" y="46"/>
                  </a:lnTo>
                  <a:lnTo>
                    <a:pt x="2" y="41"/>
                  </a:lnTo>
                  <a:lnTo>
                    <a:pt x="2" y="37"/>
                  </a:lnTo>
                  <a:lnTo>
                    <a:pt x="2" y="50"/>
                  </a:lnTo>
                  <a:lnTo>
                    <a:pt x="3" y="65"/>
                  </a:lnTo>
                  <a:lnTo>
                    <a:pt x="3" y="66"/>
                  </a:lnTo>
                  <a:lnTo>
                    <a:pt x="3" y="63"/>
                  </a:lnTo>
                  <a:lnTo>
                    <a:pt x="3" y="51"/>
                  </a:lnTo>
                  <a:lnTo>
                    <a:pt x="3" y="35"/>
                  </a:lnTo>
                  <a:lnTo>
                    <a:pt x="3" y="28"/>
                  </a:lnTo>
                  <a:lnTo>
                    <a:pt x="3" y="28"/>
                  </a:lnTo>
                  <a:lnTo>
                    <a:pt x="3" y="26"/>
                  </a:lnTo>
                  <a:lnTo>
                    <a:pt x="3" y="18"/>
                  </a:lnTo>
                  <a:lnTo>
                    <a:pt x="4" y="19"/>
                  </a:lnTo>
                  <a:lnTo>
                    <a:pt x="4" y="35"/>
                  </a:lnTo>
                  <a:lnTo>
                    <a:pt x="4" y="44"/>
                  </a:lnTo>
                  <a:lnTo>
                    <a:pt x="4" y="32"/>
                  </a:lnTo>
                  <a:lnTo>
                    <a:pt x="4" y="23"/>
                  </a:lnTo>
                  <a:lnTo>
                    <a:pt x="4" y="31"/>
                  </a:lnTo>
                  <a:lnTo>
                    <a:pt x="5" y="38"/>
                  </a:lnTo>
                  <a:lnTo>
                    <a:pt x="5" y="34"/>
                  </a:lnTo>
                  <a:lnTo>
                    <a:pt x="5" y="29"/>
                  </a:lnTo>
                  <a:lnTo>
                    <a:pt x="5" y="38"/>
                  </a:lnTo>
                  <a:lnTo>
                    <a:pt x="5" y="61"/>
                  </a:lnTo>
                  <a:lnTo>
                    <a:pt x="5" y="66"/>
                  </a:lnTo>
                  <a:lnTo>
                    <a:pt x="5" y="53"/>
                  </a:lnTo>
                  <a:lnTo>
                    <a:pt x="5" y="48"/>
                  </a:lnTo>
                  <a:lnTo>
                    <a:pt x="5" y="49"/>
                  </a:lnTo>
                  <a:lnTo>
                    <a:pt x="6" y="58"/>
                  </a:lnTo>
                  <a:lnTo>
                    <a:pt x="6" y="71"/>
                  </a:lnTo>
                  <a:lnTo>
                    <a:pt x="6" y="68"/>
                  </a:lnTo>
                  <a:lnTo>
                    <a:pt x="6" y="55"/>
                  </a:lnTo>
                  <a:lnTo>
                    <a:pt x="6" y="51"/>
                  </a:lnTo>
                  <a:lnTo>
                    <a:pt x="6" y="40"/>
                  </a:lnTo>
                  <a:lnTo>
                    <a:pt x="6" y="30"/>
                  </a:lnTo>
                  <a:lnTo>
                    <a:pt x="6" y="46"/>
                  </a:lnTo>
                  <a:lnTo>
                    <a:pt x="6" y="75"/>
                  </a:lnTo>
                  <a:lnTo>
                    <a:pt x="7" y="85"/>
                  </a:lnTo>
                  <a:lnTo>
                    <a:pt x="7" y="7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6" name="Freeform 1057"/>
            <p:cNvSpPr/>
            <p:nvPr/>
          </p:nvSpPr>
          <p:spPr bwMode="auto">
            <a:xfrm>
              <a:off x="4141788" y="4668838"/>
              <a:ext cx="9525" cy="117475"/>
            </a:xfrm>
            <a:custGeom>
              <a:avLst/>
              <a:gdLst>
                <a:gd name="T0" fmla="*/ 0 w 6"/>
                <a:gd name="T1" fmla="*/ 52 h 74"/>
                <a:gd name="T2" fmla="*/ 0 w 6"/>
                <a:gd name="T3" fmla="*/ 41 h 74"/>
                <a:gd name="T4" fmla="*/ 0 w 6"/>
                <a:gd name="T5" fmla="*/ 24 h 74"/>
                <a:gd name="T6" fmla="*/ 0 w 6"/>
                <a:gd name="T7" fmla="*/ 11 h 74"/>
                <a:gd name="T8" fmla="*/ 0 w 6"/>
                <a:gd name="T9" fmla="*/ 0 h 74"/>
                <a:gd name="T10" fmla="*/ 0 w 6"/>
                <a:gd name="T11" fmla="*/ 1 h 74"/>
                <a:gd name="T12" fmla="*/ 0 w 6"/>
                <a:gd name="T13" fmla="*/ 14 h 74"/>
                <a:gd name="T14" fmla="*/ 1 w 6"/>
                <a:gd name="T15" fmla="*/ 19 h 74"/>
                <a:gd name="T16" fmla="*/ 1 w 6"/>
                <a:gd name="T17" fmla="*/ 23 h 74"/>
                <a:gd name="T18" fmla="*/ 1 w 6"/>
                <a:gd name="T19" fmla="*/ 42 h 74"/>
                <a:gd name="T20" fmla="*/ 1 w 6"/>
                <a:gd name="T21" fmla="*/ 59 h 74"/>
                <a:gd name="T22" fmla="*/ 1 w 6"/>
                <a:gd name="T23" fmla="*/ 53 h 74"/>
                <a:gd name="T24" fmla="*/ 1 w 6"/>
                <a:gd name="T25" fmla="*/ 44 h 74"/>
                <a:gd name="T26" fmla="*/ 1 w 6"/>
                <a:gd name="T27" fmla="*/ 54 h 74"/>
                <a:gd name="T28" fmla="*/ 1 w 6"/>
                <a:gd name="T29" fmla="*/ 67 h 74"/>
                <a:gd name="T30" fmla="*/ 1 w 6"/>
                <a:gd name="T31" fmla="*/ 44 h 74"/>
                <a:gd name="T32" fmla="*/ 2 w 6"/>
                <a:gd name="T33" fmla="*/ 5 h 74"/>
                <a:gd name="T34" fmla="*/ 2 w 6"/>
                <a:gd name="T35" fmla="*/ 5 h 74"/>
                <a:gd name="T36" fmla="*/ 2 w 6"/>
                <a:gd name="T37" fmla="*/ 35 h 74"/>
                <a:gd name="T38" fmla="*/ 2 w 6"/>
                <a:gd name="T39" fmla="*/ 52 h 74"/>
                <a:gd name="T40" fmla="*/ 2 w 6"/>
                <a:gd name="T41" fmla="*/ 59 h 74"/>
                <a:gd name="T42" fmla="*/ 2 w 6"/>
                <a:gd name="T43" fmla="*/ 60 h 74"/>
                <a:gd name="T44" fmla="*/ 3 w 6"/>
                <a:gd name="T45" fmla="*/ 52 h 74"/>
                <a:gd name="T46" fmla="*/ 3 w 6"/>
                <a:gd name="T47" fmla="*/ 42 h 74"/>
                <a:gd name="T48" fmla="*/ 3 w 6"/>
                <a:gd name="T49" fmla="*/ 43 h 74"/>
                <a:gd name="T50" fmla="*/ 3 w 6"/>
                <a:gd name="T51" fmla="*/ 53 h 74"/>
                <a:gd name="T52" fmla="*/ 3 w 6"/>
                <a:gd name="T53" fmla="*/ 52 h 74"/>
                <a:gd name="T54" fmla="*/ 3 w 6"/>
                <a:gd name="T55" fmla="*/ 32 h 74"/>
                <a:gd name="T56" fmla="*/ 3 w 6"/>
                <a:gd name="T57" fmla="*/ 13 h 74"/>
                <a:gd name="T58" fmla="*/ 3 w 6"/>
                <a:gd name="T59" fmla="*/ 7 h 74"/>
                <a:gd name="T60" fmla="*/ 3 w 6"/>
                <a:gd name="T61" fmla="*/ 7 h 74"/>
                <a:gd name="T62" fmla="*/ 4 w 6"/>
                <a:gd name="T63" fmla="*/ 19 h 74"/>
                <a:gd name="T64" fmla="*/ 4 w 6"/>
                <a:gd name="T65" fmla="*/ 43 h 74"/>
                <a:gd name="T66" fmla="*/ 4 w 6"/>
                <a:gd name="T67" fmla="*/ 67 h 74"/>
                <a:gd name="T68" fmla="*/ 4 w 6"/>
                <a:gd name="T69" fmla="*/ 74 h 74"/>
                <a:gd name="T70" fmla="*/ 4 w 6"/>
                <a:gd name="T71" fmla="*/ 60 h 74"/>
                <a:gd name="T72" fmla="*/ 4 w 6"/>
                <a:gd name="T73" fmla="*/ 48 h 74"/>
                <a:gd name="T74" fmla="*/ 4 w 6"/>
                <a:gd name="T75" fmla="*/ 55 h 74"/>
                <a:gd name="T76" fmla="*/ 4 w 6"/>
                <a:gd name="T77" fmla="*/ 56 h 74"/>
                <a:gd name="T78" fmla="*/ 4 w 6"/>
                <a:gd name="T79" fmla="*/ 42 h 74"/>
                <a:gd name="T80" fmla="*/ 5 w 6"/>
                <a:gd name="T81" fmla="*/ 35 h 74"/>
                <a:gd name="T82" fmla="*/ 5 w 6"/>
                <a:gd name="T83" fmla="*/ 31 h 74"/>
                <a:gd name="T84" fmla="*/ 5 w 6"/>
                <a:gd name="T85" fmla="*/ 25 h 74"/>
                <a:gd name="T86" fmla="*/ 5 w 6"/>
                <a:gd name="T87" fmla="*/ 25 h 74"/>
                <a:gd name="T88" fmla="*/ 5 w 6"/>
                <a:gd name="T89" fmla="*/ 25 h 74"/>
                <a:gd name="T90" fmla="*/ 5 w 6"/>
                <a:gd name="T91" fmla="*/ 17 h 74"/>
                <a:gd name="T92" fmla="*/ 6 w 6"/>
                <a:gd name="T93" fmla="*/ 25 h 74"/>
                <a:gd name="T94" fmla="*/ 6 w 6"/>
                <a:gd name="T95" fmla="*/ 55 h 74"/>
                <a:gd name="T96" fmla="*/ 6 w 6"/>
                <a:gd name="T97" fmla="*/ 72 h 74"/>
                <a:gd name="T98" fmla="*/ 6 w 6"/>
                <a:gd name="T99" fmla="*/ 48 h 74"/>
                <a:gd name="T100" fmla="*/ 6 w 6"/>
                <a:gd name="T101" fmla="*/ 11 h 74"/>
                <a:gd name="T102" fmla="*/ 6 w 6"/>
                <a:gd name="T103" fmla="*/ 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4">
                  <a:moveTo>
                    <a:pt x="0" y="52"/>
                  </a:moveTo>
                  <a:lnTo>
                    <a:pt x="0" y="41"/>
                  </a:lnTo>
                  <a:lnTo>
                    <a:pt x="0" y="24"/>
                  </a:lnTo>
                  <a:lnTo>
                    <a:pt x="0" y="11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4"/>
                  </a:lnTo>
                  <a:lnTo>
                    <a:pt x="1" y="19"/>
                  </a:lnTo>
                  <a:lnTo>
                    <a:pt x="1" y="23"/>
                  </a:lnTo>
                  <a:lnTo>
                    <a:pt x="1" y="42"/>
                  </a:lnTo>
                  <a:lnTo>
                    <a:pt x="1" y="59"/>
                  </a:lnTo>
                  <a:lnTo>
                    <a:pt x="1" y="53"/>
                  </a:lnTo>
                  <a:lnTo>
                    <a:pt x="1" y="44"/>
                  </a:lnTo>
                  <a:lnTo>
                    <a:pt x="1" y="54"/>
                  </a:lnTo>
                  <a:lnTo>
                    <a:pt x="1" y="67"/>
                  </a:lnTo>
                  <a:lnTo>
                    <a:pt x="1" y="4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35"/>
                  </a:lnTo>
                  <a:lnTo>
                    <a:pt x="2" y="52"/>
                  </a:lnTo>
                  <a:lnTo>
                    <a:pt x="2" y="59"/>
                  </a:lnTo>
                  <a:lnTo>
                    <a:pt x="2" y="60"/>
                  </a:lnTo>
                  <a:lnTo>
                    <a:pt x="3" y="52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3" y="53"/>
                  </a:lnTo>
                  <a:lnTo>
                    <a:pt x="3" y="52"/>
                  </a:lnTo>
                  <a:lnTo>
                    <a:pt x="3" y="32"/>
                  </a:lnTo>
                  <a:lnTo>
                    <a:pt x="3" y="13"/>
                  </a:lnTo>
                  <a:lnTo>
                    <a:pt x="3" y="7"/>
                  </a:lnTo>
                  <a:lnTo>
                    <a:pt x="3" y="7"/>
                  </a:lnTo>
                  <a:lnTo>
                    <a:pt x="4" y="19"/>
                  </a:lnTo>
                  <a:lnTo>
                    <a:pt x="4" y="43"/>
                  </a:lnTo>
                  <a:lnTo>
                    <a:pt x="4" y="67"/>
                  </a:lnTo>
                  <a:lnTo>
                    <a:pt x="4" y="74"/>
                  </a:lnTo>
                  <a:lnTo>
                    <a:pt x="4" y="60"/>
                  </a:lnTo>
                  <a:lnTo>
                    <a:pt x="4" y="48"/>
                  </a:lnTo>
                  <a:lnTo>
                    <a:pt x="4" y="55"/>
                  </a:lnTo>
                  <a:lnTo>
                    <a:pt x="4" y="56"/>
                  </a:lnTo>
                  <a:lnTo>
                    <a:pt x="4" y="42"/>
                  </a:lnTo>
                  <a:lnTo>
                    <a:pt x="5" y="35"/>
                  </a:lnTo>
                  <a:lnTo>
                    <a:pt x="5" y="31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5" y="17"/>
                  </a:lnTo>
                  <a:lnTo>
                    <a:pt x="6" y="25"/>
                  </a:lnTo>
                  <a:lnTo>
                    <a:pt x="6" y="55"/>
                  </a:lnTo>
                  <a:lnTo>
                    <a:pt x="6" y="72"/>
                  </a:lnTo>
                  <a:lnTo>
                    <a:pt x="6" y="48"/>
                  </a:lnTo>
                  <a:lnTo>
                    <a:pt x="6" y="11"/>
                  </a:lnTo>
                  <a:lnTo>
                    <a:pt x="6" y="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7" name="Freeform 1058"/>
            <p:cNvSpPr/>
            <p:nvPr/>
          </p:nvSpPr>
          <p:spPr bwMode="auto">
            <a:xfrm>
              <a:off x="4151313" y="4654551"/>
              <a:ext cx="11113" cy="109538"/>
            </a:xfrm>
            <a:custGeom>
              <a:avLst/>
              <a:gdLst>
                <a:gd name="T0" fmla="*/ 0 w 7"/>
                <a:gd name="T1" fmla="*/ 20 h 69"/>
                <a:gd name="T2" fmla="*/ 0 w 7"/>
                <a:gd name="T3" fmla="*/ 12 h 69"/>
                <a:gd name="T4" fmla="*/ 0 w 7"/>
                <a:gd name="T5" fmla="*/ 21 h 69"/>
                <a:gd name="T6" fmla="*/ 0 w 7"/>
                <a:gd name="T7" fmla="*/ 23 h 69"/>
                <a:gd name="T8" fmla="*/ 0 w 7"/>
                <a:gd name="T9" fmla="*/ 31 h 69"/>
                <a:gd name="T10" fmla="*/ 1 w 7"/>
                <a:gd name="T11" fmla="*/ 54 h 69"/>
                <a:gd name="T12" fmla="*/ 1 w 7"/>
                <a:gd name="T13" fmla="*/ 62 h 69"/>
                <a:gd name="T14" fmla="*/ 1 w 7"/>
                <a:gd name="T15" fmla="*/ 42 h 69"/>
                <a:gd name="T16" fmla="*/ 1 w 7"/>
                <a:gd name="T17" fmla="*/ 17 h 69"/>
                <a:gd name="T18" fmla="*/ 1 w 7"/>
                <a:gd name="T19" fmla="*/ 0 h 69"/>
                <a:gd name="T20" fmla="*/ 1 w 7"/>
                <a:gd name="T21" fmla="*/ 1 h 69"/>
                <a:gd name="T22" fmla="*/ 2 w 7"/>
                <a:gd name="T23" fmla="*/ 33 h 69"/>
                <a:gd name="T24" fmla="*/ 2 w 7"/>
                <a:gd name="T25" fmla="*/ 69 h 69"/>
                <a:gd name="T26" fmla="*/ 2 w 7"/>
                <a:gd name="T27" fmla="*/ 61 h 69"/>
                <a:gd name="T28" fmla="*/ 2 w 7"/>
                <a:gd name="T29" fmla="*/ 27 h 69"/>
                <a:gd name="T30" fmla="*/ 2 w 7"/>
                <a:gd name="T31" fmla="*/ 15 h 69"/>
                <a:gd name="T32" fmla="*/ 2 w 7"/>
                <a:gd name="T33" fmla="*/ 26 h 69"/>
                <a:gd name="T34" fmla="*/ 2 w 7"/>
                <a:gd name="T35" fmla="*/ 27 h 69"/>
                <a:gd name="T36" fmla="*/ 2 w 7"/>
                <a:gd name="T37" fmla="*/ 26 h 69"/>
                <a:gd name="T38" fmla="*/ 2 w 7"/>
                <a:gd name="T39" fmla="*/ 43 h 69"/>
                <a:gd name="T40" fmla="*/ 3 w 7"/>
                <a:gd name="T41" fmla="*/ 58 h 69"/>
                <a:gd name="T42" fmla="*/ 3 w 7"/>
                <a:gd name="T43" fmla="*/ 43 h 69"/>
                <a:gd name="T44" fmla="*/ 3 w 7"/>
                <a:gd name="T45" fmla="*/ 22 h 69"/>
                <a:gd name="T46" fmla="*/ 3 w 7"/>
                <a:gd name="T47" fmla="*/ 14 h 69"/>
                <a:gd name="T48" fmla="*/ 3 w 7"/>
                <a:gd name="T49" fmla="*/ 13 h 69"/>
                <a:gd name="T50" fmla="*/ 3 w 7"/>
                <a:gd name="T51" fmla="*/ 19 h 69"/>
                <a:gd name="T52" fmla="*/ 3 w 7"/>
                <a:gd name="T53" fmla="*/ 36 h 69"/>
                <a:gd name="T54" fmla="*/ 3 w 7"/>
                <a:gd name="T55" fmla="*/ 49 h 69"/>
                <a:gd name="T56" fmla="*/ 3 w 7"/>
                <a:gd name="T57" fmla="*/ 41 h 69"/>
                <a:gd name="T58" fmla="*/ 3 w 7"/>
                <a:gd name="T59" fmla="*/ 22 h 69"/>
                <a:gd name="T60" fmla="*/ 4 w 7"/>
                <a:gd name="T61" fmla="*/ 22 h 69"/>
                <a:gd name="T62" fmla="*/ 4 w 7"/>
                <a:gd name="T63" fmla="*/ 45 h 69"/>
                <a:gd name="T64" fmla="*/ 4 w 7"/>
                <a:gd name="T65" fmla="*/ 62 h 69"/>
                <a:gd name="T66" fmla="*/ 4 w 7"/>
                <a:gd name="T67" fmla="*/ 55 h 69"/>
                <a:gd name="T68" fmla="*/ 4 w 7"/>
                <a:gd name="T69" fmla="*/ 40 h 69"/>
                <a:gd name="T70" fmla="*/ 4 w 7"/>
                <a:gd name="T71" fmla="*/ 36 h 69"/>
                <a:gd name="T72" fmla="*/ 5 w 7"/>
                <a:gd name="T73" fmla="*/ 42 h 69"/>
                <a:gd name="T74" fmla="*/ 5 w 7"/>
                <a:gd name="T75" fmla="*/ 38 h 69"/>
                <a:gd name="T76" fmla="*/ 5 w 7"/>
                <a:gd name="T77" fmla="*/ 24 h 69"/>
                <a:gd name="T78" fmla="*/ 5 w 7"/>
                <a:gd name="T79" fmla="*/ 22 h 69"/>
                <a:gd name="T80" fmla="*/ 5 w 7"/>
                <a:gd name="T81" fmla="*/ 26 h 69"/>
                <a:gd name="T82" fmla="*/ 5 w 7"/>
                <a:gd name="T83" fmla="*/ 24 h 69"/>
                <a:gd name="T84" fmla="*/ 5 w 7"/>
                <a:gd name="T85" fmla="*/ 26 h 69"/>
                <a:gd name="T86" fmla="*/ 5 w 7"/>
                <a:gd name="T87" fmla="*/ 28 h 69"/>
                <a:gd name="T88" fmla="*/ 5 w 7"/>
                <a:gd name="T89" fmla="*/ 32 h 69"/>
                <a:gd name="T90" fmla="*/ 6 w 7"/>
                <a:gd name="T91" fmla="*/ 47 h 69"/>
                <a:gd name="T92" fmla="*/ 6 w 7"/>
                <a:gd name="T93" fmla="*/ 52 h 69"/>
                <a:gd name="T94" fmla="*/ 6 w 7"/>
                <a:gd name="T95" fmla="*/ 39 h 69"/>
                <a:gd name="T96" fmla="*/ 6 w 7"/>
                <a:gd name="T97" fmla="*/ 26 h 69"/>
                <a:gd name="T98" fmla="*/ 6 w 7"/>
                <a:gd name="T99" fmla="*/ 26 h 69"/>
                <a:gd name="T100" fmla="*/ 6 w 7"/>
                <a:gd name="T101" fmla="*/ 37 h 69"/>
                <a:gd name="T102" fmla="*/ 7 w 7"/>
                <a:gd name="T103" fmla="*/ 4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69">
                  <a:moveTo>
                    <a:pt x="0" y="20"/>
                  </a:moveTo>
                  <a:lnTo>
                    <a:pt x="0" y="12"/>
                  </a:lnTo>
                  <a:lnTo>
                    <a:pt x="0" y="21"/>
                  </a:lnTo>
                  <a:lnTo>
                    <a:pt x="0" y="23"/>
                  </a:lnTo>
                  <a:lnTo>
                    <a:pt x="0" y="31"/>
                  </a:lnTo>
                  <a:lnTo>
                    <a:pt x="1" y="54"/>
                  </a:lnTo>
                  <a:lnTo>
                    <a:pt x="1" y="62"/>
                  </a:lnTo>
                  <a:lnTo>
                    <a:pt x="1" y="42"/>
                  </a:lnTo>
                  <a:lnTo>
                    <a:pt x="1" y="17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33"/>
                  </a:lnTo>
                  <a:lnTo>
                    <a:pt x="2" y="69"/>
                  </a:lnTo>
                  <a:lnTo>
                    <a:pt x="2" y="61"/>
                  </a:lnTo>
                  <a:lnTo>
                    <a:pt x="2" y="27"/>
                  </a:lnTo>
                  <a:lnTo>
                    <a:pt x="2" y="15"/>
                  </a:lnTo>
                  <a:lnTo>
                    <a:pt x="2" y="26"/>
                  </a:lnTo>
                  <a:lnTo>
                    <a:pt x="2" y="27"/>
                  </a:lnTo>
                  <a:lnTo>
                    <a:pt x="2" y="26"/>
                  </a:lnTo>
                  <a:lnTo>
                    <a:pt x="2" y="43"/>
                  </a:lnTo>
                  <a:lnTo>
                    <a:pt x="3" y="58"/>
                  </a:lnTo>
                  <a:lnTo>
                    <a:pt x="3" y="43"/>
                  </a:lnTo>
                  <a:lnTo>
                    <a:pt x="3" y="22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3" y="19"/>
                  </a:lnTo>
                  <a:lnTo>
                    <a:pt x="3" y="36"/>
                  </a:lnTo>
                  <a:lnTo>
                    <a:pt x="3" y="49"/>
                  </a:lnTo>
                  <a:lnTo>
                    <a:pt x="3" y="41"/>
                  </a:lnTo>
                  <a:lnTo>
                    <a:pt x="3" y="22"/>
                  </a:lnTo>
                  <a:lnTo>
                    <a:pt x="4" y="22"/>
                  </a:lnTo>
                  <a:lnTo>
                    <a:pt x="4" y="45"/>
                  </a:lnTo>
                  <a:lnTo>
                    <a:pt x="4" y="62"/>
                  </a:lnTo>
                  <a:lnTo>
                    <a:pt x="4" y="55"/>
                  </a:lnTo>
                  <a:lnTo>
                    <a:pt x="4" y="40"/>
                  </a:lnTo>
                  <a:lnTo>
                    <a:pt x="4" y="36"/>
                  </a:lnTo>
                  <a:lnTo>
                    <a:pt x="5" y="42"/>
                  </a:lnTo>
                  <a:lnTo>
                    <a:pt x="5" y="38"/>
                  </a:lnTo>
                  <a:lnTo>
                    <a:pt x="5" y="24"/>
                  </a:lnTo>
                  <a:lnTo>
                    <a:pt x="5" y="22"/>
                  </a:lnTo>
                  <a:lnTo>
                    <a:pt x="5" y="26"/>
                  </a:lnTo>
                  <a:lnTo>
                    <a:pt x="5" y="24"/>
                  </a:lnTo>
                  <a:lnTo>
                    <a:pt x="5" y="26"/>
                  </a:lnTo>
                  <a:lnTo>
                    <a:pt x="5" y="28"/>
                  </a:lnTo>
                  <a:lnTo>
                    <a:pt x="5" y="32"/>
                  </a:lnTo>
                  <a:lnTo>
                    <a:pt x="6" y="47"/>
                  </a:lnTo>
                  <a:lnTo>
                    <a:pt x="6" y="52"/>
                  </a:lnTo>
                  <a:lnTo>
                    <a:pt x="6" y="39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6" y="37"/>
                  </a:lnTo>
                  <a:lnTo>
                    <a:pt x="7" y="4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8" name="Freeform 1059"/>
            <p:cNvSpPr/>
            <p:nvPr/>
          </p:nvSpPr>
          <p:spPr bwMode="auto">
            <a:xfrm>
              <a:off x="4160838" y="4656138"/>
              <a:ext cx="11113" cy="114300"/>
            </a:xfrm>
            <a:custGeom>
              <a:avLst/>
              <a:gdLst>
                <a:gd name="T0" fmla="*/ 0 w 7"/>
                <a:gd name="T1" fmla="*/ 36 h 72"/>
                <a:gd name="T2" fmla="*/ 1 w 7"/>
                <a:gd name="T3" fmla="*/ 43 h 72"/>
                <a:gd name="T4" fmla="*/ 1 w 7"/>
                <a:gd name="T5" fmla="*/ 33 h 72"/>
                <a:gd name="T6" fmla="*/ 1 w 7"/>
                <a:gd name="T7" fmla="*/ 27 h 72"/>
                <a:gd name="T8" fmla="*/ 1 w 7"/>
                <a:gd name="T9" fmla="*/ 33 h 72"/>
                <a:gd name="T10" fmla="*/ 1 w 7"/>
                <a:gd name="T11" fmla="*/ 38 h 72"/>
                <a:gd name="T12" fmla="*/ 1 w 7"/>
                <a:gd name="T13" fmla="*/ 40 h 72"/>
                <a:gd name="T14" fmla="*/ 1 w 7"/>
                <a:gd name="T15" fmla="*/ 36 h 72"/>
                <a:gd name="T16" fmla="*/ 1 w 7"/>
                <a:gd name="T17" fmla="*/ 38 h 72"/>
                <a:gd name="T18" fmla="*/ 1 w 7"/>
                <a:gd name="T19" fmla="*/ 55 h 72"/>
                <a:gd name="T20" fmla="*/ 2 w 7"/>
                <a:gd name="T21" fmla="*/ 53 h 72"/>
                <a:gd name="T22" fmla="*/ 2 w 7"/>
                <a:gd name="T23" fmla="*/ 40 h 72"/>
                <a:gd name="T24" fmla="*/ 2 w 7"/>
                <a:gd name="T25" fmla="*/ 50 h 72"/>
                <a:gd name="T26" fmla="*/ 2 w 7"/>
                <a:gd name="T27" fmla="*/ 55 h 72"/>
                <a:gd name="T28" fmla="*/ 2 w 7"/>
                <a:gd name="T29" fmla="*/ 33 h 72"/>
                <a:gd name="T30" fmla="*/ 2 w 7"/>
                <a:gd name="T31" fmla="*/ 23 h 72"/>
                <a:gd name="T32" fmla="*/ 2 w 7"/>
                <a:gd name="T33" fmla="*/ 23 h 72"/>
                <a:gd name="T34" fmla="*/ 2 w 7"/>
                <a:gd name="T35" fmla="*/ 16 h 72"/>
                <a:gd name="T36" fmla="*/ 2 w 7"/>
                <a:gd name="T37" fmla="*/ 15 h 72"/>
                <a:gd name="T38" fmla="*/ 3 w 7"/>
                <a:gd name="T39" fmla="*/ 25 h 72"/>
                <a:gd name="T40" fmla="*/ 3 w 7"/>
                <a:gd name="T41" fmla="*/ 27 h 72"/>
                <a:gd name="T42" fmla="*/ 3 w 7"/>
                <a:gd name="T43" fmla="*/ 21 h 72"/>
                <a:gd name="T44" fmla="*/ 3 w 7"/>
                <a:gd name="T45" fmla="*/ 21 h 72"/>
                <a:gd name="T46" fmla="*/ 3 w 7"/>
                <a:gd name="T47" fmla="*/ 36 h 72"/>
                <a:gd name="T48" fmla="*/ 3 w 7"/>
                <a:gd name="T49" fmla="*/ 46 h 72"/>
                <a:gd name="T50" fmla="*/ 4 w 7"/>
                <a:gd name="T51" fmla="*/ 47 h 72"/>
                <a:gd name="T52" fmla="*/ 4 w 7"/>
                <a:gd name="T53" fmla="*/ 47 h 72"/>
                <a:gd name="T54" fmla="*/ 4 w 7"/>
                <a:gd name="T55" fmla="*/ 36 h 72"/>
                <a:gd name="T56" fmla="*/ 4 w 7"/>
                <a:gd name="T57" fmla="*/ 25 h 72"/>
                <a:gd name="T58" fmla="*/ 4 w 7"/>
                <a:gd name="T59" fmla="*/ 28 h 72"/>
                <a:gd name="T60" fmla="*/ 4 w 7"/>
                <a:gd name="T61" fmla="*/ 36 h 72"/>
                <a:gd name="T62" fmla="*/ 4 w 7"/>
                <a:gd name="T63" fmla="*/ 53 h 72"/>
                <a:gd name="T64" fmla="*/ 4 w 7"/>
                <a:gd name="T65" fmla="*/ 72 h 72"/>
                <a:gd name="T66" fmla="*/ 4 w 7"/>
                <a:gd name="T67" fmla="*/ 62 h 72"/>
                <a:gd name="T68" fmla="*/ 5 w 7"/>
                <a:gd name="T69" fmla="*/ 41 h 72"/>
                <a:gd name="T70" fmla="*/ 5 w 7"/>
                <a:gd name="T71" fmla="*/ 40 h 72"/>
                <a:gd name="T72" fmla="*/ 5 w 7"/>
                <a:gd name="T73" fmla="*/ 35 h 72"/>
                <a:gd name="T74" fmla="*/ 5 w 7"/>
                <a:gd name="T75" fmla="*/ 25 h 72"/>
                <a:gd name="T76" fmla="*/ 5 w 7"/>
                <a:gd name="T77" fmla="*/ 34 h 72"/>
                <a:gd name="T78" fmla="*/ 5 w 7"/>
                <a:gd name="T79" fmla="*/ 52 h 72"/>
                <a:gd name="T80" fmla="*/ 5 w 7"/>
                <a:gd name="T81" fmla="*/ 58 h 72"/>
                <a:gd name="T82" fmla="*/ 6 w 7"/>
                <a:gd name="T83" fmla="*/ 45 h 72"/>
                <a:gd name="T84" fmla="*/ 6 w 7"/>
                <a:gd name="T85" fmla="*/ 33 h 72"/>
                <a:gd name="T86" fmla="*/ 6 w 7"/>
                <a:gd name="T87" fmla="*/ 38 h 72"/>
                <a:gd name="T88" fmla="*/ 6 w 7"/>
                <a:gd name="T89" fmla="*/ 39 h 72"/>
                <a:gd name="T90" fmla="*/ 6 w 7"/>
                <a:gd name="T91" fmla="*/ 19 h 72"/>
                <a:gd name="T92" fmla="*/ 6 w 7"/>
                <a:gd name="T93" fmla="*/ 9 h 72"/>
                <a:gd name="T94" fmla="*/ 6 w 7"/>
                <a:gd name="T95" fmla="*/ 30 h 72"/>
                <a:gd name="T96" fmla="*/ 6 w 7"/>
                <a:gd name="T97" fmla="*/ 51 h 72"/>
                <a:gd name="T98" fmla="*/ 6 w 7"/>
                <a:gd name="T99" fmla="*/ 41 h 72"/>
                <a:gd name="T100" fmla="*/ 7 w 7"/>
                <a:gd name="T101" fmla="*/ 13 h 72"/>
                <a:gd name="T102" fmla="*/ 7 w 7"/>
                <a:gd name="T103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2">
                  <a:moveTo>
                    <a:pt x="0" y="36"/>
                  </a:moveTo>
                  <a:lnTo>
                    <a:pt x="1" y="43"/>
                  </a:lnTo>
                  <a:lnTo>
                    <a:pt x="1" y="33"/>
                  </a:lnTo>
                  <a:lnTo>
                    <a:pt x="1" y="27"/>
                  </a:lnTo>
                  <a:lnTo>
                    <a:pt x="1" y="33"/>
                  </a:lnTo>
                  <a:lnTo>
                    <a:pt x="1" y="38"/>
                  </a:lnTo>
                  <a:lnTo>
                    <a:pt x="1" y="40"/>
                  </a:lnTo>
                  <a:lnTo>
                    <a:pt x="1" y="36"/>
                  </a:lnTo>
                  <a:lnTo>
                    <a:pt x="1" y="38"/>
                  </a:lnTo>
                  <a:lnTo>
                    <a:pt x="1" y="55"/>
                  </a:lnTo>
                  <a:lnTo>
                    <a:pt x="2" y="53"/>
                  </a:lnTo>
                  <a:lnTo>
                    <a:pt x="2" y="40"/>
                  </a:lnTo>
                  <a:lnTo>
                    <a:pt x="2" y="50"/>
                  </a:lnTo>
                  <a:lnTo>
                    <a:pt x="2" y="55"/>
                  </a:lnTo>
                  <a:lnTo>
                    <a:pt x="2" y="33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3" y="25"/>
                  </a:lnTo>
                  <a:lnTo>
                    <a:pt x="3" y="27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36"/>
                  </a:lnTo>
                  <a:lnTo>
                    <a:pt x="3" y="46"/>
                  </a:lnTo>
                  <a:lnTo>
                    <a:pt x="4" y="47"/>
                  </a:lnTo>
                  <a:lnTo>
                    <a:pt x="4" y="47"/>
                  </a:lnTo>
                  <a:lnTo>
                    <a:pt x="4" y="36"/>
                  </a:lnTo>
                  <a:lnTo>
                    <a:pt x="4" y="25"/>
                  </a:lnTo>
                  <a:lnTo>
                    <a:pt x="4" y="28"/>
                  </a:lnTo>
                  <a:lnTo>
                    <a:pt x="4" y="36"/>
                  </a:lnTo>
                  <a:lnTo>
                    <a:pt x="4" y="53"/>
                  </a:lnTo>
                  <a:lnTo>
                    <a:pt x="4" y="72"/>
                  </a:lnTo>
                  <a:lnTo>
                    <a:pt x="4" y="62"/>
                  </a:lnTo>
                  <a:lnTo>
                    <a:pt x="5" y="41"/>
                  </a:lnTo>
                  <a:lnTo>
                    <a:pt x="5" y="40"/>
                  </a:lnTo>
                  <a:lnTo>
                    <a:pt x="5" y="35"/>
                  </a:lnTo>
                  <a:lnTo>
                    <a:pt x="5" y="25"/>
                  </a:lnTo>
                  <a:lnTo>
                    <a:pt x="5" y="34"/>
                  </a:lnTo>
                  <a:lnTo>
                    <a:pt x="5" y="52"/>
                  </a:lnTo>
                  <a:lnTo>
                    <a:pt x="5" y="58"/>
                  </a:lnTo>
                  <a:lnTo>
                    <a:pt x="6" y="45"/>
                  </a:lnTo>
                  <a:lnTo>
                    <a:pt x="6" y="33"/>
                  </a:lnTo>
                  <a:lnTo>
                    <a:pt x="6" y="38"/>
                  </a:lnTo>
                  <a:lnTo>
                    <a:pt x="6" y="39"/>
                  </a:lnTo>
                  <a:lnTo>
                    <a:pt x="6" y="19"/>
                  </a:lnTo>
                  <a:lnTo>
                    <a:pt x="6" y="9"/>
                  </a:lnTo>
                  <a:lnTo>
                    <a:pt x="6" y="30"/>
                  </a:lnTo>
                  <a:lnTo>
                    <a:pt x="6" y="51"/>
                  </a:lnTo>
                  <a:lnTo>
                    <a:pt x="6" y="41"/>
                  </a:lnTo>
                  <a:lnTo>
                    <a:pt x="7" y="13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9" name="Freeform 1060"/>
            <p:cNvSpPr/>
            <p:nvPr/>
          </p:nvSpPr>
          <p:spPr bwMode="auto">
            <a:xfrm>
              <a:off x="4171950" y="4598988"/>
              <a:ext cx="9525" cy="127000"/>
            </a:xfrm>
            <a:custGeom>
              <a:avLst/>
              <a:gdLst>
                <a:gd name="T0" fmla="*/ 0 w 6"/>
                <a:gd name="T1" fmla="*/ 49 h 80"/>
                <a:gd name="T2" fmla="*/ 0 w 6"/>
                <a:gd name="T3" fmla="*/ 36 h 80"/>
                <a:gd name="T4" fmla="*/ 0 w 6"/>
                <a:gd name="T5" fmla="*/ 47 h 80"/>
                <a:gd name="T6" fmla="*/ 0 w 6"/>
                <a:gd name="T7" fmla="*/ 66 h 80"/>
                <a:gd name="T8" fmla="*/ 0 w 6"/>
                <a:gd name="T9" fmla="*/ 76 h 80"/>
                <a:gd name="T10" fmla="*/ 0 w 6"/>
                <a:gd name="T11" fmla="*/ 61 h 80"/>
                <a:gd name="T12" fmla="*/ 0 w 6"/>
                <a:gd name="T13" fmla="*/ 44 h 80"/>
                <a:gd name="T14" fmla="*/ 0 w 6"/>
                <a:gd name="T15" fmla="*/ 52 h 80"/>
                <a:gd name="T16" fmla="*/ 0 w 6"/>
                <a:gd name="T17" fmla="*/ 70 h 80"/>
                <a:gd name="T18" fmla="*/ 1 w 6"/>
                <a:gd name="T19" fmla="*/ 66 h 80"/>
                <a:gd name="T20" fmla="*/ 1 w 6"/>
                <a:gd name="T21" fmla="*/ 49 h 80"/>
                <a:gd name="T22" fmla="*/ 1 w 6"/>
                <a:gd name="T23" fmla="*/ 45 h 80"/>
                <a:gd name="T24" fmla="*/ 1 w 6"/>
                <a:gd name="T25" fmla="*/ 55 h 80"/>
                <a:gd name="T26" fmla="*/ 1 w 6"/>
                <a:gd name="T27" fmla="*/ 48 h 80"/>
                <a:gd name="T28" fmla="*/ 1 w 6"/>
                <a:gd name="T29" fmla="*/ 15 h 80"/>
                <a:gd name="T30" fmla="*/ 2 w 6"/>
                <a:gd name="T31" fmla="*/ 0 h 80"/>
                <a:gd name="T32" fmla="*/ 2 w 6"/>
                <a:gd name="T33" fmla="*/ 20 h 80"/>
                <a:gd name="T34" fmla="*/ 2 w 6"/>
                <a:gd name="T35" fmla="*/ 39 h 80"/>
                <a:gd name="T36" fmla="*/ 2 w 6"/>
                <a:gd name="T37" fmla="*/ 40 h 80"/>
                <a:gd name="T38" fmla="*/ 2 w 6"/>
                <a:gd name="T39" fmla="*/ 27 h 80"/>
                <a:gd name="T40" fmla="*/ 2 w 6"/>
                <a:gd name="T41" fmla="*/ 10 h 80"/>
                <a:gd name="T42" fmla="*/ 2 w 6"/>
                <a:gd name="T43" fmla="*/ 20 h 80"/>
                <a:gd name="T44" fmla="*/ 2 w 6"/>
                <a:gd name="T45" fmla="*/ 55 h 80"/>
                <a:gd name="T46" fmla="*/ 2 w 6"/>
                <a:gd name="T47" fmla="*/ 68 h 80"/>
                <a:gd name="T48" fmla="*/ 3 w 6"/>
                <a:gd name="T49" fmla="*/ 43 h 80"/>
                <a:gd name="T50" fmla="*/ 3 w 6"/>
                <a:gd name="T51" fmla="*/ 21 h 80"/>
                <a:gd name="T52" fmla="*/ 3 w 6"/>
                <a:gd name="T53" fmla="*/ 23 h 80"/>
                <a:gd name="T54" fmla="*/ 3 w 6"/>
                <a:gd name="T55" fmla="*/ 29 h 80"/>
                <a:gd name="T56" fmla="*/ 3 w 6"/>
                <a:gd name="T57" fmla="*/ 32 h 80"/>
                <a:gd name="T58" fmla="*/ 3 w 6"/>
                <a:gd name="T59" fmla="*/ 50 h 80"/>
                <a:gd name="T60" fmla="*/ 4 w 6"/>
                <a:gd name="T61" fmla="*/ 71 h 80"/>
                <a:gd name="T62" fmla="*/ 4 w 6"/>
                <a:gd name="T63" fmla="*/ 77 h 80"/>
                <a:gd name="T64" fmla="*/ 4 w 6"/>
                <a:gd name="T65" fmla="*/ 73 h 80"/>
                <a:gd name="T66" fmla="*/ 4 w 6"/>
                <a:gd name="T67" fmla="*/ 58 h 80"/>
                <a:gd name="T68" fmla="*/ 4 w 6"/>
                <a:gd name="T69" fmla="*/ 40 h 80"/>
                <a:gd name="T70" fmla="*/ 4 w 6"/>
                <a:gd name="T71" fmla="*/ 45 h 80"/>
                <a:gd name="T72" fmla="*/ 4 w 6"/>
                <a:gd name="T73" fmla="*/ 53 h 80"/>
                <a:gd name="T74" fmla="*/ 4 w 6"/>
                <a:gd name="T75" fmla="*/ 45 h 80"/>
                <a:gd name="T76" fmla="*/ 4 w 6"/>
                <a:gd name="T77" fmla="*/ 34 h 80"/>
                <a:gd name="T78" fmla="*/ 5 w 6"/>
                <a:gd name="T79" fmla="*/ 27 h 80"/>
                <a:gd name="T80" fmla="*/ 5 w 6"/>
                <a:gd name="T81" fmla="*/ 25 h 80"/>
                <a:gd name="T82" fmla="*/ 5 w 6"/>
                <a:gd name="T83" fmla="*/ 44 h 80"/>
                <a:gd name="T84" fmla="*/ 5 w 6"/>
                <a:gd name="T85" fmla="*/ 64 h 80"/>
                <a:gd name="T86" fmla="*/ 5 w 6"/>
                <a:gd name="T87" fmla="*/ 65 h 80"/>
                <a:gd name="T88" fmla="*/ 5 w 6"/>
                <a:gd name="T89" fmla="*/ 70 h 80"/>
                <a:gd name="T90" fmla="*/ 5 w 6"/>
                <a:gd name="T91" fmla="*/ 71 h 80"/>
                <a:gd name="T92" fmla="*/ 5 w 6"/>
                <a:gd name="T93" fmla="*/ 49 h 80"/>
                <a:gd name="T94" fmla="*/ 5 w 6"/>
                <a:gd name="T95" fmla="*/ 41 h 80"/>
                <a:gd name="T96" fmla="*/ 6 w 6"/>
                <a:gd name="T97" fmla="*/ 64 h 80"/>
                <a:gd name="T98" fmla="*/ 6 w 6"/>
                <a:gd name="T99" fmla="*/ 80 h 80"/>
                <a:gd name="T100" fmla="*/ 6 w 6"/>
                <a:gd name="T101" fmla="*/ 72 h 80"/>
                <a:gd name="T102" fmla="*/ 6 w 6"/>
                <a:gd name="T103" fmla="*/ 6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0">
                  <a:moveTo>
                    <a:pt x="0" y="49"/>
                  </a:moveTo>
                  <a:lnTo>
                    <a:pt x="0" y="36"/>
                  </a:lnTo>
                  <a:lnTo>
                    <a:pt x="0" y="47"/>
                  </a:lnTo>
                  <a:lnTo>
                    <a:pt x="0" y="66"/>
                  </a:lnTo>
                  <a:lnTo>
                    <a:pt x="0" y="76"/>
                  </a:lnTo>
                  <a:lnTo>
                    <a:pt x="0" y="61"/>
                  </a:lnTo>
                  <a:lnTo>
                    <a:pt x="0" y="44"/>
                  </a:lnTo>
                  <a:lnTo>
                    <a:pt x="0" y="52"/>
                  </a:lnTo>
                  <a:lnTo>
                    <a:pt x="0" y="70"/>
                  </a:lnTo>
                  <a:lnTo>
                    <a:pt x="1" y="66"/>
                  </a:lnTo>
                  <a:lnTo>
                    <a:pt x="1" y="49"/>
                  </a:lnTo>
                  <a:lnTo>
                    <a:pt x="1" y="45"/>
                  </a:lnTo>
                  <a:lnTo>
                    <a:pt x="1" y="55"/>
                  </a:lnTo>
                  <a:lnTo>
                    <a:pt x="1" y="48"/>
                  </a:lnTo>
                  <a:lnTo>
                    <a:pt x="1" y="15"/>
                  </a:lnTo>
                  <a:lnTo>
                    <a:pt x="2" y="0"/>
                  </a:lnTo>
                  <a:lnTo>
                    <a:pt x="2" y="20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27"/>
                  </a:lnTo>
                  <a:lnTo>
                    <a:pt x="2" y="10"/>
                  </a:lnTo>
                  <a:lnTo>
                    <a:pt x="2" y="20"/>
                  </a:lnTo>
                  <a:lnTo>
                    <a:pt x="2" y="55"/>
                  </a:lnTo>
                  <a:lnTo>
                    <a:pt x="2" y="68"/>
                  </a:lnTo>
                  <a:lnTo>
                    <a:pt x="3" y="43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3" y="29"/>
                  </a:lnTo>
                  <a:lnTo>
                    <a:pt x="3" y="32"/>
                  </a:lnTo>
                  <a:lnTo>
                    <a:pt x="3" y="50"/>
                  </a:lnTo>
                  <a:lnTo>
                    <a:pt x="4" y="71"/>
                  </a:lnTo>
                  <a:lnTo>
                    <a:pt x="4" y="77"/>
                  </a:lnTo>
                  <a:lnTo>
                    <a:pt x="4" y="73"/>
                  </a:lnTo>
                  <a:lnTo>
                    <a:pt x="4" y="58"/>
                  </a:lnTo>
                  <a:lnTo>
                    <a:pt x="4" y="40"/>
                  </a:lnTo>
                  <a:lnTo>
                    <a:pt x="4" y="45"/>
                  </a:lnTo>
                  <a:lnTo>
                    <a:pt x="4" y="53"/>
                  </a:lnTo>
                  <a:lnTo>
                    <a:pt x="4" y="45"/>
                  </a:lnTo>
                  <a:lnTo>
                    <a:pt x="4" y="34"/>
                  </a:lnTo>
                  <a:lnTo>
                    <a:pt x="5" y="27"/>
                  </a:lnTo>
                  <a:lnTo>
                    <a:pt x="5" y="25"/>
                  </a:lnTo>
                  <a:lnTo>
                    <a:pt x="5" y="44"/>
                  </a:lnTo>
                  <a:lnTo>
                    <a:pt x="5" y="64"/>
                  </a:lnTo>
                  <a:lnTo>
                    <a:pt x="5" y="65"/>
                  </a:lnTo>
                  <a:lnTo>
                    <a:pt x="5" y="70"/>
                  </a:lnTo>
                  <a:lnTo>
                    <a:pt x="5" y="71"/>
                  </a:lnTo>
                  <a:lnTo>
                    <a:pt x="5" y="49"/>
                  </a:lnTo>
                  <a:lnTo>
                    <a:pt x="5" y="41"/>
                  </a:lnTo>
                  <a:lnTo>
                    <a:pt x="6" y="64"/>
                  </a:lnTo>
                  <a:lnTo>
                    <a:pt x="6" y="80"/>
                  </a:lnTo>
                  <a:lnTo>
                    <a:pt x="6" y="72"/>
                  </a:lnTo>
                  <a:lnTo>
                    <a:pt x="6" y="6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0" name="Freeform 1061"/>
            <p:cNvSpPr/>
            <p:nvPr/>
          </p:nvSpPr>
          <p:spPr bwMode="auto">
            <a:xfrm>
              <a:off x="4181475" y="4694238"/>
              <a:ext cx="9525" cy="141288"/>
            </a:xfrm>
            <a:custGeom>
              <a:avLst/>
              <a:gdLst>
                <a:gd name="T0" fmla="*/ 0 w 6"/>
                <a:gd name="T1" fmla="*/ 12 h 89"/>
                <a:gd name="T2" fmla="*/ 0 w 6"/>
                <a:gd name="T3" fmla="*/ 2 h 89"/>
                <a:gd name="T4" fmla="*/ 0 w 6"/>
                <a:gd name="T5" fmla="*/ 4 h 89"/>
                <a:gd name="T6" fmla="*/ 0 w 6"/>
                <a:gd name="T7" fmla="*/ 9 h 89"/>
                <a:gd name="T8" fmla="*/ 1 w 6"/>
                <a:gd name="T9" fmla="*/ 7 h 89"/>
                <a:gd name="T10" fmla="*/ 1 w 6"/>
                <a:gd name="T11" fmla="*/ 6 h 89"/>
                <a:gd name="T12" fmla="*/ 1 w 6"/>
                <a:gd name="T13" fmla="*/ 19 h 89"/>
                <a:gd name="T14" fmla="*/ 1 w 6"/>
                <a:gd name="T15" fmla="*/ 33 h 89"/>
                <a:gd name="T16" fmla="*/ 1 w 6"/>
                <a:gd name="T17" fmla="*/ 29 h 89"/>
                <a:gd name="T18" fmla="*/ 1 w 6"/>
                <a:gd name="T19" fmla="*/ 19 h 89"/>
                <a:gd name="T20" fmla="*/ 1 w 6"/>
                <a:gd name="T21" fmla="*/ 24 h 89"/>
                <a:gd name="T22" fmla="*/ 1 w 6"/>
                <a:gd name="T23" fmla="*/ 36 h 89"/>
                <a:gd name="T24" fmla="*/ 1 w 6"/>
                <a:gd name="T25" fmla="*/ 32 h 89"/>
                <a:gd name="T26" fmla="*/ 1 w 6"/>
                <a:gd name="T27" fmla="*/ 16 h 89"/>
                <a:gd name="T28" fmla="*/ 2 w 6"/>
                <a:gd name="T29" fmla="*/ 16 h 89"/>
                <a:gd name="T30" fmla="*/ 2 w 6"/>
                <a:gd name="T31" fmla="*/ 32 h 89"/>
                <a:gd name="T32" fmla="*/ 2 w 6"/>
                <a:gd name="T33" fmla="*/ 32 h 89"/>
                <a:gd name="T34" fmla="*/ 2 w 6"/>
                <a:gd name="T35" fmla="*/ 17 h 89"/>
                <a:gd name="T36" fmla="*/ 2 w 6"/>
                <a:gd name="T37" fmla="*/ 24 h 89"/>
                <a:gd name="T38" fmla="*/ 2 w 6"/>
                <a:gd name="T39" fmla="*/ 52 h 89"/>
                <a:gd name="T40" fmla="*/ 3 w 6"/>
                <a:gd name="T41" fmla="*/ 59 h 89"/>
                <a:gd name="T42" fmla="*/ 3 w 6"/>
                <a:gd name="T43" fmla="*/ 47 h 89"/>
                <a:gd name="T44" fmla="*/ 3 w 6"/>
                <a:gd name="T45" fmla="*/ 48 h 89"/>
                <a:gd name="T46" fmla="*/ 3 w 6"/>
                <a:gd name="T47" fmla="*/ 48 h 89"/>
                <a:gd name="T48" fmla="*/ 3 w 6"/>
                <a:gd name="T49" fmla="*/ 35 h 89"/>
                <a:gd name="T50" fmla="*/ 3 w 6"/>
                <a:gd name="T51" fmla="*/ 26 h 89"/>
                <a:gd name="T52" fmla="*/ 3 w 6"/>
                <a:gd name="T53" fmla="*/ 26 h 89"/>
                <a:gd name="T54" fmla="*/ 3 w 6"/>
                <a:gd name="T55" fmla="*/ 24 h 89"/>
                <a:gd name="T56" fmla="*/ 3 w 6"/>
                <a:gd name="T57" fmla="*/ 32 h 89"/>
                <a:gd name="T58" fmla="*/ 4 w 6"/>
                <a:gd name="T59" fmla="*/ 55 h 89"/>
                <a:gd name="T60" fmla="*/ 4 w 6"/>
                <a:gd name="T61" fmla="*/ 67 h 89"/>
                <a:gd name="T62" fmla="*/ 4 w 6"/>
                <a:gd name="T63" fmla="*/ 62 h 89"/>
                <a:gd name="T64" fmla="*/ 4 w 6"/>
                <a:gd name="T65" fmla="*/ 73 h 89"/>
                <a:gd name="T66" fmla="*/ 4 w 6"/>
                <a:gd name="T67" fmla="*/ 89 h 89"/>
                <a:gd name="T68" fmla="*/ 4 w 6"/>
                <a:gd name="T69" fmla="*/ 67 h 89"/>
                <a:gd name="T70" fmla="*/ 4 w 6"/>
                <a:gd name="T71" fmla="*/ 18 h 89"/>
                <a:gd name="T72" fmla="*/ 4 w 6"/>
                <a:gd name="T73" fmla="*/ 0 h 89"/>
                <a:gd name="T74" fmla="*/ 4 w 6"/>
                <a:gd name="T75" fmla="*/ 19 h 89"/>
                <a:gd name="T76" fmla="*/ 5 w 6"/>
                <a:gd name="T77" fmla="*/ 36 h 89"/>
                <a:gd name="T78" fmla="*/ 5 w 6"/>
                <a:gd name="T79" fmla="*/ 26 h 89"/>
                <a:gd name="T80" fmla="*/ 5 w 6"/>
                <a:gd name="T81" fmla="*/ 12 h 89"/>
                <a:gd name="T82" fmla="*/ 5 w 6"/>
                <a:gd name="T83" fmla="*/ 22 h 89"/>
                <a:gd name="T84" fmla="*/ 5 w 6"/>
                <a:gd name="T85" fmla="*/ 33 h 89"/>
                <a:gd name="T86" fmla="*/ 5 w 6"/>
                <a:gd name="T87" fmla="*/ 24 h 89"/>
                <a:gd name="T88" fmla="*/ 6 w 6"/>
                <a:gd name="T89" fmla="*/ 31 h 89"/>
                <a:gd name="T90" fmla="*/ 6 w 6"/>
                <a:gd name="T91" fmla="*/ 63 h 89"/>
                <a:gd name="T92" fmla="*/ 6 w 6"/>
                <a:gd name="T93" fmla="*/ 80 h 89"/>
                <a:gd name="T94" fmla="*/ 6 w 6"/>
                <a:gd name="T95" fmla="*/ 70 h 89"/>
                <a:gd name="T96" fmla="*/ 6 w 6"/>
                <a:gd name="T97" fmla="*/ 44 h 89"/>
                <a:gd name="T98" fmla="*/ 6 w 6"/>
                <a:gd name="T99" fmla="*/ 19 h 89"/>
                <a:gd name="T100" fmla="*/ 6 w 6"/>
                <a:gd name="T101" fmla="*/ 9 h 89"/>
                <a:gd name="T102" fmla="*/ 6 w 6"/>
                <a:gd name="T103" fmla="*/ 4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9">
                  <a:moveTo>
                    <a:pt x="0" y="12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0" y="9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19"/>
                  </a:lnTo>
                  <a:lnTo>
                    <a:pt x="1" y="33"/>
                  </a:lnTo>
                  <a:lnTo>
                    <a:pt x="1" y="29"/>
                  </a:lnTo>
                  <a:lnTo>
                    <a:pt x="1" y="19"/>
                  </a:lnTo>
                  <a:lnTo>
                    <a:pt x="1" y="24"/>
                  </a:lnTo>
                  <a:lnTo>
                    <a:pt x="1" y="36"/>
                  </a:lnTo>
                  <a:lnTo>
                    <a:pt x="1" y="32"/>
                  </a:lnTo>
                  <a:lnTo>
                    <a:pt x="1" y="16"/>
                  </a:lnTo>
                  <a:lnTo>
                    <a:pt x="2" y="16"/>
                  </a:lnTo>
                  <a:lnTo>
                    <a:pt x="2" y="32"/>
                  </a:lnTo>
                  <a:lnTo>
                    <a:pt x="2" y="32"/>
                  </a:lnTo>
                  <a:lnTo>
                    <a:pt x="2" y="17"/>
                  </a:lnTo>
                  <a:lnTo>
                    <a:pt x="2" y="24"/>
                  </a:lnTo>
                  <a:lnTo>
                    <a:pt x="2" y="52"/>
                  </a:lnTo>
                  <a:lnTo>
                    <a:pt x="3" y="59"/>
                  </a:lnTo>
                  <a:lnTo>
                    <a:pt x="3" y="47"/>
                  </a:lnTo>
                  <a:lnTo>
                    <a:pt x="3" y="48"/>
                  </a:lnTo>
                  <a:lnTo>
                    <a:pt x="3" y="48"/>
                  </a:lnTo>
                  <a:lnTo>
                    <a:pt x="3" y="35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24"/>
                  </a:lnTo>
                  <a:lnTo>
                    <a:pt x="3" y="32"/>
                  </a:lnTo>
                  <a:lnTo>
                    <a:pt x="4" y="55"/>
                  </a:lnTo>
                  <a:lnTo>
                    <a:pt x="4" y="67"/>
                  </a:lnTo>
                  <a:lnTo>
                    <a:pt x="4" y="62"/>
                  </a:lnTo>
                  <a:lnTo>
                    <a:pt x="4" y="73"/>
                  </a:lnTo>
                  <a:lnTo>
                    <a:pt x="4" y="89"/>
                  </a:lnTo>
                  <a:lnTo>
                    <a:pt x="4" y="67"/>
                  </a:lnTo>
                  <a:lnTo>
                    <a:pt x="4" y="18"/>
                  </a:lnTo>
                  <a:lnTo>
                    <a:pt x="4" y="0"/>
                  </a:lnTo>
                  <a:lnTo>
                    <a:pt x="4" y="19"/>
                  </a:lnTo>
                  <a:lnTo>
                    <a:pt x="5" y="36"/>
                  </a:lnTo>
                  <a:lnTo>
                    <a:pt x="5" y="26"/>
                  </a:lnTo>
                  <a:lnTo>
                    <a:pt x="5" y="12"/>
                  </a:lnTo>
                  <a:lnTo>
                    <a:pt x="5" y="22"/>
                  </a:lnTo>
                  <a:lnTo>
                    <a:pt x="5" y="33"/>
                  </a:lnTo>
                  <a:lnTo>
                    <a:pt x="5" y="24"/>
                  </a:lnTo>
                  <a:lnTo>
                    <a:pt x="6" y="31"/>
                  </a:lnTo>
                  <a:lnTo>
                    <a:pt x="6" y="63"/>
                  </a:lnTo>
                  <a:lnTo>
                    <a:pt x="6" y="80"/>
                  </a:lnTo>
                  <a:lnTo>
                    <a:pt x="6" y="70"/>
                  </a:lnTo>
                  <a:lnTo>
                    <a:pt x="6" y="44"/>
                  </a:lnTo>
                  <a:lnTo>
                    <a:pt x="6" y="19"/>
                  </a:lnTo>
                  <a:lnTo>
                    <a:pt x="6" y="9"/>
                  </a:lnTo>
                  <a:lnTo>
                    <a:pt x="6" y="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1" name="Freeform 1062"/>
            <p:cNvSpPr/>
            <p:nvPr/>
          </p:nvSpPr>
          <p:spPr bwMode="auto">
            <a:xfrm>
              <a:off x="4191000" y="4616451"/>
              <a:ext cx="11113" cy="176213"/>
            </a:xfrm>
            <a:custGeom>
              <a:avLst/>
              <a:gdLst>
                <a:gd name="T0" fmla="*/ 0 w 7"/>
                <a:gd name="T1" fmla="*/ 58 h 111"/>
                <a:gd name="T2" fmla="*/ 0 w 7"/>
                <a:gd name="T3" fmla="*/ 53 h 111"/>
                <a:gd name="T4" fmla="*/ 0 w 7"/>
                <a:gd name="T5" fmla="*/ 48 h 111"/>
                <a:gd name="T6" fmla="*/ 1 w 7"/>
                <a:gd name="T7" fmla="*/ 57 h 111"/>
                <a:gd name="T8" fmla="*/ 1 w 7"/>
                <a:gd name="T9" fmla="*/ 75 h 111"/>
                <a:gd name="T10" fmla="*/ 1 w 7"/>
                <a:gd name="T11" fmla="*/ 98 h 111"/>
                <a:gd name="T12" fmla="*/ 1 w 7"/>
                <a:gd name="T13" fmla="*/ 111 h 111"/>
                <a:gd name="T14" fmla="*/ 1 w 7"/>
                <a:gd name="T15" fmla="*/ 85 h 111"/>
                <a:gd name="T16" fmla="*/ 1 w 7"/>
                <a:gd name="T17" fmla="*/ 43 h 111"/>
                <a:gd name="T18" fmla="*/ 2 w 7"/>
                <a:gd name="T19" fmla="*/ 42 h 111"/>
                <a:gd name="T20" fmla="*/ 2 w 7"/>
                <a:gd name="T21" fmla="*/ 67 h 111"/>
                <a:gd name="T22" fmla="*/ 2 w 7"/>
                <a:gd name="T23" fmla="*/ 71 h 111"/>
                <a:gd name="T24" fmla="*/ 2 w 7"/>
                <a:gd name="T25" fmla="*/ 51 h 111"/>
                <a:gd name="T26" fmla="*/ 2 w 7"/>
                <a:gd name="T27" fmla="*/ 38 h 111"/>
                <a:gd name="T28" fmla="*/ 2 w 7"/>
                <a:gd name="T29" fmla="*/ 44 h 111"/>
                <a:gd name="T30" fmla="*/ 2 w 7"/>
                <a:gd name="T31" fmla="*/ 43 h 111"/>
                <a:gd name="T32" fmla="*/ 2 w 7"/>
                <a:gd name="T33" fmla="*/ 28 h 111"/>
                <a:gd name="T34" fmla="*/ 2 w 7"/>
                <a:gd name="T35" fmla="*/ 32 h 111"/>
                <a:gd name="T36" fmla="*/ 3 w 7"/>
                <a:gd name="T37" fmla="*/ 56 h 111"/>
                <a:gd name="T38" fmla="*/ 3 w 7"/>
                <a:gd name="T39" fmla="*/ 66 h 111"/>
                <a:gd name="T40" fmla="*/ 3 w 7"/>
                <a:gd name="T41" fmla="*/ 62 h 111"/>
                <a:gd name="T42" fmla="*/ 3 w 7"/>
                <a:gd name="T43" fmla="*/ 48 h 111"/>
                <a:gd name="T44" fmla="*/ 3 w 7"/>
                <a:gd name="T45" fmla="*/ 25 h 111"/>
                <a:gd name="T46" fmla="*/ 3 w 7"/>
                <a:gd name="T47" fmla="*/ 13 h 111"/>
                <a:gd name="T48" fmla="*/ 3 w 7"/>
                <a:gd name="T49" fmla="*/ 17 h 111"/>
                <a:gd name="T50" fmla="*/ 4 w 7"/>
                <a:gd name="T51" fmla="*/ 28 h 111"/>
                <a:gd name="T52" fmla="*/ 4 w 7"/>
                <a:gd name="T53" fmla="*/ 34 h 111"/>
                <a:gd name="T54" fmla="*/ 4 w 7"/>
                <a:gd name="T55" fmla="*/ 23 h 111"/>
                <a:gd name="T56" fmla="*/ 4 w 7"/>
                <a:gd name="T57" fmla="*/ 13 h 111"/>
                <a:gd name="T58" fmla="*/ 4 w 7"/>
                <a:gd name="T59" fmla="*/ 29 h 111"/>
                <a:gd name="T60" fmla="*/ 4 w 7"/>
                <a:gd name="T61" fmla="*/ 48 h 111"/>
                <a:gd name="T62" fmla="*/ 4 w 7"/>
                <a:gd name="T63" fmla="*/ 47 h 111"/>
                <a:gd name="T64" fmla="*/ 4 w 7"/>
                <a:gd name="T65" fmla="*/ 43 h 111"/>
                <a:gd name="T66" fmla="*/ 4 w 7"/>
                <a:gd name="T67" fmla="*/ 49 h 111"/>
                <a:gd name="T68" fmla="*/ 5 w 7"/>
                <a:gd name="T69" fmla="*/ 49 h 111"/>
                <a:gd name="T70" fmla="*/ 5 w 7"/>
                <a:gd name="T71" fmla="*/ 33 h 111"/>
                <a:gd name="T72" fmla="*/ 5 w 7"/>
                <a:gd name="T73" fmla="*/ 8 h 111"/>
                <a:gd name="T74" fmla="*/ 5 w 7"/>
                <a:gd name="T75" fmla="*/ 0 h 111"/>
                <a:gd name="T76" fmla="*/ 5 w 7"/>
                <a:gd name="T77" fmla="*/ 23 h 111"/>
                <a:gd name="T78" fmla="*/ 5 w 7"/>
                <a:gd name="T79" fmla="*/ 48 h 111"/>
                <a:gd name="T80" fmla="*/ 5 w 7"/>
                <a:gd name="T81" fmla="*/ 42 h 111"/>
                <a:gd name="T82" fmla="*/ 5 w 7"/>
                <a:gd name="T83" fmla="*/ 20 h 111"/>
                <a:gd name="T84" fmla="*/ 5 w 7"/>
                <a:gd name="T85" fmla="*/ 23 h 111"/>
                <a:gd name="T86" fmla="*/ 6 w 7"/>
                <a:gd name="T87" fmla="*/ 45 h 111"/>
                <a:gd name="T88" fmla="*/ 6 w 7"/>
                <a:gd name="T89" fmla="*/ 60 h 111"/>
                <a:gd name="T90" fmla="*/ 6 w 7"/>
                <a:gd name="T91" fmla="*/ 67 h 111"/>
                <a:gd name="T92" fmla="*/ 6 w 7"/>
                <a:gd name="T93" fmla="*/ 73 h 111"/>
                <a:gd name="T94" fmla="*/ 6 w 7"/>
                <a:gd name="T95" fmla="*/ 69 h 111"/>
                <a:gd name="T96" fmla="*/ 6 w 7"/>
                <a:gd name="T97" fmla="*/ 55 h 111"/>
                <a:gd name="T98" fmla="*/ 7 w 7"/>
                <a:gd name="T99" fmla="*/ 38 h 111"/>
                <a:gd name="T100" fmla="*/ 7 w 7"/>
                <a:gd name="T101" fmla="*/ 24 h 111"/>
                <a:gd name="T102" fmla="*/ 7 w 7"/>
                <a:gd name="T103" fmla="*/ 19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11">
                  <a:moveTo>
                    <a:pt x="0" y="58"/>
                  </a:moveTo>
                  <a:lnTo>
                    <a:pt x="0" y="53"/>
                  </a:lnTo>
                  <a:lnTo>
                    <a:pt x="0" y="48"/>
                  </a:lnTo>
                  <a:lnTo>
                    <a:pt x="1" y="57"/>
                  </a:lnTo>
                  <a:lnTo>
                    <a:pt x="1" y="75"/>
                  </a:lnTo>
                  <a:lnTo>
                    <a:pt x="1" y="98"/>
                  </a:lnTo>
                  <a:lnTo>
                    <a:pt x="1" y="111"/>
                  </a:lnTo>
                  <a:lnTo>
                    <a:pt x="1" y="8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2" y="67"/>
                  </a:lnTo>
                  <a:lnTo>
                    <a:pt x="2" y="71"/>
                  </a:lnTo>
                  <a:lnTo>
                    <a:pt x="2" y="51"/>
                  </a:lnTo>
                  <a:lnTo>
                    <a:pt x="2" y="38"/>
                  </a:lnTo>
                  <a:lnTo>
                    <a:pt x="2" y="44"/>
                  </a:lnTo>
                  <a:lnTo>
                    <a:pt x="2" y="43"/>
                  </a:lnTo>
                  <a:lnTo>
                    <a:pt x="2" y="28"/>
                  </a:lnTo>
                  <a:lnTo>
                    <a:pt x="2" y="32"/>
                  </a:lnTo>
                  <a:lnTo>
                    <a:pt x="3" y="56"/>
                  </a:lnTo>
                  <a:lnTo>
                    <a:pt x="3" y="66"/>
                  </a:lnTo>
                  <a:lnTo>
                    <a:pt x="3" y="62"/>
                  </a:lnTo>
                  <a:lnTo>
                    <a:pt x="3" y="48"/>
                  </a:lnTo>
                  <a:lnTo>
                    <a:pt x="3" y="25"/>
                  </a:lnTo>
                  <a:lnTo>
                    <a:pt x="3" y="13"/>
                  </a:lnTo>
                  <a:lnTo>
                    <a:pt x="3" y="17"/>
                  </a:lnTo>
                  <a:lnTo>
                    <a:pt x="4" y="28"/>
                  </a:lnTo>
                  <a:lnTo>
                    <a:pt x="4" y="34"/>
                  </a:lnTo>
                  <a:lnTo>
                    <a:pt x="4" y="23"/>
                  </a:lnTo>
                  <a:lnTo>
                    <a:pt x="4" y="13"/>
                  </a:lnTo>
                  <a:lnTo>
                    <a:pt x="4" y="29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4" y="43"/>
                  </a:lnTo>
                  <a:lnTo>
                    <a:pt x="4" y="49"/>
                  </a:lnTo>
                  <a:lnTo>
                    <a:pt x="5" y="49"/>
                  </a:lnTo>
                  <a:lnTo>
                    <a:pt x="5" y="33"/>
                  </a:lnTo>
                  <a:lnTo>
                    <a:pt x="5" y="8"/>
                  </a:lnTo>
                  <a:lnTo>
                    <a:pt x="5" y="0"/>
                  </a:lnTo>
                  <a:lnTo>
                    <a:pt x="5" y="23"/>
                  </a:lnTo>
                  <a:lnTo>
                    <a:pt x="5" y="48"/>
                  </a:lnTo>
                  <a:lnTo>
                    <a:pt x="5" y="42"/>
                  </a:lnTo>
                  <a:lnTo>
                    <a:pt x="5" y="20"/>
                  </a:lnTo>
                  <a:lnTo>
                    <a:pt x="5" y="23"/>
                  </a:lnTo>
                  <a:lnTo>
                    <a:pt x="6" y="45"/>
                  </a:lnTo>
                  <a:lnTo>
                    <a:pt x="6" y="60"/>
                  </a:lnTo>
                  <a:lnTo>
                    <a:pt x="6" y="67"/>
                  </a:lnTo>
                  <a:lnTo>
                    <a:pt x="6" y="73"/>
                  </a:lnTo>
                  <a:lnTo>
                    <a:pt x="6" y="69"/>
                  </a:lnTo>
                  <a:lnTo>
                    <a:pt x="6" y="55"/>
                  </a:lnTo>
                  <a:lnTo>
                    <a:pt x="7" y="38"/>
                  </a:lnTo>
                  <a:lnTo>
                    <a:pt x="7" y="24"/>
                  </a:lnTo>
                  <a:lnTo>
                    <a:pt x="7" y="1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2" name="Freeform 1063"/>
            <p:cNvSpPr/>
            <p:nvPr/>
          </p:nvSpPr>
          <p:spPr bwMode="auto">
            <a:xfrm>
              <a:off x="4202113" y="4646613"/>
              <a:ext cx="9525" cy="176213"/>
            </a:xfrm>
            <a:custGeom>
              <a:avLst/>
              <a:gdLst>
                <a:gd name="T0" fmla="*/ 0 w 6"/>
                <a:gd name="T1" fmla="*/ 5 h 111"/>
                <a:gd name="T2" fmla="*/ 0 w 6"/>
                <a:gd name="T3" fmla="*/ 0 h 111"/>
                <a:gd name="T4" fmla="*/ 0 w 6"/>
                <a:gd name="T5" fmla="*/ 9 h 111"/>
                <a:gd name="T6" fmla="*/ 0 w 6"/>
                <a:gd name="T7" fmla="*/ 29 h 111"/>
                <a:gd name="T8" fmla="*/ 0 w 6"/>
                <a:gd name="T9" fmla="*/ 46 h 111"/>
                <a:gd name="T10" fmla="*/ 0 w 6"/>
                <a:gd name="T11" fmla="*/ 51 h 111"/>
                <a:gd name="T12" fmla="*/ 0 w 6"/>
                <a:gd name="T13" fmla="*/ 49 h 111"/>
                <a:gd name="T14" fmla="*/ 0 w 6"/>
                <a:gd name="T15" fmla="*/ 47 h 111"/>
                <a:gd name="T16" fmla="*/ 1 w 6"/>
                <a:gd name="T17" fmla="*/ 45 h 111"/>
                <a:gd name="T18" fmla="*/ 1 w 6"/>
                <a:gd name="T19" fmla="*/ 43 h 111"/>
                <a:gd name="T20" fmla="*/ 1 w 6"/>
                <a:gd name="T21" fmla="*/ 32 h 111"/>
                <a:gd name="T22" fmla="*/ 1 w 6"/>
                <a:gd name="T23" fmla="*/ 14 h 111"/>
                <a:gd name="T24" fmla="*/ 1 w 6"/>
                <a:gd name="T25" fmla="*/ 17 h 111"/>
                <a:gd name="T26" fmla="*/ 1 w 6"/>
                <a:gd name="T27" fmla="*/ 41 h 111"/>
                <a:gd name="T28" fmla="*/ 2 w 6"/>
                <a:gd name="T29" fmla="*/ 54 h 111"/>
                <a:gd name="T30" fmla="*/ 2 w 6"/>
                <a:gd name="T31" fmla="*/ 50 h 111"/>
                <a:gd name="T32" fmla="*/ 2 w 6"/>
                <a:gd name="T33" fmla="*/ 46 h 111"/>
                <a:gd name="T34" fmla="*/ 2 w 6"/>
                <a:gd name="T35" fmla="*/ 44 h 111"/>
                <a:gd name="T36" fmla="*/ 2 w 6"/>
                <a:gd name="T37" fmla="*/ 39 h 111"/>
                <a:gd name="T38" fmla="*/ 2 w 6"/>
                <a:gd name="T39" fmla="*/ 40 h 111"/>
                <a:gd name="T40" fmla="*/ 2 w 6"/>
                <a:gd name="T41" fmla="*/ 57 h 111"/>
                <a:gd name="T42" fmla="*/ 2 w 6"/>
                <a:gd name="T43" fmla="*/ 81 h 111"/>
                <a:gd name="T44" fmla="*/ 2 w 6"/>
                <a:gd name="T45" fmla="*/ 79 h 111"/>
                <a:gd name="T46" fmla="*/ 3 w 6"/>
                <a:gd name="T47" fmla="*/ 44 h 111"/>
                <a:gd name="T48" fmla="*/ 3 w 6"/>
                <a:gd name="T49" fmla="*/ 21 h 111"/>
                <a:gd name="T50" fmla="*/ 3 w 6"/>
                <a:gd name="T51" fmla="*/ 25 h 111"/>
                <a:gd name="T52" fmla="*/ 3 w 6"/>
                <a:gd name="T53" fmla="*/ 33 h 111"/>
                <a:gd name="T54" fmla="*/ 3 w 6"/>
                <a:gd name="T55" fmla="*/ 42 h 111"/>
                <a:gd name="T56" fmla="*/ 3 w 6"/>
                <a:gd name="T57" fmla="*/ 56 h 111"/>
                <a:gd name="T58" fmla="*/ 3 w 6"/>
                <a:gd name="T59" fmla="*/ 65 h 111"/>
                <a:gd name="T60" fmla="*/ 3 w 6"/>
                <a:gd name="T61" fmla="*/ 67 h 111"/>
                <a:gd name="T62" fmla="*/ 3 w 6"/>
                <a:gd name="T63" fmla="*/ 61 h 111"/>
                <a:gd name="T64" fmla="*/ 4 w 6"/>
                <a:gd name="T65" fmla="*/ 52 h 111"/>
                <a:gd name="T66" fmla="*/ 4 w 6"/>
                <a:gd name="T67" fmla="*/ 51 h 111"/>
                <a:gd name="T68" fmla="*/ 4 w 6"/>
                <a:gd name="T69" fmla="*/ 59 h 111"/>
                <a:gd name="T70" fmla="*/ 4 w 6"/>
                <a:gd name="T71" fmla="*/ 65 h 111"/>
                <a:gd name="T72" fmla="*/ 4 w 6"/>
                <a:gd name="T73" fmla="*/ 63 h 111"/>
                <a:gd name="T74" fmla="*/ 4 w 6"/>
                <a:gd name="T75" fmla="*/ 42 h 111"/>
                <a:gd name="T76" fmla="*/ 4 w 6"/>
                <a:gd name="T77" fmla="*/ 17 h 111"/>
                <a:gd name="T78" fmla="*/ 5 w 6"/>
                <a:gd name="T79" fmla="*/ 13 h 111"/>
                <a:gd name="T80" fmla="*/ 5 w 6"/>
                <a:gd name="T81" fmla="*/ 28 h 111"/>
                <a:gd name="T82" fmla="*/ 5 w 6"/>
                <a:gd name="T83" fmla="*/ 56 h 111"/>
                <a:gd name="T84" fmla="*/ 5 w 6"/>
                <a:gd name="T85" fmla="*/ 93 h 111"/>
                <a:gd name="T86" fmla="*/ 5 w 6"/>
                <a:gd name="T87" fmla="*/ 111 h 111"/>
                <a:gd name="T88" fmla="*/ 5 w 6"/>
                <a:gd name="T89" fmla="*/ 106 h 111"/>
                <a:gd name="T90" fmla="*/ 5 w 6"/>
                <a:gd name="T91" fmla="*/ 90 h 111"/>
                <a:gd name="T92" fmla="*/ 5 w 6"/>
                <a:gd name="T93" fmla="*/ 65 h 111"/>
                <a:gd name="T94" fmla="*/ 5 w 6"/>
                <a:gd name="T95" fmla="*/ 51 h 111"/>
                <a:gd name="T96" fmla="*/ 6 w 6"/>
                <a:gd name="T97" fmla="*/ 62 h 111"/>
                <a:gd name="T98" fmla="*/ 6 w 6"/>
                <a:gd name="T99" fmla="*/ 66 h 111"/>
                <a:gd name="T100" fmla="*/ 6 w 6"/>
                <a:gd name="T101" fmla="*/ 47 h 111"/>
                <a:gd name="T102" fmla="*/ 6 w 6"/>
                <a:gd name="T103" fmla="*/ 3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11">
                  <a:moveTo>
                    <a:pt x="0" y="5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29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32"/>
                  </a:lnTo>
                  <a:lnTo>
                    <a:pt x="1" y="14"/>
                  </a:lnTo>
                  <a:lnTo>
                    <a:pt x="1" y="17"/>
                  </a:lnTo>
                  <a:lnTo>
                    <a:pt x="1" y="41"/>
                  </a:lnTo>
                  <a:lnTo>
                    <a:pt x="2" y="54"/>
                  </a:lnTo>
                  <a:lnTo>
                    <a:pt x="2" y="50"/>
                  </a:lnTo>
                  <a:lnTo>
                    <a:pt x="2" y="46"/>
                  </a:lnTo>
                  <a:lnTo>
                    <a:pt x="2" y="44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57"/>
                  </a:lnTo>
                  <a:lnTo>
                    <a:pt x="2" y="81"/>
                  </a:lnTo>
                  <a:lnTo>
                    <a:pt x="2" y="79"/>
                  </a:lnTo>
                  <a:lnTo>
                    <a:pt x="3" y="44"/>
                  </a:lnTo>
                  <a:lnTo>
                    <a:pt x="3" y="21"/>
                  </a:lnTo>
                  <a:lnTo>
                    <a:pt x="3" y="25"/>
                  </a:lnTo>
                  <a:lnTo>
                    <a:pt x="3" y="33"/>
                  </a:lnTo>
                  <a:lnTo>
                    <a:pt x="3" y="42"/>
                  </a:lnTo>
                  <a:lnTo>
                    <a:pt x="3" y="56"/>
                  </a:lnTo>
                  <a:lnTo>
                    <a:pt x="3" y="65"/>
                  </a:lnTo>
                  <a:lnTo>
                    <a:pt x="3" y="67"/>
                  </a:lnTo>
                  <a:lnTo>
                    <a:pt x="3" y="61"/>
                  </a:lnTo>
                  <a:lnTo>
                    <a:pt x="4" y="52"/>
                  </a:lnTo>
                  <a:lnTo>
                    <a:pt x="4" y="51"/>
                  </a:lnTo>
                  <a:lnTo>
                    <a:pt x="4" y="59"/>
                  </a:lnTo>
                  <a:lnTo>
                    <a:pt x="4" y="65"/>
                  </a:lnTo>
                  <a:lnTo>
                    <a:pt x="4" y="63"/>
                  </a:lnTo>
                  <a:lnTo>
                    <a:pt x="4" y="42"/>
                  </a:lnTo>
                  <a:lnTo>
                    <a:pt x="4" y="17"/>
                  </a:lnTo>
                  <a:lnTo>
                    <a:pt x="5" y="13"/>
                  </a:lnTo>
                  <a:lnTo>
                    <a:pt x="5" y="28"/>
                  </a:lnTo>
                  <a:lnTo>
                    <a:pt x="5" y="56"/>
                  </a:lnTo>
                  <a:lnTo>
                    <a:pt x="5" y="93"/>
                  </a:lnTo>
                  <a:lnTo>
                    <a:pt x="5" y="111"/>
                  </a:lnTo>
                  <a:lnTo>
                    <a:pt x="5" y="106"/>
                  </a:lnTo>
                  <a:lnTo>
                    <a:pt x="5" y="90"/>
                  </a:lnTo>
                  <a:lnTo>
                    <a:pt x="5" y="65"/>
                  </a:lnTo>
                  <a:lnTo>
                    <a:pt x="5" y="51"/>
                  </a:lnTo>
                  <a:lnTo>
                    <a:pt x="6" y="62"/>
                  </a:lnTo>
                  <a:lnTo>
                    <a:pt x="6" y="66"/>
                  </a:lnTo>
                  <a:lnTo>
                    <a:pt x="6" y="47"/>
                  </a:lnTo>
                  <a:lnTo>
                    <a:pt x="6" y="3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3" name="Freeform 1064"/>
            <p:cNvSpPr/>
            <p:nvPr/>
          </p:nvSpPr>
          <p:spPr bwMode="auto">
            <a:xfrm>
              <a:off x="4211638" y="4595813"/>
              <a:ext cx="9525" cy="147638"/>
            </a:xfrm>
            <a:custGeom>
              <a:avLst/>
              <a:gdLst>
                <a:gd name="T0" fmla="*/ 0 w 6"/>
                <a:gd name="T1" fmla="*/ 79 h 93"/>
                <a:gd name="T2" fmla="*/ 0 w 6"/>
                <a:gd name="T3" fmla="*/ 62 h 93"/>
                <a:gd name="T4" fmla="*/ 0 w 6"/>
                <a:gd name="T5" fmla="*/ 63 h 93"/>
                <a:gd name="T6" fmla="*/ 0 w 6"/>
                <a:gd name="T7" fmla="*/ 71 h 93"/>
                <a:gd name="T8" fmla="*/ 1 w 6"/>
                <a:gd name="T9" fmla="*/ 83 h 93"/>
                <a:gd name="T10" fmla="*/ 1 w 6"/>
                <a:gd name="T11" fmla="*/ 93 h 93"/>
                <a:gd name="T12" fmla="*/ 1 w 6"/>
                <a:gd name="T13" fmla="*/ 86 h 93"/>
                <a:gd name="T14" fmla="*/ 1 w 6"/>
                <a:gd name="T15" fmla="*/ 65 h 93"/>
                <a:gd name="T16" fmla="*/ 1 w 6"/>
                <a:gd name="T17" fmla="*/ 63 h 93"/>
                <a:gd name="T18" fmla="*/ 1 w 6"/>
                <a:gd name="T19" fmla="*/ 79 h 93"/>
                <a:gd name="T20" fmla="*/ 1 w 6"/>
                <a:gd name="T21" fmla="*/ 78 h 93"/>
                <a:gd name="T22" fmla="*/ 1 w 6"/>
                <a:gd name="T23" fmla="*/ 66 h 93"/>
                <a:gd name="T24" fmla="*/ 1 w 6"/>
                <a:gd name="T25" fmla="*/ 71 h 93"/>
                <a:gd name="T26" fmla="*/ 2 w 6"/>
                <a:gd name="T27" fmla="*/ 74 h 93"/>
                <a:gd name="T28" fmla="*/ 2 w 6"/>
                <a:gd name="T29" fmla="*/ 55 h 93"/>
                <a:gd name="T30" fmla="*/ 2 w 6"/>
                <a:gd name="T31" fmla="*/ 33 h 93"/>
                <a:gd name="T32" fmla="*/ 2 w 6"/>
                <a:gd name="T33" fmla="*/ 34 h 93"/>
                <a:gd name="T34" fmla="*/ 2 w 6"/>
                <a:gd name="T35" fmla="*/ 46 h 93"/>
                <a:gd name="T36" fmla="*/ 2 w 6"/>
                <a:gd name="T37" fmla="*/ 49 h 93"/>
                <a:gd name="T38" fmla="*/ 2 w 6"/>
                <a:gd name="T39" fmla="*/ 57 h 93"/>
                <a:gd name="T40" fmla="*/ 2 w 6"/>
                <a:gd name="T41" fmla="*/ 78 h 93"/>
                <a:gd name="T42" fmla="*/ 2 w 6"/>
                <a:gd name="T43" fmla="*/ 73 h 93"/>
                <a:gd name="T44" fmla="*/ 3 w 6"/>
                <a:gd name="T45" fmla="*/ 51 h 93"/>
                <a:gd name="T46" fmla="*/ 3 w 6"/>
                <a:gd name="T47" fmla="*/ 55 h 93"/>
                <a:gd name="T48" fmla="*/ 3 w 6"/>
                <a:gd name="T49" fmla="*/ 70 h 93"/>
                <a:gd name="T50" fmla="*/ 3 w 6"/>
                <a:gd name="T51" fmla="*/ 65 h 93"/>
                <a:gd name="T52" fmla="*/ 3 w 6"/>
                <a:gd name="T53" fmla="*/ 57 h 93"/>
                <a:gd name="T54" fmla="*/ 3 w 6"/>
                <a:gd name="T55" fmla="*/ 53 h 93"/>
                <a:gd name="T56" fmla="*/ 4 w 6"/>
                <a:gd name="T57" fmla="*/ 36 h 93"/>
                <a:gd name="T58" fmla="*/ 4 w 6"/>
                <a:gd name="T59" fmla="*/ 12 h 93"/>
                <a:gd name="T60" fmla="*/ 4 w 6"/>
                <a:gd name="T61" fmla="*/ 0 h 93"/>
                <a:gd name="T62" fmla="*/ 4 w 6"/>
                <a:gd name="T63" fmla="*/ 7 h 93"/>
                <a:gd name="T64" fmla="*/ 4 w 6"/>
                <a:gd name="T65" fmla="*/ 22 h 93"/>
                <a:gd name="T66" fmla="*/ 4 w 6"/>
                <a:gd name="T67" fmla="*/ 34 h 93"/>
                <a:gd name="T68" fmla="*/ 4 w 6"/>
                <a:gd name="T69" fmla="*/ 40 h 93"/>
                <a:gd name="T70" fmla="*/ 4 w 6"/>
                <a:gd name="T71" fmla="*/ 41 h 93"/>
                <a:gd name="T72" fmla="*/ 4 w 6"/>
                <a:gd name="T73" fmla="*/ 31 h 93"/>
                <a:gd name="T74" fmla="*/ 5 w 6"/>
                <a:gd name="T75" fmla="*/ 22 h 93"/>
                <a:gd name="T76" fmla="*/ 5 w 6"/>
                <a:gd name="T77" fmla="*/ 23 h 93"/>
                <a:gd name="T78" fmla="*/ 5 w 6"/>
                <a:gd name="T79" fmla="*/ 27 h 93"/>
                <a:gd name="T80" fmla="*/ 5 w 6"/>
                <a:gd name="T81" fmla="*/ 32 h 93"/>
                <a:gd name="T82" fmla="*/ 5 w 6"/>
                <a:gd name="T83" fmla="*/ 42 h 93"/>
                <a:gd name="T84" fmla="*/ 5 w 6"/>
                <a:gd name="T85" fmla="*/ 42 h 93"/>
                <a:gd name="T86" fmla="*/ 6 w 6"/>
                <a:gd name="T87" fmla="*/ 36 h 93"/>
                <a:gd name="T88" fmla="*/ 6 w 6"/>
                <a:gd name="T89" fmla="*/ 45 h 93"/>
                <a:gd name="T90" fmla="*/ 6 w 6"/>
                <a:gd name="T91" fmla="*/ 58 h 93"/>
                <a:gd name="T92" fmla="*/ 6 w 6"/>
                <a:gd name="T93" fmla="*/ 48 h 93"/>
                <a:gd name="T94" fmla="*/ 6 w 6"/>
                <a:gd name="T95" fmla="*/ 36 h 93"/>
                <a:gd name="T96" fmla="*/ 6 w 6"/>
                <a:gd name="T97" fmla="*/ 49 h 93"/>
                <a:gd name="T98" fmla="*/ 6 w 6"/>
                <a:gd name="T99" fmla="*/ 63 h 93"/>
                <a:gd name="T100" fmla="*/ 6 w 6"/>
                <a:gd name="T101" fmla="*/ 46 h 93"/>
                <a:gd name="T102" fmla="*/ 6 w 6"/>
                <a:gd name="T103" fmla="*/ 2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3">
                  <a:moveTo>
                    <a:pt x="0" y="79"/>
                  </a:moveTo>
                  <a:lnTo>
                    <a:pt x="0" y="62"/>
                  </a:lnTo>
                  <a:lnTo>
                    <a:pt x="0" y="63"/>
                  </a:lnTo>
                  <a:lnTo>
                    <a:pt x="0" y="71"/>
                  </a:lnTo>
                  <a:lnTo>
                    <a:pt x="1" y="83"/>
                  </a:lnTo>
                  <a:lnTo>
                    <a:pt x="1" y="93"/>
                  </a:lnTo>
                  <a:lnTo>
                    <a:pt x="1" y="8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79"/>
                  </a:lnTo>
                  <a:lnTo>
                    <a:pt x="1" y="78"/>
                  </a:lnTo>
                  <a:lnTo>
                    <a:pt x="1" y="66"/>
                  </a:lnTo>
                  <a:lnTo>
                    <a:pt x="1" y="71"/>
                  </a:lnTo>
                  <a:lnTo>
                    <a:pt x="2" y="74"/>
                  </a:lnTo>
                  <a:lnTo>
                    <a:pt x="2" y="55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2" y="46"/>
                  </a:lnTo>
                  <a:lnTo>
                    <a:pt x="2" y="49"/>
                  </a:lnTo>
                  <a:lnTo>
                    <a:pt x="2" y="57"/>
                  </a:lnTo>
                  <a:lnTo>
                    <a:pt x="2" y="78"/>
                  </a:lnTo>
                  <a:lnTo>
                    <a:pt x="2" y="73"/>
                  </a:lnTo>
                  <a:lnTo>
                    <a:pt x="3" y="51"/>
                  </a:lnTo>
                  <a:lnTo>
                    <a:pt x="3" y="55"/>
                  </a:lnTo>
                  <a:lnTo>
                    <a:pt x="3" y="70"/>
                  </a:lnTo>
                  <a:lnTo>
                    <a:pt x="3" y="65"/>
                  </a:lnTo>
                  <a:lnTo>
                    <a:pt x="3" y="57"/>
                  </a:lnTo>
                  <a:lnTo>
                    <a:pt x="3" y="53"/>
                  </a:lnTo>
                  <a:lnTo>
                    <a:pt x="4" y="36"/>
                  </a:lnTo>
                  <a:lnTo>
                    <a:pt x="4" y="12"/>
                  </a:lnTo>
                  <a:lnTo>
                    <a:pt x="4" y="0"/>
                  </a:lnTo>
                  <a:lnTo>
                    <a:pt x="4" y="7"/>
                  </a:lnTo>
                  <a:lnTo>
                    <a:pt x="4" y="22"/>
                  </a:lnTo>
                  <a:lnTo>
                    <a:pt x="4" y="34"/>
                  </a:lnTo>
                  <a:lnTo>
                    <a:pt x="4" y="40"/>
                  </a:lnTo>
                  <a:lnTo>
                    <a:pt x="4" y="41"/>
                  </a:lnTo>
                  <a:lnTo>
                    <a:pt x="4" y="31"/>
                  </a:lnTo>
                  <a:lnTo>
                    <a:pt x="5" y="22"/>
                  </a:lnTo>
                  <a:lnTo>
                    <a:pt x="5" y="23"/>
                  </a:lnTo>
                  <a:lnTo>
                    <a:pt x="5" y="27"/>
                  </a:lnTo>
                  <a:lnTo>
                    <a:pt x="5" y="32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6" y="36"/>
                  </a:lnTo>
                  <a:lnTo>
                    <a:pt x="6" y="45"/>
                  </a:lnTo>
                  <a:lnTo>
                    <a:pt x="6" y="5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6" y="49"/>
                  </a:lnTo>
                  <a:lnTo>
                    <a:pt x="6" y="63"/>
                  </a:lnTo>
                  <a:lnTo>
                    <a:pt x="6" y="46"/>
                  </a:lnTo>
                  <a:lnTo>
                    <a:pt x="6" y="2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4" name="Freeform 1065"/>
            <p:cNvSpPr/>
            <p:nvPr/>
          </p:nvSpPr>
          <p:spPr bwMode="auto">
            <a:xfrm>
              <a:off x="4221163" y="4603751"/>
              <a:ext cx="11113" cy="227013"/>
            </a:xfrm>
            <a:custGeom>
              <a:avLst/>
              <a:gdLst>
                <a:gd name="T0" fmla="*/ 0 w 7"/>
                <a:gd name="T1" fmla="*/ 41 h 143"/>
                <a:gd name="T2" fmla="*/ 0 w 7"/>
                <a:gd name="T3" fmla="*/ 21 h 143"/>
                <a:gd name="T4" fmla="*/ 1 w 7"/>
                <a:gd name="T5" fmla="*/ 21 h 143"/>
                <a:gd name="T6" fmla="*/ 1 w 7"/>
                <a:gd name="T7" fmla="*/ 17 h 143"/>
                <a:gd name="T8" fmla="*/ 1 w 7"/>
                <a:gd name="T9" fmla="*/ 0 h 143"/>
                <a:gd name="T10" fmla="*/ 1 w 7"/>
                <a:gd name="T11" fmla="*/ 9 h 143"/>
                <a:gd name="T12" fmla="*/ 1 w 7"/>
                <a:gd name="T13" fmla="*/ 40 h 143"/>
                <a:gd name="T14" fmla="*/ 1 w 7"/>
                <a:gd name="T15" fmla="*/ 48 h 143"/>
                <a:gd name="T16" fmla="*/ 1 w 7"/>
                <a:gd name="T17" fmla="*/ 39 h 143"/>
                <a:gd name="T18" fmla="*/ 1 w 7"/>
                <a:gd name="T19" fmla="*/ 46 h 143"/>
                <a:gd name="T20" fmla="*/ 1 w 7"/>
                <a:gd name="T21" fmla="*/ 62 h 143"/>
                <a:gd name="T22" fmla="*/ 1 w 7"/>
                <a:gd name="T23" fmla="*/ 70 h 143"/>
                <a:gd name="T24" fmla="*/ 2 w 7"/>
                <a:gd name="T25" fmla="*/ 72 h 143"/>
                <a:gd name="T26" fmla="*/ 2 w 7"/>
                <a:gd name="T27" fmla="*/ 78 h 143"/>
                <a:gd name="T28" fmla="*/ 2 w 7"/>
                <a:gd name="T29" fmla="*/ 82 h 143"/>
                <a:gd name="T30" fmla="*/ 2 w 7"/>
                <a:gd name="T31" fmla="*/ 67 h 143"/>
                <a:gd name="T32" fmla="*/ 2 w 7"/>
                <a:gd name="T33" fmla="*/ 41 h 143"/>
                <a:gd name="T34" fmla="*/ 2 w 7"/>
                <a:gd name="T35" fmla="*/ 36 h 143"/>
                <a:gd name="T36" fmla="*/ 3 w 7"/>
                <a:gd name="T37" fmla="*/ 47 h 143"/>
                <a:gd name="T38" fmla="*/ 3 w 7"/>
                <a:gd name="T39" fmla="*/ 54 h 143"/>
                <a:gd name="T40" fmla="*/ 3 w 7"/>
                <a:gd name="T41" fmla="*/ 64 h 143"/>
                <a:gd name="T42" fmla="*/ 3 w 7"/>
                <a:gd name="T43" fmla="*/ 83 h 143"/>
                <a:gd name="T44" fmla="*/ 3 w 7"/>
                <a:gd name="T45" fmla="*/ 98 h 143"/>
                <a:gd name="T46" fmla="*/ 3 w 7"/>
                <a:gd name="T47" fmla="*/ 103 h 143"/>
                <a:gd name="T48" fmla="*/ 3 w 7"/>
                <a:gd name="T49" fmla="*/ 95 h 143"/>
                <a:gd name="T50" fmla="*/ 3 w 7"/>
                <a:gd name="T51" fmla="*/ 89 h 143"/>
                <a:gd name="T52" fmla="*/ 3 w 7"/>
                <a:gd name="T53" fmla="*/ 86 h 143"/>
                <a:gd name="T54" fmla="*/ 4 w 7"/>
                <a:gd name="T55" fmla="*/ 74 h 143"/>
                <a:gd name="T56" fmla="*/ 4 w 7"/>
                <a:gd name="T57" fmla="*/ 66 h 143"/>
                <a:gd name="T58" fmla="*/ 4 w 7"/>
                <a:gd name="T59" fmla="*/ 76 h 143"/>
                <a:gd name="T60" fmla="*/ 4 w 7"/>
                <a:gd name="T61" fmla="*/ 77 h 143"/>
                <a:gd name="T62" fmla="*/ 4 w 7"/>
                <a:gd name="T63" fmla="*/ 52 h 143"/>
                <a:gd name="T64" fmla="*/ 4 w 7"/>
                <a:gd name="T65" fmla="*/ 29 h 143"/>
                <a:gd name="T66" fmla="*/ 5 w 7"/>
                <a:gd name="T67" fmla="*/ 41 h 143"/>
                <a:gd name="T68" fmla="*/ 5 w 7"/>
                <a:gd name="T69" fmla="*/ 87 h 143"/>
                <a:gd name="T70" fmla="*/ 5 w 7"/>
                <a:gd name="T71" fmla="*/ 126 h 143"/>
                <a:gd name="T72" fmla="*/ 5 w 7"/>
                <a:gd name="T73" fmla="*/ 124 h 143"/>
                <a:gd name="T74" fmla="*/ 5 w 7"/>
                <a:gd name="T75" fmla="*/ 97 h 143"/>
                <a:gd name="T76" fmla="*/ 5 w 7"/>
                <a:gd name="T77" fmla="*/ 81 h 143"/>
                <a:gd name="T78" fmla="*/ 5 w 7"/>
                <a:gd name="T79" fmla="*/ 82 h 143"/>
                <a:gd name="T80" fmla="*/ 5 w 7"/>
                <a:gd name="T81" fmla="*/ 79 h 143"/>
                <a:gd name="T82" fmla="*/ 5 w 7"/>
                <a:gd name="T83" fmla="*/ 74 h 143"/>
                <a:gd name="T84" fmla="*/ 6 w 7"/>
                <a:gd name="T85" fmla="*/ 81 h 143"/>
                <a:gd name="T86" fmla="*/ 6 w 7"/>
                <a:gd name="T87" fmla="*/ 98 h 143"/>
                <a:gd name="T88" fmla="*/ 6 w 7"/>
                <a:gd name="T89" fmla="*/ 117 h 143"/>
                <a:gd name="T90" fmla="*/ 6 w 7"/>
                <a:gd name="T91" fmla="*/ 121 h 143"/>
                <a:gd name="T92" fmla="*/ 6 w 7"/>
                <a:gd name="T93" fmla="*/ 103 h 143"/>
                <a:gd name="T94" fmla="*/ 6 w 7"/>
                <a:gd name="T95" fmla="*/ 100 h 143"/>
                <a:gd name="T96" fmla="*/ 6 w 7"/>
                <a:gd name="T97" fmla="*/ 133 h 143"/>
                <a:gd name="T98" fmla="*/ 6 w 7"/>
                <a:gd name="T99" fmla="*/ 143 h 143"/>
                <a:gd name="T100" fmla="*/ 6 w 7"/>
                <a:gd name="T101" fmla="*/ 105 h 143"/>
                <a:gd name="T102" fmla="*/ 7 w 7"/>
                <a:gd name="T103" fmla="*/ 78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43">
                  <a:moveTo>
                    <a:pt x="0" y="41"/>
                  </a:moveTo>
                  <a:lnTo>
                    <a:pt x="0" y="21"/>
                  </a:lnTo>
                  <a:lnTo>
                    <a:pt x="1" y="21"/>
                  </a:lnTo>
                  <a:lnTo>
                    <a:pt x="1" y="17"/>
                  </a:lnTo>
                  <a:lnTo>
                    <a:pt x="1" y="0"/>
                  </a:lnTo>
                  <a:lnTo>
                    <a:pt x="1" y="9"/>
                  </a:lnTo>
                  <a:lnTo>
                    <a:pt x="1" y="40"/>
                  </a:lnTo>
                  <a:lnTo>
                    <a:pt x="1" y="48"/>
                  </a:lnTo>
                  <a:lnTo>
                    <a:pt x="1" y="39"/>
                  </a:lnTo>
                  <a:lnTo>
                    <a:pt x="1" y="46"/>
                  </a:lnTo>
                  <a:lnTo>
                    <a:pt x="1" y="62"/>
                  </a:lnTo>
                  <a:lnTo>
                    <a:pt x="1" y="70"/>
                  </a:lnTo>
                  <a:lnTo>
                    <a:pt x="2" y="72"/>
                  </a:lnTo>
                  <a:lnTo>
                    <a:pt x="2" y="78"/>
                  </a:lnTo>
                  <a:lnTo>
                    <a:pt x="2" y="82"/>
                  </a:lnTo>
                  <a:lnTo>
                    <a:pt x="2" y="67"/>
                  </a:lnTo>
                  <a:lnTo>
                    <a:pt x="2" y="41"/>
                  </a:lnTo>
                  <a:lnTo>
                    <a:pt x="2" y="36"/>
                  </a:lnTo>
                  <a:lnTo>
                    <a:pt x="3" y="47"/>
                  </a:lnTo>
                  <a:lnTo>
                    <a:pt x="3" y="54"/>
                  </a:lnTo>
                  <a:lnTo>
                    <a:pt x="3" y="64"/>
                  </a:lnTo>
                  <a:lnTo>
                    <a:pt x="3" y="83"/>
                  </a:lnTo>
                  <a:lnTo>
                    <a:pt x="3" y="98"/>
                  </a:lnTo>
                  <a:lnTo>
                    <a:pt x="3" y="103"/>
                  </a:lnTo>
                  <a:lnTo>
                    <a:pt x="3" y="95"/>
                  </a:lnTo>
                  <a:lnTo>
                    <a:pt x="3" y="89"/>
                  </a:lnTo>
                  <a:lnTo>
                    <a:pt x="3" y="86"/>
                  </a:lnTo>
                  <a:lnTo>
                    <a:pt x="4" y="74"/>
                  </a:lnTo>
                  <a:lnTo>
                    <a:pt x="4" y="66"/>
                  </a:lnTo>
                  <a:lnTo>
                    <a:pt x="4" y="76"/>
                  </a:lnTo>
                  <a:lnTo>
                    <a:pt x="4" y="77"/>
                  </a:lnTo>
                  <a:lnTo>
                    <a:pt x="4" y="52"/>
                  </a:lnTo>
                  <a:lnTo>
                    <a:pt x="4" y="29"/>
                  </a:lnTo>
                  <a:lnTo>
                    <a:pt x="5" y="41"/>
                  </a:lnTo>
                  <a:lnTo>
                    <a:pt x="5" y="87"/>
                  </a:lnTo>
                  <a:lnTo>
                    <a:pt x="5" y="126"/>
                  </a:lnTo>
                  <a:lnTo>
                    <a:pt x="5" y="124"/>
                  </a:lnTo>
                  <a:lnTo>
                    <a:pt x="5" y="97"/>
                  </a:lnTo>
                  <a:lnTo>
                    <a:pt x="5" y="81"/>
                  </a:lnTo>
                  <a:lnTo>
                    <a:pt x="5" y="82"/>
                  </a:lnTo>
                  <a:lnTo>
                    <a:pt x="5" y="79"/>
                  </a:lnTo>
                  <a:lnTo>
                    <a:pt x="5" y="74"/>
                  </a:lnTo>
                  <a:lnTo>
                    <a:pt x="6" y="81"/>
                  </a:lnTo>
                  <a:lnTo>
                    <a:pt x="6" y="98"/>
                  </a:lnTo>
                  <a:lnTo>
                    <a:pt x="6" y="117"/>
                  </a:lnTo>
                  <a:lnTo>
                    <a:pt x="6" y="121"/>
                  </a:lnTo>
                  <a:lnTo>
                    <a:pt x="6" y="103"/>
                  </a:lnTo>
                  <a:lnTo>
                    <a:pt x="6" y="100"/>
                  </a:lnTo>
                  <a:lnTo>
                    <a:pt x="6" y="133"/>
                  </a:lnTo>
                  <a:lnTo>
                    <a:pt x="6" y="143"/>
                  </a:lnTo>
                  <a:lnTo>
                    <a:pt x="6" y="105"/>
                  </a:lnTo>
                  <a:lnTo>
                    <a:pt x="7" y="7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5" name="Freeform 1066"/>
            <p:cNvSpPr/>
            <p:nvPr/>
          </p:nvSpPr>
          <p:spPr bwMode="auto">
            <a:xfrm>
              <a:off x="4230688" y="4681538"/>
              <a:ext cx="11113" cy="134938"/>
            </a:xfrm>
            <a:custGeom>
              <a:avLst/>
              <a:gdLst>
                <a:gd name="T0" fmla="*/ 0 w 7"/>
                <a:gd name="T1" fmla="*/ 56 h 85"/>
                <a:gd name="T2" fmla="*/ 1 w 7"/>
                <a:gd name="T3" fmla="*/ 29 h 85"/>
                <a:gd name="T4" fmla="*/ 1 w 7"/>
                <a:gd name="T5" fmla="*/ 35 h 85"/>
                <a:gd name="T6" fmla="*/ 1 w 7"/>
                <a:gd name="T7" fmla="*/ 37 h 85"/>
                <a:gd name="T8" fmla="*/ 1 w 7"/>
                <a:gd name="T9" fmla="*/ 25 h 85"/>
                <a:gd name="T10" fmla="*/ 1 w 7"/>
                <a:gd name="T11" fmla="*/ 25 h 85"/>
                <a:gd name="T12" fmla="*/ 1 w 7"/>
                <a:gd name="T13" fmla="*/ 47 h 85"/>
                <a:gd name="T14" fmla="*/ 2 w 7"/>
                <a:gd name="T15" fmla="*/ 75 h 85"/>
                <a:gd name="T16" fmla="*/ 2 w 7"/>
                <a:gd name="T17" fmla="*/ 85 h 85"/>
                <a:gd name="T18" fmla="*/ 2 w 7"/>
                <a:gd name="T19" fmla="*/ 74 h 85"/>
                <a:gd name="T20" fmla="*/ 2 w 7"/>
                <a:gd name="T21" fmla="*/ 57 h 85"/>
                <a:gd name="T22" fmla="*/ 2 w 7"/>
                <a:gd name="T23" fmla="*/ 47 h 85"/>
                <a:gd name="T24" fmla="*/ 2 w 7"/>
                <a:gd name="T25" fmla="*/ 52 h 85"/>
                <a:gd name="T26" fmla="*/ 2 w 7"/>
                <a:gd name="T27" fmla="*/ 64 h 85"/>
                <a:gd name="T28" fmla="*/ 2 w 7"/>
                <a:gd name="T29" fmla="*/ 64 h 85"/>
                <a:gd name="T30" fmla="*/ 2 w 7"/>
                <a:gd name="T31" fmla="*/ 52 h 85"/>
                <a:gd name="T32" fmla="*/ 3 w 7"/>
                <a:gd name="T33" fmla="*/ 39 h 85"/>
                <a:gd name="T34" fmla="*/ 3 w 7"/>
                <a:gd name="T35" fmla="*/ 32 h 85"/>
                <a:gd name="T36" fmla="*/ 3 w 7"/>
                <a:gd name="T37" fmla="*/ 25 h 85"/>
                <a:gd name="T38" fmla="*/ 3 w 7"/>
                <a:gd name="T39" fmla="*/ 15 h 85"/>
                <a:gd name="T40" fmla="*/ 3 w 7"/>
                <a:gd name="T41" fmla="*/ 28 h 85"/>
                <a:gd name="T42" fmla="*/ 3 w 7"/>
                <a:gd name="T43" fmla="*/ 62 h 85"/>
                <a:gd name="T44" fmla="*/ 3 w 7"/>
                <a:gd name="T45" fmla="*/ 66 h 85"/>
                <a:gd name="T46" fmla="*/ 4 w 7"/>
                <a:gd name="T47" fmla="*/ 36 h 85"/>
                <a:gd name="T48" fmla="*/ 4 w 7"/>
                <a:gd name="T49" fmla="*/ 23 h 85"/>
                <a:gd name="T50" fmla="*/ 4 w 7"/>
                <a:gd name="T51" fmla="*/ 29 h 85"/>
                <a:gd name="T52" fmla="*/ 4 w 7"/>
                <a:gd name="T53" fmla="*/ 33 h 85"/>
                <a:gd name="T54" fmla="*/ 4 w 7"/>
                <a:gd name="T55" fmla="*/ 34 h 85"/>
                <a:gd name="T56" fmla="*/ 4 w 7"/>
                <a:gd name="T57" fmla="*/ 26 h 85"/>
                <a:gd name="T58" fmla="*/ 4 w 7"/>
                <a:gd name="T59" fmla="*/ 9 h 85"/>
                <a:gd name="T60" fmla="*/ 4 w 7"/>
                <a:gd name="T61" fmla="*/ 6 h 85"/>
                <a:gd name="T62" fmla="*/ 4 w 7"/>
                <a:gd name="T63" fmla="*/ 19 h 85"/>
                <a:gd name="T64" fmla="*/ 5 w 7"/>
                <a:gd name="T65" fmla="*/ 25 h 85"/>
                <a:gd name="T66" fmla="*/ 5 w 7"/>
                <a:gd name="T67" fmla="*/ 20 h 85"/>
                <a:gd name="T68" fmla="*/ 5 w 7"/>
                <a:gd name="T69" fmla="*/ 21 h 85"/>
                <a:gd name="T70" fmla="*/ 5 w 7"/>
                <a:gd name="T71" fmla="*/ 30 h 85"/>
                <a:gd name="T72" fmla="*/ 5 w 7"/>
                <a:gd name="T73" fmla="*/ 23 h 85"/>
                <a:gd name="T74" fmla="*/ 5 w 7"/>
                <a:gd name="T75" fmla="*/ 3 h 85"/>
                <a:gd name="T76" fmla="*/ 5 w 7"/>
                <a:gd name="T77" fmla="*/ 0 h 85"/>
                <a:gd name="T78" fmla="*/ 5 w 7"/>
                <a:gd name="T79" fmla="*/ 11 h 85"/>
                <a:gd name="T80" fmla="*/ 5 w 7"/>
                <a:gd name="T81" fmla="*/ 11 h 85"/>
                <a:gd name="T82" fmla="*/ 6 w 7"/>
                <a:gd name="T83" fmla="*/ 5 h 85"/>
                <a:gd name="T84" fmla="*/ 6 w 7"/>
                <a:gd name="T85" fmla="*/ 5 h 85"/>
                <a:gd name="T86" fmla="*/ 6 w 7"/>
                <a:gd name="T87" fmla="*/ 6 h 85"/>
                <a:gd name="T88" fmla="*/ 6 w 7"/>
                <a:gd name="T89" fmla="*/ 2 h 85"/>
                <a:gd name="T90" fmla="*/ 6 w 7"/>
                <a:gd name="T91" fmla="*/ 0 h 85"/>
                <a:gd name="T92" fmla="*/ 6 w 7"/>
                <a:gd name="T93" fmla="*/ 10 h 85"/>
                <a:gd name="T94" fmla="*/ 7 w 7"/>
                <a:gd name="T95" fmla="*/ 28 h 85"/>
                <a:gd name="T96" fmla="*/ 7 w 7"/>
                <a:gd name="T97" fmla="*/ 39 h 85"/>
                <a:gd name="T98" fmla="*/ 7 w 7"/>
                <a:gd name="T99" fmla="*/ 40 h 85"/>
                <a:gd name="T100" fmla="*/ 7 w 7"/>
                <a:gd name="T101" fmla="*/ 32 h 85"/>
                <a:gd name="T102" fmla="*/ 7 w 7"/>
                <a:gd name="T103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5">
                  <a:moveTo>
                    <a:pt x="0" y="56"/>
                  </a:moveTo>
                  <a:lnTo>
                    <a:pt x="1" y="29"/>
                  </a:lnTo>
                  <a:lnTo>
                    <a:pt x="1" y="35"/>
                  </a:lnTo>
                  <a:lnTo>
                    <a:pt x="1" y="37"/>
                  </a:lnTo>
                  <a:lnTo>
                    <a:pt x="1" y="25"/>
                  </a:lnTo>
                  <a:lnTo>
                    <a:pt x="1" y="25"/>
                  </a:lnTo>
                  <a:lnTo>
                    <a:pt x="1" y="47"/>
                  </a:lnTo>
                  <a:lnTo>
                    <a:pt x="2" y="75"/>
                  </a:lnTo>
                  <a:lnTo>
                    <a:pt x="2" y="85"/>
                  </a:lnTo>
                  <a:lnTo>
                    <a:pt x="2" y="74"/>
                  </a:lnTo>
                  <a:lnTo>
                    <a:pt x="2" y="57"/>
                  </a:lnTo>
                  <a:lnTo>
                    <a:pt x="2" y="47"/>
                  </a:lnTo>
                  <a:lnTo>
                    <a:pt x="2" y="52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2" y="52"/>
                  </a:lnTo>
                  <a:lnTo>
                    <a:pt x="3" y="39"/>
                  </a:lnTo>
                  <a:lnTo>
                    <a:pt x="3" y="32"/>
                  </a:lnTo>
                  <a:lnTo>
                    <a:pt x="3" y="25"/>
                  </a:lnTo>
                  <a:lnTo>
                    <a:pt x="3" y="15"/>
                  </a:lnTo>
                  <a:lnTo>
                    <a:pt x="3" y="28"/>
                  </a:lnTo>
                  <a:lnTo>
                    <a:pt x="3" y="62"/>
                  </a:lnTo>
                  <a:lnTo>
                    <a:pt x="3" y="66"/>
                  </a:lnTo>
                  <a:lnTo>
                    <a:pt x="4" y="36"/>
                  </a:lnTo>
                  <a:lnTo>
                    <a:pt x="4" y="23"/>
                  </a:lnTo>
                  <a:lnTo>
                    <a:pt x="4" y="29"/>
                  </a:lnTo>
                  <a:lnTo>
                    <a:pt x="4" y="33"/>
                  </a:lnTo>
                  <a:lnTo>
                    <a:pt x="4" y="34"/>
                  </a:lnTo>
                  <a:lnTo>
                    <a:pt x="4" y="26"/>
                  </a:lnTo>
                  <a:lnTo>
                    <a:pt x="4" y="9"/>
                  </a:lnTo>
                  <a:lnTo>
                    <a:pt x="4" y="6"/>
                  </a:lnTo>
                  <a:lnTo>
                    <a:pt x="4" y="19"/>
                  </a:lnTo>
                  <a:lnTo>
                    <a:pt x="5" y="25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5" y="30"/>
                  </a:lnTo>
                  <a:lnTo>
                    <a:pt x="5" y="23"/>
                  </a:lnTo>
                  <a:lnTo>
                    <a:pt x="5" y="3"/>
                  </a:lnTo>
                  <a:lnTo>
                    <a:pt x="5" y="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6" y="5"/>
                  </a:lnTo>
                  <a:lnTo>
                    <a:pt x="6" y="5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10"/>
                  </a:lnTo>
                  <a:lnTo>
                    <a:pt x="7" y="28"/>
                  </a:lnTo>
                  <a:lnTo>
                    <a:pt x="7" y="39"/>
                  </a:lnTo>
                  <a:lnTo>
                    <a:pt x="7" y="40"/>
                  </a:lnTo>
                  <a:lnTo>
                    <a:pt x="7" y="32"/>
                  </a:lnTo>
                  <a:lnTo>
                    <a:pt x="7" y="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6" name="Freeform 1067"/>
            <p:cNvSpPr/>
            <p:nvPr/>
          </p:nvSpPr>
          <p:spPr bwMode="auto">
            <a:xfrm>
              <a:off x="4241800" y="4656138"/>
              <a:ext cx="9525" cy="92075"/>
            </a:xfrm>
            <a:custGeom>
              <a:avLst/>
              <a:gdLst>
                <a:gd name="T0" fmla="*/ 0 w 6"/>
                <a:gd name="T1" fmla="*/ 48 h 58"/>
                <a:gd name="T2" fmla="*/ 0 w 6"/>
                <a:gd name="T3" fmla="*/ 23 h 58"/>
                <a:gd name="T4" fmla="*/ 0 w 6"/>
                <a:gd name="T5" fmla="*/ 0 h 58"/>
                <a:gd name="T6" fmla="*/ 0 w 6"/>
                <a:gd name="T7" fmla="*/ 4 h 58"/>
                <a:gd name="T8" fmla="*/ 0 w 6"/>
                <a:gd name="T9" fmla="*/ 25 h 58"/>
                <a:gd name="T10" fmla="*/ 0 w 6"/>
                <a:gd name="T11" fmla="*/ 41 h 58"/>
                <a:gd name="T12" fmla="*/ 1 w 6"/>
                <a:gd name="T13" fmla="*/ 48 h 58"/>
                <a:gd name="T14" fmla="*/ 1 w 6"/>
                <a:gd name="T15" fmla="*/ 44 h 58"/>
                <a:gd name="T16" fmla="*/ 1 w 6"/>
                <a:gd name="T17" fmla="*/ 31 h 58"/>
                <a:gd name="T18" fmla="*/ 1 w 6"/>
                <a:gd name="T19" fmla="*/ 22 h 58"/>
                <a:gd name="T20" fmla="*/ 1 w 6"/>
                <a:gd name="T21" fmla="*/ 23 h 58"/>
                <a:gd name="T22" fmla="*/ 1 w 6"/>
                <a:gd name="T23" fmla="*/ 34 h 58"/>
                <a:gd name="T24" fmla="*/ 2 w 6"/>
                <a:gd name="T25" fmla="*/ 35 h 58"/>
                <a:gd name="T26" fmla="*/ 2 w 6"/>
                <a:gd name="T27" fmla="*/ 18 h 58"/>
                <a:gd name="T28" fmla="*/ 2 w 6"/>
                <a:gd name="T29" fmla="*/ 9 h 58"/>
                <a:gd name="T30" fmla="*/ 2 w 6"/>
                <a:gd name="T31" fmla="*/ 18 h 58"/>
                <a:gd name="T32" fmla="*/ 2 w 6"/>
                <a:gd name="T33" fmla="*/ 26 h 58"/>
                <a:gd name="T34" fmla="*/ 2 w 6"/>
                <a:gd name="T35" fmla="*/ 31 h 58"/>
                <a:gd name="T36" fmla="*/ 2 w 6"/>
                <a:gd name="T37" fmla="*/ 38 h 58"/>
                <a:gd name="T38" fmla="*/ 2 w 6"/>
                <a:gd name="T39" fmla="*/ 43 h 58"/>
                <a:gd name="T40" fmla="*/ 2 w 6"/>
                <a:gd name="T41" fmla="*/ 46 h 58"/>
                <a:gd name="T42" fmla="*/ 3 w 6"/>
                <a:gd name="T43" fmla="*/ 49 h 58"/>
                <a:gd name="T44" fmla="*/ 3 w 6"/>
                <a:gd name="T45" fmla="*/ 47 h 58"/>
                <a:gd name="T46" fmla="*/ 3 w 6"/>
                <a:gd name="T47" fmla="*/ 41 h 58"/>
                <a:gd name="T48" fmla="*/ 3 w 6"/>
                <a:gd name="T49" fmla="*/ 33 h 58"/>
                <a:gd name="T50" fmla="*/ 3 w 6"/>
                <a:gd name="T51" fmla="*/ 21 h 58"/>
                <a:gd name="T52" fmla="*/ 3 w 6"/>
                <a:gd name="T53" fmla="*/ 16 h 58"/>
                <a:gd name="T54" fmla="*/ 3 w 6"/>
                <a:gd name="T55" fmla="*/ 27 h 58"/>
                <a:gd name="T56" fmla="*/ 3 w 6"/>
                <a:gd name="T57" fmla="*/ 38 h 58"/>
                <a:gd name="T58" fmla="*/ 3 w 6"/>
                <a:gd name="T59" fmla="*/ 36 h 58"/>
                <a:gd name="T60" fmla="*/ 4 w 6"/>
                <a:gd name="T61" fmla="*/ 25 h 58"/>
                <a:gd name="T62" fmla="*/ 4 w 6"/>
                <a:gd name="T63" fmla="*/ 28 h 58"/>
                <a:gd name="T64" fmla="*/ 4 w 6"/>
                <a:gd name="T65" fmla="*/ 45 h 58"/>
                <a:gd name="T66" fmla="*/ 4 w 6"/>
                <a:gd name="T67" fmla="*/ 52 h 58"/>
                <a:gd name="T68" fmla="*/ 4 w 6"/>
                <a:gd name="T69" fmla="*/ 41 h 58"/>
                <a:gd name="T70" fmla="*/ 4 w 6"/>
                <a:gd name="T71" fmla="*/ 35 h 58"/>
                <a:gd name="T72" fmla="*/ 5 w 6"/>
                <a:gd name="T73" fmla="*/ 39 h 58"/>
                <a:gd name="T74" fmla="*/ 5 w 6"/>
                <a:gd name="T75" fmla="*/ 31 h 58"/>
                <a:gd name="T76" fmla="*/ 5 w 6"/>
                <a:gd name="T77" fmla="*/ 13 h 58"/>
                <a:gd name="T78" fmla="*/ 5 w 6"/>
                <a:gd name="T79" fmla="*/ 13 h 58"/>
                <a:gd name="T80" fmla="*/ 5 w 6"/>
                <a:gd name="T81" fmla="*/ 38 h 58"/>
                <a:gd name="T82" fmla="*/ 5 w 6"/>
                <a:gd name="T83" fmla="*/ 58 h 58"/>
                <a:gd name="T84" fmla="*/ 5 w 6"/>
                <a:gd name="T85" fmla="*/ 55 h 58"/>
                <a:gd name="T86" fmla="*/ 5 w 6"/>
                <a:gd name="T87" fmla="*/ 43 h 58"/>
                <a:gd name="T88" fmla="*/ 5 w 6"/>
                <a:gd name="T89" fmla="*/ 33 h 58"/>
                <a:gd name="T90" fmla="*/ 5 w 6"/>
                <a:gd name="T91" fmla="*/ 25 h 58"/>
                <a:gd name="T92" fmla="*/ 6 w 6"/>
                <a:gd name="T93" fmla="*/ 19 h 58"/>
                <a:gd name="T94" fmla="*/ 6 w 6"/>
                <a:gd name="T95" fmla="*/ 19 h 58"/>
                <a:gd name="T96" fmla="*/ 6 w 6"/>
                <a:gd name="T97" fmla="*/ 19 h 58"/>
                <a:gd name="T98" fmla="*/ 6 w 6"/>
                <a:gd name="T99" fmla="*/ 19 h 58"/>
                <a:gd name="T100" fmla="*/ 6 w 6"/>
                <a:gd name="T101" fmla="*/ 21 h 58"/>
                <a:gd name="T102" fmla="*/ 6 w 6"/>
                <a:gd name="T103" fmla="*/ 24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8">
                  <a:moveTo>
                    <a:pt x="0" y="48"/>
                  </a:moveTo>
                  <a:lnTo>
                    <a:pt x="0" y="23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25"/>
                  </a:lnTo>
                  <a:lnTo>
                    <a:pt x="0" y="41"/>
                  </a:lnTo>
                  <a:lnTo>
                    <a:pt x="1" y="48"/>
                  </a:lnTo>
                  <a:lnTo>
                    <a:pt x="1" y="44"/>
                  </a:lnTo>
                  <a:lnTo>
                    <a:pt x="1" y="31"/>
                  </a:lnTo>
                  <a:lnTo>
                    <a:pt x="1" y="22"/>
                  </a:lnTo>
                  <a:lnTo>
                    <a:pt x="1" y="23"/>
                  </a:lnTo>
                  <a:lnTo>
                    <a:pt x="1" y="34"/>
                  </a:lnTo>
                  <a:lnTo>
                    <a:pt x="2" y="35"/>
                  </a:lnTo>
                  <a:lnTo>
                    <a:pt x="2" y="18"/>
                  </a:lnTo>
                  <a:lnTo>
                    <a:pt x="2" y="9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2" y="31"/>
                  </a:lnTo>
                  <a:lnTo>
                    <a:pt x="2" y="38"/>
                  </a:lnTo>
                  <a:lnTo>
                    <a:pt x="2" y="43"/>
                  </a:lnTo>
                  <a:lnTo>
                    <a:pt x="2" y="46"/>
                  </a:lnTo>
                  <a:lnTo>
                    <a:pt x="3" y="49"/>
                  </a:lnTo>
                  <a:lnTo>
                    <a:pt x="3" y="47"/>
                  </a:lnTo>
                  <a:lnTo>
                    <a:pt x="3" y="41"/>
                  </a:lnTo>
                  <a:lnTo>
                    <a:pt x="3" y="33"/>
                  </a:lnTo>
                  <a:lnTo>
                    <a:pt x="3" y="21"/>
                  </a:lnTo>
                  <a:lnTo>
                    <a:pt x="3" y="16"/>
                  </a:lnTo>
                  <a:lnTo>
                    <a:pt x="3" y="27"/>
                  </a:lnTo>
                  <a:lnTo>
                    <a:pt x="3" y="38"/>
                  </a:lnTo>
                  <a:lnTo>
                    <a:pt x="3" y="36"/>
                  </a:lnTo>
                  <a:lnTo>
                    <a:pt x="4" y="25"/>
                  </a:lnTo>
                  <a:lnTo>
                    <a:pt x="4" y="28"/>
                  </a:lnTo>
                  <a:lnTo>
                    <a:pt x="4" y="45"/>
                  </a:lnTo>
                  <a:lnTo>
                    <a:pt x="4" y="52"/>
                  </a:lnTo>
                  <a:lnTo>
                    <a:pt x="4" y="41"/>
                  </a:lnTo>
                  <a:lnTo>
                    <a:pt x="4" y="35"/>
                  </a:lnTo>
                  <a:lnTo>
                    <a:pt x="5" y="39"/>
                  </a:lnTo>
                  <a:lnTo>
                    <a:pt x="5" y="31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5" y="38"/>
                  </a:lnTo>
                  <a:lnTo>
                    <a:pt x="5" y="58"/>
                  </a:lnTo>
                  <a:lnTo>
                    <a:pt x="5" y="55"/>
                  </a:lnTo>
                  <a:lnTo>
                    <a:pt x="5" y="43"/>
                  </a:lnTo>
                  <a:lnTo>
                    <a:pt x="5" y="33"/>
                  </a:lnTo>
                  <a:lnTo>
                    <a:pt x="5" y="25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6" y="2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7" name="Freeform 1068"/>
            <p:cNvSpPr/>
            <p:nvPr/>
          </p:nvSpPr>
          <p:spPr bwMode="auto">
            <a:xfrm>
              <a:off x="4251325" y="4637088"/>
              <a:ext cx="11113" cy="168275"/>
            </a:xfrm>
            <a:custGeom>
              <a:avLst/>
              <a:gdLst>
                <a:gd name="T0" fmla="*/ 0 w 7"/>
                <a:gd name="T1" fmla="*/ 33 h 106"/>
                <a:gd name="T2" fmla="*/ 0 w 7"/>
                <a:gd name="T3" fmla="*/ 36 h 106"/>
                <a:gd name="T4" fmla="*/ 1 w 7"/>
                <a:gd name="T5" fmla="*/ 32 h 106"/>
                <a:gd name="T6" fmla="*/ 1 w 7"/>
                <a:gd name="T7" fmla="*/ 33 h 106"/>
                <a:gd name="T8" fmla="*/ 1 w 7"/>
                <a:gd name="T9" fmla="*/ 57 h 106"/>
                <a:gd name="T10" fmla="*/ 1 w 7"/>
                <a:gd name="T11" fmla="*/ 90 h 106"/>
                <a:gd name="T12" fmla="*/ 1 w 7"/>
                <a:gd name="T13" fmla="*/ 106 h 106"/>
                <a:gd name="T14" fmla="*/ 1 w 7"/>
                <a:gd name="T15" fmla="*/ 100 h 106"/>
                <a:gd name="T16" fmla="*/ 1 w 7"/>
                <a:gd name="T17" fmla="*/ 83 h 106"/>
                <a:gd name="T18" fmla="*/ 1 w 7"/>
                <a:gd name="T19" fmla="*/ 55 h 106"/>
                <a:gd name="T20" fmla="*/ 1 w 7"/>
                <a:gd name="T21" fmla="*/ 20 h 106"/>
                <a:gd name="T22" fmla="*/ 2 w 7"/>
                <a:gd name="T23" fmla="*/ 9 h 106"/>
                <a:gd name="T24" fmla="*/ 2 w 7"/>
                <a:gd name="T25" fmla="*/ 36 h 106"/>
                <a:gd name="T26" fmla="*/ 2 w 7"/>
                <a:gd name="T27" fmla="*/ 63 h 106"/>
                <a:gd name="T28" fmla="*/ 2 w 7"/>
                <a:gd name="T29" fmla="*/ 65 h 106"/>
                <a:gd name="T30" fmla="*/ 2 w 7"/>
                <a:gd name="T31" fmla="*/ 57 h 106"/>
                <a:gd name="T32" fmla="*/ 2 w 7"/>
                <a:gd name="T33" fmla="*/ 54 h 106"/>
                <a:gd name="T34" fmla="*/ 2 w 7"/>
                <a:gd name="T35" fmla="*/ 53 h 106"/>
                <a:gd name="T36" fmla="*/ 2 w 7"/>
                <a:gd name="T37" fmla="*/ 50 h 106"/>
                <a:gd name="T38" fmla="*/ 2 w 7"/>
                <a:gd name="T39" fmla="*/ 46 h 106"/>
                <a:gd name="T40" fmla="*/ 3 w 7"/>
                <a:gd name="T41" fmla="*/ 48 h 106"/>
                <a:gd name="T42" fmla="*/ 3 w 7"/>
                <a:gd name="T43" fmla="*/ 57 h 106"/>
                <a:gd name="T44" fmla="*/ 3 w 7"/>
                <a:gd name="T45" fmla="*/ 55 h 106"/>
                <a:gd name="T46" fmla="*/ 3 w 7"/>
                <a:gd name="T47" fmla="*/ 37 h 106"/>
                <a:gd name="T48" fmla="*/ 3 w 7"/>
                <a:gd name="T49" fmla="*/ 22 h 106"/>
                <a:gd name="T50" fmla="*/ 3 w 7"/>
                <a:gd name="T51" fmla="*/ 25 h 106"/>
                <a:gd name="T52" fmla="*/ 4 w 7"/>
                <a:gd name="T53" fmla="*/ 35 h 106"/>
                <a:gd name="T54" fmla="*/ 4 w 7"/>
                <a:gd name="T55" fmla="*/ 41 h 106"/>
                <a:gd name="T56" fmla="*/ 4 w 7"/>
                <a:gd name="T57" fmla="*/ 41 h 106"/>
                <a:gd name="T58" fmla="*/ 4 w 7"/>
                <a:gd name="T59" fmla="*/ 37 h 106"/>
                <a:gd name="T60" fmla="*/ 4 w 7"/>
                <a:gd name="T61" fmla="*/ 36 h 106"/>
                <a:gd name="T62" fmla="*/ 4 w 7"/>
                <a:gd name="T63" fmla="*/ 44 h 106"/>
                <a:gd name="T64" fmla="*/ 4 w 7"/>
                <a:gd name="T65" fmla="*/ 53 h 106"/>
                <a:gd name="T66" fmla="*/ 4 w 7"/>
                <a:gd name="T67" fmla="*/ 45 h 106"/>
                <a:gd name="T68" fmla="*/ 4 w 7"/>
                <a:gd name="T69" fmla="*/ 31 h 106"/>
                <a:gd name="T70" fmla="*/ 5 w 7"/>
                <a:gd name="T71" fmla="*/ 34 h 106"/>
                <a:gd name="T72" fmla="*/ 5 w 7"/>
                <a:gd name="T73" fmla="*/ 52 h 106"/>
                <a:gd name="T74" fmla="*/ 5 w 7"/>
                <a:gd name="T75" fmla="*/ 55 h 106"/>
                <a:gd name="T76" fmla="*/ 5 w 7"/>
                <a:gd name="T77" fmla="*/ 35 h 106"/>
                <a:gd name="T78" fmla="*/ 5 w 7"/>
                <a:gd name="T79" fmla="*/ 18 h 106"/>
                <a:gd name="T80" fmla="*/ 5 w 7"/>
                <a:gd name="T81" fmla="*/ 21 h 106"/>
                <a:gd name="T82" fmla="*/ 6 w 7"/>
                <a:gd name="T83" fmla="*/ 28 h 106"/>
                <a:gd name="T84" fmla="*/ 6 w 7"/>
                <a:gd name="T85" fmla="*/ 31 h 106"/>
                <a:gd name="T86" fmla="*/ 6 w 7"/>
                <a:gd name="T87" fmla="*/ 33 h 106"/>
                <a:gd name="T88" fmla="*/ 6 w 7"/>
                <a:gd name="T89" fmla="*/ 39 h 106"/>
                <a:gd name="T90" fmla="*/ 6 w 7"/>
                <a:gd name="T91" fmla="*/ 50 h 106"/>
                <a:gd name="T92" fmla="*/ 6 w 7"/>
                <a:gd name="T93" fmla="*/ 51 h 106"/>
                <a:gd name="T94" fmla="*/ 6 w 7"/>
                <a:gd name="T95" fmla="*/ 27 h 106"/>
                <a:gd name="T96" fmla="*/ 6 w 7"/>
                <a:gd name="T97" fmla="*/ 0 h 106"/>
                <a:gd name="T98" fmla="*/ 6 w 7"/>
                <a:gd name="T99" fmla="*/ 3 h 106"/>
                <a:gd name="T100" fmla="*/ 7 w 7"/>
                <a:gd name="T101" fmla="*/ 23 h 106"/>
                <a:gd name="T102" fmla="*/ 7 w 7"/>
                <a:gd name="T103" fmla="*/ 27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06">
                  <a:moveTo>
                    <a:pt x="0" y="33"/>
                  </a:moveTo>
                  <a:lnTo>
                    <a:pt x="0" y="36"/>
                  </a:lnTo>
                  <a:lnTo>
                    <a:pt x="1" y="32"/>
                  </a:lnTo>
                  <a:lnTo>
                    <a:pt x="1" y="33"/>
                  </a:lnTo>
                  <a:lnTo>
                    <a:pt x="1" y="57"/>
                  </a:lnTo>
                  <a:lnTo>
                    <a:pt x="1" y="90"/>
                  </a:lnTo>
                  <a:lnTo>
                    <a:pt x="1" y="106"/>
                  </a:lnTo>
                  <a:lnTo>
                    <a:pt x="1" y="100"/>
                  </a:lnTo>
                  <a:lnTo>
                    <a:pt x="1" y="83"/>
                  </a:lnTo>
                  <a:lnTo>
                    <a:pt x="1" y="55"/>
                  </a:lnTo>
                  <a:lnTo>
                    <a:pt x="1" y="20"/>
                  </a:lnTo>
                  <a:lnTo>
                    <a:pt x="2" y="9"/>
                  </a:lnTo>
                  <a:lnTo>
                    <a:pt x="2" y="36"/>
                  </a:lnTo>
                  <a:lnTo>
                    <a:pt x="2" y="63"/>
                  </a:lnTo>
                  <a:lnTo>
                    <a:pt x="2" y="65"/>
                  </a:lnTo>
                  <a:lnTo>
                    <a:pt x="2" y="57"/>
                  </a:lnTo>
                  <a:lnTo>
                    <a:pt x="2" y="54"/>
                  </a:lnTo>
                  <a:lnTo>
                    <a:pt x="2" y="53"/>
                  </a:lnTo>
                  <a:lnTo>
                    <a:pt x="2" y="50"/>
                  </a:lnTo>
                  <a:lnTo>
                    <a:pt x="2" y="46"/>
                  </a:lnTo>
                  <a:lnTo>
                    <a:pt x="3" y="48"/>
                  </a:lnTo>
                  <a:lnTo>
                    <a:pt x="3" y="57"/>
                  </a:lnTo>
                  <a:lnTo>
                    <a:pt x="3" y="55"/>
                  </a:lnTo>
                  <a:lnTo>
                    <a:pt x="3" y="37"/>
                  </a:lnTo>
                  <a:lnTo>
                    <a:pt x="3" y="22"/>
                  </a:lnTo>
                  <a:lnTo>
                    <a:pt x="3" y="25"/>
                  </a:lnTo>
                  <a:lnTo>
                    <a:pt x="4" y="35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37"/>
                  </a:lnTo>
                  <a:lnTo>
                    <a:pt x="4" y="36"/>
                  </a:lnTo>
                  <a:lnTo>
                    <a:pt x="4" y="44"/>
                  </a:lnTo>
                  <a:lnTo>
                    <a:pt x="4" y="53"/>
                  </a:lnTo>
                  <a:lnTo>
                    <a:pt x="4" y="45"/>
                  </a:lnTo>
                  <a:lnTo>
                    <a:pt x="4" y="31"/>
                  </a:lnTo>
                  <a:lnTo>
                    <a:pt x="5" y="34"/>
                  </a:lnTo>
                  <a:lnTo>
                    <a:pt x="5" y="52"/>
                  </a:lnTo>
                  <a:lnTo>
                    <a:pt x="5" y="55"/>
                  </a:lnTo>
                  <a:lnTo>
                    <a:pt x="5" y="35"/>
                  </a:lnTo>
                  <a:lnTo>
                    <a:pt x="5" y="18"/>
                  </a:lnTo>
                  <a:lnTo>
                    <a:pt x="5" y="21"/>
                  </a:lnTo>
                  <a:lnTo>
                    <a:pt x="6" y="28"/>
                  </a:lnTo>
                  <a:lnTo>
                    <a:pt x="6" y="31"/>
                  </a:lnTo>
                  <a:lnTo>
                    <a:pt x="6" y="33"/>
                  </a:lnTo>
                  <a:lnTo>
                    <a:pt x="6" y="39"/>
                  </a:lnTo>
                  <a:lnTo>
                    <a:pt x="6" y="50"/>
                  </a:lnTo>
                  <a:lnTo>
                    <a:pt x="6" y="51"/>
                  </a:lnTo>
                  <a:lnTo>
                    <a:pt x="6" y="27"/>
                  </a:lnTo>
                  <a:lnTo>
                    <a:pt x="6" y="0"/>
                  </a:lnTo>
                  <a:lnTo>
                    <a:pt x="6" y="3"/>
                  </a:lnTo>
                  <a:lnTo>
                    <a:pt x="7" y="23"/>
                  </a:lnTo>
                  <a:lnTo>
                    <a:pt x="7" y="2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8" name="Freeform 1069"/>
            <p:cNvSpPr/>
            <p:nvPr/>
          </p:nvSpPr>
          <p:spPr bwMode="auto">
            <a:xfrm>
              <a:off x="4262438" y="4645026"/>
              <a:ext cx="9525" cy="115888"/>
            </a:xfrm>
            <a:custGeom>
              <a:avLst/>
              <a:gdLst>
                <a:gd name="T0" fmla="*/ 0 w 6"/>
                <a:gd name="T1" fmla="*/ 18 h 73"/>
                <a:gd name="T2" fmla="*/ 0 w 6"/>
                <a:gd name="T3" fmla="*/ 22 h 73"/>
                <a:gd name="T4" fmla="*/ 0 w 6"/>
                <a:gd name="T5" fmla="*/ 14 h 73"/>
                <a:gd name="T6" fmla="*/ 0 w 6"/>
                <a:gd name="T7" fmla="*/ 23 h 73"/>
                <a:gd name="T8" fmla="*/ 0 w 6"/>
                <a:gd name="T9" fmla="*/ 53 h 73"/>
                <a:gd name="T10" fmla="*/ 0 w 6"/>
                <a:gd name="T11" fmla="*/ 66 h 73"/>
                <a:gd name="T12" fmla="*/ 0 w 6"/>
                <a:gd name="T13" fmla="*/ 47 h 73"/>
                <a:gd name="T14" fmla="*/ 0 w 6"/>
                <a:gd name="T15" fmla="*/ 25 h 73"/>
                <a:gd name="T16" fmla="*/ 0 w 6"/>
                <a:gd name="T17" fmla="*/ 14 h 73"/>
                <a:gd name="T18" fmla="*/ 0 w 6"/>
                <a:gd name="T19" fmla="*/ 8 h 73"/>
                <a:gd name="T20" fmla="*/ 1 w 6"/>
                <a:gd name="T21" fmla="*/ 7 h 73"/>
                <a:gd name="T22" fmla="*/ 1 w 6"/>
                <a:gd name="T23" fmla="*/ 8 h 73"/>
                <a:gd name="T24" fmla="*/ 1 w 6"/>
                <a:gd name="T25" fmla="*/ 8 h 73"/>
                <a:gd name="T26" fmla="*/ 1 w 6"/>
                <a:gd name="T27" fmla="*/ 12 h 73"/>
                <a:gd name="T28" fmla="*/ 1 w 6"/>
                <a:gd name="T29" fmla="*/ 22 h 73"/>
                <a:gd name="T30" fmla="*/ 1 w 6"/>
                <a:gd name="T31" fmla="*/ 33 h 73"/>
                <a:gd name="T32" fmla="*/ 2 w 6"/>
                <a:gd name="T33" fmla="*/ 38 h 73"/>
                <a:gd name="T34" fmla="*/ 2 w 6"/>
                <a:gd name="T35" fmla="*/ 39 h 73"/>
                <a:gd name="T36" fmla="*/ 2 w 6"/>
                <a:gd name="T37" fmla="*/ 42 h 73"/>
                <a:gd name="T38" fmla="*/ 2 w 6"/>
                <a:gd name="T39" fmla="*/ 34 h 73"/>
                <a:gd name="T40" fmla="*/ 2 w 6"/>
                <a:gd name="T41" fmla="*/ 11 h 73"/>
                <a:gd name="T42" fmla="*/ 2 w 6"/>
                <a:gd name="T43" fmla="*/ 0 h 73"/>
                <a:gd name="T44" fmla="*/ 2 w 6"/>
                <a:gd name="T45" fmla="*/ 11 h 73"/>
                <a:gd name="T46" fmla="*/ 2 w 6"/>
                <a:gd name="T47" fmla="*/ 26 h 73"/>
                <a:gd name="T48" fmla="*/ 2 w 6"/>
                <a:gd name="T49" fmla="*/ 37 h 73"/>
                <a:gd name="T50" fmla="*/ 3 w 6"/>
                <a:gd name="T51" fmla="*/ 45 h 73"/>
                <a:gd name="T52" fmla="*/ 3 w 6"/>
                <a:gd name="T53" fmla="*/ 48 h 73"/>
                <a:gd name="T54" fmla="*/ 3 w 6"/>
                <a:gd name="T55" fmla="*/ 38 h 73"/>
                <a:gd name="T56" fmla="*/ 3 w 6"/>
                <a:gd name="T57" fmla="*/ 19 h 73"/>
                <a:gd name="T58" fmla="*/ 3 w 6"/>
                <a:gd name="T59" fmla="*/ 15 h 73"/>
                <a:gd name="T60" fmla="*/ 3 w 6"/>
                <a:gd name="T61" fmla="*/ 25 h 73"/>
                <a:gd name="T62" fmla="*/ 4 w 6"/>
                <a:gd name="T63" fmla="*/ 32 h 73"/>
                <a:gd name="T64" fmla="*/ 4 w 6"/>
                <a:gd name="T65" fmla="*/ 48 h 73"/>
                <a:gd name="T66" fmla="*/ 4 w 6"/>
                <a:gd name="T67" fmla="*/ 66 h 73"/>
                <a:gd name="T68" fmla="*/ 4 w 6"/>
                <a:gd name="T69" fmla="*/ 63 h 73"/>
                <a:gd name="T70" fmla="*/ 4 w 6"/>
                <a:gd name="T71" fmla="*/ 53 h 73"/>
                <a:gd name="T72" fmla="*/ 4 w 6"/>
                <a:gd name="T73" fmla="*/ 48 h 73"/>
                <a:gd name="T74" fmla="*/ 4 w 6"/>
                <a:gd name="T75" fmla="*/ 43 h 73"/>
                <a:gd name="T76" fmla="*/ 4 w 6"/>
                <a:gd name="T77" fmla="*/ 52 h 73"/>
                <a:gd name="T78" fmla="*/ 4 w 6"/>
                <a:gd name="T79" fmla="*/ 67 h 73"/>
                <a:gd name="T80" fmla="*/ 5 w 6"/>
                <a:gd name="T81" fmla="*/ 57 h 73"/>
                <a:gd name="T82" fmla="*/ 5 w 6"/>
                <a:gd name="T83" fmla="*/ 38 h 73"/>
                <a:gd name="T84" fmla="*/ 5 w 6"/>
                <a:gd name="T85" fmla="*/ 30 h 73"/>
                <a:gd name="T86" fmla="*/ 5 w 6"/>
                <a:gd name="T87" fmla="*/ 27 h 73"/>
                <a:gd name="T88" fmla="*/ 5 w 6"/>
                <a:gd name="T89" fmla="*/ 34 h 73"/>
                <a:gd name="T90" fmla="*/ 5 w 6"/>
                <a:gd name="T91" fmla="*/ 53 h 73"/>
                <a:gd name="T92" fmla="*/ 5 w 6"/>
                <a:gd name="T93" fmla="*/ 63 h 73"/>
                <a:gd name="T94" fmla="*/ 5 w 6"/>
                <a:gd name="T95" fmla="*/ 63 h 73"/>
                <a:gd name="T96" fmla="*/ 5 w 6"/>
                <a:gd name="T97" fmla="*/ 68 h 73"/>
                <a:gd name="T98" fmla="*/ 6 w 6"/>
                <a:gd name="T99" fmla="*/ 73 h 73"/>
                <a:gd name="T100" fmla="*/ 6 w 6"/>
                <a:gd name="T101" fmla="*/ 59 h 73"/>
                <a:gd name="T102" fmla="*/ 6 w 6"/>
                <a:gd name="T103" fmla="*/ 3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3">
                  <a:moveTo>
                    <a:pt x="0" y="18"/>
                  </a:moveTo>
                  <a:lnTo>
                    <a:pt x="0" y="22"/>
                  </a:lnTo>
                  <a:lnTo>
                    <a:pt x="0" y="14"/>
                  </a:lnTo>
                  <a:lnTo>
                    <a:pt x="0" y="23"/>
                  </a:lnTo>
                  <a:lnTo>
                    <a:pt x="0" y="53"/>
                  </a:lnTo>
                  <a:lnTo>
                    <a:pt x="0" y="66"/>
                  </a:lnTo>
                  <a:lnTo>
                    <a:pt x="0" y="47"/>
                  </a:lnTo>
                  <a:lnTo>
                    <a:pt x="0" y="25"/>
                  </a:lnTo>
                  <a:lnTo>
                    <a:pt x="0" y="14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12"/>
                  </a:lnTo>
                  <a:lnTo>
                    <a:pt x="1" y="22"/>
                  </a:lnTo>
                  <a:lnTo>
                    <a:pt x="1" y="33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2" y="42"/>
                  </a:lnTo>
                  <a:lnTo>
                    <a:pt x="2" y="34"/>
                  </a:lnTo>
                  <a:lnTo>
                    <a:pt x="2" y="11"/>
                  </a:lnTo>
                  <a:lnTo>
                    <a:pt x="2" y="0"/>
                  </a:lnTo>
                  <a:lnTo>
                    <a:pt x="2" y="11"/>
                  </a:lnTo>
                  <a:lnTo>
                    <a:pt x="2" y="26"/>
                  </a:lnTo>
                  <a:lnTo>
                    <a:pt x="2" y="37"/>
                  </a:lnTo>
                  <a:lnTo>
                    <a:pt x="3" y="45"/>
                  </a:lnTo>
                  <a:lnTo>
                    <a:pt x="3" y="48"/>
                  </a:lnTo>
                  <a:lnTo>
                    <a:pt x="3" y="38"/>
                  </a:lnTo>
                  <a:lnTo>
                    <a:pt x="3" y="19"/>
                  </a:lnTo>
                  <a:lnTo>
                    <a:pt x="3" y="15"/>
                  </a:lnTo>
                  <a:lnTo>
                    <a:pt x="3" y="25"/>
                  </a:lnTo>
                  <a:lnTo>
                    <a:pt x="4" y="32"/>
                  </a:lnTo>
                  <a:lnTo>
                    <a:pt x="4" y="48"/>
                  </a:lnTo>
                  <a:lnTo>
                    <a:pt x="4" y="66"/>
                  </a:lnTo>
                  <a:lnTo>
                    <a:pt x="4" y="63"/>
                  </a:lnTo>
                  <a:lnTo>
                    <a:pt x="4" y="53"/>
                  </a:lnTo>
                  <a:lnTo>
                    <a:pt x="4" y="48"/>
                  </a:lnTo>
                  <a:lnTo>
                    <a:pt x="4" y="43"/>
                  </a:lnTo>
                  <a:lnTo>
                    <a:pt x="4" y="52"/>
                  </a:lnTo>
                  <a:lnTo>
                    <a:pt x="4" y="67"/>
                  </a:lnTo>
                  <a:lnTo>
                    <a:pt x="5" y="57"/>
                  </a:lnTo>
                  <a:lnTo>
                    <a:pt x="5" y="38"/>
                  </a:lnTo>
                  <a:lnTo>
                    <a:pt x="5" y="30"/>
                  </a:lnTo>
                  <a:lnTo>
                    <a:pt x="5" y="27"/>
                  </a:lnTo>
                  <a:lnTo>
                    <a:pt x="5" y="34"/>
                  </a:lnTo>
                  <a:lnTo>
                    <a:pt x="5" y="53"/>
                  </a:lnTo>
                  <a:lnTo>
                    <a:pt x="5" y="63"/>
                  </a:lnTo>
                  <a:lnTo>
                    <a:pt x="5" y="63"/>
                  </a:lnTo>
                  <a:lnTo>
                    <a:pt x="5" y="68"/>
                  </a:lnTo>
                  <a:lnTo>
                    <a:pt x="6" y="73"/>
                  </a:lnTo>
                  <a:lnTo>
                    <a:pt x="6" y="59"/>
                  </a:lnTo>
                  <a:lnTo>
                    <a:pt x="6" y="3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9" name="Freeform 1070"/>
            <p:cNvSpPr/>
            <p:nvPr/>
          </p:nvSpPr>
          <p:spPr bwMode="auto">
            <a:xfrm>
              <a:off x="4271963" y="4633913"/>
              <a:ext cx="9525" cy="149225"/>
            </a:xfrm>
            <a:custGeom>
              <a:avLst/>
              <a:gdLst>
                <a:gd name="T0" fmla="*/ 0 w 6"/>
                <a:gd name="T1" fmla="*/ 66 h 94"/>
                <a:gd name="T2" fmla="*/ 0 w 6"/>
                <a:gd name="T3" fmla="*/ 43 h 94"/>
                <a:gd name="T4" fmla="*/ 0 w 6"/>
                <a:gd name="T5" fmla="*/ 50 h 94"/>
                <a:gd name="T6" fmla="*/ 0 w 6"/>
                <a:gd name="T7" fmla="*/ 81 h 94"/>
                <a:gd name="T8" fmla="*/ 0 w 6"/>
                <a:gd name="T9" fmla="*/ 94 h 94"/>
                <a:gd name="T10" fmla="*/ 1 w 6"/>
                <a:gd name="T11" fmla="*/ 92 h 94"/>
                <a:gd name="T12" fmla="*/ 1 w 6"/>
                <a:gd name="T13" fmla="*/ 94 h 94"/>
                <a:gd name="T14" fmla="*/ 1 w 6"/>
                <a:gd name="T15" fmla="*/ 92 h 94"/>
                <a:gd name="T16" fmla="*/ 1 w 6"/>
                <a:gd name="T17" fmla="*/ 74 h 94"/>
                <a:gd name="T18" fmla="*/ 1 w 6"/>
                <a:gd name="T19" fmla="*/ 54 h 94"/>
                <a:gd name="T20" fmla="*/ 1 w 6"/>
                <a:gd name="T21" fmla="*/ 55 h 94"/>
                <a:gd name="T22" fmla="*/ 1 w 6"/>
                <a:gd name="T23" fmla="*/ 75 h 94"/>
                <a:gd name="T24" fmla="*/ 1 w 6"/>
                <a:gd name="T25" fmla="*/ 84 h 94"/>
                <a:gd name="T26" fmla="*/ 1 w 6"/>
                <a:gd name="T27" fmla="*/ 73 h 94"/>
                <a:gd name="T28" fmla="*/ 2 w 6"/>
                <a:gd name="T29" fmla="*/ 63 h 94"/>
                <a:gd name="T30" fmla="*/ 2 w 6"/>
                <a:gd name="T31" fmla="*/ 68 h 94"/>
                <a:gd name="T32" fmla="*/ 2 w 6"/>
                <a:gd name="T33" fmla="*/ 76 h 94"/>
                <a:gd name="T34" fmla="*/ 2 w 6"/>
                <a:gd name="T35" fmla="*/ 72 h 94"/>
                <a:gd name="T36" fmla="*/ 2 w 6"/>
                <a:gd name="T37" fmla="*/ 71 h 94"/>
                <a:gd name="T38" fmla="*/ 2 w 6"/>
                <a:gd name="T39" fmla="*/ 87 h 94"/>
                <a:gd name="T40" fmla="*/ 2 w 6"/>
                <a:gd name="T41" fmla="*/ 94 h 94"/>
                <a:gd name="T42" fmla="*/ 3 w 6"/>
                <a:gd name="T43" fmla="*/ 77 h 94"/>
                <a:gd name="T44" fmla="*/ 3 w 6"/>
                <a:gd name="T45" fmla="*/ 59 h 94"/>
                <a:gd name="T46" fmla="*/ 3 w 6"/>
                <a:gd name="T47" fmla="*/ 55 h 94"/>
                <a:gd name="T48" fmla="*/ 3 w 6"/>
                <a:gd name="T49" fmla="*/ 61 h 94"/>
                <a:gd name="T50" fmla="*/ 3 w 6"/>
                <a:gd name="T51" fmla="*/ 69 h 94"/>
                <a:gd name="T52" fmla="*/ 3 w 6"/>
                <a:gd name="T53" fmla="*/ 71 h 94"/>
                <a:gd name="T54" fmla="*/ 3 w 6"/>
                <a:gd name="T55" fmla="*/ 69 h 94"/>
                <a:gd name="T56" fmla="*/ 3 w 6"/>
                <a:gd name="T57" fmla="*/ 65 h 94"/>
                <a:gd name="T58" fmla="*/ 3 w 6"/>
                <a:gd name="T59" fmla="*/ 57 h 94"/>
                <a:gd name="T60" fmla="*/ 4 w 6"/>
                <a:gd name="T61" fmla="*/ 54 h 94"/>
                <a:gd name="T62" fmla="*/ 4 w 6"/>
                <a:gd name="T63" fmla="*/ 54 h 94"/>
                <a:gd name="T64" fmla="*/ 4 w 6"/>
                <a:gd name="T65" fmla="*/ 53 h 94"/>
                <a:gd name="T66" fmla="*/ 4 w 6"/>
                <a:gd name="T67" fmla="*/ 59 h 94"/>
                <a:gd name="T68" fmla="*/ 4 w 6"/>
                <a:gd name="T69" fmla="*/ 70 h 94"/>
                <a:gd name="T70" fmla="*/ 4 w 6"/>
                <a:gd name="T71" fmla="*/ 69 h 94"/>
                <a:gd name="T72" fmla="*/ 4 w 6"/>
                <a:gd name="T73" fmla="*/ 59 h 94"/>
                <a:gd name="T74" fmla="*/ 4 w 6"/>
                <a:gd name="T75" fmla="*/ 51 h 94"/>
                <a:gd name="T76" fmla="*/ 4 w 6"/>
                <a:gd name="T77" fmla="*/ 49 h 94"/>
                <a:gd name="T78" fmla="*/ 5 w 6"/>
                <a:gd name="T79" fmla="*/ 46 h 94"/>
                <a:gd name="T80" fmla="*/ 5 w 6"/>
                <a:gd name="T81" fmla="*/ 40 h 94"/>
                <a:gd name="T82" fmla="*/ 5 w 6"/>
                <a:gd name="T83" fmla="*/ 44 h 94"/>
                <a:gd name="T84" fmla="*/ 5 w 6"/>
                <a:gd name="T85" fmla="*/ 61 h 94"/>
                <a:gd name="T86" fmla="*/ 5 w 6"/>
                <a:gd name="T87" fmla="*/ 62 h 94"/>
                <a:gd name="T88" fmla="*/ 5 w 6"/>
                <a:gd name="T89" fmla="*/ 39 h 94"/>
                <a:gd name="T90" fmla="*/ 6 w 6"/>
                <a:gd name="T91" fmla="*/ 18 h 94"/>
                <a:gd name="T92" fmla="*/ 6 w 6"/>
                <a:gd name="T93" fmla="*/ 5 h 94"/>
                <a:gd name="T94" fmla="*/ 6 w 6"/>
                <a:gd name="T95" fmla="*/ 0 h 94"/>
                <a:gd name="T96" fmla="*/ 6 w 6"/>
                <a:gd name="T97" fmla="*/ 7 h 94"/>
                <a:gd name="T98" fmla="*/ 6 w 6"/>
                <a:gd name="T99" fmla="*/ 23 h 94"/>
                <a:gd name="T100" fmla="*/ 6 w 6"/>
                <a:gd name="T101" fmla="*/ 39 h 94"/>
                <a:gd name="T102" fmla="*/ 6 w 6"/>
                <a:gd name="T103" fmla="*/ 46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4">
                  <a:moveTo>
                    <a:pt x="0" y="66"/>
                  </a:moveTo>
                  <a:lnTo>
                    <a:pt x="0" y="43"/>
                  </a:lnTo>
                  <a:lnTo>
                    <a:pt x="0" y="50"/>
                  </a:lnTo>
                  <a:lnTo>
                    <a:pt x="0" y="81"/>
                  </a:lnTo>
                  <a:lnTo>
                    <a:pt x="0" y="94"/>
                  </a:lnTo>
                  <a:lnTo>
                    <a:pt x="1" y="92"/>
                  </a:lnTo>
                  <a:lnTo>
                    <a:pt x="1" y="94"/>
                  </a:lnTo>
                  <a:lnTo>
                    <a:pt x="1" y="92"/>
                  </a:lnTo>
                  <a:lnTo>
                    <a:pt x="1" y="74"/>
                  </a:lnTo>
                  <a:lnTo>
                    <a:pt x="1" y="54"/>
                  </a:lnTo>
                  <a:lnTo>
                    <a:pt x="1" y="55"/>
                  </a:lnTo>
                  <a:lnTo>
                    <a:pt x="1" y="75"/>
                  </a:lnTo>
                  <a:lnTo>
                    <a:pt x="1" y="84"/>
                  </a:lnTo>
                  <a:lnTo>
                    <a:pt x="1" y="73"/>
                  </a:lnTo>
                  <a:lnTo>
                    <a:pt x="2" y="63"/>
                  </a:lnTo>
                  <a:lnTo>
                    <a:pt x="2" y="68"/>
                  </a:lnTo>
                  <a:lnTo>
                    <a:pt x="2" y="76"/>
                  </a:lnTo>
                  <a:lnTo>
                    <a:pt x="2" y="72"/>
                  </a:lnTo>
                  <a:lnTo>
                    <a:pt x="2" y="71"/>
                  </a:lnTo>
                  <a:lnTo>
                    <a:pt x="2" y="87"/>
                  </a:lnTo>
                  <a:lnTo>
                    <a:pt x="2" y="94"/>
                  </a:lnTo>
                  <a:lnTo>
                    <a:pt x="3" y="77"/>
                  </a:lnTo>
                  <a:lnTo>
                    <a:pt x="3" y="59"/>
                  </a:lnTo>
                  <a:lnTo>
                    <a:pt x="3" y="55"/>
                  </a:lnTo>
                  <a:lnTo>
                    <a:pt x="3" y="61"/>
                  </a:lnTo>
                  <a:lnTo>
                    <a:pt x="3" y="69"/>
                  </a:lnTo>
                  <a:lnTo>
                    <a:pt x="3" y="71"/>
                  </a:lnTo>
                  <a:lnTo>
                    <a:pt x="3" y="69"/>
                  </a:lnTo>
                  <a:lnTo>
                    <a:pt x="3" y="65"/>
                  </a:lnTo>
                  <a:lnTo>
                    <a:pt x="3" y="57"/>
                  </a:lnTo>
                  <a:lnTo>
                    <a:pt x="4" y="54"/>
                  </a:lnTo>
                  <a:lnTo>
                    <a:pt x="4" y="54"/>
                  </a:lnTo>
                  <a:lnTo>
                    <a:pt x="4" y="53"/>
                  </a:lnTo>
                  <a:lnTo>
                    <a:pt x="4" y="59"/>
                  </a:lnTo>
                  <a:lnTo>
                    <a:pt x="4" y="70"/>
                  </a:lnTo>
                  <a:lnTo>
                    <a:pt x="4" y="69"/>
                  </a:lnTo>
                  <a:lnTo>
                    <a:pt x="4" y="59"/>
                  </a:lnTo>
                  <a:lnTo>
                    <a:pt x="4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0"/>
                  </a:lnTo>
                  <a:lnTo>
                    <a:pt x="5" y="44"/>
                  </a:lnTo>
                  <a:lnTo>
                    <a:pt x="5" y="61"/>
                  </a:lnTo>
                  <a:lnTo>
                    <a:pt x="5" y="62"/>
                  </a:lnTo>
                  <a:lnTo>
                    <a:pt x="5" y="39"/>
                  </a:lnTo>
                  <a:lnTo>
                    <a:pt x="6" y="18"/>
                  </a:lnTo>
                  <a:lnTo>
                    <a:pt x="6" y="5"/>
                  </a:lnTo>
                  <a:lnTo>
                    <a:pt x="6" y="0"/>
                  </a:lnTo>
                  <a:lnTo>
                    <a:pt x="6" y="7"/>
                  </a:lnTo>
                  <a:lnTo>
                    <a:pt x="6" y="23"/>
                  </a:lnTo>
                  <a:lnTo>
                    <a:pt x="6" y="39"/>
                  </a:lnTo>
                  <a:lnTo>
                    <a:pt x="6" y="4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0" name="Freeform 1071"/>
            <p:cNvSpPr/>
            <p:nvPr/>
          </p:nvSpPr>
          <p:spPr bwMode="auto">
            <a:xfrm>
              <a:off x="4281488" y="4641851"/>
              <a:ext cx="11113" cy="115888"/>
            </a:xfrm>
            <a:custGeom>
              <a:avLst/>
              <a:gdLst>
                <a:gd name="T0" fmla="*/ 0 w 7"/>
                <a:gd name="T1" fmla="*/ 34 h 73"/>
                <a:gd name="T2" fmla="*/ 0 w 7"/>
                <a:gd name="T3" fmla="*/ 41 h 73"/>
                <a:gd name="T4" fmla="*/ 0 w 7"/>
                <a:gd name="T5" fmla="*/ 33 h 73"/>
                <a:gd name="T6" fmla="*/ 0 w 7"/>
                <a:gd name="T7" fmla="*/ 22 h 73"/>
                <a:gd name="T8" fmla="*/ 1 w 7"/>
                <a:gd name="T9" fmla="*/ 21 h 73"/>
                <a:gd name="T10" fmla="*/ 1 w 7"/>
                <a:gd name="T11" fmla="*/ 32 h 73"/>
                <a:gd name="T12" fmla="*/ 1 w 7"/>
                <a:gd name="T13" fmla="*/ 43 h 73"/>
                <a:gd name="T14" fmla="*/ 1 w 7"/>
                <a:gd name="T15" fmla="*/ 45 h 73"/>
                <a:gd name="T16" fmla="*/ 1 w 7"/>
                <a:gd name="T17" fmla="*/ 44 h 73"/>
                <a:gd name="T18" fmla="*/ 1 w 7"/>
                <a:gd name="T19" fmla="*/ 49 h 73"/>
                <a:gd name="T20" fmla="*/ 2 w 7"/>
                <a:gd name="T21" fmla="*/ 46 h 73"/>
                <a:gd name="T22" fmla="*/ 2 w 7"/>
                <a:gd name="T23" fmla="*/ 23 h 73"/>
                <a:gd name="T24" fmla="*/ 2 w 7"/>
                <a:gd name="T25" fmla="*/ 0 h 73"/>
                <a:gd name="T26" fmla="*/ 2 w 7"/>
                <a:gd name="T27" fmla="*/ 1 h 73"/>
                <a:gd name="T28" fmla="*/ 2 w 7"/>
                <a:gd name="T29" fmla="*/ 12 h 73"/>
                <a:gd name="T30" fmla="*/ 2 w 7"/>
                <a:gd name="T31" fmla="*/ 10 h 73"/>
                <a:gd name="T32" fmla="*/ 2 w 7"/>
                <a:gd name="T33" fmla="*/ 13 h 73"/>
                <a:gd name="T34" fmla="*/ 2 w 7"/>
                <a:gd name="T35" fmla="*/ 32 h 73"/>
                <a:gd name="T36" fmla="*/ 2 w 7"/>
                <a:gd name="T37" fmla="*/ 45 h 73"/>
                <a:gd name="T38" fmla="*/ 3 w 7"/>
                <a:gd name="T39" fmla="*/ 43 h 73"/>
                <a:gd name="T40" fmla="*/ 3 w 7"/>
                <a:gd name="T41" fmla="*/ 44 h 73"/>
                <a:gd name="T42" fmla="*/ 3 w 7"/>
                <a:gd name="T43" fmla="*/ 49 h 73"/>
                <a:gd name="T44" fmla="*/ 3 w 7"/>
                <a:gd name="T45" fmla="*/ 47 h 73"/>
                <a:gd name="T46" fmla="*/ 3 w 7"/>
                <a:gd name="T47" fmla="*/ 40 h 73"/>
                <a:gd name="T48" fmla="*/ 3 w 7"/>
                <a:gd name="T49" fmla="*/ 41 h 73"/>
                <a:gd name="T50" fmla="*/ 4 w 7"/>
                <a:gd name="T51" fmla="*/ 49 h 73"/>
                <a:gd name="T52" fmla="*/ 4 w 7"/>
                <a:gd name="T53" fmla="*/ 45 h 73"/>
                <a:gd name="T54" fmla="*/ 4 w 7"/>
                <a:gd name="T55" fmla="*/ 28 h 73"/>
                <a:gd name="T56" fmla="*/ 4 w 7"/>
                <a:gd name="T57" fmla="*/ 23 h 73"/>
                <a:gd name="T58" fmla="*/ 4 w 7"/>
                <a:gd name="T59" fmla="*/ 38 h 73"/>
                <a:gd name="T60" fmla="*/ 4 w 7"/>
                <a:gd name="T61" fmla="*/ 54 h 73"/>
                <a:gd name="T62" fmla="*/ 4 w 7"/>
                <a:gd name="T63" fmla="*/ 64 h 73"/>
                <a:gd name="T64" fmla="*/ 4 w 7"/>
                <a:gd name="T65" fmla="*/ 65 h 73"/>
                <a:gd name="T66" fmla="*/ 4 w 7"/>
                <a:gd name="T67" fmla="*/ 59 h 73"/>
                <a:gd name="T68" fmla="*/ 5 w 7"/>
                <a:gd name="T69" fmla="*/ 54 h 73"/>
                <a:gd name="T70" fmla="*/ 5 w 7"/>
                <a:gd name="T71" fmla="*/ 48 h 73"/>
                <a:gd name="T72" fmla="*/ 5 w 7"/>
                <a:gd name="T73" fmla="*/ 35 h 73"/>
                <a:gd name="T74" fmla="*/ 5 w 7"/>
                <a:gd name="T75" fmla="*/ 22 h 73"/>
                <a:gd name="T76" fmla="*/ 5 w 7"/>
                <a:gd name="T77" fmla="*/ 23 h 73"/>
                <a:gd name="T78" fmla="*/ 5 w 7"/>
                <a:gd name="T79" fmla="*/ 42 h 73"/>
                <a:gd name="T80" fmla="*/ 5 w 7"/>
                <a:gd name="T81" fmla="*/ 55 h 73"/>
                <a:gd name="T82" fmla="*/ 5 w 7"/>
                <a:gd name="T83" fmla="*/ 47 h 73"/>
                <a:gd name="T84" fmla="*/ 5 w 7"/>
                <a:gd name="T85" fmla="*/ 51 h 73"/>
                <a:gd name="T86" fmla="*/ 5 w 7"/>
                <a:gd name="T87" fmla="*/ 73 h 73"/>
                <a:gd name="T88" fmla="*/ 6 w 7"/>
                <a:gd name="T89" fmla="*/ 65 h 73"/>
                <a:gd name="T90" fmla="*/ 6 w 7"/>
                <a:gd name="T91" fmla="*/ 31 h 73"/>
                <a:gd name="T92" fmla="*/ 6 w 7"/>
                <a:gd name="T93" fmla="*/ 30 h 73"/>
                <a:gd name="T94" fmla="*/ 6 w 7"/>
                <a:gd name="T95" fmla="*/ 58 h 73"/>
                <a:gd name="T96" fmla="*/ 6 w 7"/>
                <a:gd name="T97" fmla="*/ 69 h 73"/>
                <a:gd name="T98" fmla="*/ 6 w 7"/>
                <a:gd name="T99" fmla="*/ 66 h 73"/>
                <a:gd name="T100" fmla="*/ 7 w 7"/>
                <a:gd name="T101" fmla="*/ 68 h 73"/>
                <a:gd name="T102" fmla="*/ 7 w 7"/>
                <a:gd name="T103" fmla="*/ 6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3">
                  <a:moveTo>
                    <a:pt x="0" y="34"/>
                  </a:moveTo>
                  <a:lnTo>
                    <a:pt x="0" y="41"/>
                  </a:lnTo>
                  <a:lnTo>
                    <a:pt x="0" y="33"/>
                  </a:lnTo>
                  <a:lnTo>
                    <a:pt x="0" y="22"/>
                  </a:lnTo>
                  <a:lnTo>
                    <a:pt x="1" y="21"/>
                  </a:lnTo>
                  <a:lnTo>
                    <a:pt x="1" y="32"/>
                  </a:lnTo>
                  <a:lnTo>
                    <a:pt x="1" y="43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9"/>
                  </a:lnTo>
                  <a:lnTo>
                    <a:pt x="2" y="46"/>
                  </a:lnTo>
                  <a:lnTo>
                    <a:pt x="2" y="23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13"/>
                  </a:lnTo>
                  <a:lnTo>
                    <a:pt x="2" y="32"/>
                  </a:lnTo>
                  <a:lnTo>
                    <a:pt x="2" y="45"/>
                  </a:lnTo>
                  <a:lnTo>
                    <a:pt x="3" y="43"/>
                  </a:lnTo>
                  <a:lnTo>
                    <a:pt x="3" y="44"/>
                  </a:lnTo>
                  <a:lnTo>
                    <a:pt x="3" y="49"/>
                  </a:lnTo>
                  <a:lnTo>
                    <a:pt x="3" y="47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4" y="49"/>
                  </a:lnTo>
                  <a:lnTo>
                    <a:pt x="4" y="45"/>
                  </a:lnTo>
                  <a:lnTo>
                    <a:pt x="4" y="28"/>
                  </a:lnTo>
                  <a:lnTo>
                    <a:pt x="4" y="23"/>
                  </a:lnTo>
                  <a:lnTo>
                    <a:pt x="4" y="38"/>
                  </a:lnTo>
                  <a:lnTo>
                    <a:pt x="4" y="54"/>
                  </a:lnTo>
                  <a:lnTo>
                    <a:pt x="4" y="64"/>
                  </a:lnTo>
                  <a:lnTo>
                    <a:pt x="4" y="65"/>
                  </a:lnTo>
                  <a:lnTo>
                    <a:pt x="4" y="59"/>
                  </a:lnTo>
                  <a:lnTo>
                    <a:pt x="5" y="54"/>
                  </a:lnTo>
                  <a:lnTo>
                    <a:pt x="5" y="48"/>
                  </a:lnTo>
                  <a:lnTo>
                    <a:pt x="5" y="35"/>
                  </a:lnTo>
                  <a:lnTo>
                    <a:pt x="5" y="22"/>
                  </a:lnTo>
                  <a:lnTo>
                    <a:pt x="5" y="23"/>
                  </a:lnTo>
                  <a:lnTo>
                    <a:pt x="5" y="42"/>
                  </a:lnTo>
                  <a:lnTo>
                    <a:pt x="5" y="55"/>
                  </a:lnTo>
                  <a:lnTo>
                    <a:pt x="5" y="47"/>
                  </a:lnTo>
                  <a:lnTo>
                    <a:pt x="5" y="51"/>
                  </a:lnTo>
                  <a:lnTo>
                    <a:pt x="5" y="73"/>
                  </a:lnTo>
                  <a:lnTo>
                    <a:pt x="6" y="65"/>
                  </a:lnTo>
                  <a:lnTo>
                    <a:pt x="6" y="31"/>
                  </a:lnTo>
                  <a:lnTo>
                    <a:pt x="6" y="30"/>
                  </a:lnTo>
                  <a:lnTo>
                    <a:pt x="6" y="58"/>
                  </a:lnTo>
                  <a:lnTo>
                    <a:pt x="6" y="69"/>
                  </a:lnTo>
                  <a:lnTo>
                    <a:pt x="6" y="66"/>
                  </a:lnTo>
                  <a:lnTo>
                    <a:pt x="7" y="68"/>
                  </a:lnTo>
                  <a:lnTo>
                    <a:pt x="7" y="6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1" name="Freeform 1072"/>
            <p:cNvSpPr/>
            <p:nvPr/>
          </p:nvSpPr>
          <p:spPr bwMode="auto">
            <a:xfrm>
              <a:off x="4292600" y="4657726"/>
              <a:ext cx="9525" cy="112713"/>
            </a:xfrm>
            <a:custGeom>
              <a:avLst/>
              <a:gdLst>
                <a:gd name="T0" fmla="*/ 0 w 6"/>
                <a:gd name="T1" fmla="*/ 58 h 71"/>
                <a:gd name="T2" fmla="*/ 0 w 6"/>
                <a:gd name="T3" fmla="*/ 54 h 71"/>
                <a:gd name="T4" fmla="*/ 0 w 6"/>
                <a:gd name="T5" fmla="*/ 38 h 71"/>
                <a:gd name="T6" fmla="*/ 0 w 6"/>
                <a:gd name="T7" fmla="*/ 30 h 71"/>
                <a:gd name="T8" fmla="*/ 0 w 6"/>
                <a:gd name="T9" fmla="*/ 37 h 71"/>
                <a:gd name="T10" fmla="*/ 0 w 6"/>
                <a:gd name="T11" fmla="*/ 45 h 71"/>
                <a:gd name="T12" fmla="*/ 0 w 6"/>
                <a:gd name="T13" fmla="*/ 44 h 71"/>
                <a:gd name="T14" fmla="*/ 0 w 6"/>
                <a:gd name="T15" fmla="*/ 39 h 71"/>
                <a:gd name="T16" fmla="*/ 0 w 6"/>
                <a:gd name="T17" fmla="*/ 34 h 71"/>
                <a:gd name="T18" fmla="*/ 1 w 6"/>
                <a:gd name="T19" fmla="*/ 18 h 71"/>
                <a:gd name="T20" fmla="*/ 1 w 6"/>
                <a:gd name="T21" fmla="*/ 12 h 71"/>
                <a:gd name="T22" fmla="*/ 1 w 6"/>
                <a:gd name="T23" fmla="*/ 36 h 71"/>
                <a:gd name="T24" fmla="*/ 1 w 6"/>
                <a:gd name="T25" fmla="*/ 64 h 71"/>
                <a:gd name="T26" fmla="*/ 1 w 6"/>
                <a:gd name="T27" fmla="*/ 59 h 71"/>
                <a:gd name="T28" fmla="*/ 1 w 6"/>
                <a:gd name="T29" fmla="*/ 39 h 71"/>
                <a:gd name="T30" fmla="*/ 2 w 6"/>
                <a:gd name="T31" fmla="*/ 35 h 71"/>
                <a:gd name="T32" fmla="*/ 2 w 6"/>
                <a:gd name="T33" fmla="*/ 43 h 71"/>
                <a:gd name="T34" fmla="*/ 2 w 6"/>
                <a:gd name="T35" fmla="*/ 49 h 71"/>
                <a:gd name="T36" fmla="*/ 2 w 6"/>
                <a:gd name="T37" fmla="*/ 56 h 71"/>
                <a:gd name="T38" fmla="*/ 2 w 6"/>
                <a:gd name="T39" fmla="*/ 68 h 71"/>
                <a:gd name="T40" fmla="*/ 2 w 6"/>
                <a:gd name="T41" fmla="*/ 67 h 71"/>
                <a:gd name="T42" fmla="*/ 2 w 6"/>
                <a:gd name="T43" fmla="*/ 52 h 71"/>
                <a:gd name="T44" fmla="*/ 2 w 6"/>
                <a:gd name="T45" fmla="*/ 41 h 71"/>
                <a:gd name="T46" fmla="*/ 2 w 6"/>
                <a:gd name="T47" fmla="*/ 36 h 71"/>
                <a:gd name="T48" fmla="*/ 3 w 6"/>
                <a:gd name="T49" fmla="*/ 35 h 71"/>
                <a:gd name="T50" fmla="*/ 3 w 6"/>
                <a:gd name="T51" fmla="*/ 49 h 71"/>
                <a:gd name="T52" fmla="*/ 3 w 6"/>
                <a:gd name="T53" fmla="*/ 70 h 71"/>
                <a:gd name="T54" fmla="*/ 3 w 6"/>
                <a:gd name="T55" fmla="*/ 71 h 71"/>
                <a:gd name="T56" fmla="*/ 3 w 6"/>
                <a:gd name="T57" fmla="*/ 53 h 71"/>
                <a:gd name="T58" fmla="*/ 3 w 6"/>
                <a:gd name="T59" fmla="*/ 40 h 71"/>
                <a:gd name="T60" fmla="*/ 3 w 6"/>
                <a:gd name="T61" fmla="*/ 35 h 71"/>
                <a:gd name="T62" fmla="*/ 3 w 6"/>
                <a:gd name="T63" fmla="*/ 34 h 71"/>
                <a:gd name="T64" fmla="*/ 3 w 6"/>
                <a:gd name="T65" fmla="*/ 37 h 71"/>
                <a:gd name="T66" fmla="*/ 4 w 6"/>
                <a:gd name="T67" fmla="*/ 44 h 71"/>
                <a:gd name="T68" fmla="*/ 4 w 6"/>
                <a:gd name="T69" fmla="*/ 55 h 71"/>
                <a:gd name="T70" fmla="*/ 4 w 6"/>
                <a:gd name="T71" fmla="*/ 57 h 71"/>
                <a:gd name="T72" fmla="*/ 4 w 6"/>
                <a:gd name="T73" fmla="*/ 38 h 71"/>
                <a:gd name="T74" fmla="*/ 4 w 6"/>
                <a:gd name="T75" fmla="*/ 12 h 71"/>
                <a:gd name="T76" fmla="*/ 4 w 6"/>
                <a:gd name="T77" fmla="*/ 0 h 71"/>
                <a:gd name="T78" fmla="*/ 5 w 6"/>
                <a:gd name="T79" fmla="*/ 7 h 71"/>
                <a:gd name="T80" fmla="*/ 5 w 6"/>
                <a:gd name="T81" fmla="*/ 19 h 71"/>
                <a:gd name="T82" fmla="*/ 5 w 6"/>
                <a:gd name="T83" fmla="*/ 32 h 71"/>
                <a:gd name="T84" fmla="*/ 5 w 6"/>
                <a:gd name="T85" fmla="*/ 43 h 71"/>
                <a:gd name="T86" fmla="*/ 5 w 6"/>
                <a:gd name="T87" fmla="*/ 41 h 71"/>
                <a:gd name="T88" fmla="*/ 5 w 6"/>
                <a:gd name="T89" fmla="*/ 35 h 71"/>
                <a:gd name="T90" fmla="*/ 5 w 6"/>
                <a:gd name="T91" fmla="*/ 43 h 71"/>
                <a:gd name="T92" fmla="*/ 5 w 6"/>
                <a:gd name="T93" fmla="*/ 47 h 71"/>
                <a:gd name="T94" fmla="*/ 5 w 6"/>
                <a:gd name="T95" fmla="*/ 34 h 71"/>
                <a:gd name="T96" fmla="*/ 6 w 6"/>
                <a:gd name="T97" fmla="*/ 26 h 71"/>
                <a:gd name="T98" fmla="*/ 6 w 6"/>
                <a:gd name="T99" fmla="*/ 30 h 71"/>
                <a:gd name="T100" fmla="*/ 6 w 6"/>
                <a:gd name="T101" fmla="*/ 31 h 71"/>
                <a:gd name="T102" fmla="*/ 6 w 6"/>
                <a:gd name="T103" fmla="*/ 2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1">
                  <a:moveTo>
                    <a:pt x="0" y="58"/>
                  </a:moveTo>
                  <a:lnTo>
                    <a:pt x="0" y="54"/>
                  </a:lnTo>
                  <a:lnTo>
                    <a:pt x="0" y="38"/>
                  </a:lnTo>
                  <a:lnTo>
                    <a:pt x="0" y="30"/>
                  </a:lnTo>
                  <a:lnTo>
                    <a:pt x="0" y="37"/>
                  </a:lnTo>
                  <a:lnTo>
                    <a:pt x="0" y="45"/>
                  </a:lnTo>
                  <a:lnTo>
                    <a:pt x="0" y="44"/>
                  </a:lnTo>
                  <a:lnTo>
                    <a:pt x="0" y="39"/>
                  </a:lnTo>
                  <a:lnTo>
                    <a:pt x="0" y="34"/>
                  </a:lnTo>
                  <a:lnTo>
                    <a:pt x="1" y="18"/>
                  </a:lnTo>
                  <a:lnTo>
                    <a:pt x="1" y="12"/>
                  </a:lnTo>
                  <a:lnTo>
                    <a:pt x="1" y="36"/>
                  </a:lnTo>
                  <a:lnTo>
                    <a:pt x="1" y="64"/>
                  </a:lnTo>
                  <a:lnTo>
                    <a:pt x="1" y="59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43"/>
                  </a:lnTo>
                  <a:lnTo>
                    <a:pt x="2" y="49"/>
                  </a:lnTo>
                  <a:lnTo>
                    <a:pt x="2" y="56"/>
                  </a:lnTo>
                  <a:lnTo>
                    <a:pt x="2" y="68"/>
                  </a:lnTo>
                  <a:lnTo>
                    <a:pt x="2" y="67"/>
                  </a:lnTo>
                  <a:lnTo>
                    <a:pt x="2" y="52"/>
                  </a:lnTo>
                  <a:lnTo>
                    <a:pt x="2" y="41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3" y="49"/>
                  </a:lnTo>
                  <a:lnTo>
                    <a:pt x="3" y="70"/>
                  </a:lnTo>
                  <a:lnTo>
                    <a:pt x="3" y="71"/>
                  </a:lnTo>
                  <a:lnTo>
                    <a:pt x="3" y="53"/>
                  </a:lnTo>
                  <a:lnTo>
                    <a:pt x="3" y="40"/>
                  </a:lnTo>
                  <a:lnTo>
                    <a:pt x="3" y="35"/>
                  </a:lnTo>
                  <a:lnTo>
                    <a:pt x="3" y="34"/>
                  </a:lnTo>
                  <a:lnTo>
                    <a:pt x="3" y="37"/>
                  </a:lnTo>
                  <a:lnTo>
                    <a:pt x="4" y="44"/>
                  </a:lnTo>
                  <a:lnTo>
                    <a:pt x="4" y="55"/>
                  </a:lnTo>
                  <a:lnTo>
                    <a:pt x="4" y="57"/>
                  </a:lnTo>
                  <a:lnTo>
                    <a:pt x="4" y="38"/>
                  </a:lnTo>
                  <a:lnTo>
                    <a:pt x="4" y="12"/>
                  </a:lnTo>
                  <a:lnTo>
                    <a:pt x="4" y="0"/>
                  </a:lnTo>
                  <a:lnTo>
                    <a:pt x="5" y="7"/>
                  </a:lnTo>
                  <a:lnTo>
                    <a:pt x="5" y="19"/>
                  </a:lnTo>
                  <a:lnTo>
                    <a:pt x="5" y="32"/>
                  </a:lnTo>
                  <a:lnTo>
                    <a:pt x="5" y="43"/>
                  </a:lnTo>
                  <a:lnTo>
                    <a:pt x="5" y="41"/>
                  </a:lnTo>
                  <a:lnTo>
                    <a:pt x="5" y="35"/>
                  </a:lnTo>
                  <a:lnTo>
                    <a:pt x="5" y="43"/>
                  </a:lnTo>
                  <a:lnTo>
                    <a:pt x="5" y="47"/>
                  </a:lnTo>
                  <a:lnTo>
                    <a:pt x="5" y="34"/>
                  </a:lnTo>
                  <a:lnTo>
                    <a:pt x="6" y="26"/>
                  </a:lnTo>
                  <a:lnTo>
                    <a:pt x="6" y="30"/>
                  </a:lnTo>
                  <a:lnTo>
                    <a:pt x="6" y="31"/>
                  </a:lnTo>
                  <a:lnTo>
                    <a:pt x="6" y="2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2" name="Freeform 1073"/>
            <p:cNvSpPr/>
            <p:nvPr/>
          </p:nvSpPr>
          <p:spPr bwMode="auto">
            <a:xfrm>
              <a:off x="4302125" y="4648201"/>
              <a:ext cx="9525" cy="130175"/>
            </a:xfrm>
            <a:custGeom>
              <a:avLst/>
              <a:gdLst>
                <a:gd name="T0" fmla="*/ 0 w 6"/>
                <a:gd name="T1" fmla="*/ 37 h 82"/>
                <a:gd name="T2" fmla="*/ 0 w 6"/>
                <a:gd name="T3" fmla="*/ 26 h 82"/>
                <a:gd name="T4" fmla="*/ 0 w 6"/>
                <a:gd name="T5" fmla="*/ 11 h 82"/>
                <a:gd name="T6" fmla="*/ 0 w 6"/>
                <a:gd name="T7" fmla="*/ 5 h 82"/>
                <a:gd name="T8" fmla="*/ 0 w 6"/>
                <a:gd name="T9" fmla="*/ 8 h 82"/>
                <a:gd name="T10" fmla="*/ 1 w 6"/>
                <a:gd name="T11" fmla="*/ 11 h 82"/>
                <a:gd name="T12" fmla="*/ 1 w 6"/>
                <a:gd name="T13" fmla="*/ 16 h 82"/>
                <a:gd name="T14" fmla="*/ 1 w 6"/>
                <a:gd name="T15" fmla="*/ 24 h 82"/>
                <a:gd name="T16" fmla="*/ 1 w 6"/>
                <a:gd name="T17" fmla="*/ 26 h 82"/>
                <a:gd name="T18" fmla="*/ 1 w 6"/>
                <a:gd name="T19" fmla="*/ 24 h 82"/>
                <a:gd name="T20" fmla="*/ 1 w 6"/>
                <a:gd name="T21" fmla="*/ 21 h 82"/>
                <a:gd name="T22" fmla="*/ 1 w 6"/>
                <a:gd name="T23" fmla="*/ 18 h 82"/>
                <a:gd name="T24" fmla="*/ 1 w 6"/>
                <a:gd name="T25" fmla="*/ 12 h 82"/>
                <a:gd name="T26" fmla="*/ 1 w 6"/>
                <a:gd name="T27" fmla="*/ 6 h 82"/>
                <a:gd name="T28" fmla="*/ 2 w 6"/>
                <a:gd name="T29" fmla="*/ 9 h 82"/>
                <a:gd name="T30" fmla="*/ 2 w 6"/>
                <a:gd name="T31" fmla="*/ 15 h 82"/>
                <a:gd name="T32" fmla="*/ 2 w 6"/>
                <a:gd name="T33" fmla="*/ 9 h 82"/>
                <a:gd name="T34" fmla="*/ 2 w 6"/>
                <a:gd name="T35" fmla="*/ 0 h 82"/>
                <a:gd name="T36" fmla="*/ 2 w 6"/>
                <a:gd name="T37" fmla="*/ 3 h 82"/>
                <a:gd name="T38" fmla="*/ 2 w 6"/>
                <a:gd name="T39" fmla="*/ 9 h 82"/>
                <a:gd name="T40" fmla="*/ 2 w 6"/>
                <a:gd name="T41" fmla="*/ 9 h 82"/>
                <a:gd name="T42" fmla="*/ 2 w 6"/>
                <a:gd name="T43" fmla="*/ 10 h 82"/>
                <a:gd name="T44" fmla="*/ 2 w 6"/>
                <a:gd name="T45" fmla="*/ 18 h 82"/>
                <a:gd name="T46" fmla="*/ 3 w 6"/>
                <a:gd name="T47" fmla="*/ 32 h 82"/>
                <a:gd name="T48" fmla="*/ 3 w 6"/>
                <a:gd name="T49" fmla="*/ 37 h 82"/>
                <a:gd name="T50" fmla="*/ 3 w 6"/>
                <a:gd name="T51" fmla="*/ 26 h 82"/>
                <a:gd name="T52" fmla="*/ 3 w 6"/>
                <a:gd name="T53" fmla="*/ 12 h 82"/>
                <a:gd name="T54" fmla="*/ 3 w 6"/>
                <a:gd name="T55" fmla="*/ 6 h 82"/>
                <a:gd name="T56" fmla="*/ 3 w 6"/>
                <a:gd name="T57" fmla="*/ 8 h 82"/>
                <a:gd name="T58" fmla="*/ 4 w 6"/>
                <a:gd name="T59" fmla="*/ 17 h 82"/>
                <a:gd name="T60" fmla="*/ 4 w 6"/>
                <a:gd name="T61" fmla="*/ 23 h 82"/>
                <a:gd name="T62" fmla="*/ 4 w 6"/>
                <a:gd name="T63" fmla="*/ 27 h 82"/>
                <a:gd name="T64" fmla="*/ 4 w 6"/>
                <a:gd name="T65" fmla="*/ 37 h 82"/>
                <a:gd name="T66" fmla="*/ 4 w 6"/>
                <a:gd name="T67" fmla="*/ 43 h 82"/>
                <a:gd name="T68" fmla="*/ 4 w 6"/>
                <a:gd name="T69" fmla="*/ 42 h 82"/>
                <a:gd name="T70" fmla="*/ 4 w 6"/>
                <a:gd name="T71" fmla="*/ 43 h 82"/>
                <a:gd name="T72" fmla="*/ 4 w 6"/>
                <a:gd name="T73" fmla="*/ 41 h 82"/>
                <a:gd name="T74" fmla="*/ 4 w 6"/>
                <a:gd name="T75" fmla="*/ 30 h 82"/>
                <a:gd name="T76" fmla="*/ 5 w 6"/>
                <a:gd name="T77" fmla="*/ 18 h 82"/>
                <a:gd name="T78" fmla="*/ 5 w 6"/>
                <a:gd name="T79" fmla="*/ 19 h 82"/>
                <a:gd name="T80" fmla="*/ 5 w 6"/>
                <a:gd name="T81" fmla="*/ 31 h 82"/>
                <a:gd name="T82" fmla="*/ 5 w 6"/>
                <a:gd name="T83" fmla="*/ 32 h 82"/>
                <a:gd name="T84" fmla="*/ 5 w 6"/>
                <a:gd name="T85" fmla="*/ 20 h 82"/>
                <a:gd name="T86" fmla="*/ 5 w 6"/>
                <a:gd name="T87" fmla="*/ 24 h 82"/>
                <a:gd name="T88" fmla="*/ 6 w 6"/>
                <a:gd name="T89" fmla="*/ 38 h 82"/>
                <a:gd name="T90" fmla="*/ 6 w 6"/>
                <a:gd name="T91" fmla="*/ 47 h 82"/>
                <a:gd name="T92" fmla="*/ 6 w 6"/>
                <a:gd name="T93" fmla="*/ 60 h 82"/>
                <a:gd name="T94" fmla="*/ 6 w 6"/>
                <a:gd name="T95" fmla="*/ 76 h 82"/>
                <a:gd name="T96" fmla="*/ 6 w 6"/>
                <a:gd name="T97" fmla="*/ 82 h 82"/>
                <a:gd name="T98" fmla="*/ 6 w 6"/>
                <a:gd name="T99" fmla="*/ 80 h 82"/>
                <a:gd name="T100" fmla="*/ 6 w 6"/>
                <a:gd name="T101" fmla="*/ 75 h 82"/>
                <a:gd name="T102" fmla="*/ 6 w 6"/>
                <a:gd name="T103" fmla="*/ 63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2">
                  <a:moveTo>
                    <a:pt x="0" y="37"/>
                  </a:moveTo>
                  <a:lnTo>
                    <a:pt x="0" y="26"/>
                  </a:lnTo>
                  <a:lnTo>
                    <a:pt x="0" y="11"/>
                  </a:lnTo>
                  <a:lnTo>
                    <a:pt x="0" y="5"/>
                  </a:lnTo>
                  <a:lnTo>
                    <a:pt x="0" y="8"/>
                  </a:lnTo>
                  <a:lnTo>
                    <a:pt x="1" y="11"/>
                  </a:lnTo>
                  <a:lnTo>
                    <a:pt x="1" y="16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4"/>
                  </a:lnTo>
                  <a:lnTo>
                    <a:pt x="1" y="21"/>
                  </a:lnTo>
                  <a:lnTo>
                    <a:pt x="1" y="18"/>
                  </a:lnTo>
                  <a:lnTo>
                    <a:pt x="1" y="12"/>
                  </a:lnTo>
                  <a:lnTo>
                    <a:pt x="1" y="6"/>
                  </a:lnTo>
                  <a:lnTo>
                    <a:pt x="2" y="9"/>
                  </a:lnTo>
                  <a:lnTo>
                    <a:pt x="2" y="15"/>
                  </a:lnTo>
                  <a:lnTo>
                    <a:pt x="2" y="9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8"/>
                  </a:lnTo>
                  <a:lnTo>
                    <a:pt x="3" y="32"/>
                  </a:lnTo>
                  <a:lnTo>
                    <a:pt x="3" y="37"/>
                  </a:lnTo>
                  <a:lnTo>
                    <a:pt x="3" y="26"/>
                  </a:lnTo>
                  <a:lnTo>
                    <a:pt x="3" y="12"/>
                  </a:lnTo>
                  <a:lnTo>
                    <a:pt x="3" y="6"/>
                  </a:lnTo>
                  <a:lnTo>
                    <a:pt x="3" y="8"/>
                  </a:lnTo>
                  <a:lnTo>
                    <a:pt x="4" y="17"/>
                  </a:lnTo>
                  <a:lnTo>
                    <a:pt x="4" y="23"/>
                  </a:lnTo>
                  <a:lnTo>
                    <a:pt x="4" y="27"/>
                  </a:lnTo>
                  <a:lnTo>
                    <a:pt x="4" y="37"/>
                  </a:lnTo>
                  <a:lnTo>
                    <a:pt x="4" y="43"/>
                  </a:lnTo>
                  <a:lnTo>
                    <a:pt x="4" y="42"/>
                  </a:lnTo>
                  <a:lnTo>
                    <a:pt x="4" y="43"/>
                  </a:lnTo>
                  <a:lnTo>
                    <a:pt x="4" y="41"/>
                  </a:lnTo>
                  <a:lnTo>
                    <a:pt x="4" y="30"/>
                  </a:lnTo>
                  <a:lnTo>
                    <a:pt x="5" y="18"/>
                  </a:lnTo>
                  <a:lnTo>
                    <a:pt x="5" y="19"/>
                  </a:lnTo>
                  <a:lnTo>
                    <a:pt x="5" y="31"/>
                  </a:lnTo>
                  <a:lnTo>
                    <a:pt x="5" y="32"/>
                  </a:lnTo>
                  <a:lnTo>
                    <a:pt x="5" y="20"/>
                  </a:lnTo>
                  <a:lnTo>
                    <a:pt x="5" y="24"/>
                  </a:lnTo>
                  <a:lnTo>
                    <a:pt x="6" y="38"/>
                  </a:lnTo>
                  <a:lnTo>
                    <a:pt x="6" y="47"/>
                  </a:lnTo>
                  <a:lnTo>
                    <a:pt x="6" y="60"/>
                  </a:lnTo>
                  <a:lnTo>
                    <a:pt x="6" y="76"/>
                  </a:lnTo>
                  <a:lnTo>
                    <a:pt x="6" y="82"/>
                  </a:lnTo>
                  <a:lnTo>
                    <a:pt x="6" y="80"/>
                  </a:lnTo>
                  <a:lnTo>
                    <a:pt x="6" y="75"/>
                  </a:lnTo>
                  <a:lnTo>
                    <a:pt x="6" y="6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3" name="Freeform 1074"/>
            <p:cNvSpPr/>
            <p:nvPr/>
          </p:nvSpPr>
          <p:spPr bwMode="auto">
            <a:xfrm>
              <a:off x="4311650" y="4640263"/>
              <a:ext cx="9525" cy="196850"/>
            </a:xfrm>
            <a:custGeom>
              <a:avLst/>
              <a:gdLst>
                <a:gd name="T0" fmla="*/ 0 w 6"/>
                <a:gd name="T1" fmla="*/ 80 h 124"/>
                <a:gd name="T2" fmla="*/ 0 w 6"/>
                <a:gd name="T3" fmla="*/ 68 h 124"/>
                <a:gd name="T4" fmla="*/ 0 w 6"/>
                <a:gd name="T5" fmla="*/ 56 h 124"/>
                <a:gd name="T6" fmla="*/ 1 w 6"/>
                <a:gd name="T7" fmla="*/ 53 h 124"/>
                <a:gd name="T8" fmla="*/ 1 w 6"/>
                <a:gd name="T9" fmla="*/ 55 h 124"/>
                <a:gd name="T10" fmla="*/ 1 w 6"/>
                <a:gd name="T11" fmla="*/ 40 h 124"/>
                <a:gd name="T12" fmla="*/ 1 w 6"/>
                <a:gd name="T13" fmla="*/ 6 h 124"/>
                <a:gd name="T14" fmla="*/ 1 w 6"/>
                <a:gd name="T15" fmla="*/ 0 h 124"/>
                <a:gd name="T16" fmla="*/ 1 w 6"/>
                <a:gd name="T17" fmla="*/ 37 h 124"/>
                <a:gd name="T18" fmla="*/ 1 w 6"/>
                <a:gd name="T19" fmla="*/ 80 h 124"/>
                <a:gd name="T20" fmla="*/ 1 w 6"/>
                <a:gd name="T21" fmla="*/ 107 h 124"/>
                <a:gd name="T22" fmla="*/ 1 w 6"/>
                <a:gd name="T23" fmla="*/ 124 h 124"/>
                <a:gd name="T24" fmla="*/ 2 w 6"/>
                <a:gd name="T25" fmla="*/ 124 h 124"/>
                <a:gd name="T26" fmla="*/ 2 w 6"/>
                <a:gd name="T27" fmla="*/ 109 h 124"/>
                <a:gd name="T28" fmla="*/ 2 w 6"/>
                <a:gd name="T29" fmla="*/ 95 h 124"/>
                <a:gd name="T30" fmla="*/ 2 w 6"/>
                <a:gd name="T31" fmla="*/ 85 h 124"/>
                <a:gd name="T32" fmla="*/ 2 w 6"/>
                <a:gd name="T33" fmla="*/ 78 h 124"/>
                <a:gd name="T34" fmla="*/ 2 w 6"/>
                <a:gd name="T35" fmla="*/ 74 h 124"/>
                <a:gd name="T36" fmla="*/ 3 w 6"/>
                <a:gd name="T37" fmla="*/ 73 h 124"/>
                <a:gd name="T38" fmla="*/ 3 w 6"/>
                <a:gd name="T39" fmla="*/ 74 h 124"/>
                <a:gd name="T40" fmla="*/ 3 w 6"/>
                <a:gd name="T41" fmla="*/ 75 h 124"/>
                <a:gd name="T42" fmla="*/ 3 w 6"/>
                <a:gd name="T43" fmla="*/ 77 h 124"/>
                <a:gd name="T44" fmla="*/ 3 w 6"/>
                <a:gd name="T45" fmla="*/ 86 h 124"/>
                <a:gd name="T46" fmla="*/ 3 w 6"/>
                <a:gd name="T47" fmla="*/ 98 h 124"/>
                <a:gd name="T48" fmla="*/ 3 w 6"/>
                <a:gd name="T49" fmla="*/ 96 h 124"/>
                <a:gd name="T50" fmla="*/ 3 w 6"/>
                <a:gd name="T51" fmla="*/ 82 h 124"/>
                <a:gd name="T52" fmla="*/ 3 w 6"/>
                <a:gd name="T53" fmla="*/ 86 h 124"/>
                <a:gd name="T54" fmla="*/ 3 w 6"/>
                <a:gd name="T55" fmla="*/ 101 h 124"/>
                <a:gd name="T56" fmla="*/ 4 w 6"/>
                <a:gd name="T57" fmla="*/ 95 h 124"/>
                <a:gd name="T58" fmla="*/ 4 w 6"/>
                <a:gd name="T59" fmla="*/ 80 h 124"/>
                <a:gd name="T60" fmla="*/ 4 w 6"/>
                <a:gd name="T61" fmla="*/ 82 h 124"/>
                <a:gd name="T62" fmla="*/ 4 w 6"/>
                <a:gd name="T63" fmla="*/ 76 h 124"/>
                <a:gd name="T64" fmla="*/ 4 w 6"/>
                <a:gd name="T65" fmla="*/ 55 h 124"/>
                <a:gd name="T66" fmla="*/ 4 w 6"/>
                <a:gd name="T67" fmla="*/ 50 h 124"/>
                <a:gd name="T68" fmla="*/ 5 w 6"/>
                <a:gd name="T69" fmla="*/ 63 h 124"/>
                <a:gd name="T70" fmla="*/ 5 w 6"/>
                <a:gd name="T71" fmla="*/ 66 h 124"/>
                <a:gd name="T72" fmla="*/ 5 w 6"/>
                <a:gd name="T73" fmla="*/ 60 h 124"/>
                <a:gd name="T74" fmla="*/ 5 w 6"/>
                <a:gd name="T75" fmla="*/ 68 h 124"/>
                <a:gd name="T76" fmla="*/ 5 w 6"/>
                <a:gd name="T77" fmla="*/ 92 h 124"/>
                <a:gd name="T78" fmla="*/ 5 w 6"/>
                <a:gd name="T79" fmla="*/ 111 h 124"/>
                <a:gd name="T80" fmla="*/ 5 w 6"/>
                <a:gd name="T81" fmla="*/ 105 h 124"/>
                <a:gd name="T82" fmla="*/ 5 w 6"/>
                <a:gd name="T83" fmla="*/ 77 h 124"/>
                <a:gd name="T84" fmla="*/ 5 w 6"/>
                <a:gd name="T85" fmla="*/ 44 h 124"/>
                <a:gd name="T86" fmla="*/ 6 w 6"/>
                <a:gd name="T87" fmla="*/ 28 h 124"/>
                <a:gd name="T88" fmla="*/ 6 w 6"/>
                <a:gd name="T89" fmla="*/ 34 h 124"/>
                <a:gd name="T90" fmla="*/ 6 w 6"/>
                <a:gd name="T91" fmla="*/ 47 h 124"/>
                <a:gd name="T92" fmla="*/ 6 w 6"/>
                <a:gd name="T93" fmla="*/ 55 h 124"/>
                <a:gd name="T94" fmla="*/ 6 w 6"/>
                <a:gd name="T95" fmla="*/ 62 h 124"/>
                <a:gd name="T96" fmla="*/ 6 w 6"/>
                <a:gd name="T97" fmla="*/ 70 h 124"/>
                <a:gd name="T98" fmla="*/ 6 w 6"/>
                <a:gd name="T99" fmla="*/ 70 h 124"/>
                <a:gd name="T100" fmla="*/ 6 w 6"/>
                <a:gd name="T101" fmla="*/ 61 h 124"/>
                <a:gd name="T102" fmla="*/ 6 w 6"/>
                <a:gd name="T103" fmla="*/ 53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24">
                  <a:moveTo>
                    <a:pt x="0" y="80"/>
                  </a:moveTo>
                  <a:lnTo>
                    <a:pt x="0" y="68"/>
                  </a:lnTo>
                  <a:lnTo>
                    <a:pt x="0" y="56"/>
                  </a:lnTo>
                  <a:lnTo>
                    <a:pt x="1" y="53"/>
                  </a:lnTo>
                  <a:lnTo>
                    <a:pt x="1" y="55"/>
                  </a:lnTo>
                  <a:lnTo>
                    <a:pt x="1" y="40"/>
                  </a:lnTo>
                  <a:lnTo>
                    <a:pt x="1" y="6"/>
                  </a:lnTo>
                  <a:lnTo>
                    <a:pt x="1" y="0"/>
                  </a:lnTo>
                  <a:lnTo>
                    <a:pt x="1" y="37"/>
                  </a:lnTo>
                  <a:lnTo>
                    <a:pt x="1" y="80"/>
                  </a:lnTo>
                  <a:lnTo>
                    <a:pt x="1" y="107"/>
                  </a:lnTo>
                  <a:lnTo>
                    <a:pt x="1" y="124"/>
                  </a:lnTo>
                  <a:lnTo>
                    <a:pt x="2" y="124"/>
                  </a:lnTo>
                  <a:lnTo>
                    <a:pt x="2" y="109"/>
                  </a:lnTo>
                  <a:lnTo>
                    <a:pt x="2" y="95"/>
                  </a:lnTo>
                  <a:lnTo>
                    <a:pt x="2" y="85"/>
                  </a:lnTo>
                  <a:lnTo>
                    <a:pt x="2" y="78"/>
                  </a:lnTo>
                  <a:lnTo>
                    <a:pt x="2" y="74"/>
                  </a:lnTo>
                  <a:lnTo>
                    <a:pt x="3" y="73"/>
                  </a:lnTo>
                  <a:lnTo>
                    <a:pt x="3" y="74"/>
                  </a:lnTo>
                  <a:lnTo>
                    <a:pt x="3" y="75"/>
                  </a:lnTo>
                  <a:lnTo>
                    <a:pt x="3" y="77"/>
                  </a:lnTo>
                  <a:lnTo>
                    <a:pt x="3" y="86"/>
                  </a:lnTo>
                  <a:lnTo>
                    <a:pt x="3" y="98"/>
                  </a:lnTo>
                  <a:lnTo>
                    <a:pt x="3" y="96"/>
                  </a:lnTo>
                  <a:lnTo>
                    <a:pt x="3" y="82"/>
                  </a:lnTo>
                  <a:lnTo>
                    <a:pt x="3" y="86"/>
                  </a:lnTo>
                  <a:lnTo>
                    <a:pt x="3" y="101"/>
                  </a:lnTo>
                  <a:lnTo>
                    <a:pt x="4" y="95"/>
                  </a:lnTo>
                  <a:lnTo>
                    <a:pt x="4" y="80"/>
                  </a:lnTo>
                  <a:lnTo>
                    <a:pt x="4" y="82"/>
                  </a:lnTo>
                  <a:lnTo>
                    <a:pt x="4" y="76"/>
                  </a:lnTo>
                  <a:lnTo>
                    <a:pt x="4" y="55"/>
                  </a:lnTo>
                  <a:lnTo>
                    <a:pt x="4" y="50"/>
                  </a:lnTo>
                  <a:lnTo>
                    <a:pt x="5" y="63"/>
                  </a:lnTo>
                  <a:lnTo>
                    <a:pt x="5" y="66"/>
                  </a:lnTo>
                  <a:lnTo>
                    <a:pt x="5" y="60"/>
                  </a:lnTo>
                  <a:lnTo>
                    <a:pt x="5" y="68"/>
                  </a:lnTo>
                  <a:lnTo>
                    <a:pt x="5" y="92"/>
                  </a:lnTo>
                  <a:lnTo>
                    <a:pt x="5" y="111"/>
                  </a:lnTo>
                  <a:lnTo>
                    <a:pt x="5" y="105"/>
                  </a:lnTo>
                  <a:lnTo>
                    <a:pt x="5" y="77"/>
                  </a:lnTo>
                  <a:lnTo>
                    <a:pt x="5" y="44"/>
                  </a:lnTo>
                  <a:lnTo>
                    <a:pt x="6" y="28"/>
                  </a:lnTo>
                  <a:lnTo>
                    <a:pt x="6" y="34"/>
                  </a:lnTo>
                  <a:lnTo>
                    <a:pt x="6" y="47"/>
                  </a:lnTo>
                  <a:lnTo>
                    <a:pt x="6" y="55"/>
                  </a:lnTo>
                  <a:lnTo>
                    <a:pt x="6" y="62"/>
                  </a:lnTo>
                  <a:lnTo>
                    <a:pt x="6" y="70"/>
                  </a:lnTo>
                  <a:lnTo>
                    <a:pt x="6" y="70"/>
                  </a:lnTo>
                  <a:lnTo>
                    <a:pt x="6" y="61"/>
                  </a:lnTo>
                  <a:lnTo>
                    <a:pt x="6" y="5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4" name="Freeform 1075"/>
            <p:cNvSpPr/>
            <p:nvPr/>
          </p:nvSpPr>
          <p:spPr bwMode="auto">
            <a:xfrm>
              <a:off x="4321175" y="4587876"/>
              <a:ext cx="11113" cy="152400"/>
            </a:xfrm>
            <a:custGeom>
              <a:avLst/>
              <a:gdLst>
                <a:gd name="T0" fmla="*/ 0 w 7"/>
                <a:gd name="T1" fmla="*/ 94 h 96"/>
                <a:gd name="T2" fmla="*/ 0 w 7"/>
                <a:gd name="T3" fmla="*/ 86 h 96"/>
                <a:gd name="T4" fmla="*/ 1 w 7"/>
                <a:gd name="T5" fmla="*/ 88 h 96"/>
                <a:gd name="T6" fmla="*/ 1 w 7"/>
                <a:gd name="T7" fmla="*/ 93 h 96"/>
                <a:gd name="T8" fmla="*/ 1 w 7"/>
                <a:gd name="T9" fmla="*/ 73 h 96"/>
                <a:gd name="T10" fmla="*/ 1 w 7"/>
                <a:gd name="T11" fmla="*/ 29 h 96"/>
                <a:gd name="T12" fmla="*/ 1 w 7"/>
                <a:gd name="T13" fmla="*/ 0 h 96"/>
                <a:gd name="T14" fmla="*/ 1 w 7"/>
                <a:gd name="T15" fmla="*/ 8 h 96"/>
                <a:gd name="T16" fmla="*/ 2 w 7"/>
                <a:gd name="T17" fmla="*/ 36 h 96"/>
                <a:gd name="T18" fmla="*/ 2 w 7"/>
                <a:gd name="T19" fmla="*/ 66 h 96"/>
                <a:gd name="T20" fmla="*/ 2 w 7"/>
                <a:gd name="T21" fmla="*/ 87 h 96"/>
                <a:gd name="T22" fmla="*/ 2 w 7"/>
                <a:gd name="T23" fmla="*/ 96 h 96"/>
                <a:gd name="T24" fmla="*/ 2 w 7"/>
                <a:gd name="T25" fmla="*/ 93 h 96"/>
                <a:gd name="T26" fmla="*/ 2 w 7"/>
                <a:gd name="T27" fmla="*/ 81 h 96"/>
                <a:gd name="T28" fmla="*/ 2 w 7"/>
                <a:gd name="T29" fmla="*/ 64 h 96"/>
                <a:gd name="T30" fmla="*/ 2 w 7"/>
                <a:gd name="T31" fmla="*/ 49 h 96"/>
                <a:gd name="T32" fmla="*/ 2 w 7"/>
                <a:gd name="T33" fmla="*/ 51 h 96"/>
                <a:gd name="T34" fmla="*/ 3 w 7"/>
                <a:gd name="T35" fmla="*/ 62 h 96"/>
                <a:gd name="T36" fmla="*/ 3 w 7"/>
                <a:gd name="T37" fmla="*/ 64 h 96"/>
                <a:gd name="T38" fmla="*/ 3 w 7"/>
                <a:gd name="T39" fmla="*/ 57 h 96"/>
                <a:gd name="T40" fmla="*/ 3 w 7"/>
                <a:gd name="T41" fmla="*/ 46 h 96"/>
                <a:gd name="T42" fmla="*/ 3 w 7"/>
                <a:gd name="T43" fmla="*/ 41 h 96"/>
                <a:gd name="T44" fmla="*/ 3 w 7"/>
                <a:gd name="T45" fmla="*/ 55 h 96"/>
                <a:gd name="T46" fmla="*/ 4 w 7"/>
                <a:gd name="T47" fmla="*/ 71 h 96"/>
                <a:gd name="T48" fmla="*/ 4 w 7"/>
                <a:gd name="T49" fmla="*/ 69 h 96"/>
                <a:gd name="T50" fmla="*/ 4 w 7"/>
                <a:gd name="T51" fmla="*/ 62 h 96"/>
                <a:gd name="T52" fmla="*/ 4 w 7"/>
                <a:gd name="T53" fmla="*/ 66 h 96"/>
                <a:gd name="T54" fmla="*/ 4 w 7"/>
                <a:gd name="T55" fmla="*/ 72 h 96"/>
                <a:gd name="T56" fmla="*/ 4 w 7"/>
                <a:gd name="T57" fmla="*/ 63 h 96"/>
                <a:gd name="T58" fmla="*/ 4 w 7"/>
                <a:gd name="T59" fmla="*/ 41 h 96"/>
                <a:gd name="T60" fmla="*/ 4 w 7"/>
                <a:gd name="T61" fmla="*/ 25 h 96"/>
                <a:gd name="T62" fmla="*/ 4 w 7"/>
                <a:gd name="T63" fmla="*/ 40 h 96"/>
                <a:gd name="T64" fmla="*/ 5 w 7"/>
                <a:gd name="T65" fmla="*/ 65 h 96"/>
                <a:gd name="T66" fmla="*/ 5 w 7"/>
                <a:gd name="T67" fmla="*/ 75 h 96"/>
                <a:gd name="T68" fmla="*/ 5 w 7"/>
                <a:gd name="T69" fmla="*/ 80 h 96"/>
                <a:gd name="T70" fmla="*/ 5 w 7"/>
                <a:gd name="T71" fmla="*/ 89 h 96"/>
                <a:gd name="T72" fmla="*/ 5 w 7"/>
                <a:gd name="T73" fmla="*/ 88 h 96"/>
                <a:gd name="T74" fmla="*/ 5 w 7"/>
                <a:gd name="T75" fmla="*/ 71 h 96"/>
                <a:gd name="T76" fmla="*/ 5 w 7"/>
                <a:gd name="T77" fmla="*/ 44 h 96"/>
                <a:gd name="T78" fmla="*/ 5 w 7"/>
                <a:gd name="T79" fmla="*/ 33 h 96"/>
                <a:gd name="T80" fmla="*/ 5 w 7"/>
                <a:gd name="T81" fmla="*/ 54 h 96"/>
                <a:gd name="T82" fmla="*/ 5 w 7"/>
                <a:gd name="T83" fmla="*/ 83 h 96"/>
                <a:gd name="T84" fmla="*/ 6 w 7"/>
                <a:gd name="T85" fmla="*/ 90 h 96"/>
                <a:gd name="T86" fmla="*/ 6 w 7"/>
                <a:gd name="T87" fmla="*/ 79 h 96"/>
                <a:gd name="T88" fmla="*/ 6 w 7"/>
                <a:gd name="T89" fmla="*/ 72 h 96"/>
                <a:gd name="T90" fmla="*/ 6 w 7"/>
                <a:gd name="T91" fmla="*/ 78 h 96"/>
                <a:gd name="T92" fmla="*/ 6 w 7"/>
                <a:gd name="T93" fmla="*/ 86 h 96"/>
                <a:gd name="T94" fmla="*/ 6 w 7"/>
                <a:gd name="T95" fmla="*/ 78 h 96"/>
                <a:gd name="T96" fmla="*/ 7 w 7"/>
                <a:gd name="T97" fmla="*/ 65 h 96"/>
                <a:gd name="T98" fmla="*/ 7 w 7"/>
                <a:gd name="T99" fmla="*/ 67 h 96"/>
                <a:gd name="T100" fmla="*/ 7 w 7"/>
                <a:gd name="T101" fmla="*/ 73 h 96"/>
                <a:gd name="T102" fmla="*/ 7 w 7"/>
                <a:gd name="T103" fmla="*/ 6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6">
                  <a:moveTo>
                    <a:pt x="0" y="94"/>
                  </a:moveTo>
                  <a:lnTo>
                    <a:pt x="0" y="86"/>
                  </a:lnTo>
                  <a:lnTo>
                    <a:pt x="1" y="88"/>
                  </a:lnTo>
                  <a:lnTo>
                    <a:pt x="1" y="93"/>
                  </a:lnTo>
                  <a:lnTo>
                    <a:pt x="1" y="73"/>
                  </a:lnTo>
                  <a:lnTo>
                    <a:pt x="1" y="29"/>
                  </a:lnTo>
                  <a:lnTo>
                    <a:pt x="1" y="0"/>
                  </a:lnTo>
                  <a:lnTo>
                    <a:pt x="1" y="8"/>
                  </a:lnTo>
                  <a:lnTo>
                    <a:pt x="2" y="36"/>
                  </a:lnTo>
                  <a:lnTo>
                    <a:pt x="2" y="66"/>
                  </a:lnTo>
                  <a:lnTo>
                    <a:pt x="2" y="87"/>
                  </a:lnTo>
                  <a:lnTo>
                    <a:pt x="2" y="96"/>
                  </a:lnTo>
                  <a:lnTo>
                    <a:pt x="2" y="93"/>
                  </a:lnTo>
                  <a:lnTo>
                    <a:pt x="2" y="81"/>
                  </a:lnTo>
                  <a:lnTo>
                    <a:pt x="2" y="64"/>
                  </a:lnTo>
                  <a:lnTo>
                    <a:pt x="2" y="49"/>
                  </a:lnTo>
                  <a:lnTo>
                    <a:pt x="2" y="51"/>
                  </a:lnTo>
                  <a:lnTo>
                    <a:pt x="3" y="62"/>
                  </a:lnTo>
                  <a:lnTo>
                    <a:pt x="3" y="64"/>
                  </a:lnTo>
                  <a:lnTo>
                    <a:pt x="3" y="57"/>
                  </a:lnTo>
                  <a:lnTo>
                    <a:pt x="3" y="46"/>
                  </a:lnTo>
                  <a:lnTo>
                    <a:pt x="3" y="41"/>
                  </a:lnTo>
                  <a:lnTo>
                    <a:pt x="3" y="55"/>
                  </a:lnTo>
                  <a:lnTo>
                    <a:pt x="4" y="71"/>
                  </a:lnTo>
                  <a:lnTo>
                    <a:pt x="4" y="69"/>
                  </a:lnTo>
                  <a:lnTo>
                    <a:pt x="4" y="62"/>
                  </a:lnTo>
                  <a:lnTo>
                    <a:pt x="4" y="66"/>
                  </a:lnTo>
                  <a:lnTo>
                    <a:pt x="4" y="72"/>
                  </a:lnTo>
                  <a:lnTo>
                    <a:pt x="4" y="63"/>
                  </a:lnTo>
                  <a:lnTo>
                    <a:pt x="4" y="41"/>
                  </a:lnTo>
                  <a:lnTo>
                    <a:pt x="4" y="25"/>
                  </a:lnTo>
                  <a:lnTo>
                    <a:pt x="4" y="40"/>
                  </a:lnTo>
                  <a:lnTo>
                    <a:pt x="5" y="65"/>
                  </a:lnTo>
                  <a:lnTo>
                    <a:pt x="5" y="75"/>
                  </a:lnTo>
                  <a:lnTo>
                    <a:pt x="5" y="80"/>
                  </a:lnTo>
                  <a:lnTo>
                    <a:pt x="5" y="89"/>
                  </a:lnTo>
                  <a:lnTo>
                    <a:pt x="5" y="88"/>
                  </a:lnTo>
                  <a:lnTo>
                    <a:pt x="5" y="71"/>
                  </a:lnTo>
                  <a:lnTo>
                    <a:pt x="5" y="44"/>
                  </a:lnTo>
                  <a:lnTo>
                    <a:pt x="5" y="33"/>
                  </a:lnTo>
                  <a:lnTo>
                    <a:pt x="5" y="54"/>
                  </a:lnTo>
                  <a:lnTo>
                    <a:pt x="5" y="83"/>
                  </a:lnTo>
                  <a:lnTo>
                    <a:pt x="6" y="90"/>
                  </a:lnTo>
                  <a:lnTo>
                    <a:pt x="6" y="79"/>
                  </a:lnTo>
                  <a:lnTo>
                    <a:pt x="6" y="72"/>
                  </a:lnTo>
                  <a:lnTo>
                    <a:pt x="6" y="78"/>
                  </a:lnTo>
                  <a:lnTo>
                    <a:pt x="6" y="86"/>
                  </a:lnTo>
                  <a:lnTo>
                    <a:pt x="6" y="78"/>
                  </a:lnTo>
                  <a:lnTo>
                    <a:pt x="7" y="65"/>
                  </a:lnTo>
                  <a:lnTo>
                    <a:pt x="7" y="67"/>
                  </a:lnTo>
                  <a:lnTo>
                    <a:pt x="7" y="73"/>
                  </a:lnTo>
                  <a:lnTo>
                    <a:pt x="7" y="6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5" name="Freeform 1076"/>
            <p:cNvSpPr/>
            <p:nvPr/>
          </p:nvSpPr>
          <p:spPr bwMode="auto">
            <a:xfrm>
              <a:off x="4332288" y="4618038"/>
              <a:ext cx="9525" cy="144463"/>
            </a:xfrm>
            <a:custGeom>
              <a:avLst/>
              <a:gdLst>
                <a:gd name="T0" fmla="*/ 0 w 6"/>
                <a:gd name="T1" fmla="*/ 54 h 91"/>
                <a:gd name="T2" fmla="*/ 0 w 6"/>
                <a:gd name="T3" fmla="*/ 43 h 91"/>
                <a:gd name="T4" fmla="*/ 0 w 6"/>
                <a:gd name="T5" fmla="*/ 24 h 91"/>
                <a:gd name="T6" fmla="*/ 0 w 6"/>
                <a:gd name="T7" fmla="*/ 20 h 91"/>
                <a:gd name="T8" fmla="*/ 0 w 6"/>
                <a:gd name="T9" fmla="*/ 44 h 91"/>
                <a:gd name="T10" fmla="*/ 0 w 6"/>
                <a:gd name="T11" fmla="*/ 78 h 91"/>
                <a:gd name="T12" fmla="*/ 0 w 6"/>
                <a:gd name="T13" fmla="*/ 91 h 91"/>
                <a:gd name="T14" fmla="*/ 1 w 6"/>
                <a:gd name="T15" fmla="*/ 83 h 91"/>
                <a:gd name="T16" fmla="*/ 1 w 6"/>
                <a:gd name="T17" fmla="*/ 75 h 91"/>
                <a:gd name="T18" fmla="*/ 1 w 6"/>
                <a:gd name="T19" fmla="*/ 60 h 91"/>
                <a:gd name="T20" fmla="*/ 1 w 6"/>
                <a:gd name="T21" fmla="*/ 25 h 91"/>
                <a:gd name="T22" fmla="*/ 1 w 6"/>
                <a:gd name="T23" fmla="*/ 0 h 91"/>
                <a:gd name="T24" fmla="*/ 1 w 6"/>
                <a:gd name="T25" fmla="*/ 11 h 91"/>
                <a:gd name="T26" fmla="*/ 2 w 6"/>
                <a:gd name="T27" fmla="*/ 43 h 91"/>
                <a:gd name="T28" fmla="*/ 2 w 6"/>
                <a:gd name="T29" fmla="*/ 67 h 91"/>
                <a:gd name="T30" fmla="*/ 2 w 6"/>
                <a:gd name="T31" fmla="*/ 75 h 91"/>
                <a:gd name="T32" fmla="*/ 2 w 6"/>
                <a:gd name="T33" fmla="*/ 71 h 91"/>
                <a:gd name="T34" fmla="*/ 2 w 6"/>
                <a:gd name="T35" fmla="*/ 57 h 91"/>
                <a:gd name="T36" fmla="*/ 2 w 6"/>
                <a:gd name="T37" fmla="*/ 47 h 91"/>
                <a:gd name="T38" fmla="*/ 2 w 6"/>
                <a:gd name="T39" fmla="*/ 57 h 91"/>
                <a:gd name="T40" fmla="*/ 2 w 6"/>
                <a:gd name="T41" fmla="*/ 75 h 91"/>
                <a:gd name="T42" fmla="*/ 2 w 6"/>
                <a:gd name="T43" fmla="*/ 84 h 91"/>
                <a:gd name="T44" fmla="*/ 3 w 6"/>
                <a:gd name="T45" fmla="*/ 79 h 91"/>
                <a:gd name="T46" fmla="*/ 3 w 6"/>
                <a:gd name="T47" fmla="*/ 70 h 91"/>
                <a:gd name="T48" fmla="*/ 3 w 6"/>
                <a:gd name="T49" fmla="*/ 53 h 91"/>
                <a:gd name="T50" fmla="*/ 3 w 6"/>
                <a:gd name="T51" fmla="*/ 37 h 91"/>
                <a:gd name="T52" fmla="*/ 3 w 6"/>
                <a:gd name="T53" fmla="*/ 37 h 91"/>
                <a:gd name="T54" fmla="*/ 3 w 6"/>
                <a:gd name="T55" fmla="*/ 49 h 91"/>
                <a:gd name="T56" fmla="*/ 3 w 6"/>
                <a:gd name="T57" fmla="*/ 58 h 91"/>
                <a:gd name="T58" fmla="*/ 3 w 6"/>
                <a:gd name="T59" fmla="*/ 64 h 91"/>
                <a:gd name="T60" fmla="*/ 3 w 6"/>
                <a:gd name="T61" fmla="*/ 72 h 91"/>
                <a:gd name="T62" fmla="*/ 4 w 6"/>
                <a:gd name="T63" fmla="*/ 78 h 91"/>
                <a:gd name="T64" fmla="*/ 4 w 6"/>
                <a:gd name="T65" fmla="*/ 76 h 91"/>
                <a:gd name="T66" fmla="*/ 4 w 6"/>
                <a:gd name="T67" fmla="*/ 72 h 91"/>
                <a:gd name="T68" fmla="*/ 4 w 6"/>
                <a:gd name="T69" fmla="*/ 72 h 91"/>
                <a:gd name="T70" fmla="*/ 4 w 6"/>
                <a:gd name="T71" fmla="*/ 76 h 91"/>
                <a:gd name="T72" fmla="*/ 4 w 6"/>
                <a:gd name="T73" fmla="*/ 70 h 91"/>
                <a:gd name="T74" fmla="*/ 5 w 6"/>
                <a:gd name="T75" fmla="*/ 55 h 91"/>
                <a:gd name="T76" fmla="*/ 5 w 6"/>
                <a:gd name="T77" fmla="*/ 52 h 91"/>
                <a:gd name="T78" fmla="*/ 5 w 6"/>
                <a:gd name="T79" fmla="*/ 60 h 91"/>
                <a:gd name="T80" fmla="*/ 5 w 6"/>
                <a:gd name="T81" fmla="*/ 57 h 91"/>
                <a:gd name="T82" fmla="*/ 5 w 6"/>
                <a:gd name="T83" fmla="*/ 47 h 91"/>
                <a:gd name="T84" fmla="*/ 5 w 6"/>
                <a:gd name="T85" fmla="*/ 52 h 91"/>
                <a:gd name="T86" fmla="*/ 5 w 6"/>
                <a:gd name="T87" fmla="*/ 73 h 91"/>
                <a:gd name="T88" fmla="*/ 5 w 6"/>
                <a:gd name="T89" fmla="*/ 89 h 91"/>
                <a:gd name="T90" fmla="*/ 5 w 6"/>
                <a:gd name="T91" fmla="*/ 86 h 91"/>
                <a:gd name="T92" fmla="*/ 6 w 6"/>
                <a:gd name="T93" fmla="*/ 74 h 91"/>
                <a:gd name="T94" fmla="*/ 6 w 6"/>
                <a:gd name="T95" fmla="*/ 67 h 91"/>
                <a:gd name="T96" fmla="*/ 6 w 6"/>
                <a:gd name="T97" fmla="*/ 59 h 91"/>
                <a:gd name="T98" fmla="*/ 6 w 6"/>
                <a:gd name="T99" fmla="*/ 42 h 91"/>
                <a:gd name="T100" fmla="*/ 6 w 6"/>
                <a:gd name="T101" fmla="*/ 28 h 91"/>
                <a:gd name="T102" fmla="*/ 6 w 6"/>
                <a:gd name="T103" fmla="*/ 3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1">
                  <a:moveTo>
                    <a:pt x="0" y="54"/>
                  </a:moveTo>
                  <a:lnTo>
                    <a:pt x="0" y="43"/>
                  </a:lnTo>
                  <a:lnTo>
                    <a:pt x="0" y="24"/>
                  </a:lnTo>
                  <a:lnTo>
                    <a:pt x="0" y="20"/>
                  </a:lnTo>
                  <a:lnTo>
                    <a:pt x="0" y="44"/>
                  </a:lnTo>
                  <a:lnTo>
                    <a:pt x="0" y="78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60"/>
                  </a:lnTo>
                  <a:lnTo>
                    <a:pt x="1" y="25"/>
                  </a:lnTo>
                  <a:lnTo>
                    <a:pt x="1" y="0"/>
                  </a:lnTo>
                  <a:lnTo>
                    <a:pt x="1" y="11"/>
                  </a:lnTo>
                  <a:lnTo>
                    <a:pt x="2" y="43"/>
                  </a:lnTo>
                  <a:lnTo>
                    <a:pt x="2" y="67"/>
                  </a:lnTo>
                  <a:lnTo>
                    <a:pt x="2" y="75"/>
                  </a:lnTo>
                  <a:lnTo>
                    <a:pt x="2" y="71"/>
                  </a:lnTo>
                  <a:lnTo>
                    <a:pt x="2" y="57"/>
                  </a:lnTo>
                  <a:lnTo>
                    <a:pt x="2" y="47"/>
                  </a:lnTo>
                  <a:lnTo>
                    <a:pt x="2" y="57"/>
                  </a:lnTo>
                  <a:lnTo>
                    <a:pt x="2" y="75"/>
                  </a:lnTo>
                  <a:lnTo>
                    <a:pt x="2" y="84"/>
                  </a:lnTo>
                  <a:lnTo>
                    <a:pt x="3" y="79"/>
                  </a:lnTo>
                  <a:lnTo>
                    <a:pt x="3" y="70"/>
                  </a:lnTo>
                  <a:lnTo>
                    <a:pt x="3" y="53"/>
                  </a:lnTo>
                  <a:lnTo>
                    <a:pt x="3" y="37"/>
                  </a:lnTo>
                  <a:lnTo>
                    <a:pt x="3" y="37"/>
                  </a:lnTo>
                  <a:lnTo>
                    <a:pt x="3" y="49"/>
                  </a:lnTo>
                  <a:lnTo>
                    <a:pt x="3" y="58"/>
                  </a:lnTo>
                  <a:lnTo>
                    <a:pt x="3" y="64"/>
                  </a:lnTo>
                  <a:lnTo>
                    <a:pt x="3" y="72"/>
                  </a:lnTo>
                  <a:lnTo>
                    <a:pt x="4" y="78"/>
                  </a:lnTo>
                  <a:lnTo>
                    <a:pt x="4" y="76"/>
                  </a:lnTo>
                  <a:lnTo>
                    <a:pt x="4" y="72"/>
                  </a:lnTo>
                  <a:lnTo>
                    <a:pt x="4" y="72"/>
                  </a:lnTo>
                  <a:lnTo>
                    <a:pt x="4" y="76"/>
                  </a:lnTo>
                  <a:lnTo>
                    <a:pt x="4" y="70"/>
                  </a:lnTo>
                  <a:lnTo>
                    <a:pt x="5" y="55"/>
                  </a:lnTo>
                  <a:lnTo>
                    <a:pt x="5" y="52"/>
                  </a:lnTo>
                  <a:lnTo>
                    <a:pt x="5" y="60"/>
                  </a:lnTo>
                  <a:lnTo>
                    <a:pt x="5" y="57"/>
                  </a:lnTo>
                  <a:lnTo>
                    <a:pt x="5" y="47"/>
                  </a:lnTo>
                  <a:lnTo>
                    <a:pt x="5" y="52"/>
                  </a:lnTo>
                  <a:lnTo>
                    <a:pt x="5" y="73"/>
                  </a:lnTo>
                  <a:lnTo>
                    <a:pt x="5" y="89"/>
                  </a:lnTo>
                  <a:lnTo>
                    <a:pt x="5" y="86"/>
                  </a:lnTo>
                  <a:lnTo>
                    <a:pt x="6" y="74"/>
                  </a:lnTo>
                  <a:lnTo>
                    <a:pt x="6" y="67"/>
                  </a:lnTo>
                  <a:lnTo>
                    <a:pt x="6" y="59"/>
                  </a:lnTo>
                  <a:lnTo>
                    <a:pt x="6" y="42"/>
                  </a:lnTo>
                  <a:lnTo>
                    <a:pt x="6" y="28"/>
                  </a:lnTo>
                  <a:lnTo>
                    <a:pt x="6" y="3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6" name="Freeform 1077"/>
            <p:cNvSpPr/>
            <p:nvPr/>
          </p:nvSpPr>
          <p:spPr bwMode="auto">
            <a:xfrm>
              <a:off x="4341813" y="4643438"/>
              <a:ext cx="11113" cy="111125"/>
            </a:xfrm>
            <a:custGeom>
              <a:avLst/>
              <a:gdLst>
                <a:gd name="T0" fmla="*/ 0 w 7"/>
                <a:gd name="T1" fmla="*/ 12 h 70"/>
                <a:gd name="T2" fmla="*/ 0 w 7"/>
                <a:gd name="T3" fmla="*/ 18 h 70"/>
                <a:gd name="T4" fmla="*/ 1 w 7"/>
                <a:gd name="T5" fmla="*/ 39 h 70"/>
                <a:gd name="T6" fmla="*/ 1 w 7"/>
                <a:gd name="T7" fmla="*/ 54 h 70"/>
                <a:gd name="T8" fmla="*/ 1 w 7"/>
                <a:gd name="T9" fmla="*/ 53 h 70"/>
                <a:gd name="T10" fmla="*/ 1 w 7"/>
                <a:gd name="T11" fmla="*/ 48 h 70"/>
                <a:gd name="T12" fmla="*/ 1 w 7"/>
                <a:gd name="T13" fmla="*/ 48 h 70"/>
                <a:gd name="T14" fmla="*/ 1 w 7"/>
                <a:gd name="T15" fmla="*/ 48 h 70"/>
                <a:gd name="T16" fmla="*/ 1 w 7"/>
                <a:gd name="T17" fmla="*/ 41 h 70"/>
                <a:gd name="T18" fmla="*/ 1 w 7"/>
                <a:gd name="T19" fmla="*/ 31 h 70"/>
                <a:gd name="T20" fmla="*/ 1 w 7"/>
                <a:gd name="T21" fmla="*/ 27 h 70"/>
                <a:gd name="T22" fmla="*/ 1 w 7"/>
                <a:gd name="T23" fmla="*/ 30 h 70"/>
                <a:gd name="T24" fmla="*/ 2 w 7"/>
                <a:gd name="T25" fmla="*/ 30 h 70"/>
                <a:gd name="T26" fmla="*/ 2 w 7"/>
                <a:gd name="T27" fmla="*/ 23 h 70"/>
                <a:gd name="T28" fmla="*/ 2 w 7"/>
                <a:gd name="T29" fmla="*/ 17 h 70"/>
                <a:gd name="T30" fmla="*/ 2 w 7"/>
                <a:gd name="T31" fmla="*/ 27 h 70"/>
                <a:gd name="T32" fmla="*/ 2 w 7"/>
                <a:gd name="T33" fmla="*/ 56 h 70"/>
                <a:gd name="T34" fmla="*/ 2 w 7"/>
                <a:gd name="T35" fmla="*/ 70 h 70"/>
                <a:gd name="T36" fmla="*/ 2 w 7"/>
                <a:gd name="T37" fmla="*/ 53 h 70"/>
                <a:gd name="T38" fmla="*/ 2 w 7"/>
                <a:gd name="T39" fmla="*/ 44 h 70"/>
                <a:gd name="T40" fmla="*/ 2 w 7"/>
                <a:gd name="T41" fmla="*/ 59 h 70"/>
                <a:gd name="T42" fmla="*/ 3 w 7"/>
                <a:gd name="T43" fmla="*/ 56 h 70"/>
                <a:gd name="T44" fmla="*/ 3 w 7"/>
                <a:gd name="T45" fmla="*/ 23 h 70"/>
                <a:gd name="T46" fmla="*/ 3 w 7"/>
                <a:gd name="T47" fmla="*/ 1 h 70"/>
                <a:gd name="T48" fmla="*/ 3 w 7"/>
                <a:gd name="T49" fmla="*/ 0 h 70"/>
                <a:gd name="T50" fmla="*/ 3 w 7"/>
                <a:gd name="T51" fmla="*/ 7 h 70"/>
                <a:gd name="T52" fmla="*/ 3 w 7"/>
                <a:gd name="T53" fmla="*/ 12 h 70"/>
                <a:gd name="T54" fmla="*/ 4 w 7"/>
                <a:gd name="T55" fmla="*/ 12 h 70"/>
                <a:gd name="T56" fmla="*/ 4 w 7"/>
                <a:gd name="T57" fmla="*/ 20 h 70"/>
                <a:gd name="T58" fmla="*/ 4 w 7"/>
                <a:gd name="T59" fmla="*/ 39 h 70"/>
                <a:gd name="T60" fmla="*/ 4 w 7"/>
                <a:gd name="T61" fmla="*/ 50 h 70"/>
                <a:gd name="T62" fmla="*/ 4 w 7"/>
                <a:gd name="T63" fmla="*/ 43 h 70"/>
                <a:gd name="T64" fmla="*/ 4 w 7"/>
                <a:gd name="T65" fmla="*/ 33 h 70"/>
                <a:gd name="T66" fmla="*/ 4 w 7"/>
                <a:gd name="T67" fmla="*/ 40 h 70"/>
                <a:gd name="T68" fmla="*/ 4 w 7"/>
                <a:gd name="T69" fmla="*/ 51 h 70"/>
                <a:gd name="T70" fmla="*/ 4 w 7"/>
                <a:gd name="T71" fmla="*/ 39 h 70"/>
                <a:gd name="T72" fmla="*/ 5 w 7"/>
                <a:gd name="T73" fmla="*/ 16 h 70"/>
                <a:gd name="T74" fmla="*/ 5 w 7"/>
                <a:gd name="T75" fmla="*/ 14 h 70"/>
                <a:gd name="T76" fmla="*/ 5 w 7"/>
                <a:gd name="T77" fmla="*/ 28 h 70"/>
                <a:gd name="T78" fmla="*/ 5 w 7"/>
                <a:gd name="T79" fmla="*/ 39 h 70"/>
                <a:gd name="T80" fmla="*/ 5 w 7"/>
                <a:gd name="T81" fmla="*/ 47 h 70"/>
                <a:gd name="T82" fmla="*/ 5 w 7"/>
                <a:gd name="T83" fmla="*/ 44 h 70"/>
                <a:gd name="T84" fmla="*/ 6 w 7"/>
                <a:gd name="T85" fmla="*/ 37 h 70"/>
                <a:gd name="T86" fmla="*/ 6 w 7"/>
                <a:gd name="T87" fmla="*/ 42 h 70"/>
                <a:gd name="T88" fmla="*/ 6 w 7"/>
                <a:gd name="T89" fmla="*/ 51 h 70"/>
                <a:gd name="T90" fmla="*/ 6 w 7"/>
                <a:gd name="T91" fmla="*/ 48 h 70"/>
                <a:gd name="T92" fmla="*/ 6 w 7"/>
                <a:gd name="T93" fmla="*/ 42 h 70"/>
                <a:gd name="T94" fmla="*/ 6 w 7"/>
                <a:gd name="T95" fmla="*/ 38 h 70"/>
                <a:gd name="T96" fmla="*/ 6 w 7"/>
                <a:gd name="T97" fmla="*/ 28 h 70"/>
                <a:gd name="T98" fmla="*/ 6 w 7"/>
                <a:gd name="T99" fmla="*/ 17 h 70"/>
                <a:gd name="T100" fmla="*/ 6 w 7"/>
                <a:gd name="T101" fmla="*/ 18 h 70"/>
                <a:gd name="T102" fmla="*/ 7 w 7"/>
                <a:gd name="T103" fmla="*/ 3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0">
                  <a:moveTo>
                    <a:pt x="0" y="12"/>
                  </a:moveTo>
                  <a:lnTo>
                    <a:pt x="0" y="18"/>
                  </a:lnTo>
                  <a:lnTo>
                    <a:pt x="1" y="39"/>
                  </a:lnTo>
                  <a:lnTo>
                    <a:pt x="1" y="54"/>
                  </a:lnTo>
                  <a:lnTo>
                    <a:pt x="1" y="53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41"/>
                  </a:lnTo>
                  <a:lnTo>
                    <a:pt x="1" y="31"/>
                  </a:lnTo>
                  <a:lnTo>
                    <a:pt x="1" y="27"/>
                  </a:lnTo>
                  <a:lnTo>
                    <a:pt x="1" y="30"/>
                  </a:lnTo>
                  <a:lnTo>
                    <a:pt x="2" y="30"/>
                  </a:lnTo>
                  <a:lnTo>
                    <a:pt x="2" y="23"/>
                  </a:lnTo>
                  <a:lnTo>
                    <a:pt x="2" y="17"/>
                  </a:lnTo>
                  <a:lnTo>
                    <a:pt x="2" y="27"/>
                  </a:lnTo>
                  <a:lnTo>
                    <a:pt x="2" y="56"/>
                  </a:lnTo>
                  <a:lnTo>
                    <a:pt x="2" y="70"/>
                  </a:lnTo>
                  <a:lnTo>
                    <a:pt x="2" y="53"/>
                  </a:lnTo>
                  <a:lnTo>
                    <a:pt x="2" y="44"/>
                  </a:lnTo>
                  <a:lnTo>
                    <a:pt x="2" y="59"/>
                  </a:lnTo>
                  <a:lnTo>
                    <a:pt x="3" y="56"/>
                  </a:lnTo>
                  <a:lnTo>
                    <a:pt x="3" y="23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7"/>
                  </a:lnTo>
                  <a:lnTo>
                    <a:pt x="3" y="12"/>
                  </a:lnTo>
                  <a:lnTo>
                    <a:pt x="4" y="12"/>
                  </a:lnTo>
                  <a:lnTo>
                    <a:pt x="4" y="20"/>
                  </a:lnTo>
                  <a:lnTo>
                    <a:pt x="4" y="39"/>
                  </a:lnTo>
                  <a:lnTo>
                    <a:pt x="4" y="50"/>
                  </a:lnTo>
                  <a:lnTo>
                    <a:pt x="4" y="43"/>
                  </a:lnTo>
                  <a:lnTo>
                    <a:pt x="4" y="33"/>
                  </a:lnTo>
                  <a:lnTo>
                    <a:pt x="4" y="40"/>
                  </a:lnTo>
                  <a:lnTo>
                    <a:pt x="4" y="51"/>
                  </a:lnTo>
                  <a:lnTo>
                    <a:pt x="4" y="39"/>
                  </a:lnTo>
                  <a:lnTo>
                    <a:pt x="5" y="16"/>
                  </a:lnTo>
                  <a:lnTo>
                    <a:pt x="5" y="14"/>
                  </a:lnTo>
                  <a:lnTo>
                    <a:pt x="5" y="28"/>
                  </a:lnTo>
                  <a:lnTo>
                    <a:pt x="5" y="39"/>
                  </a:lnTo>
                  <a:lnTo>
                    <a:pt x="5" y="47"/>
                  </a:lnTo>
                  <a:lnTo>
                    <a:pt x="5" y="44"/>
                  </a:lnTo>
                  <a:lnTo>
                    <a:pt x="6" y="37"/>
                  </a:lnTo>
                  <a:lnTo>
                    <a:pt x="6" y="42"/>
                  </a:lnTo>
                  <a:lnTo>
                    <a:pt x="6" y="51"/>
                  </a:lnTo>
                  <a:lnTo>
                    <a:pt x="6" y="48"/>
                  </a:lnTo>
                  <a:lnTo>
                    <a:pt x="6" y="42"/>
                  </a:lnTo>
                  <a:lnTo>
                    <a:pt x="6" y="38"/>
                  </a:lnTo>
                  <a:lnTo>
                    <a:pt x="6" y="28"/>
                  </a:lnTo>
                  <a:lnTo>
                    <a:pt x="6" y="17"/>
                  </a:lnTo>
                  <a:lnTo>
                    <a:pt x="6" y="18"/>
                  </a:lnTo>
                  <a:lnTo>
                    <a:pt x="7" y="3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7" name="Freeform 1078"/>
            <p:cNvSpPr/>
            <p:nvPr/>
          </p:nvSpPr>
          <p:spPr bwMode="auto">
            <a:xfrm>
              <a:off x="4351338" y="4672013"/>
              <a:ext cx="11113" cy="114300"/>
            </a:xfrm>
            <a:custGeom>
              <a:avLst/>
              <a:gdLst>
                <a:gd name="T0" fmla="*/ 0 w 7"/>
                <a:gd name="T1" fmla="*/ 0 h 72"/>
                <a:gd name="T2" fmla="*/ 1 w 7"/>
                <a:gd name="T3" fmla="*/ 21 h 72"/>
                <a:gd name="T4" fmla="*/ 1 w 7"/>
                <a:gd name="T5" fmla="*/ 51 h 72"/>
                <a:gd name="T6" fmla="*/ 1 w 7"/>
                <a:gd name="T7" fmla="*/ 57 h 72"/>
                <a:gd name="T8" fmla="*/ 1 w 7"/>
                <a:gd name="T9" fmla="*/ 44 h 72"/>
                <a:gd name="T10" fmla="*/ 1 w 7"/>
                <a:gd name="T11" fmla="*/ 41 h 72"/>
                <a:gd name="T12" fmla="*/ 1 w 7"/>
                <a:gd name="T13" fmla="*/ 47 h 72"/>
                <a:gd name="T14" fmla="*/ 1 w 7"/>
                <a:gd name="T15" fmla="*/ 43 h 72"/>
                <a:gd name="T16" fmla="*/ 1 w 7"/>
                <a:gd name="T17" fmla="*/ 33 h 72"/>
                <a:gd name="T18" fmla="*/ 1 w 7"/>
                <a:gd name="T19" fmla="*/ 28 h 72"/>
                <a:gd name="T20" fmla="*/ 2 w 7"/>
                <a:gd name="T21" fmla="*/ 26 h 72"/>
                <a:gd name="T22" fmla="*/ 2 w 7"/>
                <a:gd name="T23" fmla="*/ 21 h 72"/>
                <a:gd name="T24" fmla="*/ 2 w 7"/>
                <a:gd name="T25" fmla="*/ 10 h 72"/>
                <a:gd name="T26" fmla="*/ 2 w 7"/>
                <a:gd name="T27" fmla="*/ 9 h 72"/>
                <a:gd name="T28" fmla="*/ 2 w 7"/>
                <a:gd name="T29" fmla="*/ 23 h 72"/>
                <a:gd name="T30" fmla="*/ 2 w 7"/>
                <a:gd name="T31" fmla="*/ 38 h 72"/>
                <a:gd name="T32" fmla="*/ 3 w 7"/>
                <a:gd name="T33" fmla="*/ 38 h 72"/>
                <a:gd name="T34" fmla="*/ 3 w 7"/>
                <a:gd name="T35" fmla="*/ 33 h 72"/>
                <a:gd name="T36" fmla="*/ 3 w 7"/>
                <a:gd name="T37" fmla="*/ 41 h 72"/>
                <a:gd name="T38" fmla="*/ 3 w 7"/>
                <a:gd name="T39" fmla="*/ 60 h 72"/>
                <a:gd name="T40" fmla="*/ 3 w 7"/>
                <a:gd name="T41" fmla="*/ 72 h 72"/>
                <a:gd name="T42" fmla="*/ 3 w 7"/>
                <a:gd name="T43" fmla="*/ 68 h 72"/>
                <a:gd name="T44" fmla="*/ 3 w 7"/>
                <a:gd name="T45" fmla="*/ 52 h 72"/>
                <a:gd name="T46" fmla="*/ 3 w 7"/>
                <a:gd name="T47" fmla="*/ 38 h 72"/>
                <a:gd name="T48" fmla="*/ 3 w 7"/>
                <a:gd name="T49" fmla="*/ 35 h 72"/>
                <a:gd name="T50" fmla="*/ 3 w 7"/>
                <a:gd name="T51" fmla="*/ 35 h 72"/>
                <a:gd name="T52" fmla="*/ 4 w 7"/>
                <a:gd name="T53" fmla="*/ 34 h 72"/>
                <a:gd name="T54" fmla="*/ 4 w 7"/>
                <a:gd name="T55" fmla="*/ 37 h 72"/>
                <a:gd name="T56" fmla="*/ 4 w 7"/>
                <a:gd name="T57" fmla="*/ 47 h 72"/>
                <a:gd name="T58" fmla="*/ 4 w 7"/>
                <a:gd name="T59" fmla="*/ 54 h 72"/>
                <a:gd name="T60" fmla="*/ 4 w 7"/>
                <a:gd name="T61" fmla="*/ 55 h 72"/>
                <a:gd name="T62" fmla="*/ 4 w 7"/>
                <a:gd name="T63" fmla="*/ 49 h 72"/>
                <a:gd name="T64" fmla="*/ 5 w 7"/>
                <a:gd name="T65" fmla="*/ 41 h 72"/>
                <a:gd name="T66" fmla="*/ 5 w 7"/>
                <a:gd name="T67" fmla="*/ 37 h 72"/>
                <a:gd name="T68" fmla="*/ 5 w 7"/>
                <a:gd name="T69" fmla="*/ 44 h 72"/>
                <a:gd name="T70" fmla="*/ 5 w 7"/>
                <a:gd name="T71" fmla="*/ 54 h 72"/>
                <a:gd name="T72" fmla="*/ 5 w 7"/>
                <a:gd name="T73" fmla="*/ 58 h 72"/>
                <a:gd name="T74" fmla="*/ 5 w 7"/>
                <a:gd name="T75" fmla="*/ 59 h 72"/>
                <a:gd name="T76" fmla="*/ 5 w 7"/>
                <a:gd name="T77" fmla="*/ 62 h 72"/>
                <a:gd name="T78" fmla="*/ 5 w 7"/>
                <a:gd name="T79" fmla="*/ 55 h 72"/>
                <a:gd name="T80" fmla="*/ 5 w 7"/>
                <a:gd name="T81" fmla="*/ 41 h 72"/>
                <a:gd name="T82" fmla="*/ 6 w 7"/>
                <a:gd name="T83" fmla="*/ 37 h 72"/>
                <a:gd name="T84" fmla="*/ 6 w 7"/>
                <a:gd name="T85" fmla="*/ 42 h 72"/>
                <a:gd name="T86" fmla="*/ 6 w 7"/>
                <a:gd name="T87" fmla="*/ 48 h 72"/>
                <a:gd name="T88" fmla="*/ 6 w 7"/>
                <a:gd name="T89" fmla="*/ 58 h 72"/>
                <a:gd name="T90" fmla="*/ 6 w 7"/>
                <a:gd name="T91" fmla="*/ 69 h 72"/>
                <a:gd name="T92" fmla="*/ 6 w 7"/>
                <a:gd name="T93" fmla="*/ 65 h 72"/>
                <a:gd name="T94" fmla="*/ 6 w 7"/>
                <a:gd name="T95" fmla="*/ 45 h 72"/>
                <a:gd name="T96" fmla="*/ 6 w 7"/>
                <a:gd name="T97" fmla="*/ 30 h 72"/>
                <a:gd name="T98" fmla="*/ 6 w 7"/>
                <a:gd name="T99" fmla="*/ 36 h 72"/>
                <a:gd name="T100" fmla="*/ 7 w 7"/>
                <a:gd name="T101" fmla="*/ 46 h 72"/>
                <a:gd name="T102" fmla="*/ 7 w 7"/>
                <a:gd name="T103" fmla="*/ 3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2">
                  <a:moveTo>
                    <a:pt x="0" y="0"/>
                  </a:moveTo>
                  <a:lnTo>
                    <a:pt x="1" y="21"/>
                  </a:lnTo>
                  <a:lnTo>
                    <a:pt x="1" y="51"/>
                  </a:lnTo>
                  <a:lnTo>
                    <a:pt x="1" y="57"/>
                  </a:lnTo>
                  <a:lnTo>
                    <a:pt x="1" y="44"/>
                  </a:lnTo>
                  <a:lnTo>
                    <a:pt x="1" y="41"/>
                  </a:lnTo>
                  <a:lnTo>
                    <a:pt x="1" y="47"/>
                  </a:lnTo>
                  <a:lnTo>
                    <a:pt x="1" y="43"/>
                  </a:lnTo>
                  <a:lnTo>
                    <a:pt x="1" y="33"/>
                  </a:lnTo>
                  <a:lnTo>
                    <a:pt x="1" y="28"/>
                  </a:lnTo>
                  <a:lnTo>
                    <a:pt x="2" y="26"/>
                  </a:lnTo>
                  <a:lnTo>
                    <a:pt x="2" y="21"/>
                  </a:lnTo>
                  <a:lnTo>
                    <a:pt x="2" y="10"/>
                  </a:lnTo>
                  <a:lnTo>
                    <a:pt x="2" y="9"/>
                  </a:lnTo>
                  <a:lnTo>
                    <a:pt x="2" y="23"/>
                  </a:lnTo>
                  <a:lnTo>
                    <a:pt x="2" y="38"/>
                  </a:lnTo>
                  <a:lnTo>
                    <a:pt x="3" y="38"/>
                  </a:lnTo>
                  <a:lnTo>
                    <a:pt x="3" y="33"/>
                  </a:lnTo>
                  <a:lnTo>
                    <a:pt x="3" y="41"/>
                  </a:lnTo>
                  <a:lnTo>
                    <a:pt x="3" y="60"/>
                  </a:lnTo>
                  <a:lnTo>
                    <a:pt x="3" y="72"/>
                  </a:lnTo>
                  <a:lnTo>
                    <a:pt x="3" y="68"/>
                  </a:lnTo>
                  <a:lnTo>
                    <a:pt x="3" y="52"/>
                  </a:lnTo>
                  <a:lnTo>
                    <a:pt x="3" y="38"/>
                  </a:lnTo>
                  <a:lnTo>
                    <a:pt x="3" y="35"/>
                  </a:lnTo>
                  <a:lnTo>
                    <a:pt x="3" y="35"/>
                  </a:lnTo>
                  <a:lnTo>
                    <a:pt x="4" y="34"/>
                  </a:lnTo>
                  <a:lnTo>
                    <a:pt x="4" y="37"/>
                  </a:lnTo>
                  <a:lnTo>
                    <a:pt x="4" y="47"/>
                  </a:lnTo>
                  <a:lnTo>
                    <a:pt x="4" y="54"/>
                  </a:lnTo>
                  <a:lnTo>
                    <a:pt x="4" y="55"/>
                  </a:lnTo>
                  <a:lnTo>
                    <a:pt x="4" y="49"/>
                  </a:lnTo>
                  <a:lnTo>
                    <a:pt x="5" y="41"/>
                  </a:lnTo>
                  <a:lnTo>
                    <a:pt x="5" y="37"/>
                  </a:lnTo>
                  <a:lnTo>
                    <a:pt x="5" y="44"/>
                  </a:lnTo>
                  <a:lnTo>
                    <a:pt x="5" y="54"/>
                  </a:lnTo>
                  <a:lnTo>
                    <a:pt x="5" y="58"/>
                  </a:lnTo>
                  <a:lnTo>
                    <a:pt x="5" y="59"/>
                  </a:lnTo>
                  <a:lnTo>
                    <a:pt x="5" y="62"/>
                  </a:lnTo>
                  <a:lnTo>
                    <a:pt x="5" y="55"/>
                  </a:lnTo>
                  <a:lnTo>
                    <a:pt x="5" y="41"/>
                  </a:lnTo>
                  <a:lnTo>
                    <a:pt x="6" y="37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6" y="58"/>
                  </a:lnTo>
                  <a:lnTo>
                    <a:pt x="6" y="69"/>
                  </a:lnTo>
                  <a:lnTo>
                    <a:pt x="6" y="65"/>
                  </a:lnTo>
                  <a:lnTo>
                    <a:pt x="6" y="45"/>
                  </a:lnTo>
                  <a:lnTo>
                    <a:pt x="6" y="30"/>
                  </a:lnTo>
                  <a:lnTo>
                    <a:pt x="6" y="36"/>
                  </a:lnTo>
                  <a:lnTo>
                    <a:pt x="7" y="46"/>
                  </a:lnTo>
                  <a:lnTo>
                    <a:pt x="7" y="3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8" name="Freeform 1079"/>
            <p:cNvSpPr/>
            <p:nvPr/>
          </p:nvSpPr>
          <p:spPr bwMode="auto">
            <a:xfrm>
              <a:off x="4362450" y="4611688"/>
              <a:ext cx="9525" cy="173038"/>
            </a:xfrm>
            <a:custGeom>
              <a:avLst/>
              <a:gdLst>
                <a:gd name="T0" fmla="*/ 0 w 6"/>
                <a:gd name="T1" fmla="*/ 84 h 109"/>
                <a:gd name="T2" fmla="*/ 0 w 6"/>
                <a:gd name="T3" fmla="*/ 76 h 109"/>
                <a:gd name="T4" fmla="*/ 0 w 6"/>
                <a:gd name="T5" fmla="*/ 66 h 109"/>
                <a:gd name="T6" fmla="*/ 0 w 6"/>
                <a:gd name="T7" fmla="*/ 71 h 109"/>
                <a:gd name="T8" fmla="*/ 0 w 6"/>
                <a:gd name="T9" fmla="*/ 79 h 109"/>
                <a:gd name="T10" fmla="*/ 0 w 6"/>
                <a:gd name="T11" fmla="*/ 71 h 109"/>
                <a:gd name="T12" fmla="*/ 1 w 6"/>
                <a:gd name="T13" fmla="*/ 62 h 109"/>
                <a:gd name="T14" fmla="*/ 1 w 6"/>
                <a:gd name="T15" fmla="*/ 75 h 109"/>
                <a:gd name="T16" fmla="*/ 1 w 6"/>
                <a:gd name="T17" fmla="*/ 101 h 109"/>
                <a:gd name="T18" fmla="*/ 1 w 6"/>
                <a:gd name="T19" fmla="*/ 109 h 109"/>
                <a:gd name="T20" fmla="*/ 1 w 6"/>
                <a:gd name="T21" fmla="*/ 94 h 109"/>
                <a:gd name="T22" fmla="*/ 1 w 6"/>
                <a:gd name="T23" fmla="*/ 66 h 109"/>
                <a:gd name="T24" fmla="*/ 1 w 6"/>
                <a:gd name="T25" fmla="*/ 29 h 109"/>
                <a:gd name="T26" fmla="*/ 1 w 6"/>
                <a:gd name="T27" fmla="*/ 0 h 109"/>
                <a:gd name="T28" fmla="*/ 1 w 6"/>
                <a:gd name="T29" fmla="*/ 4 h 109"/>
                <a:gd name="T30" fmla="*/ 2 w 6"/>
                <a:gd name="T31" fmla="*/ 26 h 109"/>
                <a:gd name="T32" fmla="*/ 2 w 6"/>
                <a:gd name="T33" fmla="*/ 46 h 109"/>
                <a:gd name="T34" fmla="*/ 2 w 6"/>
                <a:gd name="T35" fmla="*/ 65 h 109"/>
                <a:gd name="T36" fmla="*/ 2 w 6"/>
                <a:gd name="T37" fmla="*/ 82 h 109"/>
                <a:gd name="T38" fmla="*/ 2 w 6"/>
                <a:gd name="T39" fmla="*/ 85 h 109"/>
                <a:gd name="T40" fmla="*/ 2 w 6"/>
                <a:gd name="T41" fmla="*/ 79 h 109"/>
                <a:gd name="T42" fmla="*/ 3 w 6"/>
                <a:gd name="T43" fmla="*/ 72 h 109"/>
                <a:gd name="T44" fmla="*/ 3 w 6"/>
                <a:gd name="T45" fmla="*/ 70 h 109"/>
                <a:gd name="T46" fmla="*/ 3 w 6"/>
                <a:gd name="T47" fmla="*/ 69 h 109"/>
                <a:gd name="T48" fmla="*/ 3 w 6"/>
                <a:gd name="T49" fmla="*/ 57 h 109"/>
                <a:gd name="T50" fmla="*/ 3 w 6"/>
                <a:gd name="T51" fmla="*/ 39 h 109"/>
                <a:gd name="T52" fmla="*/ 3 w 6"/>
                <a:gd name="T53" fmla="*/ 32 h 109"/>
                <a:gd name="T54" fmla="*/ 3 w 6"/>
                <a:gd name="T55" fmla="*/ 41 h 109"/>
                <a:gd name="T56" fmla="*/ 3 w 6"/>
                <a:gd name="T57" fmla="*/ 58 h 109"/>
                <a:gd name="T58" fmla="*/ 3 w 6"/>
                <a:gd name="T59" fmla="*/ 71 h 109"/>
                <a:gd name="T60" fmla="*/ 4 w 6"/>
                <a:gd name="T61" fmla="*/ 81 h 109"/>
                <a:gd name="T62" fmla="*/ 4 w 6"/>
                <a:gd name="T63" fmla="*/ 84 h 109"/>
                <a:gd name="T64" fmla="*/ 4 w 6"/>
                <a:gd name="T65" fmla="*/ 62 h 109"/>
                <a:gd name="T66" fmla="*/ 4 w 6"/>
                <a:gd name="T67" fmla="*/ 29 h 109"/>
                <a:gd name="T68" fmla="*/ 4 w 6"/>
                <a:gd name="T69" fmla="*/ 27 h 109"/>
                <a:gd name="T70" fmla="*/ 4 w 6"/>
                <a:gd name="T71" fmla="*/ 46 h 109"/>
                <a:gd name="T72" fmla="*/ 4 w 6"/>
                <a:gd name="T73" fmla="*/ 56 h 109"/>
                <a:gd name="T74" fmla="*/ 4 w 6"/>
                <a:gd name="T75" fmla="*/ 66 h 109"/>
                <a:gd name="T76" fmla="*/ 4 w 6"/>
                <a:gd name="T77" fmla="*/ 91 h 109"/>
                <a:gd name="T78" fmla="*/ 4 w 6"/>
                <a:gd name="T79" fmla="*/ 102 h 109"/>
                <a:gd name="T80" fmla="*/ 5 w 6"/>
                <a:gd name="T81" fmla="*/ 83 h 109"/>
                <a:gd name="T82" fmla="*/ 5 w 6"/>
                <a:gd name="T83" fmla="*/ 60 h 109"/>
                <a:gd name="T84" fmla="*/ 5 w 6"/>
                <a:gd name="T85" fmla="*/ 53 h 109"/>
                <a:gd name="T86" fmla="*/ 5 w 6"/>
                <a:gd name="T87" fmla="*/ 57 h 109"/>
                <a:gd name="T88" fmla="*/ 5 w 6"/>
                <a:gd name="T89" fmla="*/ 65 h 109"/>
                <a:gd name="T90" fmla="*/ 5 w 6"/>
                <a:gd name="T91" fmla="*/ 66 h 109"/>
                <a:gd name="T92" fmla="*/ 6 w 6"/>
                <a:gd name="T93" fmla="*/ 51 h 109"/>
                <a:gd name="T94" fmla="*/ 6 w 6"/>
                <a:gd name="T95" fmla="*/ 35 h 109"/>
                <a:gd name="T96" fmla="*/ 6 w 6"/>
                <a:gd name="T97" fmla="*/ 41 h 109"/>
                <a:gd name="T98" fmla="*/ 6 w 6"/>
                <a:gd name="T99" fmla="*/ 59 h 109"/>
                <a:gd name="T100" fmla="*/ 6 w 6"/>
                <a:gd name="T101" fmla="*/ 66 h 109"/>
                <a:gd name="T102" fmla="*/ 6 w 6"/>
                <a:gd name="T103" fmla="*/ 6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09">
                  <a:moveTo>
                    <a:pt x="0" y="84"/>
                  </a:moveTo>
                  <a:lnTo>
                    <a:pt x="0" y="76"/>
                  </a:lnTo>
                  <a:lnTo>
                    <a:pt x="0" y="66"/>
                  </a:lnTo>
                  <a:lnTo>
                    <a:pt x="0" y="71"/>
                  </a:lnTo>
                  <a:lnTo>
                    <a:pt x="0" y="79"/>
                  </a:lnTo>
                  <a:lnTo>
                    <a:pt x="0" y="71"/>
                  </a:lnTo>
                  <a:lnTo>
                    <a:pt x="1" y="62"/>
                  </a:lnTo>
                  <a:lnTo>
                    <a:pt x="1" y="75"/>
                  </a:lnTo>
                  <a:lnTo>
                    <a:pt x="1" y="101"/>
                  </a:lnTo>
                  <a:lnTo>
                    <a:pt x="1" y="109"/>
                  </a:lnTo>
                  <a:lnTo>
                    <a:pt x="1" y="94"/>
                  </a:lnTo>
                  <a:lnTo>
                    <a:pt x="1" y="66"/>
                  </a:lnTo>
                  <a:lnTo>
                    <a:pt x="1" y="29"/>
                  </a:lnTo>
                  <a:lnTo>
                    <a:pt x="1" y="0"/>
                  </a:lnTo>
                  <a:lnTo>
                    <a:pt x="1" y="4"/>
                  </a:lnTo>
                  <a:lnTo>
                    <a:pt x="2" y="26"/>
                  </a:lnTo>
                  <a:lnTo>
                    <a:pt x="2" y="46"/>
                  </a:lnTo>
                  <a:lnTo>
                    <a:pt x="2" y="65"/>
                  </a:lnTo>
                  <a:lnTo>
                    <a:pt x="2" y="82"/>
                  </a:lnTo>
                  <a:lnTo>
                    <a:pt x="2" y="85"/>
                  </a:lnTo>
                  <a:lnTo>
                    <a:pt x="2" y="79"/>
                  </a:lnTo>
                  <a:lnTo>
                    <a:pt x="3" y="72"/>
                  </a:lnTo>
                  <a:lnTo>
                    <a:pt x="3" y="70"/>
                  </a:lnTo>
                  <a:lnTo>
                    <a:pt x="3" y="69"/>
                  </a:lnTo>
                  <a:lnTo>
                    <a:pt x="3" y="57"/>
                  </a:lnTo>
                  <a:lnTo>
                    <a:pt x="3" y="39"/>
                  </a:lnTo>
                  <a:lnTo>
                    <a:pt x="3" y="32"/>
                  </a:lnTo>
                  <a:lnTo>
                    <a:pt x="3" y="41"/>
                  </a:lnTo>
                  <a:lnTo>
                    <a:pt x="3" y="58"/>
                  </a:lnTo>
                  <a:lnTo>
                    <a:pt x="3" y="71"/>
                  </a:lnTo>
                  <a:lnTo>
                    <a:pt x="4" y="81"/>
                  </a:lnTo>
                  <a:lnTo>
                    <a:pt x="4" y="84"/>
                  </a:lnTo>
                  <a:lnTo>
                    <a:pt x="4" y="62"/>
                  </a:lnTo>
                  <a:lnTo>
                    <a:pt x="4" y="29"/>
                  </a:lnTo>
                  <a:lnTo>
                    <a:pt x="4" y="27"/>
                  </a:lnTo>
                  <a:lnTo>
                    <a:pt x="4" y="46"/>
                  </a:lnTo>
                  <a:lnTo>
                    <a:pt x="4" y="56"/>
                  </a:lnTo>
                  <a:lnTo>
                    <a:pt x="4" y="66"/>
                  </a:lnTo>
                  <a:lnTo>
                    <a:pt x="4" y="91"/>
                  </a:lnTo>
                  <a:lnTo>
                    <a:pt x="4" y="102"/>
                  </a:lnTo>
                  <a:lnTo>
                    <a:pt x="5" y="83"/>
                  </a:lnTo>
                  <a:lnTo>
                    <a:pt x="5" y="60"/>
                  </a:lnTo>
                  <a:lnTo>
                    <a:pt x="5" y="53"/>
                  </a:lnTo>
                  <a:lnTo>
                    <a:pt x="5" y="57"/>
                  </a:lnTo>
                  <a:lnTo>
                    <a:pt x="5" y="65"/>
                  </a:lnTo>
                  <a:lnTo>
                    <a:pt x="5" y="66"/>
                  </a:lnTo>
                  <a:lnTo>
                    <a:pt x="6" y="51"/>
                  </a:lnTo>
                  <a:lnTo>
                    <a:pt x="6" y="35"/>
                  </a:lnTo>
                  <a:lnTo>
                    <a:pt x="6" y="41"/>
                  </a:lnTo>
                  <a:lnTo>
                    <a:pt x="6" y="59"/>
                  </a:lnTo>
                  <a:lnTo>
                    <a:pt x="6" y="66"/>
                  </a:lnTo>
                  <a:lnTo>
                    <a:pt x="6" y="6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9" name="Freeform 1080"/>
            <p:cNvSpPr/>
            <p:nvPr/>
          </p:nvSpPr>
          <p:spPr bwMode="auto">
            <a:xfrm>
              <a:off x="4371975" y="4629151"/>
              <a:ext cx="11113" cy="142875"/>
            </a:xfrm>
            <a:custGeom>
              <a:avLst/>
              <a:gdLst>
                <a:gd name="T0" fmla="*/ 0 w 7"/>
                <a:gd name="T1" fmla="*/ 55 h 90"/>
                <a:gd name="T2" fmla="*/ 0 w 7"/>
                <a:gd name="T3" fmla="*/ 52 h 90"/>
                <a:gd name="T4" fmla="*/ 0 w 7"/>
                <a:gd name="T5" fmla="*/ 56 h 90"/>
                <a:gd name="T6" fmla="*/ 0 w 7"/>
                <a:gd name="T7" fmla="*/ 58 h 90"/>
                <a:gd name="T8" fmla="*/ 0 w 7"/>
                <a:gd name="T9" fmla="*/ 51 h 90"/>
                <a:gd name="T10" fmla="*/ 1 w 7"/>
                <a:gd name="T11" fmla="*/ 49 h 90"/>
                <a:gd name="T12" fmla="*/ 1 w 7"/>
                <a:gd name="T13" fmla="*/ 51 h 90"/>
                <a:gd name="T14" fmla="*/ 1 w 7"/>
                <a:gd name="T15" fmla="*/ 49 h 90"/>
                <a:gd name="T16" fmla="*/ 1 w 7"/>
                <a:gd name="T17" fmla="*/ 47 h 90"/>
                <a:gd name="T18" fmla="*/ 1 w 7"/>
                <a:gd name="T19" fmla="*/ 49 h 90"/>
                <a:gd name="T20" fmla="*/ 1 w 7"/>
                <a:gd name="T21" fmla="*/ 43 h 90"/>
                <a:gd name="T22" fmla="*/ 2 w 7"/>
                <a:gd name="T23" fmla="*/ 33 h 90"/>
                <a:gd name="T24" fmla="*/ 2 w 7"/>
                <a:gd name="T25" fmla="*/ 42 h 90"/>
                <a:gd name="T26" fmla="*/ 2 w 7"/>
                <a:gd name="T27" fmla="*/ 67 h 90"/>
                <a:gd name="T28" fmla="*/ 2 w 7"/>
                <a:gd name="T29" fmla="*/ 73 h 90"/>
                <a:gd name="T30" fmla="*/ 2 w 7"/>
                <a:gd name="T31" fmla="*/ 52 h 90"/>
                <a:gd name="T32" fmla="*/ 2 w 7"/>
                <a:gd name="T33" fmla="*/ 40 h 90"/>
                <a:gd name="T34" fmla="*/ 2 w 7"/>
                <a:gd name="T35" fmla="*/ 48 h 90"/>
                <a:gd name="T36" fmla="*/ 2 w 7"/>
                <a:gd name="T37" fmla="*/ 50 h 90"/>
                <a:gd name="T38" fmla="*/ 2 w 7"/>
                <a:gd name="T39" fmla="*/ 48 h 90"/>
                <a:gd name="T40" fmla="*/ 3 w 7"/>
                <a:gd name="T41" fmla="*/ 53 h 90"/>
                <a:gd name="T42" fmla="*/ 3 w 7"/>
                <a:gd name="T43" fmla="*/ 44 h 90"/>
                <a:gd name="T44" fmla="*/ 3 w 7"/>
                <a:gd name="T45" fmla="*/ 28 h 90"/>
                <a:gd name="T46" fmla="*/ 3 w 7"/>
                <a:gd name="T47" fmla="*/ 36 h 90"/>
                <a:gd name="T48" fmla="*/ 3 w 7"/>
                <a:gd name="T49" fmla="*/ 62 h 90"/>
                <a:gd name="T50" fmla="*/ 3 w 7"/>
                <a:gd name="T51" fmla="*/ 78 h 90"/>
                <a:gd name="T52" fmla="*/ 3 w 7"/>
                <a:gd name="T53" fmla="*/ 86 h 90"/>
                <a:gd name="T54" fmla="*/ 3 w 7"/>
                <a:gd name="T55" fmla="*/ 90 h 90"/>
                <a:gd name="T56" fmla="*/ 3 w 7"/>
                <a:gd name="T57" fmla="*/ 79 h 90"/>
                <a:gd name="T58" fmla="*/ 4 w 7"/>
                <a:gd name="T59" fmla="*/ 53 h 90"/>
                <a:gd name="T60" fmla="*/ 4 w 7"/>
                <a:gd name="T61" fmla="*/ 24 h 90"/>
                <a:gd name="T62" fmla="*/ 4 w 7"/>
                <a:gd name="T63" fmla="*/ 0 h 90"/>
                <a:gd name="T64" fmla="*/ 4 w 7"/>
                <a:gd name="T65" fmla="*/ 1 h 90"/>
                <a:gd name="T66" fmla="*/ 4 w 7"/>
                <a:gd name="T67" fmla="*/ 32 h 90"/>
                <a:gd name="T68" fmla="*/ 4 w 7"/>
                <a:gd name="T69" fmla="*/ 60 h 90"/>
                <a:gd name="T70" fmla="*/ 5 w 7"/>
                <a:gd name="T71" fmla="*/ 63 h 90"/>
                <a:gd name="T72" fmla="*/ 5 w 7"/>
                <a:gd name="T73" fmla="*/ 57 h 90"/>
                <a:gd name="T74" fmla="*/ 5 w 7"/>
                <a:gd name="T75" fmla="*/ 62 h 90"/>
                <a:gd name="T76" fmla="*/ 5 w 7"/>
                <a:gd name="T77" fmla="*/ 68 h 90"/>
                <a:gd name="T78" fmla="*/ 5 w 7"/>
                <a:gd name="T79" fmla="*/ 68 h 90"/>
                <a:gd name="T80" fmla="*/ 5 w 7"/>
                <a:gd name="T81" fmla="*/ 68 h 90"/>
                <a:gd name="T82" fmla="*/ 5 w 7"/>
                <a:gd name="T83" fmla="*/ 71 h 90"/>
                <a:gd name="T84" fmla="*/ 5 w 7"/>
                <a:gd name="T85" fmla="*/ 63 h 90"/>
                <a:gd name="T86" fmla="*/ 5 w 7"/>
                <a:gd name="T87" fmla="*/ 48 h 90"/>
                <a:gd name="T88" fmla="*/ 6 w 7"/>
                <a:gd name="T89" fmla="*/ 42 h 90"/>
                <a:gd name="T90" fmla="*/ 6 w 7"/>
                <a:gd name="T91" fmla="*/ 35 h 90"/>
                <a:gd name="T92" fmla="*/ 6 w 7"/>
                <a:gd name="T93" fmla="*/ 25 h 90"/>
                <a:gd name="T94" fmla="*/ 6 w 7"/>
                <a:gd name="T95" fmla="*/ 40 h 90"/>
                <a:gd name="T96" fmla="*/ 6 w 7"/>
                <a:gd name="T97" fmla="*/ 70 h 90"/>
                <a:gd name="T98" fmla="*/ 6 w 7"/>
                <a:gd name="T99" fmla="*/ 70 h 90"/>
                <a:gd name="T100" fmla="*/ 7 w 7"/>
                <a:gd name="T101" fmla="*/ 43 h 90"/>
                <a:gd name="T102" fmla="*/ 7 w 7"/>
                <a:gd name="T103" fmla="*/ 3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0">
                  <a:moveTo>
                    <a:pt x="0" y="55"/>
                  </a:moveTo>
                  <a:lnTo>
                    <a:pt x="0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0" y="51"/>
                  </a:lnTo>
                  <a:lnTo>
                    <a:pt x="1" y="49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9"/>
                  </a:lnTo>
                  <a:lnTo>
                    <a:pt x="1" y="43"/>
                  </a:lnTo>
                  <a:lnTo>
                    <a:pt x="2" y="33"/>
                  </a:lnTo>
                  <a:lnTo>
                    <a:pt x="2" y="42"/>
                  </a:lnTo>
                  <a:lnTo>
                    <a:pt x="2" y="67"/>
                  </a:lnTo>
                  <a:lnTo>
                    <a:pt x="2" y="73"/>
                  </a:lnTo>
                  <a:lnTo>
                    <a:pt x="2" y="52"/>
                  </a:lnTo>
                  <a:lnTo>
                    <a:pt x="2" y="40"/>
                  </a:lnTo>
                  <a:lnTo>
                    <a:pt x="2" y="48"/>
                  </a:lnTo>
                  <a:lnTo>
                    <a:pt x="2" y="50"/>
                  </a:lnTo>
                  <a:lnTo>
                    <a:pt x="2" y="48"/>
                  </a:lnTo>
                  <a:lnTo>
                    <a:pt x="3" y="53"/>
                  </a:lnTo>
                  <a:lnTo>
                    <a:pt x="3" y="44"/>
                  </a:lnTo>
                  <a:lnTo>
                    <a:pt x="3" y="28"/>
                  </a:lnTo>
                  <a:lnTo>
                    <a:pt x="3" y="36"/>
                  </a:lnTo>
                  <a:lnTo>
                    <a:pt x="3" y="62"/>
                  </a:lnTo>
                  <a:lnTo>
                    <a:pt x="3" y="78"/>
                  </a:lnTo>
                  <a:lnTo>
                    <a:pt x="3" y="86"/>
                  </a:lnTo>
                  <a:lnTo>
                    <a:pt x="3" y="90"/>
                  </a:lnTo>
                  <a:lnTo>
                    <a:pt x="3" y="79"/>
                  </a:lnTo>
                  <a:lnTo>
                    <a:pt x="4" y="53"/>
                  </a:lnTo>
                  <a:lnTo>
                    <a:pt x="4" y="24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32"/>
                  </a:lnTo>
                  <a:lnTo>
                    <a:pt x="4" y="60"/>
                  </a:lnTo>
                  <a:lnTo>
                    <a:pt x="5" y="63"/>
                  </a:lnTo>
                  <a:lnTo>
                    <a:pt x="5" y="57"/>
                  </a:lnTo>
                  <a:lnTo>
                    <a:pt x="5" y="62"/>
                  </a:lnTo>
                  <a:lnTo>
                    <a:pt x="5" y="68"/>
                  </a:lnTo>
                  <a:lnTo>
                    <a:pt x="5" y="68"/>
                  </a:lnTo>
                  <a:lnTo>
                    <a:pt x="5" y="68"/>
                  </a:lnTo>
                  <a:lnTo>
                    <a:pt x="5" y="71"/>
                  </a:lnTo>
                  <a:lnTo>
                    <a:pt x="5" y="63"/>
                  </a:lnTo>
                  <a:lnTo>
                    <a:pt x="5" y="48"/>
                  </a:lnTo>
                  <a:lnTo>
                    <a:pt x="6" y="42"/>
                  </a:lnTo>
                  <a:lnTo>
                    <a:pt x="6" y="35"/>
                  </a:lnTo>
                  <a:lnTo>
                    <a:pt x="6" y="25"/>
                  </a:lnTo>
                  <a:lnTo>
                    <a:pt x="6" y="40"/>
                  </a:lnTo>
                  <a:lnTo>
                    <a:pt x="6" y="70"/>
                  </a:lnTo>
                  <a:lnTo>
                    <a:pt x="6" y="70"/>
                  </a:lnTo>
                  <a:lnTo>
                    <a:pt x="7" y="43"/>
                  </a:lnTo>
                  <a:lnTo>
                    <a:pt x="7" y="3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20" name="Freeform 1081"/>
            <p:cNvSpPr/>
            <p:nvPr/>
          </p:nvSpPr>
          <p:spPr bwMode="auto">
            <a:xfrm>
              <a:off x="4383088" y="4619626"/>
              <a:ext cx="9525" cy="112713"/>
            </a:xfrm>
            <a:custGeom>
              <a:avLst/>
              <a:gdLst>
                <a:gd name="T0" fmla="*/ 0 w 6"/>
                <a:gd name="T1" fmla="*/ 49 h 71"/>
                <a:gd name="T2" fmla="*/ 0 w 6"/>
                <a:gd name="T3" fmla="*/ 36 h 71"/>
                <a:gd name="T4" fmla="*/ 0 w 6"/>
                <a:gd name="T5" fmla="*/ 49 h 71"/>
                <a:gd name="T6" fmla="*/ 0 w 6"/>
                <a:gd name="T7" fmla="*/ 62 h 71"/>
                <a:gd name="T8" fmla="*/ 0 w 6"/>
                <a:gd name="T9" fmla="*/ 59 h 71"/>
                <a:gd name="T10" fmla="*/ 0 w 6"/>
                <a:gd name="T11" fmla="*/ 60 h 71"/>
                <a:gd name="T12" fmla="*/ 0 w 6"/>
                <a:gd name="T13" fmla="*/ 64 h 71"/>
                <a:gd name="T14" fmla="*/ 0 w 6"/>
                <a:gd name="T15" fmla="*/ 57 h 71"/>
                <a:gd name="T16" fmla="*/ 0 w 6"/>
                <a:gd name="T17" fmla="*/ 52 h 71"/>
                <a:gd name="T18" fmla="*/ 0 w 6"/>
                <a:gd name="T19" fmla="*/ 51 h 71"/>
                <a:gd name="T20" fmla="*/ 1 w 6"/>
                <a:gd name="T21" fmla="*/ 42 h 71"/>
                <a:gd name="T22" fmla="*/ 1 w 6"/>
                <a:gd name="T23" fmla="*/ 40 h 71"/>
                <a:gd name="T24" fmla="*/ 1 w 6"/>
                <a:gd name="T25" fmla="*/ 49 h 71"/>
                <a:gd name="T26" fmla="*/ 1 w 6"/>
                <a:gd name="T27" fmla="*/ 53 h 71"/>
                <a:gd name="T28" fmla="*/ 1 w 6"/>
                <a:gd name="T29" fmla="*/ 54 h 71"/>
                <a:gd name="T30" fmla="*/ 1 w 6"/>
                <a:gd name="T31" fmla="*/ 55 h 71"/>
                <a:gd name="T32" fmla="*/ 2 w 6"/>
                <a:gd name="T33" fmla="*/ 48 h 71"/>
                <a:gd name="T34" fmla="*/ 2 w 6"/>
                <a:gd name="T35" fmla="*/ 42 h 71"/>
                <a:gd name="T36" fmla="*/ 2 w 6"/>
                <a:gd name="T37" fmla="*/ 44 h 71"/>
                <a:gd name="T38" fmla="*/ 2 w 6"/>
                <a:gd name="T39" fmla="*/ 47 h 71"/>
                <a:gd name="T40" fmla="*/ 2 w 6"/>
                <a:gd name="T41" fmla="*/ 46 h 71"/>
                <a:gd name="T42" fmla="*/ 2 w 6"/>
                <a:gd name="T43" fmla="*/ 52 h 71"/>
                <a:gd name="T44" fmla="*/ 2 w 6"/>
                <a:gd name="T45" fmla="*/ 67 h 71"/>
                <a:gd name="T46" fmla="*/ 2 w 6"/>
                <a:gd name="T47" fmla="*/ 71 h 71"/>
                <a:gd name="T48" fmla="*/ 2 w 6"/>
                <a:gd name="T49" fmla="*/ 45 h 71"/>
                <a:gd name="T50" fmla="*/ 3 w 6"/>
                <a:gd name="T51" fmla="*/ 16 h 71"/>
                <a:gd name="T52" fmla="*/ 3 w 6"/>
                <a:gd name="T53" fmla="*/ 12 h 71"/>
                <a:gd name="T54" fmla="*/ 3 w 6"/>
                <a:gd name="T55" fmla="*/ 19 h 71"/>
                <a:gd name="T56" fmla="*/ 3 w 6"/>
                <a:gd name="T57" fmla="*/ 25 h 71"/>
                <a:gd name="T58" fmla="*/ 3 w 6"/>
                <a:gd name="T59" fmla="*/ 29 h 71"/>
                <a:gd name="T60" fmla="*/ 3 w 6"/>
                <a:gd name="T61" fmla="*/ 29 h 71"/>
                <a:gd name="T62" fmla="*/ 3 w 6"/>
                <a:gd name="T63" fmla="*/ 27 h 71"/>
                <a:gd name="T64" fmla="*/ 3 w 6"/>
                <a:gd name="T65" fmla="*/ 36 h 71"/>
                <a:gd name="T66" fmla="*/ 3 w 6"/>
                <a:gd name="T67" fmla="*/ 51 h 71"/>
                <a:gd name="T68" fmla="*/ 4 w 6"/>
                <a:gd name="T69" fmla="*/ 55 h 71"/>
                <a:gd name="T70" fmla="*/ 4 w 6"/>
                <a:gd name="T71" fmla="*/ 45 h 71"/>
                <a:gd name="T72" fmla="*/ 4 w 6"/>
                <a:gd name="T73" fmla="*/ 36 h 71"/>
                <a:gd name="T74" fmla="*/ 4 w 6"/>
                <a:gd name="T75" fmla="*/ 26 h 71"/>
                <a:gd name="T76" fmla="*/ 4 w 6"/>
                <a:gd name="T77" fmla="*/ 6 h 71"/>
                <a:gd name="T78" fmla="*/ 4 w 6"/>
                <a:gd name="T79" fmla="*/ 0 h 71"/>
                <a:gd name="T80" fmla="*/ 5 w 6"/>
                <a:gd name="T81" fmla="*/ 24 h 71"/>
                <a:gd name="T82" fmla="*/ 5 w 6"/>
                <a:gd name="T83" fmla="*/ 52 h 71"/>
                <a:gd name="T84" fmla="*/ 5 w 6"/>
                <a:gd name="T85" fmla="*/ 60 h 71"/>
                <a:gd name="T86" fmla="*/ 5 w 6"/>
                <a:gd name="T87" fmla="*/ 59 h 71"/>
                <a:gd name="T88" fmla="*/ 5 w 6"/>
                <a:gd name="T89" fmla="*/ 55 h 71"/>
                <a:gd name="T90" fmla="*/ 5 w 6"/>
                <a:gd name="T91" fmla="*/ 48 h 71"/>
                <a:gd name="T92" fmla="*/ 5 w 6"/>
                <a:gd name="T93" fmla="*/ 49 h 71"/>
                <a:gd name="T94" fmla="*/ 5 w 6"/>
                <a:gd name="T95" fmla="*/ 57 h 71"/>
                <a:gd name="T96" fmla="*/ 5 w 6"/>
                <a:gd name="T97" fmla="*/ 50 h 71"/>
                <a:gd name="T98" fmla="*/ 6 w 6"/>
                <a:gd name="T99" fmla="*/ 33 h 71"/>
                <a:gd name="T100" fmla="*/ 6 w 6"/>
                <a:gd name="T101" fmla="*/ 36 h 71"/>
                <a:gd name="T102" fmla="*/ 6 w 6"/>
                <a:gd name="T103" fmla="*/ 5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1">
                  <a:moveTo>
                    <a:pt x="0" y="49"/>
                  </a:moveTo>
                  <a:lnTo>
                    <a:pt x="0" y="36"/>
                  </a:lnTo>
                  <a:lnTo>
                    <a:pt x="0" y="49"/>
                  </a:lnTo>
                  <a:lnTo>
                    <a:pt x="0" y="62"/>
                  </a:lnTo>
                  <a:lnTo>
                    <a:pt x="0" y="59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57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49"/>
                  </a:lnTo>
                  <a:lnTo>
                    <a:pt x="1" y="53"/>
                  </a:lnTo>
                  <a:lnTo>
                    <a:pt x="1" y="54"/>
                  </a:lnTo>
                  <a:lnTo>
                    <a:pt x="1" y="55"/>
                  </a:lnTo>
                  <a:lnTo>
                    <a:pt x="2" y="48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2" y="47"/>
                  </a:lnTo>
                  <a:lnTo>
                    <a:pt x="2" y="46"/>
                  </a:lnTo>
                  <a:lnTo>
                    <a:pt x="2" y="52"/>
                  </a:lnTo>
                  <a:lnTo>
                    <a:pt x="2" y="67"/>
                  </a:lnTo>
                  <a:lnTo>
                    <a:pt x="2" y="71"/>
                  </a:lnTo>
                  <a:lnTo>
                    <a:pt x="2" y="45"/>
                  </a:lnTo>
                  <a:lnTo>
                    <a:pt x="3" y="16"/>
                  </a:lnTo>
                  <a:lnTo>
                    <a:pt x="3" y="12"/>
                  </a:lnTo>
                  <a:lnTo>
                    <a:pt x="3" y="19"/>
                  </a:lnTo>
                  <a:lnTo>
                    <a:pt x="3" y="25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27"/>
                  </a:lnTo>
                  <a:lnTo>
                    <a:pt x="3" y="36"/>
                  </a:lnTo>
                  <a:lnTo>
                    <a:pt x="3" y="51"/>
                  </a:lnTo>
                  <a:lnTo>
                    <a:pt x="4" y="55"/>
                  </a:lnTo>
                  <a:lnTo>
                    <a:pt x="4" y="45"/>
                  </a:lnTo>
                  <a:lnTo>
                    <a:pt x="4" y="36"/>
                  </a:lnTo>
                  <a:lnTo>
                    <a:pt x="4" y="26"/>
                  </a:lnTo>
                  <a:lnTo>
                    <a:pt x="4" y="6"/>
                  </a:lnTo>
                  <a:lnTo>
                    <a:pt x="4" y="0"/>
                  </a:lnTo>
                  <a:lnTo>
                    <a:pt x="5" y="24"/>
                  </a:lnTo>
                  <a:lnTo>
                    <a:pt x="5" y="52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5" y="55"/>
                  </a:lnTo>
                  <a:lnTo>
                    <a:pt x="5" y="48"/>
                  </a:lnTo>
                  <a:lnTo>
                    <a:pt x="5" y="49"/>
                  </a:lnTo>
                  <a:lnTo>
                    <a:pt x="5" y="57"/>
                  </a:lnTo>
                  <a:lnTo>
                    <a:pt x="5" y="50"/>
                  </a:lnTo>
                  <a:lnTo>
                    <a:pt x="6" y="33"/>
                  </a:lnTo>
                  <a:lnTo>
                    <a:pt x="6" y="36"/>
                  </a:lnTo>
                  <a:lnTo>
                    <a:pt x="6" y="5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21" name="Freeform 1082"/>
            <p:cNvSpPr/>
            <p:nvPr/>
          </p:nvSpPr>
          <p:spPr bwMode="auto">
            <a:xfrm>
              <a:off x="4392613" y="4659313"/>
              <a:ext cx="9525" cy="152400"/>
            </a:xfrm>
            <a:custGeom>
              <a:avLst/>
              <a:gdLst>
                <a:gd name="T0" fmla="*/ 0 w 6"/>
                <a:gd name="T1" fmla="*/ 11 h 96"/>
                <a:gd name="T2" fmla="*/ 0 w 6"/>
                <a:gd name="T3" fmla="*/ 28 h 96"/>
                <a:gd name="T4" fmla="*/ 0 w 6"/>
                <a:gd name="T5" fmla="*/ 24 h 96"/>
                <a:gd name="T6" fmla="*/ 0 w 6"/>
                <a:gd name="T7" fmla="*/ 9 h 96"/>
                <a:gd name="T8" fmla="*/ 0 w 6"/>
                <a:gd name="T9" fmla="*/ 17 h 96"/>
                <a:gd name="T10" fmla="*/ 1 w 6"/>
                <a:gd name="T11" fmla="*/ 43 h 96"/>
                <a:gd name="T12" fmla="*/ 1 w 6"/>
                <a:gd name="T13" fmla="*/ 54 h 96"/>
                <a:gd name="T14" fmla="*/ 1 w 6"/>
                <a:gd name="T15" fmla="*/ 54 h 96"/>
                <a:gd name="T16" fmla="*/ 1 w 6"/>
                <a:gd name="T17" fmla="*/ 57 h 96"/>
                <a:gd name="T18" fmla="*/ 1 w 6"/>
                <a:gd name="T19" fmla="*/ 57 h 96"/>
                <a:gd name="T20" fmla="*/ 1 w 6"/>
                <a:gd name="T21" fmla="*/ 41 h 96"/>
                <a:gd name="T22" fmla="*/ 1 w 6"/>
                <a:gd name="T23" fmla="*/ 15 h 96"/>
                <a:gd name="T24" fmla="*/ 1 w 6"/>
                <a:gd name="T25" fmla="*/ 0 h 96"/>
                <a:gd name="T26" fmla="*/ 1 w 6"/>
                <a:gd name="T27" fmla="*/ 5 h 96"/>
                <a:gd name="T28" fmla="*/ 2 w 6"/>
                <a:gd name="T29" fmla="*/ 24 h 96"/>
                <a:gd name="T30" fmla="*/ 2 w 6"/>
                <a:gd name="T31" fmla="*/ 46 h 96"/>
                <a:gd name="T32" fmla="*/ 2 w 6"/>
                <a:gd name="T33" fmla="*/ 61 h 96"/>
                <a:gd name="T34" fmla="*/ 2 w 6"/>
                <a:gd name="T35" fmla="*/ 68 h 96"/>
                <a:gd name="T36" fmla="*/ 2 w 6"/>
                <a:gd name="T37" fmla="*/ 69 h 96"/>
                <a:gd name="T38" fmla="*/ 2 w 6"/>
                <a:gd name="T39" fmla="*/ 68 h 96"/>
                <a:gd name="T40" fmla="*/ 2 w 6"/>
                <a:gd name="T41" fmla="*/ 65 h 96"/>
                <a:gd name="T42" fmla="*/ 2 w 6"/>
                <a:gd name="T43" fmla="*/ 55 h 96"/>
                <a:gd name="T44" fmla="*/ 2 w 6"/>
                <a:gd name="T45" fmla="*/ 41 h 96"/>
                <a:gd name="T46" fmla="*/ 2 w 6"/>
                <a:gd name="T47" fmla="*/ 33 h 96"/>
                <a:gd name="T48" fmla="*/ 3 w 6"/>
                <a:gd name="T49" fmla="*/ 34 h 96"/>
                <a:gd name="T50" fmla="*/ 3 w 6"/>
                <a:gd name="T51" fmla="*/ 42 h 96"/>
                <a:gd name="T52" fmla="*/ 3 w 6"/>
                <a:gd name="T53" fmla="*/ 49 h 96"/>
                <a:gd name="T54" fmla="*/ 3 w 6"/>
                <a:gd name="T55" fmla="*/ 46 h 96"/>
                <a:gd name="T56" fmla="*/ 3 w 6"/>
                <a:gd name="T57" fmla="*/ 49 h 96"/>
                <a:gd name="T58" fmla="*/ 3 w 6"/>
                <a:gd name="T59" fmla="*/ 70 h 96"/>
                <a:gd name="T60" fmla="*/ 4 w 6"/>
                <a:gd name="T61" fmla="*/ 86 h 96"/>
                <a:gd name="T62" fmla="*/ 4 w 6"/>
                <a:gd name="T63" fmla="*/ 88 h 96"/>
                <a:gd name="T64" fmla="*/ 4 w 6"/>
                <a:gd name="T65" fmla="*/ 86 h 96"/>
                <a:gd name="T66" fmla="*/ 4 w 6"/>
                <a:gd name="T67" fmla="*/ 76 h 96"/>
                <a:gd name="T68" fmla="*/ 4 w 6"/>
                <a:gd name="T69" fmla="*/ 58 h 96"/>
                <a:gd name="T70" fmla="*/ 4 w 6"/>
                <a:gd name="T71" fmla="*/ 43 h 96"/>
                <a:gd name="T72" fmla="*/ 4 w 6"/>
                <a:gd name="T73" fmla="*/ 35 h 96"/>
                <a:gd name="T74" fmla="*/ 4 w 6"/>
                <a:gd name="T75" fmla="*/ 35 h 96"/>
                <a:gd name="T76" fmla="*/ 4 w 6"/>
                <a:gd name="T77" fmla="*/ 50 h 96"/>
                <a:gd name="T78" fmla="*/ 5 w 6"/>
                <a:gd name="T79" fmla="*/ 67 h 96"/>
                <a:gd name="T80" fmla="*/ 5 w 6"/>
                <a:gd name="T81" fmla="*/ 75 h 96"/>
                <a:gd name="T82" fmla="*/ 5 w 6"/>
                <a:gd name="T83" fmla="*/ 78 h 96"/>
                <a:gd name="T84" fmla="*/ 5 w 6"/>
                <a:gd name="T85" fmla="*/ 78 h 96"/>
                <a:gd name="T86" fmla="*/ 5 w 6"/>
                <a:gd name="T87" fmla="*/ 79 h 96"/>
                <a:gd name="T88" fmla="*/ 5 w 6"/>
                <a:gd name="T89" fmla="*/ 92 h 96"/>
                <a:gd name="T90" fmla="*/ 6 w 6"/>
                <a:gd name="T91" fmla="*/ 96 h 96"/>
                <a:gd name="T92" fmla="*/ 6 w 6"/>
                <a:gd name="T93" fmla="*/ 76 h 96"/>
                <a:gd name="T94" fmla="*/ 6 w 6"/>
                <a:gd name="T95" fmla="*/ 59 h 96"/>
                <a:gd name="T96" fmla="*/ 6 w 6"/>
                <a:gd name="T97" fmla="*/ 66 h 96"/>
                <a:gd name="T98" fmla="*/ 6 w 6"/>
                <a:gd name="T99" fmla="*/ 79 h 96"/>
                <a:gd name="T100" fmla="*/ 6 w 6"/>
                <a:gd name="T101" fmla="*/ 76 h 96"/>
                <a:gd name="T102" fmla="*/ 6 w 6"/>
                <a:gd name="T103" fmla="*/ 6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6">
                  <a:moveTo>
                    <a:pt x="0" y="11"/>
                  </a:moveTo>
                  <a:lnTo>
                    <a:pt x="0" y="28"/>
                  </a:lnTo>
                  <a:lnTo>
                    <a:pt x="0" y="24"/>
                  </a:lnTo>
                  <a:lnTo>
                    <a:pt x="0" y="9"/>
                  </a:lnTo>
                  <a:lnTo>
                    <a:pt x="0" y="17"/>
                  </a:lnTo>
                  <a:lnTo>
                    <a:pt x="1" y="43"/>
                  </a:lnTo>
                  <a:lnTo>
                    <a:pt x="1" y="54"/>
                  </a:lnTo>
                  <a:lnTo>
                    <a:pt x="1" y="54"/>
                  </a:lnTo>
                  <a:lnTo>
                    <a:pt x="1" y="57"/>
                  </a:lnTo>
                  <a:lnTo>
                    <a:pt x="1" y="57"/>
                  </a:lnTo>
                  <a:lnTo>
                    <a:pt x="1" y="41"/>
                  </a:lnTo>
                  <a:lnTo>
                    <a:pt x="1" y="15"/>
                  </a:lnTo>
                  <a:lnTo>
                    <a:pt x="1" y="0"/>
                  </a:lnTo>
                  <a:lnTo>
                    <a:pt x="1" y="5"/>
                  </a:lnTo>
                  <a:lnTo>
                    <a:pt x="2" y="24"/>
                  </a:lnTo>
                  <a:lnTo>
                    <a:pt x="2" y="46"/>
                  </a:lnTo>
                  <a:lnTo>
                    <a:pt x="2" y="61"/>
                  </a:lnTo>
                  <a:lnTo>
                    <a:pt x="2" y="68"/>
                  </a:lnTo>
                  <a:lnTo>
                    <a:pt x="2" y="69"/>
                  </a:lnTo>
                  <a:lnTo>
                    <a:pt x="2" y="68"/>
                  </a:lnTo>
                  <a:lnTo>
                    <a:pt x="2" y="65"/>
                  </a:lnTo>
                  <a:lnTo>
                    <a:pt x="2" y="55"/>
                  </a:lnTo>
                  <a:lnTo>
                    <a:pt x="2" y="41"/>
                  </a:lnTo>
                  <a:lnTo>
                    <a:pt x="2" y="33"/>
                  </a:lnTo>
                  <a:lnTo>
                    <a:pt x="3" y="34"/>
                  </a:lnTo>
                  <a:lnTo>
                    <a:pt x="3" y="42"/>
                  </a:lnTo>
                  <a:lnTo>
                    <a:pt x="3" y="49"/>
                  </a:lnTo>
                  <a:lnTo>
                    <a:pt x="3" y="46"/>
                  </a:lnTo>
                  <a:lnTo>
                    <a:pt x="3" y="49"/>
                  </a:lnTo>
                  <a:lnTo>
                    <a:pt x="3" y="70"/>
                  </a:lnTo>
                  <a:lnTo>
                    <a:pt x="4" y="86"/>
                  </a:lnTo>
                  <a:lnTo>
                    <a:pt x="4" y="88"/>
                  </a:lnTo>
                  <a:lnTo>
                    <a:pt x="4" y="86"/>
                  </a:lnTo>
                  <a:lnTo>
                    <a:pt x="4" y="76"/>
                  </a:lnTo>
                  <a:lnTo>
                    <a:pt x="4" y="58"/>
                  </a:lnTo>
                  <a:lnTo>
                    <a:pt x="4" y="43"/>
                  </a:lnTo>
                  <a:lnTo>
                    <a:pt x="4" y="35"/>
                  </a:lnTo>
                  <a:lnTo>
                    <a:pt x="4" y="35"/>
                  </a:lnTo>
                  <a:lnTo>
                    <a:pt x="4" y="50"/>
                  </a:lnTo>
                  <a:lnTo>
                    <a:pt x="5" y="67"/>
                  </a:lnTo>
                  <a:lnTo>
                    <a:pt x="5" y="75"/>
                  </a:lnTo>
                  <a:lnTo>
                    <a:pt x="5" y="78"/>
                  </a:lnTo>
                  <a:lnTo>
                    <a:pt x="5" y="78"/>
                  </a:lnTo>
                  <a:lnTo>
                    <a:pt x="5" y="79"/>
                  </a:lnTo>
                  <a:lnTo>
                    <a:pt x="5" y="92"/>
                  </a:lnTo>
                  <a:lnTo>
                    <a:pt x="6" y="96"/>
                  </a:lnTo>
                  <a:lnTo>
                    <a:pt x="6" y="76"/>
                  </a:lnTo>
                  <a:lnTo>
                    <a:pt x="6" y="59"/>
                  </a:lnTo>
                  <a:lnTo>
                    <a:pt x="6" y="66"/>
                  </a:lnTo>
                  <a:lnTo>
                    <a:pt x="6" y="79"/>
                  </a:lnTo>
                  <a:lnTo>
                    <a:pt x="6" y="76"/>
                  </a:lnTo>
                  <a:lnTo>
                    <a:pt x="6" y="6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22" name="Freeform 1083"/>
            <p:cNvSpPr/>
            <p:nvPr/>
          </p:nvSpPr>
          <p:spPr bwMode="auto">
            <a:xfrm>
              <a:off x="4402138" y="4659313"/>
              <a:ext cx="9525" cy="127000"/>
            </a:xfrm>
            <a:custGeom>
              <a:avLst/>
              <a:gdLst>
                <a:gd name="T0" fmla="*/ 0 w 6"/>
                <a:gd name="T1" fmla="*/ 76 h 80"/>
                <a:gd name="T2" fmla="*/ 0 w 6"/>
                <a:gd name="T3" fmla="*/ 63 h 80"/>
                <a:gd name="T4" fmla="*/ 0 w 6"/>
                <a:gd name="T5" fmla="*/ 60 h 80"/>
                <a:gd name="T6" fmla="*/ 0 w 6"/>
                <a:gd name="T7" fmla="*/ 65 h 80"/>
                <a:gd name="T8" fmla="*/ 1 w 6"/>
                <a:gd name="T9" fmla="*/ 62 h 80"/>
                <a:gd name="T10" fmla="*/ 1 w 6"/>
                <a:gd name="T11" fmla="*/ 54 h 80"/>
                <a:gd name="T12" fmla="*/ 1 w 6"/>
                <a:gd name="T13" fmla="*/ 50 h 80"/>
                <a:gd name="T14" fmla="*/ 1 w 6"/>
                <a:gd name="T15" fmla="*/ 48 h 80"/>
                <a:gd name="T16" fmla="*/ 1 w 6"/>
                <a:gd name="T17" fmla="*/ 49 h 80"/>
                <a:gd name="T18" fmla="*/ 1 w 6"/>
                <a:gd name="T19" fmla="*/ 51 h 80"/>
                <a:gd name="T20" fmla="*/ 1 w 6"/>
                <a:gd name="T21" fmla="*/ 48 h 80"/>
                <a:gd name="T22" fmla="*/ 1 w 6"/>
                <a:gd name="T23" fmla="*/ 57 h 80"/>
                <a:gd name="T24" fmla="*/ 1 w 6"/>
                <a:gd name="T25" fmla="*/ 76 h 80"/>
                <a:gd name="T26" fmla="*/ 2 w 6"/>
                <a:gd name="T27" fmla="*/ 80 h 80"/>
                <a:gd name="T28" fmla="*/ 2 w 6"/>
                <a:gd name="T29" fmla="*/ 74 h 80"/>
                <a:gd name="T30" fmla="*/ 2 w 6"/>
                <a:gd name="T31" fmla="*/ 66 h 80"/>
                <a:gd name="T32" fmla="*/ 2 w 6"/>
                <a:gd name="T33" fmla="*/ 49 h 80"/>
                <a:gd name="T34" fmla="*/ 2 w 6"/>
                <a:gd name="T35" fmla="*/ 40 h 80"/>
                <a:gd name="T36" fmla="*/ 2 w 6"/>
                <a:gd name="T37" fmla="*/ 43 h 80"/>
                <a:gd name="T38" fmla="*/ 3 w 6"/>
                <a:gd name="T39" fmla="*/ 37 h 80"/>
                <a:gd name="T40" fmla="*/ 3 w 6"/>
                <a:gd name="T41" fmla="*/ 22 h 80"/>
                <a:gd name="T42" fmla="*/ 3 w 6"/>
                <a:gd name="T43" fmla="*/ 22 h 80"/>
                <a:gd name="T44" fmla="*/ 3 w 6"/>
                <a:gd name="T45" fmla="*/ 36 h 80"/>
                <a:gd name="T46" fmla="*/ 3 w 6"/>
                <a:gd name="T47" fmla="*/ 44 h 80"/>
                <a:gd name="T48" fmla="*/ 3 w 6"/>
                <a:gd name="T49" fmla="*/ 36 h 80"/>
                <a:gd name="T50" fmla="*/ 3 w 6"/>
                <a:gd name="T51" fmla="*/ 30 h 80"/>
                <a:gd name="T52" fmla="*/ 3 w 6"/>
                <a:gd name="T53" fmla="*/ 34 h 80"/>
                <a:gd name="T54" fmla="*/ 3 w 6"/>
                <a:gd name="T55" fmla="*/ 30 h 80"/>
                <a:gd name="T56" fmla="*/ 4 w 6"/>
                <a:gd name="T57" fmla="*/ 11 h 80"/>
                <a:gd name="T58" fmla="*/ 4 w 6"/>
                <a:gd name="T59" fmla="*/ 0 h 80"/>
                <a:gd name="T60" fmla="*/ 4 w 6"/>
                <a:gd name="T61" fmla="*/ 2 h 80"/>
                <a:gd name="T62" fmla="*/ 4 w 6"/>
                <a:gd name="T63" fmla="*/ 4 h 80"/>
                <a:gd name="T64" fmla="*/ 4 w 6"/>
                <a:gd name="T65" fmla="*/ 5 h 80"/>
                <a:gd name="T66" fmla="*/ 4 w 6"/>
                <a:gd name="T67" fmla="*/ 12 h 80"/>
                <a:gd name="T68" fmla="*/ 5 w 6"/>
                <a:gd name="T69" fmla="*/ 16 h 80"/>
                <a:gd name="T70" fmla="*/ 5 w 6"/>
                <a:gd name="T71" fmla="*/ 12 h 80"/>
                <a:gd name="T72" fmla="*/ 5 w 6"/>
                <a:gd name="T73" fmla="*/ 16 h 80"/>
                <a:gd name="T74" fmla="*/ 5 w 6"/>
                <a:gd name="T75" fmla="*/ 23 h 80"/>
                <a:gd name="T76" fmla="*/ 5 w 6"/>
                <a:gd name="T77" fmla="*/ 18 h 80"/>
                <a:gd name="T78" fmla="*/ 5 w 6"/>
                <a:gd name="T79" fmla="*/ 11 h 80"/>
                <a:gd name="T80" fmla="*/ 5 w 6"/>
                <a:gd name="T81" fmla="*/ 11 h 80"/>
                <a:gd name="T82" fmla="*/ 5 w 6"/>
                <a:gd name="T83" fmla="*/ 9 h 80"/>
                <a:gd name="T84" fmla="*/ 5 w 6"/>
                <a:gd name="T85" fmla="*/ 11 h 80"/>
                <a:gd name="T86" fmla="*/ 5 w 6"/>
                <a:gd name="T87" fmla="*/ 17 h 80"/>
                <a:gd name="T88" fmla="*/ 6 w 6"/>
                <a:gd name="T89" fmla="*/ 17 h 80"/>
                <a:gd name="T90" fmla="*/ 6 w 6"/>
                <a:gd name="T91" fmla="*/ 16 h 80"/>
                <a:gd name="T92" fmla="*/ 6 w 6"/>
                <a:gd name="T93" fmla="*/ 23 h 80"/>
                <a:gd name="T94" fmla="*/ 6 w 6"/>
                <a:gd name="T95" fmla="*/ 28 h 80"/>
                <a:gd name="T96" fmla="*/ 6 w 6"/>
                <a:gd name="T97" fmla="*/ 17 h 80"/>
                <a:gd name="T98" fmla="*/ 6 w 6"/>
                <a:gd name="T99" fmla="*/ 1 h 80"/>
                <a:gd name="T100" fmla="*/ 6 w 6"/>
                <a:gd name="T101" fmla="*/ 11 h 80"/>
                <a:gd name="T102" fmla="*/ 6 w 6"/>
                <a:gd name="T103" fmla="*/ 3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0">
                  <a:moveTo>
                    <a:pt x="0" y="76"/>
                  </a:moveTo>
                  <a:lnTo>
                    <a:pt x="0" y="63"/>
                  </a:lnTo>
                  <a:lnTo>
                    <a:pt x="0" y="60"/>
                  </a:lnTo>
                  <a:lnTo>
                    <a:pt x="0" y="65"/>
                  </a:lnTo>
                  <a:lnTo>
                    <a:pt x="1" y="62"/>
                  </a:lnTo>
                  <a:lnTo>
                    <a:pt x="1" y="54"/>
                  </a:lnTo>
                  <a:lnTo>
                    <a:pt x="1" y="50"/>
                  </a:lnTo>
                  <a:lnTo>
                    <a:pt x="1" y="48"/>
                  </a:lnTo>
                  <a:lnTo>
                    <a:pt x="1" y="49"/>
                  </a:lnTo>
                  <a:lnTo>
                    <a:pt x="1" y="51"/>
                  </a:lnTo>
                  <a:lnTo>
                    <a:pt x="1" y="48"/>
                  </a:lnTo>
                  <a:lnTo>
                    <a:pt x="1" y="57"/>
                  </a:lnTo>
                  <a:lnTo>
                    <a:pt x="1" y="76"/>
                  </a:lnTo>
                  <a:lnTo>
                    <a:pt x="2" y="80"/>
                  </a:lnTo>
                  <a:lnTo>
                    <a:pt x="2" y="74"/>
                  </a:lnTo>
                  <a:lnTo>
                    <a:pt x="2" y="66"/>
                  </a:lnTo>
                  <a:lnTo>
                    <a:pt x="2" y="49"/>
                  </a:lnTo>
                  <a:lnTo>
                    <a:pt x="2" y="40"/>
                  </a:lnTo>
                  <a:lnTo>
                    <a:pt x="2" y="43"/>
                  </a:lnTo>
                  <a:lnTo>
                    <a:pt x="3" y="37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3" y="36"/>
                  </a:lnTo>
                  <a:lnTo>
                    <a:pt x="3" y="44"/>
                  </a:lnTo>
                  <a:lnTo>
                    <a:pt x="3" y="36"/>
                  </a:lnTo>
                  <a:lnTo>
                    <a:pt x="3" y="30"/>
                  </a:lnTo>
                  <a:lnTo>
                    <a:pt x="3" y="34"/>
                  </a:lnTo>
                  <a:lnTo>
                    <a:pt x="3" y="30"/>
                  </a:lnTo>
                  <a:lnTo>
                    <a:pt x="4" y="11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5"/>
                  </a:lnTo>
                  <a:lnTo>
                    <a:pt x="4" y="12"/>
                  </a:lnTo>
                  <a:lnTo>
                    <a:pt x="5" y="16"/>
                  </a:lnTo>
                  <a:lnTo>
                    <a:pt x="5" y="12"/>
                  </a:lnTo>
                  <a:lnTo>
                    <a:pt x="5" y="16"/>
                  </a:lnTo>
                  <a:lnTo>
                    <a:pt x="5" y="23"/>
                  </a:lnTo>
                  <a:lnTo>
                    <a:pt x="5" y="18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9"/>
                  </a:lnTo>
                  <a:lnTo>
                    <a:pt x="5" y="11"/>
                  </a:lnTo>
                  <a:lnTo>
                    <a:pt x="5" y="17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6" y="23"/>
                  </a:lnTo>
                  <a:lnTo>
                    <a:pt x="6" y="28"/>
                  </a:lnTo>
                  <a:lnTo>
                    <a:pt x="6" y="17"/>
                  </a:lnTo>
                  <a:lnTo>
                    <a:pt x="6" y="1"/>
                  </a:lnTo>
                  <a:lnTo>
                    <a:pt x="6" y="11"/>
                  </a:lnTo>
                  <a:lnTo>
                    <a:pt x="6" y="3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23" name="Freeform 1084"/>
            <p:cNvSpPr/>
            <p:nvPr/>
          </p:nvSpPr>
          <p:spPr bwMode="auto">
            <a:xfrm>
              <a:off x="4411663" y="4633913"/>
              <a:ext cx="11113" cy="141288"/>
            </a:xfrm>
            <a:custGeom>
              <a:avLst/>
              <a:gdLst>
                <a:gd name="T0" fmla="*/ 0 w 7"/>
                <a:gd name="T1" fmla="*/ 27 h 89"/>
                <a:gd name="T2" fmla="*/ 0 w 7"/>
                <a:gd name="T3" fmla="*/ 49 h 89"/>
                <a:gd name="T4" fmla="*/ 0 w 7"/>
                <a:gd name="T5" fmla="*/ 42 h 89"/>
                <a:gd name="T6" fmla="*/ 1 w 7"/>
                <a:gd name="T7" fmla="*/ 18 h 89"/>
                <a:gd name="T8" fmla="*/ 1 w 7"/>
                <a:gd name="T9" fmla="*/ 9 h 89"/>
                <a:gd name="T10" fmla="*/ 1 w 7"/>
                <a:gd name="T11" fmla="*/ 11 h 89"/>
                <a:gd name="T12" fmla="*/ 1 w 7"/>
                <a:gd name="T13" fmla="*/ 8 h 89"/>
                <a:gd name="T14" fmla="*/ 1 w 7"/>
                <a:gd name="T15" fmla="*/ 4 h 89"/>
                <a:gd name="T16" fmla="*/ 1 w 7"/>
                <a:gd name="T17" fmla="*/ 10 h 89"/>
                <a:gd name="T18" fmla="*/ 2 w 7"/>
                <a:gd name="T19" fmla="*/ 27 h 89"/>
                <a:gd name="T20" fmla="*/ 2 w 7"/>
                <a:gd name="T21" fmla="*/ 47 h 89"/>
                <a:gd name="T22" fmla="*/ 2 w 7"/>
                <a:gd name="T23" fmla="*/ 66 h 89"/>
                <a:gd name="T24" fmla="*/ 2 w 7"/>
                <a:gd name="T25" fmla="*/ 80 h 89"/>
                <a:gd name="T26" fmla="*/ 2 w 7"/>
                <a:gd name="T27" fmla="*/ 83 h 89"/>
                <a:gd name="T28" fmla="*/ 2 w 7"/>
                <a:gd name="T29" fmla="*/ 80 h 89"/>
                <a:gd name="T30" fmla="*/ 2 w 7"/>
                <a:gd name="T31" fmla="*/ 68 h 89"/>
                <a:gd name="T32" fmla="*/ 2 w 7"/>
                <a:gd name="T33" fmla="*/ 39 h 89"/>
                <a:gd name="T34" fmla="*/ 2 w 7"/>
                <a:gd name="T35" fmla="*/ 8 h 89"/>
                <a:gd name="T36" fmla="*/ 3 w 7"/>
                <a:gd name="T37" fmla="*/ 0 h 89"/>
                <a:gd name="T38" fmla="*/ 3 w 7"/>
                <a:gd name="T39" fmla="*/ 15 h 89"/>
                <a:gd name="T40" fmla="*/ 3 w 7"/>
                <a:gd name="T41" fmla="*/ 33 h 89"/>
                <a:gd name="T42" fmla="*/ 3 w 7"/>
                <a:gd name="T43" fmla="*/ 37 h 89"/>
                <a:gd name="T44" fmla="*/ 3 w 7"/>
                <a:gd name="T45" fmla="*/ 29 h 89"/>
                <a:gd name="T46" fmla="*/ 3 w 7"/>
                <a:gd name="T47" fmla="*/ 33 h 89"/>
                <a:gd name="T48" fmla="*/ 4 w 7"/>
                <a:gd name="T49" fmla="*/ 49 h 89"/>
                <a:gd name="T50" fmla="*/ 4 w 7"/>
                <a:gd name="T51" fmla="*/ 60 h 89"/>
                <a:gd name="T52" fmla="*/ 4 w 7"/>
                <a:gd name="T53" fmla="*/ 59 h 89"/>
                <a:gd name="T54" fmla="*/ 4 w 7"/>
                <a:gd name="T55" fmla="*/ 49 h 89"/>
                <a:gd name="T56" fmla="*/ 4 w 7"/>
                <a:gd name="T57" fmla="*/ 38 h 89"/>
                <a:gd name="T58" fmla="*/ 4 w 7"/>
                <a:gd name="T59" fmla="*/ 28 h 89"/>
                <a:gd name="T60" fmla="*/ 4 w 7"/>
                <a:gd name="T61" fmla="*/ 17 h 89"/>
                <a:gd name="T62" fmla="*/ 4 w 7"/>
                <a:gd name="T63" fmla="*/ 18 h 89"/>
                <a:gd name="T64" fmla="*/ 4 w 7"/>
                <a:gd name="T65" fmla="*/ 36 h 89"/>
                <a:gd name="T66" fmla="*/ 5 w 7"/>
                <a:gd name="T67" fmla="*/ 52 h 89"/>
                <a:gd name="T68" fmla="*/ 5 w 7"/>
                <a:gd name="T69" fmla="*/ 58 h 89"/>
                <a:gd name="T70" fmla="*/ 5 w 7"/>
                <a:gd name="T71" fmla="*/ 61 h 89"/>
                <a:gd name="T72" fmla="*/ 5 w 7"/>
                <a:gd name="T73" fmla="*/ 67 h 89"/>
                <a:gd name="T74" fmla="*/ 5 w 7"/>
                <a:gd name="T75" fmla="*/ 81 h 89"/>
                <a:gd name="T76" fmla="*/ 5 w 7"/>
                <a:gd name="T77" fmla="*/ 89 h 89"/>
                <a:gd name="T78" fmla="*/ 5 w 7"/>
                <a:gd name="T79" fmla="*/ 69 h 89"/>
                <a:gd name="T80" fmla="*/ 5 w 7"/>
                <a:gd name="T81" fmla="*/ 39 h 89"/>
                <a:gd name="T82" fmla="*/ 5 w 7"/>
                <a:gd name="T83" fmla="*/ 30 h 89"/>
                <a:gd name="T84" fmla="*/ 6 w 7"/>
                <a:gd name="T85" fmla="*/ 39 h 89"/>
                <a:gd name="T86" fmla="*/ 6 w 7"/>
                <a:gd name="T87" fmla="*/ 48 h 89"/>
                <a:gd name="T88" fmla="*/ 6 w 7"/>
                <a:gd name="T89" fmla="*/ 57 h 89"/>
                <a:gd name="T90" fmla="*/ 6 w 7"/>
                <a:gd name="T91" fmla="*/ 69 h 89"/>
                <a:gd name="T92" fmla="*/ 6 w 7"/>
                <a:gd name="T93" fmla="*/ 84 h 89"/>
                <a:gd name="T94" fmla="*/ 6 w 7"/>
                <a:gd name="T95" fmla="*/ 87 h 89"/>
                <a:gd name="T96" fmla="*/ 7 w 7"/>
                <a:gd name="T97" fmla="*/ 71 h 89"/>
                <a:gd name="T98" fmla="*/ 7 w 7"/>
                <a:gd name="T99" fmla="*/ 55 h 89"/>
                <a:gd name="T100" fmla="*/ 7 w 7"/>
                <a:gd name="T101" fmla="*/ 59 h 89"/>
                <a:gd name="T102" fmla="*/ 7 w 7"/>
                <a:gd name="T103" fmla="*/ 72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9">
                  <a:moveTo>
                    <a:pt x="0" y="27"/>
                  </a:moveTo>
                  <a:lnTo>
                    <a:pt x="0" y="49"/>
                  </a:lnTo>
                  <a:lnTo>
                    <a:pt x="0" y="42"/>
                  </a:lnTo>
                  <a:lnTo>
                    <a:pt x="1" y="18"/>
                  </a:lnTo>
                  <a:lnTo>
                    <a:pt x="1" y="9"/>
                  </a:lnTo>
                  <a:lnTo>
                    <a:pt x="1" y="11"/>
                  </a:lnTo>
                  <a:lnTo>
                    <a:pt x="1" y="8"/>
                  </a:lnTo>
                  <a:lnTo>
                    <a:pt x="1" y="4"/>
                  </a:lnTo>
                  <a:lnTo>
                    <a:pt x="1" y="10"/>
                  </a:lnTo>
                  <a:lnTo>
                    <a:pt x="2" y="27"/>
                  </a:lnTo>
                  <a:lnTo>
                    <a:pt x="2" y="47"/>
                  </a:lnTo>
                  <a:lnTo>
                    <a:pt x="2" y="66"/>
                  </a:lnTo>
                  <a:lnTo>
                    <a:pt x="2" y="80"/>
                  </a:lnTo>
                  <a:lnTo>
                    <a:pt x="2" y="83"/>
                  </a:lnTo>
                  <a:lnTo>
                    <a:pt x="2" y="80"/>
                  </a:lnTo>
                  <a:lnTo>
                    <a:pt x="2" y="68"/>
                  </a:lnTo>
                  <a:lnTo>
                    <a:pt x="2" y="39"/>
                  </a:lnTo>
                  <a:lnTo>
                    <a:pt x="2" y="8"/>
                  </a:lnTo>
                  <a:lnTo>
                    <a:pt x="3" y="0"/>
                  </a:lnTo>
                  <a:lnTo>
                    <a:pt x="3" y="15"/>
                  </a:lnTo>
                  <a:lnTo>
                    <a:pt x="3" y="33"/>
                  </a:lnTo>
                  <a:lnTo>
                    <a:pt x="3" y="37"/>
                  </a:lnTo>
                  <a:lnTo>
                    <a:pt x="3" y="29"/>
                  </a:lnTo>
                  <a:lnTo>
                    <a:pt x="3" y="33"/>
                  </a:lnTo>
                  <a:lnTo>
                    <a:pt x="4" y="49"/>
                  </a:lnTo>
                  <a:lnTo>
                    <a:pt x="4" y="60"/>
                  </a:lnTo>
                  <a:lnTo>
                    <a:pt x="4" y="59"/>
                  </a:lnTo>
                  <a:lnTo>
                    <a:pt x="4" y="49"/>
                  </a:lnTo>
                  <a:lnTo>
                    <a:pt x="4" y="38"/>
                  </a:lnTo>
                  <a:lnTo>
                    <a:pt x="4" y="28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4" y="36"/>
                  </a:lnTo>
                  <a:lnTo>
                    <a:pt x="5" y="52"/>
                  </a:lnTo>
                  <a:lnTo>
                    <a:pt x="5" y="58"/>
                  </a:lnTo>
                  <a:lnTo>
                    <a:pt x="5" y="61"/>
                  </a:lnTo>
                  <a:lnTo>
                    <a:pt x="5" y="67"/>
                  </a:lnTo>
                  <a:lnTo>
                    <a:pt x="5" y="81"/>
                  </a:lnTo>
                  <a:lnTo>
                    <a:pt x="5" y="89"/>
                  </a:lnTo>
                  <a:lnTo>
                    <a:pt x="5" y="69"/>
                  </a:lnTo>
                  <a:lnTo>
                    <a:pt x="5" y="39"/>
                  </a:lnTo>
                  <a:lnTo>
                    <a:pt x="5" y="30"/>
                  </a:lnTo>
                  <a:lnTo>
                    <a:pt x="6" y="39"/>
                  </a:lnTo>
                  <a:lnTo>
                    <a:pt x="6" y="48"/>
                  </a:lnTo>
                  <a:lnTo>
                    <a:pt x="6" y="57"/>
                  </a:lnTo>
                  <a:lnTo>
                    <a:pt x="6" y="69"/>
                  </a:lnTo>
                  <a:lnTo>
                    <a:pt x="6" y="84"/>
                  </a:lnTo>
                  <a:lnTo>
                    <a:pt x="6" y="87"/>
                  </a:lnTo>
                  <a:lnTo>
                    <a:pt x="7" y="71"/>
                  </a:lnTo>
                  <a:lnTo>
                    <a:pt x="7" y="55"/>
                  </a:lnTo>
                  <a:lnTo>
                    <a:pt x="7" y="59"/>
                  </a:lnTo>
                  <a:lnTo>
                    <a:pt x="7" y="7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24" name="Freeform 1085"/>
            <p:cNvSpPr/>
            <p:nvPr/>
          </p:nvSpPr>
          <p:spPr bwMode="auto">
            <a:xfrm>
              <a:off x="4422775" y="4618038"/>
              <a:ext cx="9525" cy="141288"/>
            </a:xfrm>
            <a:custGeom>
              <a:avLst/>
              <a:gdLst>
                <a:gd name="T0" fmla="*/ 0 w 6"/>
                <a:gd name="T1" fmla="*/ 69 h 89"/>
                <a:gd name="T2" fmla="*/ 0 w 6"/>
                <a:gd name="T3" fmla="*/ 82 h 89"/>
                <a:gd name="T4" fmla="*/ 0 w 6"/>
                <a:gd name="T5" fmla="*/ 85 h 89"/>
                <a:gd name="T6" fmla="*/ 0 w 6"/>
                <a:gd name="T7" fmla="*/ 84 h 89"/>
                <a:gd name="T8" fmla="*/ 0 w 6"/>
                <a:gd name="T9" fmla="*/ 84 h 89"/>
                <a:gd name="T10" fmla="*/ 0 w 6"/>
                <a:gd name="T11" fmla="*/ 80 h 89"/>
                <a:gd name="T12" fmla="*/ 0 w 6"/>
                <a:gd name="T13" fmla="*/ 76 h 89"/>
                <a:gd name="T14" fmla="*/ 0 w 6"/>
                <a:gd name="T15" fmla="*/ 74 h 89"/>
                <a:gd name="T16" fmla="*/ 1 w 6"/>
                <a:gd name="T17" fmla="*/ 70 h 89"/>
                <a:gd name="T18" fmla="*/ 1 w 6"/>
                <a:gd name="T19" fmla="*/ 62 h 89"/>
                <a:gd name="T20" fmla="*/ 1 w 6"/>
                <a:gd name="T21" fmla="*/ 58 h 89"/>
                <a:gd name="T22" fmla="*/ 1 w 6"/>
                <a:gd name="T23" fmla="*/ 66 h 89"/>
                <a:gd name="T24" fmla="*/ 1 w 6"/>
                <a:gd name="T25" fmla="*/ 75 h 89"/>
                <a:gd name="T26" fmla="*/ 1 w 6"/>
                <a:gd name="T27" fmla="*/ 72 h 89"/>
                <a:gd name="T28" fmla="*/ 2 w 6"/>
                <a:gd name="T29" fmla="*/ 76 h 89"/>
                <a:gd name="T30" fmla="*/ 2 w 6"/>
                <a:gd name="T31" fmla="*/ 89 h 89"/>
                <a:gd name="T32" fmla="*/ 2 w 6"/>
                <a:gd name="T33" fmla="*/ 84 h 89"/>
                <a:gd name="T34" fmla="*/ 2 w 6"/>
                <a:gd name="T35" fmla="*/ 71 h 89"/>
                <a:gd name="T36" fmla="*/ 2 w 6"/>
                <a:gd name="T37" fmla="*/ 72 h 89"/>
                <a:gd name="T38" fmla="*/ 2 w 6"/>
                <a:gd name="T39" fmla="*/ 70 h 89"/>
                <a:gd name="T40" fmla="*/ 2 w 6"/>
                <a:gd name="T41" fmla="*/ 66 h 89"/>
                <a:gd name="T42" fmla="*/ 2 w 6"/>
                <a:gd name="T43" fmla="*/ 68 h 89"/>
                <a:gd name="T44" fmla="*/ 2 w 6"/>
                <a:gd name="T45" fmla="*/ 58 h 89"/>
                <a:gd name="T46" fmla="*/ 3 w 6"/>
                <a:gd name="T47" fmla="*/ 45 h 89"/>
                <a:gd name="T48" fmla="*/ 3 w 6"/>
                <a:gd name="T49" fmla="*/ 47 h 89"/>
                <a:gd name="T50" fmla="*/ 3 w 6"/>
                <a:gd name="T51" fmla="*/ 45 h 89"/>
                <a:gd name="T52" fmla="*/ 3 w 6"/>
                <a:gd name="T53" fmla="*/ 36 h 89"/>
                <a:gd name="T54" fmla="*/ 3 w 6"/>
                <a:gd name="T55" fmla="*/ 38 h 89"/>
                <a:gd name="T56" fmla="*/ 3 w 6"/>
                <a:gd name="T57" fmla="*/ 40 h 89"/>
                <a:gd name="T58" fmla="*/ 3 w 6"/>
                <a:gd name="T59" fmla="*/ 27 h 89"/>
                <a:gd name="T60" fmla="*/ 3 w 6"/>
                <a:gd name="T61" fmla="*/ 17 h 89"/>
                <a:gd name="T62" fmla="*/ 3 w 6"/>
                <a:gd name="T63" fmla="*/ 26 h 89"/>
                <a:gd name="T64" fmla="*/ 4 w 6"/>
                <a:gd name="T65" fmla="*/ 45 h 89"/>
                <a:gd name="T66" fmla="*/ 4 w 6"/>
                <a:gd name="T67" fmla="*/ 62 h 89"/>
                <a:gd name="T68" fmla="*/ 4 w 6"/>
                <a:gd name="T69" fmla="*/ 70 h 89"/>
                <a:gd name="T70" fmla="*/ 4 w 6"/>
                <a:gd name="T71" fmla="*/ 70 h 89"/>
                <a:gd name="T72" fmla="*/ 4 w 6"/>
                <a:gd name="T73" fmla="*/ 63 h 89"/>
                <a:gd name="T74" fmla="*/ 4 w 6"/>
                <a:gd name="T75" fmla="*/ 52 h 89"/>
                <a:gd name="T76" fmla="*/ 5 w 6"/>
                <a:gd name="T77" fmla="*/ 40 h 89"/>
                <a:gd name="T78" fmla="*/ 5 w 6"/>
                <a:gd name="T79" fmla="*/ 25 h 89"/>
                <a:gd name="T80" fmla="*/ 5 w 6"/>
                <a:gd name="T81" fmla="*/ 14 h 89"/>
                <a:gd name="T82" fmla="*/ 5 w 6"/>
                <a:gd name="T83" fmla="*/ 21 h 89"/>
                <a:gd name="T84" fmla="*/ 5 w 6"/>
                <a:gd name="T85" fmla="*/ 38 h 89"/>
                <a:gd name="T86" fmla="*/ 5 w 6"/>
                <a:gd name="T87" fmla="*/ 47 h 89"/>
                <a:gd name="T88" fmla="*/ 5 w 6"/>
                <a:gd name="T89" fmla="*/ 45 h 89"/>
                <a:gd name="T90" fmla="*/ 5 w 6"/>
                <a:gd name="T91" fmla="*/ 46 h 89"/>
                <a:gd name="T92" fmla="*/ 5 w 6"/>
                <a:gd name="T93" fmla="*/ 46 h 89"/>
                <a:gd name="T94" fmla="*/ 6 w 6"/>
                <a:gd name="T95" fmla="*/ 35 h 89"/>
                <a:gd name="T96" fmla="*/ 6 w 6"/>
                <a:gd name="T97" fmla="*/ 18 h 89"/>
                <a:gd name="T98" fmla="*/ 6 w 6"/>
                <a:gd name="T99" fmla="*/ 5 h 89"/>
                <a:gd name="T100" fmla="*/ 6 w 6"/>
                <a:gd name="T101" fmla="*/ 0 h 89"/>
                <a:gd name="T102" fmla="*/ 6 w 6"/>
                <a:gd name="T103" fmla="*/ 1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9">
                  <a:moveTo>
                    <a:pt x="0" y="69"/>
                  </a:moveTo>
                  <a:lnTo>
                    <a:pt x="0" y="82"/>
                  </a:lnTo>
                  <a:lnTo>
                    <a:pt x="0" y="85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0" y="80"/>
                  </a:lnTo>
                  <a:lnTo>
                    <a:pt x="0" y="76"/>
                  </a:lnTo>
                  <a:lnTo>
                    <a:pt x="0" y="74"/>
                  </a:lnTo>
                  <a:lnTo>
                    <a:pt x="1" y="70"/>
                  </a:lnTo>
                  <a:lnTo>
                    <a:pt x="1" y="62"/>
                  </a:lnTo>
                  <a:lnTo>
                    <a:pt x="1" y="58"/>
                  </a:lnTo>
                  <a:lnTo>
                    <a:pt x="1" y="66"/>
                  </a:lnTo>
                  <a:lnTo>
                    <a:pt x="1" y="75"/>
                  </a:lnTo>
                  <a:lnTo>
                    <a:pt x="1" y="72"/>
                  </a:lnTo>
                  <a:lnTo>
                    <a:pt x="2" y="76"/>
                  </a:lnTo>
                  <a:lnTo>
                    <a:pt x="2" y="89"/>
                  </a:lnTo>
                  <a:lnTo>
                    <a:pt x="2" y="84"/>
                  </a:lnTo>
                  <a:lnTo>
                    <a:pt x="2" y="71"/>
                  </a:lnTo>
                  <a:lnTo>
                    <a:pt x="2" y="72"/>
                  </a:lnTo>
                  <a:lnTo>
                    <a:pt x="2" y="70"/>
                  </a:lnTo>
                  <a:lnTo>
                    <a:pt x="2" y="66"/>
                  </a:lnTo>
                  <a:lnTo>
                    <a:pt x="2" y="68"/>
                  </a:lnTo>
                  <a:lnTo>
                    <a:pt x="2" y="58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3" y="45"/>
                  </a:lnTo>
                  <a:lnTo>
                    <a:pt x="3" y="36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3" y="27"/>
                  </a:lnTo>
                  <a:lnTo>
                    <a:pt x="3" y="17"/>
                  </a:lnTo>
                  <a:lnTo>
                    <a:pt x="3" y="26"/>
                  </a:lnTo>
                  <a:lnTo>
                    <a:pt x="4" y="45"/>
                  </a:lnTo>
                  <a:lnTo>
                    <a:pt x="4" y="62"/>
                  </a:lnTo>
                  <a:lnTo>
                    <a:pt x="4" y="70"/>
                  </a:lnTo>
                  <a:lnTo>
                    <a:pt x="4" y="70"/>
                  </a:lnTo>
                  <a:lnTo>
                    <a:pt x="4" y="63"/>
                  </a:lnTo>
                  <a:lnTo>
                    <a:pt x="4" y="52"/>
                  </a:lnTo>
                  <a:lnTo>
                    <a:pt x="5" y="40"/>
                  </a:lnTo>
                  <a:lnTo>
                    <a:pt x="5" y="25"/>
                  </a:lnTo>
                  <a:lnTo>
                    <a:pt x="5" y="14"/>
                  </a:lnTo>
                  <a:lnTo>
                    <a:pt x="5" y="21"/>
                  </a:lnTo>
                  <a:lnTo>
                    <a:pt x="5" y="38"/>
                  </a:lnTo>
                  <a:lnTo>
                    <a:pt x="5" y="47"/>
                  </a:lnTo>
                  <a:lnTo>
                    <a:pt x="5" y="45"/>
                  </a:lnTo>
                  <a:lnTo>
                    <a:pt x="5" y="46"/>
                  </a:lnTo>
                  <a:lnTo>
                    <a:pt x="5" y="46"/>
                  </a:lnTo>
                  <a:lnTo>
                    <a:pt x="6" y="35"/>
                  </a:lnTo>
                  <a:lnTo>
                    <a:pt x="6" y="18"/>
                  </a:lnTo>
                  <a:lnTo>
                    <a:pt x="6" y="5"/>
                  </a:lnTo>
                  <a:lnTo>
                    <a:pt x="6" y="0"/>
                  </a:lnTo>
                  <a:lnTo>
                    <a:pt x="6" y="1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25" name="Freeform 1086"/>
            <p:cNvSpPr/>
            <p:nvPr/>
          </p:nvSpPr>
          <p:spPr bwMode="auto">
            <a:xfrm>
              <a:off x="4432300" y="4618038"/>
              <a:ext cx="9525" cy="168275"/>
            </a:xfrm>
            <a:custGeom>
              <a:avLst/>
              <a:gdLst>
                <a:gd name="T0" fmla="*/ 0 w 6"/>
                <a:gd name="T1" fmla="*/ 0 h 106"/>
                <a:gd name="T2" fmla="*/ 0 w 6"/>
                <a:gd name="T3" fmla="*/ 10 h 106"/>
                <a:gd name="T4" fmla="*/ 0 w 6"/>
                <a:gd name="T5" fmla="*/ 25 h 106"/>
                <a:gd name="T6" fmla="*/ 1 w 6"/>
                <a:gd name="T7" fmla="*/ 38 h 106"/>
                <a:gd name="T8" fmla="*/ 1 w 6"/>
                <a:gd name="T9" fmla="*/ 54 h 106"/>
                <a:gd name="T10" fmla="*/ 1 w 6"/>
                <a:gd name="T11" fmla="*/ 72 h 106"/>
                <a:gd name="T12" fmla="*/ 1 w 6"/>
                <a:gd name="T13" fmla="*/ 79 h 106"/>
                <a:gd name="T14" fmla="*/ 1 w 6"/>
                <a:gd name="T15" fmla="*/ 67 h 106"/>
                <a:gd name="T16" fmla="*/ 1 w 6"/>
                <a:gd name="T17" fmla="*/ 52 h 106"/>
                <a:gd name="T18" fmla="*/ 1 w 6"/>
                <a:gd name="T19" fmla="*/ 47 h 106"/>
                <a:gd name="T20" fmla="*/ 1 w 6"/>
                <a:gd name="T21" fmla="*/ 47 h 106"/>
                <a:gd name="T22" fmla="*/ 1 w 6"/>
                <a:gd name="T23" fmla="*/ 41 h 106"/>
                <a:gd name="T24" fmla="*/ 2 w 6"/>
                <a:gd name="T25" fmla="*/ 33 h 106"/>
                <a:gd name="T26" fmla="*/ 2 w 6"/>
                <a:gd name="T27" fmla="*/ 23 h 106"/>
                <a:gd name="T28" fmla="*/ 2 w 6"/>
                <a:gd name="T29" fmla="*/ 17 h 106"/>
                <a:gd name="T30" fmla="*/ 2 w 6"/>
                <a:gd name="T31" fmla="*/ 24 h 106"/>
                <a:gd name="T32" fmla="*/ 2 w 6"/>
                <a:gd name="T33" fmla="*/ 40 h 106"/>
                <a:gd name="T34" fmla="*/ 2 w 6"/>
                <a:gd name="T35" fmla="*/ 60 h 106"/>
                <a:gd name="T36" fmla="*/ 2 w 6"/>
                <a:gd name="T37" fmla="*/ 76 h 106"/>
                <a:gd name="T38" fmla="*/ 2 w 6"/>
                <a:gd name="T39" fmla="*/ 81 h 106"/>
                <a:gd name="T40" fmla="*/ 2 w 6"/>
                <a:gd name="T41" fmla="*/ 77 h 106"/>
                <a:gd name="T42" fmla="*/ 2 w 6"/>
                <a:gd name="T43" fmla="*/ 69 h 106"/>
                <a:gd name="T44" fmla="*/ 3 w 6"/>
                <a:gd name="T45" fmla="*/ 52 h 106"/>
                <a:gd name="T46" fmla="*/ 3 w 6"/>
                <a:gd name="T47" fmla="*/ 39 h 106"/>
                <a:gd name="T48" fmla="*/ 3 w 6"/>
                <a:gd name="T49" fmla="*/ 33 h 106"/>
                <a:gd name="T50" fmla="*/ 3 w 6"/>
                <a:gd name="T51" fmla="*/ 27 h 106"/>
                <a:gd name="T52" fmla="*/ 3 w 6"/>
                <a:gd name="T53" fmla="*/ 22 h 106"/>
                <a:gd name="T54" fmla="*/ 3 w 6"/>
                <a:gd name="T55" fmla="*/ 29 h 106"/>
                <a:gd name="T56" fmla="*/ 4 w 6"/>
                <a:gd name="T57" fmla="*/ 51 h 106"/>
                <a:gd name="T58" fmla="*/ 4 w 6"/>
                <a:gd name="T59" fmla="*/ 85 h 106"/>
                <a:gd name="T60" fmla="*/ 4 w 6"/>
                <a:gd name="T61" fmla="*/ 101 h 106"/>
                <a:gd name="T62" fmla="*/ 4 w 6"/>
                <a:gd name="T63" fmla="*/ 94 h 106"/>
                <a:gd name="T64" fmla="*/ 4 w 6"/>
                <a:gd name="T65" fmla="*/ 92 h 106"/>
                <a:gd name="T66" fmla="*/ 4 w 6"/>
                <a:gd name="T67" fmla="*/ 102 h 106"/>
                <a:gd name="T68" fmla="*/ 4 w 6"/>
                <a:gd name="T69" fmla="*/ 105 h 106"/>
                <a:gd name="T70" fmla="*/ 4 w 6"/>
                <a:gd name="T71" fmla="*/ 94 h 106"/>
                <a:gd name="T72" fmla="*/ 4 w 6"/>
                <a:gd name="T73" fmla="*/ 69 h 106"/>
                <a:gd name="T74" fmla="*/ 5 w 6"/>
                <a:gd name="T75" fmla="*/ 49 h 106"/>
                <a:gd name="T76" fmla="*/ 5 w 6"/>
                <a:gd name="T77" fmla="*/ 50 h 106"/>
                <a:gd name="T78" fmla="*/ 5 w 6"/>
                <a:gd name="T79" fmla="*/ 54 h 106"/>
                <a:gd name="T80" fmla="*/ 5 w 6"/>
                <a:gd name="T81" fmla="*/ 51 h 106"/>
                <a:gd name="T82" fmla="*/ 5 w 6"/>
                <a:gd name="T83" fmla="*/ 59 h 106"/>
                <a:gd name="T84" fmla="*/ 5 w 6"/>
                <a:gd name="T85" fmla="*/ 73 h 106"/>
                <a:gd name="T86" fmla="*/ 6 w 6"/>
                <a:gd name="T87" fmla="*/ 76 h 106"/>
                <a:gd name="T88" fmla="*/ 6 w 6"/>
                <a:gd name="T89" fmla="*/ 74 h 106"/>
                <a:gd name="T90" fmla="*/ 6 w 6"/>
                <a:gd name="T91" fmla="*/ 78 h 106"/>
                <a:gd name="T92" fmla="*/ 6 w 6"/>
                <a:gd name="T93" fmla="*/ 93 h 106"/>
                <a:gd name="T94" fmla="*/ 6 w 6"/>
                <a:gd name="T95" fmla="*/ 106 h 106"/>
                <a:gd name="T96" fmla="*/ 6 w 6"/>
                <a:gd name="T97" fmla="*/ 103 h 106"/>
                <a:gd name="T98" fmla="*/ 6 w 6"/>
                <a:gd name="T99" fmla="*/ 90 h 106"/>
                <a:gd name="T100" fmla="*/ 6 w 6"/>
                <a:gd name="T101" fmla="*/ 71 h 106"/>
                <a:gd name="T102" fmla="*/ 6 w 6"/>
                <a:gd name="T103" fmla="*/ 5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06">
                  <a:moveTo>
                    <a:pt x="0" y="0"/>
                  </a:moveTo>
                  <a:lnTo>
                    <a:pt x="0" y="10"/>
                  </a:lnTo>
                  <a:lnTo>
                    <a:pt x="0" y="25"/>
                  </a:lnTo>
                  <a:lnTo>
                    <a:pt x="1" y="38"/>
                  </a:lnTo>
                  <a:lnTo>
                    <a:pt x="1" y="54"/>
                  </a:lnTo>
                  <a:lnTo>
                    <a:pt x="1" y="72"/>
                  </a:lnTo>
                  <a:lnTo>
                    <a:pt x="1" y="79"/>
                  </a:lnTo>
                  <a:lnTo>
                    <a:pt x="1" y="67"/>
                  </a:lnTo>
                  <a:lnTo>
                    <a:pt x="1" y="52"/>
                  </a:lnTo>
                  <a:lnTo>
                    <a:pt x="1" y="47"/>
                  </a:lnTo>
                  <a:lnTo>
                    <a:pt x="1" y="47"/>
                  </a:lnTo>
                  <a:lnTo>
                    <a:pt x="1" y="41"/>
                  </a:lnTo>
                  <a:lnTo>
                    <a:pt x="2" y="33"/>
                  </a:lnTo>
                  <a:lnTo>
                    <a:pt x="2" y="23"/>
                  </a:lnTo>
                  <a:lnTo>
                    <a:pt x="2" y="17"/>
                  </a:lnTo>
                  <a:lnTo>
                    <a:pt x="2" y="24"/>
                  </a:lnTo>
                  <a:lnTo>
                    <a:pt x="2" y="40"/>
                  </a:lnTo>
                  <a:lnTo>
                    <a:pt x="2" y="60"/>
                  </a:lnTo>
                  <a:lnTo>
                    <a:pt x="2" y="76"/>
                  </a:lnTo>
                  <a:lnTo>
                    <a:pt x="2" y="81"/>
                  </a:lnTo>
                  <a:lnTo>
                    <a:pt x="2" y="77"/>
                  </a:lnTo>
                  <a:lnTo>
                    <a:pt x="2" y="69"/>
                  </a:lnTo>
                  <a:lnTo>
                    <a:pt x="3" y="52"/>
                  </a:lnTo>
                  <a:lnTo>
                    <a:pt x="3" y="39"/>
                  </a:lnTo>
                  <a:lnTo>
                    <a:pt x="3" y="33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29"/>
                  </a:lnTo>
                  <a:lnTo>
                    <a:pt x="4" y="51"/>
                  </a:lnTo>
                  <a:lnTo>
                    <a:pt x="4" y="85"/>
                  </a:lnTo>
                  <a:lnTo>
                    <a:pt x="4" y="101"/>
                  </a:lnTo>
                  <a:lnTo>
                    <a:pt x="4" y="94"/>
                  </a:lnTo>
                  <a:lnTo>
                    <a:pt x="4" y="92"/>
                  </a:lnTo>
                  <a:lnTo>
                    <a:pt x="4" y="102"/>
                  </a:lnTo>
                  <a:lnTo>
                    <a:pt x="4" y="105"/>
                  </a:lnTo>
                  <a:lnTo>
                    <a:pt x="4" y="94"/>
                  </a:lnTo>
                  <a:lnTo>
                    <a:pt x="4" y="69"/>
                  </a:lnTo>
                  <a:lnTo>
                    <a:pt x="5" y="49"/>
                  </a:lnTo>
                  <a:lnTo>
                    <a:pt x="5" y="50"/>
                  </a:lnTo>
                  <a:lnTo>
                    <a:pt x="5" y="54"/>
                  </a:lnTo>
                  <a:lnTo>
                    <a:pt x="5" y="51"/>
                  </a:lnTo>
                  <a:lnTo>
                    <a:pt x="5" y="59"/>
                  </a:lnTo>
                  <a:lnTo>
                    <a:pt x="5" y="73"/>
                  </a:lnTo>
                  <a:lnTo>
                    <a:pt x="6" y="76"/>
                  </a:lnTo>
                  <a:lnTo>
                    <a:pt x="6" y="74"/>
                  </a:lnTo>
                  <a:lnTo>
                    <a:pt x="6" y="78"/>
                  </a:lnTo>
                  <a:lnTo>
                    <a:pt x="6" y="93"/>
                  </a:lnTo>
                  <a:lnTo>
                    <a:pt x="6" y="106"/>
                  </a:lnTo>
                  <a:lnTo>
                    <a:pt x="6" y="103"/>
                  </a:lnTo>
                  <a:lnTo>
                    <a:pt x="6" y="90"/>
                  </a:lnTo>
                  <a:lnTo>
                    <a:pt x="6" y="71"/>
                  </a:lnTo>
                  <a:lnTo>
                    <a:pt x="6" y="5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26" name="Freeform 1087"/>
            <p:cNvSpPr/>
            <p:nvPr/>
          </p:nvSpPr>
          <p:spPr bwMode="auto">
            <a:xfrm>
              <a:off x="4441825" y="4679951"/>
              <a:ext cx="11113" cy="147638"/>
            </a:xfrm>
            <a:custGeom>
              <a:avLst/>
              <a:gdLst>
                <a:gd name="T0" fmla="*/ 0 w 7"/>
                <a:gd name="T1" fmla="*/ 32 h 93"/>
                <a:gd name="T2" fmla="*/ 0 w 7"/>
                <a:gd name="T3" fmla="*/ 15 h 93"/>
                <a:gd name="T4" fmla="*/ 1 w 7"/>
                <a:gd name="T5" fmla="*/ 18 h 93"/>
                <a:gd name="T6" fmla="*/ 1 w 7"/>
                <a:gd name="T7" fmla="*/ 31 h 93"/>
                <a:gd name="T8" fmla="*/ 1 w 7"/>
                <a:gd name="T9" fmla="*/ 40 h 93"/>
                <a:gd name="T10" fmla="*/ 1 w 7"/>
                <a:gd name="T11" fmla="*/ 49 h 93"/>
                <a:gd name="T12" fmla="*/ 1 w 7"/>
                <a:gd name="T13" fmla="*/ 62 h 93"/>
                <a:gd name="T14" fmla="*/ 1 w 7"/>
                <a:gd name="T15" fmla="*/ 71 h 93"/>
                <a:gd name="T16" fmla="*/ 1 w 7"/>
                <a:gd name="T17" fmla="*/ 74 h 93"/>
                <a:gd name="T18" fmla="*/ 1 w 7"/>
                <a:gd name="T19" fmla="*/ 69 h 93"/>
                <a:gd name="T20" fmla="*/ 1 w 7"/>
                <a:gd name="T21" fmla="*/ 60 h 93"/>
                <a:gd name="T22" fmla="*/ 2 w 7"/>
                <a:gd name="T23" fmla="*/ 55 h 93"/>
                <a:gd name="T24" fmla="*/ 2 w 7"/>
                <a:gd name="T25" fmla="*/ 45 h 93"/>
                <a:gd name="T26" fmla="*/ 2 w 7"/>
                <a:gd name="T27" fmla="*/ 22 h 93"/>
                <a:gd name="T28" fmla="*/ 2 w 7"/>
                <a:gd name="T29" fmla="*/ 11 h 93"/>
                <a:gd name="T30" fmla="*/ 2 w 7"/>
                <a:gd name="T31" fmla="*/ 20 h 93"/>
                <a:gd name="T32" fmla="*/ 2 w 7"/>
                <a:gd name="T33" fmla="*/ 31 h 93"/>
                <a:gd name="T34" fmla="*/ 3 w 7"/>
                <a:gd name="T35" fmla="*/ 38 h 93"/>
                <a:gd name="T36" fmla="*/ 3 w 7"/>
                <a:gd name="T37" fmla="*/ 51 h 93"/>
                <a:gd name="T38" fmla="*/ 3 w 7"/>
                <a:gd name="T39" fmla="*/ 69 h 93"/>
                <a:gd name="T40" fmla="*/ 3 w 7"/>
                <a:gd name="T41" fmla="*/ 86 h 93"/>
                <a:gd name="T42" fmla="*/ 3 w 7"/>
                <a:gd name="T43" fmla="*/ 93 h 93"/>
                <a:gd name="T44" fmla="*/ 3 w 7"/>
                <a:gd name="T45" fmla="*/ 85 h 93"/>
                <a:gd name="T46" fmla="*/ 3 w 7"/>
                <a:gd name="T47" fmla="*/ 70 h 93"/>
                <a:gd name="T48" fmla="*/ 3 w 7"/>
                <a:gd name="T49" fmla="*/ 49 h 93"/>
                <a:gd name="T50" fmla="*/ 3 w 7"/>
                <a:gd name="T51" fmla="*/ 28 h 93"/>
                <a:gd name="T52" fmla="*/ 4 w 7"/>
                <a:gd name="T53" fmla="*/ 16 h 93"/>
                <a:gd name="T54" fmla="*/ 4 w 7"/>
                <a:gd name="T55" fmla="*/ 15 h 93"/>
                <a:gd name="T56" fmla="*/ 4 w 7"/>
                <a:gd name="T57" fmla="*/ 21 h 93"/>
                <a:gd name="T58" fmla="*/ 4 w 7"/>
                <a:gd name="T59" fmla="*/ 29 h 93"/>
                <a:gd name="T60" fmla="*/ 4 w 7"/>
                <a:gd name="T61" fmla="*/ 25 h 93"/>
                <a:gd name="T62" fmla="*/ 4 w 7"/>
                <a:gd name="T63" fmla="*/ 18 h 93"/>
                <a:gd name="T64" fmla="*/ 5 w 7"/>
                <a:gd name="T65" fmla="*/ 27 h 93"/>
                <a:gd name="T66" fmla="*/ 5 w 7"/>
                <a:gd name="T67" fmla="*/ 40 h 93"/>
                <a:gd name="T68" fmla="*/ 5 w 7"/>
                <a:gd name="T69" fmla="*/ 39 h 93"/>
                <a:gd name="T70" fmla="*/ 5 w 7"/>
                <a:gd name="T71" fmla="*/ 41 h 93"/>
                <a:gd name="T72" fmla="*/ 5 w 7"/>
                <a:gd name="T73" fmla="*/ 53 h 93"/>
                <a:gd name="T74" fmla="*/ 5 w 7"/>
                <a:gd name="T75" fmla="*/ 52 h 93"/>
                <a:gd name="T76" fmla="*/ 5 w 7"/>
                <a:gd name="T77" fmla="*/ 29 h 93"/>
                <a:gd name="T78" fmla="*/ 5 w 7"/>
                <a:gd name="T79" fmla="*/ 9 h 93"/>
                <a:gd name="T80" fmla="*/ 5 w 7"/>
                <a:gd name="T81" fmla="*/ 2 h 93"/>
                <a:gd name="T82" fmla="*/ 5 w 7"/>
                <a:gd name="T83" fmla="*/ 0 h 93"/>
                <a:gd name="T84" fmla="*/ 6 w 7"/>
                <a:gd name="T85" fmla="*/ 1 h 93"/>
                <a:gd name="T86" fmla="*/ 6 w 7"/>
                <a:gd name="T87" fmla="*/ 9 h 93"/>
                <a:gd name="T88" fmla="*/ 6 w 7"/>
                <a:gd name="T89" fmla="*/ 15 h 93"/>
                <a:gd name="T90" fmla="*/ 6 w 7"/>
                <a:gd name="T91" fmla="*/ 13 h 93"/>
                <a:gd name="T92" fmla="*/ 6 w 7"/>
                <a:gd name="T93" fmla="*/ 6 h 93"/>
                <a:gd name="T94" fmla="*/ 6 w 7"/>
                <a:gd name="T95" fmla="*/ 1 h 93"/>
                <a:gd name="T96" fmla="*/ 6 w 7"/>
                <a:gd name="T97" fmla="*/ 7 h 93"/>
                <a:gd name="T98" fmla="*/ 6 w 7"/>
                <a:gd name="T99" fmla="*/ 20 h 93"/>
                <a:gd name="T100" fmla="*/ 6 w 7"/>
                <a:gd name="T101" fmla="*/ 26 h 93"/>
                <a:gd name="T102" fmla="*/ 7 w 7"/>
                <a:gd name="T103" fmla="*/ 2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3">
                  <a:moveTo>
                    <a:pt x="0" y="32"/>
                  </a:moveTo>
                  <a:lnTo>
                    <a:pt x="0" y="15"/>
                  </a:lnTo>
                  <a:lnTo>
                    <a:pt x="1" y="18"/>
                  </a:lnTo>
                  <a:lnTo>
                    <a:pt x="1" y="31"/>
                  </a:lnTo>
                  <a:lnTo>
                    <a:pt x="1" y="40"/>
                  </a:lnTo>
                  <a:lnTo>
                    <a:pt x="1" y="49"/>
                  </a:lnTo>
                  <a:lnTo>
                    <a:pt x="1" y="62"/>
                  </a:lnTo>
                  <a:lnTo>
                    <a:pt x="1" y="71"/>
                  </a:lnTo>
                  <a:lnTo>
                    <a:pt x="1" y="74"/>
                  </a:lnTo>
                  <a:lnTo>
                    <a:pt x="1" y="69"/>
                  </a:lnTo>
                  <a:lnTo>
                    <a:pt x="1" y="60"/>
                  </a:lnTo>
                  <a:lnTo>
                    <a:pt x="2" y="55"/>
                  </a:lnTo>
                  <a:lnTo>
                    <a:pt x="2" y="45"/>
                  </a:lnTo>
                  <a:lnTo>
                    <a:pt x="2" y="22"/>
                  </a:lnTo>
                  <a:lnTo>
                    <a:pt x="2" y="11"/>
                  </a:lnTo>
                  <a:lnTo>
                    <a:pt x="2" y="20"/>
                  </a:lnTo>
                  <a:lnTo>
                    <a:pt x="2" y="31"/>
                  </a:lnTo>
                  <a:lnTo>
                    <a:pt x="3" y="38"/>
                  </a:lnTo>
                  <a:lnTo>
                    <a:pt x="3" y="51"/>
                  </a:lnTo>
                  <a:lnTo>
                    <a:pt x="3" y="69"/>
                  </a:lnTo>
                  <a:lnTo>
                    <a:pt x="3" y="86"/>
                  </a:lnTo>
                  <a:lnTo>
                    <a:pt x="3" y="93"/>
                  </a:lnTo>
                  <a:lnTo>
                    <a:pt x="3" y="85"/>
                  </a:lnTo>
                  <a:lnTo>
                    <a:pt x="3" y="70"/>
                  </a:lnTo>
                  <a:lnTo>
                    <a:pt x="3" y="49"/>
                  </a:lnTo>
                  <a:lnTo>
                    <a:pt x="3" y="28"/>
                  </a:lnTo>
                  <a:lnTo>
                    <a:pt x="4" y="16"/>
                  </a:lnTo>
                  <a:lnTo>
                    <a:pt x="4" y="15"/>
                  </a:lnTo>
                  <a:lnTo>
                    <a:pt x="4" y="21"/>
                  </a:lnTo>
                  <a:lnTo>
                    <a:pt x="4" y="29"/>
                  </a:lnTo>
                  <a:lnTo>
                    <a:pt x="4" y="25"/>
                  </a:lnTo>
                  <a:lnTo>
                    <a:pt x="4" y="18"/>
                  </a:lnTo>
                  <a:lnTo>
                    <a:pt x="5" y="27"/>
                  </a:lnTo>
                  <a:lnTo>
                    <a:pt x="5" y="40"/>
                  </a:lnTo>
                  <a:lnTo>
                    <a:pt x="5" y="39"/>
                  </a:lnTo>
                  <a:lnTo>
                    <a:pt x="5" y="41"/>
                  </a:lnTo>
                  <a:lnTo>
                    <a:pt x="5" y="53"/>
                  </a:lnTo>
                  <a:lnTo>
                    <a:pt x="5" y="52"/>
                  </a:lnTo>
                  <a:lnTo>
                    <a:pt x="5" y="29"/>
                  </a:lnTo>
                  <a:lnTo>
                    <a:pt x="5" y="9"/>
                  </a:lnTo>
                  <a:lnTo>
                    <a:pt x="5" y="2"/>
                  </a:lnTo>
                  <a:lnTo>
                    <a:pt x="5" y="0"/>
                  </a:lnTo>
                  <a:lnTo>
                    <a:pt x="6" y="1"/>
                  </a:lnTo>
                  <a:lnTo>
                    <a:pt x="6" y="9"/>
                  </a:lnTo>
                  <a:lnTo>
                    <a:pt x="6" y="15"/>
                  </a:lnTo>
                  <a:lnTo>
                    <a:pt x="6" y="13"/>
                  </a:lnTo>
                  <a:lnTo>
                    <a:pt x="6" y="6"/>
                  </a:lnTo>
                  <a:lnTo>
                    <a:pt x="6" y="1"/>
                  </a:lnTo>
                  <a:lnTo>
                    <a:pt x="6" y="7"/>
                  </a:lnTo>
                  <a:lnTo>
                    <a:pt x="6" y="20"/>
                  </a:lnTo>
                  <a:lnTo>
                    <a:pt x="6" y="26"/>
                  </a:lnTo>
                  <a:lnTo>
                    <a:pt x="7" y="2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27" name="Freeform 1088"/>
            <p:cNvSpPr/>
            <p:nvPr/>
          </p:nvSpPr>
          <p:spPr bwMode="auto">
            <a:xfrm>
              <a:off x="4451350" y="4652963"/>
              <a:ext cx="11113" cy="101600"/>
            </a:xfrm>
            <a:custGeom>
              <a:avLst/>
              <a:gdLst>
                <a:gd name="T0" fmla="*/ 0 w 7"/>
                <a:gd name="T1" fmla="*/ 43 h 64"/>
                <a:gd name="T2" fmla="*/ 1 w 7"/>
                <a:gd name="T3" fmla="*/ 43 h 64"/>
                <a:gd name="T4" fmla="*/ 1 w 7"/>
                <a:gd name="T5" fmla="*/ 40 h 64"/>
                <a:gd name="T6" fmla="*/ 1 w 7"/>
                <a:gd name="T7" fmla="*/ 31 h 64"/>
                <a:gd name="T8" fmla="*/ 1 w 7"/>
                <a:gd name="T9" fmla="*/ 18 h 64"/>
                <a:gd name="T10" fmla="*/ 1 w 7"/>
                <a:gd name="T11" fmla="*/ 17 h 64"/>
                <a:gd name="T12" fmla="*/ 1 w 7"/>
                <a:gd name="T13" fmla="*/ 30 h 64"/>
                <a:gd name="T14" fmla="*/ 2 w 7"/>
                <a:gd name="T15" fmla="*/ 36 h 64"/>
                <a:gd name="T16" fmla="*/ 2 w 7"/>
                <a:gd name="T17" fmla="*/ 27 h 64"/>
                <a:gd name="T18" fmla="*/ 2 w 7"/>
                <a:gd name="T19" fmla="*/ 23 h 64"/>
                <a:gd name="T20" fmla="*/ 2 w 7"/>
                <a:gd name="T21" fmla="*/ 32 h 64"/>
                <a:gd name="T22" fmla="*/ 2 w 7"/>
                <a:gd name="T23" fmla="*/ 37 h 64"/>
                <a:gd name="T24" fmla="*/ 2 w 7"/>
                <a:gd name="T25" fmla="*/ 39 h 64"/>
                <a:gd name="T26" fmla="*/ 2 w 7"/>
                <a:gd name="T27" fmla="*/ 47 h 64"/>
                <a:gd name="T28" fmla="*/ 2 w 7"/>
                <a:gd name="T29" fmla="*/ 42 h 64"/>
                <a:gd name="T30" fmla="*/ 2 w 7"/>
                <a:gd name="T31" fmla="*/ 20 h 64"/>
                <a:gd name="T32" fmla="*/ 3 w 7"/>
                <a:gd name="T33" fmla="*/ 1 h 64"/>
                <a:gd name="T34" fmla="*/ 3 w 7"/>
                <a:gd name="T35" fmla="*/ 3 h 64"/>
                <a:gd name="T36" fmla="*/ 3 w 7"/>
                <a:gd name="T37" fmla="*/ 10 h 64"/>
                <a:gd name="T38" fmla="*/ 3 w 7"/>
                <a:gd name="T39" fmla="*/ 16 h 64"/>
                <a:gd name="T40" fmla="*/ 3 w 7"/>
                <a:gd name="T41" fmla="*/ 33 h 64"/>
                <a:gd name="T42" fmla="*/ 3 w 7"/>
                <a:gd name="T43" fmla="*/ 50 h 64"/>
                <a:gd name="T44" fmla="*/ 4 w 7"/>
                <a:gd name="T45" fmla="*/ 48 h 64"/>
                <a:gd name="T46" fmla="*/ 4 w 7"/>
                <a:gd name="T47" fmla="*/ 41 h 64"/>
                <a:gd name="T48" fmla="*/ 4 w 7"/>
                <a:gd name="T49" fmla="*/ 41 h 64"/>
                <a:gd name="T50" fmla="*/ 4 w 7"/>
                <a:gd name="T51" fmla="*/ 30 h 64"/>
                <a:gd name="T52" fmla="*/ 4 w 7"/>
                <a:gd name="T53" fmla="*/ 10 h 64"/>
                <a:gd name="T54" fmla="*/ 4 w 7"/>
                <a:gd name="T55" fmla="*/ 0 h 64"/>
                <a:gd name="T56" fmla="*/ 4 w 7"/>
                <a:gd name="T57" fmla="*/ 2 h 64"/>
                <a:gd name="T58" fmla="*/ 4 w 7"/>
                <a:gd name="T59" fmla="*/ 15 h 64"/>
                <a:gd name="T60" fmla="*/ 4 w 7"/>
                <a:gd name="T61" fmla="*/ 27 h 64"/>
                <a:gd name="T62" fmla="*/ 5 w 7"/>
                <a:gd name="T63" fmla="*/ 34 h 64"/>
                <a:gd name="T64" fmla="*/ 5 w 7"/>
                <a:gd name="T65" fmla="*/ 50 h 64"/>
                <a:gd name="T66" fmla="*/ 5 w 7"/>
                <a:gd name="T67" fmla="*/ 64 h 64"/>
                <a:gd name="T68" fmla="*/ 5 w 7"/>
                <a:gd name="T69" fmla="*/ 57 h 64"/>
                <a:gd name="T70" fmla="*/ 5 w 7"/>
                <a:gd name="T71" fmla="*/ 39 h 64"/>
                <a:gd name="T72" fmla="*/ 5 w 7"/>
                <a:gd name="T73" fmla="*/ 30 h 64"/>
                <a:gd name="T74" fmla="*/ 5 w 7"/>
                <a:gd name="T75" fmla="*/ 30 h 64"/>
                <a:gd name="T76" fmla="*/ 5 w 7"/>
                <a:gd name="T77" fmla="*/ 30 h 64"/>
                <a:gd name="T78" fmla="*/ 5 w 7"/>
                <a:gd name="T79" fmla="*/ 21 h 64"/>
                <a:gd name="T80" fmla="*/ 6 w 7"/>
                <a:gd name="T81" fmla="*/ 14 h 64"/>
                <a:gd name="T82" fmla="*/ 6 w 7"/>
                <a:gd name="T83" fmla="*/ 15 h 64"/>
                <a:gd name="T84" fmla="*/ 6 w 7"/>
                <a:gd name="T85" fmla="*/ 15 h 64"/>
                <a:gd name="T86" fmla="*/ 6 w 7"/>
                <a:gd name="T87" fmla="*/ 18 h 64"/>
                <a:gd name="T88" fmla="*/ 6 w 7"/>
                <a:gd name="T89" fmla="*/ 19 h 64"/>
                <a:gd name="T90" fmla="*/ 6 w 7"/>
                <a:gd name="T91" fmla="*/ 14 h 64"/>
                <a:gd name="T92" fmla="*/ 7 w 7"/>
                <a:gd name="T93" fmla="*/ 17 h 64"/>
                <a:gd name="T94" fmla="*/ 7 w 7"/>
                <a:gd name="T95" fmla="*/ 28 h 64"/>
                <a:gd name="T96" fmla="*/ 7 w 7"/>
                <a:gd name="T97" fmla="*/ 35 h 64"/>
                <a:gd name="T98" fmla="*/ 7 w 7"/>
                <a:gd name="T99" fmla="*/ 39 h 64"/>
                <a:gd name="T100" fmla="*/ 7 w 7"/>
                <a:gd name="T101" fmla="*/ 38 h 64"/>
                <a:gd name="T102" fmla="*/ 7 w 7"/>
                <a:gd name="T103" fmla="*/ 3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64">
                  <a:moveTo>
                    <a:pt x="0" y="43"/>
                  </a:moveTo>
                  <a:lnTo>
                    <a:pt x="1" y="43"/>
                  </a:lnTo>
                  <a:lnTo>
                    <a:pt x="1" y="40"/>
                  </a:lnTo>
                  <a:lnTo>
                    <a:pt x="1" y="31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1" y="30"/>
                  </a:lnTo>
                  <a:lnTo>
                    <a:pt x="2" y="36"/>
                  </a:lnTo>
                  <a:lnTo>
                    <a:pt x="2" y="27"/>
                  </a:lnTo>
                  <a:lnTo>
                    <a:pt x="2" y="23"/>
                  </a:lnTo>
                  <a:lnTo>
                    <a:pt x="2" y="32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7"/>
                  </a:lnTo>
                  <a:lnTo>
                    <a:pt x="2" y="42"/>
                  </a:lnTo>
                  <a:lnTo>
                    <a:pt x="2" y="20"/>
                  </a:lnTo>
                  <a:lnTo>
                    <a:pt x="3" y="1"/>
                  </a:lnTo>
                  <a:lnTo>
                    <a:pt x="3" y="3"/>
                  </a:lnTo>
                  <a:lnTo>
                    <a:pt x="3" y="10"/>
                  </a:lnTo>
                  <a:lnTo>
                    <a:pt x="3" y="16"/>
                  </a:lnTo>
                  <a:lnTo>
                    <a:pt x="3" y="33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30"/>
                  </a:lnTo>
                  <a:lnTo>
                    <a:pt x="4" y="1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15"/>
                  </a:lnTo>
                  <a:lnTo>
                    <a:pt x="4" y="27"/>
                  </a:lnTo>
                  <a:lnTo>
                    <a:pt x="5" y="34"/>
                  </a:lnTo>
                  <a:lnTo>
                    <a:pt x="5" y="50"/>
                  </a:lnTo>
                  <a:lnTo>
                    <a:pt x="5" y="64"/>
                  </a:lnTo>
                  <a:lnTo>
                    <a:pt x="5" y="57"/>
                  </a:lnTo>
                  <a:lnTo>
                    <a:pt x="5" y="39"/>
                  </a:lnTo>
                  <a:lnTo>
                    <a:pt x="5" y="30"/>
                  </a:lnTo>
                  <a:lnTo>
                    <a:pt x="5" y="30"/>
                  </a:lnTo>
                  <a:lnTo>
                    <a:pt x="5" y="30"/>
                  </a:lnTo>
                  <a:lnTo>
                    <a:pt x="5" y="21"/>
                  </a:lnTo>
                  <a:lnTo>
                    <a:pt x="6" y="14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6" y="18"/>
                  </a:lnTo>
                  <a:lnTo>
                    <a:pt x="6" y="19"/>
                  </a:lnTo>
                  <a:lnTo>
                    <a:pt x="6" y="14"/>
                  </a:lnTo>
                  <a:lnTo>
                    <a:pt x="7" y="17"/>
                  </a:lnTo>
                  <a:lnTo>
                    <a:pt x="7" y="28"/>
                  </a:lnTo>
                  <a:lnTo>
                    <a:pt x="7" y="35"/>
                  </a:lnTo>
                  <a:lnTo>
                    <a:pt x="7" y="39"/>
                  </a:lnTo>
                  <a:lnTo>
                    <a:pt x="7" y="38"/>
                  </a:lnTo>
                  <a:lnTo>
                    <a:pt x="7" y="3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28" name="Freeform 1089"/>
            <p:cNvSpPr/>
            <p:nvPr/>
          </p:nvSpPr>
          <p:spPr bwMode="auto">
            <a:xfrm>
              <a:off x="4462463" y="4625976"/>
              <a:ext cx="11113" cy="122238"/>
            </a:xfrm>
            <a:custGeom>
              <a:avLst/>
              <a:gdLst>
                <a:gd name="T0" fmla="*/ 0 w 7"/>
                <a:gd name="T1" fmla="*/ 55 h 77"/>
                <a:gd name="T2" fmla="*/ 0 w 7"/>
                <a:gd name="T3" fmla="*/ 52 h 77"/>
                <a:gd name="T4" fmla="*/ 0 w 7"/>
                <a:gd name="T5" fmla="*/ 60 h 77"/>
                <a:gd name="T6" fmla="*/ 0 w 7"/>
                <a:gd name="T7" fmla="*/ 71 h 77"/>
                <a:gd name="T8" fmla="*/ 0 w 7"/>
                <a:gd name="T9" fmla="*/ 71 h 77"/>
                <a:gd name="T10" fmla="*/ 0 w 7"/>
                <a:gd name="T11" fmla="*/ 60 h 77"/>
                <a:gd name="T12" fmla="*/ 1 w 7"/>
                <a:gd name="T13" fmla="*/ 44 h 77"/>
                <a:gd name="T14" fmla="*/ 1 w 7"/>
                <a:gd name="T15" fmla="*/ 38 h 77"/>
                <a:gd name="T16" fmla="*/ 1 w 7"/>
                <a:gd name="T17" fmla="*/ 45 h 77"/>
                <a:gd name="T18" fmla="*/ 1 w 7"/>
                <a:gd name="T19" fmla="*/ 45 h 77"/>
                <a:gd name="T20" fmla="*/ 1 w 7"/>
                <a:gd name="T21" fmla="*/ 42 h 77"/>
                <a:gd name="T22" fmla="*/ 1 w 7"/>
                <a:gd name="T23" fmla="*/ 47 h 77"/>
                <a:gd name="T24" fmla="*/ 2 w 7"/>
                <a:gd name="T25" fmla="*/ 56 h 77"/>
                <a:gd name="T26" fmla="*/ 2 w 7"/>
                <a:gd name="T27" fmla="*/ 67 h 77"/>
                <a:gd name="T28" fmla="*/ 2 w 7"/>
                <a:gd name="T29" fmla="*/ 77 h 77"/>
                <a:gd name="T30" fmla="*/ 2 w 7"/>
                <a:gd name="T31" fmla="*/ 68 h 77"/>
                <a:gd name="T32" fmla="*/ 2 w 7"/>
                <a:gd name="T33" fmla="*/ 50 h 77"/>
                <a:gd name="T34" fmla="*/ 2 w 7"/>
                <a:gd name="T35" fmla="*/ 42 h 77"/>
                <a:gd name="T36" fmla="*/ 2 w 7"/>
                <a:gd name="T37" fmla="*/ 42 h 77"/>
                <a:gd name="T38" fmla="*/ 2 w 7"/>
                <a:gd name="T39" fmla="*/ 37 h 77"/>
                <a:gd name="T40" fmla="*/ 2 w 7"/>
                <a:gd name="T41" fmla="*/ 31 h 77"/>
                <a:gd name="T42" fmla="*/ 3 w 7"/>
                <a:gd name="T43" fmla="*/ 34 h 77"/>
                <a:gd name="T44" fmla="*/ 3 w 7"/>
                <a:gd name="T45" fmla="*/ 48 h 77"/>
                <a:gd name="T46" fmla="*/ 3 w 7"/>
                <a:gd name="T47" fmla="*/ 61 h 77"/>
                <a:gd name="T48" fmla="*/ 3 w 7"/>
                <a:gd name="T49" fmla="*/ 65 h 77"/>
                <a:gd name="T50" fmla="*/ 3 w 7"/>
                <a:gd name="T51" fmla="*/ 62 h 77"/>
                <a:gd name="T52" fmla="*/ 3 w 7"/>
                <a:gd name="T53" fmla="*/ 63 h 77"/>
                <a:gd name="T54" fmla="*/ 3 w 7"/>
                <a:gd name="T55" fmla="*/ 65 h 77"/>
                <a:gd name="T56" fmla="*/ 3 w 7"/>
                <a:gd name="T57" fmla="*/ 67 h 77"/>
                <a:gd name="T58" fmla="*/ 3 w 7"/>
                <a:gd name="T59" fmla="*/ 65 h 77"/>
                <a:gd name="T60" fmla="*/ 4 w 7"/>
                <a:gd name="T61" fmla="*/ 64 h 77"/>
                <a:gd name="T62" fmla="*/ 4 w 7"/>
                <a:gd name="T63" fmla="*/ 64 h 77"/>
                <a:gd name="T64" fmla="*/ 4 w 7"/>
                <a:gd name="T65" fmla="*/ 66 h 77"/>
                <a:gd name="T66" fmla="*/ 4 w 7"/>
                <a:gd name="T67" fmla="*/ 57 h 77"/>
                <a:gd name="T68" fmla="*/ 4 w 7"/>
                <a:gd name="T69" fmla="*/ 39 h 77"/>
                <a:gd name="T70" fmla="*/ 4 w 7"/>
                <a:gd name="T71" fmla="*/ 26 h 77"/>
                <a:gd name="T72" fmla="*/ 5 w 7"/>
                <a:gd name="T73" fmla="*/ 25 h 77"/>
                <a:gd name="T74" fmla="*/ 5 w 7"/>
                <a:gd name="T75" fmla="*/ 30 h 77"/>
                <a:gd name="T76" fmla="*/ 5 w 7"/>
                <a:gd name="T77" fmla="*/ 44 h 77"/>
                <a:gd name="T78" fmla="*/ 5 w 7"/>
                <a:gd name="T79" fmla="*/ 59 h 77"/>
                <a:gd name="T80" fmla="*/ 5 w 7"/>
                <a:gd name="T81" fmla="*/ 56 h 77"/>
                <a:gd name="T82" fmla="*/ 5 w 7"/>
                <a:gd name="T83" fmla="*/ 31 h 77"/>
                <a:gd name="T84" fmla="*/ 5 w 7"/>
                <a:gd name="T85" fmla="*/ 6 h 77"/>
                <a:gd name="T86" fmla="*/ 5 w 7"/>
                <a:gd name="T87" fmla="*/ 0 h 77"/>
                <a:gd name="T88" fmla="*/ 5 w 7"/>
                <a:gd name="T89" fmla="*/ 13 h 77"/>
                <a:gd name="T90" fmla="*/ 6 w 7"/>
                <a:gd name="T91" fmla="*/ 33 h 77"/>
                <a:gd name="T92" fmla="*/ 6 w 7"/>
                <a:gd name="T93" fmla="*/ 47 h 77"/>
                <a:gd name="T94" fmla="*/ 6 w 7"/>
                <a:gd name="T95" fmla="*/ 48 h 77"/>
                <a:gd name="T96" fmla="*/ 6 w 7"/>
                <a:gd name="T97" fmla="*/ 44 h 77"/>
                <a:gd name="T98" fmla="*/ 6 w 7"/>
                <a:gd name="T99" fmla="*/ 41 h 77"/>
                <a:gd name="T100" fmla="*/ 6 w 7"/>
                <a:gd name="T101" fmla="*/ 37 h 77"/>
                <a:gd name="T102" fmla="*/ 7 w 7"/>
                <a:gd name="T103" fmla="*/ 4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7">
                  <a:moveTo>
                    <a:pt x="0" y="55"/>
                  </a:moveTo>
                  <a:lnTo>
                    <a:pt x="0" y="52"/>
                  </a:lnTo>
                  <a:lnTo>
                    <a:pt x="0" y="60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60"/>
                  </a:lnTo>
                  <a:lnTo>
                    <a:pt x="1" y="44"/>
                  </a:lnTo>
                  <a:lnTo>
                    <a:pt x="1" y="38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1" y="42"/>
                  </a:lnTo>
                  <a:lnTo>
                    <a:pt x="1" y="47"/>
                  </a:lnTo>
                  <a:lnTo>
                    <a:pt x="2" y="56"/>
                  </a:lnTo>
                  <a:lnTo>
                    <a:pt x="2" y="67"/>
                  </a:lnTo>
                  <a:lnTo>
                    <a:pt x="2" y="77"/>
                  </a:lnTo>
                  <a:lnTo>
                    <a:pt x="2" y="68"/>
                  </a:lnTo>
                  <a:lnTo>
                    <a:pt x="2" y="50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2" y="37"/>
                  </a:lnTo>
                  <a:lnTo>
                    <a:pt x="2" y="31"/>
                  </a:lnTo>
                  <a:lnTo>
                    <a:pt x="3" y="34"/>
                  </a:lnTo>
                  <a:lnTo>
                    <a:pt x="3" y="48"/>
                  </a:lnTo>
                  <a:lnTo>
                    <a:pt x="3" y="61"/>
                  </a:lnTo>
                  <a:lnTo>
                    <a:pt x="3" y="65"/>
                  </a:lnTo>
                  <a:lnTo>
                    <a:pt x="3" y="62"/>
                  </a:lnTo>
                  <a:lnTo>
                    <a:pt x="3" y="63"/>
                  </a:lnTo>
                  <a:lnTo>
                    <a:pt x="3" y="65"/>
                  </a:lnTo>
                  <a:lnTo>
                    <a:pt x="3" y="67"/>
                  </a:lnTo>
                  <a:lnTo>
                    <a:pt x="3" y="65"/>
                  </a:lnTo>
                  <a:lnTo>
                    <a:pt x="4" y="64"/>
                  </a:lnTo>
                  <a:lnTo>
                    <a:pt x="4" y="64"/>
                  </a:lnTo>
                  <a:lnTo>
                    <a:pt x="4" y="66"/>
                  </a:lnTo>
                  <a:lnTo>
                    <a:pt x="4" y="57"/>
                  </a:lnTo>
                  <a:lnTo>
                    <a:pt x="4" y="39"/>
                  </a:lnTo>
                  <a:lnTo>
                    <a:pt x="4" y="26"/>
                  </a:lnTo>
                  <a:lnTo>
                    <a:pt x="5" y="25"/>
                  </a:lnTo>
                  <a:lnTo>
                    <a:pt x="5" y="30"/>
                  </a:lnTo>
                  <a:lnTo>
                    <a:pt x="5" y="44"/>
                  </a:lnTo>
                  <a:lnTo>
                    <a:pt x="5" y="59"/>
                  </a:lnTo>
                  <a:lnTo>
                    <a:pt x="5" y="56"/>
                  </a:lnTo>
                  <a:lnTo>
                    <a:pt x="5" y="31"/>
                  </a:lnTo>
                  <a:lnTo>
                    <a:pt x="5" y="6"/>
                  </a:lnTo>
                  <a:lnTo>
                    <a:pt x="5" y="0"/>
                  </a:lnTo>
                  <a:lnTo>
                    <a:pt x="5" y="13"/>
                  </a:lnTo>
                  <a:lnTo>
                    <a:pt x="6" y="33"/>
                  </a:lnTo>
                  <a:lnTo>
                    <a:pt x="6" y="47"/>
                  </a:lnTo>
                  <a:lnTo>
                    <a:pt x="6" y="48"/>
                  </a:lnTo>
                  <a:lnTo>
                    <a:pt x="6" y="44"/>
                  </a:lnTo>
                  <a:lnTo>
                    <a:pt x="6" y="41"/>
                  </a:lnTo>
                  <a:lnTo>
                    <a:pt x="6" y="37"/>
                  </a:lnTo>
                  <a:lnTo>
                    <a:pt x="7" y="4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29" name="Freeform 1090"/>
            <p:cNvSpPr/>
            <p:nvPr/>
          </p:nvSpPr>
          <p:spPr bwMode="auto">
            <a:xfrm>
              <a:off x="4471988" y="4616451"/>
              <a:ext cx="11113" cy="147638"/>
            </a:xfrm>
            <a:custGeom>
              <a:avLst/>
              <a:gdLst>
                <a:gd name="T0" fmla="*/ 0 w 7"/>
                <a:gd name="T1" fmla="*/ 43 h 93"/>
                <a:gd name="T2" fmla="*/ 1 w 7"/>
                <a:gd name="T3" fmla="*/ 48 h 93"/>
                <a:gd name="T4" fmla="*/ 1 w 7"/>
                <a:gd name="T5" fmla="*/ 60 h 93"/>
                <a:gd name="T6" fmla="*/ 1 w 7"/>
                <a:gd name="T7" fmla="*/ 66 h 93"/>
                <a:gd name="T8" fmla="*/ 1 w 7"/>
                <a:gd name="T9" fmla="*/ 55 h 93"/>
                <a:gd name="T10" fmla="*/ 1 w 7"/>
                <a:gd name="T11" fmla="*/ 26 h 93"/>
                <a:gd name="T12" fmla="*/ 1 w 7"/>
                <a:gd name="T13" fmla="*/ 0 h 93"/>
                <a:gd name="T14" fmla="*/ 1 w 7"/>
                <a:gd name="T15" fmla="*/ 10 h 93"/>
                <a:gd name="T16" fmla="*/ 1 w 7"/>
                <a:gd name="T17" fmla="*/ 39 h 93"/>
                <a:gd name="T18" fmla="*/ 1 w 7"/>
                <a:gd name="T19" fmla="*/ 52 h 93"/>
                <a:gd name="T20" fmla="*/ 2 w 7"/>
                <a:gd name="T21" fmla="*/ 56 h 93"/>
                <a:gd name="T22" fmla="*/ 2 w 7"/>
                <a:gd name="T23" fmla="*/ 61 h 93"/>
                <a:gd name="T24" fmla="*/ 2 w 7"/>
                <a:gd name="T25" fmla="*/ 58 h 93"/>
                <a:gd name="T26" fmla="*/ 2 w 7"/>
                <a:gd name="T27" fmla="*/ 59 h 93"/>
                <a:gd name="T28" fmla="*/ 2 w 7"/>
                <a:gd name="T29" fmla="*/ 68 h 93"/>
                <a:gd name="T30" fmla="*/ 2 w 7"/>
                <a:gd name="T31" fmla="*/ 72 h 93"/>
                <a:gd name="T32" fmla="*/ 2 w 7"/>
                <a:gd name="T33" fmla="*/ 68 h 93"/>
                <a:gd name="T34" fmla="*/ 2 w 7"/>
                <a:gd name="T35" fmla="*/ 63 h 93"/>
                <a:gd name="T36" fmla="*/ 2 w 7"/>
                <a:gd name="T37" fmla="*/ 59 h 93"/>
                <a:gd name="T38" fmla="*/ 2 w 7"/>
                <a:gd name="T39" fmla="*/ 53 h 93"/>
                <a:gd name="T40" fmla="*/ 3 w 7"/>
                <a:gd name="T41" fmla="*/ 41 h 93"/>
                <a:gd name="T42" fmla="*/ 3 w 7"/>
                <a:gd name="T43" fmla="*/ 30 h 93"/>
                <a:gd name="T44" fmla="*/ 3 w 7"/>
                <a:gd name="T45" fmla="*/ 43 h 93"/>
                <a:gd name="T46" fmla="*/ 3 w 7"/>
                <a:gd name="T47" fmla="*/ 68 h 93"/>
                <a:gd name="T48" fmla="*/ 3 w 7"/>
                <a:gd name="T49" fmla="*/ 75 h 93"/>
                <a:gd name="T50" fmla="*/ 3 w 7"/>
                <a:gd name="T51" fmla="*/ 67 h 93"/>
                <a:gd name="T52" fmla="*/ 4 w 7"/>
                <a:gd name="T53" fmla="*/ 70 h 93"/>
                <a:gd name="T54" fmla="*/ 4 w 7"/>
                <a:gd name="T55" fmla="*/ 80 h 93"/>
                <a:gd name="T56" fmla="*/ 4 w 7"/>
                <a:gd name="T57" fmla="*/ 70 h 93"/>
                <a:gd name="T58" fmla="*/ 4 w 7"/>
                <a:gd name="T59" fmla="*/ 46 h 93"/>
                <a:gd name="T60" fmla="*/ 4 w 7"/>
                <a:gd name="T61" fmla="*/ 46 h 93"/>
                <a:gd name="T62" fmla="*/ 4 w 7"/>
                <a:gd name="T63" fmla="*/ 66 h 93"/>
                <a:gd name="T64" fmla="*/ 4 w 7"/>
                <a:gd name="T65" fmla="*/ 80 h 93"/>
                <a:gd name="T66" fmla="*/ 4 w 7"/>
                <a:gd name="T67" fmla="*/ 81 h 93"/>
                <a:gd name="T68" fmla="*/ 4 w 7"/>
                <a:gd name="T69" fmla="*/ 76 h 93"/>
                <a:gd name="T70" fmla="*/ 5 w 7"/>
                <a:gd name="T71" fmla="*/ 76 h 93"/>
                <a:gd name="T72" fmla="*/ 5 w 7"/>
                <a:gd name="T73" fmla="*/ 81 h 93"/>
                <a:gd name="T74" fmla="*/ 5 w 7"/>
                <a:gd name="T75" fmla="*/ 73 h 93"/>
                <a:gd name="T76" fmla="*/ 5 w 7"/>
                <a:gd name="T77" fmla="*/ 56 h 93"/>
                <a:gd name="T78" fmla="*/ 5 w 7"/>
                <a:gd name="T79" fmla="*/ 51 h 93"/>
                <a:gd name="T80" fmla="*/ 5 w 7"/>
                <a:gd name="T81" fmla="*/ 65 h 93"/>
                <a:gd name="T82" fmla="*/ 6 w 7"/>
                <a:gd name="T83" fmla="*/ 77 h 93"/>
                <a:gd name="T84" fmla="*/ 6 w 7"/>
                <a:gd name="T85" fmla="*/ 75 h 93"/>
                <a:gd name="T86" fmla="*/ 6 w 7"/>
                <a:gd name="T87" fmla="*/ 66 h 93"/>
                <a:gd name="T88" fmla="*/ 6 w 7"/>
                <a:gd name="T89" fmla="*/ 66 h 93"/>
                <a:gd name="T90" fmla="*/ 6 w 7"/>
                <a:gd name="T91" fmla="*/ 66 h 93"/>
                <a:gd name="T92" fmla="*/ 6 w 7"/>
                <a:gd name="T93" fmla="*/ 63 h 93"/>
                <a:gd name="T94" fmla="*/ 6 w 7"/>
                <a:gd name="T95" fmla="*/ 61 h 93"/>
                <a:gd name="T96" fmla="*/ 6 w 7"/>
                <a:gd name="T97" fmla="*/ 60 h 93"/>
                <a:gd name="T98" fmla="*/ 6 w 7"/>
                <a:gd name="T99" fmla="*/ 66 h 93"/>
                <a:gd name="T100" fmla="*/ 7 w 7"/>
                <a:gd name="T101" fmla="*/ 86 h 93"/>
                <a:gd name="T102" fmla="*/ 7 w 7"/>
                <a:gd name="T10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3">
                  <a:moveTo>
                    <a:pt x="0" y="43"/>
                  </a:moveTo>
                  <a:lnTo>
                    <a:pt x="1" y="48"/>
                  </a:lnTo>
                  <a:lnTo>
                    <a:pt x="1" y="60"/>
                  </a:lnTo>
                  <a:lnTo>
                    <a:pt x="1" y="66"/>
                  </a:lnTo>
                  <a:lnTo>
                    <a:pt x="1" y="55"/>
                  </a:lnTo>
                  <a:lnTo>
                    <a:pt x="1" y="26"/>
                  </a:lnTo>
                  <a:lnTo>
                    <a:pt x="1" y="0"/>
                  </a:lnTo>
                  <a:lnTo>
                    <a:pt x="1" y="10"/>
                  </a:lnTo>
                  <a:lnTo>
                    <a:pt x="1" y="39"/>
                  </a:lnTo>
                  <a:lnTo>
                    <a:pt x="1" y="52"/>
                  </a:lnTo>
                  <a:lnTo>
                    <a:pt x="2" y="56"/>
                  </a:lnTo>
                  <a:lnTo>
                    <a:pt x="2" y="61"/>
                  </a:lnTo>
                  <a:lnTo>
                    <a:pt x="2" y="58"/>
                  </a:lnTo>
                  <a:lnTo>
                    <a:pt x="2" y="59"/>
                  </a:lnTo>
                  <a:lnTo>
                    <a:pt x="2" y="68"/>
                  </a:lnTo>
                  <a:lnTo>
                    <a:pt x="2" y="72"/>
                  </a:lnTo>
                  <a:lnTo>
                    <a:pt x="2" y="68"/>
                  </a:lnTo>
                  <a:lnTo>
                    <a:pt x="2" y="63"/>
                  </a:lnTo>
                  <a:lnTo>
                    <a:pt x="2" y="59"/>
                  </a:lnTo>
                  <a:lnTo>
                    <a:pt x="2" y="53"/>
                  </a:lnTo>
                  <a:lnTo>
                    <a:pt x="3" y="41"/>
                  </a:lnTo>
                  <a:lnTo>
                    <a:pt x="3" y="30"/>
                  </a:lnTo>
                  <a:lnTo>
                    <a:pt x="3" y="43"/>
                  </a:lnTo>
                  <a:lnTo>
                    <a:pt x="3" y="68"/>
                  </a:lnTo>
                  <a:lnTo>
                    <a:pt x="3" y="75"/>
                  </a:lnTo>
                  <a:lnTo>
                    <a:pt x="3" y="67"/>
                  </a:lnTo>
                  <a:lnTo>
                    <a:pt x="4" y="70"/>
                  </a:lnTo>
                  <a:lnTo>
                    <a:pt x="4" y="80"/>
                  </a:lnTo>
                  <a:lnTo>
                    <a:pt x="4" y="70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66"/>
                  </a:lnTo>
                  <a:lnTo>
                    <a:pt x="4" y="80"/>
                  </a:lnTo>
                  <a:lnTo>
                    <a:pt x="4" y="81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5" y="81"/>
                  </a:lnTo>
                  <a:lnTo>
                    <a:pt x="5" y="73"/>
                  </a:lnTo>
                  <a:lnTo>
                    <a:pt x="5" y="56"/>
                  </a:lnTo>
                  <a:lnTo>
                    <a:pt x="5" y="51"/>
                  </a:lnTo>
                  <a:lnTo>
                    <a:pt x="5" y="65"/>
                  </a:lnTo>
                  <a:lnTo>
                    <a:pt x="6" y="77"/>
                  </a:lnTo>
                  <a:lnTo>
                    <a:pt x="6" y="75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6" y="63"/>
                  </a:lnTo>
                  <a:lnTo>
                    <a:pt x="6" y="61"/>
                  </a:lnTo>
                  <a:lnTo>
                    <a:pt x="6" y="60"/>
                  </a:lnTo>
                  <a:lnTo>
                    <a:pt x="6" y="66"/>
                  </a:lnTo>
                  <a:lnTo>
                    <a:pt x="7" y="86"/>
                  </a:lnTo>
                  <a:lnTo>
                    <a:pt x="7" y="9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30" name="Freeform 1091"/>
            <p:cNvSpPr/>
            <p:nvPr/>
          </p:nvSpPr>
          <p:spPr bwMode="auto">
            <a:xfrm>
              <a:off x="4483100" y="4700588"/>
              <a:ext cx="9525" cy="87313"/>
            </a:xfrm>
            <a:custGeom>
              <a:avLst/>
              <a:gdLst>
                <a:gd name="T0" fmla="*/ 0 w 6"/>
                <a:gd name="T1" fmla="*/ 33 h 55"/>
                <a:gd name="T2" fmla="*/ 0 w 6"/>
                <a:gd name="T3" fmla="*/ 40 h 55"/>
                <a:gd name="T4" fmla="*/ 0 w 6"/>
                <a:gd name="T5" fmla="*/ 21 h 55"/>
                <a:gd name="T6" fmla="*/ 0 w 6"/>
                <a:gd name="T7" fmla="*/ 7 h 55"/>
                <a:gd name="T8" fmla="*/ 0 w 6"/>
                <a:gd name="T9" fmla="*/ 12 h 55"/>
                <a:gd name="T10" fmla="*/ 0 w 6"/>
                <a:gd name="T11" fmla="*/ 18 h 55"/>
                <a:gd name="T12" fmla="*/ 1 w 6"/>
                <a:gd name="T13" fmla="*/ 23 h 55"/>
                <a:gd name="T14" fmla="*/ 1 w 6"/>
                <a:gd name="T15" fmla="*/ 37 h 55"/>
                <a:gd name="T16" fmla="*/ 1 w 6"/>
                <a:gd name="T17" fmla="*/ 53 h 55"/>
                <a:gd name="T18" fmla="*/ 1 w 6"/>
                <a:gd name="T19" fmla="*/ 55 h 55"/>
                <a:gd name="T20" fmla="*/ 1 w 6"/>
                <a:gd name="T21" fmla="*/ 40 h 55"/>
                <a:gd name="T22" fmla="*/ 1 w 6"/>
                <a:gd name="T23" fmla="*/ 16 h 55"/>
                <a:gd name="T24" fmla="*/ 1 w 6"/>
                <a:gd name="T25" fmla="*/ 3 h 55"/>
                <a:gd name="T26" fmla="*/ 1 w 6"/>
                <a:gd name="T27" fmla="*/ 9 h 55"/>
                <a:gd name="T28" fmla="*/ 1 w 6"/>
                <a:gd name="T29" fmla="*/ 25 h 55"/>
                <a:gd name="T30" fmla="*/ 2 w 6"/>
                <a:gd name="T31" fmla="*/ 39 h 55"/>
                <a:gd name="T32" fmla="*/ 2 w 6"/>
                <a:gd name="T33" fmla="*/ 45 h 55"/>
                <a:gd name="T34" fmla="*/ 2 w 6"/>
                <a:gd name="T35" fmla="*/ 42 h 55"/>
                <a:gd name="T36" fmla="*/ 2 w 6"/>
                <a:gd name="T37" fmla="*/ 27 h 55"/>
                <a:gd name="T38" fmla="*/ 2 w 6"/>
                <a:gd name="T39" fmla="*/ 8 h 55"/>
                <a:gd name="T40" fmla="*/ 2 w 6"/>
                <a:gd name="T41" fmla="*/ 0 h 55"/>
                <a:gd name="T42" fmla="*/ 2 w 6"/>
                <a:gd name="T43" fmla="*/ 7 h 55"/>
                <a:gd name="T44" fmla="*/ 2 w 6"/>
                <a:gd name="T45" fmla="*/ 22 h 55"/>
                <a:gd name="T46" fmla="*/ 2 w 6"/>
                <a:gd name="T47" fmla="*/ 34 h 55"/>
                <a:gd name="T48" fmla="*/ 3 w 6"/>
                <a:gd name="T49" fmla="*/ 41 h 55"/>
                <a:gd name="T50" fmla="*/ 3 w 6"/>
                <a:gd name="T51" fmla="*/ 45 h 55"/>
                <a:gd name="T52" fmla="*/ 3 w 6"/>
                <a:gd name="T53" fmla="*/ 46 h 55"/>
                <a:gd name="T54" fmla="*/ 3 w 6"/>
                <a:gd name="T55" fmla="*/ 46 h 55"/>
                <a:gd name="T56" fmla="*/ 3 w 6"/>
                <a:gd name="T57" fmla="*/ 47 h 55"/>
                <a:gd name="T58" fmla="*/ 3 w 6"/>
                <a:gd name="T59" fmla="*/ 45 h 55"/>
                <a:gd name="T60" fmla="*/ 4 w 6"/>
                <a:gd name="T61" fmla="*/ 39 h 55"/>
                <a:gd name="T62" fmla="*/ 4 w 6"/>
                <a:gd name="T63" fmla="*/ 36 h 55"/>
                <a:gd name="T64" fmla="*/ 4 w 6"/>
                <a:gd name="T65" fmla="*/ 37 h 55"/>
                <a:gd name="T66" fmla="*/ 4 w 6"/>
                <a:gd name="T67" fmla="*/ 34 h 55"/>
                <a:gd name="T68" fmla="*/ 4 w 6"/>
                <a:gd name="T69" fmla="*/ 24 h 55"/>
                <a:gd name="T70" fmla="*/ 4 w 6"/>
                <a:gd name="T71" fmla="*/ 16 h 55"/>
                <a:gd name="T72" fmla="*/ 4 w 6"/>
                <a:gd name="T73" fmla="*/ 17 h 55"/>
                <a:gd name="T74" fmla="*/ 4 w 6"/>
                <a:gd name="T75" fmla="*/ 25 h 55"/>
                <a:gd name="T76" fmla="*/ 4 w 6"/>
                <a:gd name="T77" fmla="*/ 25 h 55"/>
                <a:gd name="T78" fmla="*/ 4 w 6"/>
                <a:gd name="T79" fmla="*/ 15 h 55"/>
                <a:gd name="T80" fmla="*/ 5 w 6"/>
                <a:gd name="T81" fmla="*/ 8 h 55"/>
                <a:gd name="T82" fmla="*/ 5 w 6"/>
                <a:gd name="T83" fmla="*/ 10 h 55"/>
                <a:gd name="T84" fmla="*/ 5 w 6"/>
                <a:gd name="T85" fmla="*/ 17 h 55"/>
                <a:gd name="T86" fmla="*/ 5 w 6"/>
                <a:gd name="T87" fmla="*/ 22 h 55"/>
                <a:gd name="T88" fmla="*/ 5 w 6"/>
                <a:gd name="T89" fmla="*/ 18 h 55"/>
                <a:gd name="T90" fmla="*/ 5 w 6"/>
                <a:gd name="T91" fmla="*/ 9 h 55"/>
                <a:gd name="T92" fmla="*/ 6 w 6"/>
                <a:gd name="T93" fmla="*/ 7 h 55"/>
                <a:gd name="T94" fmla="*/ 6 w 6"/>
                <a:gd name="T95" fmla="*/ 10 h 55"/>
                <a:gd name="T96" fmla="*/ 6 w 6"/>
                <a:gd name="T97" fmla="*/ 10 h 55"/>
                <a:gd name="T98" fmla="*/ 6 w 6"/>
                <a:gd name="T99" fmla="*/ 8 h 55"/>
                <a:gd name="T100" fmla="*/ 6 w 6"/>
                <a:gd name="T101" fmla="*/ 10 h 55"/>
                <a:gd name="T102" fmla="*/ 6 w 6"/>
                <a:gd name="T103" fmla="*/ 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5">
                  <a:moveTo>
                    <a:pt x="0" y="33"/>
                  </a:moveTo>
                  <a:lnTo>
                    <a:pt x="0" y="40"/>
                  </a:lnTo>
                  <a:lnTo>
                    <a:pt x="0" y="21"/>
                  </a:lnTo>
                  <a:lnTo>
                    <a:pt x="0" y="7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1" y="23"/>
                  </a:lnTo>
                  <a:lnTo>
                    <a:pt x="1" y="37"/>
                  </a:lnTo>
                  <a:lnTo>
                    <a:pt x="1" y="53"/>
                  </a:lnTo>
                  <a:lnTo>
                    <a:pt x="1" y="55"/>
                  </a:lnTo>
                  <a:lnTo>
                    <a:pt x="1" y="40"/>
                  </a:lnTo>
                  <a:lnTo>
                    <a:pt x="1" y="16"/>
                  </a:lnTo>
                  <a:lnTo>
                    <a:pt x="1" y="3"/>
                  </a:lnTo>
                  <a:lnTo>
                    <a:pt x="1" y="9"/>
                  </a:lnTo>
                  <a:lnTo>
                    <a:pt x="1" y="25"/>
                  </a:lnTo>
                  <a:lnTo>
                    <a:pt x="2" y="39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2" y="27"/>
                  </a:lnTo>
                  <a:lnTo>
                    <a:pt x="2" y="8"/>
                  </a:lnTo>
                  <a:lnTo>
                    <a:pt x="2" y="0"/>
                  </a:lnTo>
                  <a:lnTo>
                    <a:pt x="2" y="7"/>
                  </a:lnTo>
                  <a:lnTo>
                    <a:pt x="2" y="22"/>
                  </a:lnTo>
                  <a:lnTo>
                    <a:pt x="2" y="34"/>
                  </a:lnTo>
                  <a:lnTo>
                    <a:pt x="3" y="41"/>
                  </a:lnTo>
                  <a:lnTo>
                    <a:pt x="3" y="45"/>
                  </a:lnTo>
                  <a:lnTo>
                    <a:pt x="3" y="46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5"/>
                  </a:lnTo>
                  <a:lnTo>
                    <a:pt x="4" y="39"/>
                  </a:lnTo>
                  <a:lnTo>
                    <a:pt x="4" y="36"/>
                  </a:lnTo>
                  <a:lnTo>
                    <a:pt x="4" y="37"/>
                  </a:lnTo>
                  <a:lnTo>
                    <a:pt x="4" y="34"/>
                  </a:lnTo>
                  <a:lnTo>
                    <a:pt x="4" y="24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4" y="15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7"/>
                  </a:lnTo>
                  <a:lnTo>
                    <a:pt x="5" y="22"/>
                  </a:lnTo>
                  <a:lnTo>
                    <a:pt x="5" y="18"/>
                  </a:lnTo>
                  <a:lnTo>
                    <a:pt x="5" y="9"/>
                  </a:lnTo>
                  <a:lnTo>
                    <a:pt x="6" y="7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8"/>
                  </a:lnTo>
                  <a:lnTo>
                    <a:pt x="6" y="10"/>
                  </a:lnTo>
                  <a:lnTo>
                    <a:pt x="6" y="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31" name="Freeform 1092"/>
            <p:cNvSpPr/>
            <p:nvPr/>
          </p:nvSpPr>
          <p:spPr bwMode="auto">
            <a:xfrm>
              <a:off x="4492625" y="4654551"/>
              <a:ext cx="9525" cy="82550"/>
            </a:xfrm>
            <a:custGeom>
              <a:avLst/>
              <a:gdLst>
                <a:gd name="T0" fmla="*/ 0 w 6"/>
                <a:gd name="T1" fmla="*/ 39 h 52"/>
                <a:gd name="T2" fmla="*/ 0 w 6"/>
                <a:gd name="T3" fmla="*/ 38 h 52"/>
                <a:gd name="T4" fmla="*/ 0 w 6"/>
                <a:gd name="T5" fmla="*/ 28 h 52"/>
                <a:gd name="T6" fmla="*/ 0 w 6"/>
                <a:gd name="T7" fmla="*/ 12 h 52"/>
                <a:gd name="T8" fmla="*/ 0 w 6"/>
                <a:gd name="T9" fmla="*/ 8 h 52"/>
                <a:gd name="T10" fmla="*/ 1 w 6"/>
                <a:gd name="T11" fmla="*/ 25 h 52"/>
                <a:gd name="T12" fmla="*/ 1 w 6"/>
                <a:gd name="T13" fmla="*/ 43 h 52"/>
                <a:gd name="T14" fmla="*/ 1 w 6"/>
                <a:gd name="T15" fmla="*/ 46 h 52"/>
                <a:gd name="T16" fmla="*/ 1 w 6"/>
                <a:gd name="T17" fmla="*/ 33 h 52"/>
                <a:gd name="T18" fmla="*/ 1 w 6"/>
                <a:gd name="T19" fmla="*/ 19 h 52"/>
                <a:gd name="T20" fmla="*/ 1 w 6"/>
                <a:gd name="T21" fmla="*/ 17 h 52"/>
                <a:gd name="T22" fmla="*/ 1 w 6"/>
                <a:gd name="T23" fmla="*/ 18 h 52"/>
                <a:gd name="T24" fmla="*/ 1 w 6"/>
                <a:gd name="T25" fmla="*/ 13 h 52"/>
                <a:gd name="T26" fmla="*/ 1 w 6"/>
                <a:gd name="T27" fmla="*/ 12 h 52"/>
                <a:gd name="T28" fmla="*/ 2 w 6"/>
                <a:gd name="T29" fmla="*/ 19 h 52"/>
                <a:gd name="T30" fmla="*/ 2 w 6"/>
                <a:gd name="T31" fmla="*/ 22 h 52"/>
                <a:gd name="T32" fmla="*/ 2 w 6"/>
                <a:gd name="T33" fmla="*/ 14 h 52"/>
                <a:gd name="T34" fmla="*/ 2 w 6"/>
                <a:gd name="T35" fmla="*/ 14 h 52"/>
                <a:gd name="T36" fmla="*/ 2 w 6"/>
                <a:gd name="T37" fmla="*/ 26 h 52"/>
                <a:gd name="T38" fmla="*/ 2 w 6"/>
                <a:gd name="T39" fmla="*/ 32 h 52"/>
                <a:gd name="T40" fmla="*/ 3 w 6"/>
                <a:gd name="T41" fmla="*/ 21 h 52"/>
                <a:gd name="T42" fmla="*/ 3 w 6"/>
                <a:gd name="T43" fmla="*/ 13 h 52"/>
                <a:gd name="T44" fmla="*/ 3 w 6"/>
                <a:gd name="T45" fmla="*/ 19 h 52"/>
                <a:gd name="T46" fmla="*/ 3 w 6"/>
                <a:gd name="T47" fmla="*/ 21 h 52"/>
                <a:gd name="T48" fmla="*/ 3 w 6"/>
                <a:gd name="T49" fmla="*/ 11 h 52"/>
                <a:gd name="T50" fmla="*/ 3 w 6"/>
                <a:gd name="T51" fmla="*/ 4 h 52"/>
                <a:gd name="T52" fmla="*/ 3 w 6"/>
                <a:gd name="T53" fmla="*/ 13 h 52"/>
                <a:gd name="T54" fmla="*/ 3 w 6"/>
                <a:gd name="T55" fmla="*/ 29 h 52"/>
                <a:gd name="T56" fmla="*/ 3 w 6"/>
                <a:gd name="T57" fmla="*/ 35 h 52"/>
                <a:gd name="T58" fmla="*/ 4 w 6"/>
                <a:gd name="T59" fmla="*/ 33 h 52"/>
                <a:gd name="T60" fmla="*/ 4 w 6"/>
                <a:gd name="T61" fmla="*/ 36 h 52"/>
                <a:gd name="T62" fmla="*/ 4 w 6"/>
                <a:gd name="T63" fmla="*/ 40 h 52"/>
                <a:gd name="T64" fmla="*/ 4 w 6"/>
                <a:gd name="T65" fmla="*/ 34 h 52"/>
                <a:gd name="T66" fmla="*/ 4 w 6"/>
                <a:gd name="T67" fmla="*/ 23 h 52"/>
                <a:gd name="T68" fmla="*/ 4 w 6"/>
                <a:gd name="T69" fmla="*/ 15 h 52"/>
                <a:gd name="T70" fmla="*/ 5 w 6"/>
                <a:gd name="T71" fmla="*/ 14 h 52"/>
                <a:gd name="T72" fmla="*/ 5 w 6"/>
                <a:gd name="T73" fmla="*/ 14 h 52"/>
                <a:gd name="T74" fmla="*/ 5 w 6"/>
                <a:gd name="T75" fmla="*/ 14 h 52"/>
                <a:gd name="T76" fmla="*/ 5 w 6"/>
                <a:gd name="T77" fmla="*/ 15 h 52"/>
                <a:gd name="T78" fmla="*/ 5 w 6"/>
                <a:gd name="T79" fmla="*/ 24 h 52"/>
                <a:gd name="T80" fmla="*/ 5 w 6"/>
                <a:gd name="T81" fmla="*/ 36 h 52"/>
                <a:gd name="T82" fmla="*/ 5 w 6"/>
                <a:gd name="T83" fmla="*/ 47 h 52"/>
                <a:gd name="T84" fmla="*/ 5 w 6"/>
                <a:gd name="T85" fmla="*/ 52 h 52"/>
                <a:gd name="T86" fmla="*/ 5 w 6"/>
                <a:gd name="T87" fmla="*/ 51 h 52"/>
                <a:gd name="T88" fmla="*/ 6 w 6"/>
                <a:gd name="T89" fmla="*/ 43 h 52"/>
                <a:gd name="T90" fmla="*/ 6 w 6"/>
                <a:gd name="T91" fmla="*/ 27 h 52"/>
                <a:gd name="T92" fmla="*/ 6 w 6"/>
                <a:gd name="T93" fmla="*/ 11 h 52"/>
                <a:gd name="T94" fmla="*/ 6 w 6"/>
                <a:gd name="T95" fmla="*/ 4 h 52"/>
                <a:gd name="T96" fmla="*/ 6 w 6"/>
                <a:gd name="T97" fmla="*/ 0 h 52"/>
                <a:gd name="T98" fmla="*/ 6 w 6"/>
                <a:gd name="T99" fmla="*/ 2 h 52"/>
                <a:gd name="T100" fmla="*/ 6 w 6"/>
                <a:gd name="T101" fmla="*/ 17 h 52"/>
                <a:gd name="T102" fmla="*/ 6 w 6"/>
                <a:gd name="T103" fmla="*/ 3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2">
                  <a:moveTo>
                    <a:pt x="0" y="39"/>
                  </a:moveTo>
                  <a:lnTo>
                    <a:pt x="0" y="38"/>
                  </a:lnTo>
                  <a:lnTo>
                    <a:pt x="0" y="28"/>
                  </a:lnTo>
                  <a:lnTo>
                    <a:pt x="0" y="12"/>
                  </a:lnTo>
                  <a:lnTo>
                    <a:pt x="0" y="8"/>
                  </a:lnTo>
                  <a:lnTo>
                    <a:pt x="1" y="25"/>
                  </a:lnTo>
                  <a:lnTo>
                    <a:pt x="1" y="43"/>
                  </a:lnTo>
                  <a:lnTo>
                    <a:pt x="1" y="46"/>
                  </a:lnTo>
                  <a:lnTo>
                    <a:pt x="1" y="33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26"/>
                  </a:lnTo>
                  <a:lnTo>
                    <a:pt x="2" y="32"/>
                  </a:lnTo>
                  <a:lnTo>
                    <a:pt x="3" y="21"/>
                  </a:lnTo>
                  <a:lnTo>
                    <a:pt x="3" y="13"/>
                  </a:lnTo>
                  <a:lnTo>
                    <a:pt x="3" y="19"/>
                  </a:lnTo>
                  <a:lnTo>
                    <a:pt x="3" y="21"/>
                  </a:lnTo>
                  <a:lnTo>
                    <a:pt x="3" y="11"/>
                  </a:lnTo>
                  <a:lnTo>
                    <a:pt x="3" y="4"/>
                  </a:lnTo>
                  <a:lnTo>
                    <a:pt x="3" y="13"/>
                  </a:lnTo>
                  <a:lnTo>
                    <a:pt x="3" y="29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4" y="36"/>
                  </a:lnTo>
                  <a:lnTo>
                    <a:pt x="4" y="40"/>
                  </a:lnTo>
                  <a:lnTo>
                    <a:pt x="4" y="34"/>
                  </a:lnTo>
                  <a:lnTo>
                    <a:pt x="4" y="23"/>
                  </a:lnTo>
                  <a:lnTo>
                    <a:pt x="4" y="15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5" y="15"/>
                  </a:lnTo>
                  <a:lnTo>
                    <a:pt x="5" y="24"/>
                  </a:lnTo>
                  <a:lnTo>
                    <a:pt x="5" y="36"/>
                  </a:lnTo>
                  <a:lnTo>
                    <a:pt x="5" y="47"/>
                  </a:lnTo>
                  <a:lnTo>
                    <a:pt x="5" y="52"/>
                  </a:lnTo>
                  <a:lnTo>
                    <a:pt x="5" y="51"/>
                  </a:lnTo>
                  <a:lnTo>
                    <a:pt x="6" y="43"/>
                  </a:lnTo>
                  <a:lnTo>
                    <a:pt x="6" y="27"/>
                  </a:lnTo>
                  <a:lnTo>
                    <a:pt x="6" y="11"/>
                  </a:lnTo>
                  <a:lnTo>
                    <a:pt x="6" y="4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17"/>
                  </a:lnTo>
                  <a:lnTo>
                    <a:pt x="6" y="3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32" name="Freeform 1093"/>
            <p:cNvSpPr/>
            <p:nvPr/>
          </p:nvSpPr>
          <p:spPr bwMode="auto">
            <a:xfrm>
              <a:off x="4502150" y="4672013"/>
              <a:ext cx="11113" cy="87313"/>
            </a:xfrm>
            <a:custGeom>
              <a:avLst/>
              <a:gdLst>
                <a:gd name="T0" fmla="*/ 0 w 7"/>
                <a:gd name="T1" fmla="*/ 6 h 55"/>
                <a:gd name="T2" fmla="*/ 0 w 7"/>
                <a:gd name="T3" fmla="*/ 27 h 55"/>
                <a:gd name="T4" fmla="*/ 0 w 7"/>
                <a:gd name="T5" fmla="*/ 36 h 55"/>
                <a:gd name="T6" fmla="*/ 0 w 7"/>
                <a:gd name="T7" fmla="*/ 36 h 55"/>
                <a:gd name="T8" fmla="*/ 1 w 7"/>
                <a:gd name="T9" fmla="*/ 35 h 55"/>
                <a:gd name="T10" fmla="*/ 1 w 7"/>
                <a:gd name="T11" fmla="*/ 34 h 55"/>
                <a:gd name="T12" fmla="*/ 1 w 7"/>
                <a:gd name="T13" fmla="*/ 25 h 55"/>
                <a:gd name="T14" fmla="*/ 1 w 7"/>
                <a:gd name="T15" fmla="*/ 10 h 55"/>
                <a:gd name="T16" fmla="*/ 1 w 7"/>
                <a:gd name="T17" fmla="*/ 7 h 55"/>
                <a:gd name="T18" fmla="*/ 1 w 7"/>
                <a:gd name="T19" fmla="*/ 15 h 55"/>
                <a:gd name="T20" fmla="*/ 2 w 7"/>
                <a:gd name="T21" fmla="*/ 18 h 55"/>
                <a:gd name="T22" fmla="*/ 2 w 7"/>
                <a:gd name="T23" fmla="*/ 11 h 55"/>
                <a:gd name="T24" fmla="*/ 2 w 7"/>
                <a:gd name="T25" fmla="*/ 3 h 55"/>
                <a:gd name="T26" fmla="*/ 2 w 7"/>
                <a:gd name="T27" fmla="*/ 0 h 55"/>
                <a:gd name="T28" fmla="*/ 2 w 7"/>
                <a:gd name="T29" fmla="*/ 7 h 55"/>
                <a:gd name="T30" fmla="*/ 2 w 7"/>
                <a:gd name="T31" fmla="*/ 23 h 55"/>
                <a:gd name="T32" fmla="*/ 2 w 7"/>
                <a:gd name="T33" fmla="*/ 42 h 55"/>
                <a:gd name="T34" fmla="*/ 2 w 7"/>
                <a:gd name="T35" fmla="*/ 55 h 55"/>
                <a:gd name="T36" fmla="*/ 2 w 7"/>
                <a:gd name="T37" fmla="*/ 55 h 55"/>
                <a:gd name="T38" fmla="*/ 3 w 7"/>
                <a:gd name="T39" fmla="*/ 46 h 55"/>
                <a:gd name="T40" fmla="*/ 3 w 7"/>
                <a:gd name="T41" fmla="*/ 32 h 55"/>
                <a:gd name="T42" fmla="*/ 3 w 7"/>
                <a:gd name="T43" fmla="*/ 15 h 55"/>
                <a:gd name="T44" fmla="*/ 3 w 7"/>
                <a:gd name="T45" fmla="*/ 3 h 55"/>
                <a:gd name="T46" fmla="*/ 3 w 7"/>
                <a:gd name="T47" fmla="*/ 8 h 55"/>
                <a:gd name="T48" fmla="*/ 3 w 7"/>
                <a:gd name="T49" fmla="*/ 24 h 55"/>
                <a:gd name="T50" fmla="*/ 4 w 7"/>
                <a:gd name="T51" fmla="*/ 31 h 55"/>
                <a:gd name="T52" fmla="*/ 4 w 7"/>
                <a:gd name="T53" fmla="*/ 24 h 55"/>
                <a:gd name="T54" fmla="*/ 4 w 7"/>
                <a:gd name="T55" fmla="*/ 19 h 55"/>
                <a:gd name="T56" fmla="*/ 4 w 7"/>
                <a:gd name="T57" fmla="*/ 27 h 55"/>
                <a:gd name="T58" fmla="*/ 4 w 7"/>
                <a:gd name="T59" fmla="*/ 37 h 55"/>
                <a:gd name="T60" fmla="*/ 4 w 7"/>
                <a:gd name="T61" fmla="*/ 32 h 55"/>
                <a:gd name="T62" fmla="*/ 4 w 7"/>
                <a:gd name="T63" fmla="*/ 20 h 55"/>
                <a:gd name="T64" fmla="*/ 4 w 7"/>
                <a:gd name="T65" fmla="*/ 14 h 55"/>
                <a:gd name="T66" fmla="*/ 4 w 7"/>
                <a:gd name="T67" fmla="*/ 13 h 55"/>
                <a:gd name="T68" fmla="*/ 5 w 7"/>
                <a:gd name="T69" fmla="*/ 12 h 55"/>
                <a:gd name="T70" fmla="*/ 5 w 7"/>
                <a:gd name="T71" fmla="*/ 16 h 55"/>
                <a:gd name="T72" fmla="*/ 5 w 7"/>
                <a:gd name="T73" fmla="*/ 26 h 55"/>
                <a:gd name="T74" fmla="*/ 5 w 7"/>
                <a:gd name="T75" fmla="*/ 34 h 55"/>
                <a:gd name="T76" fmla="*/ 5 w 7"/>
                <a:gd name="T77" fmla="*/ 43 h 55"/>
                <a:gd name="T78" fmla="*/ 5 w 7"/>
                <a:gd name="T79" fmla="*/ 54 h 55"/>
                <a:gd name="T80" fmla="*/ 5 w 7"/>
                <a:gd name="T81" fmla="*/ 53 h 55"/>
                <a:gd name="T82" fmla="*/ 5 w 7"/>
                <a:gd name="T83" fmla="*/ 40 h 55"/>
                <a:gd name="T84" fmla="*/ 5 w 7"/>
                <a:gd name="T85" fmla="*/ 29 h 55"/>
                <a:gd name="T86" fmla="*/ 6 w 7"/>
                <a:gd name="T87" fmla="*/ 23 h 55"/>
                <a:gd name="T88" fmla="*/ 6 w 7"/>
                <a:gd name="T89" fmla="*/ 17 h 55"/>
                <a:gd name="T90" fmla="*/ 6 w 7"/>
                <a:gd name="T91" fmla="*/ 16 h 55"/>
                <a:gd name="T92" fmla="*/ 6 w 7"/>
                <a:gd name="T93" fmla="*/ 16 h 55"/>
                <a:gd name="T94" fmla="*/ 6 w 7"/>
                <a:gd name="T95" fmla="*/ 13 h 55"/>
                <a:gd name="T96" fmla="*/ 6 w 7"/>
                <a:gd name="T97" fmla="*/ 15 h 55"/>
                <a:gd name="T98" fmla="*/ 7 w 7"/>
                <a:gd name="T99" fmla="*/ 20 h 55"/>
                <a:gd name="T100" fmla="*/ 7 w 7"/>
                <a:gd name="T101" fmla="*/ 19 h 55"/>
                <a:gd name="T102" fmla="*/ 7 w 7"/>
                <a:gd name="T103" fmla="*/ 1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5">
                  <a:moveTo>
                    <a:pt x="0" y="6"/>
                  </a:moveTo>
                  <a:lnTo>
                    <a:pt x="0" y="27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1" y="35"/>
                  </a:lnTo>
                  <a:lnTo>
                    <a:pt x="1" y="34"/>
                  </a:lnTo>
                  <a:lnTo>
                    <a:pt x="1" y="25"/>
                  </a:lnTo>
                  <a:lnTo>
                    <a:pt x="1" y="10"/>
                  </a:lnTo>
                  <a:lnTo>
                    <a:pt x="1" y="7"/>
                  </a:lnTo>
                  <a:lnTo>
                    <a:pt x="1" y="15"/>
                  </a:lnTo>
                  <a:lnTo>
                    <a:pt x="2" y="18"/>
                  </a:lnTo>
                  <a:lnTo>
                    <a:pt x="2" y="11"/>
                  </a:lnTo>
                  <a:lnTo>
                    <a:pt x="2" y="3"/>
                  </a:lnTo>
                  <a:lnTo>
                    <a:pt x="2" y="0"/>
                  </a:lnTo>
                  <a:lnTo>
                    <a:pt x="2" y="7"/>
                  </a:lnTo>
                  <a:lnTo>
                    <a:pt x="2" y="23"/>
                  </a:lnTo>
                  <a:lnTo>
                    <a:pt x="2" y="42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3" y="46"/>
                  </a:lnTo>
                  <a:lnTo>
                    <a:pt x="3" y="32"/>
                  </a:lnTo>
                  <a:lnTo>
                    <a:pt x="3" y="15"/>
                  </a:lnTo>
                  <a:lnTo>
                    <a:pt x="3" y="3"/>
                  </a:lnTo>
                  <a:lnTo>
                    <a:pt x="3" y="8"/>
                  </a:lnTo>
                  <a:lnTo>
                    <a:pt x="3" y="24"/>
                  </a:lnTo>
                  <a:lnTo>
                    <a:pt x="4" y="31"/>
                  </a:lnTo>
                  <a:lnTo>
                    <a:pt x="4" y="24"/>
                  </a:lnTo>
                  <a:lnTo>
                    <a:pt x="4" y="19"/>
                  </a:lnTo>
                  <a:lnTo>
                    <a:pt x="4" y="27"/>
                  </a:lnTo>
                  <a:lnTo>
                    <a:pt x="4" y="37"/>
                  </a:lnTo>
                  <a:lnTo>
                    <a:pt x="4" y="32"/>
                  </a:lnTo>
                  <a:lnTo>
                    <a:pt x="4" y="20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5" y="12"/>
                  </a:lnTo>
                  <a:lnTo>
                    <a:pt x="5" y="16"/>
                  </a:lnTo>
                  <a:lnTo>
                    <a:pt x="5" y="26"/>
                  </a:lnTo>
                  <a:lnTo>
                    <a:pt x="5" y="34"/>
                  </a:lnTo>
                  <a:lnTo>
                    <a:pt x="5" y="43"/>
                  </a:lnTo>
                  <a:lnTo>
                    <a:pt x="5" y="54"/>
                  </a:lnTo>
                  <a:lnTo>
                    <a:pt x="5" y="53"/>
                  </a:lnTo>
                  <a:lnTo>
                    <a:pt x="5" y="40"/>
                  </a:lnTo>
                  <a:lnTo>
                    <a:pt x="5" y="29"/>
                  </a:lnTo>
                  <a:lnTo>
                    <a:pt x="6" y="23"/>
                  </a:lnTo>
                  <a:lnTo>
                    <a:pt x="6" y="17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6" y="13"/>
                  </a:lnTo>
                  <a:lnTo>
                    <a:pt x="6" y="15"/>
                  </a:lnTo>
                  <a:lnTo>
                    <a:pt x="7" y="20"/>
                  </a:lnTo>
                  <a:lnTo>
                    <a:pt x="7" y="19"/>
                  </a:lnTo>
                  <a:lnTo>
                    <a:pt x="7" y="1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33" name="Freeform 1094"/>
            <p:cNvSpPr/>
            <p:nvPr/>
          </p:nvSpPr>
          <p:spPr bwMode="auto">
            <a:xfrm>
              <a:off x="4513263" y="4646613"/>
              <a:ext cx="9525" cy="109538"/>
            </a:xfrm>
            <a:custGeom>
              <a:avLst/>
              <a:gdLst>
                <a:gd name="T0" fmla="*/ 0 w 6"/>
                <a:gd name="T1" fmla="*/ 35 h 69"/>
                <a:gd name="T2" fmla="*/ 0 w 6"/>
                <a:gd name="T3" fmla="*/ 26 h 69"/>
                <a:gd name="T4" fmla="*/ 0 w 6"/>
                <a:gd name="T5" fmla="*/ 25 h 69"/>
                <a:gd name="T6" fmla="*/ 0 w 6"/>
                <a:gd name="T7" fmla="*/ 32 h 69"/>
                <a:gd name="T8" fmla="*/ 0 w 6"/>
                <a:gd name="T9" fmla="*/ 29 h 69"/>
                <a:gd name="T10" fmla="*/ 0 w 6"/>
                <a:gd name="T11" fmla="*/ 13 h 69"/>
                <a:gd name="T12" fmla="*/ 0 w 6"/>
                <a:gd name="T13" fmla="*/ 6 h 69"/>
                <a:gd name="T14" fmla="*/ 0 w 6"/>
                <a:gd name="T15" fmla="*/ 20 h 69"/>
                <a:gd name="T16" fmla="*/ 1 w 6"/>
                <a:gd name="T17" fmla="*/ 40 h 69"/>
                <a:gd name="T18" fmla="*/ 1 w 6"/>
                <a:gd name="T19" fmla="*/ 45 h 69"/>
                <a:gd name="T20" fmla="*/ 1 w 6"/>
                <a:gd name="T21" fmla="*/ 29 h 69"/>
                <a:gd name="T22" fmla="*/ 1 w 6"/>
                <a:gd name="T23" fmla="*/ 8 h 69"/>
                <a:gd name="T24" fmla="*/ 1 w 6"/>
                <a:gd name="T25" fmla="*/ 1 h 69"/>
                <a:gd name="T26" fmla="*/ 1 w 6"/>
                <a:gd name="T27" fmla="*/ 9 h 69"/>
                <a:gd name="T28" fmla="*/ 2 w 6"/>
                <a:gd name="T29" fmla="*/ 13 h 69"/>
                <a:gd name="T30" fmla="*/ 2 w 6"/>
                <a:gd name="T31" fmla="*/ 12 h 69"/>
                <a:gd name="T32" fmla="*/ 2 w 6"/>
                <a:gd name="T33" fmla="*/ 18 h 69"/>
                <a:gd name="T34" fmla="*/ 2 w 6"/>
                <a:gd name="T35" fmla="*/ 31 h 69"/>
                <a:gd name="T36" fmla="*/ 2 w 6"/>
                <a:gd name="T37" fmla="*/ 33 h 69"/>
                <a:gd name="T38" fmla="*/ 2 w 6"/>
                <a:gd name="T39" fmla="*/ 24 h 69"/>
                <a:gd name="T40" fmla="*/ 2 w 6"/>
                <a:gd name="T41" fmla="*/ 20 h 69"/>
                <a:gd name="T42" fmla="*/ 2 w 6"/>
                <a:gd name="T43" fmla="*/ 27 h 69"/>
                <a:gd name="T44" fmla="*/ 2 w 6"/>
                <a:gd name="T45" fmla="*/ 31 h 69"/>
                <a:gd name="T46" fmla="*/ 2 w 6"/>
                <a:gd name="T47" fmla="*/ 17 h 69"/>
                <a:gd name="T48" fmla="*/ 3 w 6"/>
                <a:gd name="T49" fmla="*/ 0 h 69"/>
                <a:gd name="T50" fmla="*/ 3 w 6"/>
                <a:gd name="T51" fmla="*/ 3 h 69"/>
                <a:gd name="T52" fmla="*/ 3 w 6"/>
                <a:gd name="T53" fmla="*/ 20 h 69"/>
                <a:gd name="T54" fmla="*/ 3 w 6"/>
                <a:gd name="T55" fmla="*/ 25 h 69"/>
                <a:gd name="T56" fmla="*/ 3 w 6"/>
                <a:gd name="T57" fmla="*/ 23 h 69"/>
                <a:gd name="T58" fmla="*/ 3 w 6"/>
                <a:gd name="T59" fmla="*/ 25 h 69"/>
                <a:gd name="T60" fmla="*/ 3 w 6"/>
                <a:gd name="T61" fmla="*/ 27 h 69"/>
                <a:gd name="T62" fmla="*/ 3 w 6"/>
                <a:gd name="T63" fmla="*/ 22 h 69"/>
                <a:gd name="T64" fmla="*/ 3 w 6"/>
                <a:gd name="T65" fmla="*/ 19 h 69"/>
                <a:gd name="T66" fmla="*/ 4 w 6"/>
                <a:gd name="T67" fmla="*/ 24 h 69"/>
                <a:gd name="T68" fmla="*/ 4 w 6"/>
                <a:gd name="T69" fmla="*/ 29 h 69"/>
                <a:gd name="T70" fmla="*/ 4 w 6"/>
                <a:gd name="T71" fmla="*/ 22 h 69"/>
                <a:gd name="T72" fmla="*/ 4 w 6"/>
                <a:gd name="T73" fmla="*/ 5 h 69"/>
                <a:gd name="T74" fmla="*/ 4 w 6"/>
                <a:gd name="T75" fmla="*/ 2 h 69"/>
                <a:gd name="T76" fmla="*/ 4 w 6"/>
                <a:gd name="T77" fmla="*/ 17 h 69"/>
                <a:gd name="T78" fmla="*/ 5 w 6"/>
                <a:gd name="T79" fmla="*/ 36 h 69"/>
                <a:gd name="T80" fmla="*/ 5 w 6"/>
                <a:gd name="T81" fmla="*/ 57 h 69"/>
                <a:gd name="T82" fmla="*/ 5 w 6"/>
                <a:gd name="T83" fmla="*/ 69 h 69"/>
                <a:gd name="T84" fmla="*/ 5 w 6"/>
                <a:gd name="T85" fmla="*/ 62 h 69"/>
                <a:gd name="T86" fmla="*/ 5 w 6"/>
                <a:gd name="T87" fmla="*/ 47 h 69"/>
                <a:gd name="T88" fmla="*/ 5 w 6"/>
                <a:gd name="T89" fmla="*/ 38 h 69"/>
                <a:gd name="T90" fmla="*/ 5 w 6"/>
                <a:gd name="T91" fmla="*/ 37 h 69"/>
                <a:gd name="T92" fmla="*/ 5 w 6"/>
                <a:gd name="T93" fmla="*/ 39 h 69"/>
                <a:gd name="T94" fmla="*/ 5 w 6"/>
                <a:gd name="T95" fmla="*/ 47 h 69"/>
                <a:gd name="T96" fmla="*/ 6 w 6"/>
                <a:gd name="T97" fmla="*/ 52 h 69"/>
                <a:gd name="T98" fmla="*/ 6 w 6"/>
                <a:gd name="T99" fmla="*/ 51 h 69"/>
                <a:gd name="T100" fmla="*/ 6 w 6"/>
                <a:gd name="T101" fmla="*/ 49 h 69"/>
                <a:gd name="T102" fmla="*/ 6 w 6"/>
                <a:gd name="T103" fmla="*/ 4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9">
                  <a:moveTo>
                    <a:pt x="0" y="35"/>
                  </a:moveTo>
                  <a:lnTo>
                    <a:pt x="0" y="26"/>
                  </a:lnTo>
                  <a:lnTo>
                    <a:pt x="0" y="25"/>
                  </a:lnTo>
                  <a:lnTo>
                    <a:pt x="0" y="32"/>
                  </a:lnTo>
                  <a:lnTo>
                    <a:pt x="0" y="29"/>
                  </a:lnTo>
                  <a:lnTo>
                    <a:pt x="0" y="13"/>
                  </a:lnTo>
                  <a:lnTo>
                    <a:pt x="0" y="6"/>
                  </a:lnTo>
                  <a:lnTo>
                    <a:pt x="0" y="20"/>
                  </a:lnTo>
                  <a:lnTo>
                    <a:pt x="1" y="40"/>
                  </a:lnTo>
                  <a:lnTo>
                    <a:pt x="1" y="45"/>
                  </a:lnTo>
                  <a:lnTo>
                    <a:pt x="1" y="29"/>
                  </a:lnTo>
                  <a:lnTo>
                    <a:pt x="1" y="8"/>
                  </a:lnTo>
                  <a:lnTo>
                    <a:pt x="1" y="1"/>
                  </a:lnTo>
                  <a:lnTo>
                    <a:pt x="1" y="9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2" y="18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24"/>
                  </a:lnTo>
                  <a:lnTo>
                    <a:pt x="2" y="20"/>
                  </a:lnTo>
                  <a:lnTo>
                    <a:pt x="2" y="27"/>
                  </a:lnTo>
                  <a:lnTo>
                    <a:pt x="2" y="31"/>
                  </a:lnTo>
                  <a:lnTo>
                    <a:pt x="2" y="17"/>
                  </a:lnTo>
                  <a:lnTo>
                    <a:pt x="3" y="0"/>
                  </a:lnTo>
                  <a:lnTo>
                    <a:pt x="3" y="3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9"/>
                  </a:lnTo>
                  <a:lnTo>
                    <a:pt x="4" y="24"/>
                  </a:lnTo>
                  <a:lnTo>
                    <a:pt x="4" y="29"/>
                  </a:lnTo>
                  <a:lnTo>
                    <a:pt x="4" y="22"/>
                  </a:lnTo>
                  <a:lnTo>
                    <a:pt x="4" y="5"/>
                  </a:lnTo>
                  <a:lnTo>
                    <a:pt x="4" y="2"/>
                  </a:lnTo>
                  <a:lnTo>
                    <a:pt x="4" y="17"/>
                  </a:lnTo>
                  <a:lnTo>
                    <a:pt x="5" y="36"/>
                  </a:lnTo>
                  <a:lnTo>
                    <a:pt x="5" y="57"/>
                  </a:lnTo>
                  <a:lnTo>
                    <a:pt x="5" y="69"/>
                  </a:lnTo>
                  <a:lnTo>
                    <a:pt x="5" y="62"/>
                  </a:lnTo>
                  <a:lnTo>
                    <a:pt x="5" y="47"/>
                  </a:lnTo>
                  <a:lnTo>
                    <a:pt x="5" y="38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47"/>
                  </a:lnTo>
                  <a:lnTo>
                    <a:pt x="6" y="52"/>
                  </a:lnTo>
                  <a:lnTo>
                    <a:pt x="6" y="51"/>
                  </a:lnTo>
                  <a:lnTo>
                    <a:pt x="6" y="49"/>
                  </a:lnTo>
                  <a:lnTo>
                    <a:pt x="6" y="4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34" name="Freeform 1095"/>
            <p:cNvSpPr/>
            <p:nvPr/>
          </p:nvSpPr>
          <p:spPr bwMode="auto">
            <a:xfrm>
              <a:off x="4522788" y="4700588"/>
              <a:ext cx="9525" cy="138113"/>
            </a:xfrm>
            <a:custGeom>
              <a:avLst/>
              <a:gdLst>
                <a:gd name="T0" fmla="*/ 0 w 6"/>
                <a:gd name="T1" fmla="*/ 15 h 87"/>
                <a:gd name="T2" fmla="*/ 0 w 6"/>
                <a:gd name="T3" fmla="*/ 15 h 87"/>
                <a:gd name="T4" fmla="*/ 0 w 6"/>
                <a:gd name="T5" fmla="*/ 16 h 87"/>
                <a:gd name="T6" fmla="*/ 0 w 6"/>
                <a:gd name="T7" fmla="*/ 17 h 87"/>
                <a:gd name="T8" fmla="*/ 1 w 6"/>
                <a:gd name="T9" fmla="*/ 18 h 87"/>
                <a:gd name="T10" fmla="*/ 1 w 6"/>
                <a:gd name="T11" fmla="*/ 13 h 87"/>
                <a:gd name="T12" fmla="*/ 1 w 6"/>
                <a:gd name="T13" fmla="*/ 5 h 87"/>
                <a:gd name="T14" fmla="*/ 1 w 6"/>
                <a:gd name="T15" fmla="*/ 0 h 87"/>
                <a:gd name="T16" fmla="*/ 1 w 6"/>
                <a:gd name="T17" fmla="*/ 2 h 87"/>
                <a:gd name="T18" fmla="*/ 1 w 6"/>
                <a:gd name="T19" fmla="*/ 9 h 87"/>
                <a:gd name="T20" fmla="*/ 1 w 6"/>
                <a:gd name="T21" fmla="*/ 20 h 87"/>
                <a:gd name="T22" fmla="*/ 1 w 6"/>
                <a:gd name="T23" fmla="*/ 25 h 87"/>
                <a:gd name="T24" fmla="*/ 1 w 6"/>
                <a:gd name="T25" fmla="*/ 24 h 87"/>
                <a:gd name="T26" fmla="*/ 2 w 6"/>
                <a:gd name="T27" fmla="*/ 30 h 87"/>
                <a:gd name="T28" fmla="*/ 2 w 6"/>
                <a:gd name="T29" fmla="*/ 37 h 87"/>
                <a:gd name="T30" fmla="*/ 2 w 6"/>
                <a:gd name="T31" fmla="*/ 30 h 87"/>
                <a:gd name="T32" fmla="*/ 2 w 6"/>
                <a:gd name="T33" fmla="*/ 18 h 87"/>
                <a:gd name="T34" fmla="*/ 2 w 6"/>
                <a:gd name="T35" fmla="*/ 17 h 87"/>
                <a:gd name="T36" fmla="*/ 2 w 6"/>
                <a:gd name="T37" fmla="*/ 23 h 87"/>
                <a:gd name="T38" fmla="*/ 2 w 6"/>
                <a:gd name="T39" fmla="*/ 24 h 87"/>
                <a:gd name="T40" fmla="*/ 2 w 6"/>
                <a:gd name="T41" fmla="*/ 23 h 87"/>
                <a:gd name="T42" fmla="*/ 2 w 6"/>
                <a:gd name="T43" fmla="*/ 22 h 87"/>
                <a:gd name="T44" fmla="*/ 3 w 6"/>
                <a:gd name="T45" fmla="*/ 22 h 87"/>
                <a:gd name="T46" fmla="*/ 3 w 6"/>
                <a:gd name="T47" fmla="*/ 28 h 87"/>
                <a:gd name="T48" fmla="*/ 3 w 6"/>
                <a:gd name="T49" fmla="*/ 45 h 87"/>
                <a:gd name="T50" fmla="*/ 3 w 6"/>
                <a:gd name="T51" fmla="*/ 53 h 87"/>
                <a:gd name="T52" fmla="*/ 3 w 6"/>
                <a:gd name="T53" fmla="*/ 50 h 87"/>
                <a:gd name="T54" fmla="*/ 3 w 6"/>
                <a:gd name="T55" fmla="*/ 52 h 87"/>
                <a:gd name="T56" fmla="*/ 4 w 6"/>
                <a:gd name="T57" fmla="*/ 61 h 87"/>
                <a:gd name="T58" fmla="*/ 4 w 6"/>
                <a:gd name="T59" fmla="*/ 56 h 87"/>
                <a:gd name="T60" fmla="*/ 4 w 6"/>
                <a:gd name="T61" fmla="*/ 35 h 87"/>
                <a:gd name="T62" fmla="*/ 4 w 6"/>
                <a:gd name="T63" fmla="*/ 22 h 87"/>
                <a:gd name="T64" fmla="*/ 4 w 6"/>
                <a:gd name="T65" fmla="*/ 23 h 87"/>
                <a:gd name="T66" fmla="*/ 4 w 6"/>
                <a:gd name="T67" fmla="*/ 30 h 87"/>
                <a:gd name="T68" fmla="*/ 4 w 6"/>
                <a:gd name="T69" fmla="*/ 34 h 87"/>
                <a:gd name="T70" fmla="*/ 4 w 6"/>
                <a:gd name="T71" fmla="*/ 23 h 87"/>
                <a:gd name="T72" fmla="*/ 4 w 6"/>
                <a:gd name="T73" fmla="*/ 9 h 87"/>
                <a:gd name="T74" fmla="*/ 4 w 6"/>
                <a:gd name="T75" fmla="*/ 14 h 87"/>
                <a:gd name="T76" fmla="*/ 5 w 6"/>
                <a:gd name="T77" fmla="*/ 37 h 87"/>
                <a:gd name="T78" fmla="*/ 5 w 6"/>
                <a:gd name="T79" fmla="*/ 55 h 87"/>
                <a:gd name="T80" fmla="*/ 5 w 6"/>
                <a:gd name="T81" fmla="*/ 65 h 87"/>
                <a:gd name="T82" fmla="*/ 5 w 6"/>
                <a:gd name="T83" fmla="*/ 79 h 87"/>
                <a:gd name="T84" fmla="*/ 5 w 6"/>
                <a:gd name="T85" fmla="*/ 87 h 87"/>
                <a:gd name="T86" fmla="*/ 5 w 6"/>
                <a:gd name="T87" fmla="*/ 75 h 87"/>
                <a:gd name="T88" fmla="*/ 6 w 6"/>
                <a:gd name="T89" fmla="*/ 50 h 87"/>
                <a:gd name="T90" fmla="*/ 6 w 6"/>
                <a:gd name="T91" fmla="*/ 32 h 87"/>
                <a:gd name="T92" fmla="*/ 6 w 6"/>
                <a:gd name="T93" fmla="*/ 23 h 87"/>
                <a:gd name="T94" fmla="*/ 6 w 6"/>
                <a:gd name="T95" fmla="*/ 17 h 87"/>
                <a:gd name="T96" fmla="*/ 6 w 6"/>
                <a:gd name="T97" fmla="*/ 12 h 87"/>
                <a:gd name="T98" fmla="*/ 6 w 6"/>
                <a:gd name="T99" fmla="*/ 12 h 87"/>
                <a:gd name="T100" fmla="*/ 6 w 6"/>
                <a:gd name="T101" fmla="*/ 13 h 87"/>
                <a:gd name="T102" fmla="*/ 6 w 6"/>
                <a:gd name="T103" fmla="*/ 1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7">
                  <a:moveTo>
                    <a:pt x="0" y="15"/>
                  </a:moveTo>
                  <a:lnTo>
                    <a:pt x="0" y="15"/>
                  </a:lnTo>
                  <a:lnTo>
                    <a:pt x="0" y="16"/>
                  </a:lnTo>
                  <a:lnTo>
                    <a:pt x="0" y="17"/>
                  </a:lnTo>
                  <a:lnTo>
                    <a:pt x="1" y="18"/>
                  </a:lnTo>
                  <a:lnTo>
                    <a:pt x="1" y="13"/>
                  </a:lnTo>
                  <a:lnTo>
                    <a:pt x="1" y="5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9"/>
                  </a:lnTo>
                  <a:lnTo>
                    <a:pt x="1" y="20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2" y="30"/>
                  </a:lnTo>
                  <a:lnTo>
                    <a:pt x="2" y="37"/>
                  </a:lnTo>
                  <a:lnTo>
                    <a:pt x="2" y="30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3" y="22"/>
                  </a:lnTo>
                  <a:lnTo>
                    <a:pt x="3" y="28"/>
                  </a:lnTo>
                  <a:lnTo>
                    <a:pt x="3" y="45"/>
                  </a:lnTo>
                  <a:lnTo>
                    <a:pt x="3" y="53"/>
                  </a:lnTo>
                  <a:lnTo>
                    <a:pt x="3" y="50"/>
                  </a:lnTo>
                  <a:lnTo>
                    <a:pt x="3" y="52"/>
                  </a:lnTo>
                  <a:lnTo>
                    <a:pt x="4" y="61"/>
                  </a:lnTo>
                  <a:lnTo>
                    <a:pt x="4" y="56"/>
                  </a:lnTo>
                  <a:lnTo>
                    <a:pt x="4" y="35"/>
                  </a:lnTo>
                  <a:lnTo>
                    <a:pt x="4" y="22"/>
                  </a:lnTo>
                  <a:lnTo>
                    <a:pt x="4" y="23"/>
                  </a:lnTo>
                  <a:lnTo>
                    <a:pt x="4" y="30"/>
                  </a:lnTo>
                  <a:lnTo>
                    <a:pt x="4" y="34"/>
                  </a:lnTo>
                  <a:lnTo>
                    <a:pt x="4" y="23"/>
                  </a:lnTo>
                  <a:lnTo>
                    <a:pt x="4" y="9"/>
                  </a:lnTo>
                  <a:lnTo>
                    <a:pt x="4" y="14"/>
                  </a:lnTo>
                  <a:lnTo>
                    <a:pt x="5" y="37"/>
                  </a:lnTo>
                  <a:lnTo>
                    <a:pt x="5" y="55"/>
                  </a:lnTo>
                  <a:lnTo>
                    <a:pt x="5" y="65"/>
                  </a:lnTo>
                  <a:lnTo>
                    <a:pt x="5" y="79"/>
                  </a:lnTo>
                  <a:lnTo>
                    <a:pt x="5" y="87"/>
                  </a:lnTo>
                  <a:lnTo>
                    <a:pt x="5" y="75"/>
                  </a:lnTo>
                  <a:lnTo>
                    <a:pt x="6" y="50"/>
                  </a:lnTo>
                  <a:lnTo>
                    <a:pt x="6" y="32"/>
                  </a:lnTo>
                  <a:lnTo>
                    <a:pt x="6" y="23"/>
                  </a:lnTo>
                  <a:lnTo>
                    <a:pt x="6" y="17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6" y="1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35" name="Freeform 1096"/>
            <p:cNvSpPr/>
            <p:nvPr/>
          </p:nvSpPr>
          <p:spPr bwMode="auto">
            <a:xfrm>
              <a:off x="4532313" y="4665663"/>
              <a:ext cx="9525" cy="76200"/>
            </a:xfrm>
            <a:custGeom>
              <a:avLst/>
              <a:gdLst>
                <a:gd name="T0" fmla="*/ 0 w 6"/>
                <a:gd name="T1" fmla="*/ 35 h 48"/>
                <a:gd name="T2" fmla="*/ 0 w 6"/>
                <a:gd name="T3" fmla="*/ 37 h 48"/>
                <a:gd name="T4" fmla="*/ 0 w 6"/>
                <a:gd name="T5" fmla="*/ 44 h 48"/>
                <a:gd name="T6" fmla="*/ 1 w 6"/>
                <a:gd name="T7" fmla="*/ 48 h 48"/>
                <a:gd name="T8" fmla="*/ 1 w 6"/>
                <a:gd name="T9" fmla="*/ 46 h 48"/>
                <a:gd name="T10" fmla="*/ 1 w 6"/>
                <a:gd name="T11" fmla="*/ 45 h 48"/>
                <a:gd name="T12" fmla="*/ 1 w 6"/>
                <a:gd name="T13" fmla="*/ 45 h 48"/>
                <a:gd name="T14" fmla="*/ 1 w 6"/>
                <a:gd name="T15" fmla="*/ 39 h 48"/>
                <a:gd name="T16" fmla="*/ 1 w 6"/>
                <a:gd name="T17" fmla="*/ 27 h 48"/>
                <a:gd name="T18" fmla="*/ 1 w 6"/>
                <a:gd name="T19" fmla="*/ 17 h 48"/>
                <a:gd name="T20" fmla="*/ 1 w 6"/>
                <a:gd name="T21" fmla="*/ 15 h 48"/>
                <a:gd name="T22" fmla="*/ 1 w 6"/>
                <a:gd name="T23" fmla="*/ 19 h 48"/>
                <a:gd name="T24" fmla="*/ 2 w 6"/>
                <a:gd name="T25" fmla="*/ 25 h 48"/>
                <a:gd name="T26" fmla="*/ 2 w 6"/>
                <a:gd name="T27" fmla="*/ 30 h 48"/>
                <a:gd name="T28" fmla="*/ 2 w 6"/>
                <a:gd name="T29" fmla="*/ 32 h 48"/>
                <a:gd name="T30" fmla="*/ 2 w 6"/>
                <a:gd name="T31" fmla="*/ 35 h 48"/>
                <a:gd name="T32" fmla="*/ 2 w 6"/>
                <a:gd name="T33" fmla="*/ 37 h 48"/>
                <a:gd name="T34" fmla="*/ 2 w 6"/>
                <a:gd name="T35" fmla="*/ 34 h 48"/>
                <a:gd name="T36" fmla="*/ 3 w 6"/>
                <a:gd name="T37" fmla="*/ 25 h 48"/>
                <a:gd name="T38" fmla="*/ 3 w 6"/>
                <a:gd name="T39" fmla="*/ 15 h 48"/>
                <a:gd name="T40" fmla="*/ 3 w 6"/>
                <a:gd name="T41" fmla="*/ 7 h 48"/>
                <a:gd name="T42" fmla="*/ 3 w 6"/>
                <a:gd name="T43" fmla="*/ 3 h 48"/>
                <a:gd name="T44" fmla="*/ 3 w 6"/>
                <a:gd name="T45" fmla="*/ 1 h 48"/>
                <a:gd name="T46" fmla="*/ 3 w 6"/>
                <a:gd name="T47" fmla="*/ 3 h 48"/>
                <a:gd name="T48" fmla="*/ 3 w 6"/>
                <a:gd name="T49" fmla="*/ 15 h 48"/>
                <a:gd name="T50" fmla="*/ 3 w 6"/>
                <a:gd name="T51" fmla="*/ 28 h 48"/>
                <a:gd name="T52" fmla="*/ 3 w 6"/>
                <a:gd name="T53" fmla="*/ 34 h 48"/>
                <a:gd name="T54" fmla="*/ 4 w 6"/>
                <a:gd name="T55" fmla="*/ 37 h 48"/>
                <a:gd name="T56" fmla="*/ 4 w 6"/>
                <a:gd name="T57" fmla="*/ 29 h 48"/>
                <a:gd name="T58" fmla="*/ 4 w 6"/>
                <a:gd name="T59" fmla="*/ 13 h 48"/>
                <a:gd name="T60" fmla="*/ 4 w 6"/>
                <a:gd name="T61" fmla="*/ 3 h 48"/>
                <a:gd name="T62" fmla="*/ 4 w 6"/>
                <a:gd name="T63" fmla="*/ 4 h 48"/>
                <a:gd name="T64" fmla="*/ 4 w 6"/>
                <a:gd name="T65" fmla="*/ 5 h 48"/>
                <a:gd name="T66" fmla="*/ 5 w 6"/>
                <a:gd name="T67" fmla="*/ 2 h 48"/>
                <a:gd name="T68" fmla="*/ 5 w 6"/>
                <a:gd name="T69" fmla="*/ 0 h 48"/>
                <a:gd name="T70" fmla="*/ 5 w 6"/>
                <a:gd name="T71" fmla="*/ 5 h 48"/>
                <a:gd name="T72" fmla="*/ 5 w 6"/>
                <a:gd name="T73" fmla="*/ 11 h 48"/>
                <a:gd name="T74" fmla="*/ 5 w 6"/>
                <a:gd name="T75" fmla="*/ 15 h 48"/>
                <a:gd name="T76" fmla="*/ 5 w 6"/>
                <a:gd name="T77" fmla="*/ 18 h 48"/>
                <a:gd name="T78" fmla="*/ 5 w 6"/>
                <a:gd name="T79" fmla="*/ 20 h 48"/>
                <a:gd name="T80" fmla="*/ 5 w 6"/>
                <a:gd name="T81" fmla="*/ 22 h 48"/>
                <a:gd name="T82" fmla="*/ 5 w 6"/>
                <a:gd name="T83" fmla="*/ 24 h 48"/>
                <a:gd name="T84" fmla="*/ 6 w 6"/>
                <a:gd name="T85" fmla="*/ 21 h 48"/>
                <a:gd name="T86" fmla="*/ 6 w 6"/>
                <a:gd name="T87" fmla="*/ 8 h 48"/>
                <a:gd name="T88" fmla="*/ 6 w 6"/>
                <a:gd name="T89" fmla="*/ 7 h 48"/>
                <a:gd name="T90" fmla="*/ 6 w 6"/>
                <a:gd name="T91" fmla="*/ 22 h 48"/>
                <a:gd name="T92" fmla="*/ 6 w 6"/>
                <a:gd name="T93" fmla="*/ 31 h 48"/>
                <a:gd name="T94" fmla="*/ 6 w 6"/>
                <a:gd name="T95" fmla="*/ 26 h 48"/>
                <a:gd name="T96" fmla="*/ 6 w 6"/>
                <a:gd name="T97" fmla="*/ 25 h 48"/>
                <a:gd name="T98" fmla="*/ 6 w 6"/>
                <a:gd name="T99" fmla="*/ 26 h 48"/>
                <a:gd name="T100" fmla="*/ 6 w 6"/>
                <a:gd name="T101" fmla="*/ 17 h 48"/>
                <a:gd name="T102" fmla="*/ 6 w 6"/>
                <a:gd name="T103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8">
                  <a:moveTo>
                    <a:pt x="0" y="35"/>
                  </a:moveTo>
                  <a:lnTo>
                    <a:pt x="0" y="37"/>
                  </a:lnTo>
                  <a:lnTo>
                    <a:pt x="0" y="44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1" y="39"/>
                  </a:lnTo>
                  <a:lnTo>
                    <a:pt x="1" y="27"/>
                  </a:lnTo>
                  <a:lnTo>
                    <a:pt x="1" y="17"/>
                  </a:lnTo>
                  <a:lnTo>
                    <a:pt x="1" y="15"/>
                  </a:lnTo>
                  <a:lnTo>
                    <a:pt x="1" y="19"/>
                  </a:lnTo>
                  <a:lnTo>
                    <a:pt x="2" y="25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34"/>
                  </a:lnTo>
                  <a:lnTo>
                    <a:pt x="3" y="25"/>
                  </a:lnTo>
                  <a:lnTo>
                    <a:pt x="3" y="15"/>
                  </a:lnTo>
                  <a:lnTo>
                    <a:pt x="3" y="7"/>
                  </a:lnTo>
                  <a:lnTo>
                    <a:pt x="3" y="3"/>
                  </a:lnTo>
                  <a:lnTo>
                    <a:pt x="3" y="1"/>
                  </a:lnTo>
                  <a:lnTo>
                    <a:pt x="3" y="3"/>
                  </a:lnTo>
                  <a:lnTo>
                    <a:pt x="3" y="15"/>
                  </a:lnTo>
                  <a:lnTo>
                    <a:pt x="3" y="28"/>
                  </a:lnTo>
                  <a:lnTo>
                    <a:pt x="3" y="34"/>
                  </a:lnTo>
                  <a:lnTo>
                    <a:pt x="4" y="37"/>
                  </a:lnTo>
                  <a:lnTo>
                    <a:pt x="4" y="29"/>
                  </a:lnTo>
                  <a:lnTo>
                    <a:pt x="4" y="13"/>
                  </a:lnTo>
                  <a:lnTo>
                    <a:pt x="4" y="3"/>
                  </a:lnTo>
                  <a:lnTo>
                    <a:pt x="4" y="4"/>
                  </a:lnTo>
                  <a:lnTo>
                    <a:pt x="4" y="5"/>
                  </a:lnTo>
                  <a:lnTo>
                    <a:pt x="5" y="2"/>
                  </a:lnTo>
                  <a:lnTo>
                    <a:pt x="5" y="0"/>
                  </a:lnTo>
                  <a:lnTo>
                    <a:pt x="5" y="5"/>
                  </a:lnTo>
                  <a:lnTo>
                    <a:pt x="5" y="11"/>
                  </a:lnTo>
                  <a:lnTo>
                    <a:pt x="5" y="15"/>
                  </a:lnTo>
                  <a:lnTo>
                    <a:pt x="5" y="18"/>
                  </a:lnTo>
                  <a:lnTo>
                    <a:pt x="5" y="20"/>
                  </a:lnTo>
                  <a:lnTo>
                    <a:pt x="5" y="22"/>
                  </a:lnTo>
                  <a:lnTo>
                    <a:pt x="5" y="24"/>
                  </a:lnTo>
                  <a:lnTo>
                    <a:pt x="6" y="21"/>
                  </a:lnTo>
                  <a:lnTo>
                    <a:pt x="6" y="8"/>
                  </a:lnTo>
                  <a:lnTo>
                    <a:pt x="6" y="7"/>
                  </a:lnTo>
                  <a:lnTo>
                    <a:pt x="6" y="22"/>
                  </a:lnTo>
                  <a:lnTo>
                    <a:pt x="6" y="31"/>
                  </a:lnTo>
                  <a:lnTo>
                    <a:pt x="6" y="26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6" y="17"/>
                  </a:lnTo>
                  <a:lnTo>
                    <a:pt x="6" y="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36" name="Freeform 1097"/>
            <p:cNvSpPr/>
            <p:nvPr/>
          </p:nvSpPr>
          <p:spPr bwMode="auto">
            <a:xfrm>
              <a:off x="4541838" y="4667251"/>
              <a:ext cx="11113" cy="66675"/>
            </a:xfrm>
            <a:custGeom>
              <a:avLst/>
              <a:gdLst>
                <a:gd name="T0" fmla="*/ 0 w 7"/>
                <a:gd name="T1" fmla="*/ 16 h 42"/>
                <a:gd name="T2" fmla="*/ 0 w 7"/>
                <a:gd name="T3" fmla="*/ 1 h 42"/>
                <a:gd name="T4" fmla="*/ 1 w 7"/>
                <a:gd name="T5" fmla="*/ 0 h 42"/>
                <a:gd name="T6" fmla="*/ 1 w 7"/>
                <a:gd name="T7" fmla="*/ 11 h 42"/>
                <a:gd name="T8" fmla="*/ 1 w 7"/>
                <a:gd name="T9" fmla="*/ 20 h 42"/>
                <a:gd name="T10" fmla="*/ 1 w 7"/>
                <a:gd name="T11" fmla="*/ 21 h 42"/>
                <a:gd name="T12" fmla="*/ 1 w 7"/>
                <a:gd name="T13" fmla="*/ 20 h 42"/>
                <a:gd name="T14" fmla="*/ 1 w 7"/>
                <a:gd name="T15" fmla="*/ 14 h 42"/>
                <a:gd name="T16" fmla="*/ 2 w 7"/>
                <a:gd name="T17" fmla="*/ 5 h 42"/>
                <a:gd name="T18" fmla="*/ 2 w 7"/>
                <a:gd name="T19" fmla="*/ 7 h 42"/>
                <a:gd name="T20" fmla="*/ 2 w 7"/>
                <a:gd name="T21" fmla="*/ 19 h 42"/>
                <a:gd name="T22" fmla="*/ 2 w 7"/>
                <a:gd name="T23" fmla="*/ 25 h 42"/>
                <a:gd name="T24" fmla="*/ 2 w 7"/>
                <a:gd name="T25" fmla="*/ 23 h 42"/>
                <a:gd name="T26" fmla="*/ 2 w 7"/>
                <a:gd name="T27" fmla="*/ 23 h 42"/>
                <a:gd name="T28" fmla="*/ 2 w 7"/>
                <a:gd name="T29" fmla="*/ 21 h 42"/>
                <a:gd name="T30" fmla="*/ 2 w 7"/>
                <a:gd name="T31" fmla="*/ 13 h 42"/>
                <a:gd name="T32" fmla="*/ 2 w 7"/>
                <a:gd name="T33" fmla="*/ 8 h 42"/>
                <a:gd name="T34" fmla="*/ 3 w 7"/>
                <a:gd name="T35" fmla="*/ 10 h 42"/>
                <a:gd name="T36" fmla="*/ 3 w 7"/>
                <a:gd name="T37" fmla="*/ 7 h 42"/>
                <a:gd name="T38" fmla="*/ 3 w 7"/>
                <a:gd name="T39" fmla="*/ 3 h 42"/>
                <a:gd name="T40" fmla="*/ 3 w 7"/>
                <a:gd name="T41" fmla="*/ 11 h 42"/>
                <a:gd name="T42" fmla="*/ 3 w 7"/>
                <a:gd name="T43" fmla="*/ 19 h 42"/>
                <a:gd name="T44" fmla="*/ 3 w 7"/>
                <a:gd name="T45" fmla="*/ 16 h 42"/>
                <a:gd name="T46" fmla="*/ 4 w 7"/>
                <a:gd name="T47" fmla="*/ 11 h 42"/>
                <a:gd name="T48" fmla="*/ 4 w 7"/>
                <a:gd name="T49" fmla="*/ 15 h 42"/>
                <a:gd name="T50" fmla="*/ 4 w 7"/>
                <a:gd name="T51" fmla="*/ 20 h 42"/>
                <a:gd name="T52" fmla="*/ 4 w 7"/>
                <a:gd name="T53" fmla="*/ 21 h 42"/>
                <a:gd name="T54" fmla="*/ 4 w 7"/>
                <a:gd name="T55" fmla="*/ 25 h 42"/>
                <a:gd name="T56" fmla="*/ 4 w 7"/>
                <a:gd name="T57" fmla="*/ 31 h 42"/>
                <a:gd name="T58" fmla="*/ 4 w 7"/>
                <a:gd name="T59" fmla="*/ 26 h 42"/>
                <a:gd name="T60" fmla="*/ 4 w 7"/>
                <a:gd name="T61" fmla="*/ 15 h 42"/>
                <a:gd name="T62" fmla="*/ 4 w 7"/>
                <a:gd name="T63" fmla="*/ 16 h 42"/>
                <a:gd name="T64" fmla="*/ 5 w 7"/>
                <a:gd name="T65" fmla="*/ 18 h 42"/>
                <a:gd name="T66" fmla="*/ 5 w 7"/>
                <a:gd name="T67" fmla="*/ 10 h 42"/>
                <a:gd name="T68" fmla="*/ 5 w 7"/>
                <a:gd name="T69" fmla="*/ 7 h 42"/>
                <a:gd name="T70" fmla="*/ 5 w 7"/>
                <a:gd name="T71" fmla="*/ 14 h 42"/>
                <a:gd name="T72" fmla="*/ 5 w 7"/>
                <a:gd name="T73" fmla="*/ 18 h 42"/>
                <a:gd name="T74" fmla="*/ 5 w 7"/>
                <a:gd name="T75" fmla="*/ 18 h 42"/>
                <a:gd name="T76" fmla="*/ 5 w 7"/>
                <a:gd name="T77" fmla="*/ 24 h 42"/>
                <a:gd name="T78" fmla="*/ 5 w 7"/>
                <a:gd name="T79" fmla="*/ 28 h 42"/>
                <a:gd name="T80" fmla="*/ 5 w 7"/>
                <a:gd name="T81" fmla="*/ 20 h 42"/>
                <a:gd name="T82" fmla="*/ 6 w 7"/>
                <a:gd name="T83" fmla="*/ 13 h 42"/>
                <a:gd name="T84" fmla="*/ 6 w 7"/>
                <a:gd name="T85" fmla="*/ 15 h 42"/>
                <a:gd name="T86" fmla="*/ 6 w 7"/>
                <a:gd name="T87" fmla="*/ 19 h 42"/>
                <a:gd name="T88" fmla="*/ 6 w 7"/>
                <a:gd name="T89" fmla="*/ 18 h 42"/>
                <a:gd name="T90" fmla="*/ 6 w 7"/>
                <a:gd name="T91" fmla="*/ 14 h 42"/>
                <a:gd name="T92" fmla="*/ 6 w 7"/>
                <a:gd name="T93" fmla="*/ 17 h 42"/>
                <a:gd name="T94" fmla="*/ 7 w 7"/>
                <a:gd name="T95" fmla="*/ 26 h 42"/>
                <a:gd name="T96" fmla="*/ 7 w 7"/>
                <a:gd name="T97" fmla="*/ 33 h 42"/>
                <a:gd name="T98" fmla="*/ 7 w 7"/>
                <a:gd name="T99" fmla="*/ 39 h 42"/>
                <a:gd name="T100" fmla="*/ 7 w 7"/>
                <a:gd name="T101" fmla="*/ 42 h 42"/>
                <a:gd name="T102" fmla="*/ 7 w 7"/>
                <a:gd name="T103" fmla="*/ 4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42">
                  <a:moveTo>
                    <a:pt x="0" y="16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1" y="11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19"/>
                  </a:lnTo>
                  <a:lnTo>
                    <a:pt x="2" y="25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2" y="21"/>
                  </a:lnTo>
                  <a:lnTo>
                    <a:pt x="2" y="13"/>
                  </a:lnTo>
                  <a:lnTo>
                    <a:pt x="2" y="8"/>
                  </a:lnTo>
                  <a:lnTo>
                    <a:pt x="3" y="10"/>
                  </a:lnTo>
                  <a:lnTo>
                    <a:pt x="3" y="7"/>
                  </a:lnTo>
                  <a:lnTo>
                    <a:pt x="3" y="3"/>
                  </a:lnTo>
                  <a:lnTo>
                    <a:pt x="3" y="11"/>
                  </a:lnTo>
                  <a:lnTo>
                    <a:pt x="3" y="19"/>
                  </a:lnTo>
                  <a:lnTo>
                    <a:pt x="3" y="16"/>
                  </a:lnTo>
                  <a:lnTo>
                    <a:pt x="4" y="11"/>
                  </a:lnTo>
                  <a:lnTo>
                    <a:pt x="4" y="15"/>
                  </a:lnTo>
                  <a:lnTo>
                    <a:pt x="4" y="20"/>
                  </a:lnTo>
                  <a:lnTo>
                    <a:pt x="4" y="21"/>
                  </a:lnTo>
                  <a:lnTo>
                    <a:pt x="4" y="25"/>
                  </a:lnTo>
                  <a:lnTo>
                    <a:pt x="4" y="31"/>
                  </a:lnTo>
                  <a:lnTo>
                    <a:pt x="4" y="26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5" y="18"/>
                  </a:lnTo>
                  <a:lnTo>
                    <a:pt x="5" y="10"/>
                  </a:lnTo>
                  <a:lnTo>
                    <a:pt x="5" y="7"/>
                  </a:lnTo>
                  <a:lnTo>
                    <a:pt x="5" y="14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24"/>
                  </a:lnTo>
                  <a:lnTo>
                    <a:pt x="5" y="28"/>
                  </a:lnTo>
                  <a:lnTo>
                    <a:pt x="5" y="20"/>
                  </a:lnTo>
                  <a:lnTo>
                    <a:pt x="6" y="13"/>
                  </a:lnTo>
                  <a:lnTo>
                    <a:pt x="6" y="15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6" y="14"/>
                  </a:lnTo>
                  <a:lnTo>
                    <a:pt x="6" y="17"/>
                  </a:lnTo>
                  <a:lnTo>
                    <a:pt x="7" y="26"/>
                  </a:lnTo>
                  <a:lnTo>
                    <a:pt x="7" y="33"/>
                  </a:lnTo>
                  <a:lnTo>
                    <a:pt x="7" y="39"/>
                  </a:lnTo>
                  <a:lnTo>
                    <a:pt x="7" y="42"/>
                  </a:lnTo>
                  <a:lnTo>
                    <a:pt x="7" y="4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37" name="Freeform 1098"/>
            <p:cNvSpPr/>
            <p:nvPr/>
          </p:nvSpPr>
          <p:spPr bwMode="auto">
            <a:xfrm>
              <a:off x="4552950" y="4654551"/>
              <a:ext cx="9525" cy="79375"/>
            </a:xfrm>
            <a:custGeom>
              <a:avLst/>
              <a:gdLst>
                <a:gd name="T0" fmla="*/ 0 w 6"/>
                <a:gd name="T1" fmla="*/ 50 h 50"/>
                <a:gd name="T2" fmla="*/ 0 w 6"/>
                <a:gd name="T3" fmla="*/ 48 h 50"/>
                <a:gd name="T4" fmla="*/ 0 w 6"/>
                <a:gd name="T5" fmla="*/ 37 h 50"/>
                <a:gd name="T6" fmla="*/ 0 w 6"/>
                <a:gd name="T7" fmla="*/ 20 h 50"/>
                <a:gd name="T8" fmla="*/ 0 w 6"/>
                <a:gd name="T9" fmla="*/ 6 h 50"/>
                <a:gd name="T10" fmla="*/ 0 w 6"/>
                <a:gd name="T11" fmla="*/ 7 h 50"/>
                <a:gd name="T12" fmla="*/ 1 w 6"/>
                <a:gd name="T13" fmla="*/ 17 h 50"/>
                <a:gd name="T14" fmla="*/ 1 w 6"/>
                <a:gd name="T15" fmla="*/ 26 h 50"/>
                <a:gd name="T16" fmla="*/ 1 w 6"/>
                <a:gd name="T17" fmla="*/ 28 h 50"/>
                <a:gd name="T18" fmla="*/ 1 w 6"/>
                <a:gd name="T19" fmla="*/ 25 h 50"/>
                <a:gd name="T20" fmla="*/ 1 w 6"/>
                <a:gd name="T21" fmla="*/ 24 h 50"/>
                <a:gd name="T22" fmla="*/ 1 w 6"/>
                <a:gd name="T23" fmla="*/ 28 h 50"/>
                <a:gd name="T24" fmla="*/ 2 w 6"/>
                <a:gd name="T25" fmla="*/ 30 h 50"/>
                <a:gd name="T26" fmla="*/ 2 w 6"/>
                <a:gd name="T27" fmla="*/ 27 h 50"/>
                <a:gd name="T28" fmla="*/ 2 w 6"/>
                <a:gd name="T29" fmla="*/ 26 h 50"/>
                <a:gd name="T30" fmla="*/ 2 w 6"/>
                <a:gd name="T31" fmla="*/ 26 h 50"/>
                <a:gd name="T32" fmla="*/ 2 w 6"/>
                <a:gd name="T33" fmla="*/ 19 h 50"/>
                <a:gd name="T34" fmla="*/ 2 w 6"/>
                <a:gd name="T35" fmla="*/ 10 h 50"/>
                <a:gd name="T36" fmla="*/ 2 w 6"/>
                <a:gd name="T37" fmla="*/ 11 h 50"/>
                <a:gd name="T38" fmla="*/ 2 w 6"/>
                <a:gd name="T39" fmla="*/ 17 h 50"/>
                <a:gd name="T40" fmla="*/ 2 w 6"/>
                <a:gd name="T41" fmla="*/ 22 h 50"/>
                <a:gd name="T42" fmla="*/ 2 w 6"/>
                <a:gd name="T43" fmla="*/ 20 h 50"/>
                <a:gd name="T44" fmla="*/ 3 w 6"/>
                <a:gd name="T45" fmla="*/ 12 h 50"/>
                <a:gd name="T46" fmla="*/ 3 w 6"/>
                <a:gd name="T47" fmla="*/ 8 h 50"/>
                <a:gd name="T48" fmla="*/ 3 w 6"/>
                <a:gd name="T49" fmla="*/ 17 h 50"/>
                <a:gd name="T50" fmla="*/ 3 w 6"/>
                <a:gd name="T51" fmla="*/ 26 h 50"/>
                <a:gd name="T52" fmla="*/ 3 w 6"/>
                <a:gd name="T53" fmla="*/ 25 h 50"/>
                <a:gd name="T54" fmla="*/ 3 w 6"/>
                <a:gd name="T55" fmla="*/ 22 h 50"/>
                <a:gd name="T56" fmla="*/ 3 w 6"/>
                <a:gd name="T57" fmla="*/ 20 h 50"/>
                <a:gd name="T58" fmla="*/ 3 w 6"/>
                <a:gd name="T59" fmla="*/ 15 h 50"/>
                <a:gd name="T60" fmla="*/ 3 w 6"/>
                <a:gd name="T61" fmla="*/ 7 h 50"/>
                <a:gd name="T62" fmla="*/ 4 w 6"/>
                <a:gd name="T63" fmla="*/ 0 h 50"/>
                <a:gd name="T64" fmla="*/ 4 w 6"/>
                <a:gd name="T65" fmla="*/ 3 h 50"/>
                <a:gd name="T66" fmla="*/ 4 w 6"/>
                <a:gd name="T67" fmla="*/ 14 h 50"/>
                <a:gd name="T68" fmla="*/ 4 w 6"/>
                <a:gd name="T69" fmla="*/ 27 h 50"/>
                <a:gd name="T70" fmla="*/ 4 w 6"/>
                <a:gd name="T71" fmla="*/ 32 h 50"/>
                <a:gd name="T72" fmla="*/ 4 w 6"/>
                <a:gd name="T73" fmla="*/ 30 h 50"/>
                <a:gd name="T74" fmla="*/ 5 w 6"/>
                <a:gd name="T75" fmla="*/ 27 h 50"/>
                <a:gd name="T76" fmla="*/ 5 w 6"/>
                <a:gd name="T77" fmla="*/ 28 h 50"/>
                <a:gd name="T78" fmla="*/ 5 w 6"/>
                <a:gd name="T79" fmla="*/ 27 h 50"/>
                <a:gd name="T80" fmla="*/ 5 w 6"/>
                <a:gd name="T81" fmla="*/ 23 h 50"/>
                <a:gd name="T82" fmla="*/ 5 w 6"/>
                <a:gd name="T83" fmla="*/ 19 h 50"/>
                <a:gd name="T84" fmla="*/ 5 w 6"/>
                <a:gd name="T85" fmla="*/ 17 h 50"/>
                <a:gd name="T86" fmla="*/ 5 w 6"/>
                <a:gd name="T87" fmla="*/ 16 h 50"/>
                <a:gd name="T88" fmla="*/ 5 w 6"/>
                <a:gd name="T89" fmla="*/ 17 h 50"/>
                <a:gd name="T90" fmla="*/ 5 w 6"/>
                <a:gd name="T91" fmla="*/ 20 h 50"/>
                <a:gd name="T92" fmla="*/ 6 w 6"/>
                <a:gd name="T93" fmla="*/ 27 h 50"/>
                <a:gd name="T94" fmla="*/ 6 w 6"/>
                <a:gd name="T95" fmla="*/ 39 h 50"/>
                <a:gd name="T96" fmla="*/ 6 w 6"/>
                <a:gd name="T97" fmla="*/ 46 h 50"/>
                <a:gd name="T98" fmla="*/ 6 w 6"/>
                <a:gd name="T99" fmla="*/ 44 h 50"/>
                <a:gd name="T100" fmla="*/ 6 w 6"/>
                <a:gd name="T101" fmla="*/ 46 h 50"/>
                <a:gd name="T102" fmla="*/ 6 w 6"/>
                <a:gd name="T103" fmla="*/ 4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0">
                  <a:moveTo>
                    <a:pt x="0" y="50"/>
                  </a:moveTo>
                  <a:lnTo>
                    <a:pt x="0" y="48"/>
                  </a:lnTo>
                  <a:lnTo>
                    <a:pt x="0" y="37"/>
                  </a:lnTo>
                  <a:lnTo>
                    <a:pt x="0" y="20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17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1" y="24"/>
                  </a:lnTo>
                  <a:lnTo>
                    <a:pt x="1" y="28"/>
                  </a:lnTo>
                  <a:lnTo>
                    <a:pt x="2" y="30"/>
                  </a:lnTo>
                  <a:lnTo>
                    <a:pt x="2" y="27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2" y="19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2" y="17"/>
                  </a:lnTo>
                  <a:lnTo>
                    <a:pt x="2" y="22"/>
                  </a:lnTo>
                  <a:lnTo>
                    <a:pt x="2" y="20"/>
                  </a:lnTo>
                  <a:lnTo>
                    <a:pt x="3" y="12"/>
                  </a:lnTo>
                  <a:lnTo>
                    <a:pt x="3" y="8"/>
                  </a:lnTo>
                  <a:lnTo>
                    <a:pt x="3" y="17"/>
                  </a:lnTo>
                  <a:lnTo>
                    <a:pt x="3" y="26"/>
                  </a:lnTo>
                  <a:lnTo>
                    <a:pt x="3" y="25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5"/>
                  </a:lnTo>
                  <a:lnTo>
                    <a:pt x="3" y="7"/>
                  </a:lnTo>
                  <a:lnTo>
                    <a:pt x="4" y="0"/>
                  </a:lnTo>
                  <a:lnTo>
                    <a:pt x="4" y="3"/>
                  </a:lnTo>
                  <a:lnTo>
                    <a:pt x="4" y="14"/>
                  </a:lnTo>
                  <a:lnTo>
                    <a:pt x="4" y="27"/>
                  </a:lnTo>
                  <a:lnTo>
                    <a:pt x="4" y="32"/>
                  </a:lnTo>
                  <a:lnTo>
                    <a:pt x="4" y="30"/>
                  </a:lnTo>
                  <a:lnTo>
                    <a:pt x="5" y="27"/>
                  </a:lnTo>
                  <a:lnTo>
                    <a:pt x="5" y="28"/>
                  </a:lnTo>
                  <a:lnTo>
                    <a:pt x="5" y="27"/>
                  </a:lnTo>
                  <a:lnTo>
                    <a:pt x="5" y="23"/>
                  </a:lnTo>
                  <a:lnTo>
                    <a:pt x="5" y="19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20"/>
                  </a:lnTo>
                  <a:lnTo>
                    <a:pt x="6" y="27"/>
                  </a:lnTo>
                  <a:lnTo>
                    <a:pt x="6" y="39"/>
                  </a:lnTo>
                  <a:lnTo>
                    <a:pt x="6" y="46"/>
                  </a:lnTo>
                  <a:lnTo>
                    <a:pt x="6" y="44"/>
                  </a:lnTo>
                  <a:lnTo>
                    <a:pt x="6" y="46"/>
                  </a:lnTo>
                  <a:lnTo>
                    <a:pt x="6" y="4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38" name="Freeform 1099"/>
            <p:cNvSpPr/>
            <p:nvPr/>
          </p:nvSpPr>
          <p:spPr bwMode="auto">
            <a:xfrm>
              <a:off x="4562475" y="4714876"/>
              <a:ext cx="11113" cy="57150"/>
            </a:xfrm>
            <a:custGeom>
              <a:avLst/>
              <a:gdLst>
                <a:gd name="T0" fmla="*/ 0 w 7"/>
                <a:gd name="T1" fmla="*/ 8 h 36"/>
                <a:gd name="T2" fmla="*/ 0 w 7"/>
                <a:gd name="T3" fmla="*/ 11 h 36"/>
                <a:gd name="T4" fmla="*/ 1 w 7"/>
                <a:gd name="T5" fmla="*/ 7 h 36"/>
                <a:gd name="T6" fmla="*/ 1 w 7"/>
                <a:gd name="T7" fmla="*/ 0 h 36"/>
                <a:gd name="T8" fmla="*/ 1 w 7"/>
                <a:gd name="T9" fmla="*/ 1 h 36"/>
                <a:gd name="T10" fmla="*/ 1 w 7"/>
                <a:gd name="T11" fmla="*/ 3 h 36"/>
                <a:gd name="T12" fmla="*/ 1 w 7"/>
                <a:gd name="T13" fmla="*/ 3 h 36"/>
                <a:gd name="T14" fmla="*/ 1 w 7"/>
                <a:gd name="T15" fmla="*/ 5 h 36"/>
                <a:gd name="T16" fmla="*/ 1 w 7"/>
                <a:gd name="T17" fmla="*/ 7 h 36"/>
                <a:gd name="T18" fmla="*/ 1 w 7"/>
                <a:gd name="T19" fmla="*/ 9 h 36"/>
                <a:gd name="T20" fmla="*/ 1 w 7"/>
                <a:gd name="T21" fmla="*/ 13 h 36"/>
                <a:gd name="T22" fmla="*/ 2 w 7"/>
                <a:gd name="T23" fmla="*/ 16 h 36"/>
                <a:gd name="T24" fmla="*/ 2 w 7"/>
                <a:gd name="T25" fmla="*/ 14 h 36"/>
                <a:gd name="T26" fmla="*/ 2 w 7"/>
                <a:gd name="T27" fmla="*/ 11 h 36"/>
                <a:gd name="T28" fmla="*/ 2 w 7"/>
                <a:gd name="T29" fmla="*/ 14 h 36"/>
                <a:gd name="T30" fmla="*/ 2 w 7"/>
                <a:gd name="T31" fmla="*/ 25 h 36"/>
                <a:gd name="T32" fmla="*/ 2 w 7"/>
                <a:gd name="T33" fmla="*/ 36 h 36"/>
                <a:gd name="T34" fmla="*/ 2 w 7"/>
                <a:gd name="T35" fmla="*/ 33 h 36"/>
                <a:gd name="T36" fmla="*/ 2 w 7"/>
                <a:gd name="T37" fmla="*/ 19 h 36"/>
                <a:gd name="T38" fmla="*/ 2 w 7"/>
                <a:gd name="T39" fmla="*/ 15 h 36"/>
                <a:gd name="T40" fmla="*/ 3 w 7"/>
                <a:gd name="T41" fmla="*/ 20 h 36"/>
                <a:gd name="T42" fmla="*/ 3 w 7"/>
                <a:gd name="T43" fmla="*/ 15 h 36"/>
                <a:gd name="T44" fmla="*/ 3 w 7"/>
                <a:gd name="T45" fmla="*/ 3 h 36"/>
                <a:gd name="T46" fmla="*/ 3 w 7"/>
                <a:gd name="T47" fmla="*/ 1 h 36"/>
                <a:gd name="T48" fmla="*/ 3 w 7"/>
                <a:gd name="T49" fmla="*/ 12 h 36"/>
                <a:gd name="T50" fmla="*/ 3 w 7"/>
                <a:gd name="T51" fmla="*/ 19 h 36"/>
                <a:gd name="T52" fmla="*/ 4 w 7"/>
                <a:gd name="T53" fmla="*/ 16 h 36"/>
                <a:gd name="T54" fmla="*/ 4 w 7"/>
                <a:gd name="T55" fmla="*/ 14 h 36"/>
                <a:gd name="T56" fmla="*/ 4 w 7"/>
                <a:gd name="T57" fmla="*/ 17 h 36"/>
                <a:gd name="T58" fmla="*/ 4 w 7"/>
                <a:gd name="T59" fmla="*/ 20 h 36"/>
                <a:gd name="T60" fmla="*/ 4 w 7"/>
                <a:gd name="T61" fmla="*/ 25 h 36"/>
                <a:gd name="T62" fmla="*/ 4 w 7"/>
                <a:gd name="T63" fmla="*/ 29 h 36"/>
                <a:gd name="T64" fmla="*/ 4 w 7"/>
                <a:gd name="T65" fmla="*/ 25 h 36"/>
                <a:gd name="T66" fmla="*/ 4 w 7"/>
                <a:gd name="T67" fmla="*/ 20 h 36"/>
                <a:gd name="T68" fmla="*/ 4 w 7"/>
                <a:gd name="T69" fmla="*/ 23 h 36"/>
                <a:gd name="T70" fmla="*/ 4 w 7"/>
                <a:gd name="T71" fmla="*/ 24 h 36"/>
                <a:gd name="T72" fmla="*/ 5 w 7"/>
                <a:gd name="T73" fmla="*/ 15 h 36"/>
                <a:gd name="T74" fmla="*/ 5 w 7"/>
                <a:gd name="T75" fmla="*/ 7 h 36"/>
                <a:gd name="T76" fmla="*/ 5 w 7"/>
                <a:gd name="T77" fmla="*/ 9 h 36"/>
                <a:gd name="T78" fmla="*/ 5 w 7"/>
                <a:gd name="T79" fmla="*/ 16 h 36"/>
                <a:gd name="T80" fmla="*/ 5 w 7"/>
                <a:gd name="T81" fmla="*/ 21 h 36"/>
                <a:gd name="T82" fmla="*/ 5 w 7"/>
                <a:gd name="T83" fmla="*/ 20 h 36"/>
                <a:gd name="T84" fmla="*/ 6 w 7"/>
                <a:gd name="T85" fmla="*/ 22 h 36"/>
                <a:gd name="T86" fmla="*/ 6 w 7"/>
                <a:gd name="T87" fmla="*/ 26 h 36"/>
                <a:gd name="T88" fmla="*/ 6 w 7"/>
                <a:gd name="T89" fmla="*/ 22 h 36"/>
                <a:gd name="T90" fmla="*/ 6 w 7"/>
                <a:gd name="T91" fmla="*/ 12 h 36"/>
                <a:gd name="T92" fmla="*/ 6 w 7"/>
                <a:gd name="T93" fmla="*/ 10 h 36"/>
                <a:gd name="T94" fmla="*/ 6 w 7"/>
                <a:gd name="T95" fmla="*/ 13 h 36"/>
                <a:gd name="T96" fmla="*/ 6 w 7"/>
                <a:gd name="T97" fmla="*/ 13 h 36"/>
                <a:gd name="T98" fmla="*/ 6 w 7"/>
                <a:gd name="T99" fmla="*/ 15 h 36"/>
                <a:gd name="T100" fmla="*/ 6 w 7"/>
                <a:gd name="T101" fmla="*/ 22 h 36"/>
                <a:gd name="T102" fmla="*/ 7 w 7"/>
                <a:gd name="T103" fmla="*/ 2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36">
                  <a:moveTo>
                    <a:pt x="0" y="8"/>
                  </a:moveTo>
                  <a:lnTo>
                    <a:pt x="0" y="11"/>
                  </a:lnTo>
                  <a:lnTo>
                    <a:pt x="1" y="7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7"/>
                  </a:lnTo>
                  <a:lnTo>
                    <a:pt x="1" y="9"/>
                  </a:lnTo>
                  <a:lnTo>
                    <a:pt x="1" y="13"/>
                  </a:lnTo>
                  <a:lnTo>
                    <a:pt x="2" y="16"/>
                  </a:lnTo>
                  <a:lnTo>
                    <a:pt x="2" y="14"/>
                  </a:lnTo>
                  <a:lnTo>
                    <a:pt x="2" y="11"/>
                  </a:lnTo>
                  <a:lnTo>
                    <a:pt x="2" y="14"/>
                  </a:lnTo>
                  <a:lnTo>
                    <a:pt x="2" y="25"/>
                  </a:lnTo>
                  <a:lnTo>
                    <a:pt x="2" y="36"/>
                  </a:lnTo>
                  <a:lnTo>
                    <a:pt x="2" y="33"/>
                  </a:lnTo>
                  <a:lnTo>
                    <a:pt x="2" y="19"/>
                  </a:lnTo>
                  <a:lnTo>
                    <a:pt x="2" y="15"/>
                  </a:lnTo>
                  <a:lnTo>
                    <a:pt x="3" y="20"/>
                  </a:lnTo>
                  <a:lnTo>
                    <a:pt x="3" y="15"/>
                  </a:lnTo>
                  <a:lnTo>
                    <a:pt x="3" y="3"/>
                  </a:lnTo>
                  <a:lnTo>
                    <a:pt x="3" y="1"/>
                  </a:lnTo>
                  <a:lnTo>
                    <a:pt x="3" y="12"/>
                  </a:lnTo>
                  <a:lnTo>
                    <a:pt x="3" y="19"/>
                  </a:lnTo>
                  <a:lnTo>
                    <a:pt x="4" y="16"/>
                  </a:lnTo>
                  <a:lnTo>
                    <a:pt x="4" y="14"/>
                  </a:lnTo>
                  <a:lnTo>
                    <a:pt x="4" y="17"/>
                  </a:lnTo>
                  <a:lnTo>
                    <a:pt x="4" y="20"/>
                  </a:lnTo>
                  <a:lnTo>
                    <a:pt x="4" y="25"/>
                  </a:lnTo>
                  <a:lnTo>
                    <a:pt x="4" y="29"/>
                  </a:lnTo>
                  <a:lnTo>
                    <a:pt x="4" y="25"/>
                  </a:lnTo>
                  <a:lnTo>
                    <a:pt x="4" y="20"/>
                  </a:lnTo>
                  <a:lnTo>
                    <a:pt x="4" y="23"/>
                  </a:lnTo>
                  <a:lnTo>
                    <a:pt x="4" y="24"/>
                  </a:lnTo>
                  <a:lnTo>
                    <a:pt x="5" y="15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16"/>
                  </a:lnTo>
                  <a:lnTo>
                    <a:pt x="5" y="21"/>
                  </a:lnTo>
                  <a:lnTo>
                    <a:pt x="5" y="20"/>
                  </a:lnTo>
                  <a:lnTo>
                    <a:pt x="6" y="22"/>
                  </a:lnTo>
                  <a:lnTo>
                    <a:pt x="6" y="26"/>
                  </a:lnTo>
                  <a:lnTo>
                    <a:pt x="6" y="22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6" y="15"/>
                  </a:lnTo>
                  <a:lnTo>
                    <a:pt x="6" y="22"/>
                  </a:lnTo>
                  <a:lnTo>
                    <a:pt x="7" y="2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39" name="Freeform 1100"/>
            <p:cNvSpPr/>
            <p:nvPr/>
          </p:nvSpPr>
          <p:spPr bwMode="auto">
            <a:xfrm>
              <a:off x="4572000" y="4664076"/>
              <a:ext cx="11113" cy="112713"/>
            </a:xfrm>
            <a:custGeom>
              <a:avLst/>
              <a:gdLst>
                <a:gd name="T0" fmla="*/ 0 w 7"/>
                <a:gd name="T1" fmla="*/ 54 h 71"/>
                <a:gd name="T2" fmla="*/ 1 w 7"/>
                <a:gd name="T3" fmla="*/ 58 h 71"/>
                <a:gd name="T4" fmla="*/ 1 w 7"/>
                <a:gd name="T5" fmla="*/ 57 h 71"/>
                <a:gd name="T6" fmla="*/ 1 w 7"/>
                <a:gd name="T7" fmla="*/ 59 h 71"/>
                <a:gd name="T8" fmla="*/ 1 w 7"/>
                <a:gd name="T9" fmla="*/ 67 h 71"/>
                <a:gd name="T10" fmla="*/ 1 w 7"/>
                <a:gd name="T11" fmla="*/ 71 h 71"/>
                <a:gd name="T12" fmla="*/ 1 w 7"/>
                <a:gd name="T13" fmla="*/ 64 h 71"/>
                <a:gd name="T14" fmla="*/ 2 w 7"/>
                <a:gd name="T15" fmla="*/ 50 h 71"/>
                <a:gd name="T16" fmla="*/ 2 w 7"/>
                <a:gd name="T17" fmla="*/ 43 h 71"/>
                <a:gd name="T18" fmla="*/ 2 w 7"/>
                <a:gd name="T19" fmla="*/ 39 h 71"/>
                <a:gd name="T20" fmla="*/ 2 w 7"/>
                <a:gd name="T21" fmla="*/ 35 h 71"/>
                <a:gd name="T22" fmla="*/ 2 w 7"/>
                <a:gd name="T23" fmla="*/ 35 h 71"/>
                <a:gd name="T24" fmla="*/ 2 w 7"/>
                <a:gd name="T25" fmla="*/ 38 h 71"/>
                <a:gd name="T26" fmla="*/ 2 w 7"/>
                <a:gd name="T27" fmla="*/ 39 h 71"/>
                <a:gd name="T28" fmla="*/ 2 w 7"/>
                <a:gd name="T29" fmla="*/ 39 h 71"/>
                <a:gd name="T30" fmla="*/ 2 w 7"/>
                <a:gd name="T31" fmla="*/ 41 h 71"/>
                <a:gd name="T32" fmla="*/ 3 w 7"/>
                <a:gd name="T33" fmla="*/ 42 h 71"/>
                <a:gd name="T34" fmla="*/ 3 w 7"/>
                <a:gd name="T35" fmla="*/ 41 h 71"/>
                <a:gd name="T36" fmla="*/ 3 w 7"/>
                <a:gd name="T37" fmla="*/ 39 h 71"/>
                <a:gd name="T38" fmla="*/ 3 w 7"/>
                <a:gd name="T39" fmla="*/ 34 h 71"/>
                <a:gd name="T40" fmla="*/ 3 w 7"/>
                <a:gd name="T41" fmla="*/ 26 h 71"/>
                <a:gd name="T42" fmla="*/ 3 w 7"/>
                <a:gd name="T43" fmla="*/ 20 h 71"/>
                <a:gd name="T44" fmla="*/ 3 w 7"/>
                <a:gd name="T45" fmla="*/ 17 h 71"/>
                <a:gd name="T46" fmla="*/ 3 w 7"/>
                <a:gd name="T47" fmla="*/ 15 h 71"/>
                <a:gd name="T48" fmla="*/ 3 w 7"/>
                <a:gd name="T49" fmla="*/ 11 h 71"/>
                <a:gd name="T50" fmla="*/ 4 w 7"/>
                <a:gd name="T51" fmla="*/ 6 h 71"/>
                <a:gd name="T52" fmla="*/ 4 w 7"/>
                <a:gd name="T53" fmla="*/ 3 h 71"/>
                <a:gd name="T54" fmla="*/ 4 w 7"/>
                <a:gd name="T55" fmla="*/ 0 h 71"/>
                <a:gd name="T56" fmla="*/ 4 w 7"/>
                <a:gd name="T57" fmla="*/ 6 h 71"/>
                <a:gd name="T58" fmla="*/ 4 w 7"/>
                <a:gd name="T59" fmla="*/ 20 h 71"/>
                <a:gd name="T60" fmla="*/ 4 w 7"/>
                <a:gd name="T61" fmla="*/ 28 h 71"/>
                <a:gd name="T62" fmla="*/ 5 w 7"/>
                <a:gd name="T63" fmla="*/ 27 h 71"/>
                <a:gd name="T64" fmla="*/ 5 w 7"/>
                <a:gd name="T65" fmla="*/ 26 h 71"/>
                <a:gd name="T66" fmla="*/ 5 w 7"/>
                <a:gd name="T67" fmla="*/ 23 h 71"/>
                <a:gd name="T68" fmla="*/ 5 w 7"/>
                <a:gd name="T69" fmla="*/ 14 h 71"/>
                <a:gd name="T70" fmla="*/ 5 w 7"/>
                <a:gd name="T71" fmla="*/ 9 h 71"/>
                <a:gd name="T72" fmla="*/ 5 w 7"/>
                <a:gd name="T73" fmla="*/ 14 h 71"/>
                <a:gd name="T74" fmla="*/ 5 w 7"/>
                <a:gd name="T75" fmla="*/ 19 h 71"/>
                <a:gd name="T76" fmla="*/ 5 w 7"/>
                <a:gd name="T77" fmla="*/ 18 h 71"/>
                <a:gd name="T78" fmla="*/ 5 w 7"/>
                <a:gd name="T79" fmla="*/ 17 h 71"/>
                <a:gd name="T80" fmla="*/ 6 w 7"/>
                <a:gd name="T81" fmla="*/ 21 h 71"/>
                <a:gd name="T82" fmla="*/ 6 w 7"/>
                <a:gd name="T83" fmla="*/ 29 h 71"/>
                <a:gd name="T84" fmla="*/ 6 w 7"/>
                <a:gd name="T85" fmla="*/ 33 h 71"/>
                <a:gd name="T86" fmla="*/ 6 w 7"/>
                <a:gd name="T87" fmla="*/ 30 h 71"/>
                <a:gd name="T88" fmla="*/ 6 w 7"/>
                <a:gd name="T89" fmla="*/ 25 h 71"/>
                <a:gd name="T90" fmla="*/ 6 w 7"/>
                <a:gd name="T91" fmla="*/ 23 h 71"/>
                <a:gd name="T92" fmla="*/ 7 w 7"/>
                <a:gd name="T93" fmla="*/ 24 h 71"/>
                <a:gd name="T94" fmla="*/ 7 w 7"/>
                <a:gd name="T95" fmla="*/ 26 h 71"/>
                <a:gd name="T96" fmla="*/ 7 w 7"/>
                <a:gd name="T97" fmla="*/ 32 h 71"/>
                <a:gd name="T98" fmla="*/ 7 w 7"/>
                <a:gd name="T99" fmla="*/ 39 h 71"/>
                <a:gd name="T100" fmla="*/ 7 w 7"/>
                <a:gd name="T101" fmla="*/ 38 h 71"/>
                <a:gd name="T102" fmla="*/ 7 w 7"/>
                <a:gd name="T103" fmla="*/ 3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1">
                  <a:moveTo>
                    <a:pt x="0" y="54"/>
                  </a:moveTo>
                  <a:lnTo>
                    <a:pt x="1" y="58"/>
                  </a:lnTo>
                  <a:lnTo>
                    <a:pt x="1" y="57"/>
                  </a:lnTo>
                  <a:lnTo>
                    <a:pt x="1" y="59"/>
                  </a:lnTo>
                  <a:lnTo>
                    <a:pt x="1" y="67"/>
                  </a:lnTo>
                  <a:lnTo>
                    <a:pt x="1" y="71"/>
                  </a:lnTo>
                  <a:lnTo>
                    <a:pt x="1" y="64"/>
                  </a:lnTo>
                  <a:lnTo>
                    <a:pt x="2" y="50"/>
                  </a:lnTo>
                  <a:lnTo>
                    <a:pt x="2" y="43"/>
                  </a:lnTo>
                  <a:lnTo>
                    <a:pt x="2" y="39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41"/>
                  </a:lnTo>
                  <a:lnTo>
                    <a:pt x="3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3" y="34"/>
                  </a:lnTo>
                  <a:lnTo>
                    <a:pt x="3" y="26"/>
                  </a:lnTo>
                  <a:lnTo>
                    <a:pt x="3" y="20"/>
                  </a:lnTo>
                  <a:lnTo>
                    <a:pt x="3" y="17"/>
                  </a:lnTo>
                  <a:lnTo>
                    <a:pt x="3" y="15"/>
                  </a:lnTo>
                  <a:lnTo>
                    <a:pt x="3" y="11"/>
                  </a:lnTo>
                  <a:lnTo>
                    <a:pt x="4" y="6"/>
                  </a:lnTo>
                  <a:lnTo>
                    <a:pt x="4" y="3"/>
                  </a:lnTo>
                  <a:lnTo>
                    <a:pt x="4" y="0"/>
                  </a:lnTo>
                  <a:lnTo>
                    <a:pt x="4" y="6"/>
                  </a:lnTo>
                  <a:lnTo>
                    <a:pt x="4" y="20"/>
                  </a:lnTo>
                  <a:lnTo>
                    <a:pt x="4" y="28"/>
                  </a:lnTo>
                  <a:lnTo>
                    <a:pt x="5" y="27"/>
                  </a:lnTo>
                  <a:lnTo>
                    <a:pt x="5" y="26"/>
                  </a:lnTo>
                  <a:lnTo>
                    <a:pt x="5" y="23"/>
                  </a:lnTo>
                  <a:lnTo>
                    <a:pt x="5" y="14"/>
                  </a:lnTo>
                  <a:lnTo>
                    <a:pt x="5" y="9"/>
                  </a:lnTo>
                  <a:lnTo>
                    <a:pt x="5" y="14"/>
                  </a:lnTo>
                  <a:lnTo>
                    <a:pt x="5" y="19"/>
                  </a:lnTo>
                  <a:lnTo>
                    <a:pt x="5" y="18"/>
                  </a:lnTo>
                  <a:lnTo>
                    <a:pt x="5" y="17"/>
                  </a:lnTo>
                  <a:lnTo>
                    <a:pt x="6" y="21"/>
                  </a:lnTo>
                  <a:lnTo>
                    <a:pt x="6" y="29"/>
                  </a:lnTo>
                  <a:lnTo>
                    <a:pt x="6" y="33"/>
                  </a:lnTo>
                  <a:lnTo>
                    <a:pt x="6" y="30"/>
                  </a:lnTo>
                  <a:lnTo>
                    <a:pt x="6" y="25"/>
                  </a:lnTo>
                  <a:lnTo>
                    <a:pt x="6" y="23"/>
                  </a:lnTo>
                  <a:lnTo>
                    <a:pt x="7" y="24"/>
                  </a:lnTo>
                  <a:lnTo>
                    <a:pt x="7" y="26"/>
                  </a:lnTo>
                  <a:lnTo>
                    <a:pt x="7" y="32"/>
                  </a:lnTo>
                  <a:lnTo>
                    <a:pt x="7" y="39"/>
                  </a:lnTo>
                  <a:lnTo>
                    <a:pt x="7" y="38"/>
                  </a:lnTo>
                  <a:lnTo>
                    <a:pt x="7" y="3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40" name="Freeform 1101"/>
            <p:cNvSpPr/>
            <p:nvPr/>
          </p:nvSpPr>
          <p:spPr bwMode="auto">
            <a:xfrm>
              <a:off x="4583113" y="4692651"/>
              <a:ext cx="9525" cy="42863"/>
            </a:xfrm>
            <a:custGeom>
              <a:avLst/>
              <a:gdLst>
                <a:gd name="T0" fmla="*/ 0 w 6"/>
                <a:gd name="T1" fmla="*/ 20 h 27"/>
                <a:gd name="T2" fmla="*/ 0 w 6"/>
                <a:gd name="T3" fmla="*/ 14 h 27"/>
                <a:gd name="T4" fmla="*/ 0 w 6"/>
                <a:gd name="T5" fmla="*/ 12 h 27"/>
                <a:gd name="T6" fmla="*/ 0 w 6"/>
                <a:gd name="T7" fmla="*/ 16 h 27"/>
                <a:gd name="T8" fmla="*/ 0 w 6"/>
                <a:gd name="T9" fmla="*/ 20 h 27"/>
                <a:gd name="T10" fmla="*/ 0 w 6"/>
                <a:gd name="T11" fmla="*/ 21 h 27"/>
                <a:gd name="T12" fmla="*/ 1 w 6"/>
                <a:gd name="T13" fmla="*/ 20 h 27"/>
                <a:gd name="T14" fmla="*/ 1 w 6"/>
                <a:gd name="T15" fmla="*/ 14 h 27"/>
                <a:gd name="T16" fmla="*/ 1 w 6"/>
                <a:gd name="T17" fmla="*/ 5 h 27"/>
                <a:gd name="T18" fmla="*/ 1 w 6"/>
                <a:gd name="T19" fmla="*/ 1 h 27"/>
                <a:gd name="T20" fmla="*/ 1 w 6"/>
                <a:gd name="T21" fmla="*/ 5 h 27"/>
                <a:gd name="T22" fmla="*/ 1 w 6"/>
                <a:gd name="T23" fmla="*/ 13 h 27"/>
                <a:gd name="T24" fmla="*/ 1 w 6"/>
                <a:gd name="T25" fmla="*/ 22 h 27"/>
                <a:gd name="T26" fmla="*/ 1 w 6"/>
                <a:gd name="T27" fmla="*/ 27 h 27"/>
                <a:gd name="T28" fmla="*/ 1 w 6"/>
                <a:gd name="T29" fmla="*/ 22 h 27"/>
                <a:gd name="T30" fmla="*/ 2 w 6"/>
                <a:gd name="T31" fmla="*/ 12 h 27"/>
                <a:gd name="T32" fmla="*/ 2 w 6"/>
                <a:gd name="T33" fmla="*/ 10 h 27"/>
                <a:gd name="T34" fmla="*/ 2 w 6"/>
                <a:gd name="T35" fmla="*/ 16 h 27"/>
                <a:gd name="T36" fmla="*/ 2 w 6"/>
                <a:gd name="T37" fmla="*/ 18 h 27"/>
                <a:gd name="T38" fmla="*/ 2 w 6"/>
                <a:gd name="T39" fmla="*/ 17 h 27"/>
                <a:gd name="T40" fmla="*/ 2 w 6"/>
                <a:gd name="T41" fmla="*/ 16 h 27"/>
                <a:gd name="T42" fmla="*/ 3 w 6"/>
                <a:gd name="T43" fmla="*/ 13 h 27"/>
                <a:gd name="T44" fmla="*/ 3 w 6"/>
                <a:gd name="T45" fmla="*/ 6 h 27"/>
                <a:gd name="T46" fmla="*/ 3 w 6"/>
                <a:gd name="T47" fmla="*/ 3 h 27"/>
                <a:gd name="T48" fmla="*/ 3 w 6"/>
                <a:gd name="T49" fmla="*/ 3 h 27"/>
                <a:gd name="T50" fmla="*/ 3 w 6"/>
                <a:gd name="T51" fmla="*/ 3 h 27"/>
                <a:gd name="T52" fmla="*/ 3 w 6"/>
                <a:gd name="T53" fmla="*/ 2 h 27"/>
                <a:gd name="T54" fmla="*/ 3 w 6"/>
                <a:gd name="T55" fmla="*/ 5 h 27"/>
                <a:gd name="T56" fmla="*/ 3 w 6"/>
                <a:gd name="T57" fmla="*/ 9 h 27"/>
                <a:gd name="T58" fmla="*/ 3 w 6"/>
                <a:gd name="T59" fmla="*/ 8 h 27"/>
                <a:gd name="T60" fmla="*/ 4 w 6"/>
                <a:gd name="T61" fmla="*/ 10 h 27"/>
                <a:gd name="T62" fmla="*/ 4 w 6"/>
                <a:gd name="T63" fmla="*/ 17 h 27"/>
                <a:gd name="T64" fmla="*/ 4 w 6"/>
                <a:gd name="T65" fmla="*/ 23 h 27"/>
                <a:gd name="T66" fmla="*/ 4 w 6"/>
                <a:gd name="T67" fmla="*/ 22 h 27"/>
                <a:gd name="T68" fmla="*/ 4 w 6"/>
                <a:gd name="T69" fmla="*/ 20 h 27"/>
                <a:gd name="T70" fmla="*/ 4 w 6"/>
                <a:gd name="T71" fmla="*/ 20 h 27"/>
                <a:gd name="T72" fmla="*/ 5 w 6"/>
                <a:gd name="T73" fmla="*/ 18 h 27"/>
                <a:gd name="T74" fmla="*/ 5 w 6"/>
                <a:gd name="T75" fmla="*/ 9 h 27"/>
                <a:gd name="T76" fmla="*/ 5 w 6"/>
                <a:gd name="T77" fmla="*/ 3 h 27"/>
                <a:gd name="T78" fmla="*/ 5 w 6"/>
                <a:gd name="T79" fmla="*/ 5 h 27"/>
                <a:gd name="T80" fmla="*/ 5 w 6"/>
                <a:gd name="T81" fmla="*/ 5 h 27"/>
                <a:gd name="T82" fmla="*/ 5 w 6"/>
                <a:gd name="T83" fmla="*/ 0 h 27"/>
                <a:gd name="T84" fmla="*/ 5 w 6"/>
                <a:gd name="T85" fmla="*/ 0 h 27"/>
                <a:gd name="T86" fmla="*/ 5 w 6"/>
                <a:gd name="T87" fmla="*/ 5 h 27"/>
                <a:gd name="T88" fmla="*/ 5 w 6"/>
                <a:gd name="T89" fmla="*/ 6 h 27"/>
                <a:gd name="T90" fmla="*/ 6 w 6"/>
                <a:gd name="T91" fmla="*/ 7 h 27"/>
                <a:gd name="T92" fmla="*/ 6 w 6"/>
                <a:gd name="T93" fmla="*/ 14 h 27"/>
                <a:gd name="T94" fmla="*/ 6 w 6"/>
                <a:gd name="T95" fmla="*/ 18 h 27"/>
                <a:gd name="T96" fmla="*/ 6 w 6"/>
                <a:gd name="T97" fmla="*/ 13 h 27"/>
                <a:gd name="T98" fmla="*/ 6 w 6"/>
                <a:gd name="T99" fmla="*/ 11 h 27"/>
                <a:gd name="T100" fmla="*/ 6 w 6"/>
                <a:gd name="T101" fmla="*/ 13 h 27"/>
                <a:gd name="T102" fmla="*/ 6 w 6"/>
                <a:gd name="T103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27">
                  <a:moveTo>
                    <a:pt x="0" y="20"/>
                  </a:moveTo>
                  <a:lnTo>
                    <a:pt x="0" y="14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1" y="5"/>
                  </a:lnTo>
                  <a:lnTo>
                    <a:pt x="1" y="1"/>
                  </a:lnTo>
                  <a:lnTo>
                    <a:pt x="1" y="5"/>
                  </a:lnTo>
                  <a:lnTo>
                    <a:pt x="1" y="13"/>
                  </a:lnTo>
                  <a:lnTo>
                    <a:pt x="1" y="22"/>
                  </a:lnTo>
                  <a:lnTo>
                    <a:pt x="1" y="27"/>
                  </a:lnTo>
                  <a:lnTo>
                    <a:pt x="1" y="22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2" y="16"/>
                  </a:lnTo>
                  <a:lnTo>
                    <a:pt x="3" y="13"/>
                  </a:lnTo>
                  <a:lnTo>
                    <a:pt x="3" y="6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2"/>
                  </a:lnTo>
                  <a:lnTo>
                    <a:pt x="3" y="5"/>
                  </a:lnTo>
                  <a:lnTo>
                    <a:pt x="3" y="9"/>
                  </a:lnTo>
                  <a:lnTo>
                    <a:pt x="3" y="8"/>
                  </a:lnTo>
                  <a:lnTo>
                    <a:pt x="4" y="10"/>
                  </a:lnTo>
                  <a:lnTo>
                    <a:pt x="4" y="17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5" y="18"/>
                  </a:lnTo>
                  <a:lnTo>
                    <a:pt x="5" y="9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5" y="6"/>
                  </a:lnTo>
                  <a:lnTo>
                    <a:pt x="6" y="7"/>
                  </a:lnTo>
                  <a:lnTo>
                    <a:pt x="6" y="14"/>
                  </a:lnTo>
                  <a:lnTo>
                    <a:pt x="6" y="18"/>
                  </a:lnTo>
                  <a:lnTo>
                    <a:pt x="6" y="13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6" y="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41" name="Freeform 1102"/>
            <p:cNvSpPr/>
            <p:nvPr/>
          </p:nvSpPr>
          <p:spPr bwMode="auto">
            <a:xfrm>
              <a:off x="4592638" y="4641851"/>
              <a:ext cx="11113" cy="77788"/>
            </a:xfrm>
            <a:custGeom>
              <a:avLst/>
              <a:gdLst>
                <a:gd name="T0" fmla="*/ 0 w 7"/>
                <a:gd name="T1" fmla="*/ 45 h 49"/>
                <a:gd name="T2" fmla="*/ 0 w 7"/>
                <a:gd name="T3" fmla="*/ 39 h 49"/>
                <a:gd name="T4" fmla="*/ 0 w 7"/>
                <a:gd name="T5" fmla="*/ 29 h 49"/>
                <a:gd name="T6" fmla="*/ 0 w 7"/>
                <a:gd name="T7" fmla="*/ 27 h 49"/>
                <a:gd name="T8" fmla="*/ 1 w 7"/>
                <a:gd name="T9" fmla="*/ 32 h 49"/>
                <a:gd name="T10" fmla="*/ 1 w 7"/>
                <a:gd name="T11" fmla="*/ 36 h 49"/>
                <a:gd name="T12" fmla="*/ 1 w 7"/>
                <a:gd name="T13" fmla="*/ 37 h 49"/>
                <a:gd name="T14" fmla="*/ 1 w 7"/>
                <a:gd name="T15" fmla="*/ 35 h 49"/>
                <a:gd name="T16" fmla="*/ 1 w 7"/>
                <a:gd name="T17" fmla="*/ 33 h 49"/>
                <a:gd name="T18" fmla="*/ 1 w 7"/>
                <a:gd name="T19" fmla="*/ 32 h 49"/>
                <a:gd name="T20" fmla="*/ 2 w 7"/>
                <a:gd name="T21" fmla="*/ 30 h 49"/>
                <a:gd name="T22" fmla="*/ 2 w 7"/>
                <a:gd name="T23" fmla="*/ 29 h 49"/>
                <a:gd name="T24" fmla="*/ 2 w 7"/>
                <a:gd name="T25" fmla="*/ 31 h 49"/>
                <a:gd name="T26" fmla="*/ 2 w 7"/>
                <a:gd name="T27" fmla="*/ 39 h 49"/>
                <a:gd name="T28" fmla="*/ 2 w 7"/>
                <a:gd name="T29" fmla="*/ 47 h 49"/>
                <a:gd name="T30" fmla="*/ 2 w 7"/>
                <a:gd name="T31" fmla="*/ 49 h 49"/>
                <a:gd name="T32" fmla="*/ 2 w 7"/>
                <a:gd name="T33" fmla="*/ 41 h 49"/>
                <a:gd name="T34" fmla="*/ 2 w 7"/>
                <a:gd name="T35" fmla="*/ 31 h 49"/>
                <a:gd name="T36" fmla="*/ 2 w 7"/>
                <a:gd name="T37" fmla="*/ 28 h 49"/>
                <a:gd name="T38" fmla="*/ 2 w 7"/>
                <a:gd name="T39" fmla="*/ 28 h 49"/>
                <a:gd name="T40" fmla="*/ 3 w 7"/>
                <a:gd name="T41" fmla="*/ 21 h 49"/>
                <a:gd name="T42" fmla="*/ 3 w 7"/>
                <a:gd name="T43" fmla="*/ 16 h 49"/>
                <a:gd name="T44" fmla="*/ 3 w 7"/>
                <a:gd name="T45" fmla="*/ 20 h 49"/>
                <a:gd name="T46" fmla="*/ 3 w 7"/>
                <a:gd name="T47" fmla="*/ 24 h 49"/>
                <a:gd name="T48" fmla="*/ 3 w 7"/>
                <a:gd name="T49" fmla="*/ 22 h 49"/>
                <a:gd name="T50" fmla="*/ 3 w 7"/>
                <a:gd name="T51" fmla="*/ 20 h 49"/>
                <a:gd name="T52" fmla="*/ 4 w 7"/>
                <a:gd name="T53" fmla="*/ 23 h 49"/>
                <a:gd name="T54" fmla="*/ 4 w 7"/>
                <a:gd name="T55" fmla="*/ 27 h 49"/>
                <a:gd name="T56" fmla="*/ 4 w 7"/>
                <a:gd name="T57" fmla="*/ 25 h 49"/>
                <a:gd name="T58" fmla="*/ 4 w 7"/>
                <a:gd name="T59" fmla="*/ 19 h 49"/>
                <a:gd name="T60" fmla="*/ 4 w 7"/>
                <a:gd name="T61" fmla="*/ 13 h 49"/>
                <a:gd name="T62" fmla="*/ 4 w 7"/>
                <a:gd name="T63" fmla="*/ 10 h 49"/>
                <a:gd name="T64" fmla="*/ 4 w 7"/>
                <a:gd name="T65" fmla="*/ 10 h 49"/>
                <a:gd name="T66" fmla="*/ 4 w 7"/>
                <a:gd name="T67" fmla="*/ 10 h 49"/>
                <a:gd name="T68" fmla="*/ 4 w 7"/>
                <a:gd name="T69" fmla="*/ 6 h 49"/>
                <a:gd name="T70" fmla="*/ 5 w 7"/>
                <a:gd name="T71" fmla="*/ 3 h 49"/>
                <a:gd name="T72" fmla="*/ 5 w 7"/>
                <a:gd name="T73" fmla="*/ 4 h 49"/>
                <a:gd name="T74" fmla="*/ 5 w 7"/>
                <a:gd name="T75" fmla="*/ 8 h 49"/>
                <a:gd name="T76" fmla="*/ 5 w 7"/>
                <a:gd name="T77" fmla="*/ 11 h 49"/>
                <a:gd name="T78" fmla="*/ 5 w 7"/>
                <a:gd name="T79" fmla="*/ 13 h 49"/>
                <a:gd name="T80" fmla="*/ 5 w 7"/>
                <a:gd name="T81" fmla="*/ 17 h 49"/>
                <a:gd name="T82" fmla="*/ 5 w 7"/>
                <a:gd name="T83" fmla="*/ 18 h 49"/>
                <a:gd name="T84" fmla="*/ 5 w 7"/>
                <a:gd name="T85" fmla="*/ 20 h 49"/>
                <a:gd name="T86" fmla="*/ 5 w 7"/>
                <a:gd name="T87" fmla="*/ 22 h 49"/>
                <a:gd name="T88" fmla="*/ 6 w 7"/>
                <a:gd name="T89" fmla="*/ 20 h 49"/>
                <a:gd name="T90" fmla="*/ 6 w 7"/>
                <a:gd name="T91" fmla="*/ 13 h 49"/>
                <a:gd name="T92" fmla="*/ 6 w 7"/>
                <a:gd name="T93" fmla="*/ 7 h 49"/>
                <a:gd name="T94" fmla="*/ 6 w 7"/>
                <a:gd name="T95" fmla="*/ 3 h 49"/>
                <a:gd name="T96" fmla="*/ 6 w 7"/>
                <a:gd name="T97" fmla="*/ 0 h 49"/>
                <a:gd name="T98" fmla="*/ 6 w 7"/>
                <a:gd name="T99" fmla="*/ 2 h 49"/>
                <a:gd name="T100" fmla="*/ 7 w 7"/>
                <a:gd name="T101" fmla="*/ 7 h 49"/>
                <a:gd name="T102" fmla="*/ 7 w 7"/>
                <a:gd name="T103" fmla="*/ 1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49">
                  <a:moveTo>
                    <a:pt x="0" y="45"/>
                  </a:moveTo>
                  <a:lnTo>
                    <a:pt x="0" y="39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1" y="32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1" y="35"/>
                  </a:lnTo>
                  <a:lnTo>
                    <a:pt x="1" y="33"/>
                  </a:lnTo>
                  <a:lnTo>
                    <a:pt x="1" y="32"/>
                  </a:lnTo>
                  <a:lnTo>
                    <a:pt x="2" y="30"/>
                  </a:lnTo>
                  <a:lnTo>
                    <a:pt x="2" y="29"/>
                  </a:lnTo>
                  <a:lnTo>
                    <a:pt x="2" y="31"/>
                  </a:lnTo>
                  <a:lnTo>
                    <a:pt x="2" y="39"/>
                  </a:lnTo>
                  <a:lnTo>
                    <a:pt x="2" y="47"/>
                  </a:lnTo>
                  <a:lnTo>
                    <a:pt x="2" y="49"/>
                  </a:lnTo>
                  <a:lnTo>
                    <a:pt x="2" y="41"/>
                  </a:lnTo>
                  <a:lnTo>
                    <a:pt x="2" y="31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3" y="21"/>
                  </a:lnTo>
                  <a:lnTo>
                    <a:pt x="3" y="16"/>
                  </a:lnTo>
                  <a:lnTo>
                    <a:pt x="3" y="20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4" y="23"/>
                  </a:lnTo>
                  <a:lnTo>
                    <a:pt x="4" y="27"/>
                  </a:lnTo>
                  <a:lnTo>
                    <a:pt x="4" y="25"/>
                  </a:lnTo>
                  <a:lnTo>
                    <a:pt x="4" y="19"/>
                  </a:lnTo>
                  <a:lnTo>
                    <a:pt x="4" y="13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6"/>
                  </a:lnTo>
                  <a:lnTo>
                    <a:pt x="5" y="3"/>
                  </a:lnTo>
                  <a:lnTo>
                    <a:pt x="5" y="4"/>
                  </a:lnTo>
                  <a:lnTo>
                    <a:pt x="5" y="8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5" y="20"/>
                  </a:lnTo>
                  <a:lnTo>
                    <a:pt x="5" y="22"/>
                  </a:lnTo>
                  <a:lnTo>
                    <a:pt x="6" y="20"/>
                  </a:lnTo>
                  <a:lnTo>
                    <a:pt x="6" y="13"/>
                  </a:lnTo>
                  <a:lnTo>
                    <a:pt x="6" y="7"/>
                  </a:lnTo>
                  <a:lnTo>
                    <a:pt x="6" y="3"/>
                  </a:lnTo>
                  <a:lnTo>
                    <a:pt x="6" y="0"/>
                  </a:lnTo>
                  <a:lnTo>
                    <a:pt x="6" y="2"/>
                  </a:lnTo>
                  <a:lnTo>
                    <a:pt x="7" y="7"/>
                  </a:lnTo>
                  <a:lnTo>
                    <a:pt x="7" y="1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42" name="Freeform 1103"/>
            <p:cNvSpPr/>
            <p:nvPr/>
          </p:nvSpPr>
          <p:spPr bwMode="auto">
            <a:xfrm>
              <a:off x="4603750" y="4652963"/>
              <a:ext cx="9525" cy="128588"/>
            </a:xfrm>
            <a:custGeom>
              <a:avLst/>
              <a:gdLst>
                <a:gd name="T0" fmla="*/ 0 w 6"/>
                <a:gd name="T1" fmla="*/ 0 h 81"/>
                <a:gd name="T2" fmla="*/ 0 w 6"/>
                <a:gd name="T3" fmla="*/ 5 h 81"/>
                <a:gd name="T4" fmla="*/ 0 w 6"/>
                <a:gd name="T5" fmla="*/ 13 h 81"/>
                <a:gd name="T6" fmla="*/ 0 w 6"/>
                <a:gd name="T7" fmla="*/ 20 h 81"/>
                <a:gd name="T8" fmla="*/ 0 w 6"/>
                <a:gd name="T9" fmla="*/ 22 h 81"/>
                <a:gd name="T10" fmla="*/ 0 w 6"/>
                <a:gd name="T11" fmla="*/ 18 h 81"/>
                <a:gd name="T12" fmla="*/ 0 w 6"/>
                <a:gd name="T13" fmla="*/ 15 h 81"/>
                <a:gd name="T14" fmla="*/ 0 w 6"/>
                <a:gd name="T15" fmla="*/ 11 h 81"/>
                <a:gd name="T16" fmla="*/ 0 w 6"/>
                <a:gd name="T17" fmla="*/ 8 h 81"/>
                <a:gd name="T18" fmla="*/ 1 w 6"/>
                <a:gd name="T19" fmla="*/ 10 h 81"/>
                <a:gd name="T20" fmla="*/ 1 w 6"/>
                <a:gd name="T21" fmla="*/ 15 h 81"/>
                <a:gd name="T22" fmla="*/ 1 w 6"/>
                <a:gd name="T23" fmla="*/ 21 h 81"/>
                <a:gd name="T24" fmla="*/ 1 w 6"/>
                <a:gd name="T25" fmla="*/ 33 h 81"/>
                <a:gd name="T26" fmla="*/ 1 w 6"/>
                <a:gd name="T27" fmla="*/ 47 h 81"/>
                <a:gd name="T28" fmla="*/ 1 w 6"/>
                <a:gd name="T29" fmla="*/ 50 h 81"/>
                <a:gd name="T30" fmla="*/ 2 w 6"/>
                <a:gd name="T31" fmla="*/ 49 h 81"/>
                <a:gd name="T32" fmla="*/ 2 w 6"/>
                <a:gd name="T33" fmla="*/ 55 h 81"/>
                <a:gd name="T34" fmla="*/ 2 w 6"/>
                <a:gd name="T35" fmla="*/ 55 h 81"/>
                <a:gd name="T36" fmla="*/ 2 w 6"/>
                <a:gd name="T37" fmla="*/ 41 h 81"/>
                <a:gd name="T38" fmla="*/ 2 w 6"/>
                <a:gd name="T39" fmla="*/ 30 h 81"/>
                <a:gd name="T40" fmla="*/ 2 w 6"/>
                <a:gd name="T41" fmla="*/ 30 h 81"/>
                <a:gd name="T42" fmla="*/ 2 w 6"/>
                <a:gd name="T43" fmla="*/ 31 h 81"/>
                <a:gd name="T44" fmla="*/ 2 w 6"/>
                <a:gd name="T45" fmla="*/ 29 h 81"/>
                <a:gd name="T46" fmla="*/ 2 w 6"/>
                <a:gd name="T47" fmla="*/ 37 h 81"/>
                <a:gd name="T48" fmla="*/ 3 w 6"/>
                <a:gd name="T49" fmla="*/ 50 h 81"/>
                <a:gd name="T50" fmla="*/ 3 w 6"/>
                <a:gd name="T51" fmla="*/ 57 h 81"/>
                <a:gd name="T52" fmla="*/ 3 w 6"/>
                <a:gd name="T53" fmla="*/ 60 h 81"/>
                <a:gd name="T54" fmla="*/ 3 w 6"/>
                <a:gd name="T55" fmla="*/ 64 h 81"/>
                <a:gd name="T56" fmla="*/ 3 w 6"/>
                <a:gd name="T57" fmla="*/ 65 h 81"/>
                <a:gd name="T58" fmla="*/ 3 w 6"/>
                <a:gd name="T59" fmla="*/ 64 h 81"/>
                <a:gd name="T60" fmla="*/ 3 w 6"/>
                <a:gd name="T61" fmla="*/ 64 h 81"/>
                <a:gd name="T62" fmla="*/ 3 w 6"/>
                <a:gd name="T63" fmla="*/ 62 h 81"/>
                <a:gd name="T64" fmla="*/ 3 w 6"/>
                <a:gd name="T65" fmla="*/ 58 h 81"/>
                <a:gd name="T66" fmla="*/ 3 w 6"/>
                <a:gd name="T67" fmla="*/ 57 h 81"/>
                <a:gd name="T68" fmla="*/ 4 w 6"/>
                <a:gd name="T69" fmla="*/ 58 h 81"/>
                <a:gd name="T70" fmla="*/ 4 w 6"/>
                <a:gd name="T71" fmla="*/ 61 h 81"/>
                <a:gd name="T72" fmla="*/ 4 w 6"/>
                <a:gd name="T73" fmla="*/ 63 h 81"/>
                <a:gd name="T74" fmla="*/ 4 w 6"/>
                <a:gd name="T75" fmla="*/ 63 h 81"/>
                <a:gd name="T76" fmla="*/ 4 w 6"/>
                <a:gd name="T77" fmla="*/ 62 h 81"/>
                <a:gd name="T78" fmla="*/ 4 w 6"/>
                <a:gd name="T79" fmla="*/ 61 h 81"/>
                <a:gd name="T80" fmla="*/ 5 w 6"/>
                <a:gd name="T81" fmla="*/ 61 h 81"/>
                <a:gd name="T82" fmla="*/ 5 w 6"/>
                <a:gd name="T83" fmla="*/ 62 h 81"/>
                <a:gd name="T84" fmla="*/ 5 w 6"/>
                <a:gd name="T85" fmla="*/ 66 h 81"/>
                <a:gd name="T86" fmla="*/ 5 w 6"/>
                <a:gd name="T87" fmla="*/ 69 h 81"/>
                <a:gd name="T88" fmla="*/ 5 w 6"/>
                <a:gd name="T89" fmla="*/ 69 h 81"/>
                <a:gd name="T90" fmla="*/ 5 w 6"/>
                <a:gd name="T91" fmla="*/ 67 h 81"/>
                <a:gd name="T92" fmla="*/ 5 w 6"/>
                <a:gd name="T93" fmla="*/ 69 h 81"/>
                <a:gd name="T94" fmla="*/ 5 w 6"/>
                <a:gd name="T95" fmla="*/ 72 h 81"/>
                <a:gd name="T96" fmla="*/ 5 w 6"/>
                <a:gd name="T97" fmla="*/ 75 h 81"/>
                <a:gd name="T98" fmla="*/ 6 w 6"/>
                <a:gd name="T99" fmla="*/ 80 h 81"/>
                <a:gd name="T100" fmla="*/ 6 w 6"/>
                <a:gd name="T101" fmla="*/ 81 h 81"/>
                <a:gd name="T102" fmla="*/ 6 w 6"/>
                <a:gd name="T103" fmla="*/ 7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1">
                  <a:moveTo>
                    <a:pt x="0" y="0"/>
                  </a:moveTo>
                  <a:lnTo>
                    <a:pt x="0" y="5"/>
                  </a:lnTo>
                  <a:lnTo>
                    <a:pt x="0" y="13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0" y="8"/>
                  </a:lnTo>
                  <a:lnTo>
                    <a:pt x="1" y="10"/>
                  </a:lnTo>
                  <a:lnTo>
                    <a:pt x="1" y="15"/>
                  </a:lnTo>
                  <a:lnTo>
                    <a:pt x="1" y="21"/>
                  </a:lnTo>
                  <a:lnTo>
                    <a:pt x="1" y="33"/>
                  </a:lnTo>
                  <a:lnTo>
                    <a:pt x="1" y="47"/>
                  </a:lnTo>
                  <a:lnTo>
                    <a:pt x="1" y="50"/>
                  </a:lnTo>
                  <a:lnTo>
                    <a:pt x="2" y="49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41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2" y="37"/>
                  </a:lnTo>
                  <a:lnTo>
                    <a:pt x="3" y="50"/>
                  </a:lnTo>
                  <a:lnTo>
                    <a:pt x="3" y="57"/>
                  </a:lnTo>
                  <a:lnTo>
                    <a:pt x="3" y="60"/>
                  </a:lnTo>
                  <a:lnTo>
                    <a:pt x="3" y="64"/>
                  </a:lnTo>
                  <a:lnTo>
                    <a:pt x="3" y="65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3" y="62"/>
                  </a:lnTo>
                  <a:lnTo>
                    <a:pt x="3" y="58"/>
                  </a:lnTo>
                  <a:lnTo>
                    <a:pt x="3" y="57"/>
                  </a:lnTo>
                  <a:lnTo>
                    <a:pt x="4" y="58"/>
                  </a:lnTo>
                  <a:lnTo>
                    <a:pt x="4" y="61"/>
                  </a:lnTo>
                  <a:lnTo>
                    <a:pt x="4" y="63"/>
                  </a:lnTo>
                  <a:lnTo>
                    <a:pt x="4" y="63"/>
                  </a:lnTo>
                  <a:lnTo>
                    <a:pt x="4" y="62"/>
                  </a:lnTo>
                  <a:lnTo>
                    <a:pt x="4" y="61"/>
                  </a:lnTo>
                  <a:lnTo>
                    <a:pt x="5" y="61"/>
                  </a:lnTo>
                  <a:lnTo>
                    <a:pt x="5" y="62"/>
                  </a:lnTo>
                  <a:lnTo>
                    <a:pt x="5" y="66"/>
                  </a:lnTo>
                  <a:lnTo>
                    <a:pt x="5" y="69"/>
                  </a:lnTo>
                  <a:lnTo>
                    <a:pt x="5" y="69"/>
                  </a:lnTo>
                  <a:lnTo>
                    <a:pt x="5" y="67"/>
                  </a:lnTo>
                  <a:lnTo>
                    <a:pt x="5" y="69"/>
                  </a:lnTo>
                  <a:lnTo>
                    <a:pt x="5" y="72"/>
                  </a:lnTo>
                  <a:lnTo>
                    <a:pt x="5" y="75"/>
                  </a:lnTo>
                  <a:lnTo>
                    <a:pt x="6" y="80"/>
                  </a:lnTo>
                  <a:lnTo>
                    <a:pt x="6" y="81"/>
                  </a:lnTo>
                  <a:lnTo>
                    <a:pt x="6" y="7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43" name="Freeform 1104"/>
            <p:cNvSpPr/>
            <p:nvPr/>
          </p:nvSpPr>
          <p:spPr bwMode="auto">
            <a:xfrm>
              <a:off x="4613275" y="4673601"/>
              <a:ext cx="9525" cy="109538"/>
            </a:xfrm>
            <a:custGeom>
              <a:avLst/>
              <a:gdLst>
                <a:gd name="T0" fmla="*/ 0 w 6"/>
                <a:gd name="T1" fmla="*/ 68 h 69"/>
                <a:gd name="T2" fmla="*/ 0 w 6"/>
                <a:gd name="T3" fmla="*/ 59 h 69"/>
                <a:gd name="T4" fmla="*/ 0 w 6"/>
                <a:gd name="T5" fmla="*/ 46 h 69"/>
                <a:gd name="T6" fmla="*/ 0 w 6"/>
                <a:gd name="T7" fmla="*/ 45 h 69"/>
                <a:gd name="T8" fmla="*/ 0 w 6"/>
                <a:gd name="T9" fmla="*/ 50 h 69"/>
                <a:gd name="T10" fmla="*/ 1 w 6"/>
                <a:gd name="T11" fmla="*/ 50 h 69"/>
                <a:gd name="T12" fmla="*/ 1 w 6"/>
                <a:gd name="T13" fmla="*/ 51 h 69"/>
                <a:gd name="T14" fmla="*/ 1 w 6"/>
                <a:gd name="T15" fmla="*/ 56 h 69"/>
                <a:gd name="T16" fmla="*/ 1 w 6"/>
                <a:gd name="T17" fmla="*/ 63 h 69"/>
                <a:gd name="T18" fmla="*/ 1 w 6"/>
                <a:gd name="T19" fmla="*/ 68 h 69"/>
                <a:gd name="T20" fmla="*/ 1 w 6"/>
                <a:gd name="T21" fmla="*/ 64 h 69"/>
                <a:gd name="T22" fmla="*/ 1 w 6"/>
                <a:gd name="T23" fmla="*/ 60 h 69"/>
                <a:gd name="T24" fmla="*/ 1 w 6"/>
                <a:gd name="T25" fmla="*/ 65 h 69"/>
                <a:gd name="T26" fmla="*/ 1 w 6"/>
                <a:gd name="T27" fmla="*/ 69 h 69"/>
                <a:gd name="T28" fmla="*/ 2 w 6"/>
                <a:gd name="T29" fmla="*/ 62 h 69"/>
                <a:gd name="T30" fmla="*/ 2 w 6"/>
                <a:gd name="T31" fmla="*/ 56 h 69"/>
                <a:gd name="T32" fmla="*/ 2 w 6"/>
                <a:gd name="T33" fmla="*/ 58 h 69"/>
                <a:gd name="T34" fmla="*/ 2 w 6"/>
                <a:gd name="T35" fmla="*/ 56 h 69"/>
                <a:gd name="T36" fmla="*/ 2 w 6"/>
                <a:gd name="T37" fmla="*/ 50 h 69"/>
                <a:gd name="T38" fmla="*/ 2 w 6"/>
                <a:gd name="T39" fmla="*/ 47 h 69"/>
                <a:gd name="T40" fmla="*/ 2 w 6"/>
                <a:gd name="T41" fmla="*/ 46 h 69"/>
                <a:gd name="T42" fmla="*/ 2 w 6"/>
                <a:gd name="T43" fmla="*/ 46 h 69"/>
                <a:gd name="T44" fmla="*/ 2 w 6"/>
                <a:gd name="T45" fmla="*/ 47 h 69"/>
                <a:gd name="T46" fmla="*/ 3 w 6"/>
                <a:gd name="T47" fmla="*/ 45 h 69"/>
                <a:gd name="T48" fmla="*/ 3 w 6"/>
                <a:gd name="T49" fmla="*/ 44 h 69"/>
                <a:gd name="T50" fmla="*/ 3 w 6"/>
                <a:gd name="T51" fmla="*/ 44 h 69"/>
                <a:gd name="T52" fmla="*/ 3 w 6"/>
                <a:gd name="T53" fmla="*/ 45 h 69"/>
                <a:gd name="T54" fmla="*/ 3 w 6"/>
                <a:gd name="T55" fmla="*/ 44 h 69"/>
                <a:gd name="T56" fmla="*/ 3 w 6"/>
                <a:gd name="T57" fmla="*/ 38 h 69"/>
                <a:gd name="T58" fmla="*/ 4 w 6"/>
                <a:gd name="T59" fmla="*/ 33 h 69"/>
                <a:gd name="T60" fmla="*/ 4 w 6"/>
                <a:gd name="T61" fmla="*/ 32 h 69"/>
                <a:gd name="T62" fmla="*/ 4 w 6"/>
                <a:gd name="T63" fmla="*/ 30 h 69"/>
                <a:gd name="T64" fmla="*/ 4 w 6"/>
                <a:gd name="T65" fmla="*/ 22 h 69"/>
                <a:gd name="T66" fmla="*/ 4 w 6"/>
                <a:gd name="T67" fmla="*/ 16 h 69"/>
                <a:gd name="T68" fmla="*/ 4 w 6"/>
                <a:gd name="T69" fmla="*/ 14 h 69"/>
                <a:gd name="T70" fmla="*/ 4 w 6"/>
                <a:gd name="T71" fmla="*/ 8 h 69"/>
                <a:gd name="T72" fmla="*/ 4 w 6"/>
                <a:gd name="T73" fmla="*/ 4 h 69"/>
                <a:gd name="T74" fmla="*/ 4 w 6"/>
                <a:gd name="T75" fmla="*/ 2 h 69"/>
                <a:gd name="T76" fmla="*/ 5 w 6"/>
                <a:gd name="T77" fmla="*/ 0 h 69"/>
                <a:gd name="T78" fmla="*/ 5 w 6"/>
                <a:gd name="T79" fmla="*/ 0 h 69"/>
                <a:gd name="T80" fmla="*/ 5 w 6"/>
                <a:gd name="T81" fmla="*/ 5 h 69"/>
                <a:gd name="T82" fmla="*/ 5 w 6"/>
                <a:gd name="T83" fmla="*/ 14 h 69"/>
                <a:gd name="T84" fmla="*/ 5 w 6"/>
                <a:gd name="T85" fmla="*/ 20 h 69"/>
                <a:gd name="T86" fmla="*/ 5 w 6"/>
                <a:gd name="T87" fmla="*/ 20 h 69"/>
                <a:gd name="T88" fmla="*/ 6 w 6"/>
                <a:gd name="T89" fmla="*/ 20 h 69"/>
                <a:gd name="T90" fmla="*/ 6 w 6"/>
                <a:gd name="T91" fmla="*/ 24 h 69"/>
                <a:gd name="T92" fmla="*/ 6 w 6"/>
                <a:gd name="T93" fmla="*/ 24 h 69"/>
                <a:gd name="T94" fmla="*/ 6 w 6"/>
                <a:gd name="T95" fmla="*/ 17 h 69"/>
                <a:gd name="T96" fmla="*/ 6 w 6"/>
                <a:gd name="T97" fmla="*/ 10 h 69"/>
                <a:gd name="T98" fmla="*/ 6 w 6"/>
                <a:gd name="T99" fmla="*/ 7 h 69"/>
                <a:gd name="T100" fmla="*/ 6 w 6"/>
                <a:gd name="T101" fmla="*/ 6 h 69"/>
                <a:gd name="T102" fmla="*/ 6 w 6"/>
                <a:gd name="T103" fmla="*/ 3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9">
                  <a:moveTo>
                    <a:pt x="0" y="68"/>
                  </a:moveTo>
                  <a:lnTo>
                    <a:pt x="0" y="59"/>
                  </a:lnTo>
                  <a:lnTo>
                    <a:pt x="0" y="46"/>
                  </a:lnTo>
                  <a:lnTo>
                    <a:pt x="0" y="45"/>
                  </a:lnTo>
                  <a:lnTo>
                    <a:pt x="0" y="50"/>
                  </a:lnTo>
                  <a:lnTo>
                    <a:pt x="1" y="50"/>
                  </a:lnTo>
                  <a:lnTo>
                    <a:pt x="1" y="51"/>
                  </a:lnTo>
                  <a:lnTo>
                    <a:pt x="1" y="56"/>
                  </a:lnTo>
                  <a:lnTo>
                    <a:pt x="1" y="63"/>
                  </a:lnTo>
                  <a:lnTo>
                    <a:pt x="1" y="68"/>
                  </a:lnTo>
                  <a:lnTo>
                    <a:pt x="1" y="64"/>
                  </a:lnTo>
                  <a:lnTo>
                    <a:pt x="1" y="60"/>
                  </a:lnTo>
                  <a:lnTo>
                    <a:pt x="1" y="65"/>
                  </a:lnTo>
                  <a:lnTo>
                    <a:pt x="1" y="69"/>
                  </a:lnTo>
                  <a:lnTo>
                    <a:pt x="2" y="62"/>
                  </a:lnTo>
                  <a:lnTo>
                    <a:pt x="2" y="56"/>
                  </a:lnTo>
                  <a:lnTo>
                    <a:pt x="2" y="58"/>
                  </a:lnTo>
                  <a:lnTo>
                    <a:pt x="2" y="56"/>
                  </a:lnTo>
                  <a:lnTo>
                    <a:pt x="2" y="50"/>
                  </a:lnTo>
                  <a:lnTo>
                    <a:pt x="2" y="47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2" y="47"/>
                  </a:lnTo>
                  <a:lnTo>
                    <a:pt x="3" y="45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3" y="45"/>
                  </a:lnTo>
                  <a:lnTo>
                    <a:pt x="3" y="44"/>
                  </a:lnTo>
                  <a:lnTo>
                    <a:pt x="3" y="38"/>
                  </a:lnTo>
                  <a:lnTo>
                    <a:pt x="4" y="33"/>
                  </a:lnTo>
                  <a:lnTo>
                    <a:pt x="4" y="32"/>
                  </a:lnTo>
                  <a:lnTo>
                    <a:pt x="4" y="30"/>
                  </a:lnTo>
                  <a:lnTo>
                    <a:pt x="4" y="22"/>
                  </a:lnTo>
                  <a:lnTo>
                    <a:pt x="4" y="16"/>
                  </a:lnTo>
                  <a:lnTo>
                    <a:pt x="4" y="14"/>
                  </a:lnTo>
                  <a:lnTo>
                    <a:pt x="4" y="8"/>
                  </a:lnTo>
                  <a:lnTo>
                    <a:pt x="4" y="4"/>
                  </a:lnTo>
                  <a:lnTo>
                    <a:pt x="4" y="2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5"/>
                  </a:lnTo>
                  <a:lnTo>
                    <a:pt x="5" y="14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6" y="20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6" y="17"/>
                  </a:lnTo>
                  <a:lnTo>
                    <a:pt x="6" y="10"/>
                  </a:lnTo>
                  <a:lnTo>
                    <a:pt x="6" y="7"/>
                  </a:lnTo>
                  <a:lnTo>
                    <a:pt x="6" y="6"/>
                  </a:lnTo>
                  <a:lnTo>
                    <a:pt x="6" y="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44" name="Freeform 1105"/>
            <p:cNvSpPr/>
            <p:nvPr/>
          </p:nvSpPr>
          <p:spPr bwMode="auto">
            <a:xfrm>
              <a:off x="4622800" y="4660901"/>
              <a:ext cx="9525" cy="55563"/>
            </a:xfrm>
            <a:custGeom>
              <a:avLst/>
              <a:gdLst>
                <a:gd name="T0" fmla="*/ 0 w 6"/>
                <a:gd name="T1" fmla="*/ 14 h 35"/>
                <a:gd name="T2" fmla="*/ 0 w 6"/>
                <a:gd name="T3" fmla="*/ 11 h 35"/>
                <a:gd name="T4" fmla="*/ 0 w 6"/>
                <a:gd name="T5" fmla="*/ 6 h 35"/>
                <a:gd name="T6" fmla="*/ 0 w 6"/>
                <a:gd name="T7" fmla="*/ 1 h 35"/>
                <a:gd name="T8" fmla="*/ 1 w 6"/>
                <a:gd name="T9" fmla="*/ 0 h 35"/>
                <a:gd name="T10" fmla="*/ 1 w 6"/>
                <a:gd name="T11" fmla="*/ 7 h 35"/>
                <a:gd name="T12" fmla="*/ 1 w 6"/>
                <a:gd name="T13" fmla="*/ 15 h 35"/>
                <a:gd name="T14" fmla="*/ 1 w 6"/>
                <a:gd name="T15" fmla="*/ 15 h 35"/>
                <a:gd name="T16" fmla="*/ 1 w 6"/>
                <a:gd name="T17" fmla="*/ 16 h 35"/>
                <a:gd name="T18" fmla="*/ 1 w 6"/>
                <a:gd name="T19" fmla="*/ 23 h 35"/>
                <a:gd name="T20" fmla="*/ 1 w 6"/>
                <a:gd name="T21" fmla="*/ 30 h 35"/>
                <a:gd name="T22" fmla="*/ 1 w 6"/>
                <a:gd name="T23" fmla="*/ 29 h 35"/>
                <a:gd name="T24" fmla="*/ 1 w 6"/>
                <a:gd name="T25" fmla="*/ 25 h 35"/>
                <a:gd name="T26" fmla="*/ 2 w 6"/>
                <a:gd name="T27" fmla="*/ 26 h 35"/>
                <a:gd name="T28" fmla="*/ 2 w 6"/>
                <a:gd name="T29" fmla="*/ 28 h 35"/>
                <a:gd name="T30" fmla="*/ 2 w 6"/>
                <a:gd name="T31" fmla="*/ 24 h 35"/>
                <a:gd name="T32" fmla="*/ 2 w 6"/>
                <a:gd name="T33" fmla="*/ 18 h 35"/>
                <a:gd name="T34" fmla="*/ 2 w 6"/>
                <a:gd name="T35" fmla="*/ 12 h 35"/>
                <a:gd name="T36" fmla="*/ 2 w 6"/>
                <a:gd name="T37" fmla="*/ 8 h 35"/>
                <a:gd name="T38" fmla="*/ 3 w 6"/>
                <a:gd name="T39" fmla="*/ 9 h 35"/>
                <a:gd name="T40" fmla="*/ 3 w 6"/>
                <a:gd name="T41" fmla="*/ 14 h 35"/>
                <a:gd name="T42" fmla="*/ 3 w 6"/>
                <a:gd name="T43" fmla="*/ 17 h 35"/>
                <a:gd name="T44" fmla="*/ 3 w 6"/>
                <a:gd name="T45" fmla="*/ 23 h 35"/>
                <a:gd name="T46" fmla="*/ 3 w 6"/>
                <a:gd name="T47" fmla="*/ 31 h 35"/>
                <a:gd name="T48" fmla="*/ 3 w 6"/>
                <a:gd name="T49" fmla="*/ 35 h 35"/>
                <a:gd name="T50" fmla="*/ 3 w 6"/>
                <a:gd name="T51" fmla="*/ 32 h 35"/>
                <a:gd name="T52" fmla="*/ 3 w 6"/>
                <a:gd name="T53" fmla="*/ 30 h 35"/>
                <a:gd name="T54" fmla="*/ 3 w 6"/>
                <a:gd name="T55" fmla="*/ 29 h 35"/>
                <a:gd name="T56" fmla="*/ 4 w 6"/>
                <a:gd name="T57" fmla="*/ 23 h 35"/>
                <a:gd name="T58" fmla="*/ 4 w 6"/>
                <a:gd name="T59" fmla="*/ 16 h 35"/>
                <a:gd name="T60" fmla="*/ 4 w 6"/>
                <a:gd name="T61" fmla="*/ 10 h 35"/>
                <a:gd name="T62" fmla="*/ 4 w 6"/>
                <a:gd name="T63" fmla="*/ 7 h 35"/>
                <a:gd name="T64" fmla="*/ 4 w 6"/>
                <a:gd name="T65" fmla="*/ 9 h 35"/>
                <a:gd name="T66" fmla="*/ 4 w 6"/>
                <a:gd name="T67" fmla="*/ 13 h 35"/>
                <a:gd name="T68" fmla="*/ 5 w 6"/>
                <a:gd name="T69" fmla="*/ 15 h 35"/>
                <a:gd name="T70" fmla="*/ 5 w 6"/>
                <a:gd name="T71" fmla="*/ 18 h 35"/>
                <a:gd name="T72" fmla="*/ 5 w 6"/>
                <a:gd name="T73" fmla="*/ 22 h 35"/>
                <a:gd name="T74" fmla="*/ 5 w 6"/>
                <a:gd name="T75" fmla="*/ 23 h 35"/>
                <a:gd name="T76" fmla="*/ 5 w 6"/>
                <a:gd name="T77" fmla="*/ 20 h 35"/>
                <a:gd name="T78" fmla="*/ 5 w 6"/>
                <a:gd name="T79" fmla="*/ 16 h 35"/>
                <a:gd name="T80" fmla="*/ 5 w 6"/>
                <a:gd name="T81" fmla="*/ 22 h 35"/>
                <a:gd name="T82" fmla="*/ 5 w 6"/>
                <a:gd name="T83" fmla="*/ 31 h 35"/>
                <a:gd name="T84" fmla="*/ 5 w 6"/>
                <a:gd name="T85" fmla="*/ 33 h 35"/>
                <a:gd name="T86" fmla="*/ 6 w 6"/>
                <a:gd name="T87" fmla="*/ 28 h 35"/>
                <a:gd name="T88" fmla="*/ 6 w 6"/>
                <a:gd name="T89" fmla="*/ 23 h 35"/>
                <a:gd name="T90" fmla="*/ 6 w 6"/>
                <a:gd name="T91" fmla="*/ 20 h 35"/>
                <a:gd name="T92" fmla="*/ 6 w 6"/>
                <a:gd name="T93" fmla="*/ 19 h 35"/>
                <a:gd name="T94" fmla="*/ 6 w 6"/>
                <a:gd name="T95" fmla="*/ 22 h 35"/>
                <a:gd name="T96" fmla="*/ 6 w 6"/>
                <a:gd name="T97" fmla="*/ 25 h 35"/>
                <a:gd name="T98" fmla="*/ 6 w 6"/>
                <a:gd name="T99" fmla="*/ 23 h 35"/>
                <a:gd name="T100" fmla="*/ 6 w 6"/>
                <a:gd name="T101" fmla="*/ 23 h 35"/>
                <a:gd name="T102" fmla="*/ 6 w 6"/>
                <a:gd name="T103" fmla="*/ 2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35">
                  <a:moveTo>
                    <a:pt x="0" y="14"/>
                  </a:moveTo>
                  <a:lnTo>
                    <a:pt x="0" y="11"/>
                  </a:lnTo>
                  <a:lnTo>
                    <a:pt x="0" y="6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7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1" y="23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5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2" y="24"/>
                  </a:lnTo>
                  <a:lnTo>
                    <a:pt x="2" y="18"/>
                  </a:lnTo>
                  <a:lnTo>
                    <a:pt x="2" y="12"/>
                  </a:lnTo>
                  <a:lnTo>
                    <a:pt x="2" y="8"/>
                  </a:lnTo>
                  <a:lnTo>
                    <a:pt x="3" y="9"/>
                  </a:lnTo>
                  <a:lnTo>
                    <a:pt x="3" y="14"/>
                  </a:lnTo>
                  <a:lnTo>
                    <a:pt x="3" y="17"/>
                  </a:lnTo>
                  <a:lnTo>
                    <a:pt x="3" y="23"/>
                  </a:lnTo>
                  <a:lnTo>
                    <a:pt x="3" y="31"/>
                  </a:lnTo>
                  <a:lnTo>
                    <a:pt x="3" y="35"/>
                  </a:lnTo>
                  <a:lnTo>
                    <a:pt x="3" y="32"/>
                  </a:lnTo>
                  <a:lnTo>
                    <a:pt x="3" y="30"/>
                  </a:lnTo>
                  <a:lnTo>
                    <a:pt x="3" y="29"/>
                  </a:lnTo>
                  <a:lnTo>
                    <a:pt x="4" y="23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4" y="7"/>
                  </a:lnTo>
                  <a:lnTo>
                    <a:pt x="4" y="9"/>
                  </a:lnTo>
                  <a:lnTo>
                    <a:pt x="4" y="13"/>
                  </a:lnTo>
                  <a:lnTo>
                    <a:pt x="5" y="15"/>
                  </a:lnTo>
                  <a:lnTo>
                    <a:pt x="5" y="18"/>
                  </a:lnTo>
                  <a:lnTo>
                    <a:pt x="5" y="22"/>
                  </a:lnTo>
                  <a:lnTo>
                    <a:pt x="5" y="23"/>
                  </a:lnTo>
                  <a:lnTo>
                    <a:pt x="5" y="20"/>
                  </a:lnTo>
                  <a:lnTo>
                    <a:pt x="5" y="16"/>
                  </a:lnTo>
                  <a:lnTo>
                    <a:pt x="5" y="22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6" y="28"/>
                  </a:lnTo>
                  <a:lnTo>
                    <a:pt x="6" y="23"/>
                  </a:lnTo>
                  <a:lnTo>
                    <a:pt x="6" y="20"/>
                  </a:lnTo>
                  <a:lnTo>
                    <a:pt x="6" y="19"/>
                  </a:lnTo>
                  <a:lnTo>
                    <a:pt x="6" y="22"/>
                  </a:lnTo>
                  <a:lnTo>
                    <a:pt x="6" y="25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6" y="2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45" name="Freeform 1106"/>
            <p:cNvSpPr/>
            <p:nvPr/>
          </p:nvSpPr>
          <p:spPr bwMode="auto">
            <a:xfrm>
              <a:off x="4632325" y="4657726"/>
              <a:ext cx="11113" cy="92075"/>
            </a:xfrm>
            <a:custGeom>
              <a:avLst/>
              <a:gdLst>
                <a:gd name="T0" fmla="*/ 0 w 7"/>
                <a:gd name="T1" fmla="*/ 25 h 58"/>
                <a:gd name="T2" fmla="*/ 0 w 7"/>
                <a:gd name="T3" fmla="*/ 24 h 58"/>
                <a:gd name="T4" fmla="*/ 1 w 7"/>
                <a:gd name="T5" fmla="*/ 23 h 58"/>
                <a:gd name="T6" fmla="*/ 1 w 7"/>
                <a:gd name="T7" fmla="*/ 29 h 58"/>
                <a:gd name="T8" fmla="*/ 1 w 7"/>
                <a:gd name="T9" fmla="*/ 42 h 58"/>
                <a:gd name="T10" fmla="*/ 1 w 7"/>
                <a:gd name="T11" fmla="*/ 49 h 58"/>
                <a:gd name="T12" fmla="*/ 1 w 7"/>
                <a:gd name="T13" fmla="*/ 49 h 58"/>
                <a:gd name="T14" fmla="*/ 1 w 7"/>
                <a:gd name="T15" fmla="*/ 44 h 58"/>
                <a:gd name="T16" fmla="*/ 2 w 7"/>
                <a:gd name="T17" fmla="*/ 40 h 58"/>
                <a:gd name="T18" fmla="*/ 2 w 7"/>
                <a:gd name="T19" fmla="*/ 41 h 58"/>
                <a:gd name="T20" fmla="*/ 2 w 7"/>
                <a:gd name="T21" fmla="*/ 42 h 58"/>
                <a:gd name="T22" fmla="*/ 2 w 7"/>
                <a:gd name="T23" fmla="*/ 41 h 58"/>
                <a:gd name="T24" fmla="*/ 2 w 7"/>
                <a:gd name="T25" fmla="*/ 38 h 58"/>
                <a:gd name="T26" fmla="*/ 2 w 7"/>
                <a:gd name="T27" fmla="*/ 35 h 58"/>
                <a:gd name="T28" fmla="*/ 2 w 7"/>
                <a:gd name="T29" fmla="*/ 32 h 58"/>
                <a:gd name="T30" fmla="*/ 2 w 7"/>
                <a:gd name="T31" fmla="*/ 30 h 58"/>
                <a:gd name="T32" fmla="*/ 2 w 7"/>
                <a:gd name="T33" fmla="*/ 28 h 58"/>
                <a:gd name="T34" fmla="*/ 2 w 7"/>
                <a:gd name="T35" fmla="*/ 27 h 58"/>
                <a:gd name="T36" fmla="*/ 3 w 7"/>
                <a:gd name="T37" fmla="*/ 32 h 58"/>
                <a:gd name="T38" fmla="*/ 3 w 7"/>
                <a:gd name="T39" fmla="*/ 39 h 58"/>
                <a:gd name="T40" fmla="*/ 3 w 7"/>
                <a:gd name="T41" fmla="*/ 45 h 58"/>
                <a:gd name="T42" fmla="*/ 3 w 7"/>
                <a:gd name="T43" fmla="*/ 52 h 58"/>
                <a:gd name="T44" fmla="*/ 3 w 7"/>
                <a:gd name="T45" fmla="*/ 55 h 58"/>
                <a:gd name="T46" fmla="*/ 3 w 7"/>
                <a:gd name="T47" fmla="*/ 55 h 58"/>
                <a:gd name="T48" fmla="*/ 4 w 7"/>
                <a:gd name="T49" fmla="*/ 57 h 58"/>
                <a:gd name="T50" fmla="*/ 4 w 7"/>
                <a:gd name="T51" fmla="*/ 58 h 58"/>
                <a:gd name="T52" fmla="*/ 4 w 7"/>
                <a:gd name="T53" fmla="*/ 51 h 58"/>
                <a:gd name="T54" fmla="*/ 4 w 7"/>
                <a:gd name="T55" fmla="*/ 37 h 58"/>
                <a:gd name="T56" fmla="*/ 4 w 7"/>
                <a:gd name="T57" fmla="*/ 23 h 58"/>
                <a:gd name="T58" fmla="*/ 4 w 7"/>
                <a:gd name="T59" fmla="*/ 12 h 58"/>
                <a:gd name="T60" fmla="*/ 4 w 7"/>
                <a:gd name="T61" fmla="*/ 9 h 58"/>
                <a:gd name="T62" fmla="*/ 4 w 7"/>
                <a:gd name="T63" fmla="*/ 11 h 58"/>
                <a:gd name="T64" fmla="*/ 4 w 7"/>
                <a:gd name="T65" fmla="*/ 11 h 58"/>
                <a:gd name="T66" fmla="*/ 5 w 7"/>
                <a:gd name="T67" fmla="*/ 11 h 58"/>
                <a:gd name="T68" fmla="*/ 5 w 7"/>
                <a:gd name="T69" fmla="*/ 16 h 58"/>
                <a:gd name="T70" fmla="*/ 5 w 7"/>
                <a:gd name="T71" fmla="*/ 21 h 58"/>
                <a:gd name="T72" fmla="*/ 5 w 7"/>
                <a:gd name="T73" fmla="*/ 23 h 58"/>
                <a:gd name="T74" fmla="*/ 5 w 7"/>
                <a:gd name="T75" fmla="*/ 27 h 58"/>
                <a:gd name="T76" fmla="*/ 5 w 7"/>
                <a:gd name="T77" fmla="*/ 32 h 58"/>
                <a:gd name="T78" fmla="*/ 5 w 7"/>
                <a:gd name="T79" fmla="*/ 31 h 58"/>
                <a:gd name="T80" fmla="*/ 5 w 7"/>
                <a:gd name="T81" fmla="*/ 22 h 58"/>
                <a:gd name="T82" fmla="*/ 5 w 7"/>
                <a:gd name="T83" fmla="*/ 11 h 58"/>
                <a:gd name="T84" fmla="*/ 6 w 7"/>
                <a:gd name="T85" fmla="*/ 6 h 58"/>
                <a:gd name="T86" fmla="*/ 6 w 7"/>
                <a:gd name="T87" fmla="*/ 2 h 58"/>
                <a:gd name="T88" fmla="*/ 6 w 7"/>
                <a:gd name="T89" fmla="*/ 0 h 58"/>
                <a:gd name="T90" fmla="*/ 6 w 7"/>
                <a:gd name="T91" fmla="*/ 1 h 58"/>
                <a:gd name="T92" fmla="*/ 6 w 7"/>
                <a:gd name="T93" fmla="*/ 2 h 58"/>
                <a:gd name="T94" fmla="*/ 6 w 7"/>
                <a:gd name="T95" fmla="*/ 1 h 58"/>
                <a:gd name="T96" fmla="*/ 7 w 7"/>
                <a:gd name="T97" fmla="*/ 1 h 58"/>
                <a:gd name="T98" fmla="*/ 7 w 7"/>
                <a:gd name="T99" fmla="*/ 0 h 58"/>
                <a:gd name="T100" fmla="*/ 7 w 7"/>
                <a:gd name="T101" fmla="*/ 3 h 58"/>
                <a:gd name="T102" fmla="*/ 7 w 7"/>
                <a:gd name="T103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8">
                  <a:moveTo>
                    <a:pt x="0" y="25"/>
                  </a:moveTo>
                  <a:lnTo>
                    <a:pt x="0" y="24"/>
                  </a:lnTo>
                  <a:lnTo>
                    <a:pt x="1" y="23"/>
                  </a:lnTo>
                  <a:lnTo>
                    <a:pt x="1" y="29"/>
                  </a:lnTo>
                  <a:lnTo>
                    <a:pt x="1" y="42"/>
                  </a:lnTo>
                  <a:lnTo>
                    <a:pt x="1" y="49"/>
                  </a:lnTo>
                  <a:lnTo>
                    <a:pt x="1" y="49"/>
                  </a:lnTo>
                  <a:lnTo>
                    <a:pt x="1" y="44"/>
                  </a:lnTo>
                  <a:lnTo>
                    <a:pt x="2" y="40"/>
                  </a:lnTo>
                  <a:lnTo>
                    <a:pt x="2" y="41"/>
                  </a:lnTo>
                  <a:lnTo>
                    <a:pt x="2" y="42"/>
                  </a:lnTo>
                  <a:lnTo>
                    <a:pt x="2" y="41"/>
                  </a:lnTo>
                  <a:lnTo>
                    <a:pt x="2" y="38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2" y="30"/>
                  </a:lnTo>
                  <a:lnTo>
                    <a:pt x="2" y="28"/>
                  </a:lnTo>
                  <a:lnTo>
                    <a:pt x="2" y="27"/>
                  </a:lnTo>
                  <a:lnTo>
                    <a:pt x="3" y="32"/>
                  </a:lnTo>
                  <a:lnTo>
                    <a:pt x="3" y="39"/>
                  </a:lnTo>
                  <a:lnTo>
                    <a:pt x="3" y="45"/>
                  </a:lnTo>
                  <a:lnTo>
                    <a:pt x="3" y="52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4" y="57"/>
                  </a:lnTo>
                  <a:lnTo>
                    <a:pt x="4" y="58"/>
                  </a:lnTo>
                  <a:lnTo>
                    <a:pt x="4" y="51"/>
                  </a:lnTo>
                  <a:lnTo>
                    <a:pt x="4" y="37"/>
                  </a:lnTo>
                  <a:lnTo>
                    <a:pt x="4" y="23"/>
                  </a:lnTo>
                  <a:lnTo>
                    <a:pt x="4" y="12"/>
                  </a:lnTo>
                  <a:lnTo>
                    <a:pt x="4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5" y="16"/>
                  </a:lnTo>
                  <a:lnTo>
                    <a:pt x="5" y="21"/>
                  </a:lnTo>
                  <a:lnTo>
                    <a:pt x="5" y="23"/>
                  </a:lnTo>
                  <a:lnTo>
                    <a:pt x="5" y="27"/>
                  </a:lnTo>
                  <a:lnTo>
                    <a:pt x="5" y="32"/>
                  </a:lnTo>
                  <a:lnTo>
                    <a:pt x="5" y="31"/>
                  </a:lnTo>
                  <a:lnTo>
                    <a:pt x="5" y="22"/>
                  </a:lnTo>
                  <a:lnTo>
                    <a:pt x="5" y="11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2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3"/>
                  </a:lnTo>
                  <a:lnTo>
                    <a:pt x="7" y="1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46" name="Freeform 1107"/>
            <p:cNvSpPr/>
            <p:nvPr/>
          </p:nvSpPr>
          <p:spPr bwMode="auto">
            <a:xfrm>
              <a:off x="4643438" y="4659313"/>
              <a:ext cx="9525" cy="103188"/>
            </a:xfrm>
            <a:custGeom>
              <a:avLst/>
              <a:gdLst>
                <a:gd name="T0" fmla="*/ 0 w 6"/>
                <a:gd name="T1" fmla="*/ 2 h 65"/>
                <a:gd name="T2" fmla="*/ 0 w 6"/>
                <a:gd name="T3" fmla="*/ 11 h 65"/>
                <a:gd name="T4" fmla="*/ 0 w 6"/>
                <a:gd name="T5" fmla="*/ 16 h 65"/>
                <a:gd name="T6" fmla="*/ 0 w 6"/>
                <a:gd name="T7" fmla="*/ 12 h 65"/>
                <a:gd name="T8" fmla="*/ 0 w 6"/>
                <a:gd name="T9" fmla="*/ 11 h 65"/>
                <a:gd name="T10" fmla="*/ 0 w 6"/>
                <a:gd name="T11" fmla="*/ 15 h 65"/>
                <a:gd name="T12" fmla="*/ 0 w 6"/>
                <a:gd name="T13" fmla="*/ 14 h 65"/>
                <a:gd name="T14" fmla="*/ 1 w 6"/>
                <a:gd name="T15" fmla="*/ 12 h 65"/>
                <a:gd name="T16" fmla="*/ 1 w 6"/>
                <a:gd name="T17" fmla="*/ 12 h 65"/>
                <a:gd name="T18" fmla="*/ 1 w 6"/>
                <a:gd name="T19" fmla="*/ 8 h 65"/>
                <a:gd name="T20" fmla="*/ 1 w 6"/>
                <a:gd name="T21" fmla="*/ 3 h 65"/>
                <a:gd name="T22" fmla="*/ 1 w 6"/>
                <a:gd name="T23" fmla="*/ 0 h 65"/>
                <a:gd name="T24" fmla="*/ 1 w 6"/>
                <a:gd name="T25" fmla="*/ 0 h 65"/>
                <a:gd name="T26" fmla="*/ 2 w 6"/>
                <a:gd name="T27" fmla="*/ 2 h 65"/>
                <a:gd name="T28" fmla="*/ 2 w 6"/>
                <a:gd name="T29" fmla="*/ 3 h 65"/>
                <a:gd name="T30" fmla="*/ 2 w 6"/>
                <a:gd name="T31" fmla="*/ 1 h 65"/>
                <a:gd name="T32" fmla="*/ 2 w 6"/>
                <a:gd name="T33" fmla="*/ 3 h 65"/>
                <a:gd name="T34" fmla="*/ 2 w 6"/>
                <a:gd name="T35" fmla="*/ 11 h 65"/>
                <a:gd name="T36" fmla="*/ 2 w 6"/>
                <a:gd name="T37" fmla="*/ 18 h 65"/>
                <a:gd name="T38" fmla="*/ 2 w 6"/>
                <a:gd name="T39" fmla="*/ 21 h 65"/>
                <a:gd name="T40" fmla="*/ 2 w 6"/>
                <a:gd name="T41" fmla="*/ 26 h 65"/>
                <a:gd name="T42" fmla="*/ 2 w 6"/>
                <a:gd name="T43" fmla="*/ 26 h 65"/>
                <a:gd name="T44" fmla="*/ 3 w 6"/>
                <a:gd name="T45" fmla="*/ 24 h 65"/>
                <a:gd name="T46" fmla="*/ 3 w 6"/>
                <a:gd name="T47" fmla="*/ 26 h 65"/>
                <a:gd name="T48" fmla="*/ 3 w 6"/>
                <a:gd name="T49" fmla="*/ 31 h 65"/>
                <a:gd name="T50" fmla="*/ 3 w 6"/>
                <a:gd name="T51" fmla="*/ 30 h 65"/>
                <a:gd name="T52" fmla="*/ 3 w 6"/>
                <a:gd name="T53" fmla="*/ 27 h 65"/>
                <a:gd name="T54" fmla="*/ 3 w 6"/>
                <a:gd name="T55" fmla="*/ 28 h 65"/>
                <a:gd name="T56" fmla="*/ 3 w 6"/>
                <a:gd name="T57" fmla="*/ 29 h 65"/>
                <a:gd name="T58" fmla="*/ 3 w 6"/>
                <a:gd name="T59" fmla="*/ 26 h 65"/>
                <a:gd name="T60" fmla="*/ 3 w 6"/>
                <a:gd name="T61" fmla="*/ 26 h 65"/>
                <a:gd name="T62" fmla="*/ 4 w 6"/>
                <a:gd name="T63" fmla="*/ 30 h 65"/>
                <a:gd name="T64" fmla="*/ 4 w 6"/>
                <a:gd name="T65" fmla="*/ 33 h 65"/>
                <a:gd name="T66" fmla="*/ 4 w 6"/>
                <a:gd name="T67" fmla="*/ 33 h 65"/>
                <a:gd name="T68" fmla="*/ 4 w 6"/>
                <a:gd name="T69" fmla="*/ 36 h 65"/>
                <a:gd name="T70" fmla="*/ 4 w 6"/>
                <a:gd name="T71" fmla="*/ 43 h 65"/>
                <a:gd name="T72" fmla="*/ 4 w 6"/>
                <a:gd name="T73" fmla="*/ 49 h 65"/>
                <a:gd name="T74" fmla="*/ 4 w 6"/>
                <a:gd name="T75" fmla="*/ 52 h 65"/>
                <a:gd name="T76" fmla="*/ 5 w 6"/>
                <a:gd name="T77" fmla="*/ 53 h 65"/>
                <a:gd name="T78" fmla="*/ 5 w 6"/>
                <a:gd name="T79" fmla="*/ 58 h 65"/>
                <a:gd name="T80" fmla="*/ 5 w 6"/>
                <a:gd name="T81" fmla="*/ 65 h 65"/>
                <a:gd name="T82" fmla="*/ 5 w 6"/>
                <a:gd name="T83" fmla="*/ 65 h 65"/>
                <a:gd name="T84" fmla="*/ 5 w 6"/>
                <a:gd name="T85" fmla="*/ 57 h 65"/>
                <a:gd name="T86" fmla="*/ 5 w 6"/>
                <a:gd name="T87" fmla="*/ 50 h 65"/>
                <a:gd name="T88" fmla="*/ 5 w 6"/>
                <a:gd name="T89" fmla="*/ 45 h 65"/>
                <a:gd name="T90" fmla="*/ 5 w 6"/>
                <a:gd name="T91" fmla="*/ 42 h 65"/>
                <a:gd name="T92" fmla="*/ 5 w 6"/>
                <a:gd name="T93" fmla="*/ 46 h 65"/>
                <a:gd name="T94" fmla="*/ 6 w 6"/>
                <a:gd name="T95" fmla="*/ 51 h 65"/>
                <a:gd name="T96" fmla="*/ 6 w 6"/>
                <a:gd name="T97" fmla="*/ 53 h 65"/>
                <a:gd name="T98" fmla="*/ 6 w 6"/>
                <a:gd name="T99" fmla="*/ 54 h 65"/>
                <a:gd name="T100" fmla="*/ 6 w 6"/>
                <a:gd name="T101" fmla="*/ 58 h 65"/>
                <a:gd name="T102" fmla="*/ 6 w 6"/>
                <a:gd name="T103" fmla="*/ 6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5">
                  <a:moveTo>
                    <a:pt x="0" y="2"/>
                  </a:moveTo>
                  <a:lnTo>
                    <a:pt x="0" y="11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0" y="14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1" y="8"/>
                  </a:lnTo>
                  <a:lnTo>
                    <a:pt x="1" y="3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1"/>
                  </a:lnTo>
                  <a:lnTo>
                    <a:pt x="2" y="3"/>
                  </a:lnTo>
                  <a:lnTo>
                    <a:pt x="2" y="11"/>
                  </a:lnTo>
                  <a:lnTo>
                    <a:pt x="2" y="18"/>
                  </a:lnTo>
                  <a:lnTo>
                    <a:pt x="2" y="21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3" y="24"/>
                  </a:lnTo>
                  <a:lnTo>
                    <a:pt x="3" y="26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3" y="27"/>
                  </a:lnTo>
                  <a:lnTo>
                    <a:pt x="3" y="28"/>
                  </a:lnTo>
                  <a:lnTo>
                    <a:pt x="3" y="29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4" y="30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4" y="36"/>
                  </a:lnTo>
                  <a:lnTo>
                    <a:pt x="4" y="43"/>
                  </a:lnTo>
                  <a:lnTo>
                    <a:pt x="4" y="49"/>
                  </a:lnTo>
                  <a:lnTo>
                    <a:pt x="4" y="52"/>
                  </a:lnTo>
                  <a:lnTo>
                    <a:pt x="5" y="53"/>
                  </a:lnTo>
                  <a:lnTo>
                    <a:pt x="5" y="58"/>
                  </a:lnTo>
                  <a:lnTo>
                    <a:pt x="5" y="65"/>
                  </a:lnTo>
                  <a:lnTo>
                    <a:pt x="5" y="65"/>
                  </a:lnTo>
                  <a:lnTo>
                    <a:pt x="5" y="57"/>
                  </a:lnTo>
                  <a:lnTo>
                    <a:pt x="5" y="50"/>
                  </a:lnTo>
                  <a:lnTo>
                    <a:pt x="5" y="45"/>
                  </a:lnTo>
                  <a:lnTo>
                    <a:pt x="5" y="42"/>
                  </a:lnTo>
                  <a:lnTo>
                    <a:pt x="5" y="46"/>
                  </a:lnTo>
                  <a:lnTo>
                    <a:pt x="6" y="51"/>
                  </a:lnTo>
                  <a:lnTo>
                    <a:pt x="6" y="53"/>
                  </a:lnTo>
                  <a:lnTo>
                    <a:pt x="6" y="54"/>
                  </a:lnTo>
                  <a:lnTo>
                    <a:pt x="6" y="58"/>
                  </a:lnTo>
                  <a:lnTo>
                    <a:pt x="6" y="6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47" name="Freeform 1108"/>
            <p:cNvSpPr/>
            <p:nvPr/>
          </p:nvSpPr>
          <p:spPr bwMode="auto">
            <a:xfrm>
              <a:off x="4652963" y="4694238"/>
              <a:ext cx="9525" cy="80963"/>
            </a:xfrm>
            <a:custGeom>
              <a:avLst/>
              <a:gdLst>
                <a:gd name="T0" fmla="*/ 0 w 6"/>
                <a:gd name="T1" fmla="*/ 36 h 51"/>
                <a:gd name="T2" fmla="*/ 0 w 6"/>
                <a:gd name="T3" fmla="*/ 41 h 51"/>
                <a:gd name="T4" fmla="*/ 0 w 6"/>
                <a:gd name="T5" fmla="*/ 43 h 51"/>
                <a:gd name="T6" fmla="*/ 1 w 6"/>
                <a:gd name="T7" fmla="*/ 46 h 51"/>
                <a:gd name="T8" fmla="*/ 1 w 6"/>
                <a:gd name="T9" fmla="*/ 47 h 51"/>
                <a:gd name="T10" fmla="*/ 1 w 6"/>
                <a:gd name="T11" fmla="*/ 43 h 51"/>
                <a:gd name="T12" fmla="*/ 1 w 6"/>
                <a:gd name="T13" fmla="*/ 35 h 51"/>
                <a:gd name="T14" fmla="*/ 1 w 6"/>
                <a:gd name="T15" fmla="*/ 29 h 51"/>
                <a:gd name="T16" fmla="*/ 1 w 6"/>
                <a:gd name="T17" fmla="*/ 25 h 51"/>
                <a:gd name="T18" fmla="*/ 1 w 6"/>
                <a:gd name="T19" fmla="*/ 22 h 51"/>
                <a:gd name="T20" fmla="*/ 1 w 6"/>
                <a:gd name="T21" fmla="*/ 25 h 51"/>
                <a:gd name="T22" fmla="*/ 1 w 6"/>
                <a:gd name="T23" fmla="*/ 32 h 51"/>
                <a:gd name="T24" fmla="*/ 2 w 6"/>
                <a:gd name="T25" fmla="*/ 33 h 51"/>
                <a:gd name="T26" fmla="*/ 2 w 6"/>
                <a:gd name="T27" fmla="*/ 26 h 51"/>
                <a:gd name="T28" fmla="*/ 2 w 6"/>
                <a:gd name="T29" fmla="*/ 19 h 51"/>
                <a:gd name="T30" fmla="*/ 2 w 6"/>
                <a:gd name="T31" fmla="*/ 20 h 51"/>
                <a:gd name="T32" fmla="*/ 2 w 6"/>
                <a:gd name="T33" fmla="*/ 25 h 51"/>
                <a:gd name="T34" fmla="*/ 2 w 6"/>
                <a:gd name="T35" fmla="*/ 30 h 51"/>
                <a:gd name="T36" fmla="*/ 2 w 6"/>
                <a:gd name="T37" fmla="*/ 34 h 51"/>
                <a:gd name="T38" fmla="*/ 2 w 6"/>
                <a:gd name="T39" fmla="*/ 41 h 51"/>
                <a:gd name="T40" fmla="*/ 2 w 6"/>
                <a:gd name="T41" fmla="*/ 48 h 51"/>
                <a:gd name="T42" fmla="*/ 3 w 6"/>
                <a:gd name="T43" fmla="*/ 50 h 51"/>
                <a:gd name="T44" fmla="*/ 3 w 6"/>
                <a:gd name="T45" fmla="*/ 49 h 51"/>
                <a:gd name="T46" fmla="*/ 3 w 6"/>
                <a:gd name="T47" fmla="*/ 48 h 51"/>
                <a:gd name="T48" fmla="*/ 3 w 6"/>
                <a:gd name="T49" fmla="*/ 48 h 51"/>
                <a:gd name="T50" fmla="*/ 3 w 6"/>
                <a:gd name="T51" fmla="*/ 51 h 51"/>
                <a:gd name="T52" fmla="*/ 3 w 6"/>
                <a:gd name="T53" fmla="*/ 49 h 51"/>
                <a:gd name="T54" fmla="*/ 4 w 6"/>
                <a:gd name="T55" fmla="*/ 41 h 51"/>
                <a:gd name="T56" fmla="*/ 4 w 6"/>
                <a:gd name="T57" fmla="*/ 28 h 51"/>
                <a:gd name="T58" fmla="*/ 4 w 6"/>
                <a:gd name="T59" fmla="*/ 19 h 51"/>
                <a:gd name="T60" fmla="*/ 4 w 6"/>
                <a:gd name="T61" fmla="*/ 15 h 51"/>
                <a:gd name="T62" fmla="*/ 4 w 6"/>
                <a:gd name="T63" fmla="*/ 16 h 51"/>
                <a:gd name="T64" fmla="*/ 4 w 6"/>
                <a:gd name="T65" fmla="*/ 22 h 51"/>
                <a:gd name="T66" fmla="*/ 4 w 6"/>
                <a:gd name="T67" fmla="*/ 32 h 51"/>
                <a:gd name="T68" fmla="*/ 4 w 6"/>
                <a:gd name="T69" fmla="*/ 37 h 51"/>
                <a:gd name="T70" fmla="*/ 4 w 6"/>
                <a:gd name="T71" fmla="*/ 38 h 51"/>
                <a:gd name="T72" fmla="*/ 5 w 6"/>
                <a:gd name="T73" fmla="*/ 38 h 51"/>
                <a:gd name="T74" fmla="*/ 5 w 6"/>
                <a:gd name="T75" fmla="*/ 34 h 51"/>
                <a:gd name="T76" fmla="*/ 5 w 6"/>
                <a:gd name="T77" fmla="*/ 25 h 51"/>
                <a:gd name="T78" fmla="*/ 5 w 6"/>
                <a:gd name="T79" fmla="*/ 17 h 51"/>
                <a:gd name="T80" fmla="*/ 5 w 6"/>
                <a:gd name="T81" fmla="*/ 15 h 51"/>
                <a:gd name="T82" fmla="*/ 5 w 6"/>
                <a:gd name="T83" fmla="*/ 15 h 51"/>
                <a:gd name="T84" fmla="*/ 6 w 6"/>
                <a:gd name="T85" fmla="*/ 12 h 51"/>
                <a:gd name="T86" fmla="*/ 6 w 6"/>
                <a:gd name="T87" fmla="*/ 5 h 51"/>
                <a:gd name="T88" fmla="*/ 6 w 6"/>
                <a:gd name="T89" fmla="*/ 0 h 51"/>
                <a:gd name="T90" fmla="*/ 6 w 6"/>
                <a:gd name="T91" fmla="*/ 4 h 51"/>
                <a:gd name="T92" fmla="*/ 6 w 6"/>
                <a:gd name="T93" fmla="*/ 6 h 51"/>
                <a:gd name="T94" fmla="*/ 6 w 6"/>
                <a:gd name="T95" fmla="*/ 2 h 51"/>
                <a:gd name="T96" fmla="*/ 6 w 6"/>
                <a:gd name="T97" fmla="*/ 2 h 51"/>
                <a:gd name="T98" fmla="*/ 6 w 6"/>
                <a:gd name="T99" fmla="*/ 6 h 51"/>
                <a:gd name="T100" fmla="*/ 6 w 6"/>
                <a:gd name="T101" fmla="*/ 5 h 51"/>
                <a:gd name="T102" fmla="*/ 6 w 6"/>
                <a:gd name="T103" fmla="*/ 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1">
                  <a:moveTo>
                    <a:pt x="0" y="36"/>
                  </a:moveTo>
                  <a:lnTo>
                    <a:pt x="0" y="41"/>
                  </a:lnTo>
                  <a:lnTo>
                    <a:pt x="0" y="43"/>
                  </a:lnTo>
                  <a:lnTo>
                    <a:pt x="1" y="46"/>
                  </a:lnTo>
                  <a:lnTo>
                    <a:pt x="1" y="47"/>
                  </a:lnTo>
                  <a:lnTo>
                    <a:pt x="1" y="43"/>
                  </a:lnTo>
                  <a:lnTo>
                    <a:pt x="1" y="35"/>
                  </a:lnTo>
                  <a:lnTo>
                    <a:pt x="1" y="29"/>
                  </a:lnTo>
                  <a:lnTo>
                    <a:pt x="1" y="25"/>
                  </a:lnTo>
                  <a:lnTo>
                    <a:pt x="1" y="22"/>
                  </a:lnTo>
                  <a:lnTo>
                    <a:pt x="1" y="25"/>
                  </a:lnTo>
                  <a:lnTo>
                    <a:pt x="1" y="32"/>
                  </a:lnTo>
                  <a:lnTo>
                    <a:pt x="2" y="33"/>
                  </a:lnTo>
                  <a:lnTo>
                    <a:pt x="2" y="26"/>
                  </a:lnTo>
                  <a:lnTo>
                    <a:pt x="2" y="19"/>
                  </a:lnTo>
                  <a:lnTo>
                    <a:pt x="2" y="20"/>
                  </a:lnTo>
                  <a:lnTo>
                    <a:pt x="2" y="25"/>
                  </a:lnTo>
                  <a:lnTo>
                    <a:pt x="2" y="30"/>
                  </a:lnTo>
                  <a:lnTo>
                    <a:pt x="2" y="34"/>
                  </a:lnTo>
                  <a:lnTo>
                    <a:pt x="2" y="41"/>
                  </a:lnTo>
                  <a:lnTo>
                    <a:pt x="2" y="48"/>
                  </a:lnTo>
                  <a:lnTo>
                    <a:pt x="3" y="50"/>
                  </a:lnTo>
                  <a:lnTo>
                    <a:pt x="3" y="49"/>
                  </a:lnTo>
                  <a:lnTo>
                    <a:pt x="3" y="48"/>
                  </a:lnTo>
                  <a:lnTo>
                    <a:pt x="3" y="48"/>
                  </a:lnTo>
                  <a:lnTo>
                    <a:pt x="3" y="51"/>
                  </a:lnTo>
                  <a:lnTo>
                    <a:pt x="3" y="49"/>
                  </a:lnTo>
                  <a:lnTo>
                    <a:pt x="4" y="41"/>
                  </a:lnTo>
                  <a:lnTo>
                    <a:pt x="4" y="28"/>
                  </a:lnTo>
                  <a:lnTo>
                    <a:pt x="4" y="19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32"/>
                  </a:lnTo>
                  <a:lnTo>
                    <a:pt x="4" y="37"/>
                  </a:lnTo>
                  <a:lnTo>
                    <a:pt x="4" y="38"/>
                  </a:lnTo>
                  <a:lnTo>
                    <a:pt x="5" y="38"/>
                  </a:lnTo>
                  <a:lnTo>
                    <a:pt x="5" y="34"/>
                  </a:lnTo>
                  <a:lnTo>
                    <a:pt x="5" y="25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6" y="12"/>
                  </a:lnTo>
                  <a:lnTo>
                    <a:pt x="6" y="5"/>
                  </a:lnTo>
                  <a:lnTo>
                    <a:pt x="6" y="0"/>
                  </a:lnTo>
                  <a:lnTo>
                    <a:pt x="6" y="4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6"/>
                  </a:lnTo>
                  <a:lnTo>
                    <a:pt x="6" y="5"/>
                  </a:lnTo>
                  <a:lnTo>
                    <a:pt x="6" y="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48" name="Freeform 1109"/>
            <p:cNvSpPr/>
            <p:nvPr/>
          </p:nvSpPr>
          <p:spPr bwMode="auto">
            <a:xfrm>
              <a:off x="4662488" y="4668838"/>
              <a:ext cx="11113" cy="63500"/>
            </a:xfrm>
            <a:custGeom>
              <a:avLst/>
              <a:gdLst>
                <a:gd name="T0" fmla="*/ 0 w 7"/>
                <a:gd name="T1" fmla="*/ 21 h 40"/>
                <a:gd name="T2" fmla="*/ 0 w 7"/>
                <a:gd name="T3" fmla="*/ 18 h 40"/>
                <a:gd name="T4" fmla="*/ 1 w 7"/>
                <a:gd name="T5" fmla="*/ 18 h 40"/>
                <a:gd name="T6" fmla="*/ 1 w 7"/>
                <a:gd name="T7" fmla="*/ 20 h 40"/>
                <a:gd name="T8" fmla="*/ 1 w 7"/>
                <a:gd name="T9" fmla="*/ 25 h 40"/>
                <a:gd name="T10" fmla="*/ 1 w 7"/>
                <a:gd name="T11" fmla="*/ 29 h 40"/>
                <a:gd name="T12" fmla="*/ 1 w 7"/>
                <a:gd name="T13" fmla="*/ 29 h 40"/>
                <a:gd name="T14" fmla="*/ 1 w 7"/>
                <a:gd name="T15" fmla="*/ 25 h 40"/>
                <a:gd name="T16" fmla="*/ 1 w 7"/>
                <a:gd name="T17" fmla="*/ 22 h 40"/>
                <a:gd name="T18" fmla="*/ 1 w 7"/>
                <a:gd name="T19" fmla="*/ 20 h 40"/>
                <a:gd name="T20" fmla="*/ 1 w 7"/>
                <a:gd name="T21" fmla="*/ 16 h 40"/>
                <a:gd name="T22" fmla="*/ 2 w 7"/>
                <a:gd name="T23" fmla="*/ 13 h 40"/>
                <a:gd name="T24" fmla="*/ 2 w 7"/>
                <a:gd name="T25" fmla="*/ 12 h 40"/>
                <a:gd name="T26" fmla="*/ 2 w 7"/>
                <a:gd name="T27" fmla="*/ 13 h 40"/>
                <a:gd name="T28" fmla="*/ 2 w 7"/>
                <a:gd name="T29" fmla="*/ 14 h 40"/>
                <a:gd name="T30" fmla="*/ 2 w 7"/>
                <a:gd name="T31" fmla="*/ 18 h 40"/>
                <a:gd name="T32" fmla="*/ 2 w 7"/>
                <a:gd name="T33" fmla="*/ 24 h 40"/>
                <a:gd name="T34" fmla="*/ 3 w 7"/>
                <a:gd name="T35" fmla="*/ 30 h 40"/>
                <a:gd name="T36" fmla="*/ 3 w 7"/>
                <a:gd name="T37" fmla="*/ 35 h 40"/>
                <a:gd name="T38" fmla="*/ 3 w 7"/>
                <a:gd name="T39" fmla="*/ 38 h 40"/>
                <a:gd name="T40" fmla="*/ 3 w 7"/>
                <a:gd name="T41" fmla="*/ 40 h 40"/>
                <a:gd name="T42" fmla="*/ 3 w 7"/>
                <a:gd name="T43" fmla="*/ 40 h 40"/>
                <a:gd name="T44" fmla="*/ 3 w 7"/>
                <a:gd name="T45" fmla="*/ 37 h 40"/>
                <a:gd name="T46" fmla="*/ 3 w 7"/>
                <a:gd name="T47" fmla="*/ 35 h 40"/>
                <a:gd name="T48" fmla="*/ 3 w 7"/>
                <a:gd name="T49" fmla="*/ 30 h 40"/>
                <a:gd name="T50" fmla="*/ 3 w 7"/>
                <a:gd name="T51" fmla="*/ 22 h 40"/>
                <a:gd name="T52" fmla="*/ 4 w 7"/>
                <a:gd name="T53" fmla="*/ 14 h 40"/>
                <a:gd name="T54" fmla="*/ 4 w 7"/>
                <a:gd name="T55" fmla="*/ 12 h 40"/>
                <a:gd name="T56" fmla="*/ 4 w 7"/>
                <a:gd name="T57" fmla="*/ 15 h 40"/>
                <a:gd name="T58" fmla="*/ 4 w 7"/>
                <a:gd name="T59" fmla="*/ 17 h 40"/>
                <a:gd name="T60" fmla="*/ 4 w 7"/>
                <a:gd name="T61" fmla="*/ 19 h 40"/>
                <a:gd name="T62" fmla="*/ 4 w 7"/>
                <a:gd name="T63" fmla="*/ 22 h 40"/>
                <a:gd name="T64" fmla="*/ 5 w 7"/>
                <a:gd name="T65" fmla="*/ 25 h 40"/>
                <a:gd name="T66" fmla="*/ 5 w 7"/>
                <a:gd name="T67" fmla="*/ 25 h 40"/>
                <a:gd name="T68" fmla="*/ 5 w 7"/>
                <a:gd name="T69" fmla="*/ 26 h 40"/>
                <a:gd name="T70" fmla="*/ 5 w 7"/>
                <a:gd name="T71" fmla="*/ 27 h 40"/>
                <a:gd name="T72" fmla="*/ 5 w 7"/>
                <a:gd name="T73" fmla="*/ 28 h 40"/>
                <a:gd name="T74" fmla="*/ 5 w 7"/>
                <a:gd name="T75" fmla="*/ 23 h 40"/>
                <a:gd name="T76" fmla="*/ 5 w 7"/>
                <a:gd name="T77" fmla="*/ 19 h 40"/>
                <a:gd name="T78" fmla="*/ 5 w 7"/>
                <a:gd name="T79" fmla="*/ 17 h 40"/>
                <a:gd name="T80" fmla="*/ 5 w 7"/>
                <a:gd name="T81" fmla="*/ 11 h 40"/>
                <a:gd name="T82" fmla="*/ 6 w 7"/>
                <a:gd name="T83" fmla="*/ 6 h 40"/>
                <a:gd name="T84" fmla="*/ 6 w 7"/>
                <a:gd name="T85" fmla="*/ 9 h 40"/>
                <a:gd name="T86" fmla="*/ 6 w 7"/>
                <a:gd name="T87" fmla="*/ 13 h 40"/>
                <a:gd name="T88" fmla="*/ 6 w 7"/>
                <a:gd name="T89" fmla="*/ 11 h 40"/>
                <a:gd name="T90" fmla="*/ 6 w 7"/>
                <a:gd name="T91" fmla="*/ 9 h 40"/>
                <a:gd name="T92" fmla="*/ 6 w 7"/>
                <a:gd name="T93" fmla="*/ 11 h 40"/>
                <a:gd name="T94" fmla="*/ 7 w 7"/>
                <a:gd name="T95" fmla="*/ 11 h 40"/>
                <a:gd name="T96" fmla="*/ 7 w 7"/>
                <a:gd name="T97" fmla="*/ 7 h 40"/>
                <a:gd name="T98" fmla="*/ 7 w 7"/>
                <a:gd name="T99" fmla="*/ 1 h 40"/>
                <a:gd name="T100" fmla="*/ 7 w 7"/>
                <a:gd name="T101" fmla="*/ 0 h 40"/>
                <a:gd name="T102" fmla="*/ 7 w 7"/>
                <a:gd name="T103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40">
                  <a:moveTo>
                    <a:pt x="0" y="21"/>
                  </a:moveTo>
                  <a:lnTo>
                    <a:pt x="0" y="18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1" y="25"/>
                  </a:lnTo>
                  <a:lnTo>
                    <a:pt x="1" y="29"/>
                  </a:lnTo>
                  <a:lnTo>
                    <a:pt x="1" y="29"/>
                  </a:lnTo>
                  <a:lnTo>
                    <a:pt x="1" y="25"/>
                  </a:lnTo>
                  <a:lnTo>
                    <a:pt x="1" y="22"/>
                  </a:lnTo>
                  <a:lnTo>
                    <a:pt x="1" y="20"/>
                  </a:lnTo>
                  <a:lnTo>
                    <a:pt x="1" y="16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18"/>
                  </a:lnTo>
                  <a:lnTo>
                    <a:pt x="2" y="24"/>
                  </a:lnTo>
                  <a:lnTo>
                    <a:pt x="3" y="30"/>
                  </a:lnTo>
                  <a:lnTo>
                    <a:pt x="3" y="35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3" y="40"/>
                  </a:lnTo>
                  <a:lnTo>
                    <a:pt x="3" y="37"/>
                  </a:lnTo>
                  <a:lnTo>
                    <a:pt x="3" y="35"/>
                  </a:lnTo>
                  <a:lnTo>
                    <a:pt x="3" y="30"/>
                  </a:lnTo>
                  <a:lnTo>
                    <a:pt x="3" y="22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4" y="15"/>
                  </a:lnTo>
                  <a:lnTo>
                    <a:pt x="4" y="17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5" y="26"/>
                  </a:lnTo>
                  <a:lnTo>
                    <a:pt x="5" y="27"/>
                  </a:lnTo>
                  <a:lnTo>
                    <a:pt x="5" y="28"/>
                  </a:lnTo>
                  <a:lnTo>
                    <a:pt x="5" y="23"/>
                  </a:lnTo>
                  <a:lnTo>
                    <a:pt x="5" y="19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6" y="6"/>
                  </a:lnTo>
                  <a:lnTo>
                    <a:pt x="6" y="9"/>
                  </a:lnTo>
                  <a:lnTo>
                    <a:pt x="6" y="13"/>
                  </a:lnTo>
                  <a:lnTo>
                    <a:pt x="6" y="11"/>
                  </a:lnTo>
                  <a:lnTo>
                    <a:pt x="6" y="9"/>
                  </a:lnTo>
                  <a:lnTo>
                    <a:pt x="6" y="11"/>
                  </a:lnTo>
                  <a:lnTo>
                    <a:pt x="7" y="11"/>
                  </a:lnTo>
                  <a:lnTo>
                    <a:pt x="7" y="7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49" name="Freeform 1110"/>
            <p:cNvSpPr/>
            <p:nvPr/>
          </p:nvSpPr>
          <p:spPr bwMode="auto">
            <a:xfrm>
              <a:off x="4673600" y="4651376"/>
              <a:ext cx="9525" cy="55563"/>
            </a:xfrm>
            <a:custGeom>
              <a:avLst/>
              <a:gdLst>
                <a:gd name="T0" fmla="*/ 0 w 6"/>
                <a:gd name="T1" fmla="*/ 11 h 35"/>
                <a:gd name="T2" fmla="*/ 0 w 6"/>
                <a:gd name="T3" fmla="*/ 16 h 35"/>
                <a:gd name="T4" fmla="*/ 0 w 6"/>
                <a:gd name="T5" fmla="*/ 18 h 35"/>
                <a:gd name="T6" fmla="*/ 0 w 6"/>
                <a:gd name="T7" fmla="*/ 16 h 35"/>
                <a:gd name="T8" fmla="*/ 0 w 6"/>
                <a:gd name="T9" fmla="*/ 17 h 35"/>
                <a:gd name="T10" fmla="*/ 0 w 6"/>
                <a:gd name="T11" fmla="*/ 22 h 35"/>
                <a:gd name="T12" fmla="*/ 1 w 6"/>
                <a:gd name="T13" fmla="*/ 23 h 35"/>
                <a:gd name="T14" fmla="*/ 1 w 6"/>
                <a:gd name="T15" fmla="*/ 23 h 35"/>
                <a:gd name="T16" fmla="*/ 1 w 6"/>
                <a:gd name="T17" fmla="*/ 24 h 35"/>
                <a:gd name="T18" fmla="*/ 1 w 6"/>
                <a:gd name="T19" fmla="*/ 22 h 35"/>
                <a:gd name="T20" fmla="*/ 1 w 6"/>
                <a:gd name="T21" fmla="*/ 17 h 35"/>
                <a:gd name="T22" fmla="*/ 1 w 6"/>
                <a:gd name="T23" fmla="*/ 14 h 35"/>
                <a:gd name="T24" fmla="*/ 1 w 6"/>
                <a:gd name="T25" fmla="*/ 14 h 35"/>
                <a:gd name="T26" fmla="*/ 1 w 6"/>
                <a:gd name="T27" fmla="*/ 12 h 35"/>
                <a:gd name="T28" fmla="*/ 1 w 6"/>
                <a:gd name="T29" fmla="*/ 10 h 35"/>
                <a:gd name="T30" fmla="*/ 1 w 6"/>
                <a:gd name="T31" fmla="*/ 14 h 35"/>
                <a:gd name="T32" fmla="*/ 2 w 6"/>
                <a:gd name="T33" fmla="*/ 19 h 35"/>
                <a:gd name="T34" fmla="*/ 2 w 6"/>
                <a:gd name="T35" fmla="*/ 21 h 35"/>
                <a:gd name="T36" fmla="*/ 2 w 6"/>
                <a:gd name="T37" fmla="*/ 24 h 35"/>
                <a:gd name="T38" fmla="*/ 2 w 6"/>
                <a:gd name="T39" fmla="*/ 30 h 35"/>
                <a:gd name="T40" fmla="*/ 2 w 6"/>
                <a:gd name="T41" fmla="*/ 31 h 35"/>
                <a:gd name="T42" fmla="*/ 2 w 6"/>
                <a:gd name="T43" fmla="*/ 28 h 35"/>
                <a:gd name="T44" fmla="*/ 3 w 6"/>
                <a:gd name="T45" fmla="*/ 23 h 35"/>
                <a:gd name="T46" fmla="*/ 3 w 6"/>
                <a:gd name="T47" fmla="*/ 18 h 35"/>
                <a:gd name="T48" fmla="*/ 3 w 6"/>
                <a:gd name="T49" fmla="*/ 9 h 35"/>
                <a:gd name="T50" fmla="*/ 3 w 6"/>
                <a:gd name="T51" fmla="*/ 1 h 35"/>
                <a:gd name="T52" fmla="*/ 3 w 6"/>
                <a:gd name="T53" fmla="*/ 0 h 35"/>
                <a:gd name="T54" fmla="*/ 3 w 6"/>
                <a:gd name="T55" fmla="*/ 7 h 35"/>
                <a:gd name="T56" fmla="*/ 3 w 6"/>
                <a:gd name="T57" fmla="*/ 13 h 35"/>
                <a:gd name="T58" fmla="*/ 3 w 6"/>
                <a:gd name="T59" fmla="*/ 17 h 35"/>
                <a:gd name="T60" fmla="*/ 3 w 6"/>
                <a:gd name="T61" fmla="*/ 25 h 35"/>
                <a:gd name="T62" fmla="*/ 4 w 6"/>
                <a:gd name="T63" fmla="*/ 33 h 35"/>
                <a:gd name="T64" fmla="*/ 4 w 6"/>
                <a:gd name="T65" fmla="*/ 35 h 35"/>
                <a:gd name="T66" fmla="*/ 4 w 6"/>
                <a:gd name="T67" fmla="*/ 32 h 35"/>
                <a:gd name="T68" fmla="*/ 4 w 6"/>
                <a:gd name="T69" fmla="*/ 28 h 35"/>
                <a:gd name="T70" fmla="*/ 4 w 6"/>
                <a:gd name="T71" fmla="*/ 26 h 35"/>
                <a:gd name="T72" fmla="*/ 4 w 6"/>
                <a:gd name="T73" fmla="*/ 27 h 35"/>
                <a:gd name="T74" fmla="*/ 5 w 6"/>
                <a:gd name="T75" fmla="*/ 24 h 35"/>
                <a:gd name="T76" fmla="*/ 5 w 6"/>
                <a:gd name="T77" fmla="*/ 16 h 35"/>
                <a:gd name="T78" fmla="*/ 5 w 6"/>
                <a:gd name="T79" fmla="*/ 12 h 35"/>
                <a:gd name="T80" fmla="*/ 5 w 6"/>
                <a:gd name="T81" fmla="*/ 10 h 35"/>
                <a:gd name="T82" fmla="*/ 5 w 6"/>
                <a:gd name="T83" fmla="*/ 9 h 35"/>
                <a:gd name="T84" fmla="*/ 5 w 6"/>
                <a:gd name="T85" fmla="*/ 11 h 35"/>
                <a:gd name="T86" fmla="*/ 5 w 6"/>
                <a:gd name="T87" fmla="*/ 14 h 35"/>
                <a:gd name="T88" fmla="*/ 5 w 6"/>
                <a:gd name="T89" fmla="*/ 16 h 35"/>
                <a:gd name="T90" fmla="*/ 5 w 6"/>
                <a:gd name="T91" fmla="*/ 17 h 35"/>
                <a:gd name="T92" fmla="*/ 6 w 6"/>
                <a:gd name="T93" fmla="*/ 18 h 35"/>
                <a:gd name="T94" fmla="*/ 6 w 6"/>
                <a:gd name="T95" fmla="*/ 14 h 35"/>
                <a:gd name="T96" fmla="*/ 6 w 6"/>
                <a:gd name="T97" fmla="*/ 9 h 35"/>
                <a:gd name="T98" fmla="*/ 6 w 6"/>
                <a:gd name="T99" fmla="*/ 11 h 35"/>
                <a:gd name="T100" fmla="*/ 6 w 6"/>
                <a:gd name="T101" fmla="*/ 18 h 35"/>
                <a:gd name="T102" fmla="*/ 6 w 6"/>
                <a:gd name="T103" fmla="*/ 2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35">
                  <a:moveTo>
                    <a:pt x="0" y="11"/>
                  </a:moveTo>
                  <a:lnTo>
                    <a:pt x="0" y="16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1" y="23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1" y="22"/>
                  </a:lnTo>
                  <a:lnTo>
                    <a:pt x="1" y="17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1" y="14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2" y="30"/>
                  </a:lnTo>
                  <a:lnTo>
                    <a:pt x="2" y="31"/>
                  </a:lnTo>
                  <a:lnTo>
                    <a:pt x="2" y="28"/>
                  </a:lnTo>
                  <a:lnTo>
                    <a:pt x="3" y="23"/>
                  </a:lnTo>
                  <a:lnTo>
                    <a:pt x="3" y="18"/>
                  </a:lnTo>
                  <a:lnTo>
                    <a:pt x="3" y="9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7"/>
                  </a:lnTo>
                  <a:lnTo>
                    <a:pt x="3" y="13"/>
                  </a:lnTo>
                  <a:lnTo>
                    <a:pt x="3" y="17"/>
                  </a:lnTo>
                  <a:lnTo>
                    <a:pt x="3" y="25"/>
                  </a:lnTo>
                  <a:lnTo>
                    <a:pt x="4" y="33"/>
                  </a:lnTo>
                  <a:lnTo>
                    <a:pt x="4" y="35"/>
                  </a:lnTo>
                  <a:lnTo>
                    <a:pt x="4" y="32"/>
                  </a:lnTo>
                  <a:lnTo>
                    <a:pt x="4" y="28"/>
                  </a:lnTo>
                  <a:lnTo>
                    <a:pt x="4" y="26"/>
                  </a:lnTo>
                  <a:lnTo>
                    <a:pt x="4" y="27"/>
                  </a:lnTo>
                  <a:lnTo>
                    <a:pt x="5" y="24"/>
                  </a:lnTo>
                  <a:lnTo>
                    <a:pt x="5" y="16"/>
                  </a:lnTo>
                  <a:lnTo>
                    <a:pt x="5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5" y="11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6" y="18"/>
                  </a:lnTo>
                  <a:lnTo>
                    <a:pt x="6" y="14"/>
                  </a:lnTo>
                  <a:lnTo>
                    <a:pt x="6" y="9"/>
                  </a:lnTo>
                  <a:lnTo>
                    <a:pt x="6" y="11"/>
                  </a:lnTo>
                  <a:lnTo>
                    <a:pt x="6" y="18"/>
                  </a:lnTo>
                  <a:lnTo>
                    <a:pt x="6" y="2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50" name="Freeform 1111"/>
            <p:cNvSpPr/>
            <p:nvPr/>
          </p:nvSpPr>
          <p:spPr bwMode="auto">
            <a:xfrm>
              <a:off x="4683125" y="4672013"/>
              <a:ext cx="11113" cy="71438"/>
            </a:xfrm>
            <a:custGeom>
              <a:avLst/>
              <a:gdLst>
                <a:gd name="T0" fmla="*/ 0 w 7"/>
                <a:gd name="T1" fmla="*/ 5 h 45"/>
                <a:gd name="T2" fmla="*/ 0 w 7"/>
                <a:gd name="T3" fmla="*/ 11 h 45"/>
                <a:gd name="T4" fmla="*/ 0 w 7"/>
                <a:gd name="T5" fmla="*/ 13 h 45"/>
                <a:gd name="T6" fmla="*/ 0 w 7"/>
                <a:gd name="T7" fmla="*/ 11 h 45"/>
                <a:gd name="T8" fmla="*/ 0 w 7"/>
                <a:gd name="T9" fmla="*/ 8 h 45"/>
                <a:gd name="T10" fmla="*/ 1 w 7"/>
                <a:gd name="T11" fmla="*/ 5 h 45"/>
                <a:gd name="T12" fmla="*/ 1 w 7"/>
                <a:gd name="T13" fmla="*/ 2 h 45"/>
                <a:gd name="T14" fmla="*/ 1 w 7"/>
                <a:gd name="T15" fmla="*/ 0 h 45"/>
                <a:gd name="T16" fmla="*/ 1 w 7"/>
                <a:gd name="T17" fmla="*/ 1 h 45"/>
                <a:gd name="T18" fmla="*/ 1 w 7"/>
                <a:gd name="T19" fmla="*/ 2 h 45"/>
                <a:gd name="T20" fmla="*/ 1 w 7"/>
                <a:gd name="T21" fmla="*/ 5 h 45"/>
                <a:gd name="T22" fmla="*/ 2 w 7"/>
                <a:gd name="T23" fmla="*/ 9 h 45"/>
                <a:gd name="T24" fmla="*/ 2 w 7"/>
                <a:gd name="T25" fmla="*/ 12 h 45"/>
                <a:gd name="T26" fmla="*/ 2 w 7"/>
                <a:gd name="T27" fmla="*/ 13 h 45"/>
                <a:gd name="T28" fmla="*/ 2 w 7"/>
                <a:gd name="T29" fmla="*/ 17 h 45"/>
                <a:gd name="T30" fmla="*/ 2 w 7"/>
                <a:gd name="T31" fmla="*/ 24 h 45"/>
                <a:gd name="T32" fmla="*/ 2 w 7"/>
                <a:gd name="T33" fmla="*/ 28 h 45"/>
                <a:gd name="T34" fmla="*/ 2 w 7"/>
                <a:gd name="T35" fmla="*/ 27 h 45"/>
                <a:gd name="T36" fmla="*/ 2 w 7"/>
                <a:gd name="T37" fmla="*/ 24 h 45"/>
                <a:gd name="T38" fmla="*/ 2 w 7"/>
                <a:gd name="T39" fmla="*/ 22 h 45"/>
                <a:gd name="T40" fmla="*/ 3 w 7"/>
                <a:gd name="T41" fmla="*/ 22 h 45"/>
                <a:gd name="T42" fmla="*/ 3 w 7"/>
                <a:gd name="T43" fmla="*/ 21 h 45"/>
                <a:gd name="T44" fmla="*/ 3 w 7"/>
                <a:gd name="T45" fmla="*/ 17 h 45"/>
                <a:gd name="T46" fmla="*/ 3 w 7"/>
                <a:gd name="T47" fmla="*/ 16 h 45"/>
                <a:gd name="T48" fmla="*/ 3 w 7"/>
                <a:gd name="T49" fmla="*/ 17 h 45"/>
                <a:gd name="T50" fmla="*/ 3 w 7"/>
                <a:gd name="T51" fmla="*/ 20 h 45"/>
                <a:gd name="T52" fmla="*/ 4 w 7"/>
                <a:gd name="T53" fmla="*/ 20 h 45"/>
                <a:gd name="T54" fmla="*/ 4 w 7"/>
                <a:gd name="T55" fmla="*/ 18 h 45"/>
                <a:gd name="T56" fmla="*/ 4 w 7"/>
                <a:gd name="T57" fmla="*/ 17 h 45"/>
                <a:gd name="T58" fmla="*/ 4 w 7"/>
                <a:gd name="T59" fmla="*/ 18 h 45"/>
                <a:gd name="T60" fmla="*/ 4 w 7"/>
                <a:gd name="T61" fmla="*/ 21 h 45"/>
                <a:gd name="T62" fmla="*/ 4 w 7"/>
                <a:gd name="T63" fmla="*/ 25 h 45"/>
                <a:gd name="T64" fmla="*/ 4 w 7"/>
                <a:gd name="T65" fmla="*/ 29 h 45"/>
                <a:gd name="T66" fmla="*/ 4 w 7"/>
                <a:gd name="T67" fmla="*/ 32 h 45"/>
                <a:gd name="T68" fmla="*/ 4 w 7"/>
                <a:gd name="T69" fmla="*/ 35 h 45"/>
                <a:gd name="T70" fmla="*/ 4 w 7"/>
                <a:gd name="T71" fmla="*/ 38 h 45"/>
                <a:gd name="T72" fmla="*/ 5 w 7"/>
                <a:gd name="T73" fmla="*/ 37 h 45"/>
                <a:gd name="T74" fmla="*/ 5 w 7"/>
                <a:gd name="T75" fmla="*/ 39 h 45"/>
                <a:gd name="T76" fmla="*/ 5 w 7"/>
                <a:gd name="T77" fmla="*/ 44 h 45"/>
                <a:gd name="T78" fmla="*/ 5 w 7"/>
                <a:gd name="T79" fmla="*/ 44 h 45"/>
                <a:gd name="T80" fmla="*/ 5 w 7"/>
                <a:gd name="T81" fmla="*/ 38 h 45"/>
                <a:gd name="T82" fmla="*/ 5 w 7"/>
                <a:gd name="T83" fmla="*/ 31 h 45"/>
                <a:gd name="T84" fmla="*/ 5 w 7"/>
                <a:gd name="T85" fmla="*/ 31 h 45"/>
                <a:gd name="T86" fmla="*/ 5 w 7"/>
                <a:gd name="T87" fmla="*/ 31 h 45"/>
                <a:gd name="T88" fmla="*/ 5 w 7"/>
                <a:gd name="T89" fmla="*/ 28 h 45"/>
                <a:gd name="T90" fmla="*/ 6 w 7"/>
                <a:gd name="T91" fmla="*/ 26 h 45"/>
                <a:gd name="T92" fmla="*/ 6 w 7"/>
                <a:gd name="T93" fmla="*/ 28 h 45"/>
                <a:gd name="T94" fmla="*/ 6 w 7"/>
                <a:gd name="T95" fmla="*/ 35 h 45"/>
                <a:gd name="T96" fmla="*/ 6 w 7"/>
                <a:gd name="T97" fmla="*/ 39 h 45"/>
                <a:gd name="T98" fmla="*/ 6 w 7"/>
                <a:gd name="T99" fmla="*/ 38 h 45"/>
                <a:gd name="T100" fmla="*/ 6 w 7"/>
                <a:gd name="T101" fmla="*/ 40 h 45"/>
                <a:gd name="T102" fmla="*/ 7 w 7"/>
                <a:gd name="T10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45">
                  <a:moveTo>
                    <a:pt x="0" y="5"/>
                  </a:moveTo>
                  <a:lnTo>
                    <a:pt x="0" y="11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0" y="8"/>
                  </a:lnTo>
                  <a:lnTo>
                    <a:pt x="1" y="5"/>
                  </a:lnTo>
                  <a:lnTo>
                    <a:pt x="1" y="2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5"/>
                  </a:lnTo>
                  <a:lnTo>
                    <a:pt x="2" y="9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24"/>
                  </a:lnTo>
                  <a:lnTo>
                    <a:pt x="2" y="28"/>
                  </a:lnTo>
                  <a:lnTo>
                    <a:pt x="2" y="27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3" y="22"/>
                  </a:lnTo>
                  <a:lnTo>
                    <a:pt x="3" y="21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4" y="20"/>
                  </a:lnTo>
                  <a:lnTo>
                    <a:pt x="4" y="18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4" y="21"/>
                  </a:lnTo>
                  <a:lnTo>
                    <a:pt x="4" y="25"/>
                  </a:lnTo>
                  <a:lnTo>
                    <a:pt x="4" y="29"/>
                  </a:lnTo>
                  <a:lnTo>
                    <a:pt x="4" y="32"/>
                  </a:lnTo>
                  <a:lnTo>
                    <a:pt x="4" y="35"/>
                  </a:lnTo>
                  <a:lnTo>
                    <a:pt x="4" y="38"/>
                  </a:lnTo>
                  <a:lnTo>
                    <a:pt x="5" y="37"/>
                  </a:lnTo>
                  <a:lnTo>
                    <a:pt x="5" y="39"/>
                  </a:lnTo>
                  <a:lnTo>
                    <a:pt x="5" y="44"/>
                  </a:lnTo>
                  <a:lnTo>
                    <a:pt x="5" y="44"/>
                  </a:lnTo>
                  <a:lnTo>
                    <a:pt x="5" y="38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5" y="28"/>
                  </a:lnTo>
                  <a:lnTo>
                    <a:pt x="6" y="26"/>
                  </a:lnTo>
                  <a:lnTo>
                    <a:pt x="6" y="28"/>
                  </a:lnTo>
                  <a:lnTo>
                    <a:pt x="6" y="35"/>
                  </a:lnTo>
                  <a:lnTo>
                    <a:pt x="6" y="39"/>
                  </a:lnTo>
                  <a:lnTo>
                    <a:pt x="6" y="38"/>
                  </a:lnTo>
                  <a:lnTo>
                    <a:pt x="6" y="40"/>
                  </a:lnTo>
                  <a:lnTo>
                    <a:pt x="7" y="4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51" name="Freeform 1112"/>
            <p:cNvSpPr/>
            <p:nvPr/>
          </p:nvSpPr>
          <p:spPr bwMode="auto">
            <a:xfrm>
              <a:off x="4692650" y="4727576"/>
              <a:ext cx="11113" cy="57150"/>
            </a:xfrm>
            <a:custGeom>
              <a:avLst/>
              <a:gdLst>
                <a:gd name="T0" fmla="*/ 0 w 7"/>
                <a:gd name="T1" fmla="*/ 5 h 36"/>
                <a:gd name="T2" fmla="*/ 1 w 7"/>
                <a:gd name="T3" fmla="*/ 10 h 36"/>
                <a:gd name="T4" fmla="*/ 1 w 7"/>
                <a:gd name="T5" fmla="*/ 13 h 36"/>
                <a:gd name="T6" fmla="*/ 1 w 7"/>
                <a:gd name="T7" fmla="*/ 13 h 36"/>
                <a:gd name="T8" fmla="*/ 1 w 7"/>
                <a:gd name="T9" fmla="*/ 12 h 36"/>
                <a:gd name="T10" fmla="*/ 1 w 7"/>
                <a:gd name="T11" fmla="*/ 10 h 36"/>
                <a:gd name="T12" fmla="*/ 1 w 7"/>
                <a:gd name="T13" fmla="*/ 8 h 36"/>
                <a:gd name="T14" fmla="*/ 1 w 7"/>
                <a:gd name="T15" fmla="*/ 9 h 36"/>
                <a:gd name="T16" fmla="*/ 1 w 7"/>
                <a:gd name="T17" fmla="*/ 9 h 36"/>
                <a:gd name="T18" fmla="*/ 1 w 7"/>
                <a:gd name="T19" fmla="*/ 6 h 36"/>
                <a:gd name="T20" fmla="*/ 2 w 7"/>
                <a:gd name="T21" fmla="*/ 5 h 36"/>
                <a:gd name="T22" fmla="*/ 2 w 7"/>
                <a:gd name="T23" fmla="*/ 8 h 36"/>
                <a:gd name="T24" fmla="*/ 2 w 7"/>
                <a:gd name="T25" fmla="*/ 12 h 36"/>
                <a:gd name="T26" fmla="*/ 2 w 7"/>
                <a:gd name="T27" fmla="*/ 13 h 36"/>
                <a:gd name="T28" fmla="*/ 2 w 7"/>
                <a:gd name="T29" fmla="*/ 15 h 36"/>
                <a:gd name="T30" fmla="*/ 2 w 7"/>
                <a:gd name="T31" fmla="*/ 17 h 36"/>
                <a:gd name="T32" fmla="*/ 3 w 7"/>
                <a:gd name="T33" fmla="*/ 19 h 36"/>
                <a:gd name="T34" fmla="*/ 3 w 7"/>
                <a:gd name="T35" fmla="*/ 19 h 36"/>
                <a:gd name="T36" fmla="*/ 3 w 7"/>
                <a:gd name="T37" fmla="*/ 16 h 36"/>
                <a:gd name="T38" fmla="*/ 3 w 7"/>
                <a:gd name="T39" fmla="*/ 12 h 36"/>
                <a:gd name="T40" fmla="*/ 3 w 7"/>
                <a:gd name="T41" fmla="*/ 10 h 36"/>
                <a:gd name="T42" fmla="*/ 3 w 7"/>
                <a:gd name="T43" fmla="*/ 8 h 36"/>
                <a:gd name="T44" fmla="*/ 3 w 7"/>
                <a:gd name="T45" fmla="*/ 4 h 36"/>
                <a:gd name="T46" fmla="*/ 3 w 7"/>
                <a:gd name="T47" fmla="*/ 1 h 36"/>
                <a:gd name="T48" fmla="*/ 3 w 7"/>
                <a:gd name="T49" fmla="*/ 0 h 36"/>
                <a:gd name="T50" fmla="*/ 4 w 7"/>
                <a:gd name="T51" fmla="*/ 0 h 36"/>
                <a:gd name="T52" fmla="*/ 4 w 7"/>
                <a:gd name="T53" fmla="*/ 0 h 36"/>
                <a:gd name="T54" fmla="*/ 4 w 7"/>
                <a:gd name="T55" fmla="*/ 3 h 36"/>
                <a:gd name="T56" fmla="*/ 4 w 7"/>
                <a:gd name="T57" fmla="*/ 9 h 36"/>
                <a:gd name="T58" fmla="*/ 4 w 7"/>
                <a:gd name="T59" fmla="*/ 15 h 36"/>
                <a:gd name="T60" fmla="*/ 4 w 7"/>
                <a:gd name="T61" fmla="*/ 20 h 36"/>
                <a:gd name="T62" fmla="*/ 4 w 7"/>
                <a:gd name="T63" fmla="*/ 25 h 36"/>
                <a:gd name="T64" fmla="*/ 4 w 7"/>
                <a:gd name="T65" fmla="*/ 27 h 36"/>
                <a:gd name="T66" fmla="*/ 4 w 7"/>
                <a:gd name="T67" fmla="*/ 27 h 36"/>
                <a:gd name="T68" fmla="*/ 5 w 7"/>
                <a:gd name="T69" fmla="*/ 30 h 36"/>
                <a:gd name="T70" fmla="*/ 5 w 7"/>
                <a:gd name="T71" fmla="*/ 36 h 36"/>
                <a:gd name="T72" fmla="*/ 5 w 7"/>
                <a:gd name="T73" fmla="*/ 36 h 36"/>
                <a:gd name="T74" fmla="*/ 5 w 7"/>
                <a:gd name="T75" fmla="*/ 31 h 36"/>
                <a:gd name="T76" fmla="*/ 5 w 7"/>
                <a:gd name="T77" fmla="*/ 28 h 36"/>
                <a:gd name="T78" fmla="*/ 5 w 7"/>
                <a:gd name="T79" fmla="*/ 29 h 36"/>
                <a:gd name="T80" fmla="*/ 6 w 7"/>
                <a:gd name="T81" fmla="*/ 28 h 36"/>
                <a:gd name="T82" fmla="*/ 6 w 7"/>
                <a:gd name="T83" fmla="*/ 22 h 36"/>
                <a:gd name="T84" fmla="*/ 6 w 7"/>
                <a:gd name="T85" fmla="*/ 14 h 36"/>
                <a:gd name="T86" fmla="*/ 6 w 7"/>
                <a:gd name="T87" fmla="*/ 13 h 36"/>
                <a:gd name="T88" fmla="*/ 6 w 7"/>
                <a:gd name="T89" fmla="*/ 14 h 36"/>
                <a:gd name="T90" fmla="*/ 6 w 7"/>
                <a:gd name="T91" fmla="*/ 13 h 36"/>
                <a:gd name="T92" fmla="*/ 6 w 7"/>
                <a:gd name="T93" fmla="*/ 10 h 36"/>
                <a:gd name="T94" fmla="*/ 6 w 7"/>
                <a:gd name="T95" fmla="*/ 10 h 36"/>
                <a:gd name="T96" fmla="*/ 6 w 7"/>
                <a:gd name="T97" fmla="*/ 11 h 36"/>
                <a:gd name="T98" fmla="*/ 6 w 7"/>
                <a:gd name="T99" fmla="*/ 15 h 36"/>
                <a:gd name="T100" fmla="*/ 7 w 7"/>
                <a:gd name="T101" fmla="*/ 16 h 36"/>
                <a:gd name="T102" fmla="*/ 7 w 7"/>
                <a:gd name="T103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36">
                  <a:moveTo>
                    <a:pt x="0" y="5"/>
                  </a:moveTo>
                  <a:lnTo>
                    <a:pt x="1" y="10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6"/>
                  </a:lnTo>
                  <a:lnTo>
                    <a:pt x="2" y="5"/>
                  </a:lnTo>
                  <a:lnTo>
                    <a:pt x="2" y="8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3" y="16"/>
                  </a:lnTo>
                  <a:lnTo>
                    <a:pt x="3" y="12"/>
                  </a:lnTo>
                  <a:lnTo>
                    <a:pt x="3" y="10"/>
                  </a:lnTo>
                  <a:lnTo>
                    <a:pt x="3" y="8"/>
                  </a:lnTo>
                  <a:lnTo>
                    <a:pt x="3" y="4"/>
                  </a:lnTo>
                  <a:lnTo>
                    <a:pt x="3" y="1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3"/>
                  </a:lnTo>
                  <a:lnTo>
                    <a:pt x="4" y="9"/>
                  </a:lnTo>
                  <a:lnTo>
                    <a:pt x="4" y="15"/>
                  </a:lnTo>
                  <a:lnTo>
                    <a:pt x="4" y="20"/>
                  </a:lnTo>
                  <a:lnTo>
                    <a:pt x="4" y="25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5" y="30"/>
                  </a:lnTo>
                  <a:lnTo>
                    <a:pt x="5" y="36"/>
                  </a:lnTo>
                  <a:lnTo>
                    <a:pt x="5" y="36"/>
                  </a:lnTo>
                  <a:lnTo>
                    <a:pt x="5" y="31"/>
                  </a:lnTo>
                  <a:lnTo>
                    <a:pt x="5" y="28"/>
                  </a:lnTo>
                  <a:lnTo>
                    <a:pt x="5" y="29"/>
                  </a:lnTo>
                  <a:lnTo>
                    <a:pt x="6" y="28"/>
                  </a:lnTo>
                  <a:lnTo>
                    <a:pt x="6" y="22"/>
                  </a:lnTo>
                  <a:lnTo>
                    <a:pt x="6" y="14"/>
                  </a:lnTo>
                  <a:lnTo>
                    <a:pt x="6" y="13"/>
                  </a:lnTo>
                  <a:lnTo>
                    <a:pt x="6" y="14"/>
                  </a:lnTo>
                  <a:lnTo>
                    <a:pt x="6" y="13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6" y="15"/>
                  </a:lnTo>
                  <a:lnTo>
                    <a:pt x="7" y="16"/>
                  </a:lnTo>
                  <a:lnTo>
                    <a:pt x="7" y="1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52" name="Freeform 1113"/>
            <p:cNvSpPr/>
            <p:nvPr/>
          </p:nvSpPr>
          <p:spPr bwMode="auto">
            <a:xfrm>
              <a:off x="4703763" y="4654551"/>
              <a:ext cx="9525" cy="98425"/>
            </a:xfrm>
            <a:custGeom>
              <a:avLst/>
              <a:gdLst>
                <a:gd name="T0" fmla="*/ 0 w 6"/>
                <a:gd name="T1" fmla="*/ 62 h 62"/>
                <a:gd name="T2" fmla="*/ 0 w 6"/>
                <a:gd name="T3" fmla="*/ 57 h 62"/>
                <a:gd name="T4" fmla="*/ 0 w 6"/>
                <a:gd name="T5" fmla="*/ 49 h 62"/>
                <a:gd name="T6" fmla="*/ 0 w 6"/>
                <a:gd name="T7" fmla="*/ 45 h 62"/>
                <a:gd name="T8" fmla="*/ 0 w 6"/>
                <a:gd name="T9" fmla="*/ 41 h 62"/>
                <a:gd name="T10" fmla="*/ 0 w 6"/>
                <a:gd name="T11" fmla="*/ 35 h 62"/>
                <a:gd name="T12" fmla="*/ 1 w 6"/>
                <a:gd name="T13" fmla="*/ 31 h 62"/>
                <a:gd name="T14" fmla="*/ 1 w 6"/>
                <a:gd name="T15" fmla="*/ 26 h 62"/>
                <a:gd name="T16" fmla="*/ 1 w 6"/>
                <a:gd name="T17" fmla="*/ 22 h 62"/>
                <a:gd name="T18" fmla="*/ 1 w 6"/>
                <a:gd name="T19" fmla="*/ 17 h 62"/>
                <a:gd name="T20" fmla="*/ 1 w 6"/>
                <a:gd name="T21" fmla="*/ 16 h 62"/>
                <a:gd name="T22" fmla="*/ 1 w 6"/>
                <a:gd name="T23" fmla="*/ 20 h 62"/>
                <a:gd name="T24" fmla="*/ 1 w 6"/>
                <a:gd name="T25" fmla="*/ 25 h 62"/>
                <a:gd name="T26" fmla="*/ 1 w 6"/>
                <a:gd name="T27" fmla="*/ 32 h 62"/>
                <a:gd name="T28" fmla="*/ 1 w 6"/>
                <a:gd name="T29" fmla="*/ 37 h 62"/>
                <a:gd name="T30" fmla="*/ 2 w 6"/>
                <a:gd name="T31" fmla="*/ 37 h 62"/>
                <a:gd name="T32" fmla="*/ 2 w 6"/>
                <a:gd name="T33" fmla="*/ 35 h 62"/>
                <a:gd name="T34" fmla="*/ 2 w 6"/>
                <a:gd name="T35" fmla="*/ 30 h 62"/>
                <a:gd name="T36" fmla="*/ 2 w 6"/>
                <a:gd name="T37" fmla="*/ 26 h 62"/>
                <a:gd name="T38" fmla="*/ 2 w 6"/>
                <a:gd name="T39" fmla="*/ 22 h 62"/>
                <a:gd name="T40" fmla="*/ 2 w 6"/>
                <a:gd name="T41" fmla="*/ 19 h 62"/>
                <a:gd name="T42" fmla="*/ 2 w 6"/>
                <a:gd name="T43" fmla="*/ 13 h 62"/>
                <a:gd name="T44" fmla="*/ 2 w 6"/>
                <a:gd name="T45" fmla="*/ 5 h 62"/>
                <a:gd name="T46" fmla="*/ 2 w 6"/>
                <a:gd name="T47" fmla="*/ 1 h 62"/>
                <a:gd name="T48" fmla="*/ 3 w 6"/>
                <a:gd name="T49" fmla="*/ 0 h 62"/>
                <a:gd name="T50" fmla="*/ 3 w 6"/>
                <a:gd name="T51" fmla="*/ 1 h 62"/>
                <a:gd name="T52" fmla="*/ 3 w 6"/>
                <a:gd name="T53" fmla="*/ 5 h 62"/>
                <a:gd name="T54" fmla="*/ 3 w 6"/>
                <a:gd name="T55" fmla="*/ 10 h 62"/>
                <a:gd name="T56" fmla="*/ 3 w 6"/>
                <a:gd name="T57" fmla="*/ 15 h 62"/>
                <a:gd name="T58" fmla="*/ 3 w 6"/>
                <a:gd name="T59" fmla="*/ 19 h 62"/>
                <a:gd name="T60" fmla="*/ 4 w 6"/>
                <a:gd name="T61" fmla="*/ 20 h 62"/>
                <a:gd name="T62" fmla="*/ 4 w 6"/>
                <a:gd name="T63" fmla="*/ 22 h 62"/>
                <a:gd name="T64" fmla="*/ 4 w 6"/>
                <a:gd name="T65" fmla="*/ 24 h 62"/>
                <a:gd name="T66" fmla="*/ 4 w 6"/>
                <a:gd name="T67" fmla="*/ 25 h 62"/>
                <a:gd name="T68" fmla="*/ 4 w 6"/>
                <a:gd name="T69" fmla="*/ 27 h 62"/>
                <a:gd name="T70" fmla="*/ 4 w 6"/>
                <a:gd name="T71" fmla="*/ 26 h 62"/>
                <a:gd name="T72" fmla="*/ 4 w 6"/>
                <a:gd name="T73" fmla="*/ 17 h 62"/>
                <a:gd name="T74" fmla="*/ 4 w 6"/>
                <a:gd name="T75" fmla="*/ 9 h 62"/>
                <a:gd name="T76" fmla="*/ 4 w 6"/>
                <a:gd name="T77" fmla="*/ 7 h 62"/>
                <a:gd name="T78" fmla="*/ 5 w 6"/>
                <a:gd name="T79" fmla="*/ 8 h 62"/>
                <a:gd name="T80" fmla="*/ 5 w 6"/>
                <a:gd name="T81" fmla="*/ 10 h 62"/>
                <a:gd name="T82" fmla="*/ 5 w 6"/>
                <a:gd name="T83" fmla="*/ 15 h 62"/>
                <a:gd name="T84" fmla="*/ 5 w 6"/>
                <a:gd name="T85" fmla="*/ 24 h 62"/>
                <a:gd name="T86" fmla="*/ 5 w 6"/>
                <a:gd name="T87" fmla="*/ 29 h 62"/>
                <a:gd name="T88" fmla="*/ 5 w 6"/>
                <a:gd name="T89" fmla="*/ 30 h 62"/>
                <a:gd name="T90" fmla="*/ 6 w 6"/>
                <a:gd name="T91" fmla="*/ 31 h 62"/>
                <a:gd name="T92" fmla="*/ 6 w 6"/>
                <a:gd name="T93" fmla="*/ 36 h 62"/>
                <a:gd name="T94" fmla="*/ 6 w 6"/>
                <a:gd name="T95" fmla="*/ 38 h 62"/>
                <a:gd name="T96" fmla="*/ 6 w 6"/>
                <a:gd name="T97" fmla="*/ 34 h 62"/>
                <a:gd name="T98" fmla="*/ 6 w 6"/>
                <a:gd name="T99" fmla="*/ 29 h 62"/>
                <a:gd name="T100" fmla="*/ 6 w 6"/>
                <a:gd name="T101" fmla="*/ 26 h 62"/>
                <a:gd name="T102" fmla="*/ 6 w 6"/>
                <a:gd name="T103" fmla="*/ 2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2">
                  <a:moveTo>
                    <a:pt x="0" y="62"/>
                  </a:moveTo>
                  <a:lnTo>
                    <a:pt x="0" y="57"/>
                  </a:lnTo>
                  <a:lnTo>
                    <a:pt x="0" y="49"/>
                  </a:lnTo>
                  <a:lnTo>
                    <a:pt x="0" y="45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1" y="31"/>
                  </a:lnTo>
                  <a:lnTo>
                    <a:pt x="1" y="26"/>
                  </a:lnTo>
                  <a:lnTo>
                    <a:pt x="1" y="22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1" y="20"/>
                  </a:lnTo>
                  <a:lnTo>
                    <a:pt x="1" y="25"/>
                  </a:lnTo>
                  <a:lnTo>
                    <a:pt x="1" y="32"/>
                  </a:lnTo>
                  <a:lnTo>
                    <a:pt x="1" y="37"/>
                  </a:lnTo>
                  <a:lnTo>
                    <a:pt x="2" y="37"/>
                  </a:lnTo>
                  <a:lnTo>
                    <a:pt x="2" y="35"/>
                  </a:lnTo>
                  <a:lnTo>
                    <a:pt x="2" y="30"/>
                  </a:lnTo>
                  <a:lnTo>
                    <a:pt x="2" y="26"/>
                  </a:lnTo>
                  <a:lnTo>
                    <a:pt x="2" y="22"/>
                  </a:lnTo>
                  <a:lnTo>
                    <a:pt x="2" y="19"/>
                  </a:lnTo>
                  <a:lnTo>
                    <a:pt x="2" y="13"/>
                  </a:lnTo>
                  <a:lnTo>
                    <a:pt x="2" y="5"/>
                  </a:lnTo>
                  <a:lnTo>
                    <a:pt x="2" y="1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5"/>
                  </a:lnTo>
                  <a:lnTo>
                    <a:pt x="3" y="10"/>
                  </a:lnTo>
                  <a:lnTo>
                    <a:pt x="3" y="15"/>
                  </a:lnTo>
                  <a:lnTo>
                    <a:pt x="3" y="19"/>
                  </a:lnTo>
                  <a:lnTo>
                    <a:pt x="4" y="20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4" y="27"/>
                  </a:lnTo>
                  <a:lnTo>
                    <a:pt x="4" y="26"/>
                  </a:lnTo>
                  <a:lnTo>
                    <a:pt x="4" y="17"/>
                  </a:lnTo>
                  <a:lnTo>
                    <a:pt x="4" y="9"/>
                  </a:lnTo>
                  <a:lnTo>
                    <a:pt x="4" y="7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5"/>
                  </a:lnTo>
                  <a:lnTo>
                    <a:pt x="5" y="24"/>
                  </a:lnTo>
                  <a:lnTo>
                    <a:pt x="5" y="29"/>
                  </a:lnTo>
                  <a:lnTo>
                    <a:pt x="5" y="30"/>
                  </a:lnTo>
                  <a:lnTo>
                    <a:pt x="6" y="31"/>
                  </a:lnTo>
                  <a:lnTo>
                    <a:pt x="6" y="36"/>
                  </a:lnTo>
                  <a:lnTo>
                    <a:pt x="6" y="38"/>
                  </a:lnTo>
                  <a:lnTo>
                    <a:pt x="6" y="34"/>
                  </a:lnTo>
                  <a:lnTo>
                    <a:pt x="6" y="29"/>
                  </a:lnTo>
                  <a:lnTo>
                    <a:pt x="6" y="26"/>
                  </a:lnTo>
                  <a:lnTo>
                    <a:pt x="6" y="2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53" name="Freeform 1114"/>
            <p:cNvSpPr/>
            <p:nvPr/>
          </p:nvSpPr>
          <p:spPr bwMode="auto">
            <a:xfrm>
              <a:off x="4713288" y="4692651"/>
              <a:ext cx="9525" cy="85725"/>
            </a:xfrm>
            <a:custGeom>
              <a:avLst/>
              <a:gdLst>
                <a:gd name="T0" fmla="*/ 0 w 6"/>
                <a:gd name="T1" fmla="*/ 2 h 54"/>
                <a:gd name="T2" fmla="*/ 0 w 6"/>
                <a:gd name="T3" fmla="*/ 0 h 54"/>
                <a:gd name="T4" fmla="*/ 0 w 6"/>
                <a:gd name="T5" fmla="*/ 0 h 54"/>
                <a:gd name="T6" fmla="*/ 0 w 6"/>
                <a:gd name="T7" fmla="*/ 2 h 54"/>
                <a:gd name="T8" fmla="*/ 1 w 6"/>
                <a:gd name="T9" fmla="*/ 5 h 54"/>
                <a:gd name="T10" fmla="*/ 1 w 6"/>
                <a:gd name="T11" fmla="*/ 6 h 54"/>
                <a:gd name="T12" fmla="*/ 1 w 6"/>
                <a:gd name="T13" fmla="*/ 7 h 54"/>
                <a:gd name="T14" fmla="*/ 1 w 6"/>
                <a:gd name="T15" fmla="*/ 8 h 54"/>
                <a:gd name="T16" fmla="*/ 1 w 6"/>
                <a:gd name="T17" fmla="*/ 7 h 54"/>
                <a:gd name="T18" fmla="*/ 1 w 6"/>
                <a:gd name="T19" fmla="*/ 4 h 54"/>
                <a:gd name="T20" fmla="*/ 1 w 6"/>
                <a:gd name="T21" fmla="*/ 6 h 54"/>
                <a:gd name="T22" fmla="*/ 1 w 6"/>
                <a:gd name="T23" fmla="*/ 10 h 54"/>
                <a:gd name="T24" fmla="*/ 1 w 6"/>
                <a:gd name="T25" fmla="*/ 11 h 54"/>
                <a:gd name="T26" fmla="*/ 2 w 6"/>
                <a:gd name="T27" fmla="*/ 12 h 54"/>
                <a:gd name="T28" fmla="*/ 2 w 6"/>
                <a:gd name="T29" fmla="*/ 18 h 54"/>
                <a:gd name="T30" fmla="*/ 2 w 6"/>
                <a:gd name="T31" fmla="*/ 25 h 54"/>
                <a:gd name="T32" fmla="*/ 2 w 6"/>
                <a:gd name="T33" fmla="*/ 28 h 54"/>
                <a:gd name="T34" fmla="*/ 2 w 6"/>
                <a:gd name="T35" fmla="*/ 27 h 54"/>
                <a:gd name="T36" fmla="*/ 2 w 6"/>
                <a:gd name="T37" fmla="*/ 26 h 54"/>
                <a:gd name="T38" fmla="*/ 2 w 6"/>
                <a:gd name="T39" fmla="*/ 27 h 54"/>
                <a:gd name="T40" fmla="*/ 3 w 6"/>
                <a:gd name="T41" fmla="*/ 23 h 54"/>
                <a:gd name="T42" fmla="*/ 3 w 6"/>
                <a:gd name="T43" fmla="*/ 18 h 54"/>
                <a:gd name="T44" fmla="*/ 3 w 6"/>
                <a:gd name="T45" fmla="*/ 15 h 54"/>
                <a:gd name="T46" fmla="*/ 3 w 6"/>
                <a:gd name="T47" fmla="*/ 13 h 54"/>
                <a:gd name="T48" fmla="*/ 3 w 6"/>
                <a:gd name="T49" fmla="*/ 12 h 54"/>
                <a:gd name="T50" fmla="*/ 3 w 6"/>
                <a:gd name="T51" fmla="*/ 18 h 54"/>
                <a:gd name="T52" fmla="*/ 3 w 6"/>
                <a:gd name="T53" fmla="*/ 25 h 54"/>
                <a:gd name="T54" fmla="*/ 3 w 6"/>
                <a:gd name="T55" fmla="*/ 27 h 54"/>
                <a:gd name="T56" fmla="*/ 3 w 6"/>
                <a:gd name="T57" fmla="*/ 27 h 54"/>
                <a:gd name="T58" fmla="*/ 4 w 6"/>
                <a:gd name="T59" fmla="*/ 32 h 54"/>
                <a:gd name="T60" fmla="*/ 4 w 6"/>
                <a:gd name="T61" fmla="*/ 39 h 54"/>
                <a:gd name="T62" fmla="*/ 4 w 6"/>
                <a:gd name="T63" fmla="*/ 46 h 54"/>
                <a:gd name="T64" fmla="*/ 4 w 6"/>
                <a:gd name="T65" fmla="*/ 51 h 54"/>
                <a:gd name="T66" fmla="*/ 4 w 6"/>
                <a:gd name="T67" fmla="*/ 52 h 54"/>
                <a:gd name="T68" fmla="*/ 4 w 6"/>
                <a:gd name="T69" fmla="*/ 52 h 54"/>
                <a:gd name="T70" fmla="*/ 5 w 6"/>
                <a:gd name="T71" fmla="*/ 54 h 54"/>
                <a:gd name="T72" fmla="*/ 5 w 6"/>
                <a:gd name="T73" fmla="*/ 52 h 54"/>
                <a:gd name="T74" fmla="*/ 5 w 6"/>
                <a:gd name="T75" fmla="*/ 48 h 54"/>
                <a:gd name="T76" fmla="*/ 5 w 6"/>
                <a:gd name="T77" fmla="*/ 46 h 54"/>
                <a:gd name="T78" fmla="*/ 5 w 6"/>
                <a:gd name="T79" fmla="*/ 46 h 54"/>
                <a:gd name="T80" fmla="*/ 5 w 6"/>
                <a:gd name="T81" fmla="*/ 46 h 54"/>
                <a:gd name="T82" fmla="*/ 5 w 6"/>
                <a:gd name="T83" fmla="*/ 47 h 54"/>
                <a:gd name="T84" fmla="*/ 5 w 6"/>
                <a:gd name="T85" fmla="*/ 46 h 54"/>
                <a:gd name="T86" fmla="*/ 5 w 6"/>
                <a:gd name="T87" fmla="*/ 40 h 54"/>
                <a:gd name="T88" fmla="*/ 6 w 6"/>
                <a:gd name="T89" fmla="*/ 37 h 54"/>
                <a:gd name="T90" fmla="*/ 6 w 6"/>
                <a:gd name="T91" fmla="*/ 40 h 54"/>
                <a:gd name="T92" fmla="*/ 6 w 6"/>
                <a:gd name="T93" fmla="*/ 40 h 54"/>
                <a:gd name="T94" fmla="*/ 6 w 6"/>
                <a:gd name="T95" fmla="*/ 35 h 54"/>
                <a:gd name="T96" fmla="*/ 6 w 6"/>
                <a:gd name="T97" fmla="*/ 32 h 54"/>
                <a:gd name="T98" fmla="*/ 6 w 6"/>
                <a:gd name="T99" fmla="*/ 32 h 54"/>
                <a:gd name="T100" fmla="*/ 6 w 6"/>
                <a:gd name="T101" fmla="*/ 31 h 54"/>
                <a:gd name="T102" fmla="*/ 6 w 6"/>
                <a:gd name="T103" fmla="*/ 2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4">
                  <a:moveTo>
                    <a:pt x="0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4"/>
                  </a:lnTo>
                  <a:lnTo>
                    <a:pt x="1" y="6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2" y="12"/>
                  </a:lnTo>
                  <a:lnTo>
                    <a:pt x="2" y="18"/>
                  </a:lnTo>
                  <a:lnTo>
                    <a:pt x="2" y="25"/>
                  </a:lnTo>
                  <a:lnTo>
                    <a:pt x="2" y="28"/>
                  </a:lnTo>
                  <a:lnTo>
                    <a:pt x="2" y="27"/>
                  </a:lnTo>
                  <a:lnTo>
                    <a:pt x="2" y="26"/>
                  </a:lnTo>
                  <a:lnTo>
                    <a:pt x="2" y="27"/>
                  </a:lnTo>
                  <a:lnTo>
                    <a:pt x="3" y="23"/>
                  </a:lnTo>
                  <a:lnTo>
                    <a:pt x="3" y="18"/>
                  </a:lnTo>
                  <a:lnTo>
                    <a:pt x="3" y="15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3" y="18"/>
                  </a:lnTo>
                  <a:lnTo>
                    <a:pt x="3" y="25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4" y="32"/>
                  </a:lnTo>
                  <a:lnTo>
                    <a:pt x="4" y="39"/>
                  </a:lnTo>
                  <a:lnTo>
                    <a:pt x="4" y="46"/>
                  </a:lnTo>
                  <a:lnTo>
                    <a:pt x="4" y="51"/>
                  </a:lnTo>
                  <a:lnTo>
                    <a:pt x="4" y="52"/>
                  </a:lnTo>
                  <a:lnTo>
                    <a:pt x="4" y="52"/>
                  </a:lnTo>
                  <a:lnTo>
                    <a:pt x="5" y="54"/>
                  </a:lnTo>
                  <a:lnTo>
                    <a:pt x="5" y="52"/>
                  </a:lnTo>
                  <a:lnTo>
                    <a:pt x="5" y="48"/>
                  </a:lnTo>
                  <a:lnTo>
                    <a:pt x="5" y="46"/>
                  </a:lnTo>
                  <a:lnTo>
                    <a:pt x="5" y="46"/>
                  </a:lnTo>
                  <a:lnTo>
                    <a:pt x="5" y="46"/>
                  </a:lnTo>
                  <a:lnTo>
                    <a:pt x="5" y="47"/>
                  </a:lnTo>
                  <a:lnTo>
                    <a:pt x="5" y="46"/>
                  </a:lnTo>
                  <a:lnTo>
                    <a:pt x="5" y="40"/>
                  </a:lnTo>
                  <a:lnTo>
                    <a:pt x="6" y="37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35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6" y="31"/>
                  </a:lnTo>
                  <a:lnTo>
                    <a:pt x="6" y="2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54" name="Freeform 1115"/>
            <p:cNvSpPr/>
            <p:nvPr/>
          </p:nvSpPr>
          <p:spPr bwMode="auto">
            <a:xfrm>
              <a:off x="4722813" y="4651376"/>
              <a:ext cx="11113" cy="90488"/>
            </a:xfrm>
            <a:custGeom>
              <a:avLst/>
              <a:gdLst>
                <a:gd name="T0" fmla="*/ 0 w 7"/>
                <a:gd name="T1" fmla="*/ 57 h 57"/>
                <a:gd name="T2" fmla="*/ 0 w 7"/>
                <a:gd name="T3" fmla="*/ 55 h 57"/>
                <a:gd name="T4" fmla="*/ 0 w 7"/>
                <a:gd name="T5" fmla="*/ 50 h 57"/>
                <a:gd name="T6" fmla="*/ 1 w 7"/>
                <a:gd name="T7" fmla="*/ 44 h 57"/>
                <a:gd name="T8" fmla="*/ 1 w 7"/>
                <a:gd name="T9" fmla="*/ 41 h 57"/>
                <a:gd name="T10" fmla="*/ 1 w 7"/>
                <a:gd name="T11" fmla="*/ 41 h 57"/>
                <a:gd name="T12" fmla="*/ 1 w 7"/>
                <a:gd name="T13" fmla="*/ 39 h 57"/>
                <a:gd name="T14" fmla="*/ 1 w 7"/>
                <a:gd name="T15" fmla="*/ 33 h 57"/>
                <a:gd name="T16" fmla="*/ 1 w 7"/>
                <a:gd name="T17" fmla="*/ 24 h 57"/>
                <a:gd name="T18" fmla="*/ 2 w 7"/>
                <a:gd name="T19" fmla="*/ 21 h 57"/>
                <a:gd name="T20" fmla="*/ 2 w 7"/>
                <a:gd name="T21" fmla="*/ 24 h 57"/>
                <a:gd name="T22" fmla="*/ 2 w 7"/>
                <a:gd name="T23" fmla="*/ 24 h 57"/>
                <a:gd name="T24" fmla="*/ 2 w 7"/>
                <a:gd name="T25" fmla="*/ 20 h 57"/>
                <a:gd name="T26" fmla="*/ 2 w 7"/>
                <a:gd name="T27" fmla="*/ 19 h 57"/>
                <a:gd name="T28" fmla="*/ 2 w 7"/>
                <a:gd name="T29" fmla="*/ 21 h 57"/>
                <a:gd name="T30" fmla="*/ 2 w 7"/>
                <a:gd name="T31" fmla="*/ 17 h 57"/>
                <a:gd name="T32" fmla="*/ 2 w 7"/>
                <a:gd name="T33" fmla="*/ 13 h 57"/>
                <a:gd name="T34" fmla="*/ 2 w 7"/>
                <a:gd name="T35" fmla="*/ 11 h 57"/>
                <a:gd name="T36" fmla="*/ 3 w 7"/>
                <a:gd name="T37" fmla="*/ 9 h 57"/>
                <a:gd name="T38" fmla="*/ 3 w 7"/>
                <a:gd name="T39" fmla="*/ 7 h 57"/>
                <a:gd name="T40" fmla="*/ 3 w 7"/>
                <a:gd name="T41" fmla="*/ 8 h 57"/>
                <a:gd name="T42" fmla="*/ 3 w 7"/>
                <a:gd name="T43" fmla="*/ 9 h 57"/>
                <a:gd name="T44" fmla="*/ 3 w 7"/>
                <a:gd name="T45" fmla="*/ 8 h 57"/>
                <a:gd name="T46" fmla="*/ 3 w 7"/>
                <a:gd name="T47" fmla="*/ 5 h 57"/>
                <a:gd name="T48" fmla="*/ 4 w 7"/>
                <a:gd name="T49" fmla="*/ 4 h 57"/>
                <a:gd name="T50" fmla="*/ 4 w 7"/>
                <a:gd name="T51" fmla="*/ 5 h 57"/>
                <a:gd name="T52" fmla="*/ 4 w 7"/>
                <a:gd name="T53" fmla="*/ 6 h 57"/>
                <a:gd name="T54" fmla="*/ 4 w 7"/>
                <a:gd name="T55" fmla="*/ 7 h 57"/>
                <a:gd name="T56" fmla="*/ 4 w 7"/>
                <a:gd name="T57" fmla="*/ 9 h 57"/>
                <a:gd name="T58" fmla="*/ 4 w 7"/>
                <a:gd name="T59" fmla="*/ 8 h 57"/>
                <a:gd name="T60" fmla="*/ 4 w 7"/>
                <a:gd name="T61" fmla="*/ 6 h 57"/>
                <a:gd name="T62" fmla="*/ 4 w 7"/>
                <a:gd name="T63" fmla="*/ 6 h 57"/>
                <a:gd name="T64" fmla="*/ 4 w 7"/>
                <a:gd name="T65" fmla="*/ 10 h 57"/>
                <a:gd name="T66" fmla="*/ 4 w 7"/>
                <a:gd name="T67" fmla="*/ 10 h 57"/>
                <a:gd name="T68" fmla="*/ 5 w 7"/>
                <a:gd name="T69" fmla="*/ 8 h 57"/>
                <a:gd name="T70" fmla="*/ 5 w 7"/>
                <a:gd name="T71" fmla="*/ 10 h 57"/>
                <a:gd name="T72" fmla="*/ 5 w 7"/>
                <a:gd name="T73" fmla="*/ 11 h 57"/>
                <a:gd name="T74" fmla="*/ 5 w 7"/>
                <a:gd name="T75" fmla="*/ 8 h 57"/>
                <a:gd name="T76" fmla="*/ 5 w 7"/>
                <a:gd name="T77" fmla="*/ 4 h 57"/>
                <a:gd name="T78" fmla="*/ 5 w 7"/>
                <a:gd name="T79" fmla="*/ 3 h 57"/>
                <a:gd name="T80" fmla="*/ 5 w 7"/>
                <a:gd name="T81" fmla="*/ 2 h 57"/>
                <a:gd name="T82" fmla="*/ 5 w 7"/>
                <a:gd name="T83" fmla="*/ 2 h 57"/>
                <a:gd name="T84" fmla="*/ 5 w 7"/>
                <a:gd name="T85" fmla="*/ 2 h 57"/>
                <a:gd name="T86" fmla="*/ 6 w 7"/>
                <a:gd name="T87" fmla="*/ 1 h 57"/>
                <a:gd name="T88" fmla="*/ 6 w 7"/>
                <a:gd name="T89" fmla="*/ 0 h 57"/>
                <a:gd name="T90" fmla="*/ 6 w 7"/>
                <a:gd name="T91" fmla="*/ 2 h 57"/>
                <a:gd name="T92" fmla="*/ 6 w 7"/>
                <a:gd name="T93" fmla="*/ 8 h 57"/>
                <a:gd name="T94" fmla="*/ 6 w 7"/>
                <a:gd name="T95" fmla="*/ 11 h 57"/>
                <a:gd name="T96" fmla="*/ 6 w 7"/>
                <a:gd name="T97" fmla="*/ 11 h 57"/>
                <a:gd name="T98" fmla="*/ 7 w 7"/>
                <a:gd name="T99" fmla="*/ 16 h 57"/>
                <a:gd name="T100" fmla="*/ 7 w 7"/>
                <a:gd name="T101" fmla="*/ 21 h 57"/>
                <a:gd name="T102" fmla="*/ 7 w 7"/>
                <a:gd name="T103" fmla="*/ 2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7">
                  <a:moveTo>
                    <a:pt x="0" y="57"/>
                  </a:moveTo>
                  <a:lnTo>
                    <a:pt x="0" y="55"/>
                  </a:lnTo>
                  <a:lnTo>
                    <a:pt x="0" y="50"/>
                  </a:lnTo>
                  <a:lnTo>
                    <a:pt x="1" y="44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39"/>
                  </a:lnTo>
                  <a:lnTo>
                    <a:pt x="1" y="33"/>
                  </a:lnTo>
                  <a:lnTo>
                    <a:pt x="1" y="24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0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17"/>
                  </a:lnTo>
                  <a:lnTo>
                    <a:pt x="2" y="13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7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8"/>
                  </a:lnTo>
                  <a:lnTo>
                    <a:pt x="3" y="5"/>
                  </a:lnTo>
                  <a:lnTo>
                    <a:pt x="4" y="4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9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5" y="8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5" y="8"/>
                  </a:lnTo>
                  <a:lnTo>
                    <a:pt x="5" y="4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8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7" y="16"/>
                  </a:lnTo>
                  <a:lnTo>
                    <a:pt x="7" y="21"/>
                  </a:lnTo>
                  <a:lnTo>
                    <a:pt x="7" y="2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55" name="Freeform 1116"/>
            <p:cNvSpPr/>
            <p:nvPr/>
          </p:nvSpPr>
          <p:spPr bwMode="auto">
            <a:xfrm>
              <a:off x="4733925" y="4681538"/>
              <a:ext cx="9525" cy="85725"/>
            </a:xfrm>
            <a:custGeom>
              <a:avLst/>
              <a:gdLst>
                <a:gd name="T0" fmla="*/ 0 w 6"/>
                <a:gd name="T1" fmla="*/ 2 h 54"/>
                <a:gd name="T2" fmla="*/ 0 w 6"/>
                <a:gd name="T3" fmla="*/ 3 h 54"/>
                <a:gd name="T4" fmla="*/ 0 w 6"/>
                <a:gd name="T5" fmla="*/ 1 h 54"/>
                <a:gd name="T6" fmla="*/ 0 w 6"/>
                <a:gd name="T7" fmla="*/ 0 h 54"/>
                <a:gd name="T8" fmla="*/ 0 w 6"/>
                <a:gd name="T9" fmla="*/ 0 h 54"/>
                <a:gd name="T10" fmla="*/ 0 w 6"/>
                <a:gd name="T11" fmla="*/ 0 h 54"/>
                <a:gd name="T12" fmla="*/ 0 w 6"/>
                <a:gd name="T13" fmla="*/ 2 h 54"/>
                <a:gd name="T14" fmla="*/ 0 w 6"/>
                <a:gd name="T15" fmla="*/ 7 h 54"/>
                <a:gd name="T16" fmla="*/ 1 w 6"/>
                <a:gd name="T17" fmla="*/ 12 h 54"/>
                <a:gd name="T18" fmla="*/ 1 w 6"/>
                <a:gd name="T19" fmla="*/ 16 h 54"/>
                <a:gd name="T20" fmla="*/ 1 w 6"/>
                <a:gd name="T21" fmla="*/ 17 h 54"/>
                <a:gd name="T22" fmla="*/ 1 w 6"/>
                <a:gd name="T23" fmla="*/ 20 h 54"/>
                <a:gd name="T24" fmla="*/ 1 w 6"/>
                <a:gd name="T25" fmla="*/ 25 h 54"/>
                <a:gd name="T26" fmla="*/ 1 w 6"/>
                <a:gd name="T27" fmla="*/ 29 h 54"/>
                <a:gd name="T28" fmla="*/ 2 w 6"/>
                <a:gd name="T29" fmla="*/ 29 h 54"/>
                <a:gd name="T30" fmla="*/ 2 w 6"/>
                <a:gd name="T31" fmla="*/ 30 h 54"/>
                <a:gd name="T32" fmla="*/ 2 w 6"/>
                <a:gd name="T33" fmla="*/ 30 h 54"/>
                <a:gd name="T34" fmla="*/ 2 w 6"/>
                <a:gd name="T35" fmla="*/ 29 h 54"/>
                <a:gd name="T36" fmla="*/ 2 w 6"/>
                <a:gd name="T37" fmla="*/ 25 h 54"/>
                <a:gd name="T38" fmla="*/ 2 w 6"/>
                <a:gd name="T39" fmla="*/ 23 h 54"/>
                <a:gd name="T40" fmla="*/ 2 w 6"/>
                <a:gd name="T41" fmla="*/ 25 h 54"/>
                <a:gd name="T42" fmla="*/ 2 w 6"/>
                <a:gd name="T43" fmla="*/ 29 h 54"/>
                <a:gd name="T44" fmla="*/ 2 w 6"/>
                <a:gd name="T45" fmla="*/ 33 h 54"/>
                <a:gd name="T46" fmla="*/ 3 w 6"/>
                <a:gd name="T47" fmla="*/ 35 h 54"/>
                <a:gd name="T48" fmla="*/ 3 w 6"/>
                <a:gd name="T49" fmla="*/ 36 h 54"/>
                <a:gd name="T50" fmla="*/ 3 w 6"/>
                <a:gd name="T51" fmla="*/ 37 h 54"/>
                <a:gd name="T52" fmla="*/ 3 w 6"/>
                <a:gd name="T53" fmla="*/ 41 h 54"/>
                <a:gd name="T54" fmla="*/ 3 w 6"/>
                <a:gd name="T55" fmla="*/ 44 h 54"/>
                <a:gd name="T56" fmla="*/ 3 w 6"/>
                <a:gd name="T57" fmla="*/ 44 h 54"/>
                <a:gd name="T58" fmla="*/ 3 w 6"/>
                <a:gd name="T59" fmla="*/ 42 h 54"/>
                <a:gd name="T60" fmla="*/ 3 w 6"/>
                <a:gd name="T61" fmla="*/ 43 h 54"/>
                <a:gd name="T62" fmla="*/ 3 w 6"/>
                <a:gd name="T63" fmla="*/ 46 h 54"/>
                <a:gd name="T64" fmla="*/ 4 w 6"/>
                <a:gd name="T65" fmla="*/ 44 h 54"/>
                <a:gd name="T66" fmla="*/ 4 w 6"/>
                <a:gd name="T67" fmla="*/ 40 h 54"/>
                <a:gd name="T68" fmla="*/ 4 w 6"/>
                <a:gd name="T69" fmla="*/ 39 h 54"/>
                <a:gd name="T70" fmla="*/ 4 w 6"/>
                <a:gd name="T71" fmla="*/ 42 h 54"/>
                <a:gd name="T72" fmla="*/ 4 w 6"/>
                <a:gd name="T73" fmla="*/ 45 h 54"/>
                <a:gd name="T74" fmla="*/ 4 w 6"/>
                <a:gd name="T75" fmla="*/ 47 h 54"/>
                <a:gd name="T76" fmla="*/ 5 w 6"/>
                <a:gd name="T77" fmla="*/ 47 h 54"/>
                <a:gd name="T78" fmla="*/ 5 w 6"/>
                <a:gd name="T79" fmla="*/ 46 h 54"/>
                <a:gd name="T80" fmla="*/ 5 w 6"/>
                <a:gd name="T81" fmla="*/ 46 h 54"/>
                <a:gd name="T82" fmla="*/ 5 w 6"/>
                <a:gd name="T83" fmla="*/ 47 h 54"/>
                <a:gd name="T84" fmla="*/ 5 w 6"/>
                <a:gd name="T85" fmla="*/ 48 h 54"/>
                <a:gd name="T86" fmla="*/ 5 w 6"/>
                <a:gd name="T87" fmla="*/ 49 h 54"/>
                <a:gd name="T88" fmla="*/ 5 w 6"/>
                <a:gd name="T89" fmla="*/ 52 h 54"/>
                <a:gd name="T90" fmla="*/ 5 w 6"/>
                <a:gd name="T91" fmla="*/ 54 h 54"/>
                <a:gd name="T92" fmla="*/ 5 w 6"/>
                <a:gd name="T93" fmla="*/ 54 h 54"/>
                <a:gd name="T94" fmla="*/ 5 w 6"/>
                <a:gd name="T95" fmla="*/ 52 h 54"/>
                <a:gd name="T96" fmla="*/ 6 w 6"/>
                <a:gd name="T97" fmla="*/ 52 h 54"/>
                <a:gd name="T98" fmla="*/ 6 w 6"/>
                <a:gd name="T99" fmla="*/ 52 h 54"/>
                <a:gd name="T100" fmla="*/ 6 w 6"/>
                <a:gd name="T101" fmla="*/ 51 h 54"/>
                <a:gd name="T102" fmla="*/ 6 w 6"/>
                <a:gd name="T103" fmla="*/ 4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4">
                  <a:moveTo>
                    <a:pt x="0" y="2"/>
                  </a:moveTo>
                  <a:lnTo>
                    <a:pt x="0" y="3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7"/>
                  </a:lnTo>
                  <a:lnTo>
                    <a:pt x="1" y="12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1" y="25"/>
                  </a:lnTo>
                  <a:lnTo>
                    <a:pt x="1" y="29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2" y="29"/>
                  </a:lnTo>
                  <a:lnTo>
                    <a:pt x="2" y="25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2" y="29"/>
                  </a:lnTo>
                  <a:lnTo>
                    <a:pt x="2" y="33"/>
                  </a:lnTo>
                  <a:lnTo>
                    <a:pt x="3" y="35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3" y="41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3" y="46"/>
                  </a:lnTo>
                  <a:lnTo>
                    <a:pt x="4" y="44"/>
                  </a:lnTo>
                  <a:lnTo>
                    <a:pt x="4" y="40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4" y="45"/>
                  </a:lnTo>
                  <a:lnTo>
                    <a:pt x="4" y="47"/>
                  </a:lnTo>
                  <a:lnTo>
                    <a:pt x="5" y="47"/>
                  </a:lnTo>
                  <a:lnTo>
                    <a:pt x="5" y="46"/>
                  </a:lnTo>
                  <a:lnTo>
                    <a:pt x="5" y="46"/>
                  </a:lnTo>
                  <a:lnTo>
                    <a:pt x="5" y="47"/>
                  </a:lnTo>
                  <a:lnTo>
                    <a:pt x="5" y="48"/>
                  </a:lnTo>
                  <a:lnTo>
                    <a:pt x="5" y="49"/>
                  </a:lnTo>
                  <a:lnTo>
                    <a:pt x="5" y="52"/>
                  </a:lnTo>
                  <a:lnTo>
                    <a:pt x="5" y="54"/>
                  </a:lnTo>
                  <a:lnTo>
                    <a:pt x="5" y="54"/>
                  </a:lnTo>
                  <a:lnTo>
                    <a:pt x="5" y="52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6" y="51"/>
                  </a:lnTo>
                  <a:lnTo>
                    <a:pt x="6" y="4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56" name="Freeform 1117"/>
            <p:cNvSpPr/>
            <p:nvPr/>
          </p:nvSpPr>
          <p:spPr bwMode="auto">
            <a:xfrm>
              <a:off x="4743450" y="4670426"/>
              <a:ext cx="9525" cy="92075"/>
            </a:xfrm>
            <a:custGeom>
              <a:avLst/>
              <a:gdLst>
                <a:gd name="T0" fmla="*/ 0 w 6"/>
                <a:gd name="T1" fmla="*/ 58 h 58"/>
                <a:gd name="T2" fmla="*/ 0 w 6"/>
                <a:gd name="T3" fmla="*/ 52 h 58"/>
                <a:gd name="T4" fmla="*/ 0 w 6"/>
                <a:gd name="T5" fmla="*/ 47 h 58"/>
                <a:gd name="T6" fmla="*/ 0 w 6"/>
                <a:gd name="T7" fmla="*/ 44 h 58"/>
                <a:gd name="T8" fmla="*/ 1 w 6"/>
                <a:gd name="T9" fmla="*/ 42 h 58"/>
                <a:gd name="T10" fmla="*/ 1 w 6"/>
                <a:gd name="T11" fmla="*/ 40 h 58"/>
                <a:gd name="T12" fmla="*/ 1 w 6"/>
                <a:gd name="T13" fmla="*/ 39 h 58"/>
                <a:gd name="T14" fmla="*/ 1 w 6"/>
                <a:gd name="T15" fmla="*/ 39 h 58"/>
                <a:gd name="T16" fmla="*/ 1 w 6"/>
                <a:gd name="T17" fmla="*/ 39 h 58"/>
                <a:gd name="T18" fmla="*/ 1 w 6"/>
                <a:gd name="T19" fmla="*/ 37 h 58"/>
                <a:gd name="T20" fmla="*/ 1 w 6"/>
                <a:gd name="T21" fmla="*/ 34 h 58"/>
                <a:gd name="T22" fmla="*/ 1 w 6"/>
                <a:gd name="T23" fmla="*/ 31 h 58"/>
                <a:gd name="T24" fmla="*/ 1 w 6"/>
                <a:gd name="T25" fmla="*/ 27 h 58"/>
                <a:gd name="T26" fmla="*/ 2 w 6"/>
                <a:gd name="T27" fmla="*/ 21 h 58"/>
                <a:gd name="T28" fmla="*/ 2 w 6"/>
                <a:gd name="T29" fmla="*/ 16 h 58"/>
                <a:gd name="T30" fmla="*/ 2 w 6"/>
                <a:gd name="T31" fmla="*/ 10 h 58"/>
                <a:gd name="T32" fmla="*/ 2 w 6"/>
                <a:gd name="T33" fmla="*/ 6 h 58"/>
                <a:gd name="T34" fmla="*/ 2 w 6"/>
                <a:gd name="T35" fmla="*/ 5 h 58"/>
                <a:gd name="T36" fmla="*/ 2 w 6"/>
                <a:gd name="T37" fmla="*/ 6 h 58"/>
                <a:gd name="T38" fmla="*/ 2 w 6"/>
                <a:gd name="T39" fmla="*/ 7 h 58"/>
                <a:gd name="T40" fmla="*/ 2 w 6"/>
                <a:gd name="T41" fmla="*/ 9 h 58"/>
                <a:gd name="T42" fmla="*/ 2 w 6"/>
                <a:gd name="T43" fmla="*/ 11 h 58"/>
                <a:gd name="T44" fmla="*/ 3 w 6"/>
                <a:gd name="T45" fmla="*/ 11 h 58"/>
                <a:gd name="T46" fmla="*/ 3 w 6"/>
                <a:gd name="T47" fmla="*/ 10 h 58"/>
                <a:gd name="T48" fmla="*/ 3 w 6"/>
                <a:gd name="T49" fmla="*/ 10 h 58"/>
                <a:gd name="T50" fmla="*/ 3 w 6"/>
                <a:gd name="T51" fmla="*/ 9 h 58"/>
                <a:gd name="T52" fmla="*/ 3 w 6"/>
                <a:gd name="T53" fmla="*/ 8 h 58"/>
                <a:gd name="T54" fmla="*/ 3 w 6"/>
                <a:gd name="T55" fmla="*/ 7 h 58"/>
                <a:gd name="T56" fmla="*/ 4 w 6"/>
                <a:gd name="T57" fmla="*/ 8 h 58"/>
                <a:gd name="T58" fmla="*/ 4 w 6"/>
                <a:gd name="T59" fmla="*/ 11 h 58"/>
                <a:gd name="T60" fmla="*/ 4 w 6"/>
                <a:gd name="T61" fmla="*/ 14 h 58"/>
                <a:gd name="T62" fmla="*/ 4 w 6"/>
                <a:gd name="T63" fmla="*/ 15 h 58"/>
                <a:gd name="T64" fmla="*/ 4 w 6"/>
                <a:gd name="T65" fmla="*/ 15 h 58"/>
                <a:gd name="T66" fmla="*/ 4 w 6"/>
                <a:gd name="T67" fmla="*/ 12 h 58"/>
                <a:gd name="T68" fmla="*/ 4 w 6"/>
                <a:gd name="T69" fmla="*/ 9 h 58"/>
                <a:gd name="T70" fmla="*/ 4 w 6"/>
                <a:gd name="T71" fmla="*/ 8 h 58"/>
                <a:gd name="T72" fmla="*/ 4 w 6"/>
                <a:gd name="T73" fmla="*/ 7 h 58"/>
                <a:gd name="T74" fmla="*/ 5 w 6"/>
                <a:gd name="T75" fmla="*/ 2 h 58"/>
                <a:gd name="T76" fmla="*/ 5 w 6"/>
                <a:gd name="T77" fmla="*/ 0 h 58"/>
                <a:gd name="T78" fmla="*/ 5 w 6"/>
                <a:gd name="T79" fmla="*/ 2 h 58"/>
                <a:gd name="T80" fmla="*/ 5 w 6"/>
                <a:gd name="T81" fmla="*/ 6 h 58"/>
                <a:gd name="T82" fmla="*/ 5 w 6"/>
                <a:gd name="T83" fmla="*/ 10 h 58"/>
                <a:gd name="T84" fmla="*/ 5 w 6"/>
                <a:gd name="T85" fmla="*/ 14 h 58"/>
                <a:gd name="T86" fmla="*/ 6 w 6"/>
                <a:gd name="T87" fmla="*/ 16 h 58"/>
                <a:gd name="T88" fmla="*/ 6 w 6"/>
                <a:gd name="T89" fmla="*/ 19 h 58"/>
                <a:gd name="T90" fmla="*/ 6 w 6"/>
                <a:gd name="T91" fmla="*/ 22 h 58"/>
                <a:gd name="T92" fmla="*/ 6 w 6"/>
                <a:gd name="T93" fmla="*/ 25 h 58"/>
                <a:gd name="T94" fmla="*/ 6 w 6"/>
                <a:gd name="T95" fmla="*/ 25 h 58"/>
                <a:gd name="T96" fmla="*/ 6 w 6"/>
                <a:gd name="T97" fmla="*/ 26 h 58"/>
                <a:gd name="T98" fmla="*/ 6 w 6"/>
                <a:gd name="T99" fmla="*/ 30 h 58"/>
                <a:gd name="T100" fmla="*/ 6 w 6"/>
                <a:gd name="T101" fmla="*/ 32 h 58"/>
                <a:gd name="T102" fmla="*/ 6 w 6"/>
                <a:gd name="T103" fmla="*/ 3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8">
                  <a:moveTo>
                    <a:pt x="0" y="58"/>
                  </a:moveTo>
                  <a:lnTo>
                    <a:pt x="0" y="52"/>
                  </a:lnTo>
                  <a:lnTo>
                    <a:pt x="0" y="47"/>
                  </a:lnTo>
                  <a:lnTo>
                    <a:pt x="0" y="44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9"/>
                  </a:lnTo>
                  <a:lnTo>
                    <a:pt x="1" y="39"/>
                  </a:lnTo>
                  <a:lnTo>
                    <a:pt x="1" y="39"/>
                  </a:lnTo>
                  <a:lnTo>
                    <a:pt x="1" y="37"/>
                  </a:lnTo>
                  <a:lnTo>
                    <a:pt x="1" y="34"/>
                  </a:lnTo>
                  <a:lnTo>
                    <a:pt x="1" y="31"/>
                  </a:lnTo>
                  <a:lnTo>
                    <a:pt x="1" y="27"/>
                  </a:lnTo>
                  <a:lnTo>
                    <a:pt x="2" y="21"/>
                  </a:lnTo>
                  <a:lnTo>
                    <a:pt x="2" y="16"/>
                  </a:lnTo>
                  <a:lnTo>
                    <a:pt x="2" y="10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11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9"/>
                  </a:lnTo>
                  <a:lnTo>
                    <a:pt x="3" y="8"/>
                  </a:lnTo>
                  <a:lnTo>
                    <a:pt x="3" y="7"/>
                  </a:lnTo>
                  <a:lnTo>
                    <a:pt x="4" y="8"/>
                  </a:lnTo>
                  <a:lnTo>
                    <a:pt x="4" y="11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2"/>
                  </a:lnTo>
                  <a:lnTo>
                    <a:pt x="4" y="9"/>
                  </a:lnTo>
                  <a:lnTo>
                    <a:pt x="4" y="8"/>
                  </a:lnTo>
                  <a:lnTo>
                    <a:pt x="4" y="7"/>
                  </a:lnTo>
                  <a:lnTo>
                    <a:pt x="5" y="2"/>
                  </a:lnTo>
                  <a:lnTo>
                    <a:pt x="5" y="0"/>
                  </a:lnTo>
                  <a:lnTo>
                    <a:pt x="5" y="2"/>
                  </a:lnTo>
                  <a:lnTo>
                    <a:pt x="5" y="6"/>
                  </a:lnTo>
                  <a:lnTo>
                    <a:pt x="5" y="10"/>
                  </a:lnTo>
                  <a:lnTo>
                    <a:pt x="5" y="14"/>
                  </a:lnTo>
                  <a:lnTo>
                    <a:pt x="6" y="16"/>
                  </a:lnTo>
                  <a:lnTo>
                    <a:pt x="6" y="19"/>
                  </a:lnTo>
                  <a:lnTo>
                    <a:pt x="6" y="22"/>
                  </a:lnTo>
                  <a:lnTo>
                    <a:pt x="6" y="25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6" y="30"/>
                  </a:lnTo>
                  <a:lnTo>
                    <a:pt x="6" y="32"/>
                  </a:lnTo>
                  <a:lnTo>
                    <a:pt x="6" y="3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57" name="Freeform 1118"/>
            <p:cNvSpPr/>
            <p:nvPr/>
          </p:nvSpPr>
          <p:spPr bwMode="auto">
            <a:xfrm>
              <a:off x="4752975" y="4721226"/>
              <a:ext cx="11113" cy="57150"/>
            </a:xfrm>
            <a:custGeom>
              <a:avLst/>
              <a:gdLst>
                <a:gd name="T0" fmla="*/ 0 w 7"/>
                <a:gd name="T1" fmla="*/ 0 h 36"/>
                <a:gd name="T2" fmla="*/ 0 w 7"/>
                <a:gd name="T3" fmla="*/ 0 h 36"/>
                <a:gd name="T4" fmla="*/ 1 w 7"/>
                <a:gd name="T5" fmla="*/ 0 h 36"/>
                <a:gd name="T6" fmla="*/ 1 w 7"/>
                <a:gd name="T7" fmla="*/ 2 h 36"/>
                <a:gd name="T8" fmla="*/ 1 w 7"/>
                <a:gd name="T9" fmla="*/ 4 h 36"/>
                <a:gd name="T10" fmla="*/ 1 w 7"/>
                <a:gd name="T11" fmla="*/ 7 h 36"/>
                <a:gd name="T12" fmla="*/ 1 w 7"/>
                <a:gd name="T13" fmla="*/ 12 h 36"/>
                <a:gd name="T14" fmla="*/ 1 w 7"/>
                <a:gd name="T15" fmla="*/ 15 h 36"/>
                <a:gd name="T16" fmla="*/ 1 w 7"/>
                <a:gd name="T17" fmla="*/ 16 h 36"/>
                <a:gd name="T18" fmla="*/ 1 w 7"/>
                <a:gd name="T19" fmla="*/ 17 h 36"/>
                <a:gd name="T20" fmla="*/ 1 w 7"/>
                <a:gd name="T21" fmla="*/ 18 h 36"/>
                <a:gd name="T22" fmla="*/ 2 w 7"/>
                <a:gd name="T23" fmla="*/ 17 h 36"/>
                <a:gd name="T24" fmla="*/ 2 w 7"/>
                <a:gd name="T25" fmla="*/ 17 h 36"/>
                <a:gd name="T26" fmla="*/ 2 w 7"/>
                <a:gd name="T27" fmla="*/ 21 h 36"/>
                <a:gd name="T28" fmla="*/ 2 w 7"/>
                <a:gd name="T29" fmla="*/ 27 h 36"/>
                <a:gd name="T30" fmla="*/ 2 w 7"/>
                <a:gd name="T31" fmla="*/ 29 h 36"/>
                <a:gd name="T32" fmla="*/ 2 w 7"/>
                <a:gd name="T33" fmla="*/ 31 h 36"/>
                <a:gd name="T34" fmla="*/ 2 w 7"/>
                <a:gd name="T35" fmla="*/ 32 h 36"/>
                <a:gd name="T36" fmla="*/ 3 w 7"/>
                <a:gd name="T37" fmla="*/ 33 h 36"/>
                <a:gd name="T38" fmla="*/ 3 w 7"/>
                <a:gd name="T39" fmla="*/ 32 h 36"/>
                <a:gd name="T40" fmla="*/ 3 w 7"/>
                <a:gd name="T41" fmla="*/ 31 h 36"/>
                <a:gd name="T42" fmla="*/ 3 w 7"/>
                <a:gd name="T43" fmla="*/ 30 h 36"/>
                <a:gd name="T44" fmla="*/ 3 w 7"/>
                <a:gd name="T45" fmla="*/ 30 h 36"/>
                <a:gd name="T46" fmla="*/ 3 w 7"/>
                <a:gd name="T47" fmla="*/ 32 h 36"/>
                <a:gd name="T48" fmla="*/ 3 w 7"/>
                <a:gd name="T49" fmla="*/ 33 h 36"/>
                <a:gd name="T50" fmla="*/ 3 w 7"/>
                <a:gd name="T51" fmla="*/ 31 h 36"/>
                <a:gd name="T52" fmla="*/ 3 w 7"/>
                <a:gd name="T53" fmla="*/ 29 h 36"/>
                <a:gd name="T54" fmla="*/ 4 w 7"/>
                <a:gd name="T55" fmla="*/ 32 h 36"/>
                <a:gd name="T56" fmla="*/ 4 w 7"/>
                <a:gd name="T57" fmla="*/ 36 h 36"/>
                <a:gd name="T58" fmla="*/ 4 w 7"/>
                <a:gd name="T59" fmla="*/ 35 h 36"/>
                <a:gd name="T60" fmla="*/ 4 w 7"/>
                <a:gd name="T61" fmla="*/ 30 h 36"/>
                <a:gd name="T62" fmla="*/ 4 w 7"/>
                <a:gd name="T63" fmla="*/ 25 h 36"/>
                <a:gd name="T64" fmla="*/ 4 w 7"/>
                <a:gd name="T65" fmla="*/ 24 h 36"/>
                <a:gd name="T66" fmla="*/ 5 w 7"/>
                <a:gd name="T67" fmla="*/ 22 h 36"/>
                <a:gd name="T68" fmla="*/ 5 w 7"/>
                <a:gd name="T69" fmla="*/ 18 h 36"/>
                <a:gd name="T70" fmla="*/ 5 w 7"/>
                <a:gd name="T71" fmla="*/ 14 h 36"/>
                <a:gd name="T72" fmla="*/ 5 w 7"/>
                <a:gd name="T73" fmla="*/ 12 h 36"/>
                <a:gd name="T74" fmla="*/ 5 w 7"/>
                <a:gd name="T75" fmla="*/ 13 h 36"/>
                <a:gd name="T76" fmla="*/ 5 w 7"/>
                <a:gd name="T77" fmla="*/ 12 h 36"/>
                <a:gd name="T78" fmla="*/ 5 w 7"/>
                <a:gd name="T79" fmla="*/ 10 h 36"/>
                <a:gd name="T80" fmla="*/ 5 w 7"/>
                <a:gd name="T81" fmla="*/ 10 h 36"/>
                <a:gd name="T82" fmla="*/ 5 w 7"/>
                <a:gd name="T83" fmla="*/ 11 h 36"/>
                <a:gd name="T84" fmla="*/ 6 w 7"/>
                <a:gd name="T85" fmla="*/ 11 h 36"/>
                <a:gd name="T86" fmla="*/ 6 w 7"/>
                <a:gd name="T87" fmla="*/ 11 h 36"/>
                <a:gd name="T88" fmla="*/ 6 w 7"/>
                <a:gd name="T89" fmla="*/ 12 h 36"/>
                <a:gd name="T90" fmla="*/ 6 w 7"/>
                <a:gd name="T91" fmla="*/ 10 h 36"/>
                <a:gd name="T92" fmla="*/ 6 w 7"/>
                <a:gd name="T93" fmla="*/ 8 h 36"/>
                <a:gd name="T94" fmla="*/ 6 w 7"/>
                <a:gd name="T95" fmla="*/ 8 h 36"/>
                <a:gd name="T96" fmla="*/ 6 w 7"/>
                <a:gd name="T97" fmla="*/ 9 h 36"/>
                <a:gd name="T98" fmla="*/ 6 w 7"/>
                <a:gd name="T99" fmla="*/ 9 h 36"/>
                <a:gd name="T100" fmla="*/ 6 w 7"/>
                <a:gd name="T101" fmla="*/ 7 h 36"/>
                <a:gd name="T102" fmla="*/ 7 w 7"/>
                <a:gd name="T103" fmla="*/ 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36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7"/>
                  </a:lnTo>
                  <a:lnTo>
                    <a:pt x="1" y="12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21"/>
                  </a:lnTo>
                  <a:lnTo>
                    <a:pt x="2" y="27"/>
                  </a:lnTo>
                  <a:lnTo>
                    <a:pt x="2" y="29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3" y="33"/>
                  </a:lnTo>
                  <a:lnTo>
                    <a:pt x="3" y="32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3" y="32"/>
                  </a:lnTo>
                  <a:lnTo>
                    <a:pt x="3" y="33"/>
                  </a:lnTo>
                  <a:lnTo>
                    <a:pt x="3" y="31"/>
                  </a:lnTo>
                  <a:lnTo>
                    <a:pt x="3" y="29"/>
                  </a:lnTo>
                  <a:lnTo>
                    <a:pt x="4" y="32"/>
                  </a:lnTo>
                  <a:lnTo>
                    <a:pt x="4" y="36"/>
                  </a:lnTo>
                  <a:lnTo>
                    <a:pt x="4" y="35"/>
                  </a:lnTo>
                  <a:lnTo>
                    <a:pt x="4" y="30"/>
                  </a:lnTo>
                  <a:lnTo>
                    <a:pt x="4" y="25"/>
                  </a:lnTo>
                  <a:lnTo>
                    <a:pt x="4" y="24"/>
                  </a:lnTo>
                  <a:lnTo>
                    <a:pt x="5" y="22"/>
                  </a:lnTo>
                  <a:lnTo>
                    <a:pt x="5" y="18"/>
                  </a:lnTo>
                  <a:lnTo>
                    <a:pt x="5" y="14"/>
                  </a:lnTo>
                  <a:lnTo>
                    <a:pt x="5" y="12"/>
                  </a:lnTo>
                  <a:lnTo>
                    <a:pt x="5" y="13"/>
                  </a:lnTo>
                  <a:lnTo>
                    <a:pt x="5" y="12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6" y="8"/>
                  </a:lnTo>
                  <a:lnTo>
                    <a:pt x="6" y="8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7"/>
                  </a:lnTo>
                  <a:lnTo>
                    <a:pt x="7" y="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58" name="Freeform 1119"/>
            <p:cNvSpPr/>
            <p:nvPr/>
          </p:nvSpPr>
          <p:spPr bwMode="auto">
            <a:xfrm>
              <a:off x="4762500" y="4645026"/>
              <a:ext cx="11113" cy="87313"/>
            </a:xfrm>
            <a:custGeom>
              <a:avLst/>
              <a:gdLst>
                <a:gd name="T0" fmla="*/ 0 w 7"/>
                <a:gd name="T1" fmla="*/ 55 h 55"/>
                <a:gd name="T2" fmla="*/ 1 w 7"/>
                <a:gd name="T3" fmla="*/ 52 h 55"/>
                <a:gd name="T4" fmla="*/ 1 w 7"/>
                <a:gd name="T5" fmla="*/ 52 h 55"/>
                <a:gd name="T6" fmla="*/ 1 w 7"/>
                <a:gd name="T7" fmla="*/ 50 h 55"/>
                <a:gd name="T8" fmla="*/ 1 w 7"/>
                <a:gd name="T9" fmla="*/ 45 h 55"/>
                <a:gd name="T10" fmla="*/ 1 w 7"/>
                <a:gd name="T11" fmla="*/ 42 h 55"/>
                <a:gd name="T12" fmla="*/ 1 w 7"/>
                <a:gd name="T13" fmla="*/ 43 h 55"/>
                <a:gd name="T14" fmla="*/ 2 w 7"/>
                <a:gd name="T15" fmla="*/ 43 h 55"/>
                <a:gd name="T16" fmla="*/ 2 w 7"/>
                <a:gd name="T17" fmla="*/ 42 h 55"/>
                <a:gd name="T18" fmla="*/ 2 w 7"/>
                <a:gd name="T19" fmla="*/ 41 h 55"/>
                <a:gd name="T20" fmla="*/ 2 w 7"/>
                <a:gd name="T21" fmla="*/ 41 h 55"/>
                <a:gd name="T22" fmla="*/ 2 w 7"/>
                <a:gd name="T23" fmla="*/ 39 h 55"/>
                <a:gd name="T24" fmla="*/ 2 w 7"/>
                <a:gd name="T25" fmla="*/ 36 h 55"/>
                <a:gd name="T26" fmla="*/ 2 w 7"/>
                <a:gd name="T27" fmla="*/ 34 h 55"/>
                <a:gd name="T28" fmla="*/ 2 w 7"/>
                <a:gd name="T29" fmla="*/ 31 h 55"/>
                <a:gd name="T30" fmla="*/ 2 w 7"/>
                <a:gd name="T31" fmla="*/ 27 h 55"/>
                <a:gd name="T32" fmla="*/ 3 w 7"/>
                <a:gd name="T33" fmla="*/ 24 h 55"/>
                <a:gd name="T34" fmla="*/ 3 w 7"/>
                <a:gd name="T35" fmla="*/ 21 h 55"/>
                <a:gd name="T36" fmla="*/ 3 w 7"/>
                <a:gd name="T37" fmla="*/ 15 h 55"/>
                <a:gd name="T38" fmla="*/ 3 w 7"/>
                <a:gd name="T39" fmla="*/ 11 h 55"/>
                <a:gd name="T40" fmla="*/ 3 w 7"/>
                <a:gd name="T41" fmla="*/ 8 h 55"/>
                <a:gd name="T42" fmla="*/ 3 w 7"/>
                <a:gd name="T43" fmla="*/ 7 h 55"/>
                <a:gd name="T44" fmla="*/ 4 w 7"/>
                <a:gd name="T45" fmla="*/ 4 h 55"/>
                <a:gd name="T46" fmla="*/ 4 w 7"/>
                <a:gd name="T47" fmla="*/ 1 h 55"/>
                <a:gd name="T48" fmla="*/ 4 w 7"/>
                <a:gd name="T49" fmla="*/ 0 h 55"/>
                <a:gd name="T50" fmla="*/ 4 w 7"/>
                <a:gd name="T51" fmla="*/ 1 h 55"/>
                <a:gd name="T52" fmla="*/ 4 w 7"/>
                <a:gd name="T53" fmla="*/ 1 h 55"/>
                <a:gd name="T54" fmla="*/ 4 w 7"/>
                <a:gd name="T55" fmla="*/ 0 h 55"/>
                <a:gd name="T56" fmla="*/ 4 w 7"/>
                <a:gd name="T57" fmla="*/ 0 h 55"/>
                <a:gd name="T58" fmla="*/ 4 w 7"/>
                <a:gd name="T59" fmla="*/ 0 h 55"/>
                <a:gd name="T60" fmla="*/ 4 w 7"/>
                <a:gd name="T61" fmla="*/ 0 h 55"/>
                <a:gd name="T62" fmla="*/ 4 w 7"/>
                <a:gd name="T63" fmla="*/ 1 h 55"/>
                <a:gd name="T64" fmla="*/ 5 w 7"/>
                <a:gd name="T65" fmla="*/ 2 h 55"/>
                <a:gd name="T66" fmla="*/ 5 w 7"/>
                <a:gd name="T67" fmla="*/ 5 h 55"/>
                <a:gd name="T68" fmla="*/ 5 w 7"/>
                <a:gd name="T69" fmla="*/ 8 h 55"/>
                <a:gd name="T70" fmla="*/ 5 w 7"/>
                <a:gd name="T71" fmla="*/ 12 h 55"/>
                <a:gd name="T72" fmla="*/ 5 w 7"/>
                <a:gd name="T73" fmla="*/ 13 h 55"/>
                <a:gd name="T74" fmla="*/ 5 w 7"/>
                <a:gd name="T75" fmla="*/ 13 h 55"/>
                <a:gd name="T76" fmla="*/ 6 w 7"/>
                <a:gd name="T77" fmla="*/ 13 h 55"/>
                <a:gd name="T78" fmla="*/ 6 w 7"/>
                <a:gd name="T79" fmla="*/ 15 h 55"/>
                <a:gd name="T80" fmla="*/ 6 w 7"/>
                <a:gd name="T81" fmla="*/ 16 h 55"/>
                <a:gd name="T82" fmla="*/ 6 w 7"/>
                <a:gd name="T83" fmla="*/ 18 h 55"/>
                <a:gd name="T84" fmla="*/ 6 w 7"/>
                <a:gd name="T85" fmla="*/ 20 h 55"/>
                <a:gd name="T86" fmla="*/ 6 w 7"/>
                <a:gd name="T87" fmla="*/ 22 h 55"/>
                <a:gd name="T88" fmla="*/ 6 w 7"/>
                <a:gd name="T89" fmla="*/ 23 h 55"/>
                <a:gd name="T90" fmla="*/ 6 w 7"/>
                <a:gd name="T91" fmla="*/ 23 h 55"/>
                <a:gd name="T92" fmla="*/ 6 w 7"/>
                <a:gd name="T93" fmla="*/ 24 h 55"/>
                <a:gd name="T94" fmla="*/ 7 w 7"/>
                <a:gd name="T95" fmla="*/ 26 h 55"/>
                <a:gd name="T96" fmla="*/ 7 w 7"/>
                <a:gd name="T97" fmla="*/ 28 h 55"/>
                <a:gd name="T98" fmla="*/ 7 w 7"/>
                <a:gd name="T99" fmla="*/ 30 h 55"/>
                <a:gd name="T100" fmla="*/ 7 w 7"/>
                <a:gd name="T101" fmla="*/ 30 h 55"/>
                <a:gd name="T102" fmla="*/ 7 w 7"/>
                <a:gd name="T103" fmla="*/ 2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5">
                  <a:moveTo>
                    <a:pt x="0" y="55"/>
                  </a:moveTo>
                  <a:lnTo>
                    <a:pt x="1" y="52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5"/>
                  </a:lnTo>
                  <a:lnTo>
                    <a:pt x="1" y="42"/>
                  </a:lnTo>
                  <a:lnTo>
                    <a:pt x="1" y="43"/>
                  </a:lnTo>
                  <a:lnTo>
                    <a:pt x="2" y="43"/>
                  </a:lnTo>
                  <a:lnTo>
                    <a:pt x="2" y="42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39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1"/>
                  </a:lnTo>
                  <a:lnTo>
                    <a:pt x="2" y="27"/>
                  </a:lnTo>
                  <a:lnTo>
                    <a:pt x="3" y="24"/>
                  </a:lnTo>
                  <a:lnTo>
                    <a:pt x="3" y="21"/>
                  </a:lnTo>
                  <a:lnTo>
                    <a:pt x="3" y="15"/>
                  </a:lnTo>
                  <a:lnTo>
                    <a:pt x="3" y="11"/>
                  </a:lnTo>
                  <a:lnTo>
                    <a:pt x="3" y="8"/>
                  </a:lnTo>
                  <a:lnTo>
                    <a:pt x="3" y="7"/>
                  </a:lnTo>
                  <a:lnTo>
                    <a:pt x="4" y="4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5" y="2"/>
                  </a:lnTo>
                  <a:lnTo>
                    <a:pt x="5" y="5"/>
                  </a:lnTo>
                  <a:lnTo>
                    <a:pt x="5" y="8"/>
                  </a:lnTo>
                  <a:lnTo>
                    <a:pt x="5" y="12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6" y="15"/>
                  </a:lnTo>
                  <a:lnTo>
                    <a:pt x="6" y="16"/>
                  </a:lnTo>
                  <a:lnTo>
                    <a:pt x="6" y="18"/>
                  </a:lnTo>
                  <a:lnTo>
                    <a:pt x="6" y="20"/>
                  </a:lnTo>
                  <a:lnTo>
                    <a:pt x="6" y="22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6" y="24"/>
                  </a:lnTo>
                  <a:lnTo>
                    <a:pt x="7" y="26"/>
                  </a:lnTo>
                  <a:lnTo>
                    <a:pt x="7" y="28"/>
                  </a:lnTo>
                  <a:lnTo>
                    <a:pt x="7" y="30"/>
                  </a:lnTo>
                  <a:lnTo>
                    <a:pt x="7" y="30"/>
                  </a:lnTo>
                  <a:lnTo>
                    <a:pt x="7" y="2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59" name="Freeform 1120"/>
            <p:cNvSpPr/>
            <p:nvPr/>
          </p:nvSpPr>
          <p:spPr bwMode="auto">
            <a:xfrm>
              <a:off x="4773613" y="4689476"/>
              <a:ext cx="9525" cy="31750"/>
            </a:xfrm>
            <a:custGeom>
              <a:avLst/>
              <a:gdLst>
                <a:gd name="T0" fmla="*/ 0 w 6"/>
                <a:gd name="T1" fmla="*/ 2 h 20"/>
                <a:gd name="T2" fmla="*/ 0 w 6"/>
                <a:gd name="T3" fmla="*/ 0 h 20"/>
                <a:gd name="T4" fmla="*/ 0 w 6"/>
                <a:gd name="T5" fmla="*/ 1 h 20"/>
                <a:gd name="T6" fmla="*/ 0 w 6"/>
                <a:gd name="T7" fmla="*/ 4 h 20"/>
                <a:gd name="T8" fmla="*/ 0 w 6"/>
                <a:gd name="T9" fmla="*/ 7 h 20"/>
                <a:gd name="T10" fmla="*/ 0 w 6"/>
                <a:gd name="T11" fmla="*/ 7 h 20"/>
                <a:gd name="T12" fmla="*/ 1 w 6"/>
                <a:gd name="T13" fmla="*/ 7 h 20"/>
                <a:gd name="T14" fmla="*/ 1 w 6"/>
                <a:gd name="T15" fmla="*/ 7 h 20"/>
                <a:gd name="T16" fmla="*/ 1 w 6"/>
                <a:gd name="T17" fmla="*/ 9 h 20"/>
                <a:gd name="T18" fmla="*/ 1 w 6"/>
                <a:gd name="T19" fmla="*/ 11 h 20"/>
                <a:gd name="T20" fmla="*/ 1 w 6"/>
                <a:gd name="T21" fmla="*/ 13 h 20"/>
                <a:gd name="T22" fmla="*/ 1 w 6"/>
                <a:gd name="T23" fmla="*/ 12 h 20"/>
                <a:gd name="T24" fmla="*/ 2 w 6"/>
                <a:gd name="T25" fmla="*/ 10 h 20"/>
                <a:gd name="T26" fmla="*/ 2 w 6"/>
                <a:gd name="T27" fmla="*/ 10 h 20"/>
                <a:gd name="T28" fmla="*/ 2 w 6"/>
                <a:gd name="T29" fmla="*/ 12 h 20"/>
                <a:gd name="T30" fmla="*/ 2 w 6"/>
                <a:gd name="T31" fmla="*/ 13 h 20"/>
                <a:gd name="T32" fmla="*/ 2 w 6"/>
                <a:gd name="T33" fmla="*/ 12 h 20"/>
                <a:gd name="T34" fmla="*/ 2 w 6"/>
                <a:gd name="T35" fmla="*/ 12 h 20"/>
                <a:gd name="T36" fmla="*/ 2 w 6"/>
                <a:gd name="T37" fmla="*/ 15 h 20"/>
                <a:gd name="T38" fmla="*/ 2 w 6"/>
                <a:gd name="T39" fmla="*/ 18 h 20"/>
                <a:gd name="T40" fmla="*/ 2 w 6"/>
                <a:gd name="T41" fmla="*/ 17 h 20"/>
                <a:gd name="T42" fmla="*/ 3 w 6"/>
                <a:gd name="T43" fmla="*/ 16 h 20"/>
                <a:gd name="T44" fmla="*/ 3 w 6"/>
                <a:gd name="T45" fmla="*/ 14 h 20"/>
                <a:gd name="T46" fmla="*/ 3 w 6"/>
                <a:gd name="T47" fmla="*/ 14 h 20"/>
                <a:gd name="T48" fmla="*/ 3 w 6"/>
                <a:gd name="T49" fmla="*/ 15 h 20"/>
                <a:gd name="T50" fmla="*/ 3 w 6"/>
                <a:gd name="T51" fmla="*/ 12 h 20"/>
                <a:gd name="T52" fmla="*/ 3 w 6"/>
                <a:gd name="T53" fmla="*/ 9 h 20"/>
                <a:gd name="T54" fmla="*/ 4 w 6"/>
                <a:gd name="T55" fmla="*/ 7 h 20"/>
                <a:gd name="T56" fmla="*/ 4 w 6"/>
                <a:gd name="T57" fmla="*/ 5 h 20"/>
                <a:gd name="T58" fmla="*/ 4 w 6"/>
                <a:gd name="T59" fmla="*/ 3 h 20"/>
                <a:gd name="T60" fmla="*/ 4 w 6"/>
                <a:gd name="T61" fmla="*/ 4 h 20"/>
                <a:gd name="T62" fmla="*/ 4 w 6"/>
                <a:gd name="T63" fmla="*/ 7 h 20"/>
                <a:gd name="T64" fmla="*/ 4 w 6"/>
                <a:gd name="T65" fmla="*/ 9 h 20"/>
                <a:gd name="T66" fmla="*/ 4 w 6"/>
                <a:gd name="T67" fmla="*/ 11 h 20"/>
                <a:gd name="T68" fmla="*/ 4 w 6"/>
                <a:gd name="T69" fmla="*/ 15 h 20"/>
                <a:gd name="T70" fmla="*/ 4 w 6"/>
                <a:gd name="T71" fmla="*/ 17 h 20"/>
                <a:gd name="T72" fmla="*/ 5 w 6"/>
                <a:gd name="T73" fmla="*/ 18 h 20"/>
                <a:gd name="T74" fmla="*/ 5 w 6"/>
                <a:gd name="T75" fmla="*/ 19 h 20"/>
                <a:gd name="T76" fmla="*/ 5 w 6"/>
                <a:gd name="T77" fmla="*/ 19 h 20"/>
                <a:gd name="T78" fmla="*/ 5 w 6"/>
                <a:gd name="T79" fmla="*/ 19 h 20"/>
                <a:gd name="T80" fmla="*/ 5 w 6"/>
                <a:gd name="T81" fmla="*/ 18 h 20"/>
                <a:gd name="T82" fmla="*/ 5 w 6"/>
                <a:gd name="T83" fmla="*/ 17 h 20"/>
                <a:gd name="T84" fmla="*/ 5 w 6"/>
                <a:gd name="T85" fmla="*/ 16 h 20"/>
                <a:gd name="T86" fmla="*/ 5 w 6"/>
                <a:gd name="T87" fmla="*/ 15 h 20"/>
                <a:gd name="T88" fmla="*/ 5 w 6"/>
                <a:gd name="T89" fmla="*/ 15 h 20"/>
                <a:gd name="T90" fmla="*/ 6 w 6"/>
                <a:gd name="T91" fmla="*/ 18 h 20"/>
                <a:gd name="T92" fmla="*/ 6 w 6"/>
                <a:gd name="T93" fmla="*/ 19 h 20"/>
                <a:gd name="T94" fmla="*/ 6 w 6"/>
                <a:gd name="T95" fmla="*/ 18 h 20"/>
                <a:gd name="T96" fmla="*/ 6 w 6"/>
                <a:gd name="T97" fmla="*/ 18 h 20"/>
                <a:gd name="T98" fmla="*/ 6 w 6"/>
                <a:gd name="T99" fmla="*/ 20 h 20"/>
                <a:gd name="T100" fmla="*/ 6 w 6"/>
                <a:gd name="T101" fmla="*/ 20 h 20"/>
                <a:gd name="T102" fmla="*/ 6 w 6"/>
                <a:gd name="T103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20">
                  <a:moveTo>
                    <a:pt x="0" y="2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9"/>
                  </a:lnTo>
                  <a:lnTo>
                    <a:pt x="1" y="11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2"/>
                  </a:lnTo>
                  <a:lnTo>
                    <a:pt x="3" y="9"/>
                  </a:lnTo>
                  <a:lnTo>
                    <a:pt x="4" y="7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4"/>
                  </a:lnTo>
                  <a:lnTo>
                    <a:pt x="4" y="7"/>
                  </a:lnTo>
                  <a:lnTo>
                    <a:pt x="4" y="9"/>
                  </a:lnTo>
                  <a:lnTo>
                    <a:pt x="4" y="11"/>
                  </a:lnTo>
                  <a:lnTo>
                    <a:pt x="4" y="15"/>
                  </a:lnTo>
                  <a:lnTo>
                    <a:pt x="4" y="17"/>
                  </a:lnTo>
                  <a:lnTo>
                    <a:pt x="5" y="18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18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6" y="18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60" name="Freeform 1121"/>
            <p:cNvSpPr/>
            <p:nvPr/>
          </p:nvSpPr>
          <p:spPr bwMode="auto">
            <a:xfrm>
              <a:off x="4783138" y="4691063"/>
              <a:ext cx="11113" cy="60325"/>
            </a:xfrm>
            <a:custGeom>
              <a:avLst/>
              <a:gdLst>
                <a:gd name="T0" fmla="*/ 0 w 7"/>
                <a:gd name="T1" fmla="*/ 19 h 38"/>
                <a:gd name="T2" fmla="*/ 0 w 7"/>
                <a:gd name="T3" fmla="*/ 18 h 38"/>
                <a:gd name="T4" fmla="*/ 1 w 7"/>
                <a:gd name="T5" fmla="*/ 19 h 38"/>
                <a:gd name="T6" fmla="*/ 1 w 7"/>
                <a:gd name="T7" fmla="*/ 23 h 38"/>
                <a:gd name="T8" fmla="*/ 1 w 7"/>
                <a:gd name="T9" fmla="*/ 24 h 38"/>
                <a:gd name="T10" fmla="*/ 1 w 7"/>
                <a:gd name="T11" fmla="*/ 24 h 38"/>
                <a:gd name="T12" fmla="*/ 1 w 7"/>
                <a:gd name="T13" fmla="*/ 24 h 38"/>
                <a:gd name="T14" fmla="*/ 1 w 7"/>
                <a:gd name="T15" fmla="*/ 23 h 38"/>
                <a:gd name="T16" fmla="*/ 1 w 7"/>
                <a:gd name="T17" fmla="*/ 23 h 38"/>
                <a:gd name="T18" fmla="*/ 1 w 7"/>
                <a:gd name="T19" fmla="*/ 23 h 38"/>
                <a:gd name="T20" fmla="*/ 1 w 7"/>
                <a:gd name="T21" fmla="*/ 22 h 38"/>
                <a:gd name="T22" fmla="*/ 2 w 7"/>
                <a:gd name="T23" fmla="*/ 20 h 38"/>
                <a:gd name="T24" fmla="*/ 2 w 7"/>
                <a:gd name="T25" fmla="*/ 19 h 38"/>
                <a:gd name="T26" fmla="*/ 2 w 7"/>
                <a:gd name="T27" fmla="*/ 21 h 38"/>
                <a:gd name="T28" fmla="*/ 2 w 7"/>
                <a:gd name="T29" fmla="*/ 23 h 38"/>
                <a:gd name="T30" fmla="*/ 2 w 7"/>
                <a:gd name="T31" fmla="*/ 22 h 38"/>
                <a:gd name="T32" fmla="*/ 2 w 7"/>
                <a:gd name="T33" fmla="*/ 23 h 38"/>
                <a:gd name="T34" fmla="*/ 3 w 7"/>
                <a:gd name="T35" fmla="*/ 26 h 38"/>
                <a:gd name="T36" fmla="*/ 3 w 7"/>
                <a:gd name="T37" fmla="*/ 27 h 38"/>
                <a:gd name="T38" fmla="*/ 3 w 7"/>
                <a:gd name="T39" fmla="*/ 25 h 38"/>
                <a:gd name="T40" fmla="*/ 3 w 7"/>
                <a:gd name="T41" fmla="*/ 23 h 38"/>
                <a:gd name="T42" fmla="*/ 3 w 7"/>
                <a:gd name="T43" fmla="*/ 21 h 38"/>
                <a:gd name="T44" fmla="*/ 3 w 7"/>
                <a:gd name="T45" fmla="*/ 18 h 38"/>
                <a:gd name="T46" fmla="*/ 3 w 7"/>
                <a:gd name="T47" fmla="*/ 16 h 38"/>
                <a:gd name="T48" fmla="*/ 3 w 7"/>
                <a:gd name="T49" fmla="*/ 11 h 38"/>
                <a:gd name="T50" fmla="*/ 3 w 7"/>
                <a:gd name="T51" fmla="*/ 5 h 38"/>
                <a:gd name="T52" fmla="*/ 4 w 7"/>
                <a:gd name="T53" fmla="*/ 2 h 38"/>
                <a:gd name="T54" fmla="*/ 4 w 7"/>
                <a:gd name="T55" fmla="*/ 1 h 38"/>
                <a:gd name="T56" fmla="*/ 4 w 7"/>
                <a:gd name="T57" fmla="*/ 0 h 38"/>
                <a:gd name="T58" fmla="*/ 4 w 7"/>
                <a:gd name="T59" fmla="*/ 1 h 38"/>
                <a:gd name="T60" fmla="*/ 4 w 7"/>
                <a:gd name="T61" fmla="*/ 4 h 38"/>
                <a:gd name="T62" fmla="*/ 4 w 7"/>
                <a:gd name="T63" fmla="*/ 6 h 38"/>
                <a:gd name="T64" fmla="*/ 4 w 7"/>
                <a:gd name="T65" fmla="*/ 7 h 38"/>
                <a:gd name="T66" fmla="*/ 4 w 7"/>
                <a:gd name="T67" fmla="*/ 12 h 38"/>
                <a:gd name="T68" fmla="*/ 4 w 7"/>
                <a:gd name="T69" fmla="*/ 20 h 38"/>
                <a:gd name="T70" fmla="*/ 5 w 7"/>
                <a:gd name="T71" fmla="*/ 26 h 38"/>
                <a:gd name="T72" fmla="*/ 5 w 7"/>
                <a:gd name="T73" fmla="*/ 30 h 38"/>
                <a:gd name="T74" fmla="*/ 5 w 7"/>
                <a:gd name="T75" fmla="*/ 33 h 38"/>
                <a:gd name="T76" fmla="*/ 5 w 7"/>
                <a:gd name="T77" fmla="*/ 36 h 38"/>
                <a:gd name="T78" fmla="*/ 5 w 7"/>
                <a:gd name="T79" fmla="*/ 36 h 38"/>
                <a:gd name="T80" fmla="*/ 5 w 7"/>
                <a:gd name="T81" fmla="*/ 35 h 38"/>
                <a:gd name="T82" fmla="*/ 6 w 7"/>
                <a:gd name="T83" fmla="*/ 34 h 38"/>
                <a:gd name="T84" fmla="*/ 6 w 7"/>
                <a:gd name="T85" fmla="*/ 34 h 38"/>
                <a:gd name="T86" fmla="*/ 6 w 7"/>
                <a:gd name="T87" fmla="*/ 34 h 38"/>
                <a:gd name="T88" fmla="*/ 6 w 7"/>
                <a:gd name="T89" fmla="*/ 35 h 38"/>
                <a:gd name="T90" fmla="*/ 6 w 7"/>
                <a:gd name="T91" fmla="*/ 34 h 38"/>
                <a:gd name="T92" fmla="*/ 6 w 7"/>
                <a:gd name="T93" fmla="*/ 32 h 38"/>
                <a:gd name="T94" fmla="*/ 6 w 7"/>
                <a:gd name="T95" fmla="*/ 33 h 38"/>
                <a:gd name="T96" fmla="*/ 6 w 7"/>
                <a:gd name="T97" fmla="*/ 34 h 38"/>
                <a:gd name="T98" fmla="*/ 6 w 7"/>
                <a:gd name="T99" fmla="*/ 34 h 38"/>
                <a:gd name="T100" fmla="*/ 7 w 7"/>
                <a:gd name="T101" fmla="*/ 35 h 38"/>
                <a:gd name="T102" fmla="*/ 7 w 7"/>
                <a:gd name="T10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38">
                  <a:moveTo>
                    <a:pt x="0" y="19"/>
                  </a:moveTo>
                  <a:lnTo>
                    <a:pt x="0" y="18"/>
                  </a:lnTo>
                  <a:lnTo>
                    <a:pt x="1" y="19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3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2" y="20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3" y="21"/>
                  </a:lnTo>
                  <a:lnTo>
                    <a:pt x="3" y="18"/>
                  </a:lnTo>
                  <a:lnTo>
                    <a:pt x="3" y="16"/>
                  </a:lnTo>
                  <a:lnTo>
                    <a:pt x="3" y="11"/>
                  </a:lnTo>
                  <a:lnTo>
                    <a:pt x="3" y="5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4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12"/>
                  </a:lnTo>
                  <a:lnTo>
                    <a:pt x="4" y="20"/>
                  </a:lnTo>
                  <a:lnTo>
                    <a:pt x="5" y="26"/>
                  </a:lnTo>
                  <a:lnTo>
                    <a:pt x="5" y="30"/>
                  </a:lnTo>
                  <a:lnTo>
                    <a:pt x="5" y="33"/>
                  </a:lnTo>
                  <a:lnTo>
                    <a:pt x="5" y="36"/>
                  </a:lnTo>
                  <a:lnTo>
                    <a:pt x="5" y="36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6" y="34"/>
                  </a:lnTo>
                  <a:lnTo>
                    <a:pt x="6" y="34"/>
                  </a:lnTo>
                  <a:lnTo>
                    <a:pt x="6" y="35"/>
                  </a:lnTo>
                  <a:lnTo>
                    <a:pt x="6" y="34"/>
                  </a:lnTo>
                  <a:lnTo>
                    <a:pt x="6" y="32"/>
                  </a:lnTo>
                  <a:lnTo>
                    <a:pt x="6" y="33"/>
                  </a:lnTo>
                  <a:lnTo>
                    <a:pt x="6" y="34"/>
                  </a:lnTo>
                  <a:lnTo>
                    <a:pt x="6" y="34"/>
                  </a:lnTo>
                  <a:lnTo>
                    <a:pt x="7" y="35"/>
                  </a:lnTo>
                  <a:lnTo>
                    <a:pt x="7" y="3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61" name="Freeform 1122"/>
            <p:cNvSpPr/>
            <p:nvPr/>
          </p:nvSpPr>
          <p:spPr bwMode="auto">
            <a:xfrm>
              <a:off x="4794250" y="4697413"/>
              <a:ext cx="9525" cy="69850"/>
            </a:xfrm>
            <a:custGeom>
              <a:avLst/>
              <a:gdLst>
                <a:gd name="T0" fmla="*/ 0 w 6"/>
                <a:gd name="T1" fmla="*/ 31 h 44"/>
                <a:gd name="T2" fmla="*/ 0 w 6"/>
                <a:gd name="T3" fmla="*/ 34 h 44"/>
                <a:gd name="T4" fmla="*/ 0 w 6"/>
                <a:gd name="T5" fmla="*/ 35 h 44"/>
                <a:gd name="T6" fmla="*/ 0 w 6"/>
                <a:gd name="T7" fmla="*/ 34 h 44"/>
                <a:gd name="T8" fmla="*/ 0 w 6"/>
                <a:gd name="T9" fmla="*/ 33 h 44"/>
                <a:gd name="T10" fmla="*/ 0 w 6"/>
                <a:gd name="T11" fmla="*/ 33 h 44"/>
                <a:gd name="T12" fmla="*/ 1 w 6"/>
                <a:gd name="T13" fmla="*/ 32 h 44"/>
                <a:gd name="T14" fmla="*/ 1 w 6"/>
                <a:gd name="T15" fmla="*/ 36 h 44"/>
                <a:gd name="T16" fmla="*/ 1 w 6"/>
                <a:gd name="T17" fmla="*/ 40 h 44"/>
                <a:gd name="T18" fmla="*/ 1 w 6"/>
                <a:gd name="T19" fmla="*/ 41 h 44"/>
                <a:gd name="T20" fmla="*/ 1 w 6"/>
                <a:gd name="T21" fmla="*/ 40 h 44"/>
                <a:gd name="T22" fmla="*/ 1 w 6"/>
                <a:gd name="T23" fmla="*/ 41 h 44"/>
                <a:gd name="T24" fmla="*/ 1 w 6"/>
                <a:gd name="T25" fmla="*/ 43 h 44"/>
                <a:gd name="T26" fmla="*/ 1 w 6"/>
                <a:gd name="T27" fmla="*/ 44 h 44"/>
                <a:gd name="T28" fmla="*/ 1 w 6"/>
                <a:gd name="T29" fmla="*/ 42 h 44"/>
                <a:gd name="T30" fmla="*/ 1 w 6"/>
                <a:gd name="T31" fmla="*/ 42 h 44"/>
                <a:gd name="T32" fmla="*/ 2 w 6"/>
                <a:gd name="T33" fmla="*/ 41 h 44"/>
                <a:gd name="T34" fmla="*/ 2 w 6"/>
                <a:gd name="T35" fmla="*/ 41 h 44"/>
                <a:gd name="T36" fmla="*/ 2 w 6"/>
                <a:gd name="T37" fmla="*/ 40 h 44"/>
                <a:gd name="T38" fmla="*/ 2 w 6"/>
                <a:gd name="T39" fmla="*/ 41 h 44"/>
                <a:gd name="T40" fmla="*/ 2 w 6"/>
                <a:gd name="T41" fmla="*/ 41 h 44"/>
                <a:gd name="T42" fmla="*/ 2 w 6"/>
                <a:gd name="T43" fmla="*/ 38 h 44"/>
                <a:gd name="T44" fmla="*/ 2 w 6"/>
                <a:gd name="T45" fmla="*/ 35 h 44"/>
                <a:gd name="T46" fmla="*/ 2 w 6"/>
                <a:gd name="T47" fmla="*/ 32 h 44"/>
                <a:gd name="T48" fmla="*/ 2 w 6"/>
                <a:gd name="T49" fmla="*/ 28 h 44"/>
                <a:gd name="T50" fmla="*/ 3 w 6"/>
                <a:gd name="T51" fmla="*/ 25 h 44"/>
                <a:gd name="T52" fmla="*/ 3 w 6"/>
                <a:gd name="T53" fmla="*/ 22 h 44"/>
                <a:gd name="T54" fmla="*/ 3 w 6"/>
                <a:gd name="T55" fmla="*/ 20 h 44"/>
                <a:gd name="T56" fmla="*/ 3 w 6"/>
                <a:gd name="T57" fmla="*/ 17 h 44"/>
                <a:gd name="T58" fmla="*/ 3 w 6"/>
                <a:gd name="T59" fmla="*/ 14 h 44"/>
                <a:gd name="T60" fmla="*/ 3 w 6"/>
                <a:gd name="T61" fmla="*/ 12 h 44"/>
                <a:gd name="T62" fmla="*/ 4 w 6"/>
                <a:gd name="T63" fmla="*/ 12 h 44"/>
                <a:gd name="T64" fmla="*/ 4 w 6"/>
                <a:gd name="T65" fmla="*/ 14 h 44"/>
                <a:gd name="T66" fmla="*/ 4 w 6"/>
                <a:gd name="T67" fmla="*/ 15 h 44"/>
                <a:gd name="T68" fmla="*/ 4 w 6"/>
                <a:gd name="T69" fmla="*/ 15 h 44"/>
                <a:gd name="T70" fmla="*/ 4 w 6"/>
                <a:gd name="T71" fmla="*/ 12 h 44"/>
                <a:gd name="T72" fmla="*/ 4 w 6"/>
                <a:gd name="T73" fmla="*/ 10 h 44"/>
                <a:gd name="T74" fmla="*/ 4 w 6"/>
                <a:gd name="T75" fmla="*/ 11 h 44"/>
                <a:gd name="T76" fmla="*/ 4 w 6"/>
                <a:gd name="T77" fmla="*/ 14 h 44"/>
                <a:gd name="T78" fmla="*/ 4 w 6"/>
                <a:gd name="T79" fmla="*/ 15 h 44"/>
                <a:gd name="T80" fmla="*/ 5 w 6"/>
                <a:gd name="T81" fmla="*/ 15 h 44"/>
                <a:gd name="T82" fmla="*/ 5 w 6"/>
                <a:gd name="T83" fmla="*/ 16 h 44"/>
                <a:gd name="T84" fmla="*/ 5 w 6"/>
                <a:gd name="T85" fmla="*/ 17 h 44"/>
                <a:gd name="T86" fmla="*/ 5 w 6"/>
                <a:gd name="T87" fmla="*/ 15 h 44"/>
                <a:gd name="T88" fmla="*/ 5 w 6"/>
                <a:gd name="T89" fmla="*/ 11 h 44"/>
                <a:gd name="T90" fmla="*/ 5 w 6"/>
                <a:gd name="T91" fmla="*/ 9 h 44"/>
                <a:gd name="T92" fmla="*/ 6 w 6"/>
                <a:gd name="T93" fmla="*/ 8 h 44"/>
                <a:gd name="T94" fmla="*/ 6 w 6"/>
                <a:gd name="T95" fmla="*/ 8 h 44"/>
                <a:gd name="T96" fmla="*/ 6 w 6"/>
                <a:gd name="T97" fmla="*/ 6 h 44"/>
                <a:gd name="T98" fmla="*/ 6 w 6"/>
                <a:gd name="T99" fmla="*/ 4 h 44"/>
                <a:gd name="T100" fmla="*/ 6 w 6"/>
                <a:gd name="T101" fmla="*/ 2 h 44"/>
                <a:gd name="T102" fmla="*/ 6 w 6"/>
                <a:gd name="T10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4">
                  <a:moveTo>
                    <a:pt x="0" y="31"/>
                  </a:moveTo>
                  <a:lnTo>
                    <a:pt x="0" y="34"/>
                  </a:lnTo>
                  <a:lnTo>
                    <a:pt x="0" y="35"/>
                  </a:lnTo>
                  <a:lnTo>
                    <a:pt x="0" y="34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32"/>
                  </a:lnTo>
                  <a:lnTo>
                    <a:pt x="1" y="36"/>
                  </a:lnTo>
                  <a:lnTo>
                    <a:pt x="1" y="40"/>
                  </a:lnTo>
                  <a:lnTo>
                    <a:pt x="1" y="41"/>
                  </a:lnTo>
                  <a:lnTo>
                    <a:pt x="1" y="40"/>
                  </a:lnTo>
                  <a:lnTo>
                    <a:pt x="1" y="41"/>
                  </a:lnTo>
                  <a:lnTo>
                    <a:pt x="1" y="43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1" y="42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40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38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2" y="28"/>
                  </a:lnTo>
                  <a:lnTo>
                    <a:pt x="3" y="25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7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2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5" y="9"/>
                  </a:lnTo>
                  <a:lnTo>
                    <a:pt x="6" y="8"/>
                  </a:lnTo>
                  <a:lnTo>
                    <a:pt x="6" y="8"/>
                  </a:lnTo>
                  <a:lnTo>
                    <a:pt x="6" y="6"/>
                  </a:lnTo>
                  <a:lnTo>
                    <a:pt x="6" y="4"/>
                  </a:lnTo>
                  <a:lnTo>
                    <a:pt x="6" y="2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62" name="Freeform 1123"/>
            <p:cNvSpPr/>
            <p:nvPr/>
          </p:nvSpPr>
          <p:spPr bwMode="auto">
            <a:xfrm>
              <a:off x="4803775" y="4643438"/>
              <a:ext cx="9525" cy="74613"/>
            </a:xfrm>
            <a:custGeom>
              <a:avLst/>
              <a:gdLst>
                <a:gd name="T0" fmla="*/ 0 w 6"/>
                <a:gd name="T1" fmla="*/ 36 h 47"/>
                <a:gd name="T2" fmla="*/ 0 w 6"/>
                <a:gd name="T3" fmla="*/ 34 h 47"/>
                <a:gd name="T4" fmla="*/ 0 w 6"/>
                <a:gd name="T5" fmla="*/ 34 h 47"/>
                <a:gd name="T6" fmla="*/ 0 w 6"/>
                <a:gd name="T7" fmla="*/ 34 h 47"/>
                <a:gd name="T8" fmla="*/ 0 w 6"/>
                <a:gd name="T9" fmla="*/ 33 h 47"/>
                <a:gd name="T10" fmla="*/ 1 w 6"/>
                <a:gd name="T11" fmla="*/ 32 h 47"/>
                <a:gd name="T12" fmla="*/ 1 w 6"/>
                <a:gd name="T13" fmla="*/ 32 h 47"/>
                <a:gd name="T14" fmla="*/ 1 w 6"/>
                <a:gd name="T15" fmla="*/ 32 h 47"/>
                <a:gd name="T16" fmla="*/ 1 w 6"/>
                <a:gd name="T17" fmla="*/ 31 h 47"/>
                <a:gd name="T18" fmla="*/ 1 w 6"/>
                <a:gd name="T19" fmla="*/ 33 h 47"/>
                <a:gd name="T20" fmla="*/ 1 w 6"/>
                <a:gd name="T21" fmla="*/ 39 h 47"/>
                <a:gd name="T22" fmla="*/ 1 w 6"/>
                <a:gd name="T23" fmla="*/ 42 h 47"/>
                <a:gd name="T24" fmla="*/ 1 w 6"/>
                <a:gd name="T25" fmla="*/ 42 h 47"/>
                <a:gd name="T26" fmla="*/ 1 w 6"/>
                <a:gd name="T27" fmla="*/ 42 h 47"/>
                <a:gd name="T28" fmla="*/ 2 w 6"/>
                <a:gd name="T29" fmla="*/ 44 h 47"/>
                <a:gd name="T30" fmla="*/ 2 w 6"/>
                <a:gd name="T31" fmla="*/ 46 h 47"/>
                <a:gd name="T32" fmla="*/ 2 w 6"/>
                <a:gd name="T33" fmla="*/ 47 h 47"/>
                <a:gd name="T34" fmla="*/ 2 w 6"/>
                <a:gd name="T35" fmla="*/ 46 h 47"/>
                <a:gd name="T36" fmla="*/ 2 w 6"/>
                <a:gd name="T37" fmla="*/ 44 h 47"/>
                <a:gd name="T38" fmla="*/ 2 w 6"/>
                <a:gd name="T39" fmla="*/ 42 h 47"/>
                <a:gd name="T40" fmla="*/ 3 w 6"/>
                <a:gd name="T41" fmla="*/ 43 h 47"/>
                <a:gd name="T42" fmla="*/ 3 w 6"/>
                <a:gd name="T43" fmla="*/ 44 h 47"/>
                <a:gd name="T44" fmla="*/ 3 w 6"/>
                <a:gd name="T45" fmla="*/ 43 h 47"/>
                <a:gd name="T46" fmla="*/ 3 w 6"/>
                <a:gd name="T47" fmla="*/ 39 h 47"/>
                <a:gd name="T48" fmla="*/ 3 w 6"/>
                <a:gd name="T49" fmla="*/ 36 h 47"/>
                <a:gd name="T50" fmla="*/ 3 w 6"/>
                <a:gd name="T51" fmla="*/ 34 h 47"/>
                <a:gd name="T52" fmla="*/ 3 w 6"/>
                <a:gd name="T53" fmla="*/ 30 h 47"/>
                <a:gd name="T54" fmla="*/ 3 w 6"/>
                <a:gd name="T55" fmla="*/ 27 h 47"/>
                <a:gd name="T56" fmla="*/ 3 w 6"/>
                <a:gd name="T57" fmla="*/ 24 h 47"/>
                <a:gd name="T58" fmla="*/ 4 w 6"/>
                <a:gd name="T59" fmla="*/ 23 h 47"/>
                <a:gd name="T60" fmla="*/ 4 w 6"/>
                <a:gd name="T61" fmla="*/ 22 h 47"/>
                <a:gd name="T62" fmla="*/ 4 w 6"/>
                <a:gd name="T63" fmla="*/ 19 h 47"/>
                <a:gd name="T64" fmla="*/ 4 w 6"/>
                <a:gd name="T65" fmla="*/ 15 h 47"/>
                <a:gd name="T66" fmla="*/ 4 w 6"/>
                <a:gd name="T67" fmla="*/ 14 h 47"/>
                <a:gd name="T68" fmla="*/ 4 w 6"/>
                <a:gd name="T69" fmla="*/ 14 h 47"/>
                <a:gd name="T70" fmla="*/ 4 w 6"/>
                <a:gd name="T71" fmla="*/ 13 h 47"/>
                <a:gd name="T72" fmla="*/ 5 w 6"/>
                <a:gd name="T73" fmla="*/ 11 h 47"/>
                <a:gd name="T74" fmla="*/ 5 w 6"/>
                <a:gd name="T75" fmla="*/ 9 h 47"/>
                <a:gd name="T76" fmla="*/ 5 w 6"/>
                <a:gd name="T77" fmla="*/ 9 h 47"/>
                <a:gd name="T78" fmla="*/ 5 w 6"/>
                <a:gd name="T79" fmla="*/ 10 h 47"/>
                <a:gd name="T80" fmla="*/ 5 w 6"/>
                <a:gd name="T81" fmla="*/ 11 h 47"/>
                <a:gd name="T82" fmla="*/ 5 w 6"/>
                <a:gd name="T83" fmla="*/ 11 h 47"/>
                <a:gd name="T84" fmla="*/ 5 w 6"/>
                <a:gd name="T85" fmla="*/ 11 h 47"/>
                <a:gd name="T86" fmla="*/ 5 w 6"/>
                <a:gd name="T87" fmla="*/ 12 h 47"/>
                <a:gd name="T88" fmla="*/ 5 w 6"/>
                <a:gd name="T89" fmla="*/ 14 h 47"/>
                <a:gd name="T90" fmla="*/ 6 w 6"/>
                <a:gd name="T91" fmla="*/ 12 h 47"/>
                <a:gd name="T92" fmla="*/ 6 w 6"/>
                <a:gd name="T93" fmla="*/ 8 h 47"/>
                <a:gd name="T94" fmla="*/ 6 w 6"/>
                <a:gd name="T95" fmla="*/ 6 h 47"/>
                <a:gd name="T96" fmla="*/ 6 w 6"/>
                <a:gd name="T97" fmla="*/ 6 h 47"/>
                <a:gd name="T98" fmla="*/ 6 w 6"/>
                <a:gd name="T99" fmla="*/ 6 h 47"/>
                <a:gd name="T100" fmla="*/ 6 w 6"/>
                <a:gd name="T101" fmla="*/ 2 h 47"/>
                <a:gd name="T102" fmla="*/ 6 w 6"/>
                <a:gd name="T10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7">
                  <a:moveTo>
                    <a:pt x="0" y="36"/>
                  </a:moveTo>
                  <a:lnTo>
                    <a:pt x="0" y="34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3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9"/>
                  </a:lnTo>
                  <a:lnTo>
                    <a:pt x="1" y="42"/>
                  </a:lnTo>
                  <a:lnTo>
                    <a:pt x="1" y="42"/>
                  </a:lnTo>
                  <a:lnTo>
                    <a:pt x="1" y="42"/>
                  </a:lnTo>
                  <a:lnTo>
                    <a:pt x="2" y="44"/>
                  </a:lnTo>
                  <a:lnTo>
                    <a:pt x="2" y="46"/>
                  </a:lnTo>
                  <a:lnTo>
                    <a:pt x="2" y="47"/>
                  </a:lnTo>
                  <a:lnTo>
                    <a:pt x="2" y="46"/>
                  </a:lnTo>
                  <a:lnTo>
                    <a:pt x="2" y="44"/>
                  </a:lnTo>
                  <a:lnTo>
                    <a:pt x="2" y="42"/>
                  </a:lnTo>
                  <a:lnTo>
                    <a:pt x="3" y="43"/>
                  </a:lnTo>
                  <a:lnTo>
                    <a:pt x="3" y="44"/>
                  </a:lnTo>
                  <a:lnTo>
                    <a:pt x="3" y="43"/>
                  </a:lnTo>
                  <a:lnTo>
                    <a:pt x="3" y="39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3" y="30"/>
                  </a:lnTo>
                  <a:lnTo>
                    <a:pt x="3" y="27"/>
                  </a:lnTo>
                  <a:lnTo>
                    <a:pt x="3" y="24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4" y="19"/>
                  </a:lnTo>
                  <a:lnTo>
                    <a:pt x="4" y="15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5" y="11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5" y="14"/>
                  </a:lnTo>
                  <a:lnTo>
                    <a:pt x="6" y="12"/>
                  </a:lnTo>
                  <a:lnTo>
                    <a:pt x="6" y="8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63" name="Freeform 1124"/>
            <p:cNvSpPr/>
            <p:nvPr/>
          </p:nvSpPr>
          <p:spPr bwMode="auto">
            <a:xfrm>
              <a:off x="4813300" y="4613276"/>
              <a:ext cx="11113" cy="125413"/>
            </a:xfrm>
            <a:custGeom>
              <a:avLst/>
              <a:gdLst>
                <a:gd name="T0" fmla="*/ 0 w 7"/>
                <a:gd name="T1" fmla="*/ 21 h 79"/>
                <a:gd name="T2" fmla="*/ 0 w 7"/>
                <a:gd name="T3" fmla="*/ 19 h 79"/>
                <a:gd name="T4" fmla="*/ 0 w 7"/>
                <a:gd name="T5" fmla="*/ 18 h 79"/>
                <a:gd name="T6" fmla="*/ 0 w 7"/>
                <a:gd name="T7" fmla="*/ 16 h 79"/>
                <a:gd name="T8" fmla="*/ 1 w 7"/>
                <a:gd name="T9" fmla="*/ 12 h 79"/>
                <a:gd name="T10" fmla="*/ 1 w 7"/>
                <a:gd name="T11" fmla="*/ 9 h 79"/>
                <a:gd name="T12" fmla="*/ 1 w 7"/>
                <a:gd name="T13" fmla="*/ 7 h 79"/>
                <a:gd name="T14" fmla="*/ 1 w 7"/>
                <a:gd name="T15" fmla="*/ 8 h 79"/>
                <a:gd name="T16" fmla="*/ 1 w 7"/>
                <a:gd name="T17" fmla="*/ 8 h 79"/>
                <a:gd name="T18" fmla="*/ 1 w 7"/>
                <a:gd name="T19" fmla="*/ 4 h 79"/>
                <a:gd name="T20" fmla="*/ 2 w 7"/>
                <a:gd name="T21" fmla="*/ 0 h 79"/>
                <a:gd name="T22" fmla="*/ 2 w 7"/>
                <a:gd name="T23" fmla="*/ 2 h 79"/>
                <a:gd name="T24" fmla="*/ 2 w 7"/>
                <a:gd name="T25" fmla="*/ 6 h 79"/>
                <a:gd name="T26" fmla="*/ 2 w 7"/>
                <a:gd name="T27" fmla="*/ 8 h 79"/>
                <a:gd name="T28" fmla="*/ 2 w 7"/>
                <a:gd name="T29" fmla="*/ 10 h 79"/>
                <a:gd name="T30" fmla="*/ 2 w 7"/>
                <a:gd name="T31" fmla="*/ 14 h 79"/>
                <a:gd name="T32" fmla="*/ 2 w 7"/>
                <a:gd name="T33" fmla="*/ 18 h 79"/>
                <a:gd name="T34" fmla="*/ 2 w 7"/>
                <a:gd name="T35" fmla="*/ 21 h 79"/>
                <a:gd name="T36" fmla="*/ 2 w 7"/>
                <a:gd name="T37" fmla="*/ 22 h 79"/>
                <a:gd name="T38" fmla="*/ 3 w 7"/>
                <a:gd name="T39" fmla="*/ 21 h 79"/>
                <a:gd name="T40" fmla="*/ 3 w 7"/>
                <a:gd name="T41" fmla="*/ 23 h 79"/>
                <a:gd name="T42" fmla="*/ 3 w 7"/>
                <a:gd name="T43" fmla="*/ 26 h 79"/>
                <a:gd name="T44" fmla="*/ 3 w 7"/>
                <a:gd name="T45" fmla="*/ 26 h 79"/>
                <a:gd name="T46" fmla="*/ 3 w 7"/>
                <a:gd name="T47" fmla="*/ 25 h 79"/>
                <a:gd name="T48" fmla="*/ 3 w 7"/>
                <a:gd name="T49" fmla="*/ 24 h 79"/>
                <a:gd name="T50" fmla="*/ 4 w 7"/>
                <a:gd name="T51" fmla="*/ 25 h 79"/>
                <a:gd name="T52" fmla="*/ 4 w 7"/>
                <a:gd name="T53" fmla="*/ 29 h 79"/>
                <a:gd name="T54" fmla="*/ 4 w 7"/>
                <a:gd name="T55" fmla="*/ 34 h 79"/>
                <a:gd name="T56" fmla="*/ 4 w 7"/>
                <a:gd name="T57" fmla="*/ 35 h 79"/>
                <a:gd name="T58" fmla="*/ 4 w 7"/>
                <a:gd name="T59" fmla="*/ 35 h 79"/>
                <a:gd name="T60" fmla="*/ 4 w 7"/>
                <a:gd name="T61" fmla="*/ 37 h 79"/>
                <a:gd name="T62" fmla="*/ 4 w 7"/>
                <a:gd name="T63" fmla="*/ 40 h 79"/>
                <a:gd name="T64" fmla="*/ 4 w 7"/>
                <a:gd name="T65" fmla="*/ 42 h 79"/>
                <a:gd name="T66" fmla="*/ 4 w 7"/>
                <a:gd name="T67" fmla="*/ 45 h 79"/>
                <a:gd name="T68" fmla="*/ 5 w 7"/>
                <a:gd name="T69" fmla="*/ 46 h 79"/>
                <a:gd name="T70" fmla="*/ 5 w 7"/>
                <a:gd name="T71" fmla="*/ 48 h 79"/>
                <a:gd name="T72" fmla="*/ 5 w 7"/>
                <a:gd name="T73" fmla="*/ 49 h 79"/>
                <a:gd name="T74" fmla="*/ 5 w 7"/>
                <a:gd name="T75" fmla="*/ 51 h 79"/>
                <a:gd name="T76" fmla="*/ 5 w 7"/>
                <a:gd name="T77" fmla="*/ 52 h 79"/>
                <a:gd name="T78" fmla="*/ 5 w 7"/>
                <a:gd name="T79" fmla="*/ 53 h 79"/>
                <a:gd name="T80" fmla="*/ 5 w 7"/>
                <a:gd name="T81" fmla="*/ 54 h 79"/>
                <a:gd name="T82" fmla="*/ 5 w 7"/>
                <a:gd name="T83" fmla="*/ 55 h 79"/>
                <a:gd name="T84" fmla="*/ 5 w 7"/>
                <a:gd name="T85" fmla="*/ 56 h 79"/>
                <a:gd name="T86" fmla="*/ 6 w 7"/>
                <a:gd name="T87" fmla="*/ 57 h 79"/>
                <a:gd name="T88" fmla="*/ 6 w 7"/>
                <a:gd name="T89" fmla="*/ 60 h 79"/>
                <a:gd name="T90" fmla="*/ 6 w 7"/>
                <a:gd name="T91" fmla="*/ 65 h 79"/>
                <a:gd name="T92" fmla="*/ 6 w 7"/>
                <a:gd name="T93" fmla="*/ 69 h 79"/>
                <a:gd name="T94" fmla="*/ 6 w 7"/>
                <a:gd name="T95" fmla="*/ 71 h 79"/>
                <a:gd name="T96" fmla="*/ 6 w 7"/>
                <a:gd name="T97" fmla="*/ 73 h 79"/>
                <a:gd name="T98" fmla="*/ 6 w 7"/>
                <a:gd name="T99" fmla="*/ 76 h 79"/>
                <a:gd name="T100" fmla="*/ 7 w 7"/>
                <a:gd name="T101" fmla="*/ 78 h 79"/>
                <a:gd name="T102" fmla="*/ 7 w 7"/>
                <a:gd name="T103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9">
                  <a:moveTo>
                    <a:pt x="0" y="21"/>
                  </a:moveTo>
                  <a:lnTo>
                    <a:pt x="0" y="19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1" y="9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4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2" y="14"/>
                  </a:lnTo>
                  <a:lnTo>
                    <a:pt x="2" y="18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4" y="25"/>
                  </a:lnTo>
                  <a:lnTo>
                    <a:pt x="4" y="29"/>
                  </a:lnTo>
                  <a:lnTo>
                    <a:pt x="4" y="34"/>
                  </a:lnTo>
                  <a:lnTo>
                    <a:pt x="4" y="35"/>
                  </a:lnTo>
                  <a:lnTo>
                    <a:pt x="4" y="35"/>
                  </a:lnTo>
                  <a:lnTo>
                    <a:pt x="4" y="37"/>
                  </a:lnTo>
                  <a:lnTo>
                    <a:pt x="4" y="40"/>
                  </a:lnTo>
                  <a:lnTo>
                    <a:pt x="4" y="42"/>
                  </a:lnTo>
                  <a:lnTo>
                    <a:pt x="4" y="45"/>
                  </a:lnTo>
                  <a:lnTo>
                    <a:pt x="5" y="46"/>
                  </a:lnTo>
                  <a:lnTo>
                    <a:pt x="5" y="48"/>
                  </a:lnTo>
                  <a:lnTo>
                    <a:pt x="5" y="49"/>
                  </a:lnTo>
                  <a:lnTo>
                    <a:pt x="5" y="51"/>
                  </a:lnTo>
                  <a:lnTo>
                    <a:pt x="5" y="52"/>
                  </a:lnTo>
                  <a:lnTo>
                    <a:pt x="5" y="53"/>
                  </a:lnTo>
                  <a:lnTo>
                    <a:pt x="5" y="54"/>
                  </a:lnTo>
                  <a:lnTo>
                    <a:pt x="5" y="55"/>
                  </a:lnTo>
                  <a:lnTo>
                    <a:pt x="5" y="56"/>
                  </a:lnTo>
                  <a:lnTo>
                    <a:pt x="6" y="57"/>
                  </a:lnTo>
                  <a:lnTo>
                    <a:pt x="6" y="60"/>
                  </a:lnTo>
                  <a:lnTo>
                    <a:pt x="6" y="65"/>
                  </a:lnTo>
                  <a:lnTo>
                    <a:pt x="6" y="69"/>
                  </a:lnTo>
                  <a:lnTo>
                    <a:pt x="6" y="71"/>
                  </a:lnTo>
                  <a:lnTo>
                    <a:pt x="6" y="73"/>
                  </a:lnTo>
                  <a:lnTo>
                    <a:pt x="6" y="76"/>
                  </a:lnTo>
                  <a:lnTo>
                    <a:pt x="7" y="78"/>
                  </a:lnTo>
                  <a:lnTo>
                    <a:pt x="7" y="7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64" name="Freeform 1125"/>
            <p:cNvSpPr/>
            <p:nvPr/>
          </p:nvSpPr>
          <p:spPr bwMode="auto">
            <a:xfrm>
              <a:off x="4824413" y="4711701"/>
              <a:ext cx="9525" cy="106363"/>
            </a:xfrm>
            <a:custGeom>
              <a:avLst/>
              <a:gdLst>
                <a:gd name="T0" fmla="*/ 0 w 6"/>
                <a:gd name="T1" fmla="*/ 16 h 67"/>
                <a:gd name="T2" fmla="*/ 0 w 6"/>
                <a:gd name="T3" fmla="*/ 17 h 67"/>
                <a:gd name="T4" fmla="*/ 0 w 6"/>
                <a:gd name="T5" fmla="*/ 19 h 67"/>
                <a:gd name="T6" fmla="*/ 0 w 6"/>
                <a:gd name="T7" fmla="*/ 21 h 67"/>
                <a:gd name="T8" fmla="*/ 0 w 6"/>
                <a:gd name="T9" fmla="*/ 24 h 67"/>
                <a:gd name="T10" fmla="*/ 0 w 6"/>
                <a:gd name="T11" fmla="*/ 27 h 67"/>
                <a:gd name="T12" fmla="*/ 0 w 6"/>
                <a:gd name="T13" fmla="*/ 28 h 67"/>
                <a:gd name="T14" fmla="*/ 0 w 6"/>
                <a:gd name="T15" fmla="*/ 29 h 67"/>
                <a:gd name="T16" fmla="*/ 0 w 6"/>
                <a:gd name="T17" fmla="*/ 30 h 67"/>
                <a:gd name="T18" fmla="*/ 1 w 6"/>
                <a:gd name="T19" fmla="*/ 30 h 67"/>
                <a:gd name="T20" fmla="*/ 1 w 6"/>
                <a:gd name="T21" fmla="*/ 34 h 67"/>
                <a:gd name="T22" fmla="*/ 1 w 6"/>
                <a:gd name="T23" fmla="*/ 38 h 67"/>
                <a:gd name="T24" fmla="*/ 1 w 6"/>
                <a:gd name="T25" fmla="*/ 39 h 67"/>
                <a:gd name="T26" fmla="*/ 1 w 6"/>
                <a:gd name="T27" fmla="*/ 41 h 67"/>
                <a:gd name="T28" fmla="*/ 1 w 6"/>
                <a:gd name="T29" fmla="*/ 45 h 67"/>
                <a:gd name="T30" fmla="*/ 2 w 6"/>
                <a:gd name="T31" fmla="*/ 48 h 67"/>
                <a:gd name="T32" fmla="*/ 2 w 6"/>
                <a:gd name="T33" fmla="*/ 52 h 67"/>
                <a:gd name="T34" fmla="*/ 2 w 6"/>
                <a:gd name="T35" fmla="*/ 58 h 67"/>
                <a:gd name="T36" fmla="*/ 2 w 6"/>
                <a:gd name="T37" fmla="*/ 61 h 67"/>
                <a:gd name="T38" fmla="*/ 2 w 6"/>
                <a:gd name="T39" fmla="*/ 63 h 67"/>
                <a:gd name="T40" fmla="*/ 2 w 6"/>
                <a:gd name="T41" fmla="*/ 65 h 67"/>
                <a:gd name="T42" fmla="*/ 2 w 6"/>
                <a:gd name="T43" fmla="*/ 67 h 67"/>
                <a:gd name="T44" fmla="*/ 2 w 6"/>
                <a:gd name="T45" fmla="*/ 67 h 67"/>
                <a:gd name="T46" fmla="*/ 2 w 6"/>
                <a:gd name="T47" fmla="*/ 67 h 67"/>
                <a:gd name="T48" fmla="*/ 3 w 6"/>
                <a:gd name="T49" fmla="*/ 67 h 67"/>
                <a:gd name="T50" fmla="*/ 3 w 6"/>
                <a:gd name="T51" fmla="*/ 64 h 67"/>
                <a:gd name="T52" fmla="*/ 3 w 6"/>
                <a:gd name="T53" fmla="*/ 60 h 67"/>
                <a:gd name="T54" fmla="*/ 3 w 6"/>
                <a:gd name="T55" fmla="*/ 56 h 67"/>
                <a:gd name="T56" fmla="*/ 3 w 6"/>
                <a:gd name="T57" fmla="*/ 53 h 67"/>
                <a:gd name="T58" fmla="*/ 3 w 6"/>
                <a:gd name="T59" fmla="*/ 49 h 67"/>
                <a:gd name="T60" fmla="*/ 3 w 6"/>
                <a:gd name="T61" fmla="*/ 45 h 67"/>
                <a:gd name="T62" fmla="*/ 3 w 6"/>
                <a:gd name="T63" fmla="*/ 42 h 67"/>
                <a:gd name="T64" fmla="*/ 3 w 6"/>
                <a:gd name="T65" fmla="*/ 37 h 67"/>
                <a:gd name="T66" fmla="*/ 4 w 6"/>
                <a:gd name="T67" fmla="*/ 30 h 67"/>
                <a:gd name="T68" fmla="*/ 4 w 6"/>
                <a:gd name="T69" fmla="*/ 26 h 67"/>
                <a:gd name="T70" fmla="*/ 4 w 6"/>
                <a:gd name="T71" fmla="*/ 25 h 67"/>
                <a:gd name="T72" fmla="*/ 4 w 6"/>
                <a:gd name="T73" fmla="*/ 24 h 67"/>
                <a:gd name="T74" fmla="*/ 4 w 6"/>
                <a:gd name="T75" fmla="*/ 20 h 67"/>
                <a:gd name="T76" fmla="*/ 4 w 6"/>
                <a:gd name="T77" fmla="*/ 18 h 67"/>
                <a:gd name="T78" fmla="*/ 5 w 6"/>
                <a:gd name="T79" fmla="*/ 17 h 67"/>
                <a:gd name="T80" fmla="*/ 5 w 6"/>
                <a:gd name="T81" fmla="*/ 16 h 67"/>
                <a:gd name="T82" fmla="*/ 5 w 6"/>
                <a:gd name="T83" fmla="*/ 15 h 67"/>
                <a:gd name="T84" fmla="*/ 5 w 6"/>
                <a:gd name="T85" fmla="*/ 15 h 67"/>
                <a:gd name="T86" fmla="*/ 5 w 6"/>
                <a:gd name="T87" fmla="*/ 14 h 67"/>
                <a:gd name="T88" fmla="*/ 5 w 6"/>
                <a:gd name="T89" fmla="*/ 14 h 67"/>
                <a:gd name="T90" fmla="*/ 5 w 6"/>
                <a:gd name="T91" fmla="*/ 16 h 67"/>
                <a:gd name="T92" fmla="*/ 5 w 6"/>
                <a:gd name="T93" fmla="*/ 18 h 67"/>
                <a:gd name="T94" fmla="*/ 5 w 6"/>
                <a:gd name="T95" fmla="*/ 16 h 67"/>
                <a:gd name="T96" fmla="*/ 6 w 6"/>
                <a:gd name="T97" fmla="*/ 12 h 67"/>
                <a:gd name="T98" fmla="*/ 6 w 6"/>
                <a:gd name="T99" fmla="*/ 8 h 67"/>
                <a:gd name="T100" fmla="*/ 6 w 6"/>
                <a:gd name="T101" fmla="*/ 4 h 67"/>
                <a:gd name="T102" fmla="*/ 6 w 6"/>
                <a:gd name="T103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7">
                  <a:moveTo>
                    <a:pt x="0" y="16"/>
                  </a:moveTo>
                  <a:lnTo>
                    <a:pt x="0" y="17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1" y="30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5"/>
                  </a:lnTo>
                  <a:lnTo>
                    <a:pt x="2" y="48"/>
                  </a:lnTo>
                  <a:lnTo>
                    <a:pt x="2" y="52"/>
                  </a:lnTo>
                  <a:lnTo>
                    <a:pt x="2" y="58"/>
                  </a:lnTo>
                  <a:lnTo>
                    <a:pt x="2" y="61"/>
                  </a:lnTo>
                  <a:lnTo>
                    <a:pt x="2" y="63"/>
                  </a:lnTo>
                  <a:lnTo>
                    <a:pt x="2" y="65"/>
                  </a:lnTo>
                  <a:lnTo>
                    <a:pt x="2" y="67"/>
                  </a:lnTo>
                  <a:lnTo>
                    <a:pt x="2" y="67"/>
                  </a:lnTo>
                  <a:lnTo>
                    <a:pt x="2" y="67"/>
                  </a:lnTo>
                  <a:lnTo>
                    <a:pt x="3" y="67"/>
                  </a:lnTo>
                  <a:lnTo>
                    <a:pt x="3" y="64"/>
                  </a:lnTo>
                  <a:lnTo>
                    <a:pt x="3" y="60"/>
                  </a:lnTo>
                  <a:lnTo>
                    <a:pt x="3" y="56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3" y="45"/>
                  </a:lnTo>
                  <a:lnTo>
                    <a:pt x="3" y="42"/>
                  </a:lnTo>
                  <a:lnTo>
                    <a:pt x="3" y="37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4" y="25"/>
                  </a:lnTo>
                  <a:lnTo>
                    <a:pt x="4" y="24"/>
                  </a:lnTo>
                  <a:lnTo>
                    <a:pt x="4" y="20"/>
                  </a:lnTo>
                  <a:lnTo>
                    <a:pt x="4" y="18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5" y="18"/>
                  </a:lnTo>
                  <a:lnTo>
                    <a:pt x="5" y="16"/>
                  </a:lnTo>
                  <a:lnTo>
                    <a:pt x="6" y="12"/>
                  </a:lnTo>
                  <a:lnTo>
                    <a:pt x="6" y="8"/>
                  </a:lnTo>
                  <a:lnTo>
                    <a:pt x="6" y="4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65" name="Freeform 1126"/>
            <p:cNvSpPr/>
            <p:nvPr/>
          </p:nvSpPr>
          <p:spPr bwMode="auto">
            <a:xfrm>
              <a:off x="4833938" y="4681538"/>
              <a:ext cx="6350" cy="36513"/>
            </a:xfrm>
            <a:custGeom>
              <a:avLst/>
              <a:gdLst>
                <a:gd name="T0" fmla="*/ 0 w 4"/>
                <a:gd name="T1" fmla="*/ 23 h 23"/>
                <a:gd name="T2" fmla="*/ 0 w 4"/>
                <a:gd name="T3" fmla="*/ 19 h 23"/>
                <a:gd name="T4" fmla="*/ 0 w 4"/>
                <a:gd name="T5" fmla="*/ 15 h 23"/>
                <a:gd name="T6" fmla="*/ 0 w 4"/>
                <a:gd name="T7" fmla="*/ 10 h 23"/>
                <a:gd name="T8" fmla="*/ 1 w 4"/>
                <a:gd name="T9" fmla="*/ 7 h 23"/>
                <a:gd name="T10" fmla="*/ 1 w 4"/>
                <a:gd name="T11" fmla="*/ 5 h 23"/>
                <a:gd name="T12" fmla="*/ 1 w 4"/>
                <a:gd name="T13" fmla="*/ 4 h 23"/>
                <a:gd name="T14" fmla="*/ 1 w 4"/>
                <a:gd name="T15" fmla="*/ 3 h 23"/>
                <a:gd name="T16" fmla="*/ 1 w 4"/>
                <a:gd name="T17" fmla="*/ 3 h 23"/>
                <a:gd name="T18" fmla="*/ 1 w 4"/>
                <a:gd name="T19" fmla="*/ 4 h 23"/>
                <a:gd name="T20" fmla="*/ 1 w 4"/>
                <a:gd name="T21" fmla="*/ 5 h 23"/>
                <a:gd name="T22" fmla="*/ 1 w 4"/>
                <a:gd name="T23" fmla="*/ 5 h 23"/>
                <a:gd name="T24" fmla="*/ 1 w 4"/>
                <a:gd name="T25" fmla="*/ 5 h 23"/>
                <a:gd name="T26" fmla="*/ 1 w 4"/>
                <a:gd name="T27" fmla="*/ 5 h 23"/>
                <a:gd name="T28" fmla="*/ 2 w 4"/>
                <a:gd name="T29" fmla="*/ 5 h 23"/>
                <a:gd name="T30" fmla="*/ 2 w 4"/>
                <a:gd name="T31" fmla="*/ 5 h 23"/>
                <a:gd name="T32" fmla="*/ 2 w 4"/>
                <a:gd name="T33" fmla="*/ 2 h 23"/>
                <a:gd name="T34" fmla="*/ 2 w 4"/>
                <a:gd name="T35" fmla="*/ 0 h 23"/>
                <a:gd name="T36" fmla="*/ 2 w 4"/>
                <a:gd name="T37" fmla="*/ 1 h 23"/>
                <a:gd name="T38" fmla="*/ 2 w 4"/>
                <a:gd name="T39" fmla="*/ 3 h 23"/>
                <a:gd name="T40" fmla="*/ 2 w 4"/>
                <a:gd name="T41" fmla="*/ 5 h 23"/>
                <a:gd name="T42" fmla="*/ 2 w 4"/>
                <a:gd name="T43" fmla="*/ 7 h 23"/>
                <a:gd name="T44" fmla="*/ 2 w 4"/>
                <a:gd name="T45" fmla="*/ 6 h 23"/>
                <a:gd name="T46" fmla="*/ 3 w 4"/>
                <a:gd name="T47" fmla="*/ 3 h 23"/>
                <a:gd name="T48" fmla="*/ 3 w 4"/>
                <a:gd name="T49" fmla="*/ 1 h 23"/>
                <a:gd name="T50" fmla="*/ 3 w 4"/>
                <a:gd name="T51" fmla="*/ 2 h 23"/>
                <a:gd name="T52" fmla="*/ 3 w 4"/>
                <a:gd name="T53" fmla="*/ 3 h 23"/>
                <a:gd name="T54" fmla="*/ 3 w 4"/>
                <a:gd name="T55" fmla="*/ 4 h 23"/>
                <a:gd name="T56" fmla="*/ 3 w 4"/>
                <a:gd name="T57" fmla="*/ 4 h 23"/>
                <a:gd name="T58" fmla="*/ 4 w 4"/>
                <a:gd name="T59" fmla="*/ 2 h 23"/>
                <a:gd name="T60" fmla="*/ 4 w 4"/>
                <a:gd name="T61" fmla="*/ 2 h 23"/>
                <a:gd name="T62" fmla="*/ 4 w 4"/>
                <a:gd name="T63" fmla="*/ 4 h 23"/>
                <a:gd name="T64" fmla="*/ 4 w 4"/>
                <a:gd name="T65" fmla="*/ 5 h 23"/>
                <a:gd name="T66" fmla="*/ 4 w 4"/>
                <a:gd name="T67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" h="23">
                  <a:moveTo>
                    <a:pt x="0" y="23"/>
                  </a:moveTo>
                  <a:lnTo>
                    <a:pt x="0" y="19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6"/>
                  </a:lnTo>
                  <a:lnTo>
                    <a:pt x="3" y="3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5"/>
                  </a:lnTo>
                  <a:lnTo>
                    <a:pt x="4" y="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66" name="Freeform 1127"/>
            <p:cNvSpPr>
              <a:spLocks noEditPoints="1"/>
            </p:cNvSpPr>
            <p:nvPr/>
          </p:nvSpPr>
          <p:spPr bwMode="auto">
            <a:xfrm>
              <a:off x="1057275" y="4560888"/>
              <a:ext cx="520700" cy="300038"/>
            </a:xfrm>
            <a:custGeom>
              <a:avLst/>
              <a:gdLst>
                <a:gd name="T0" fmla="*/ 195 w 328"/>
                <a:gd name="T1" fmla="*/ 189 h 189"/>
                <a:gd name="T2" fmla="*/ 310 w 328"/>
                <a:gd name="T3" fmla="*/ 189 h 189"/>
                <a:gd name="T4" fmla="*/ 316 w 328"/>
                <a:gd name="T5" fmla="*/ 189 h 189"/>
                <a:gd name="T6" fmla="*/ 322 w 328"/>
                <a:gd name="T7" fmla="*/ 186 h 189"/>
                <a:gd name="T8" fmla="*/ 326 w 328"/>
                <a:gd name="T9" fmla="*/ 184 h 189"/>
                <a:gd name="T10" fmla="*/ 327 w 328"/>
                <a:gd name="T11" fmla="*/ 181 h 189"/>
                <a:gd name="T12" fmla="*/ 328 w 328"/>
                <a:gd name="T13" fmla="*/ 179 h 189"/>
                <a:gd name="T14" fmla="*/ 324 w 328"/>
                <a:gd name="T15" fmla="*/ 179 h 189"/>
                <a:gd name="T16" fmla="*/ 323 w 328"/>
                <a:gd name="T17" fmla="*/ 179 h 189"/>
                <a:gd name="T18" fmla="*/ 323 w 328"/>
                <a:gd name="T19" fmla="*/ 180 h 189"/>
                <a:gd name="T20" fmla="*/ 322 w 328"/>
                <a:gd name="T21" fmla="*/ 181 h 189"/>
                <a:gd name="T22" fmla="*/ 322 w 328"/>
                <a:gd name="T23" fmla="*/ 182 h 189"/>
                <a:gd name="T24" fmla="*/ 318 w 328"/>
                <a:gd name="T25" fmla="*/ 184 h 189"/>
                <a:gd name="T26" fmla="*/ 312 w 328"/>
                <a:gd name="T27" fmla="*/ 185 h 189"/>
                <a:gd name="T28" fmla="*/ 328 w 328"/>
                <a:gd name="T29" fmla="*/ 116 h 189"/>
                <a:gd name="T30" fmla="*/ 328 w 328"/>
                <a:gd name="T31" fmla="*/ 11 h 189"/>
                <a:gd name="T32" fmla="*/ 327 w 328"/>
                <a:gd name="T33" fmla="*/ 9 h 189"/>
                <a:gd name="T34" fmla="*/ 326 w 328"/>
                <a:gd name="T35" fmla="*/ 7 h 189"/>
                <a:gd name="T36" fmla="*/ 324 w 328"/>
                <a:gd name="T37" fmla="*/ 4 h 189"/>
                <a:gd name="T38" fmla="*/ 318 w 328"/>
                <a:gd name="T39" fmla="*/ 2 h 189"/>
                <a:gd name="T40" fmla="*/ 312 w 328"/>
                <a:gd name="T41" fmla="*/ 0 h 189"/>
                <a:gd name="T42" fmla="*/ 311 w 328"/>
                <a:gd name="T43" fmla="*/ 4 h 189"/>
                <a:gd name="T44" fmla="*/ 316 w 328"/>
                <a:gd name="T45" fmla="*/ 5 h 189"/>
                <a:gd name="T46" fmla="*/ 321 w 328"/>
                <a:gd name="T47" fmla="*/ 7 h 189"/>
                <a:gd name="T48" fmla="*/ 323 w 328"/>
                <a:gd name="T49" fmla="*/ 9 h 189"/>
                <a:gd name="T50" fmla="*/ 323 w 328"/>
                <a:gd name="T51" fmla="*/ 10 h 189"/>
                <a:gd name="T52" fmla="*/ 323 w 328"/>
                <a:gd name="T53" fmla="*/ 10 h 189"/>
                <a:gd name="T54" fmla="*/ 324 w 328"/>
                <a:gd name="T55" fmla="*/ 11 h 189"/>
                <a:gd name="T56" fmla="*/ 237 w 328"/>
                <a:gd name="T57" fmla="*/ 0 h 189"/>
                <a:gd name="T58" fmla="*/ 77 w 328"/>
                <a:gd name="T59" fmla="*/ 0 h 189"/>
                <a:gd name="T60" fmla="*/ 17 w 328"/>
                <a:gd name="T61" fmla="*/ 0 h 189"/>
                <a:gd name="T62" fmla="*/ 11 w 328"/>
                <a:gd name="T63" fmla="*/ 1 h 189"/>
                <a:gd name="T64" fmla="*/ 5 w 328"/>
                <a:gd name="T65" fmla="*/ 4 h 189"/>
                <a:gd name="T66" fmla="*/ 2 w 328"/>
                <a:gd name="T67" fmla="*/ 6 h 189"/>
                <a:gd name="T68" fmla="*/ 1 w 328"/>
                <a:gd name="T69" fmla="*/ 8 h 189"/>
                <a:gd name="T70" fmla="*/ 0 w 328"/>
                <a:gd name="T71" fmla="*/ 11 h 189"/>
                <a:gd name="T72" fmla="*/ 2 w 328"/>
                <a:gd name="T73" fmla="*/ 11 h 189"/>
                <a:gd name="T74" fmla="*/ 2 w 328"/>
                <a:gd name="T75" fmla="*/ 10 h 189"/>
                <a:gd name="T76" fmla="*/ 3 w 328"/>
                <a:gd name="T77" fmla="*/ 9 h 189"/>
                <a:gd name="T78" fmla="*/ 4 w 328"/>
                <a:gd name="T79" fmla="*/ 7 h 189"/>
                <a:gd name="T80" fmla="*/ 7 w 328"/>
                <a:gd name="T81" fmla="*/ 7 h 189"/>
                <a:gd name="T82" fmla="*/ 11 w 328"/>
                <a:gd name="T83" fmla="*/ 5 h 189"/>
                <a:gd name="T84" fmla="*/ 17 w 328"/>
                <a:gd name="T85" fmla="*/ 4 h 189"/>
                <a:gd name="T86" fmla="*/ 0 w 328"/>
                <a:gd name="T87" fmla="*/ 130 h 189"/>
                <a:gd name="T88" fmla="*/ 0 w 328"/>
                <a:gd name="T89" fmla="*/ 179 h 189"/>
                <a:gd name="T90" fmla="*/ 1 w 328"/>
                <a:gd name="T91" fmla="*/ 181 h 189"/>
                <a:gd name="T92" fmla="*/ 2 w 328"/>
                <a:gd name="T93" fmla="*/ 183 h 189"/>
                <a:gd name="T94" fmla="*/ 5 w 328"/>
                <a:gd name="T95" fmla="*/ 186 h 189"/>
                <a:gd name="T96" fmla="*/ 10 w 328"/>
                <a:gd name="T97" fmla="*/ 188 h 189"/>
                <a:gd name="T98" fmla="*/ 17 w 328"/>
                <a:gd name="T99" fmla="*/ 189 h 189"/>
                <a:gd name="T100" fmla="*/ 16 w 328"/>
                <a:gd name="T101" fmla="*/ 185 h 189"/>
                <a:gd name="T102" fmla="*/ 11 w 328"/>
                <a:gd name="T103" fmla="*/ 184 h 189"/>
                <a:gd name="T104" fmla="*/ 7 w 328"/>
                <a:gd name="T105" fmla="*/ 182 h 189"/>
                <a:gd name="T106" fmla="*/ 4 w 328"/>
                <a:gd name="T107" fmla="*/ 182 h 189"/>
                <a:gd name="T108" fmla="*/ 3 w 328"/>
                <a:gd name="T109" fmla="*/ 181 h 189"/>
                <a:gd name="T110" fmla="*/ 2 w 328"/>
                <a:gd name="T111" fmla="*/ 180 h 189"/>
                <a:gd name="T112" fmla="*/ 2 w 328"/>
                <a:gd name="T113" fmla="*/ 17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8" h="189">
                  <a:moveTo>
                    <a:pt x="97" y="189"/>
                  </a:moveTo>
                  <a:lnTo>
                    <a:pt x="158" y="189"/>
                  </a:lnTo>
                  <a:lnTo>
                    <a:pt x="158" y="185"/>
                  </a:lnTo>
                  <a:lnTo>
                    <a:pt x="97" y="185"/>
                  </a:lnTo>
                  <a:lnTo>
                    <a:pt x="97" y="189"/>
                  </a:lnTo>
                  <a:close/>
                  <a:moveTo>
                    <a:pt x="195" y="189"/>
                  </a:moveTo>
                  <a:lnTo>
                    <a:pt x="257" y="189"/>
                  </a:lnTo>
                  <a:lnTo>
                    <a:pt x="257" y="185"/>
                  </a:lnTo>
                  <a:lnTo>
                    <a:pt x="195" y="185"/>
                  </a:lnTo>
                  <a:lnTo>
                    <a:pt x="195" y="189"/>
                  </a:lnTo>
                  <a:close/>
                  <a:moveTo>
                    <a:pt x="294" y="189"/>
                  </a:moveTo>
                  <a:lnTo>
                    <a:pt x="310" y="189"/>
                  </a:lnTo>
                  <a:lnTo>
                    <a:pt x="311" y="189"/>
                  </a:lnTo>
                  <a:lnTo>
                    <a:pt x="312" y="189"/>
                  </a:lnTo>
                  <a:lnTo>
                    <a:pt x="313" y="189"/>
                  </a:lnTo>
                  <a:lnTo>
                    <a:pt x="314" y="189"/>
                  </a:lnTo>
                  <a:lnTo>
                    <a:pt x="315" y="189"/>
                  </a:lnTo>
                  <a:lnTo>
                    <a:pt x="316" y="189"/>
                  </a:lnTo>
                  <a:lnTo>
                    <a:pt x="317" y="188"/>
                  </a:lnTo>
                  <a:lnTo>
                    <a:pt x="318" y="188"/>
                  </a:lnTo>
                  <a:lnTo>
                    <a:pt x="319" y="187"/>
                  </a:lnTo>
                  <a:lnTo>
                    <a:pt x="320" y="187"/>
                  </a:lnTo>
                  <a:lnTo>
                    <a:pt x="321" y="187"/>
                  </a:lnTo>
                  <a:lnTo>
                    <a:pt x="322" y="186"/>
                  </a:lnTo>
                  <a:lnTo>
                    <a:pt x="323" y="186"/>
                  </a:lnTo>
                  <a:lnTo>
                    <a:pt x="323" y="185"/>
                  </a:lnTo>
                  <a:lnTo>
                    <a:pt x="324" y="185"/>
                  </a:lnTo>
                  <a:lnTo>
                    <a:pt x="325" y="184"/>
                  </a:lnTo>
                  <a:lnTo>
                    <a:pt x="325" y="184"/>
                  </a:lnTo>
                  <a:lnTo>
                    <a:pt x="326" y="184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7" y="182"/>
                  </a:lnTo>
                  <a:lnTo>
                    <a:pt x="327" y="182"/>
                  </a:lnTo>
                  <a:lnTo>
                    <a:pt x="327" y="181"/>
                  </a:lnTo>
                  <a:lnTo>
                    <a:pt x="327" y="181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8" y="180"/>
                  </a:lnTo>
                  <a:lnTo>
                    <a:pt x="328" y="180"/>
                  </a:lnTo>
                  <a:lnTo>
                    <a:pt x="328" y="179"/>
                  </a:lnTo>
                  <a:lnTo>
                    <a:pt x="328" y="179"/>
                  </a:lnTo>
                  <a:lnTo>
                    <a:pt x="328" y="178"/>
                  </a:lnTo>
                  <a:lnTo>
                    <a:pt x="328" y="153"/>
                  </a:lnTo>
                  <a:lnTo>
                    <a:pt x="324" y="153"/>
                  </a:lnTo>
                  <a:lnTo>
                    <a:pt x="324" y="178"/>
                  </a:lnTo>
                  <a:lnTo>
                    <a:pt x="324" y="179"/>
                  </a:lnTo>
                  <a:lnTo>
                    <a:pt x="326" y="179"/>
                  </a:lnTo>
                  <a:lnTo>
                    <a:pt x="324" y="178"/>
                  </a:lnTo>
                  <a:lnTo>
                    <a:pt x="323" y="179"/>
                  </a:lnTo>
                  <a:lnTo>
                    <a:pt x="326" y="179"/>
                  </a:lnTo>
                  <a:lnTo>
                    <a:pt x="323" y="179"/>
                  </a:lnTo>
                  <a:lnTo>
                    <a:pt x="323" y="179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5" y="181"/>
                  </a:lnTo>
                  <a:lnTo>
                    <a:pt x="323" y="180"/>
                  </a:lnTo>
                  <a:lnTo>
                    <a:pt x="323" y="180"/>
                  </a:lnTo>
                  <a:lnTo>
                    <a:pt x="325" y="182"/>
                  </a:lnTo>
                  <a:lnTo>
                    <a:pt x="323" y="180"/>
                  </a:lnTo>
                  <a:lnTo>
                    <a:pt x="322" y="181"/>
                  </a:lnTo>
                  <a:lnTo>
                    <a:pt x="324" y="182"/>
                  </a:lnTo>
                  <a:lnTo>
                    <a:pt x="323" y="180"/>
                  </a:lnTo>
                  <a:lnTo>
                    <a:pt x="322" y="181"/>
                  </a:lnTo>
                  <a:lnTo>
                    <a:pt x="323" y="182"/>
                  </a:lnTo>
                  <a:lnTo>
                    <a:pt x="322" y="181"/>
                  </a:lnTo>
                  <a:lnTo>
                    <a:pt x="322" y="182"/>
                  </a:lnTo>
                  <a:lnTo>
                    <a:pt x="321" y="182"/>
                  </a:lnTo>
                  <a:lnTo>
                    <a:pt x="320" y="182"/>
                  </a:lnTo>
                  <a:lnTo>
                    <a:pt x="320" y="183"/>
                  </a:lnTo>
                  <a:lnTo>
                    <a:pt x="319" y="183"/>
                  </a:lnTo>
                  <a:lnTo>
                    <a:pt x="318" y="184"/>
                  </a:lnTo>
                  <a:lnTo>
                    <a:pt x="318" y="184"/>
                  </a:lnTo>
                  <a:lnTo>
                    <a:pt x="317" y="184"/>
                  </a:lnTo>
                  <a:lnTo>
                    <a:pt x="316" y="184"/>
                  </a:lnTo>
                  <a:lnTo>
                    <a:pt x="315" y="184"/>
                  </a:lnTo>
                  <a:lnTo>
                    <a:pt x="314" y="185"/>
                  </a:lnTo>
                  <a:lnTo>
                    <a:pt x="313" y="185"/>
                  </a:lnTo>
                  <a:lnTo>
                    <a:pt x="312" y="185"/>
                  </a:lnTo>
                  <a:lnTo>
                    <a:pt x="312" y="185"/>
                  </a:lnTo>
                  <a:lnTo>
                    <a:pt x="310" y="185"/>
                  </a:lnTo>
                  <a:lnTo>
                    <a:pt x="310" y="185"/>
                  </a:lnTo>
                  <a:lnTo>
                    <a:pt x="294" y="185"/>
                  </a:lnTo>
                  <a:lnTo>
                    <a:pt x="294" y="189"/>
                  </a:lnTo>
                  <a:close/>
                  <a:moveTo>
                    <a:pt x="328" y="116"/>
                  </a:moveTo>
                  <a:lnTo>
                    <a:pt x="328" y="54"/>
                  </a:lnTo>
                  <a:lnTo>
                    <a:pt x="324" y="54"/>
                  </a:lnTo>
                  <a:lnTo>
                    <a:pt x="324" y="116"/>
                  </a:lnTo>
                  <a:lnTo>
                    <a:pt x="328" y="116"/>
                  </a:lnTo>
                  <a:close/>
                  <a:moveTo>
                    <a:pt x="328" y="17"/>
                  </a:moveTo>
                  <a:lnTo>
                    <a:pt x="328" y="11"/>
                  </a:lnTo>
                  <a:lnTo>
                    <a:pt x="328" y="11"/>
                  </a:lnTo>
                  <a:lnTo>
                    <a:pt x="328" y="10"/>
                  </a:lnTo>
                  <a:lnTo>
                    <a:pt x="328" y="10"/>
                  </a:lnTo>
                  <a:lnTo>
                    <a:pt x="328" y="10"/>
                  </a:lnTo>
                  <a:lnTo>
                    <a:pt x="327" y="9"/>
                  </a:lnTo>
                  <a:lnTo>
                    <a:pt x="327" y="9"/>
                  </a:lnTo>
                  <a:lnTo>
                    <a:pt x="327" y="8"/>
                  </a:lnTo>
                  <a:lnTo>
                    <a:pt x="327" y="8"/>
                  </a:lnTo>
                  <a:lnTo>
                    <a:pt x="327" y="7"/>
                  </a:lnTo>
                  <a:lnTo>
                    <a:pt x="327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6"/>
                  </a:lnTo>
                  <a:lnTo>
                    <a:pt x="326" y="6"/>
                  </a:lnTo>
                  <a:lnTo>
                    <a:pt x="325" y="5"/>
                  </a:lnTo>
                  <a:lnTo>
                    <a:pt x="325" y="5"/>
                  </a:lnTo>
                  <a:lnTo>
                    <a:pt x="324" y="5"/>
                  </a:lnTo>
                  <a:lnTo>
                    <a:pt x="324" y="4"/>
                  </a:lnTo>
                  <a:lnTo>
                    <a:pt x="323" y="4"/>
                  </a:lnTo>
                  <a:lnTo>
                    <a:pt x="322" y="3"/>
                  </a:lnTo>
                  <a:lnTo>
                    <a:pt x="321" y="3"/>
                  </a:lnTo>
                  <a:lnTo>
                    <a:pt x="320" y="2"/>
                  </a:lnTo>
                  <a:lnTo>
                    <a:pt x="319" y="2"/>
                  </a:lnTo>
                  <a:lnTo>
                    <a:pt x="318" y="2"/>
                  </a:lnTo>
                  <a:lnTo>
                    <a:pt x="317" y="1"/>
                  </a:lnTo>
                  <a:lnTo>
                    <a:pt x="316" y="1"/>
                  </a:lnTo>
                  <a:lnTo>
                    <a:pt x="315" y="1"/>
                  </a:lnTo>
                  <a:lnTo>
                    <a:pt x="314" y="0"/>
                  </a:lnTo>
                  <a:lnTo>
                    <a:pt x="313" y="0"/>
                  </a:lnTo>
                  <a:lnTo>
                    <a:pt x="312" y="0"/>
                  </a:lnTo>
                  <a:lnTo>
                    <a:pt x="311" y="0"/>
                  </a:lnTo>
                  <a:lnTo>
                    <a:pt x="310" y="0"/>
                  </a:lnTo>
                  <a:lnTo>
                    <a:pt x="274" y="0"/>
                  </a:lnTo>
                  <a:lnTo>
                    <a:pt x="274" y="4"/>
                  </a:lnTo>
                  <a:lnTo>
                    <a:pt x="310" y="4"/>
                  </a:lnTo>
                  <a:lnTo>
                    <a:pt x="311" y="4"/>
                  </a:lnTo>
                  <a:lnTo>
                    <a:pt x="312" y="4"/>
                  </a:lnTo>
                  <a:lnTo>
                    <a:pt x="313" y="4"/>
                  </a:lnTo>
                  <a:lnTo>
                    <a:pt x="313" y="5"/>
                  </a:lnTo>
                  <a:lnTo>
                    <a:pt x="315" y="5"/>
                  </a:lnTo>
                  <a:lnTo>
                    <a:pt x="315" y="5"/>
                  </a:lnTo>
                  <a:lnTo>
                    <a:pt x="316" y="5"/>
                  </a:lnTo>
                  <a:lnTo>
                    <a:pt x="317" y="5"/>
                  </a:lnTo>
                  <a:lnTo>
                    <a:pt x="318" y="6"/>
                  </a:lnTo>
                  <a:lnTo>
                    <a:pt x="319" y="6"/>
                  </a:lnTo>
                  <a:lnTo>
                    <a:pt x="319" y="6"/>
                  </a:lnTo>
                  <a:lnTo>
                    <a:pt x="320" y="7"/>
                  </a:lnTo>
                  <a:lnTo>
                    <a:pt x="321" y="7"/>
                  </a:lnTo>
                  <a:lnTo>
                    <a:pt x="321" y="7"/>
                  </a:lnTo>
                  <a:lnTo>
                    <a:pt x="322" y="8"/>
                  </a:lnTo>
                  <a:lnTo>
                    <a:pt x="322" y="8"/>
                  </a:lnTo>
                  <a:lnTo>
                    <a:pt x="323" y="7"/>
                  </a:lnTo>
                  <a:lnTo>
                    <a:pt x="322" y="8"/>
                  </a:lnTo>
                  <a:lnTo>
                    <a:pt x="323" y="9"/>
                  </a:lnTo>
                  <a:lnTo>
                    <a:pt x="324" y="7"/>
                  </a:lnTo>
                  <a:lnTo>
                    <a:pt x="322" y="9"/>
                  </a:lnTo>
                  <a:lnTo>
                    <a:pt x="323" y="9"/>
                  </a:lnTo>
                  <a:lnTo>
                    <a:pt x="325" y="8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10"/>
                  </a:lnTo>
                  <a:lnTo>
                    <a:pt x="323" y="10"/>
                  </a:lnTo>
                  <a:lnTo>
                    <a:pt x="325" y="10"/>
                  </a:lnTo>
                  <a:lnTo>
                    <a:pt x="323" y="10"/>
                  </a:lnTo>
                  <a:lnTo>
                    <a:pt x="323" y="11"/>
                  </a:lnTo>
                  <a:lnTo>
                    <a:pt x="326" y="10"/>
                  </a:lnTo>
                  <a:lnTo>
                    <a:pt x="323" y="10"/>
                  </a:lnTo>
                  <a:lnTo>
                    <a:pt x="324" y="11"/>
                  </a:lnTo>
                  <a:lnTo>
                    <a:pt x="326" y="11"/>
                  </a:lnTo>
                  <a:lnTo>
                    <a:pt x="324" y="11"/>
                  </a:lnTo>
                  <a:lnTo>
                    <a:pt x="324" y="12"/>
                  </a:lnTo>
                  <a:lnTo>
                    <a:pt x="324" y="17"/>
                  </a:lnTo>
                  <a:lnTo>
                    <a:pt x="328" y="17"/>
                  </a:lnTo>
                  <a:close/>
                  <a:moveTo>
                    <a:pt x="237" y="0"/>
                  </a:moveTo>
                  <a:lnTo>
                    <a:pt x="175" y="0"/>
                  </a:lnTo>
                  <a:lnTo>
                    <a:pt x="175" y="4"/>
                  </a:lnTo>
                  <a:lnTo>
                    <a:pt x="237" y="4"/>
                  </a:lnTo>
                  <a:lnTo>
                    <a:pt x="237" y="0"/>
                  </a:lnTo>
                  <a:close/>
                  <a:moveTo>
                    <a:pt x="138" y="0"/>
                  </a:moveTo>
                  <a:lnTo>
                    <a:pt x="77" y="0"/>
                  </a:lnTo>
                  <a:lnTo>
                    <a:pt x="77" y="4"/>
                  </a:lnTo>
                  <a:lnTo>
                    <a:pt x="138" y="4"/>
                  </a:lnTo>
                  <a:lnTo>
                    <a:pt x="138" y="0"/>
                  </a:lnTo>
                  <a:close/>
                  <a:moveTo>
                    <a:pt x="40" y="0"/>
                  </a:moveTo>
                  <a:lnTo>
                    <a:pt x="18" y="0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1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3"/>
                  </a:lnTo>
                  <a:lnTo>
                    <a:pt x="6" y="3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4" y="3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3" y="9"/>
                  </a:lnTo>
                  <a:lnTo>
                    <a:pt x="5" y="10"/>
                  </a:lnTo>
                  <a:lnTo>
                    <a:pt x="5" y="9"/>
                  </a:lnTo>
                  <a:lnTo>
                    <a:pt x="3" y="9"/>
                  </a:lnTo>
                  <a:lnTo>
                    <a:pt x="5" y="10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9"/>
                  </a:lnTo>
                  <a:lnTo>
                    <a:pt x="5" y="9"/>
                  </a:lnTo>
                  <a:lnTo>
                    <a:pt x="4" y="7"/>
                  </a:lnTo>
                  <a:lnTo>
                    <a:pt x="5" y="9"/>
                  </a:lnTo>
                  <a:lnTo>
                    <a:pt x="6" y="8"/>
                  </a:lnTo>
                  <a:lnTo>
                    <a:pt x="4" y="7"/>
                  </a:lnTo>
                  <a:lnTo>
                    <a:pt x="6" y="8"/>
                  </a:lnTo>
                  <a:lnTo>
                    <a:pt x="6" y="8"/>
                  </a:lnTo>
                  <a:lnTo>
                    <a:pt x="7" y="7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5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40" y="4"/>
                  </a:lnTo>
                  <a:lnTo>
                    <a:pt x="40" y="0"/>
                  </a:lnTo>
                  <a:close/>
                  <a:moveTo>
                    <a:pt x="0" y="68"/>
                  </a:moveTo>
                  <a:lnTo>
                    <a:pt x="0" y="130"/>
                  </a:lnTo>
                  <a:lnTo>
                    <a:pt x="4" y="130"/>
                  </a:lnTo>
                  <a:lnTo>
                    <a:pt x="4" y="68"/>
                  </a:lnTo>
                  <a:lnTo>
                    <a:pt x="0" y="68"/>
                  </a:lnTo>
                  <a:close/>
                  <a:moveTo>
                    <a:pt x="0" y="167"/>
                  </a:moveTo>
                  <a:lnTo>
                    <a:pt x="0" y="178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1" y="181"/>
                  </a:lnTo>
                  <a:lnTo>
                    <a:pt x="1" y="181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2" y="184"/>
                  </a:lnTo>
                  <a:lnTo>
                    <a:pt x="3" y="184"/>
                  </a:lnTo>
                  <a:lnTo>
                    <a:pt x="3" y="184"/>
                  </a:lnTo>
                  <a:lnTo>
                    <a:pt x="3" y="185"/>
                  </a:lnTo>
                  <a:lnTo>
                    <a:pt x="4" y="185"/>
                  </a:lnTo>
                  <a:lnTo>
                    <a:pt x="5" y="186"/>
                  </a:lnTo>
                  <a:lnTo>
                    <a:pt x="6" y="186"/>
                  </a:lnTo>
                  <a:lnTo>
                    <a:pt x="7" y="187"/>
                  </a:lnTo>
                  <a:lnTo>
                    <a:pt x="8" y="187"/>
                  </a:lnTo>
                  <a:lnTo>
                    <a:pt x="8" y="187"/>
                  </a:lnTo>
                  <a:lnTo>
                    <a:pt x="10" y="188"/>
                  </a:lnTo>
                  <a:lnTo>
                    <a:pt x="10" y="188"/>
                  </a:lnTo>
                  <a:lnTo>
                    <a:pt x="12" y="189"/>
                  </a:lnTo>
                  <a:lnTo>
                    <a:pt x="13" y="189"/>
                  </a:lnTo>
                  <a:lnTo>
                    <a:pt x="14" y="189"/>
                  </a:lnTo>
                  <a:lnTo>
                    <a:pt x="15" y="189"/>
                  </a:lnTo>
                  <a:lnTo>
                    <a:pt x="16" y="189"/>
                  </a:lnTo>
                  <a:lnTo>
                    <a:pt x="17" y="189"/>
                  </a:lnTo>
                  <a:lnTo>
                    <a:pt x="18" y="189"/>
                  </a:lnTo>
                  <a:lnTo>
                    <a:pt x="60" y="189"/>
                  </a:lnTo>
                  <a:lnTo>
                    <a:pt x="60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6" y="185"/>
                  </a:lnTo>
                  <a:lnTo>
                    <a:pt x="15" y="185"/>
                  </a:lnTo>
                  <a:lnTo>
                    <a:pt x="14" y="185"/>
                  </a:lnTo>
                  <a:lnTo>
                    <a:pt x="13" y="185"/>
                  </a:lnTo>
                  <a:lnTo>
                    <a:pt x="13" y="184"/>
                  </a:lnTo>
                  <a:lnTo>
                    <a:pt x="12" y="184"/>
                  </a:lnTo>
                  <a:lnTo>
                    <a:pt x="11" y="184"/>
                  </a:lnTo>
                  <a:lnTo>
                    <a:pt x="10" y="184"/>
                  </a:lnTo>
                  <a:lnTo>
                    <a:pt x="9" y="184"/>
                  </a:lnTo>
                  <a:lnTo>
                    <a:pt x="8" y="183"/>
                  </a:lnTo>
                  <a:lnTo>
                    <a:pt x="8" y="183"/>
                  </a:lnTo>
                  <a:lnTo>
                    <a:pt x="7" y="182"/>
                  </a:lnTo>
                  <a:lnTo>
                    <a:pt x="7" y="182"/>
                  </a:lnTo>
                  <a:lnTo>
                    <a:pt x="6" y="182"/>
                  </a:lnTo>
                  <a:lnTo>
                    <a:pt x="6" y="181"/>
                  </a:lnTo>
                  <a:lnTo>
                    <a:pt x="4" y="182"/>
                  </a:lnTo>
                  <a:lnTo>
                    <a:pt x="6" y="181"/>
                  </a:lnTo>
                  <a:lnTo>
                    <a:pt x="5" y="180"/>
                  </a:lnTo>
                  <a:lnTo>
                    <a:pt x="4" y="182"/>
                  </a:lnTo>
                  <a:lnTo>
                    <a:pt x="5" y="181"/>
                  </a:lnTo>
                  <a:lnTo>
                    <a:pt x="5" y="180"/>
                  </a:lnTo>
                  <a:lnTo>
                    <a:pt x="3" y="182"/>
                  </a:lnTo>
                  <a:lnTo>
                    <a:pt x="5" y="180"/>
                  </a:lnTo>
                  <a:lnTo>
                    <a:pt x="5" y="180"/>
                  </a:lnTo>
                  <a:lnTo>
                    <a:pt x="3" y="181"/>
                  </a:lnTo>
                  <a:lnTo>
                    <a:pt x="5" y="180"/>
                  </a:lnTo>
                  <a:lnTo>
                    <a:pt x="5" y="179"/>
                  </a:lnTo>
                  <a:lnTo>
                    <a:pt x="3" y="180"/>
                  </a:lnTo>
                  <a:lnTo>
                    <a:pt x="5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79"/>
                  </a:lnTo>
                  <a:lnTo>
                    <a:pt x="4" y="179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4" y="167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67" name="Freeform 1128"/>
            <p:cNvSpPr>
              <a:spLocks noEditPoints="1"/>
            </p:cNvSpPr>
            <p:nvPr/>
          </p:nvSpPr>
          <p:spPr bwMode="auto">
            <a:xfrm>
              <a:off x="1571625" y="4560888"/>
              <a:ext cx="520700" cy="300038"/>
            </a:xfrm>
            <a:custGeom>
              <a:avLst/>
              <a:gdLst>
                <a:gd name="T0" fmla="*/ 195 w 328"/>
                <a:gd name="T1" fmla="*/ 189 h 189"/>
                <a:gd name="T2" fmla="*/ 309 w 328"/>
                <a:gd name="T3" fmla="*/ 189 h 189"/>
                <a:gd name="T4" fmla="*/ 316 w 328"/>
                <a:gd name="T5" fmla="*/ 189 h 189"/>
                <a:gd name="T6" fmla="*/ 322 w 328"/>
                <a:gd name="T7" fmla="*/ 186 h 189"/>
                <a:gd name="T8" fmla="*/ 325 w 328"/>
                <a:gd name="T9" fmla="*/ 184 h 189"/>
                <a:gd name="T10" fmla="*/ 327 w 328"/>
                <a:gd name="T11" fmla="*/ 181 h 189"/>
                <a:gd name="T12" fmla="*/ 328 w 328"/>
                <a:gd name="T13" fmla="*/ 179 h 189"/>
                <a:gd name="T14" fmla="*/ 323 w 328"/>
                <a:gd name="T15" fmla="*/ 179 h 189"/>
                <a:gd name="T16" fmla="*/ 323 w 328"/>
                <a:gd name="T17" fmla="*/ 179 h 189"/>
                <a:gd name="T18" fmla="*/ 323 w 328"/>
                <a:gd name="T19" fmla="*/ 180 h 189"/>
                <a:gd name="T20" fmla="*/ 322 w 328"/>
                <a:gd name="T21" fmla="*/ 181 h 189"/>
                <a:gd name="T22" fmla="*/ 321 w 328"/>
                <a:gd name="T23" fmla="*/ 182 h 189"/>
                <a:gd name="T24" fmla="*/ 318 w 328"/>
                <a:gd name="T25" fmla="*/ 184 h 189"/>
                <a:gd name="T26" fmla="*/ 312 w 328"/>
                <a:gd name="T27" fmla="*/ 185 h 189"/>
                <a:gd name="T28" fmla="*/ 328 w 328"/>
                <a:gd name="T29" fmla="*/ 116 h 189"/>
                <a:gd name="T30" fmla="*/ 328 w 328"/>
                <a:gd name="T31" fmla="*/ 11 h 189"/>
                <a:gd name="T32" fmla="*/ 327 w 328"/>
                <a:gd name="T33" fmla="*/ 9 h 189"/>
                <a:gd name="T34" fmla="*/ 326 w 328"/>
                <a:gd name="T35" fmla="*/ 7 h 189"/>
                <a:gd name="T36" fmla="*/ 323 w 328"/>
                <a:gd name="T37" fmla="*/ 4 h 189"/>
                <a:gd name="T38" fmla="*/ 318 w 328"/>
                <a:gd name="T39" fmla="*/ 2 h 189"/>
                <a:gd name="T40" fmla="*/ 311 w 328"/>
                <a:gd name="T41" fmla="*/ 0 h 189"/>
                <a:gd name="T42" fmla="*/ 310 w 328"/>
                <a:gd name="T43" fmla="*/ 4 h 189"/>
                <a:gd name="T44" fmla="*/ 316 w 328"/>
                <a:gd name="T45" fmla="*/ 5 h 189"/>
                <a:gd name="T46" fmla="*/ 320 w 328"/>
                <a:gd name="T47" fmla="*/ 7 h 189"/>
                <a:gd name="T48" fmla="*/ 322 w 328"/>
                <a:gd name="T49" fmla="*/ 9 h 189"/>
                <a:gd name="T50" fmla="*/ 323 w 328"/>
                <a:gd name="T51" fmla="*/ 10 h 189"/>
                <a:gd name="T52" fmla="*/ 323 w 328"/>
                <a:gd name="T53" fmla="*/ 10 h 189"/>
                <a:gd name="T54" fmla="*/ 323 w 328"/>
                <a:gd name="T55" fmla="*/ 11 h 189"/>
                <a:gd name="T56" fmla="*/ 236 w 328"/>
                <a:gd name="T57" fmla="*/ 0 h 189"/>
                <a:gd name="T58" fmla="*/ 76 w 328"/>
                <a:gd name="T59" fmla="*/ 0 h 189"/>
                <a:gd name="T60" fmla="*/ 17 w 328"/>
                <a:gd name="T61" fmla="*/ 0 h 189"/>
                <a:gd name="T62" fmla="*/ 10 w 328"/>
                <a:gd name="T63" fmla="*/ 1 h 189"/>
                <a:gd name="T64" fmla="*/ 5 w 328"/>
                <a:gd name="T65" fmla="*/ 4 h 189"/>
                <a:gd name="T66" fmla="*/ 2 w 328"/>
                <a:gd name="T67" fmla="*/ 6 h 189"/>
                <a:gd name="T68" fmla="*/ 0 w 328"/>
                <a:gd name="T69" fmla="*/ 8 h 189"/>
                <a:gd name="T70" fmla="*/ 0 w 328"/>
                <a:gd name="T71" fmla="*/ 11 h 189"/>
                <a:gd name="T72" fmla="*/ 2 w 328"/>
                <a:gd name="T73" fmla="*/ 11 h 189"/>
                <a:gd name="T74" fmla="*/ 2 w 328"/>
                <a:gd name="T75" fmla="*/ 10 h 189"/>
                <a:gd name="T76" fmla="*/ 3 w 328"/>
                <a:gd name="T77" fmla="*/ 9 h 189"/>
                <a:gd name="T78" fmla="*/ 3 w 328"/>
                <a:gd name="T79" fmla="*/ 7 h 189"/>
                <a:gd name="T80" fmla="*/ 6 w 328"/>
                <a:gd name="T81" fmla="*/ 7 h 189"/>
                <a:gd name="T82" fmla="*/ 11 w 328"/>
                <a:gd name="T83" fmla="*/ 5 h 189"/>
                <a:gd name="T84" fmla="*/ 16 w 328"/>
                <a:gd name="T85" fmla="*/ 4 h 189"/>
                <a:gd name="T86" fmla="*/ 0 w 328"/>
                <a:gd name="T87" fmla="*/ 130 h 189"/>
                <a:gd name="T88" fmla="*/ 0 w 328"/>
                <a:gd name="T89" fmla="*/ 179 h 189"/>
                <a:gd name="T90" fmla="*/ 0 w 328"/>
                <a:gd name="T91" fmla="*/ 181 h 189"/>
                <a:gd name="T92" fmla="*/ 2 w 328"/>
                <a:gd name="T93" fmla="*/ 183 h 189"/>
                <a:gd name="T94" fmla="*/ 4 w 328"/>
                <a:gd name="T95" fmla="*/ 186 h 189"/>
                <a:gd name="T96" fmla="*/ 10 w 328"/>
                <a:gd name="T97" fmla="*/ 188 h 189"/>
                <a:gd name="T98" fmla="*/ 17 w 328"/>
                <a:gd name="T99" fmla="*/ 189 h 189"/>
                <a:gd name="T100" fmla="*/ 16 w 328"/>
                <a:gd name="T101" fmla="*/ 185 h 189"/>
                <a:gd name="T102" fmla="*/ 11 w 328"/>
                <a:gd name="T103" fmla="*/ 184 h 189"/>
                <a:gd name="T104" fmla="*/ 6 w 328"/>
                <a:gd name="T105" fmla="*/ 182 h 189"/>
                <a:gd name="T106" fmla="*/ 3 w 328"/>
                <a:gd name="T107" fmla="*/ 182 h 189"/>
                <a:gd name="T108" fmla="*/ 3 w 328"/>
                <a:gd name="T109" fmla="*/ 181 h 189"/>
                <a:gd name="T110" fmla="*/ 2 w 328"/>
                <a:gd name="T111" fmla="*/ 180 h 189"/>
                <a:gd name="T112" fmla="*/ 2 w 328"/>
                <a:gd name="T113" fmla="*/ 17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8" h="189">
                  <a:moveTo>
                    <a:pt x="96" y="189"/>
                  </a:moveTo>
                  <a:lnTo>
                    <a:pt x="158" y="189"/>
                  </a:lnTo>
                  <a:lnTo>
                    <a:pt x="158" y="185"/>
                  </a:lnTo>
                  <a:lnTo>
                    <a:pt x="96" y="185"/>
                  </a:lnTo>
                  <a:lnTo>
                    <a:pt x="96" y="189"/>
                  </a:lnTo>
                  <a:close/>
                  <a:moveTo>
                    <a:pt x="195" y="189"/>
                  </a:moveTo>
                  <a:lnTo>
                    <a:pt x="256" y="189"/>
                  </a:lnTo>
                  <a:lnTo>
                    <a:pt x="256" y="185"/>
                  </a:lnTo>
                  <a:lnTo>
                    <a:pt x="195" y="185"/>
                  </a:lnTo>
                  <a:lnTo>
                    <a:pt x="195" y="189"/>
                  </a:lnTo>
                  <a:close/>
                  <a:moveTo>
                    <a:pt x="293" y="189"/>
                  </a:moveTo>
                  <a:lnTo>
                    <a:pt x="309" y="189"/>
                  </a:lnTo>
                  <a:lnTo>
                    <a:pt x="310" y="189"/>
                  </a:lnTo>
                  <a:lnTo>
                    <a:pt x="311" y="189"/>
                  </a:lnTo>
                  <a:lnTo>
                    <a:pt x="313" y="189"/>
                  </a:lnTo>
                  <a:lnTo>
                    <a:pt x="314" y="189"/>
                  </a:lnTo>
                  <a:lnTo>
                    <a:pt x="315" y="189"/>
                  </a:lnTo>
                  <a:lnTo>
                    <a:pt x="316" y="189"/>
                  </a:lnTo>
                  <a:lnTo>
                    <a:pt x="317" y="188"/>
                  </a:lnTo>
                  <a:lnTo>
                    <a:pt x="318" y="188"/>
                  </a:lnTo>
                  <a:lnTo>
                    <a:pt x="319" y="187"/>
                  </a:lnTo>
                  <a:lnTo>
                    <a:pt x="320" y="187"/>
                  </a:lnTo>
                  <a:lnTo>
                    <a:pt x="321" y="187"/>
                  </a:lnTo>
                  <a:lnTo>
                    <a:pt x="322" y="186"/>
                  </a:lnTo>
                  <a:lnTo>
                    <a:pt x="323" y="186"/>
                  </a:lnTo>
                  <a:lnTo>
                    <a:pt x="323" y="185"/>
                  </a:lnTo>
                  <a:lnTo>
                    <a:pt x="324" y="185"/>
                  </a:lnTo>
                  <a:lnTo>
                    <a:pt x="325" y="184"/>
                  </a:lnTo>
                  <a:lnTo>
                    <a:pt x="325" y="184"/>
                  </a:lnTo>
                  <a:lnTo>
                    <a:pt x="325" y="184"/>
                  </a:lnTo>
                  <a:lnTo>
                    <a:pt x="325" y="183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27" y="181"/>
                  </a:lnTo>
                  <a:lnTo>
                    <a:pt x="327" y="181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8" y="179"/>
                  </a:lnTo>
                  <a:lnTo>
                    <a:pt x="328" y="179"/>
                  </a:lnTo>
                  <a:lnTo>
                    <a:pt x="328" y="178"/>
                  </a:lnTo>
                  <a:lnTo>
                    <a:pt x="328" y="153"/>
                  </a:lnTo>
                  <a:lnTo>
                    <a:pt x="323" y="153"/>
                  </a:lnTo>
                  <a:lnTo>
                    <a:pt x="323" y="178"/>
                  </a:lnTo>
                  <a:lnTo>
                    <a:pt x="323" y="179"/>
                  </a:lnTo>
                  <a:lnTo>
                    <a:pt x="325" y="179"/>
                  </a:lnTo>
                  <a:lnTo>
                    <a:pt x="323" y="178"/>
                  </a:lnTo>
                  <a:lnTo>
                    <a:pt x="323" y="179"/>
                  </a:lnTo>
                  <a:lnTo>
                    <a:pt x="325" y="179"/>
                  </a:lnTo>
                  <a:lnTo>
                    <a:pt x="323" y="179"/>
                  </a:lnTo>
                  <a:lnTo>
                    <a:pt x="323" y="179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5" y="181"/>
                  </a:lnTo>
                  <a:lnTo>
                    <a:pt x="323" y="180"/>
                  </a:lnTo>
                  <a:lnTo>
                    <a:pt x="323" y="180"/>
                  </a:lnTo>
                  <a:lnTo>
                    <a:pt x="324" y="182"/>
                  </a:lnTo>
                  <a:lnTo>
                    <a:pt x="323" y="180"/>
                  </a:lnTo>
                  <a:lnTo>
                    <a:pt x="322" y="181"/>
                  </a:lnTo>
                  <a:lnTo>
                    <a:pt x="324" y="182"/>
                  </a:lnTo>
                  <a:lnTo>
                    <a:pt x="322" y="180"/>
                  </a:lnTo>
                  <a:lnTo>
                    <a:pt x="322" y="181"/>
                  </a:lnTo>
                  <a:lnTo>
                    <a:pt x="323" y="182"/>
                  </a:lnTo>
                  <a:lnTo>
                    <a:pt x="322" y="181"/>
                  </a:lnTo>
                  <a:lnTo>
                    <a:pt x="321" y="182"/>
                  </a:lnTo>
                  <a:lnTo>
                    <a:pt x="321" y="182"/>
                  </a:lnTo>
                  <a:lnTo>
                    <a:pt x="320" y="182"/>
                  </a:lnTo>
                  <a:lnTo>
                    <a:pt x="319" y="183"/>
                  </a:lnTo>
                  <a:lnTo>
                    <a:pt x="319" y="183"/>
                  </a:lnTo>
                  <a:lnTo>
                    <a:pt x="318" y="184"/>
                  </a:lnTo>
                  <a:lnTo>
                    <a:pt x="318" y="184"/>
                  </a:lnTo>
                  <a:lnTo>
                    <a:pt x="317" y="184"/>
                  </a:lnTo>
                  <a:lnTo>
                    <a:pt x="316" y="184"/>
                  </a:lnTo>
                  <a:lnTo>
                    <a:pt x="315" y="184"/>
                  </a:lnTo>
                  <a:lnTo>
                    <a:pt x="314" y="185"/>
                  </a:lnTo>
                  <a:lnTo>
                    <a:pt x="313" y="185"/>
                  </a:lnTo>
                  <a:lnTo>
                    <a:pt x="312" y="185"/>
                  </a:lnTo>
                  <a:lnTo>
                    <a:pt x="311" y="185"/>
                  </a:lnTo>
                  <a:lnTo>
                    <a:pt x="310" y="185"/>
                  </a:lnTo>
                  <a:lnTo>
                    <a:pt x="309" y="185"/>
                  </a:lnTo>
                  <a:lnTo>
                    <a:pt x="293" y="185"/>
                  </a:lnTo>
                  <a:lnTo>
                    <a:pt x="293" y="189"/>
                  </a:lnTo>
                  <a:close/>
                  <a:moveTo>
                    <a:pt x="328" y="116"/>
                  </a:moveTo>
                  <a:lnTo>
                    <a:pt x="328" y="54"/>
                  </a:lnTo>
                  <a:lnTo>
                    <a:pt x="323" y="54"/>
                  </a:lnTo>
                  <a:lnTo>
                    <a:pt x="323" y="116"/>
                  </a:lnTo>
                  <a:lnTo>
                    <a:pt x="328" y="116"/>
                  </a:lnTo>
                  <a:close/>
                  <a:moveTo>
                    <a:pt x="328" y="17"/>
                  </a:moveTo>
                  <a:lnTo>
                    <a:pt x="328" y="11"/>
                  </a:lnTo>
                  <a:lnTo>
                    <a:pt x="328" y="11"/>
                  </a:lnTo>
                  <a:lnTo>
                    <a:pt x="328" y="10"/>
                  </a:lnTo>
                  <a:lnTo>
                    <a:pt x="327" y="10"/>
                  </a:lnTo>
                  <a:lnTo>
                    <a:pt x="327" y="10"/>
                  </a:lnTo>
                  <a:lnTo>
                    <a:pt x="327" y="9"/>
                  </a:lnTo>
                  <a:lnTo>
                    <a:pt x="327" y="9"/>
                  </a:lnTo>
                  <a:lnTo>
                    <a:pt x="327" y="8"/>
                  </a:lnTo>
                  <a:lnTo>
                    <a:pt x="327" y="8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5" y="6"/>
                  </a:lnTo>
                  <a:lnTo>
                    <a:pt x="325" y="6"/>
                  </a:lnTo>
                  <a:lnTo>
                    <a:pt x="325" y="5"/>
                  </a:lnTo>
                  <a:lnTo>
                    <a:pt x="325" y="5"/>
                  </a:lnTo>
                  <a:lnTo>
                    <a:pt x="324" y="5"/>
                  </a:lnTo>
                  <a:lnTo>
                    <a:pt x="323" y="4"/>
                  </a:lnTo>
                  <a:lnTo>
                    <a:pt x="323" y="4"/>
                  </a:lnTo>
                  <a:lnTo>
                    <a:pt x="322" y="3"/>
                  </a:lnTo>
                  <a:lnTo>
                    <a:pt x="321" y="3"/>
                  </a:lnTo>
                  <a:lnTo>
                    <a:pt x="320" y="2"/>
                  </a:lnTo>
                  <a:lnTo>
                    <a:pt x="319" y="2"/>
                  </a:lnTo>
                  <a:lnTo>
                    <a:pt x="318" y="2"/>
                  </a:lnTo>
                  <a:lnTo>
                    <a:pt x="317" y="1"/>
                  </a:lnTo>
                  <a:lnTo>
                    <a:pt x="316" y="1"/>
                  </a:lnTo>
                  <a:lnTo>
                    <a:pt x="315" y="1"/>
                  </a:lnTo>
                  <a:lnTo>
                    <a:pt x="314" y="0"/>
                  </a:lnTo>
                  <a:lnTo>
                    <a:pt x="313" y="0"/>
                  </a:lnTo>
                  <a:lnTo>
                    <a:pt x="311" y="0"/>
                  </a:lnTo>
                  <a:lnTo>
                    <a:pt x="310" y="0"/>
                  </a:lnTo>
                  <a:lnTo>
                    <a:pt x="309" y="0"/>
                  </a:lnTo>
                  <a:lnTo>
                    <a:pt x="273" y="0"/>
                  </a:lnTo>
                  <a:lnTo>
                    <a:pt x="273" y="4"/>
                  </a:lnTo>
                  <a:lnTo>
                    <a:pt x="309" y="4"/>
                  </a:lnTo>
                  <a:lnTo>
                    <a:pt x="310" y="4"/>
                  </a:lnTo>
                  <a:lnTo>
                    <a:pt x="311" y="4"/>
                  </a:lnTo>
                  <a:lnTo>
                    <a:pt x="312" y="4"/>
                  </a:lnTo>
                  <a:lnTo>
                    <a:pt x="313" y="5"/>
                  </a:lnTo>
                  <a:lnTo>
                    <a:pt x="314" y="5"/>
                  </a:lnTo>
                  <a:lnTo>
                    <a:pt x="315" y="5"/>
                  </a:lnTo>
                  <a:lnTo>
                    <a:pt x="316" y="5"/>
                  </a:lnTo>
                  <a:lnTo>
                    <a:pt x="317" y="5"/>
                  </a:lnTo>
                  <a:lnTo>
                    <a:pt x="318" y="6"/>
                  </a:lnTo>
                  <a:lnTo>
                    <a:pt x="318" y="6"/>
                  </a:lnTo>
                  <a:lnTo>
                    <a:pt x="319" y="6"/>
                  </a:lnTo>
                  <a:lnTo>
                    <a:pt x="320" y="7"/>
                  </a:lnTo>
                  <a:lnTo>
                    <a:pt x="320" y="7"/>
                  </a:lnTo>
                  <a:lnTo>
                    <a:pt x="321" y="7"/>
                  </a:lnTo>
                  <a:lnTo>
                    <a:pt x="321" y="8"/>
                  </a:lnTo>
                  <a:lnTo>
                    <a:pt x="322" y="8"/>
                  </a:lnTo>
                  <a:lnTo>
                    <a:pt x="323" y="7"/>
                  </a:lnTo>
                  <a:lnTo>
                    <a:pt x="322" y="8"/>
                  </a:lnTo>
                  <a:lnTo>
                    <a:pt x="322" y="9"/>
                  </a:lnTo>
                  <a:lnTo>
                    <a:pt x="324" y="7"/>
                  </a:lnTo>
                  <a:lnTo>
                    <a:pt x="322" y="9"/>
                  </a:lnTo>
                  <a:lnTo>
                    <a:pt x="323" y="9"/>
                  </a:lnTo>
                  <a:lnTo>
                    <a:pt x="324" y="8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10"/>
                  </a:lnTo>
                  <a:lnTo>
                    <a:pt x="323" y="10"/>
                  </a:lnTo>
                  <a:lnTo>
                    <a:pt x="325" y="10"/>
                  </a:lnTo>
                  <a:lnTo>
                    <a:pt x="323" y="10"/>
                  </a:lnTo>
                  <a:lnTo>
                    <a:pt x="323" y="11"/>
                  </a:lnTo>
                  <a:lnTo>
                    <a:pt x="325" y="10"/>
                  </a:lnTo>
                  <a:lnTo>
                    <a:pt x="323" y="10"/>
                  </a:lnTo>
                  <a:lnTo>
                    <a:pt x="323" y="11"/>
                  </a:lnTo>
                  <a:lnTo>
                    <a:pt x="325" y="11"/>
                  </a:lnTo>
                  <a:lnTo>
                    <a:pt x="323" y="11"/>
                  </a:lnTo>
                  <a:lnTo>
                    <a:pt x="323" y="12"/>
                  </a:lnTo>
                  <a:lnTo>
                    <a:pt x="323" y="17"/>
                  </a:lnTo>
                  <a:lnTo>
                    <a:pt x="328" y="17"/>
                  </a:lnTo>
                  <a:close/>
                  <a:moveTo>
                    <a:pt x="236" y="0"/>
                  </a:moveTo>
                  <a:lnTo>
                    <a:pt x="175" y="0"/>
                  </a:lnTo>
                  <a:lnTo>
                    <a:pt x="175" y="4"/>
                  </a:lnTo>
                  <a:lnTo>
                    <a:pt x="236" y="4"/>
                  </a:lnTo>
                  <a:lnTo>
                    <a:pt x="236" y="0"/>
                  </a:lnTo>
                  <a:close/>
                  <a:moveTo>
                    <a:pt x="138" y="0"/>
                  </a:moveTo>
                  <a:lnTo>
                    <a:pt x="76" y="0"/>
                  </a:lnTo>
                  <a:lnTo>
                    <a:pt x="76" y="4"/>
                  </a:lnTo>
                  <a:lnTo>
                    <a:pt x="138" y="4"/>
                  </a:lnTo>
                  <a:lnTo>
                    <a:pt x="138" y="0"/>
                  </a:lnTo>
                  <a:close/>
                  <a:moveTo>
                    <a:pt x="39" y="0"/>
                  </a:moveTo>
                  <a:lnTo>
                    <a:pt x="18" y="0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1" y="1"/>
                  </a:lnTo>
                  <a:lnTo>
                    <a:pt x="10" y="1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3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4" y="3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2" y="9"/>
                  </a:lnTo>
                  <a:lnTo>
                    <a:pt x="4" y="10"/>
                  </a:lnTo>
                  <a:lnTo>
                    <a:pt x="4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9"/>
                  </a:lnTo>
                  <a:lnTo>
                    <a:pt x="3" y="8"/>
                  </a:lnTo>
                  <a:lnTo>
                    <a:pt x="4" y="9"/>
                  </a:lnTo>
                  <a:lnTo>
                    <a:pt x="5" y="9"/>
                  </a:lnTo>
                  <a:lnTo>
                    <a:pt x="3" y="7"/>
                  </a:lnTo>
                  <a:lnTo>
                    <a:pt x="5" y="9"/>
                  </a:lnTo>
                  <a:lnTo>
                    <a:pt x="5" y="8"/>
                  </a:lnTo>
                  <a:lnTo>
                    <a:pt x="4" y="7"/>
                  </a:lnTo>
                  <a:lnTo>
                    <a:pt x="5" y="8"/>
                  </a:lnTo>
                  <a:lnTo>
                    <a:pt x="6" y="8"/>
                  </a:lnTo>
                  <a:lnTo>
                    <a:pt x="6" y="7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5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5" y="4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39" y="4"/>
                  </a:lnTo>
                  <a:lnTo>
                    <a:pt x="39" y="0"/>
                  </a:lnTo>
                  <a:close/>
                  <a:moveTo>
                    <a:pt x="0" y="68"/>
                  </a:moveTo>
                  <a:lnTo>
                    <a:pt x="0" y="130"/>
                  </a:lnTo>
                  <a:lnTo>
                    <a:pt x="4" y="130"/>
                  </a:lnTo>
                  <a:lnTo>
                    <a:pt x="4" y="68"/>
                  </a:lnTo>
                  <a:lnTo>
                    <a:pt x="0" y="68"/>
                  </a:lnTo>
                  <a:close/>
                  <a:moveTo>
                    <a:pt x="0" y="167"/>
                  </a:moveTo>
                  <a:lnTo>
                    <a:pt x="0" y="178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1"/>
                  </a:lnTo>
                  <a:lnTo>
                    <a:pt x="1" y="181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1" y="183"/>
                  </a:lnTo>
                  <a:lnTo>
                    <a:pt x="1" y="183"/>
                  </a:lnTo>
                  <a:lnTo>
                    <a:pt x="2" y="183"/>
                  </a:lnTo>
                  <a:lnTo>
                    <a:pt x="2" y="184"/>
                  </a:lnTo>
                  <a:lnTo>
                    <a:pt x="3" y="184"/>
                  </a:lnTo>
                  <a:lnTo>
                    <a:pt x="3" y="184"/>
                  </a:lnTo>
                  <a:lnTo>
                    <a:pt x="3" y="185"/>
                  </a:lnTo>
                  <a:lnTo>
                    <a:pt x="4" y="185"/>
                  </a:lnTo>
                  <a:lnTo>
                    <a:pt x="4" y="186"/>
                  </a:lnTo>
                  <a:lnTo>
                    <a:pt x="6" y="186"/>
                  </a:lnTo>
                  <a:lnTo>
                    <a:pt x="6" y="187"/>
                  </a:lnTo>
                  <a:lnTo>
                    <a:pt x="7" y="187"/>
                  </a:lnTo>
                  <a:lnTo>
                    <a:pt x="8" y="187"/>
                  </a:lnTo>
                  <a:lnTo>
                    <a:pt x="9" y="188"/>
                  </a:lnTo>
                  <a:lnTo>
                    <a:pt x="10" y="188"/>
                  </a:lnTo>
                  <a:lnTo>
                    <a:pt x="11" y="189"/>
                  </a:lnTo>
                  <a:lnTo>
                    <a:pt x="12" y="189"/>
                  </a:lnTo>
                  <a:lnTo>
                    <a:pt x="13" y="189"/>
                  </a:lnTo>
                  <a:lnTo>
                    <a:pt x="14" y="189"/>
                  </a:lnTo>
                  <a:lnTo>
                    <a:pt x="16" y="189"/>
                  </a:lnTo>
                  <a:lnTo>
                    <a:pt x="17" y="189"/>
                  </a:lnTo>
                  <a:lnTo>
                    <a:pt x="18" y="189"/>
                  </a:lnTo>
                  <a:lnTo>
                    <a:pt x="59" y="189"/>
                  </a:lnTo>
                  <a:lnTo>
                    <a:pt x="59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6" y="185"/>
                  </a:lnTo>
                  <a:lnTo>
                    <a:pt x="15" y="185"/>
                  </a:lnTo>
                  <a:lnTo>
                    <a:pt x="14" y="185"/>
                  </a:lnTo>
                  <a:lnTo>
                    <a:pt x="13" y="185"/>
                  </a:lnTo>
                  <a:lnTo>
                    <a:pt x="12" y="184"/>
                  </a:lnTo>
                  <a:lnTo>
                    <a:pt x="11" y="184"/>
                  </a:lnTo>
                  <a:lnTo>
                    <a:pt x="11" y="184"/>
                  </a:lnTo>
                  <a:lnTo>
                    <a:pt x="9" y="184"/>
                  </a:lnTo>
                  <a:lnTo>
                    <a:pt x="9" y="184"/>
                  </a:lnTo>
                  <a:lnTo>
                    <a:pt x="8" y="183"/>
                  </a:lnTo>
                  <a:lnTo>
                    <a:pt x="8" y="183"/>
                  </a:lnTo>
                  <a:lnTo>
                    <a:pt x="7" y="182"/>
                  </a:lnTo>
                  <a:lnTo>
                    <a:pt x="6" y="182"/>
                  </a:lnTo>
                  <a:lnTo>
                    <a:pt x="6" y="182"/>
                  </a:lnTo>
                  <a:lnTo>
                    <a:pt x="5" y="181"/>
                  </a:lnTo>
                  <a:lnTo>
                    <a:pt x="4" y="182"/>
                  </a:lnTo>
                  <a:lnTo>
                    <a:pt x="5" y="181"/>
                  </a:lnTo>
                  <a:lnTo>
                    <a:pt x="5" y="180"/>
                  </a:lnTo>
                  <a:lnTo>
                    <a:pt x="3" y="182"/>
                  </a:lnTo>
                  <a:lnTo>
                    <a:pt x="5" y="181"/>
                  </a:lnTo>
                  <a:lnTo>
                    <a:pt x="4" y="180"/>
                  </a:lnTo>
                  <a:lnTo>
                    <a:pt x="3" y="182"/>
                  </a:lnTo>
                  <a:lnTo>
                    <a:pt x="5" y="180"/>
                  </a:lnTo>
                  <a:lnTo>
                    <a:pt x="4" y="180"/>
                  </a:lnTo>
                  <a:lnTo>
                    <a:pt x="3" y="181"/>
                  </a:lnTo>
                  <a:lnTo>
                    <a:pt x="4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79"/>
                  </a:lnTo>
                  <a:lnTo>
                    <a:pt x="4" y="179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4" y="167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68" name="Freeform 1129"/>
            <p:cNvSpPr>
              <a:spLocks noEditPoints="1"/>
            </p:cNvSpPr>
            <p:nvPr/>
          </p:nvSpPr>
          <p:spPr bwMode="auto">
            <a:xfrm>
              <a:off x="2084388" y="4560888"/>
              <a:ext cx="520700" cy="300038"/>
            </a:xfrm>
            <a:custGeom>
              <a:avLst/>
              <a:gdLst>
                <a:gd name="T0" fmla="*/ 196 w 328"/>
                <a:gd name="T1" fmla="*/ 189 h 189"/>
                <a:gd name="T2" fmla="*/ 310 w 328"/>
                <a:gd name="T3" fmla="*/ 189 h 189"/>
                <a:gd name="T4" fmla="*/ 317 w 328"/>
                <a:gd name="T5" fmla="*/ 189 h 189"/>
                <a:gd name="T6" fmla="*/ 322 w 328"/>
                <a:gd name="T7" fmla="*/ 186 h 189"/>
                <a:gd name="T8" fmla="*/ 326 w 328"/>
                <a:gd name="T9" fmla="*/ 184 h 189"/>
                <a:gd name="T10" fmla="*/ 327 w 328"/>
                <a:gd name="T11" fmla="*/ 181 h 189"/>
                <a:gd name="T12" fmla="*/ 328 w 328"/>
                <a:gd name="T13" fmla="*/ 179 h 189"/>
                <a:gd name="T14" fmla="*/ 324 w 328"/>
                <a:gd name="T15" fmla="*/ 179 h 189"/>
                <a:gd name="T16" fmla="*/ 324 w 328"/>
                <a:gd name="T17" fmla="*/ 179 h 189"/>
                <a:gd name="T18" fmla="*/ 323 w 328"/>
                <a:gd name="T19" fmla="*/ 180 h 189"/>
                <a:gd name="T20" fmla="*/ 323 w 328"/>
                <a:gd name="T21" fmla="*/ 181 h 189"/>
                <a:gd name="T22" fmla="*/ 322 w 328"/>
                <a:gd name="T23" fmla="*/ 182 h 189"/>
                <a:gd name="T24" fmla="*/ 318 w 328"/>
                <a:gd name="T25" fmla="*/ 184 h 189"/>
                <a:gd name="T26" fmla="*/ 313 w 328"/>
                <a:gd name="T27" fmla="*/ 185 h 189"/>
                <a:gd name="T28" fmla="*/ 328 w 328"/>
                <a:gd name="T29" fmla="*/ 116 h 189"/>
                <a:gd name="T30" fmla="*/ 328 w 328"/>
                <a:gd name="T31" fmla="*/ 11 h 189"/>
                <a:gd name="T32" fmla="*/ 328 w 328"/>
                <a:gd name="T33" fmla="*/ 9 h 189"/>
                <a:gd name="T34" fmla="*/ 327 w 328"/>
                <a:gd name="T35" fmla="*/ 7 h 189"/>
                <a:gd name="T36" fmla="*/ 324 w 328"/>
                <a:gd name="T37" fmla="*/ 4 h 189"/>
                <a:gd name="T38" fmla="*/ 319 w 328"/>
                <a:gd name="T39" fmla="*/ 2 h 189"/>
                <a:gd name="T40" fmla="*/ 312 w 328"/>
                <a:gd name="T41" fmla="*/ 0 h 189"/>
                <a:gd name="T42" fmla="*/ 311 w 328"/>
                <a:gd name="T43" fmla="*/ 4 h 189"/>
                <a:gd name="T44" fmla="*/ 317 w 328"/>
                <a:gd name="T45" fmla="*/ 5 h 189"/>
                <a:gd name="T46" fmla="*/ 321 w 328"/>
                <a:gd name="T47" fmla="*/ 7 h 189"/>
                <a:gd name="T48" fmla="*/ 323 w 328"/>
                <a:gd name="T49" fmla="*/ 9 h 189"/>
                <a:gd name="T50" fmla="*/ 323 w 328"/>
                <a:gd name="T51" fmla="*/ 10 h 189"/>
                <a:gd name="T52" fmla="*/ 324 w 328"/>
                <a:gd name="T53" fmla="*/ 10 h 189"/>
                <a:gd name="T54" fmla="*/ 324 w 328"/>
                <a:gd name="T55" fmla="*/ 11 h 189"/>
                <a:gd name="T56" fmla="*/ 237 w 328"/>
                <a:gd name="T57" fmla="*/ 0 h 189"/>
                <a:gd name="T58" fmla="*/ 77 w 328"/>
                <a:gd name="T59" fmla="*/ 0 h 189"/>
                <a:gd name="T60" fmla="*/ 18 w 328"/>
                <a:gd name="T61" fmla="*/ 0 h 189"/>
                <a:gd name="T62" fmla="*/ 11 w 328"/>
                <a:gd name="T63" fmla="*/ 1 h 189"/>
                <a:gd name="T64" fmla="*/ 5 w 328"/>
                <a:gd name="T65" fmla="*/ 4 h 189"/>
                <a:gd name="T66" fmla="*/ 3 w 328"/>
                <a:gd name="T67" fmla="*/ 6 h 189"/>
                <a:gd name="T68" fmla="*/ 1 w 328"/>
                <a:gd name="T69" fmla="*/ 8 h 189"/>
                <a:gd name="T70" fmla="*/ 0 w 328"/>
                <a:gd name="T71" fmla="*/ 11 h 189"/>
                <a:gd name="T72" fmla="*/ 3 w 328"/>
                <a:gd name="T73" fmla="*/ 11 h 189"/>
                <a:gd name="T74" fmla="*/ 3 w 328"/>
                <a:gd name="T75" fmla="*/ 10 h 189"/>
                <a:gd name="T76" fmla="*/ 3 w 328"/>
                <a:gd name="T77" fmla="*/ 9 h 189"/>
                <a:gd name="T78" fmla="*/ 4 w 328"/>
                <a:gd name="T79" fmla="*/ 7 h 189"/>
                <a:gd name="T80" fmla="*/ 7 w 328"/>
                <a:gd name="T81" fmla="*/ 7 h 189"/>
                <a:gd name="T82" fmla="*/ 11 w 328"/>
                <a:gd name="T83" fmla="*/ 5 h 189"/>
                <a:gd name="T84" fmla="*/ 17 w 328"/>
                <a:gd name="T85" fmla="*/ 4 h 189"/>
                <a:gd name="T86" fmla="*/ 0 w 328"/>
                <a:gd name="T87" fmla="*/ 130 h 189"/>
                <a:gd name="T88" fmla="*/ 0 w 328"/>
                <a:gd name="T89" fmla="*/ 179 h 189"/>
                <a:gd name="T90" fmla="*/ 1 w 328"/>
                <a:gd name="T91" fmla="*/ 181 h 189"/>
                <a:gd name="T92" fmla="*/ 3 w 328"/>
                <a:gd name="T93" fmla="*/ 183 h 189"/>
                <a:gd name="T94" fmla="*/ 5 w 328"/>
                <a:gd name="T95" fmla="*/ 186 h 189"/>
                <a:gd name="T96" fmla="*/ 11 w 328"/>
                <a:gd name="T97" fmla="*/ 188 h 189"/>
                <a:gd name="T98" fmla="*/ 17 w 328"/>
                <a:gd name="T99" fmla="*/ 189 h 189"/>
                <a:gd name="T100" fmla="*/ 17 w 328"/>
                <a:gd name="T101" fmla="*/ 185 h 189"/>
                <a:gd name="T102" fmla="*/ 11 w 328"/>
                <a:gd name="T103" fmla="*/ 184 h 189"/>
                <a:gd name="T104" fmla="*/ 7 w 328"/>
                <a:gd name="T105" fmla="*/ 182 h 189"/>
                <a:gd name="T106" fmla="*/ 4 w 328"/>
                <a:gd name="T107" fmla="*/ 182 h 189"/>
                <a:gd name="T108" fmla="*/ 3 w 328"/>
                <a:gd name="T109" fmla="*/ 181 h 189"/>
                <a:gd name="T110" fmla="*/ 3 w 328"/>
                <a:gd name="T111" fmla="*/ 180 h 189"/>
                <a:gd name="T112" fmla="*/ 3 w 328"/>
                <a:gd name="T113" fmla="*/ 17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8" h="189">
                  <a:moveTo>
                    <a:pt x="97" y="189"/>
                  </a:moveTo>
                  <a:lnTo>
                    <a:pt x="159" y="189"/>
                  </a:lnTo>
                  <a:lnTo>
                    <a:pt x="159" y="185"/>
                  </a:lnTo>
                  <a:lnTo>
                    <a:pt x="97" y="185"/>
                  </a:lnTo>
                  <a:lnTo>
                    <a:pt x="97" y="189"/>
                  </a:lnTo>
                  <a:close/>
                  <a:moveTo>
                    <a:pt x="196" y="189"/>
                  </a:moveTo>
                  <a:lnTo>
                    <a:pt x="257" y="189"/>
                  </a:lnTo>
                  <a:lnTo>
                    <a:pt x="257" y="185"/>
                  </a:lnTo>
                  <a:lnTo>
                    <a:pt x="196" y="185"/>
                  </a:lnTo>
                  <a:lnTo>
                    <a:pt x="196" y="189"/>
                  </a:lnTo>
                  <a:close/>
                  <a:moveTo>
                    <a:pt x="294" y="189"/>
                  </a:moveTo>
                  <a:lnTo>
                    <a:pt x="310" y="189"/>
                  </a:lnTo>
                  <a:lnTo>
                    <a:pt x="311" y="189"/>
                  </a:lnTo>
                  <a:lnTo>
                    <a:pt x="312" y="189"/>
                  </a:lnTo>
                  <a:lnTo>
                    <a:pt x="313" y="189"/>
                  </a:lnTo>
                  <a:lnTo>
                    <a:pt x="315" y="189"/>
                  </a:lnTo>
                  <a:lnTo>
                    <a:pt x="315" y="189"/>
                  </a:lnTo>
                  <a:lnTo>
                    <a:pt x="317" y="189"/>
                  </a:lnTo>
                  <a:lnTo>
                    <a:pt x="318" y="188"/>
                  </a:lnTo>
                  <a:lnTo>
                    <a:pt x="319" y="188"/>
                  </a:lnTo>
                  <a:lnTo>
                    <a:pt x="320" y="187"/>
                  </a:lnTo>
                  <a:lnTo>
                    <a:pt x="321" y="187"/>
                  </a:lnTo>
                  <a:lnTo>
                    <a:pt x="322" y="187"/>
                  </a:lnTo>
                  <a:lnTo>
                    <a:pt x="322" y="186"/>
                  </a:lnTo>
                  <a:lnTo>
                    <a:pt x="323" y="186"/>
                  </a:lnTo>
                  <a:lnTo>
                    <a:pt x="324" y="185"/>
                  </a:lnTo>
                  <a:lnTo>
                    <a:pt x="325" y="185"/>
                  </a:lnTo>
                  <a:lnTo>
                    <a:pt x="325" y="184"/>
                  </a:lnTo>
                  <a:lnTo>
                    <a:pt x="325" y="184"/>
                  </a:lnTo>
                  <a:lnTo>
                    <a:pt x="326" y="184"/>
                  </a:lnTo>
                  <a:lnTo>
                    <a:pt x="326" y="183"/>
                  </a:lnTo>
                  <a:lnTo>
                    <a:pt x="327" y="183"/>
                  </a:lnTo>
                  <a:lnTo>
                    <a:pt x="327" y="183"/>
                  </a:lnTo>
                  <a:lnTo>
                    <a:pt x="327" y="182"/>
                  </a:lnTo>
                  <a:lnTo>
                    <a:pt x="327" y="182"/>
                  </a:lnTo>
                  <a:lnTo>
                    <a:pt x="327" y="181"/>
                  </a:lnTo>
                  <a:lnTo>
                    <a:pt x="327" y="181"/>
                  </a:lnTo>
                  <a:lnTo>
                    <a:pt x="328" y="180"/>
                  </a:lnTo>
                  <a:lnTo>
                    <a:pt x="328" y="180"/>
                  </a:lnTo>
                  <a:lnTo>
                    <a:pt x="328" y="180"/>
                  </a:lnTo>
                  <a:lnTo>
                    <a:pt x="328" y="180"/>
                  </a:lnTo>
                  <a:lnTo>
                    <a:pt x="328" y="179"/>
                  </a:lnTo>
                  <a:lnTo>
                    <a:pt x="328" y="179"/>
                  </a:lnTo>
                  <a:lnTo>
                    <a:pt x="328" y="178"/>
                  </a:lnTo>
                  <a:lnTo>
                    <a:pt x="328" y="153"/>
                  </a:lnTo>
                  <a:lnTo>
                    <a:pt x="324" y="153"/>
                  </a:lnTo>
                  <a:lnTo>
                    <a:pt x="324" y="178"/>
                  </a:lnTo>
                  <a:lnTo>
                    <a:pt x="324" y="179"/>
                  </a:lnTo>
                  <a:lnTo>
                    <a:pt x="326" y="179"/>
                  </a:lnTo>
                  <a:lnTo>
                    <a:pt x="324" y="178"/>
                  </a:lnTo>
                  <a:lnTo>
                    <a:pt x="324" y="179"/>
                  </a:lnTo>
                  <a:lnTo>
                    <a:pt x="326" y="179"/>
                  </a:lnTo>
                  <a:lnTo>
                    <a:pt x="324" y="179"/>
                  </a:lnTo>
                  <a:lnTo>
                    <a:pt x="324" y="179"/>
                  </a:lnTo>
                  <a:lnTo>
                    <a:pt x="326" y="180"/>
                  </a:lnTo>
                  <a:lnTo>
                    <a:pt x="324" y="179"/>
                  </a:lnTo>
                  <a:lnTo>
                    <a:pt x="324" y="180"/>
                  </a:lnTo>
                  <a:lnTo>
                    <a:pt x="326" y="180"/>
                  </a:lnTo>
                  <a:lnTo>
                    <a:pt x="324" y="179"/>
                  </a:lnTo>
                  <a:lnTo>
                    <a:pt x="323" y="180"/>
                  </a:lnTo>
                  <a:lnTo>
                    <a:pt x="325" y="181"/>
                  </a:lnTo>
                  <a:lnTo>
                    <a:pt x="323" y="180"/>
                  </a:lnTo>
                  <a:lnTo>
                    <a:pt x="323" y="180"/>
                  </a:lnTo>
                  <a:lnTo>
                    <a:pt x="325" y="182"/>
                  </a:lnTo>
                  <a:lnTo>
                    <a:pt x="323" y="180"/>
                  </a:lnTo>
                  <a:lnTo>
                    <a:pt x="323" y="181"/>
                  </a:lnTo>
                  <a:lnTo>
                    <a:pt x="325" y="182"/>
                  </a:lnTo>
                  <a:lnTo>
                    <a:pt x="323" y="180"/>
                  </a:lnTo>
                  <a:lnTo>
                    <a:pt x="322" y="181"/>
                  </a:lnTo>
                  <a:lnTo>
                    <a:pt x="324" y="182"/>
                  </a:lnTo>
                  <a:lnTo>
                    <a:pt x="323" y="181"/>
                  </a:lnTo>
                  <a:lnTo>
                    <a:pt x="322" y="182"/>
                  </a:lnTo>
                  <a:lnTo>
                    <a:pt x="322" y="182"/>
                  </a:lnTo>
                  <a:lnTo>
                    <a:pt x="321" y="182"/>
                  </a:lnTo>
                  <a:lnTo>
                    <a:pt x="320" y="183"/>
                  </a:lnTo>
                  <a:lnTo>
                    <a:pt x="320" y="183"/>
                  </a:lnTo>
                  <a:lnTo>
                    <a:pt x="319" y="184"/>
                  </a:lnTo>
                  <a:lnTo>
                    <a:pt x="318" y="184"/>
                  </a:lnTo>
                  <a:lnTo>
                    <a:pt x="317" y="184"/>
                  </a:lnTo>
                  <a:lnTo>
                    <a:pt x="317" y="184"/>
                  </a:lnTo>
                  <a:lnTo>
                    <a:pt x="316" y="184"/>
                  </a:lnTo>
                  <a:lnTo>
                    <a:pt x="315" y="185"/>
                  </a:lnTo>
                  <a:lnTo>
                    <a:pt x="314" y="185"/>
                  </a:lnTo>
                  <a:lnTo>
                    <a:pt x="313" y="185"/>
                  </a:lnTo>
                  <a:lnTo>
                    <a:pt x="312" y="185"/>
                  </a:lnTo>
                  <a:lnTo>
                    <a:pt x="311" y="185"/>
                  </a:lnTo>
                  <a:lnTo>
                    <a:pt x="310" y="185"/>
                  </a:lnTo>
                  <a:lnTo>
                    <a:pt x="294" y="185"/>
                  </a:lnTo>
                  <a:lnTo>
                    <a:pt x="294" y="189"/>
                  </a:lnTo>
                  <a:close/>
                  <a:moveTo>
                    <a:pt x="328" y="116"/>
                  </a:moveTo>
                  <a:lnTo>
                    <a:pt x="328" y="54"/>
                  </a:lnTo>
                  <a:lnTo>
                    <a:pt x="324" y="54"/>
                  </a:lnTo>
                  <a:lnTo>
                    <a:pt x="324" y="116"/>
                  </a:lnTo>
                  <a:lnTo>
                    <a:pt x="328" y="116"/>
                  </a:lnTo>
                  <a:close/>
                  <a:moveTo>
                    <a:pt x="328" y="17"/>
                  </a:moveTo>
                  <a:lnTo>
                    <a:pt x="328" y="11"/>
                  </a:lnTo>
                  <a:lnTo>
                    <a:pt x="328" y="11"/>
                  </a:lnTo>
                  <a:lnTo>
                    <a:pt x="328" y="10"/>
                  </a:lnTo>
                  <a:lnTo>
                    <a:pt x="328" y="10"/>
                  </a:lnTo>
                  <a:lnTo>
                    <a:pt x="328" y="10"/>
                  </a:lnTo>
                  <a:lnTo>
                    <a:pt x="328" y="9"/>
                  </a:lnTo>
                  <a:lnTo>
                    <a:pt x="328" y="9"/>
                  </a:lnTo>
                  <a:lnTo>
                    <a:pt x="327" y="8"/>
                  </a:lnTo>
                  <a:lnTo>
                    <a:pt x="327" y="8"/>
                  </a:lnTo>
                  <a:lnTo>
                    <a:pt x="327" y="7"/>
                  </a:lnTo>
                  <a:lnTo>
                    <a:pt x="327" y="7"/>
                  </a:lnTo>
                  <a:lnTo>
                    <a:pt x="327" y="7"/>
                  </a:lnTo>
                  <a:lnTo>
                    <a:pt x="327" y="7"/>
                  </a:lnTo>
                  <a:lnTo>
                    <a:pt x="326" y="6"/>
                  </a:lnTo>
                  <a:lnTo>
                    <a:pt x="326" y="6"/>
                  </a:lnTo>
                  <a:lnTo>
                    <a:pt x="325" y="5"/>
                  </a:lnTo>
                  <a:lnTo>
                    <a:pt x="325" y="5"/>
                  </a:lnTo>
                  <a:lnTo>
                    <a:pt x="325" y="5"/>
                  </a:lnTo>
                  <a:lnTo>
                    <a:pt x="324" y="4"/>
                  </a:lnTo>
                  <a:lnTo>
                    <a:pt x="323" y="4"/>
                  </a:lnTo>
                  <a:lnTo>
                    <a:pt x="322" y="3"/>
                  </a:lnTo>
                  <a:lnTo>
                    <a:pt x="322" y="3"/>
                  </a:lnTo>
                  <a:lnTo>
                    <a:pt x="321" y="2"/>
                  </a:lnTo>
                  <a:lnTo>
                    <a:pt x="320" y="2"/>
                  </a:lnTo>
                  <a:lnTo>
                    <a:pt x="319" y="2"/>
                  </a:lnTo>
                  <a:lnTo>
                    <a:pt x="318" y="1"/>
                  </a:lnTo>
                  <a:lnTo>
                    <a:pt x="317" y="1"/>
                  </a:lnTo>
                  <a:lnTo>
                    <a:pt x="316" y="1"/>
                  </a:lnTo>
                  <a:lnTo>
                    <a:pt x="315" y="0"/>
                  </a:lnTo>
                  <a:lnTo>
                    <a:pt x="313" y="0"/>
                  </a:lnTo>
                  <a:lnTo>
                    <a:pt x="312" y="0"/>
                  </a:lnTo>
                  <a:lnTo>
                    <a:pt x="311" y="0"/>
                  </a:lnTo>
                  <a:lnTo>
                    <a:pt x="310" y="0"/>
                  </a:lnTo>
                  <a:lnTo>
                    <a:pt x="274" y="0"/>
                  </a:lnTo>
                  <a:lnTo>
                    <a:pt x="274" y="4"/>
                  </a:lnTo>
                  <a:lnTo>
                    <a:pt x="310" y="4"/>
                  </a:lnTo>
                  <a:lnTo>
                    <a:pt x="311" y="4"/>
                  </a:lnTo>
                  <a:lnTo>
                    <a:pt x="312" y="4"/>
                  </a:lnTo>
                  <a:lnTo>
                    <a:pt x="313" y="4"/>
                  </a:lnTo>
                  <a:lnTo>
                    <a:pt x="314" y="5"/>
                  </a:lnTo>
                  <a:lnTo>
                    <a:pt x="315" y="5"/>
                  </a:lnTo>
                  <a:lnTo>
                    <a:pt x="316" y="5"/>
                  </a:lnTo>
                  <a:lnTo>
                    <a:pt x="317" y="5"/>
                  </a:lnTo>
                  <a:lnTo>
                    <a:pt x="317" y="5"/>
                  </a:lnTo>
                  <a:lnTo>
                    <a:pt x="318" y="6"/>
                  </a:lnTo>
                  <a:lnTo>
                    <a:pt x="319" y="6"/>
                  </a:lnTo>
                  <a:lnTo>
                    <a:pt x="320" y="6"/>
                  </a:lnTo>
                  <a:lnTo>
                    <a:pt x="320" y="7"/>
                  </a:lnTo>
                  <a:lnTo>
                    <a:pt x="321" y="7"/>
                  </a:lnTo>
                  <a:lnTo>
                    <a:pt x="322" y="7"/>
                  </a:lnTo>
                  <a:lnTo>
                    <a:pt x="322" y="8"/>
                  </a:lnTo>
                  <a:lnTo>
                    <a:pt x="323" y="8"/>
                  </a:lnTo>
                  <a:lnTo>
                    <a:pt x="324" y="7"/>
                  </a:lnTo>
                  <a:lnTo>
                    <a:pt x="322" y="8"/>
                  </a:lnTo>
                  <a:lnTo>
                    <a:pt x="323" y="9"/>
                  </a:lnTo>
                  <a:lnTo>
                    <a:pt x="325" y="7"/>
                  </a:lnTo>
                  <a:lnTo>
                    <a:pt x="323" y="9"/>
                  </a:lnTo>
                  <a:lnTo>
                    <a:pt x="323" y="9"/>
                  </a:lnTo>
                  <a:lnTo>
                    <a:pt x="325" y="8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9"/>
                  </a:lnTo>
                  <a:lnTo>
                    <a:pt x="324" y="10"/>
                  </a:lnTo>
                  <a:lnTo>
                    <a:pt x="326" y="9"/>
                  </a:lnTo>
                  <a:lnTo>
                    <a:pt x="324" y="10"/>
                  </a:lnTo>
                  <a:lnTo>
                    <a:pt x="324" y="10"/>
                  </a:lnTo>
                  <a:lnTo>
                    <a:pt x="326" y="10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10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11"/>
                  </a:lnTo>
                  <a:lnTo>
                    <a:pt x="324" y="11"/>
                  </a:lnTo>
                  <a:lnTo>
                    <a:pt x="324" y="12"/>
                  </a:lnTo>
                  <a:lnTo>
                    <a:pt x="324" y="17"/>
                  </a:lnTo>
                  <a:lnTo>
                    <a:pt x="328" y="17"/>
                  </a:lnTo>
                  <a:close/>
                  <a:moveTo>
                    <a:pt x="237" y="0"/>
                  </a:moveTo>
                  <a:lnTo>
                    <a:pt x="176" y="0"/>
                  </a:lnTo>
                  <a:lnTo>
                    <a:pt x="176" y="4"/>
                  </a:lnTo>
                  <a:lnTo>
                    <a:pt x="237" y="4"/>
                  </a:lnTo>
                  <a:lnTo>
                    <a:pt x="237" y="0"/>
                  </a:lnTo>
                  <a:close/>
                  <a:moveTo>
                    <a:pt x="139" y="0"/>
                  </a:moveTo>
                  <a:lnTo>
                    <a:pt x="77" y="0"/>
                  </a:lnTo>
                  <a:lnTo>
                    <a:pt x="77" y="4"/>
                  </a:lnTo>
                  <a:lnTo>
                    <a:pt x="139" y="4"/>
                  </a:lnTo>
                  <a:lnTo>
                    <a:pt x="139" y="0"/>
                  </a:lnTo>
                  <a:close/>
                  <a:moveTo>
                    <a:pt x="40" y="0"/>
                  </a:moveTo>
                  <a:lnTo>
                    <a:pt x="18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3"/>
                  </a:lnTo>
                  <a:lnTo>
                    <a:pt x="6" y="3"/>
                  </a:lnTo>
                  <a:lnTo>
                    <a:pt x="5" y="4"/>
                  </a:lnTo>
                  <a:lnTo>
                    <a:pt x="5" y="4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5" y="31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3" y="10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3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3" y="9"/>
                  </a:lnTo>
                  <a:lnTo>
                    <a:pt x="5" y="10"/>
                  </a:lnTo>
                  <a:lnTo>
                    <a:pt x="5" y="9"/>
                  </a:lnTo>
                  <a:lnTo>
                    <a:pt x="3" y="9"/>
                  </a:lnTo>
                  <a:lnTo>
                    <a:pt x="5" y="10"/>
                  </a:lnTo>
                  <a:lnTo>
                    <a:pt x="5" y="9"/>
                  </a:lnTo>
                  <a:lnTo>
                    <a:pt x="4" y="8"/>
                  </a:lnTo>
                  <a:lnTo>
                    <a:pt x="5" y="9"/>
                  </a:lnTo>
                  <a:lnTo>
                    <a:pt x="6" y="9"/>
                  </a:lnTo>
                  <a:lnTo>
                    <a:pt x="4" y="7"/>
                  </a:lnTo>
                  <a:lnTo>
                    <a:pt x="6" y="9"/>
                  </a:lnTo>
                  <a:lnTo>
                    <a:pt x="6" y="8"/>
                  </a:lnTo>
                  <a:lnTo>
                    <a:pt x="5" y="7"/>
                  </a:lnTo>
                  <a:lnTo>
                    <a:pt x="6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40" y="4"/>
                  </a:lnTo>
                  <a:lnTo>
                    <a:pt x="40" y="0"/>
                  </a:lnTo>
                  <a:close/>
                  <a:moveTo>
                    <a:pt x="0" y="68"/>
                  </a:moveTo>
                  <a:lnTo>
                    <a:pt x="0" y="130"/>
                  </a:lnTo>
                  <a:lnTo>
                    <a:pt x="5" y="130"/>
                  </a:lnTo>
                  <a:lnTo>
                    <a:pt x="5" y="68"/>
                  </a:lnTo>
                  <a:lnTo>
                    <a:pt x="0" y="68"/>
                  </a:lnTo>
                  <a:close/>
                  <a:moveTo>
                    <a:pt x="0" y="167"/>
                  </a:moveTo>
                  <a:lnTo>
                    <a:pt x="0" y="178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" y="181"/>
                  </a:lnTo>
                  <a:lnTo>
                    <a:pt x="1" y="181"/>
                  </a:lnTo>
                  <a:lnTo>
                    <a:pt x="2" y="182"/>
                  </a:lnTo>
                  <a:lnTo>
                    <a:pt x="2" y="182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3" y="183"/>
                  </a:lnTo>
                  <a:lnTo>
                    <a:pt x="3" y="184"/>
                  </a:lnTo>
                  <a:lnTo>
                    <a:pt x="3" y="184"/>
                  </a:lnTo>
                  <a:lnTo>
                    <a:pt x="3" y="184"/>
                  </a:lnTo>
                  <a:lnTo>
                    <a:pt x="4" y="185"/>
                  </a:lnTo>
                  <a:lnTo>
                    <a:pt x="5" y="185"/>
                  </a:lnTo>
                  <a:lnTo>
                    <a:pt x="5" y="186"/>
                  </a:lnTo>
                  <a:lnTo>
                    <a:pt x="6" y="186"/>
                  </a:lnTo>
                  <a:lnTo>
                    <a:pt x="7" y="187"/>
                  </a:lnTo>
                  <a:lnTo>
                    <a:pt x="8" y="187"/>
                  </a:lnTo>
                  <a:lnTo>
                    <a:pt x="9" y="187"/>
                  </a:lnTo>
                  <a:lnTo>
                    <a:pt x="10" y="188"/>
                  </a:lnTo>
                  <a:lnTo>
                    <a:pt x="11" y="188"/>
                  </a:lnTo>
                  <a:lnTo>
                    <a:pt x="12" y="189"/>
                  </a:lnTo>
                  <a:lnTo>
                    <a:pt x="13" y="189"/>
                  </a:lnTo>
                  <a:lnTo>
                    <a:pt x="14" y="189"/>
                  </a:lnTo>
                  <a:lnTo>
                    <a:pt x="15" y="189"/>
                  </a:lnTo>
                  <a:lnTo>
                    <a:pt x="17" y="189"/>
                  </a:lnTo>
                  <a:lnTo>
                    <a:pt x="17" y="189"/>
                  </a:lnTo>
                  <a:lnTo>
                    <a:pt x="18" y="189"/>
                  </a:lnTo>
                  <a:lnTo>
                    <a:pt x="60" y="189"/>
                  </a:lnTo>
                  <a:lnTo>
                    <a:pt x="60" y="185"/>
                  </a:lnTo>
                  <a:lnTo>
                    <a:pt x="18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6" y="185"/>
                  </a:lnTo>
                  <a:lnTo>
                    <a:pt x="15" y="185"/>
                  </a:lnTo>
                  <a:lnTo>
                    <a:pt x="14" y="185"/>
                  </a:lnTo>
                  <a:lnTo>
                    <a:pt x="13" y="184"/>
                  </a:lnTo>
                  <a:lnTo>
                    <a:pt x="12" y="184"/>
                  </a:lnTo>
                  <a:lnTo>
                    <a:pt x="11" y="184"/>
                  </a:lnTo>
                  <a:lnTo>
                    <a:pt x="10" y="184"/>
                  </a:lnTo>
                  <a:lnTo>
                    <a:pt x="10" y="184"/>
                  </a:lnTo>
                  <a:lnTo>
                    <a:pt x="9" y="183"/>
                  </a:lnTo>
                  <a:lnTo>
                    <a:pt x="8" y="183"/>
                  </a:lnTo>
                  <a:lnTo>
                    <a:pt x="8" y="182"/>
                  </a:lnTo>
                  <a:lnTo>
                    <a:pt x="7" y="182"/>
                  </a:lnTo>
                  <a:lnTo>
                    <a:pt x="7" y="182"/>
                  </a:lnTo>
                  <a:lnTo>
                    <a:pt x="6" y="181"/>
                  </a:lnTo>
                  <a:lnTo>
                    <a:pt x="5" y="182"/>
                  </a:lnTo>
                  <a:lnTo>
                    <a:pt x="6" y="181"/>
                  </a:lnTo>
                  <a:lnTo>
                    <a:pt x="6" y="180"/>
                  </a:lnTo>
                  <a:lnTo>
                    <a:pt x="4" y="182"/>
                  </a:lnTo>
                  <a:lnTo>
                    <a:pt x="6" y="181"/>
                  </a:lnTo>
                  <a:lnTo>
                    <a:pt x="5" y="180"/>
                  </a:lnTo>
                  <a:lnTo>
                    <a:pt x="4" y="182"/>
                  </a:lnTo>
                  <a:lnTo>
                    <a:pt x="5" y="180"/>
                  </a:lnTo>
                  <a:lnTo>
                    <a:pt x="5" y="180"/>
                  </a:lnTo>
                  <a:lnTo>
                    <a:pt x="3" y="181"/>
                  </a:lnTo>
                  <a:lnTo>
                    <a:pt x="5" y="180"/>
                  </a:lnTo>
                  <a:lnTo>
                    <a:pt x="5" y="179"/>
                  </a:lnTo>
                  <a:lnTo>
                    <a:pt x="3" y="180"/>
                  </a:lnTo>
                  <a:lnTo>
                    <a:pt x="5" y="180"/>
                  </a:lnTo>
                  <a:lnTo>
                    <a:pt x="5" y="179"/>
                  </a:lnTo>
                  <a:lnTo>
                    <a:pt x="3" y="180"/>
                  </a:lnTo>
                  <a:lnTo>
                    <a:pt x="5" y="179"/>
                  </a:lnTo>
                  <a:lnTo>
                    <a:pt x="5" y="179"/>
                  </a:lnTo>
                  <a:lnTo>
                    <a:pt x="3" y="179"/>
                  </a:lnTo>
                  <a:lnTo>
                    <a:pt x="5" y="179"/>
                  </a:lnTo>
                  <a:lnTo>
                    <a:pt x="5" y="178"/>
                  </a:lnTo>
                  <a:lnTo>
                    <a:pt x="3" y="179"/>
                  </a:lnTo>
                  <a:lnTo>
                    <a:pt x="5" y="179"/>
                  </a:lnTo>
                  <a:lnTo>
                    <a:pt x="5" y="178"/>
                  </a:lnTo>
                  <a:lnTo>
                    <a:pt x="5" y="167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69" name="Freeform 1130"/>
            <p:cNvSpPr>
              <a:spLocks noEditPoints="1"/>
            </p:cNvSpPr>
            <p:nvPr/>
          </p:nvSpPr>
          <p:spPr bwMode="auto">
            <a:xfrm>
              <a:off x="2598738" y="4560888"/>
              <a:ext cx="520700" cy="300038"/>
            </a:xfrm>
            <a:custGeom>
              <a:avLst/>
              <a:gdLst>
                <a:gd name="T0" fmla="*/ 195 w 328"/>
                <a:gd name="T1" fmla="*/ 189 h 189"/>
                <a:gd name="T2" fmla="*/ 309 w 328"/>
                <a:gd name="T3" fmla="*/ 189 h 189"/>
                <a:gd name="T4" fmla="*/ 316 w 328"/>
                <a:gd name="T5" fmla="*/ 189 h 189"/>
                <a:gd name="T6" fmla="*/ 322 w 328"/>
                <a:gd name="T7" fmla="*/ 186 h 189"/>
                <a:gd name="T8" fmla="*/ 326 w 328"/>
                <a:gd name="T9" fmla="*/ 184 h 189"/>
                <a:gd name="T10" fmla="*/ 327 w 328"/>
                <a:gd name="T11" fmla="*/ 181 h 189"/>
                <a:gd name="T12" fmla="*/ 328 w 328"/>
                <a:gd name="T13" fmla="*/ 179 h 189"/>
                <a:gd name="T14" fmla="*/ 324 w 328"/>
                <a:gd name="T15" fmla="*/ 179 h 189"/>
                <a:gd name="T16" fmla="*/ 324 w 328"/>
                <a:gd name="T17" fmla="*/ 179 h 189"/>
                <a:gd name="T18" fmla="*/ 323 w 328"/>
                <a:gd name="T19" fmla="*/ 180 h 189"/>
                <a:gd name="T20" fmla="*/ 323 w 328"/>
                <a:gd name="T21" fmla="*/ 181 h 189"/>
                <a:gd name="T22" fmla="*/ 322 w 328"/>
                <a:gd name="T23" fmla="*/ 182 h 189"/>
                <a:gd name="T24" fmla="*/ 318 w 328"/>
                <a:gd name="T25" fmla="*/ 184 h 189"/>
                <a:gd name="T26" fmla="*/ 313 w 328"/>
                <a:gd name="T27" fmla="*/ 185 h 189"/>
                <a:gd name="T28" fmla="*/ 328 w 328"/>
                <a:gd name="T29" fmla="*/ 116 h 189"/>
                <a:gd name="T30" fmla="*/ 328 w 328"/>
                <a:gd name="T31" fmla="*/ 11 h 189"/>
                <a:gd name="T32" fmla="*/ 328 w 328"/>
                <a:gd name="T33" fmla="*/ 9 h 189"/>
                <a:gd name="T34" fmla="*/ 326 w 328"/>
                <a:gd name="T35" fmla="*/ 7 h 189"/>
                <a:gd name="T36" fmla="*/ 324 w 328"/>
                <a:gd name="T37" fmla="*/ 4 h 189"/>
                <a:gd name="T38" fmla="*/ 318 w 328"/>
                <a:gd name="T39" fmla="*/ 2 h 189"/>
                <a:gd name="T40" fmla="*/ 312 w 328"/>
                <a:gd name="T41" fmla="*/ 0 h 189"/>
                <a:gd name="T42" fmla="*/ 311 w 328"/>
                <a:gd name="T43" fmla="*/ 4 h 189"/>
                <a:gd name="T44" fmla="*/ 316 w 328"/>
                <a:gd name="T45" fmla="*/ 5 h 189"/>
                <a:gd name="T46" fmla="*/ 321 w 328"/>
                <a:gd name="T47" fmla="*/ 7 h 189"/>
                <a:gd name="T48" fmla="*/ 323 w 328"/>
                <a:gd name="T49" fmla="*/ 9 h 189"/>
                <a:gd name="T50" fmla="*/ 323 w 328"/>
                <a:gd name="T51" fmla="*/ 10 h 189"/>
                <a:gd name="T52" fmla="*/ 324 w 328"/>
                <a:gd name="T53" fmla="*/ 10 h 189"/>
                <a:gd name="T54" fmla="*/ 324 w 328"/>
                <a:gd name="T55" fmla="*/ 11 h 189"/>
                <a:gd name="T56" fmla="*/ 237 w 328"/>
                <a:gd name="T57" fmla="*/ 0 h 189"/>
                <a:gd name="T58" fmla="*/ 76 w 328"/>
                <a:gd name="T59" fmla="*/ 0 h 189"/>
                <a:gd name="T60" fmla="*/ 17 w 328"/>
                <a:gd name="T61" fmla="*/ 0 h 189"/>
                <a:gd name="T62" fmla="*/ 11 w 328"/>
                <a:gd name="T63" fmla="*/ 1 h 189"/>
                <a:gd name="T64" fmla="*/ 5 w 328"/>
                <a:gd name="T65" fmla="*/ 4 h 189"/>
                <a:gd name="T66" fmla="*/ 2 w 328"/>
                <a:gd name="T67" fmla="*/ 6 h 189"/>
                <a:gd name="T68" fmla="*/ 1 w 328"/>
                <a:gd name="T69" fmla="*/ 8 h 189"/>
                <a:gd name="T70" fmla="*/ 0 w 328"/>
                <a:gd name="T71" fmla="*/ 11 h 189"/>
                <a:gd name="T72" fmla="*/ 2 w 328"/>
                <a:gd name="T73" fmla="*/ 11 h 189"/>
                <a:gd name="T74" fmla="*/ 3 w 328"/>
                <a:gd name="T75" fmla="*/ 10 h 189"/>
                <a:gd name="T76" fmla="*/ 3 w 328"/>
                <a:gd name="T77" fmla="*/ 9 h 189"/>
                <a:gd name="T78" fmla="*/ 4 w 328"/>
                <a:gd name="T79" fmla="*/ 7 h 189"/>
                <a:gd name="T80" fmla="*/ 7 w 328"/>
                <a:gd name="T81" fmla="*/ 7 h 189"/>
                <a:gd name="T82" fmla="*/ 11 w 328"/>
                <a:gd name="T83" fmla="*/ 5 h 189"/>
                <a:gd name="T84" fmla="*/ 16 w 328"/>
                <a:gd name="T85" fmla="*/ 4 h 189"/>
                <a:gd name="T86" fmla="*/ 0 w 328"/>
                <a:gd name="T87" fmla="*/ 130 h 189"/>
                <a:gd name="T88" fmla="*/ 0 w 328"/>
                <a:gd name="T89" fmla="*/ 179 h 189"/>
                <a:gd name="T90" fmla="*/ 1 w 328"/>
                <a:gd name="T91" fmla="*/ 181 h 189"/>
                <a:gd name="T92" fmla="*/ 2 w 328"/>
                <a:gd name="T93" fmla="*/ 183 h 189"/>
                <a:gd name="T94" fmla="*/ 5 w 328"/>
                <a:gd name="T95" fmla="*/ 186 h 189"/>
                <a:gd name="T96" fmla="*/ 11 w 328"/>
                <a:gd name="T97" fmla="*/ 188 h 189"/>
                <a:gd name="T98" fmla="*/ 17 w 328"/>
                <a:gd name="T99" fmla="*/ 189 h 189"/>
                <a:gd name="T100" fmla="*/ 16 w 328"/>
                <a:gd name="T101" fmla="*/ 185 h 189"/>
                <a:gd name="T102" fmla="*/ 11 w 328"/>
                <a:gd name="T103" fmla="*/ 184 h 189"/>
                <a:gd name="T104" fmla="*/ 7 w 328"/>
                <a:gd name="T105" fmla="*/ 182 h 189"/>
                <a:gd name="T106" fmla="*/ 4 w 328"/>
                <a:gd name="T107" fmla="*/ 182 h 189"/>
                <a:gd name="T108" fmla="*/ 3 w 328"/>
                <a:gd name="T109" fmla="*/ 181 h 189"/>
                <a:gd name="T110" fmla="*/ 3 w 328"/>
                <a:gd name="T111" fmla="*/ 180 h 189"/>
                <a:gd name="T112" fmla="*/ 2 w 328"/>
                <a:gd name="T113" fmla="*/ 17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8" h="189">
                  <a:moveTo>
                    <a:pt x="96" y="189"/>
                  </a:moveTo>
                  <a:lnTo>
                    <a:pt x="158" y="189"/>
                  </a:lnTo>
                  <a:lnTo>
                    <a:pt x="158" y="185"/>
                  </a:lnTo>
                  <a:lnTo>
                    <a:pt x="96" y="185"/>
                  </a:lnTo>
                  <a:lnTo>
                    <a:pt x="96" y="189"/>
                  </a:lnTo>
                  <a:close/>
                  <a:moveTo>
                    <a:pt x="195" y="189"/>
                  </a:moveTo>
                  <a:lnTo>
                    <a:pt x="257" y="189"/>
                  </a:lnTo>
                  <a:lnTo>
                    <a:pt x="257" y="185"/>
                  </a:lnTo>
                  <a:lnTo>
                    <a:pt x="195" y="185"/>
                  </a:lnTo>
                  <a:lnTo>
                    <a:pt x="195" y="189"/>
                  </a:lnTo>
                  <a:close/>
                  <a:moveTo>
                    <a:pt x="294" y="189"/>
                  </a:moveTo>
                  <a:lnTo>
                    <a:pt x="309" y="189"/>
                  </a:lnTo>
                  <a:lnTo>
                    <a:pt x="311" y="189"/>
                  </a:lnTo>
                  <a:lnTo>
                    <a:pt x="312" y="189"/>
                  </a:lnTo>
                  <a:lnTo>
                    <a:pt x="313" y="189"/>
                  </a:lnTo>
                  <a:lnTo>
                    <a:pt x="314" y="189"/>
                  </a:lnTo>
                  <a:lnTo>
                    <a:pt x="315" y="189"/>
                  </a:lnTo>
                  <a:lnTo>
                    <a:pt x="316" y="189"/>
                  </a:lnTo>
                  <a:lnTo>
                    <a:pt x="317" y="188"/>
                  </a:lnTo>
                  <a:lnTo>
                    <a:pt x="318" y="188"/>
                  </a:lnTo>
                  <a:lnTo>
                    <a:pt x="319" y="187"/>
                  </a:lnTo>
                  <a:lnTo>
                    <a:pt x="320" y="187"/>
                  </a:lnTo>
                  <a:lnTo>
                    <a:pt x="321" y="187"/>
                  </a:lnTo>
                  <a:lnTo>
                    <a:pt x="322" y="186"/>
                  </a:lnTo>
                  <a:lnTo>
                    <a:pt x="323" y="186"/>
                  </a:lnTo>
                  <a:lnTo>
                    <a:pt x="324" y="185"/>
                  </a:lnTo>
                  <a:lnTo>
                    <a:pt x="324" y="185"/>
                  </a:lnTo>
                  <a:lnTo>
                    <a:pt x="325" y="184"/>
                  </a:lnTo>
                  <a:lnTo>
                    <a:pt x="325" y="184"/>
                  </a:lnTo>
                  <a:lnTo>
                    <a:pt x="326" y="184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7" y="182"/>
                  </a:lnTo>
                  <a:lnTo>
                    <a:pt x="327" y="182"/>
                  </a:lnTo>
                  <a:lnTo>
                    <a:pt x="327" y="181"/>
                  </a:lnTo>
                  <a:lnTo>
                    <a:pt x="327" y="181"/>
                  </a:lnTo>
                  <a:lnTo>
                    <a:pt x="328" y="180"/>
                  </a:lnTo>
                  <a:lnTo>
                    <a:pt x="328" y="180"/>
                  </a:lnTo>
                  <a:lnTo>
                    <a:pt x="328" y="180"/>
                  </a:lnTo>
                  <a:lnTo>
                    <a:pt x="328" y="180"/>
                  </a:lnTo>
                  <a:lnTo>
                    <a:pt x="328" y="179"/>
                  </a:lnTo>
                  <a:lnTo>
                    <a:pt x="328" y="179"/>
                  </a:lnTo>
                  <a:lnTo>
                    <a:pt x="328" y="178"/>
                  </a:lnTo>
                  <a:lnTo>
                    <a:pt x="328" y="153"/>
                  </a:lnTo>
                  <a:lnTo>
                    <a:pt x="324" y="153"/>
                  </a:lnTo>
                  <a:lnTo>
                    <a:pt x="324" y="178"/>
                  </a:lnTo>
                  <a:lnTo>
                    <a:pt x="324" y="179"/>
                  </a:lnTo>
                  <a:lnTo>
                    <a:pt x="326" y="179"/>
                  </a:lnTo>
                  <a:lnTo>
                    <a:pt x="324" y="178"/>
                  </a:lnTo>
                  <a:lnTo>
                    <a:pt x="324" y="179"/>
                  </a:lnTo>
                  <a:lnTo>
                    <a:pt x="326" y="179"/>
                  </a:lnTo>
                  <a:lnTo>
                    <a:pt x="324" y="179"/>
                  </a:lnTo>
                  <a:lnTo>
                    <a:pt x="324" y="179"/>
                  </a:lnTo>
                  <a:lnTo>
                    <a:pt x="326" y="180"/>
                  </a:lnTo>
                  <a:lnTo>
                    <a:pt x="324" y="179"/>
                  </a:lnTo>
                  <a:lnTo>
                    <a:pt x="323" y="180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5" y="181"/>
                  </a:lnTo>
                  <a:lnTo>
                    <a:pt x="323" y="180"/>
                  </a:lnTo>
                  <a:lnTo>
                    <a:pt x="323" y="180"/>
                  </a:lnTo>
                  <a:lnTo>
                    <a:pt x="324" y="182"/>
                  </a:lnTo>
                  <a:lnTo>
                    <a:pt x="323" y="180"/>
                  </a:lnTo>
                  <a:lnTo>
                    <a:pt x="323" y="181"/>
                  </a:lnTo>
                  <a:lnTo>
                    <a:pt x="324" y="182"/>
                  </a:lnTo>
                  <a:lnTo>
                    <a:pt x="323" y="180"/>
                  </a:lnTo>
                  <a:lnTo>
                    <a:pt x="322" y="181"/>
                  </a:lnTo>
                  <a:lnTo>
                    <a:pt x="324" y="182"/>
                  </a:lnTo>
                  <a:lnTo>
                    <a:pt x="322" y="181"/>
                  </a:lnTo>
                  <a:lnTo>
                    <a:pt x="322" y="182"/>
                  </a:lnTo>
                  <a:lnTo>
                    <a:pt x="321" y="182"/>
                  </a:lnTo>
                  <a:lnTo>
                    <a:pt x="321" y="182"/>
                  </a:lnTo>
                  <a:lnTo>
                    <a:pt x="320" y="183"/>
                  </a:lnTo>
                  <a:lnTo>
                    <a:pt x="319" y="183"/>
                  </a:lnTo>
                  <a:lnTo>
                    <a:pt x="319" y="184"/>
                  </a:lnTo>
                  <a:lnTo>
                    <a:pt x="318" y="184"/>
                  </a:lnTo>
                  <a:lnTo>
                    <a:pt x="317" y="184"/>
                  </a:lnTo>
                  <a:lnTo>
                    <a:pt x="316" y="184"/>
                  </a:lnTo>
                  <a:lnTo>
                    <a:pt x="315" y="184"/>
                  </a:lnTo>
                  <a:lnTo>
                    <a:pt x="314" y="185"/>
                  </a:lnTo>
                  <a:lnTo>
                    <a:pt x="313" y="185"/>
                  </a:lnTo>
                  <a:lnTo>
                    <a:pt x="313" y="185"/>
                  </a:lnTo>
                  <a:lnTo>
                    <a:pt x="311" y="185"/>
                  </a:lnTo>
                  <a:lnTo>
                    <a:pt x="311" y="185"/>
                  </a:lnTo>
                  <a:lnTo>
                    <a:pt x="309" y="185"/>
                  </a:lnTo>
                  <a:lnTo>
                    <a:pt x="294" y="185"/>
                  </a:lnTo>
                  <a:lnTo>
                    <a:pt x="294" y="189"/>
                  </a:lnTo>
                  <a:close/>
                  <a:moveTo>
                    <a:pt x="328" y="116"/>
                  </a:moveTo>
                  <a:lnTo>
                    <a:pt x="328" y="54"/>
                  </a:lnTo>
                  <a:lnTo>
                    <a:pt x="324" y="54"/>
                  </a:lnTo>
                  <a:lnTo>
                    <a:pt x="324" y="116"/>
                  </a:lnTo>
                  <a:lnTo>
                    <a:pt x="328" y="116"/>
                  </a:lnTo>
                  <a:close/>
                  <a:moveTo>
                    <a:pt x="328" y="17"/>
                  </a:moveTo>
                  <a:lnTo>
                    <a:pt x="328" y="11"/>
                  </a:lnTo>
                  <a:lnTo>
                    <a:pt x="328" y="11"/>
                  </a:lnTo>
                  <a:lnTo>
                    <a:pt x="328" y="10"/>
                  </a:lnTo>
                  <a:lnTo>
                    <a:pt x="328" y="10"/>
                  </a:lnTo>
                  <a:lnTo>
                    <a:pt x="328" y="10"/>
                  </a:lnTo>
                  <a:lnTo>
                    <a:pt x="328" y="9"/>
                  </a:lnTo>
                  <a:lnTo>
                    <a:pt x="328" y="9"/>
                  </a:lnTo>
                  <a:lnTo>
                    <a:pt x="327" y="8"/>
                  </a:lnTo>
                  <a:lnTo>
                    <a:pt x="327" y="8"/>
                  </a:lnTo>
                  <a:lnTo>
                    <a:pt x="327" y="7"/>
                  </a:lnTo>
                  <a:lnTo>
                    <a:pt x="327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6"/>
                  </a:lnTo>
                  <a:lnTo>
                    <a:pt x="326" y="6"/>
                  </a:lnTo>
                  <a:lnTo>
                    <a:pt x="325" y="5"/>
                  </a:lnTo>
                  <a:lnTo>
                    <a:pt x="325" y="5"/>
                  </a:lnTo>
                  <a:lnTo>
                    <a:pt x="324" y="5"/>
                  </a:lnTo>
                  <a:lnTo>
                    <a:pt x="324" y="4"/>
                  </a:lnTo>
                  <a:lnTo>
                    <a:pt x="323" y="4"/>
                  </a:lnTo>
                  <a:lnTo>
                    <a:pt x="322" y="3"/>
                  </a:lnTo>
                  <a:lnTo>
                    <a:pt x="321" y="3"/>
                  </a:lnTo>
                  <a:lnTo>
                    <a:pt x="320" y="2"/>
                  </a:lnTo>
                  <a:lnTo>
                    <a:pt x="319" y="2"/>
                  </a:lnTo>
                  <a:lnTo>
                    <a:pt x="318" y="2"/>
                  </a:lnTo>
                  <a:lnTo>
                    <a:pt x="318" y="1"/>
                  </a:lnTo>
                  <a:lnTo>
                    <a:pt x="316" y="1"/>
                  </a:lnTo>
                  <a:lnTo>
                    <a:pt x="315" y="1"/>
                  </a:lnTo>
                  <a:lnTo>
                    <a:pt x="314" y="0"/>
                  </a:lnTo>
                  <a:lnTo>
                    <a:pt x="313" y="0"/>
                  </a:lnTo>
                  <a:lnTo>
                    <a:pt x="312" y="0"/>
                  </a:lnTo>
                  <a:lnTo>
                    <a:pt x="311" y="0"/>
                  </a:lnTo>
                  <a:lnTo>
                    <a:pt x="310" y="0"/>
                  </a:lnTo>
                  <a:lnTo>
                    <a:pt x="274" y="0"/>
                  </a:lnTo>
                  <a:lnTo>
                    <a:pt x="274" y="4"/>
                  </a:lnTo>
                  <a:lnTo>
                    <a:pt x="309" y="4"/>
                  </a:lnTo>
                  <a:lnTo>
                    <a:pt x="311" y="4"/>
                  </a:lnTo>
                  <a:lnTo>
                    <a:pt x="312" y="4"/>
                  </a:lnTo>
                  <a:lnTo>
                    <a:pt x="313" y="4"/>
                  </a:lnTo>
                  <a:lnTo>
                    <a:pt x="314" y="5"/>
                  </a:lnTo>
                  <a:lnTo>
                    <a:pt x="314" y="5"/>
                  </a:lnTo>
                  <a:lnTo>
                    <a:pt x="315" y="5"/>
                  </a:lnTo>
                  <a:lnTo>
                    <a:pt x="316" y="5"/>
                  </a:lnTo>
                  <a:lnTo>
                    <a:pt x="317" y="5"/>
                  </a:lnTo>
                  <a:lnTo>
                    <a:pt x="318" y="6"/>
                  </a:lnTo>
                  <a:lnTo>
                    <a:pt x="319" y="6"/>
                  </a:lnTo>
                  <a:lnTo>
                    <a:pt x="319" y="6"/>
                  </a:lnTo>
                  <a:lnTo>
                    <a:pt x="320" y="7"/>
                  </a:lnTo>
                  <a:lnTo>
                    <a:pt x="321" y="7"/>
                  </a:lnTo>
                  <a:lnTo>
                    <a:pt x="321" y="7"/>
                  </a:lnTo>
                  <a:lnTo>
                    <a:pt x="322" y="8"/>
                  </a:lnTo>
                  <a:lnTo>
                    <a:pt x="322" y="8"/>
                  </a:lnTo>
                  <a:lnTo>
                    <a:pt x="324" y="7"/>
                  </a:lnTo>
                  <a:lnTo>
                    <a:pt x="322" y="8"/>
                  </a:lnTo>
                  <a:lnTo>
                    <a:pt x="323" y="9"/>
                  </a:lnTo>
                  <a:lnTo>
                    <a:pt x="324" y="7"/>
                  </a:lnTo>
                  <a:lnTo>
                    <a:pt x="323" y="9"/>
                  </a:lnTo>
                  <a:lnTo>
                    <a:pt x="323" y="9"/>
                  </a:lnTo>
                  <a:lnTo>
                    <a:pt x="324" y="8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10"/>
                  </a:lnTo>
                  <a:lnTo>
                    <a:pt x="324" y="10"/>
                  </a:lnTo>
                  <a:lnTo>
                    <a:pt x="326" y="10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10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11"/>
                  </a:lnTo>
                  <a:lnTo>
                    <a:pt x="324" y="11"/>
                  </a:lnTo>
                  <a:lnTo>
                    <a:pt x="324" y="12"/>
                  </a:lnTo>
                  <a:lnTo>
                    <a:pt x="324" y="17"/>
                  </a:lnTo>
                  <a:lnTo>
                    <a:pt x="328" y="17"/>
                  </a:lnTo>
                  <a:close/>
                  <a:moveTo>
                    <a:pt x="237" y="0"/>
                  </a:moveTo>
                  <a:lnTo>
                    <a:pt x="175" y="0"/>
                  </a:lnTo>
                  <a:lnTo>
                    <a:pt x="175" y="4"/>
                  </a:lnTo>
                  <a:lnTo>
                    <a:pt x="237" y="4"/>
                  </a:lnTo>
                  <a:lnTo>
                    <a:pt x="237" y="0"/>
                  </a:lnTo>
                  <a:close/>
                  <a:moveTo>
                    <a:pt x="138" y="0"/>
                  </a:moveTo>
                  <a:lnTo>
                    <a:pt x="76" y="0"/>
                  </a:lnTo>
                  <a:lnTo>
                    <a:pt x="76" y="4"/>
                  </a:lnTo>
                  <a:lnTo>
                    <a:pt x="138" y="4"/>
                  </a:lnTo>
                  <a:lnTo>
                    <a:pt x="138" y="0"/>
                  </a:lnTo>
                  <a:close/>
                  <a:moveTo>
                    <a:pt x="40" y="0"/>
                  </a:moveTo>
                  <a:lnTo>
                    <a:pt x="18" y="0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3"/>
                  </a:lnTo>
                  <a:lnTo>
                    <a:pt x="6" y="3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4" y="3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9"/>
                  </a:lnTo>
                  <a:lnTo>
                    <a:pt x="3" y="9"/>
                  </a:lnTo>
                  <a:lnTo>
                    <a:pt x="5" y="10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9"/>
                  </a:lnTo>
                  <a:lnTo>
                    <a:pt x="5" y="9"/>
                  </a:lnTo>
                  <a:lnTo>
                    <a:pt x="4" y="7"/>
                  </a:lnTo>
                  <a:lnTo>
                    <a:pt x="5" y="9"/>
                  </a:lnTo>
                  <a:lnTo>
                    <a:pt x="6" y="8"/>
                  </a:lnTo>
                  <a:lnTo>
                    <a:pt x="4" y="7"/>
                  </a:lnTo>
                  <a:lnTo>
                    <a:pt x="6" y="8"/>
                  </a:lnTo>
                  <a:lnTo>
                    <a:pt x="6" y="8"/>
                  </a:lnTo>
                  <a:lnTo>
                    <a:pt x="7" y="7"/>
                  </a:lnTo>
                  <a:lnTo>
                    <a:pt x="7" y="7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6"/>
                  </a:lnTo>
                  <a:lnTo>
                    <a:pt x="10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5" y="4"/>
                  </a:lnTo>
                  <a:lnTo>
                    <a:pt x="16" y="4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40" y="4"/>
                  </a:lnTo>
                  <a:lnTo>
                    <a:pt x="40" y="0"/>
                  </a:lnTo>
                  <a:close/>
                  <a:moveTo>
                    <a:pt x="0" y="68"/>
                  </a:moveTo>
                  <a:lnTo>
                    <a:pt x="0" y="130"/>
                  </a:lnTo>
                  <a:lnTo>
                    <a:pt x="4" y="130"/>
                  </a:lnTo>
                  <a:lnTo>
                    <a:pt x="4" y="68"/>
                  </a:lnTo>
                  <a:lnTo>
                    <a:pt x="0" y="68"/>
                  </a:lnTo>
                  <a:close/>
                  <a:moveTo>
                    <a:pt x="0" y="167"/>
                  </a:moveTo>
                  <a:lnTo>
                    <a:pt x="0" y="178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" y="181"/>
                  </a:lnTo>
                  <a:lnTo>
                    <a:pt x="1" y="181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2" y="184"/>
                  </a:lnTo>
                  <a:lnTo>
                    <a:pt x="3" y="184"/>
                  </a:lnTo>
                  <a:lnTo>
                    <a:pt x="3" y="184"/>
                  </a:lnTo>
                  <a:lnTo>
                    <a:pt x="3" y="185"/>
                  </a:lnTo>
                  <a:lnTo>
                    <a:pt x="4" y="185"/>
                  </a:lnTo>
                  <a:lnTo>
                    <a:pt x="5" y="186"/>
                  </a:lnTo>
                  <a:lnTo>
                    <a:pt x="6" y="186"/>
                  </a:lnTo>
                  <a:lnTo>
                    <a:pt x="7" y="187"/>
                  </a:lnTo>
                  <a:lnTo>
                    <a:pt x="8" y="187"/>
                  </a:lnTo>
                  <a:lnTo>
                    <a:pt x="9" y="187"/>
                  </a:lnTo>
                  <a:lnTo>
                    <a:pt x="9" y="188"/>
                  </a:lnTo>
                  <a:lnTo>
                    <a:pt x="11" y="188"/>
                  </a:lnTo>
                  <a:lnTo>
                    <a:pt x="12" y="189"/>
                  </a:lnTo>
                  <a:lnTo>
                    <a:pt x="13" y="189"/>
                  </a:lnTo>
                  <a:lnTo>
                    <a:pt x="14" y="189"/>
                  </a:lnTo>
                  <a:lnTo>
                    <a:pt x="15" y="189"/>
                  </a:lnTo>
                  <a:lnTo>
                    <a:pt x="16" y="189"/>
                  </a:lnTo>
                  <a:lnTo>
                    <a:pt x="17" y="189"/>
                  </a:lnTo>
                  <a:lnTo>
                    <a:pt x="18" y="189"/>
                  </a:lnTo>
                  <a:lnTo>
                    <a:pt x="60" y="189"/>
                  </a:lnTo>
                  <a:lnTo>
                    <a:pt x="60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6" y="185"/>
                  </a:lnTo>
                  <a:lnTo>
                    <a:pt x="15" y="185"/>
                  </a:lnTo>
                  <a:lnTo>
                    <a:pt x="14" y="185"/>
                  </a:lnTo>
                  <a:lnTo>
                    <a:pt x="13" y="185"/>
                  </a:lnTo>
                  <a:lnTo>
                    <a:pt x="13" y="184"/>
                  </a:lnTo>
                  <a:lnTo>
                    <a:pt x="12" y="184"/>
                  </a:lnTo>
                  <a:lnTo>
                    <a:pt x="11" y="184"/>
                  </a:lnTo>
                  <a:lnTo>
                    <a:pt x="10" y="184"/>
                  </a:lnTo>
                  <a:lnTo>
                    <a:pt x="9" y="184"/>
                  </a:lnTo>
                  <a:lnTo>
                    <a:pt x="9" y="183"/>
                  </a:lnTo>
                  <a:lnTo>
                    <a:pt x="8" y="183"/>
                  </a:lnTo>
                  <a:lnTo>
                    <a:pt x="7" y="182"/>
                  </a:lnTo>
                  <a:lnTo>
                    <a:pt x="7" y="182"/>
                  </a:lnTo>
                  <a:lnTo>
                    <a:pt x="6" y="182"/>
                  </a:lnTo>
                  <a:lnTo>
                    <a:pt x="6" y="181"/>
                  </a:lnTo>
                  <a:lnTo>
                    <a:pt x="4" y="182"/>
                  </a:lnTo>
                  <a:lnTo>
                    <a:pt x="6" y="181"/>
                  </a:lnTo>
                  <a:lnTo>
                    <a:pt x="5" y="180"/>
                  </a:lnTo>
                  <a:lnTo>
                    <a:pt x="4" y="182"/>
                  </a:lnTo>
                  <a:lnTo>
                    <a:pt x="5" y="181"/>
                  </a:lnTo>
                  <a:lnTo>
                    <a:pt x="5" y="180"/>
                  </a:lnTo>
                  <a:lnTo>
                    <a:pt x="3" y="182"/>
                  </a:lnTo>
                  <a:lnTo>
                    <a:pt x="5" y="180"/>
                  </a:lnTo>
                  <a:lnTo>
                    <a:pt x="5" y="180"/>
                  </a:lnTo>
                  <a:lnTo>
                    <a:pt x="3" y="181"/>
                  </a:lnTo>
                  <a:lnTo>
                    <a:pt x="5" y="180"/>
                  </a:lnTo>
                  <a:lnTo>
                    <a:pt x="4" y="179"/>
                  </a:lnTo>
                  <a:lnTo>
                    <a:pt x="3" y="180"/>
                  </a:lnTo>
                  <a:lnTo>
                    <a:pt x="4" y="180"/>
                  </a:lnTo>
                  <a:lnTo>
                    <a:pt x="4" y="179"/>
                  </a:lnTo>
                  <a:lnTo>
                    <a:pt x="3" y="180"/>
                  </a:lnTo>
                  <a:lnTo>
                    <a:pt x="4" y="179"/>
                  </a:lnTo>
                  <a:lnTo>
                    <a:pt x="4" y="179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4" y="167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70" name="Freeform 1131"/>
            <p:cNvSpPr>
              <a:spLocks noEditPoints="1"/>
            </p:cNvSpPr>
            <p:nvPr/>
          </p:nvSpPr>
          <p:spPr bwMode="auto">
            <a:xfrm>
              <a:off x="3113088" y="4560888"/>
              <a:ext cx="519113" cy="300038"/>
            </a:xfrm>
            <a:custGeom>
              <a:avLst/>
              <a:gdLst>
                <a:gd name="T0" fmla="*/ 195 w 327"/>
                <a:gd name="T1" fmla="*/ 189 h 189"/>
                <a:gd name="T2" fmla="*/ 309 w 327"/>
                <a:gd name="T3" fmla="*/ 189 h 189"/>
                <a:gd name="T4" fmla="*/ 316 w 327"/>
                <a:gd name="T5" fmla="*/ 189 h 189"/>
                <a:gd name="T6" fmla="*/ 322 w 327"/>
                <a:gd name="T7" fmla="*/ 186 h 189"/>
                <a:gd name="T8" fmla="*/ 326 w 327"/>
                <a:gd name="T9" fmla="*/ 184 h 189"/>
                <a:gd name="T10" fmla="*/ 327 w 327"/>
                <a:gd name="T11" fmla="*/ 181 h 189"/>
                <a:gd name="T12" fmla="*/ 327 w 327"/>
                <a:gd name="T13" fmla="*/ 179 h 189"/>
                <a:gd name="T14" fmla="*/ 324 w 327"/>
                <a:gd name="T15" fmla="*/ 179 h 189"/>
                <a:gd name="T16" fmla="*/ 323 w 327"/>
                <a:gd name="T17" fmla="*/ 179 h 189"/>
                <a:gd name="T18" fmla="*/ 323 w 327"/>
                <a:gd name="T19" fmla="*/ 180 h 189"/>
                <a:gd name="T20" fmla="*/ 322 w 327"/>
                <a:gd name="T21" fmla="*/ 181 h 189"/>
                <a:gd name="T22" fmla="*/ 321 w 327"/>
                <a:gd name="T23" fmla="*/ 182 h 189"/>
                <a:gd name="T24" fmla="*/ 317 w 327"/>
                <a:gd name="T25" fmla="*/ 184 h 189"/>
                <a:gd name="T26" fmla="*/ 312 w 327"/>
                <a:gd name="T27" fmla="*/ 185 h 189"/>
                <a:gd name="T28" fmla="*/ 327 w 327"/>
                <a:gd name="T29" fmla="*/ 116 h 189"/>
                <a:gd name="T30" fmla="*/ 327 w 327"/>
                <a:gd name="T31" fmla="*/ 11 h 189"/>
                <a:gd name="T32" fmla="*/ 327 w 327"/>
                <a:gd name="T33" fmla="*/ 9 h 189"/>
                <a:gd name="T34" fmla="*/ 326 w 327"/>
                <a:gd name="T35" fmla="*/ 7 h 189"/>
                <a:gd name="T36" fmla="*/ 324 w 327"/>
                <a:gd name="T37" fmla="*/ 4 h 189"/>
                <a:gd name="T38" fmla="*/ 318 w 327"/>
                <a:gd name="T39" fmla="*/ 2 h 189"/>
                <a:gd name="T40" fmla="*/ 312 w 327"/>
                <a:gd name="T41" fmla="*/ 0 h 189"/>
                <a:gd name="T42" fmla="*/ 310 w 327"/>
                <a:gd name="T43" fmla="*/ 4 h 189"/>
                <a:gd name="T44" fmla="*/ 316 w 327"/>
                <a:gd name="T45" fmla="*/ 5 h 189"/>
                <a:gd name="T46" fmla="*/ 321 w 327"/>
                <a:gd name="T47" fmla="*/ 7 h 189"/>
                <a:gd name="T48" fmla="*/ 322 w 327"/>
                <a:gd name="T49" fmla="*/ 9 h 189"/>
                <a:gd name="T50" fmla="*/ 323 w 327"/>
                <a:gd name="T51" fmla="*/ 10 h 189"/>
                <a:gd name="T52" fmla="*/ 323 w 327"/>
                <a:gd name="T53" fmla="*/ 10 h 189"/>
                <a:gd name="T54" fmla="*/ 324 w 327"/>
                <a:gd name="T55" fmla="*/ 11 h 189"/>
                <a:gd name="T56" fmla="*/ 237 w 327"/>
                <a:gd name="T57" fmla="*/ 0 h 189"/>
                <a:gd name="T58" fmla="*/ 76 w 327"/>
                <a:gd name="T59" fmla="*/ 0 h 189"/>
                <a:gd name="T60" fmla="*/ 17 w 327"/>
                <a:gd name="T61" fmla="*/ 0 h 189"/>
                <a:gd name="T62" fmla="*/ 10 w 327"/>
                <a:gd name="T63" fmla="*/ 1 h 189"/>
                <a:gd name="T64" fmla="*/ 5 w 327"/>
                <a:gd name="T65" fmla="*/ 4 h 189"/>
                <a:gd name="T66" fmla="*/ 2 w 327"/>
                <a:gd name="T67" fmla="*/ 6 h 189"/>
                <a:gd name="T68" fmla="*/ 0 w 327"/>
                <a:gd name="T69" fmla="*/ 8 h 189"/>
                <a:gd name="T70" fmla="*/ 0 w 327"/>
                <a:gd name="T71" fmla="*/ 11 h 189"/>
                <a:gd name="T72" fmla="*/ 2 w 327"/>
                <a:gd name="T73" fmla="*/ 11 h 189"/>
                <a:gd name="T74" fmla="*/ 2 w 327"/>
                <a:gd name="T75" fmla="*/ 10 h 189"/>
                <a:gd name="T76" fmla="*/ 3 w 327"/>
                <a:gd name="T77" fmla="*/ 9 h 189"/>
                <a:gd name="T78" fmla="*/ 4 w 327"/>
                <a:gd name="T79" fmla="*/ 7 h 189"/>
                <a:gd name="T80" fmla="*/ 6 w 327"/>
                <a:gd name="T81" fmla="*/ 7 h 189"/>
                <a:gd name="T82" fmla="*/ 10 w 327"/>
                <a:gd name="T83" fmla="*/ 5 h 189"/>
                <a:gd name="T84" fmla="*/ 16 w 327"/>
                <a:gd name="T85" fmla="*/ 4 h 189"/>
                <a:gd name="T86" fmla="*/ 0 w 327"/>
                <a:gd name="T87" fmla="*/ 130 h 189"/>
                <a:gd name="T88" fmla="*/ 0 w 327"/>
                <a:gd name="T89" fmla="*/ 179 h 189"/>
                <a:gd name="T90" fmla="*/ 0 w 327"/>
                <a:gd name="T91" fmla="*/ 181 h 189"/>
                <a:gd name="T92" fmla="*/ 2 w 327"/>
                <a:gd name="T93" fmla="*/ 183 h 189"/>
                <a:gd name="T94" fmla="*/ 5 w 327"/>
                <a:gd name="T95" fmla="*/ 186 h 189"/>
                <a:gd name="T96" fmla="*/ 10 w 327"/>
                <a:gd name="T97" fmla="*/ 188 h 189"/>
                <a:gd name="T98" fmla="*/ 17 w 327"/>
                <a:gd name="T99" fmla="*/ 189 h 189"/>
                <a:gd name="T100" fmla="*/ 16 w 327"/>
                <a:gd name="T101" fmla="*/ 185 h 189"/>
                <a:gd name="T102" fmla="*/ 10 w 327"/>
                <a:gd name="T103" fmla="*/ 184 h 189"/>
                <a:gd name="T104" fmla="*/ 6 w 327"/>
                <a:gd name="T105" fmla="*/ 182 h 189"/>
                <a:gd name="T106" fmla="*/ 4 w 327"/>
                <a:gd name="T107" fmla="*/ 182 h 189"/>
                <a:gd name="T108" fmla="*/ 3 w 327"/>
                <a:gd name="T109" fmla="*/ 181 h 189"/>
                <a:gd name="T110" fmla="*/ 2 w 327"/>
                <a:gd name="T111" fmla="*/ 180 h 189"/>
                <a:gd name="T112" fmla="*/ 2 w 327"/>
                <a:gd name="T113" fmla="*/ 17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7" h="189">
                  <a:moveTo>
                    <a:pt x="96" y="189"/>
                  </a:moveTo>
                  <a:lnTo>
                    <a:pt x="158" y="189"/>
                  </a:lnTo>
                  <a:lnTo>
                    <a:pt x="158" y="185"/>
                  </a:lnTo>
                  <a:lnTo>
                    <a:pt x="96" y="185"/>
                  </a:lnTo>
                  <a:lnTo>
                    <a:pt x="96" y="189"/>
                  </a:lnTo>
                  <a:close/>
                  <a:moveTo>
                    <a:pt x="195" y="189"/>
                  </a:moveTo>
                  <a:lnTo>
                    <a:pt x="257" y="189"/>
                  </a:lnTo>
                  <a:lnTo>
                    <a:pt x="257" y="185"/>
                  </a:lnTo>
                  <a:lnTo>
                    <a:pt x="195" y="185"/>
                  </a:lnTo>
                  <a:lnTo>
                    <a:pt x="195" y="189"/>
                  </a:lnTo>
                  <a:close/>
                  <a:moveTo>
                    <a:pt x="294" y="189"/>
                  </a:moveTo>
                  <a:lnTo>
                    <a:pt x="309" y="189"/>
                  </a:lnTo>
                  <a:lnTo>
                    <a:pt x="310" y="189"/>
                  </a:lnTo>
                  <a:lnTo>
                    <a:pt x="312" y="189"/>
                  </a:lnTo>
                  <a:lnTo>
                    <a:pt x="313" y="189"/>
                  </a:lnTo>
                  <a:lnTo>
                    <a:pt x="314" y="189"/>
                  </a:lnTo>
                  <a:lnTo>
                    <a:pt x="315" y="189"/>
                  </a:lnTo>
                  <a:lnTo>
                    <a:pt x="316" y="189"/>
                  </a:lnTo>
                  <a:lnTo>
                    <a:pt x="317" y="188"/>
                  </a:lnTo>
                  <a:lnTo>
                    <a:pt x="318" y="188"/>
                  </a:lnTo>
                  <a:lnTo>
                    <a:pt x="319" y="187"/>
                  </a:lnTo>
                  <a:lnTo>
                    <a:pt x="320" y="187"/>
                  </a:lnTo>
                  <a:lnTo>
                    <a:pt x="321" y="187"/>
                  </a:lnTo>
                  <a:lnTo>
                    <a:pt x="322" y="186"/>
                  </a:lnTo>
                  <a:lnTo>
                    <a:pt x="322" y="186"/>
                  </a:lnTo>
                  <a:lnTo>
                    <a:pt x="323" y="185"/>
                  </a:lnTo>
                  <a:lnTo>
                    <a:pt x="324" y="185"/>
                  </a:lnTo>
                  <a:lnTo>
                    <a:pt x="325" y="184"/>
                  </a:lnTo>
                  <a:lnTo>
                    <a:pt x="325" y="184"/>
                  </a:lnTo>
                  <a:lnTo>
                    <a:pt x="326" y="184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27" y="181"/>
                  </a:lnTo>
                  <a:lnTo>
                    <a:pt x="327" y="181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7" y="179"/>
                  </a:lnTo>
                  <a:lnTo>
                    <a:pt x="327" y="179"/>
                  </a:lnTo>
                  <a:lnTo>
                    <a:pt x="327" y="178"/>
                  </a:lnTo>
                  <a:lnTo>
                    <a:pt x="327" y="153"/>
                  </a:lnTo>
                  <a:lnTo>
                    <a:pt x="324" y="153"/>
                  </a:lnTo>
                  <a:lnTo>
                    <a:pt x="324" y="178"/>
                  </a:lnTo>
                  <a:lnTo>
                    <a:pt x="324" y="179"/>
                  </a:lnTo>
                  <a:lnTo>
                    <a:pt x="326" y="179"/>
                  </a:lnTo>
                  <a:lnTo>
                    <a:pt x="324" y="178"/>
                  </a:lnTo>
                  <a:lnTo>
                    <a:pt x="323" y="179"/>
                  </a:lnTo>
                  <a:lnTo>
                    <a:pt x="326" y="179"/>
                  </a:lnTo>
                  <a:lnTo>
                    <a:pt x="323" y="179"/>
                  </a:lnTo>
                  <a:lnTo>
                    <a:pt x="323" y="179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5" y="181"/>
                  </a:lnTo>
                  <a:lnTo>
                    <a:pt x="323" y="180"/>
                  </a:lnTo>
                  <a:lnTo>
                    <a:pt x="322" y="180"/>
                  </a:lnTo>
                  <a:lnTo>
                    <a:pt x="324" y="182"/>
                  </a:lnTo>
                  <a:lnTo>
                    <a:pt x="323" y="180"/>
                  </a:lnTo>
                  <a:lnTo>
                    <a:pt x="322" y="181"/>
                  </a:lnTo>
                  <a:lnTo>
                    <a:pt x="324" y="182"/>
                  </a:lnTo>
                  <a:lnTo>
                    <a:pt x="322" y="180"/>
                  </a:lnTo>
                  <a:lnTo>
                    <a:pt x="322" y="181"/>
                  </a:lnTo>
                  <a:lnTo>
                    <a:pt x="323" y="182"/>
                  </a:lnTo>
                  <a:lnTo>
                    <a:pt x="322" y="181"/>
                  </a:lnTo>
                  <a:lnTo>
                    <a:pt x="321" y="182"/>
                  </a:lnTo>
                  <a:lnTo>
                    <a:pt x="321" y="182"/>
                  </a:lnTo>
                  <a:lnTo>
                    <a:pt x="320" y="182"/>
                  </a:lnTo>
                  <a:lnTo>
                    <a:pt x="320" y="183"/>
                  </a:lnTo>
                  <a:lnTo>
                    <a:pt x="319" y="183"/>
                  </a:lnTo>
                  <a:lnTo>
                    <a:pt x="318" y="184"/>
                  </a:lnTo>
                  <a:lnTo>
                    <a:pt x="317" y="184"/>
                  </a:lnTo>
                  <a:lnTo>
                    <a:pt x="317" y="184"/>
                  </a:lnTo>
                  <a:lnTo>
                    <a:pt x="316" y="184"/>
                  </a:lnTo>
                  <a:lnTo>
                    <a:pt x="315" y="184"/>
                  </a:lnTo>
                  <a:lnTo>
                    <a:pt x="314" y="185"/>
                  </a:lnTo>
                  <a:lnTo>
                    <a:pt x="313" y="185"/>
                  </a:lnTo>
                  <a:lnTo>
                    <a:pt x="312" y="185"/>
                  </a:lnTo>
                  <a:lnTo>
                    <a:pt x="311" y="185"/>
                  </a:lnTo>
                  <a:lnTo>
                    <a:pt x="310" y="185"/>
                  </a:lnTo>
                  <a:lnTo>
                    <a:pt x="309" y="185"/>
                  </a:lnTo>
                  <a:lnTo>
                    <a:pt x="294" y="185"/>
                  </a:lnTo>
                  <a:lnTo>
                    <a:pt x="294" y="189"/>
                  </a:lnTo>
                  <a:close/>
                  <a:moveTo>
                    <a:pt x="327" y="116"/>
                  </a:moveTo>
                  <a:lnTo>
                    <a:pt x="327" y="54"/>
                  </a:lnTo>
                  <a:lnTo>
                    <a:pt x="324" y="54"/>
                  </a:lnTo>
                  <a:lnTo>
                    <a:pt x="324" y="116"/>
                  </a:lnTo>
                  <a:lnTo>
                    <a:pt x="327" y="116"/>
                  </a:lnTo>
                  <a:close/>
                  <a:moveTo>
                    <a:pt x="327" y="17"/>
                  </a:moveTo>
                  <a:lnTo>
                    <a:pt x="327" y="11"/>
                  </a:lnTo>
                  <a:lnTo>
                    <a:pt x="327" y="11"/>
                  </a:lnTo>
                  <a:lnTo>
                    <a:pt x="327" y="10"/>
                  </a:lnTo>
                  <a:lnTo>
                    <a:pt x="327" y="10"/>
                  </a:lnTo>
                  <a:lnTo>
                    <a:pt x="327" y="10"/>
                  </a:lnTo>
                  <a:lnTo>
                    <a:pt x="327" y="9"/>
                  </a:lnTo>
                  <a:lnTo>
                    <a:pt x="327" y="9"/>
                  </a:lnTo>
                  <a:lnTo>
                    <a:pt x="327" y="8"/>
                  </a:lnTo>
                  <a:lnTo>
                    <a:pt x="327" y="8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6"/>
                  </a:lnTo>
                  <a:lnTo>
                    <a:pt x="326" y="6"/>
                  </a:lnTo>
                  <a:lnTo>
                    <a:pt x="325" y="5"/>
                  </a:lnTo>
                  <a:lnTo>
                    <a:pt x="325" y="5"/>
                  </a:lnTo>
                  <a:lnTo>
                    <a:pt x="324" y="5"/>
                  </a:lnTo>
                  <a:lnTo>
                    <a:pt x="324" y="4"/>
                  </a:lnTo>
                  <a:lnTo>
                    <a:pt x="323" y="4"/>
                  </a:lnTo>
                  <a:lnTo>
                    <a:pt x="322" y="3"/>
                  </a:lnTo>
                  <a:lnTo>
                    <a:pt x="321" y="3"/>
                  </a:lnTo>
                  <a:lnTo>
                    <a:pt x="320" y="2"/>
                  </a:lnTo>
                  <a:lnTo>
                    <a:pt x="319" y="2"/>
                  </a:lnTo>
                  <a:lnTo>
                    <a:pt x="318" y="2"/>
                  </a:lnTo>
                  <a:lnTo>
                    <a:pt x="317" y="1"/>
                  </a:lnTo>
                  <a:lnTo>
                    <a:pt x="316" y="1"/>
                  </a:lnTo>
                  <a:lnTo>
                    <a:pt x="315" y="1"/>
                  </a:lnTo>
                  <a:lnTo>
                    <a:pt x="314" y="0"/>
                  </a:lnTo>
                  <a:lnTo>
                    <a:pt x="313" y="0"/>
                  </a:lnTo>
                  <a:lnTo>
                    <a:pt x="312" y="0"/>
                  </a:lnTo>
                  <a:lnTo>
                    <a:pt x="310" y="0"/>
                  </a:lnTo>
                  <a:lnTo>
                    <a:pt x="309" y="0"/>
                  </a:lnTo>
                  <a:lnTo>
                    <a:pt x="274" y="0"/>
                  </a:lnTo>
                  <a:lnTo>
                    <a:pt x="274" y="4"/>
                  </a:lnTo>
                  <a:lnTo>
                    <a:pt x="309" y="4"/>
                  </a:lnTo>
                  <a:lnTo>
                    <a:pt x="310" y="4"/>
                  </a:lnTo>
                  <a:lnTo>
                    <a:pt x="311" y="4"/>
                  </a:lnTo>
                  <a:lnTo>
                    <a:pt x="312" y="4"/>
                  </a:lnTo>
                  <a:lnTo>
                    <a:pt x="313" y="5"/>
                  </a:lnTo>
                  <a:lnTo>
                    <a:pt x="314" y="5"/>
                  </a:lnTo>
                  <a:lnTo>
                    <a:pt x="315" y="5"/>
                  </a:lnTo>
                  <a:lnTo>
                    <a:pt x="316" y="5"/>
                  </a:lnTo>
                  <a:lnTo>
                    <a:pt x="317" y="5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19" y="6"/>
                  </a:lnTo>
                  <a:lnTo>
                    <a:pt x="320" y="7"/>
                  </a:lnTo>
                  <a:lnTo>
                    <a:pt x="321" y="7"/>
                  </a:lnTo>
                  <a:lnTo>
                    <a:pt x="321" y="7"/>
                  </a:lnTo>
                  <a:lnTo>
                    <a:pt x="322" y="8"/>
                  </a:lnTo>
                  <a:lnTo>
                    <a:pt x="322" y="8"/>
                  </a:lnTo>
                  <a:lnTo>
                    <a:pt x="323" y="7"/>
                  </a:lnTo>
                  <a:lnTo>
                    <a:pt x="322" y="8"/>
                  </a:lnTo>
                  <a:lnTo>
                    <a:pt x="322" y="9"/>
                  </a:lnTo>
                  <a:lnTo>
                    <a:pt x="324" y="7"/>
                  </a:lnTo>
                  <a:lnTo>
                    <a:pt x="322" y="9"/>
                  </a:lnTo>
                  <a:lnTo>
                    <a:pt x="323" y="9"/>
                  </a:lnTo>
                  <a:lnTo>
                    <a:pt x="324" y="8"/>
                  </a:lnTo>
                  <a:lnTo>
                    <a:pt x="322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10"/>
                  </a:lnTo>
                  <a:lnTo>
                    <a:pt x="323" y="10"/>
                  </a:lnTo>
                  <a:lnTo>
                    <a:pt x="325" y="10"/>
                  </a:lnTo>
                  <a:lnTo>
                    <a:pt x="323" y="10"/>
                  </a:lnTo>
                  <a:lnTo>
                    <a:pt x="323" y="11"/>
                  </a:lnTo>
                  <a:lnTo>
                    <a:pt x="326" y="10"/>
                  </a:lnTo>
                  <a:lnTo>
                    <a:pt x="323" y="10"/>
                  </a:lnTo>
                  <a:lnTo>
                    <a:pt x="324" y="11"/>
                  </a:lnTo>
                  <a:lnTo>
                    <a:pt x="326" y="11"/>
                  </a:lnTo>
                  <a:lnTo>
                    <a:pt x="324" y="11"/>
                  </a:lnTo>
                  <a:lnTo>
                    <a:pt x="324" y="12"/>
                  </a:lnTo>
                  <a:lnTo>
                    <a:pt x="324" y="17"/>
                  </a:lnTo>
                  <a:lnTo>
                    <a:pt x="327" y="17"/>
                  </a:lnTo>
                  <a:close/>
                  <a:moveTo>
                    <a:pt x="237" y="0"/>
                  </a:moveTo>
                  <a:lnTo>
                    <a:pt x="175" y="0"/>
                  </a:lnTo>
                  <a:lnTo>
                    <a:pt x="175" y="4"/>
                  </a:lnTo>
                  <a:lnTo>
                    <a:pt x="237" y="4"/>
                  </a:lnTo>
                  <a:lnTo>
                    <a:pt x="237" y="0"/>
                  </a:lnTo>
                  <a:close/>
                  <a:moveTo>
                    <a:pt x="138" y="0"/>
                  </a:moveTo>
                  <a:lnTo>
                    <a:pt x="76" y="0"/>
                  </a:lnTo>
                  <a:lnTo>
                    <a:pt x="76" y="4"/>
                  </a:lnTo>
                  <a:lnTo>
                    <a:pt x="138" y="4"/>
                  </a:lnTo>
                  <a:lnTo>
                    <a:pt x="138" y="0"/>
                  </a:lnTo>
                  <a:close/>
                  <a:moveTo>
                    <a:pt x="39" y="0"/>
                  </a:moveTo>
                  <a:lnTo>
                    <a:pt x="18" y="0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1"/>
                  </a:lnTo>
                  <a:lnTo>
                    <a:pt x="10" y="1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2"/>
                  </a:lnTo>
                  <a:lnTo>
                    <a:pt x="7" y="3"/>
                  </a:lnTo>
                  <a:lnTo>
                    <a:pt x="5" y="3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4" y="3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2" y="9"/>
                  </a:lnTo>
                  <a:lnTo>
                    <a:pt x="4" y="10"/>
                  </a:lnTo>
                  <a:lnTo>
                    <a:pt x="4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9"/>
                  </a:lnTo>
                  <a:lnTo>
                    <a:pt x="5" y="9"/>
                  </a:lnTo>
                  <a:lnTo>
                    <a:pt x="4" y="7"/>
                  </a:lnTo>
                  <a:lnTo>
                    <a:pt x="5" y="9"/>
                  </a:lnTo>
                  <a:lnTo>
                    <a:pt x="5" y="8"/>
                  </a:lnTo>
                  <a:lnTo>
                    <a:pt x="4" y="7"/>
                  </a:lnTo>
                  <a:lnTo>
                    <a:pt x="5" y="8"/>
                  </a:lnTo>
                  <a:lnTo>
                    <a:pt x="6" y="8"/>
                  </a:lnTo>
                  <a:lnTo>
                    <a:pt x="6" y="7"/>
                  </a:lnTo>
                  <a:lnTo>
                    <a:pt x="7" y="7"/>
                  </a:lnTo>
                  <a:lnTo>
                    <a:pt x="8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5" y="4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39" y="4"/>
                  </a:lnTo>
                  <a:lnTo>
                    <a:pt x="39" y="0"/>
                  </a:lnTo>
                  <a:close/>
                  <a:moveTo>
                    <a:pt x="0" y="68"/>
                  </a:moveTo>
                  <a:lnTo>
                    <a:pt x="0" y="130"/>
                  </a:lnTo>
                  <a:lnTo>
                    <a:pt x="4" y="130"/>
                  </a:lnTo>
                  <a:lnTo>
                    <a:pt x="4" y="68"/>
                  </a:lnTo>
                  <a:lnTo>
                    <a:pt x="0" y="68"/>
                  </a:lnTo>
                  <a:close/>
                  <a:moveTo>
                    <a:pt x="0" y="167"/>
                  </a:moveTo>
                  <a:lnTo>
                    <a:pt x="0" y="178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1" y="183"/>
                  </a:lnTo>
                  <a:lnTo>
                    <a:pt x="1" y="183"/>
                  </a:lnTo>
                  <a:lnTo>
                    <a:pt x="2" y="183"/>
                  </a:lnTo>
                  <a:lnTo>
                    <a:pt x="2" y="184"/>
                  </a:lnTo>
                  <a:lnTo>
                    <a:pt x="2" y="184"/>
                  </a:lnTo>
                  <a:lnTo>
                    <a:pt x="2" y="184"/>
                  </a:lnTo>
                  <a:lnTo>
                    <a:pt x="3" y="185"/>
                  </a:lnTo>
                  <a:lnTo>
                    <a:pt x="4" y="185"/>
                  </a:lnTo>
                  <a:lnTo>
                    <a:pt x="5" y="186"/>
                  </a:lnTo>
                  <a:lnTo>
                    <a:pt x="5" y="186"/>
                  </a:lnTo>
                  <a:lnTo>
                    <a:pt x="6" y="187"/>
                  </a:lnTo>
                  <a:lnTo>
                    <a:pt x="7" y="187"/>
                  </a:lnTo>
                  <a:lnTo>
                    <a:pt x="8" y="187"/>
                  </a:lnTo>
                  <a:lnTo>
                    <a:pt x="9" y="188"/>
                  </a:lnTo>
                  <a:lnTo>
                    <a:pt x="10" y="188"/>
                  </a:lnTo>
                  <a:lnTo>
                    <a:pt x="11" y="189"/>
                  </a:lnTo>
                  <a:lnTo>
                    <a:pt x="12" y="189"/>
                  </a:lnTo>
                  <a:lnTo>
                    <a:pt x="14" y="189"/>
                  </a:lnTo>
                  <a:lnTo>
                    <a:pt x="15" y="189"/>
                  </a:lnTo>
                  <a:lnTo>
                    <a:pt x="15" y="189"/>
                  </a:lnTo>
                  <a:lnTo>
                    <a:pt x="17" y="189"/>
                  </a:lnTo>
                  <a:lnTo>
                    <a:pt x="18" y="189"/>
                  </a:lnTo>
                  <a:lnTo>
                    <a:pt x="59" y="189"/>
                  </a:lnTo>
                  <a:lnTo>
                    <a:pt x="59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6" y="185"/>
                  </a:lnTo>
                  <a:lnTo>
                    <a:pt x="15" y="185"/>
                  </a:lnTo>
                  <a:lnTo>
                    <a:pt x="14" y="185"/>
                  </a:lnTo>
                  <a:lnTo>
                    <a:pt x="13" y="185"/>
                  </a:lnTo>
                  <a:lnTo>
                    <a:pt x="12" y="184"/>
                  </a:lnTo>
                  <a:lnTo>
                    <a:pt x="11" y="184"/>
                  </a:lnTo>
                  <a:lnTo>
                    <a:pt x="10" y="184"/>
                  </a:lnTo>
                  <a:lnTo>
                    <a:pt x="10" y="184"/>
                  </a:lnTo>
                  <a:lnTo>
                    <a:pt x="9" y="184"/>
                  </a:lnTo>
                  <a:lnTo>
                    <a:pt x="8" y="183"/>
                  </a:lnTo>
                  <a:lnTo>
                    <a:pt x="7" y="183"/>
                  </a:lnTo>
                  <a:lnTo>
                    <a:pt x="7" y="182"/>
                  </a:lnTo>
                  <a:lnTo>
                    <a:pt x="6" y="182"/>
                  </a:lnTo>
                  <a:lnTo>
                    <a:pt x="6" y="182"/>
                  </a:lnTo>
                  <a:lnTo>
                    <a:pt x="5" y="181"/>
                  </a:lnTo>
                  <a:lnTo>
                    <a:pt x="4" y="182"/>
                  </a:lnTo>
                  <a:lnTo>
                    <a:pt x="5" y="181"/>
                  </a:lnTo>
                  <a:lnTo>
                    <a:pt x="5" y="180"/>
                  </a:lnTo>
                  <a:lnTo>
                    <a:pt x="4" y="182"/>
                  </a:lnTo>
                  <a:lnTo>
                    <a:pt x="5" y="181"/>
                  </a:lnTo>
                  <a:lnTo>
                    <a:pt x="5" y="180"/>
                  </a:lnTo>
                  <a:lnTo>
                    <a:pt x="3" y="182"/>
                  </a:lnTo>
                  <a:lnTo>
                    <a:pt x="5" y="180"/>
                  </a:lnTo>
                  <a:lnTo>
                    <a:pt x="4" y="180"/>
                  </a:lnTo>
                  <a:lnTo>
                    <a:pt x="3" y="181"/>
                  </a:lnTo>
                  <a:lnTo>
                    <a:pt x="4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79"/>
                  </a:lnTo>
                  <a:lnTo>
                    <a:pt x="4" y="179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4" y="167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71" name="Freeform 1132"/>
            <p:cNvSpPr>
              <a:spLocks noEditPoints="1"/>
            </p:cNvSpPr>
            <p:nvPr/>
          </p:nvSpPr>
          <p:spPr bwMode="auto">
            <a:xfrm>
              <a:off x="3627438" y="4560888"/>
              <a:ext cx="519113" cy="300038"/>
            </a:xfrm>
            <a:custGeom>
              <a:avLst/>
              <a:gdLst>
                <a:gd name="T0" fmla="*/ 194 w 327"/>
                <a:gd name="T1" fmla="*/ 189 h 189"/>
                <a:gd name="T2" fmla="*/ 309 w 327"/>
                <a:gd name="T3" fmla="*/ 189 h 189"/>
                <a:gd name="T4" fmla="*/ 316 w 327"/>
                <a:gd name="T5" fmla="*/ 189 h 189"/>
                <a:gd name="T6" fmla="*/ 322 w 327"/>
                <a:gd name="T7" fmla="*/ 186 h 189"/>
                <a:gd name="T8" fmla="*/ 325 w 327"/>
                <a:gd name="T9" fmla="*/ 184 h 189"/>
                <a:gd name="T10" fmla="*/ 327 w 327"/>
                <a:gd name="T11" fmla="*/ 181 h 189"/>
                <a:gd name="T12" fmla="*/ 327 w 327"/>
                <a:gd name="T13" fmla="*/ 179 h 189"/>
                <a:gd name="T14" fmla="*/ 323 w 327"/>
                <a:gd name="T15" fmla="*/ 179 h 189"/>
                <a:gd name="T16" fmla="*/ 323 w 327"/>
                <a:gd name="T17" fmla="*/ 179 h 189"/>
                <a:gd name="T18" fmla="*/ 323 w 327"/>
                <a:gd name="T19" fmla="*/ 180 h 189"/>
                <a:gd name="T20" fmla="*/ 322 w 327"/>
                <a:gd name="T21" fmla="*/ 181 h 189"/>
                <a:gd name="T22" fmla="*/ 321 w 327"/>
                <a:gd name="T23" fmla="*/ 182 h 189"/>
                <a:gd name="T24" fmla="*/ 317 w 327"/>
                <a:gd name="T25" fmla="*/ 184 h 189"/>
                <a:gd name="T26" fmla="*/ 312 w 327"/>
                <a:gd name="T27" fmla="*/ 185 h 189"/>
                <a:gd name="T28" fmla="*/ 327 w 327"/>
                <a:gd name="T29" fmla="*/ 116 h 189"/>
                <a:gd name="T30" fmla="*/ 327 w 327"/>
                <a:gd name="T31" fmla="*/ 11 h 189"/>
                <a:gd name="T32" fmla="*/ 327 w 327"/>
                <a:gd name="T33" fmla="*/ 9 h 189"/>
                <a:gd name="T34" fmla="*/ 325 w 327"/>
                <a:gd name="T35" fmla="*/ 7 h 189"/>
                <a:gd name="T36" fmla="*/ 323 w 327"/>
                <a:gd name="T37" fmla="*/ 4 h 189"/>
                <a:gd name="T38" fmla="*/ 318 w 327"/>
                <a:gd name="T39" fmla="*/ 2 h 189"/>
                <a:gd name="T40" fmla="*/ 311 w 327"/>
                <a:gd name="T41" fmla="*/ 0 h 189"/>
                <a:gd name="T42" fmla="*/ 310 w 327"/>
                <a:gd name="T43" fmla="*/ 4 h 189"/>
                <a:gd name="T44" fmla="*/ 316 w 327"/>
                <a:gd name="T45" fmla="*/ 5 h 189"/>
                <a:gd name="T46" fmla="*/ 320 w 327"/>
                <a:gd name="T47" fmla="*/ 7 h 189"/>
                <a:gd name="T48" fmla="*/ 322 w 327"/>
                <a:gd name="T49" fmla="*/ 9 h 189"/>
                <a:gd name="T50" fmla="*/ 323 w 327"/>
                <a:gd name="T51" fmla="*/ 10 h 189"/>
                <a:gd name="T52" fmla="*/ 323 w 327"/>
                <a:gd name="T53" fmla="*/ 10 h 189"/>
                <a:gd name="T54" fmla="*/ 323 w 327"/>
                <a:gd name="T55" fmla="*/ 11 h 189"/>
                <a:gd name="T56" fmla="*/ 236 w 327"/>
                <a:gd name="T57" fmla="*/ 0 h 189"/>
                <a:gd name="T58" fmla="*/ 76 w 327"/>
                <a:gd name="T59" fmla="*/ 0 h 189"/>
                <a:gd name="T60" fmla="*/ 17 w 327"/>
                <a:gd name="T61" fmla="*/ 0 h 189"/>
                <a:gd name="T62" fmla="*/ 10 w 327"/>
                <a:gd name="T63" fmla="*/ 1 h 189"/>
                <a:gd name="T64" fmla="*/ 5 w 327"/>
                <a:gd name="T65" fmla="*/ 4 h 189"/>
                <a:gd name="T66" fmla="*/ 2 w 327"/>
                <a:gd name="T67" fmla="*/ 6 h 189"/>
                <a:gd name="T68" fmla="*/ 0 w 327"/>
                <a:gd name="T69" fmla="*/ 8 h 189"/>
                <a:gd name="T70" fmla="*/ 0 w 327"/>
                <a:gd name="T71" fmla="*/ 11 h 189"/>
                <a:gd name="T72" fmla="*/ 2 w 327"/>
                <a:gd name="T73" fmla="*/ 11 h 189"/>
                <a:gd name="T74" fmla="*/ 2 w 327"/>
                <a:gd name="T75" fmla="*/ 10 h 189"/>
                <a:gd name="T76" fmla="*/ 2 w 327"/>
                <a:gd name="T77" fmla="*/ 9 h 189"/>
                <a:gd name="T78" fmla="*/ 3 w 327"/>
                <a:gd name="T79" fmla="*/ 7 h 189"/>
                <a:gd name="T80" fmla="*/ 6 w 327"/>
                <a:gd name="T81" fmla="*/ 7 h 189"/>
                <a:gd name="T82" fmla="*/ 10 w 327"/>
                <a:gd name="T83" fmla="*/ 5 h 189"/>
                <a:gd name="T84" fmla="*/ 16 w 327"/>
                <a:gd name="T85" fmla="*/ 4 h 189"/>
                <a:gd name="T86" fmla="*/ 0 w 327"/>
                <a:gd name="T87" fmla="*/ 130 h 189"/>
                <a:gd name="T88" fmla="*/ 0 w 327"/>
                <a:gd name="T89" fmla="*/ 179 h 189"/>
                <a:gd name="T90" fmla="*/ 0 w 327"/>
                <a:gd name="T91" fmla="*/ 181 h 189"/>
                <a:gd name="T92" fmla="*/ 2 w 327"/>
                <a:gd name="T93" fmla="*/ 183 h 189"/>
                <a:gd name="T94" fmla="*/ 4 w 327"/>
                <a:gd name="T95" fmla="*/ 186 h 189"/>
                <a:gd name="T96" fmla="*/ 10 w 327"/>
                <a:gd name="T97" fmla="*/ 188 h 189"/>
                <a:gd name="T98" fmla="*/ 17 w 327"/>
                <a:gd name="T99" fmla="*/ 189 h 189"/>
                <a:gd name="T100" fmla="*/ 16 w 327"/>
                <a:gd name="T101" fmla="*/ 185 h 189"/>
                <a:gd name="T102" fmla="*/ 10 w 327"/>
                <a:gd name="T103" fmla="*/ 184 h 189"/>
                <a:gd name="T104" fmla="*/ 6 w 327"/>
                <a:gd name="T105" fmla="*/ 182 h 189"/>
                <a:gd name="T106" fmla="*/ 3 w 327"/>
                <a:gd name="T107" fmla="*/ 182 h 189"/>
                <a:gd name="T108" fmla="*/ 2 w 327"/>
                <a:gd name="T109" fmla="*/ 181 h 189"/>
                <a:gd name="T110" fmla="*/ 2 w 327"/>
                <a:gd name="T111" fmla="*/ 180 h 189"/>
                <a:gd name="T112" fmla="*/ 2 w 327"/>
                <a:gd name="T113" fmla="*/ 17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7" h="189">
                  <a:moveTo>
                    <a:pt x="96" y="189"/>
                  </a:moveTo>
                  <a:lnTo>
                    <a:pt x="157" y="189"/>
                  </a:lnTo>
                  <a:lnTo>
                    <a:pt x="157" y="185"/>
                  </a:lnTo>
                  <a:lnTo>
                    <a:pt x="96" y="185"/>
                  </a:lnTo>
                  <a:lnTo>
                    <a:pt x="96" y="189"/>
                  </a:lnTo>
                  <a:close/>
                  <a:moveTo>
                    <a:pt x="194" y="189"/>
                  </a:moveTo>
                  <a:lnTo>
                    <a:pt x="256" y="189"/>
                  </a:lnTo>
                  <a:lnTo>
                    <a:pt x="256" y="185"/>
                  </a:lnTo>
                  <a:lnTo>
                    <a:pt x="194" y="185"/>
                  </a:lnTo>
                  <a:lnTo>
                    <a:pt x="194" y="189"/>
                  </a:lnTo>
                  <a:close/>
                  <a:moveTo>
                    <a:pt x="293" y="189"/>
                  </a:moveTo>
                  <a:lnTo>
                    <a:pt x="309" y="189"/>
                  </a:lnTo>
                  <a:lnTo>
                    <a:pt x="310" y="189"/>
                  </a:lnTo>
                  <a:lnTo>
                    <a:pt x="311" y="189"/>
                  </a:lnTo>
                  <a:lnTo>
                    <a:pt x="312" y="189"/>
                  </a:lnTo>
                  <a:lnTo>
                    <a:pt x="313" y="189"/>
                  </a:lnTo>
                  <a:lnTo>
                    <a:pt x="315" y="189"/>
                  </a:lnTo>
                  <a:lnTo>
                    <a:pt x="316" y="189"/>
                  </a:lnTo>
                  <a:lnTo>
                    <a:pt x="317" y="188"/>
                  </a:lnTo>
                  <a:lnTo>
                    <a:pt x="318" y="188"/>
                  </a:lnTo>
                  <a:lnTo>
                    <a:pt x="319" y="187"/>
                  </a:lnTo>
                  <a:lnTo>
                    <a:pt x="320" y="187"/>
                  </a:lnTo>
                  <a:lnTo>
                    <a:pt x="320" y="187"/>
                  </a:lnTo>
                  <a:lnTo>
                    <a:pt x="322" y="186"/>
                  </a:lnTo>
                  <a:lnTo>
                    <a:pt x="322" y="186"/>
                  </a:lnTo>
                  <a:lnTo>
                    <a:pt x="323" y="185"/>
                  </a:lnTo>
                  <a:lnTo>
                    <a:pt x="324" y="185"/>
                  </a:lnTo>
                  <a:lnTo>
                    <a:pt x="324" y="184"/>
                  </a:lnTo>
                  <a:lnTo>
                    <a:pt x="325" y="184"/>
                  </a:lnTo>
                  <a:lnTo>
                    <a:pt x="325" y="184"/>
                  </a:lnTo>
                  <a:lnTo>
                    <a:pt x="325" y="183"/>
                  </a:lnTo>
                  <a:lnTo>
                    <a:pt x="325" y="183"/>
                  </a:lnTo>
                  <a:lnTo>
                    <a:pt x="326" y="183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27" y="181"/>
                  </a:lnTo>
                  <a:lnTo>
                    <a:pt x="327" y="181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7" y="179"/>
                  </a:lnTo>
                  <a:lnTo>
                    <a:pt x="327" y="179"/>
                  </a:lnTo>
                  <a:lnTo>
                    <a:pt x="327" y="178"/>
                  </a:lnTo>
                  <a:lnTo>
                    <a:pt x="327" y="153"/>
                  </a:lnTo>
                  <a:lnTo>
                    <a:pt x="323" y="153"/>
                  </a:lnTo>
                  <a:lnTo>
                    <a:pt x="323" y="178"/>
                  </a:lnTo>
                  <a:lnTo>
                    <a:pt x="323" y="179"/>
                  </a:lnTo>
                  <a:lnTo>
                    <a:pt x="325" y="179"/>
                  </a:lnTo>
                  <a:lnTo>
                    <a:pt x="323" y="178"/>
                  </a:lnTo>
                  <a:lnTo>
                    <a:pt x="323" y="179"/>
                  </a:lnTo>
                  <a:lnTo>
                    <a:pt x="325" y="179"/>
                  </a:lnTo>
                  <a:lnTo>
                    <a:pt x="323" y="179"/>
                  </a:lnTo>
                  <a:lnTo>
                    <a:pt x="323" y="179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5" y="180"/>
                  </a:lnTo>
                  <a:lnTo>
                    <a:pt x="323" y="179"/>
                  </a:lnTo>
                  <a:lnTo>
                    <a:pt x="323" y="180"/>
                  </a:lnTo>
                  <a:lnTo>
                    <a:pt x="324" y="181"/>
                  </a:lnTo>
                  <a:lnTo>
                    <a:pt x="323" y="180"/>
                  </a:lnTo>
                  <a:lnTo>
                    <a:pt x="322" y="180"/>
                  </a:lnTo>
                  <a:lnTo>
                    <a:pt x="324" y="182"/>
                  </a:lnTo>
                  <a:lnTo>
                    <a:pt x="322" y="180"/>
                  </a:lnTo>
                  <a:lnTo>
                    <a:pt x="322" y="181"/>
                  </a:lnTo>
                  <a:lnTo>
                    <a:pt x="323" y="182"/>
                  </a:lnTo>
                  <a:lnTo>
                    <a:pt x="322" y="180"/>
                  </a:lnTo>
                  <a:lnTo>
                    <a:pt x="322" y="181"/>
                  </a:lnTo>
                  <a:lnTo>
                    <a:pt x="323" y="182"/>
                  </a:lnTo>
                  <a:lnTo>
                    <a:pt x="322" y="181"/>
                  </a:lnTo>
                  <a:lnTo>
                    <a:pt x="321" y="182"/>
                  </a:lnTo>
                  <a:lnTo>
                    <a:pt x="320" y="182"/>
                  </a:lnTo>
                  <a:lnTo>
                    <a:pt x="320" y="182"/>
                  </a:lnTo>
                  <a:lnTo>
                    <a:pt x="319" y="183"/>
                  </a:lnTo>
                  <a:lnTo>
                    <a:pt x="319" y="183"/>
                  </a:lnTo>
                  <a:lnTo>
                    <a:pt x="318" y="184"/>
                  </a:lnTo>
                  <a:lnTo>
                    <a:pt x="317" y="184"/>
                  </a:lnTo>
                  <a:lnTo>
                    <a:pt x="317" y="184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4" y="185"/>
                  </a:lnTo>
                  <a:lnTo>
                    <a:pt x="313" y="185"/>
                  </a:lnTo>
                  <a:lnTo>
                    <a:pt x="312" y="185"/>
                  </a:lnTo>
                  <a:lnTo>
                    <a:pt x="311" y="185"/>
                  </a:lnTo>
                  <a:lnTo>
                    <a:pt x="310" y="185"/>
                  </a:lnTo>
                  <a:lnTo>
                    <a:pt x="309" y="185"/>
                  </a:lnTo>
                  <a:lnTo>
                    <a:pt x="293" y="185"/>
                  </a:lnTo>
                  <a:lnTo>
                    <a:pt x="293" y="189"/>
                  </a:lnTo>
                  <a:close/>
                  <a:moveTo>
                    <a:pt x="327" y="116"/>
                  </a:moveTo>
                  <a:lnTo>
                    <a:pt x="327" y="54"/>
                  </a:lnTo>
                  <a:lnTo>
                    <a:pt x="323" y="54"/>
                  </a:lnTo>
                  <a:lnTo>
                    <a:pt x="323" y="116"/>
                  </a:lnTo>
                  <a:lnTo>
                    <a:pt x="327" y="116"/>
                  </a:lnTo>
                  <a:close/>
                  <a:moveTo>
                    <a:pt x="327" y="17"/>
                  </a:moveTo>
                  <a:lnTo>
                    <a:pt x="327" y="11"/>
                  </a:lnTo>
                  <a:lnTo>
                    <a:pt x="327" y="11"/>
                  </a:lnTo>
                  <a:lnTo>
                    <a:pt x="327" y="10"/>
                  </a:lnTo>
                  <a:lnTo>
                    <a:pt x="327" y="10"/>
                  </a:lnTo>
                  <a:lnTo>
                    <a:pt x="327" y="10"/>
                  </a:lnTo>
                  <a:lnTo>
                    <a:pt x="327" y="9"/>
                  </a:lnTo>
                  <a:lnTo>
                    <a:pt x="327" y="9"/>
                  </a:lnTo>
                  <a:lnTo>
                    <a:pt x="327" y="8"/>
                  </a:lnTo>
                  <a:lnTo>
                    <a:pt x="327" y="8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5" y="7"/>
                  </a:lnTo>
                  <a:lnTo>
                    <a:pt x="325" y="6"/>
                  </a:lnTo>
                  <a:lnTo>
                    <a:pt x="325" y="6"/>
                  </a:lnTo>
                  <a:lnTo>
                    <a:pt x="325" y="5"/>
                  </a:lnTo>
                  <a:lnTo>
                    <a:pt x="324" y="5"/>
                  </a:lnTo>
                  <a:lnTo>
                    <a:pt x="324" y="5"/>
                  </a:lnTo>
                  <a:lnTo>
                    <a:pt x="323" y="4"/>
                  </a:lnTo>
                  <a:lnTo>
                    <a:pt x="322" y="4"/>
                  </a:lnTo>
                  <a:lnTo>
                    <a:pt x="322" y="3"/>
                  </a:lnTo>
                  <a:lnTo>
                    <a:pt x="321" y="3"/>
                  </a:lnTo>
                  <a:lnTo>
                    <a:pt x="320" y="2"/>
                  </a:lnTo>
                  <a:lnTo>
                    <a:pt x="319" y="2"/>
                  </a:lnTo>
                  <a:lnTo>
                    <a:pt x="318" y="2"/>
                  </a:lnTo>
                  <a:lnTo>
                    <a:pt x="317" y="1"/>
                  </a:lnTo>
                  <a:lnTo>
                    <a:pt x="316" y="1"/>
                  </a:lnTo>
                  <a:lnTo>
                    <a:pt x="315" y="1"/>
                  </a:lnTo>
                  <a:lnTo>
                    <a:pt x="313" y="0"/>
                  </a:lnTo>
                  <a:lnTo>
                    <a:pt x="312" y="0"/>
                  </a:lnTo>
                  <a:lnTo>
                    <a:pt x="311" y="0"/>
                  </a:lnTo>
                  <a:lnTo>
                    <a:pt x="310" y="0"/>
                  </a:lnTo>
                  <a:lnTo>
                    <a:pt x="309" y="0"/>
                  </a:lnTo>
                  <a:lnTo>
                    <a:pt x="273" y="0"/>
                  </a:lnTo>
                  <a:lnTo>
                    <a:pt x="273" y="4"/>
                  </a:lnTo>
                  <a:lnTo>
                    <a:pt x="309" y="4"/>
                  </a:lnTo>
                  <a:lnTo>
                    <a:pt x="310" y="4"/>
                  </a:lnTo>
                  <a:lnTo>
                    <a:pt x="311" y="4"/>
                  </a:lnTo>
                  <a:lnTo>
                    <a:pt x="312" y="4"/>
                  </a:lnTo>
                  <a:lnTo>
                    <a:pt x="313" y="5"/>
                  </a:lnTo>
                  <a:lnTo>
                    <a:pt x="314" y="5"/>
                  </a:lnTo>
                  <a:lnTo>
                    <a:pt x="315" y="5"/>
                  </a:lnTo>
                  <a:lnTo>
                    <a:pt x="316" y="5"/>
                  </a:lnTo>
                  <a:lnTo>
                    <a:pt x="317" y="5"/>
                  </a:lnTo>
                  <a:lnTo>
                    <a:pt x="317" y="6"/>
                  </a:lnTo>
                  <a:lnTo>
                    <a:pt x="318" y="6"/>
                  </a:lnTo>
                  <a:lnTo>
                    <a:pt x="319" y="6"/>
                  </a:lnTo>
                  <a:lnTo>
                    <a:pt x="320" y="7"/>
                  </a:lnTo>
                  <a:lnTo>
                    <a:pt x="320" y="7"/>
                  </a:lnTo>
                  <a:lnTo>
                    <a:pt x="321" y="7"/>
                  </a:lnTo>
                  <a:lnTo>
                    <a:pt x="321" y="8"/>
                  </a:lnTo>
                  <a:lnTo>
                    <a:pt x="322" y="8"/>
                  </a:lnTo>
                  <a:lnTo>
                    <a:pt x="323" y="7"/>
                  </a:lnTo>
                  <a:lnTo>
                    <a:pt x="322" y="8"/>
                  </a:lnTo>
                  <a:lnTo>
                    <a:pt x="322" y="9"/>
                  </a:lnTo>
                  <a:lnTo>
                    <a:pt x="323" y="7"/>
                  </a:lnTo>
                  <a:lnTo>
                    <a:pt x="322" y="9"/>
                  </a:lnTo>
                  <a:lnTo>
                    <a:pt x="322" y="9"/>
                  </a:lnTo>
                  <a:lnTo>
                    <a:pt x="324" y="8"/>
                  </a:lnTo>
                  <a:lnTo>
                    <a:pt x="322" y="9"/>
                  </a:lnTo>
                  <a:lnTo>
                    <a:pt x="323" y="10"/>
                  </a:lnTo>
                  <a:lnTo>
                    <a:pt x="324" y="9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10"/>
                  </a:lnTo>
                  <a:lnTo>
                    <a:pt x="323" y="10"/>
                  </a:lnTo>
                  <a:lnTo>
                    <a:pt x="325" y="10"/>
                  </a:lnTo>
                  <a:lnTo>
                    <a:pt x="323" y="10"/>
                  </a:lnTo>
                  <a:lnTo>
                    <a:pt x="323" y="11"/>
                  </a:lnTo>
                  <a:lnTo>
                    <a:pt x="325" y="10"/>
                  </a:lnTo>
                  <a:lnTo>
                    <a:pt x="323" y="10"/>
                  </a:lnTo>
                  <a:lnTo>
                    <a:pt x="323" y="11"/>
                  </a:lnTo>
                  <a:lnTo>
                    <a:pt x="325" y="11"/>
                  </a:lnTo>
                  <a:lnTo>
                    <a:pt x="323" y="11"/>
                  </a:lnTo>
                  <a:lnTo>
                    <a:pt x="323" y="12"/>
                  </a:lnTo>
                  <a:lnTo>
                    <a:pt x="323" y="17"/>
                  </a:lnTo>
                  <a:lnTo>
                    <a:pt x="327" y="17"/>
                  </a:lnTo>
                  <a:close/>
                  <a:moveTo>
                    <a:pt x="236" y="0"/>
                  </a:moveTo>
                  <a:lnTo>
                    <a:pt x="174" y="0"/>
                  </a:lnTo>
                  <a:lnTo>
                    <a:pt x="174" y="4"/>
                  </a:lnTo>
                  <a:lnTo>
                    <a:pt x="236" y="4"/>
                  </a:lnTo>
                  <a:lnTo>
                    <a:pt x="236" y="0"/>
                  </a:lnTo>
                  <a:close/>
                  <a:moveTo>
                    <a:pt x="137" y="0"/>
                  </a:moveTo>
                  <a:lnTo>
                    <a:pt x="76" y="0"/>
                  </a:lnTo>
                  <a:lnTo>
                    <a:pt x="76" y="4"/>
                  </a:lnTo>
                  <a:lnTo>
                    <a:pt x="137" y="4"/>
                  </a:lnTo>
                  <a:lnTo>
                    <a:pt x="137" y="0"/>
                  </a:lnTo>
                  <a:close/>
                  <a:moveTo>
                    <a:pt x="39" y="0"/>
                  </a:move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1" y="1"/>
                  </a:lnTo>
                  <a:lnTo>
                    <a:pt x="10" y="1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2"/>
                  </a:lnTo>
                  <a:lnTo>
                    <a:pt x="6" y="3"/>
                  </a:lnTo>
                  <a:lnTo>
                    <a:pt x="5" y="3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3" y="3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2" y="11"/>
                  </a:lnTo>
                  <a:lnTo>
                    <a:pt x="3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3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2" y="9"/>
                  </a:lnTo>
                  <a:lnTo>
                    <a:pt x="4" y="10"/>
                  </a:lnTo>
                  <a:lnTo>
                    <a:pt x="4" y="9"/>
                  </a:lnTo>
                  <a:lnTo>
                    <a:pt x="2" y="9"/>
                  </a:lnTo>
                  <a:lnTo>
                    <a:pt x="4" y="10"/>
                  </a:lnTo>
                  <a:lnTo>
                    <a:pt x="5" y="9"/>
                  </a:lnTo>
                  <a:lnTo>
                    <a:pt x="3" y="8"/>
                  </a:lnTo>
                  <a:lnTo>
                    <a:pt x="4" y="9"/>
                  </a:lnTo>
                  <a:lnTo>
                    <a:pt x="5" y="9"/>
                  </a:lnTo>
                  <a:lnTo>
                    <a:pt x="3" y="7"/>
                  </a:lnTo>
                  <a:lnTo>
                    <a:pt x="5" y="9"/>
                  </a:lnTo>
                  <a:lnTo>
                    <a:pt x="5" y="8"/>
                  </a:lnTo>
                  <a:lnTo>
                    <a:pt x="4" y="7"/>
                  </a:lnTo>
                  <a:lnTo>
                    <a:pt x="5" y="8"/>
                  </a:lnTo>
                  <a:lnTo>
                    <a:pt x="6" y="8"/>
                  </a:lnTo>
                  <a:lnTo>
                    <a:pt x="6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5" y="4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39" y="4"/>
                  </a:lnTo>
                  <a:lnTo>
                    <a:pt x="39" y="0"/>
                  </a:lnTo>
                  <a:close/>
                  <a:moveTo>
                    <a:pt x="0" y="68"/>
                  </a:moveTo>
                  <a:lnTo>
                    <a:pt x="0" y="130"/>
                  </a:lnTo>
                  <a:lnTo>
                    <a:pt x="3" y="130"/>
                  </a:lnTo>
                  <a:lnTo>
                    <a:pt x="3" y="68"/>
                  </a:lnTo>
                  <a:lnTo>
                    <a:pt x="0" y="68"/>
                  </a:lnTo>
                  <a:close/>
                  <a:moveTo>
                    <a:pt x="0" y="167"/>
                  </a:moveTo>
                  <a:lnTo>
                    <a:pt x="0" y="178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0" y="182"/>
                  </a:lnTo>
                  <a:lnTo>
                    <a:pt x="1" y="182"/>
                  </a:lnTo>
                  <a:lnTo>
                    <a:pt x="1" y="183"/>
                  </a:lnTo>
                  <a:lnTo>
                    <a:pt x="1" y="183"/>
                  </a:lnTo>
                  <a:lnTo>
                    <a:pt x="2" y="183"/>
                  </a:lnTo>
                  <a:lnTo>
                    <a:pt x="2" y="184"/>
                  </a:lnTo>
                  <a:lnTo>
                    <a:pt x="2" y="184"/>
                  </a:lnTo>
                  <a:lnTo>
                    <a:pt x="2" y="184"/>
                  </a:lnTo>
                  <a:lnTo>
                    <a:pt x="3" y="185"/>
                  </a:lnTo>
                  <a:lnTo>
                    <a:pt x="3" y="185"/>
                  </a:lnTo>
                  <a:lnTo>
                    <a:pt x="4" y="186"/>
                  </a:lnTo>
                  <a:lnTo>
                    <a:pt x="5" y="186"/>
                  </a:lnTo>
                  <a:lnTo>
                    <a:pt x="6" y="187"/>
                  </a:lnTo>
                  <a:lnTo>
                    <a:pt x="7" y="187"/>
                  </a:lnTo>
                  <a:lnTo>
                    <a:pt x="8" y="187"/>
                  </a:lnTo>
                  <a:lnTo>
                    <a:pt x="9" y="188"/>
                  </a:lnTo>
                  <a:lnTo>
                    <a:pt x="10" y="188"/>
                  </a:lnTo>
                  <a:lnTo>
                    <a:pt x="11" y="189"/>
                  </a:lnTo>
                  <a:lnTo>
                    <a:pt x="12" y="189"/>
                  </a:lnTo>
                  <a:lnTo>
                    <a:pt x="13" y="189"/>
                  </a:lnTo>
                  <a:lnTo>
                    <a:pt x="14" y="189"/>
                  </a:lnTo>
                  <a:lnTo>
                    <a:pt x="15" y="189"/>
                  </a:lnTo>
                  <a:lnTo>
                    <a:pt x="17" y="189"/>
                  </a:lnTo>
                  <a:lnTo>
                    <a:pt x="18" y="189"/>
                  </a:lnTo>
                  <a:lnTo>
                    <a:pt x="59" y="189"/>
                  </a:lnTo>
                  <a:lnTo>
                    <a:pt x="59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6" y="185"/>
                  </a:lnTo>
                  <a:lnTo>
                    <a:pt x="15" y="185"/>
                  </a:lnTo>
                  <a:lnTo>
                    <a:pt x="14" y="185"/>
                  </a:lnTo>
                  <a:lnTo>
                    <a:pt x="13" y="185"/>
                  </a:lnTo>
                  <a:lnTo>
                    <a:pt x="12" y="184"/>
                  </a:lnTo>
                  <a:lnTo>
                    <a:pt x="11" y="184"/>
                  </a:lnTo>
                  <a:lnTo>
                    <a:pt x="10" y="184"/>
                  </a:lnTo>
                  <a:lnTo>
                    <a:pt x="9" y="184"/>
                  </a:lnTo>
                  <a:lnTo>
                    <a:pt x="8" y="184"/>
                  </a:lnTo>
                  <a:lnTo>
                    <a:pt x="8" y="183"/>
                  </a:lnTo>
                  <a:lnTo>
                    <a:pt x="7" y="183"/>
                  </a:lnTo>
                  <a:lnTo>
                    <a:pt x="7" y="182"/>
                  </a:lnTo>
                  <a:lnTo>
                    <a:pt x="6" y="182"/>
                  </a:lnTo>
                  <a:lnTo>
                    <a:pt x="5" y="182"/>
                  </a:lnTo>
                  <a:lnTo>
                    <a:pt x="5" y="181"/>
                  </a:lnTo>
                  <a:lnTo>
                    <a:pt x="4" y="182"/>
                  </a:lnTo>
                  <a:lnTo>
                    <a:pt x="5" y="181"/>
                  </a:lnTo>
                  <a:lnTo>
                    <a:pt x="5" y="180"/>
                  </a:lnTo>
                  <a:lnTo>
                    <a:pt x="3" y="182"/>
                  </a:lnTo>
                  <a:lnTo>
                    <a:pt x="5" y="181"/>
                  </a:lnTo>
                  <a:lnTo>
                    <a:pt x="4" y="180"/>
                  </a:lnTo>
                  <a:lnTo>
                    <a:pt x="3" y="182"/>
                  </a:lnTo>
                  <a:lnTo>
                    <a:pt x="5" y="180"/>
                  </a:lnTo>
                  <a:lnTo>
                    <a:pt x="4" y="180"/>
                  </a:lnTo>
                  <a:lnTo>
                    <a:pt x="2" y="181"/>
                  </a:lnTo>
                  <a:lnTo>
                    <a:pt x="4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79"/>
                  </a:lnTo>
                  <a:lnTo>
                    <a:pt x="3" y="179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3" y="178"/>
                  </a:lnTo>
                  <a:lnTo>
                    <a:pt x="2" y="179"/>
                  </a:lnTo>
                  <a:lnTo>
                    <a:pt x="3" y="179"/>
                  </a:lnTo>
                  <a:lnTo>
                    <a:pt x="3" y="178"/>
                  </a:lnTo>
                  <a:lnTo>
                    <a:pt x="3" y="167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72" name="Freeform 1133"/>
            <p:cNvSpPr>
              <a:spLocks noEditPoints="1"/>
            </p:cNvSpPr>
            <p:nvPr/>
          </p:nvSpPr>
          <p:spPr bwMode="auto">
            <a:xfrm>
              <a:off x="4140200" y="4560888"/>
              <a:ext cx="520700" cy="300038"/>
            </a:xfrm>
            <a:custGeom>
              <a:avLst/>
              <a:gdLst>
                <a:gd name="T0" fmla="*/ 195 w 328"/>
                <a:gd name="T1" fmla="*/ 189 h 189"/>
                <a:gd name="T2" fmla="*/ 310 w 328"/>
                <a:gd name="T3" fmla="*/ 189 h 189"/>
                <a:gd name="T4" fmla="*/ 316 w 328"/>
                <a:gd name="T5" fmla="*/ 189 h 189"/>
                <a:gd name="T6" fmla="*/ 322 w 328"/>
                <a:gd name="T7" fmla="*/ 186 h 189"/>
                <a:gd name="T8" fmla="*/ 326 w 328"/>
                <a:gd name="T9" fmla="*/ 184 h 189"/>
                <a:gd name="T10" fmla="*/ 327 w 328"/>
                <a:gd name="T11" fmla="*/ 181 h 189"/>
                <a:gd name="T12" fmla="*/ 328 w 328"/>
                <a:gd name="T13" fmla="*/ 179 h 189"/>
                <a:gd name="T14" fmla="*/ 324 w 328"/>
                <a:gd name="T15" fmla="*/ 179 h 189"/>
                <a:gd name="T16" fmla="*/ 324 w 328"/>
                <a:gd name="T17" fmla="*/ 179 h 189"/>
                <a:gd name="T18" fmla="*/ 323 w 328"/>
                <a:gd name="T19" fmla="*/ 180 h 189"/>
                <a:gd name="T20" fmla="*/ 322 w 328"/>
                <a:gd name="T21" fmla="*/ 181 h 189"/>
                <a:gd name="T22" fmla="*/ 322 w 328"/>
                <a:gd name="T23" fmla="*/ 182 h 189"/>
                <a:gd name="T24" fmla="*/ 318 w 328"/>
                <a:gd name="T25" fmla="*/ 184 h 189"/>
                <a:gd name="T26" fmla="*/ 312 w 328"/>
                <a:gd name="T27" fmla="*/ 185 h 189"/>
                <a:gd name="T28" fmla="*/ 328 w 328"/>
                <a:gd name="T29" fmla="*/ 116 h 189"/>
                <a:gd name="T30" fmla="*/ 328 w 328"/>
                <a:gd name="T31" fmla="*/ 11 h 189"/>
                <a:gd name="T32" fmla="*/ 327 w 328"/>
                <a:gd name="T33" fmla="*/ 9 h 189"/>
                <a:gd name="T34" fmla="*/ 326 w 328"/>
                <a:gd name="T35" fmla="*/ 7 h 189"/>
                <a:gd name="T36" fmla="*/ 324 w 328"/>
                <a:gd name="T37" fmla="*/ 4 h 189"/>
                <a:gd name="T38" fmla="*/ 319 w 328"/>
                <a:gd name="T39" fmla="*/ 2 h 189"/>
                <a:gd name="T40" fmla="*/ 312 w 328"/>
                <a:gd name="T41" fmla="*/ 0 h 189"/>
                <a:gd name="T42" fmla="*/ 311 w 328"/>
                <a:gd name="T43" fmla="*/ 4 h 189"/>
                <a:gd name="T44" fmla="*/ 316 w 328"/>
                <a:gd name="T45" fmla="*/ 5 h 189"/>
                <a:gd name="T46" fmla="*/ 321 w 328"/>
                <a:gd name="T47" fmla="*/ 7 h 189"/>
                <a:gd name="T48" fmla="*/ 323 w 328"/>
                <a:gd name="T49" fmla="*/ 9 h 189"/>
                <a:gd name="T50" fmla="*/ 323 w 328"/>
                <a:gd name="T51" fmla="*/ 10 h 189"/>
                <a:gd name="T52" fmla="*/ 324 w 328"/>
                <a:gd name="T53" fmla="*/ 10 h 189"/>
                <a:gd name="T54" fmla="*/ 324 w 328"/>
                <a:gd name="T55" fmla="*/ 11 h 189"/>
                <a:gd name="T56" fmla="*/ 237 w 328"/>
                <a:gd name="T57" fmla="*/ 0 h 189"/>
                <a:gd name="T58" fmla="*/ 77 w 328"/>
                <a:gd name="T59" fmla="*/ 0 h 189"/>
                <a:gd name="T60" fmla="*/ 17 w 328"/>
                <a:gd name="T61" fmla="*/ 0 h 189"/>
                <a:gd name="T62" fmla="*/ 11 w 328"/>
                <a:gd name="T63" fmla="*/ 1 h 189"/>
                <a:gd name="T64" fmla="*/ 5 w 328"/>
                <a:gd name="T65" fmla="*/ 4 h 189"/>
                <a:gd name="T66" fmla="*/ 2 w 328"/>
                <a:gd name="T67" fmla="*/ 6 h 189"/>
                <a:gd name="T68" fmla="*/ 1 w 328"/>
                <a:gd name="T69" fmla="*/ 8 h 189"/>
                <a:gd name="T70" fmla="*/ 0 w 328"/>
                <a:gd name="T71" fmla="*/ 11 h 189"/>
                <a:gd name="T72" fmla="*/ 2 w 328"/>
                <a:gd name="T73" fmla="*/ 11 h 189"/>
                <a:gd name="T74" fmla="*/ 2 w 328"/>
                <a:gd name="T75" fmla="*/ 10 h 189"/>
                <a:gd name="T76" fmla="*/ 3 w 328"/>
                <a:gd name="T77" fmla="*/ 9 h 189"/>
                <a:gd name="T78" fmla="*/ 4 w 328"/>
                <a:gd name="T79" fmla="*/ 7 h 189"/>
                <a:gd name="T80" fmla="*/ 7 w 328"/>
                <a:gd name="T81" fmla="*/ 7 h 189"/>
                <a:gd name="T82" fmla="*/ 11 w 328"/>
                <a:gd name="T83" fmla="*/ 5 h 189"/>
                <a:gd name="T84" fmla="*/ 17 w 328"/>
                <a:gd name="T85" fmla="*/ 4 h 189"/>
                <a:gd name="T86" fmla="*/ 0 w 328"/>
                <a:gd name="T87" fmla="*/ 130 h 189"/>
                <a:gd name="T88" fmla="*/ 0 w 328"/>
                <a:gd name="T89" fmla="*/ 179 h 189"/>
                <a:gd name="T90" fmla="*/ 1 w 328"/>
                <a:gd name="T91" fmla="*/ 181 h 189"/>
                <a:gd name="T92" fmla="*/ 2 w 328"/>
                <a:gd name="T93" fmla="*/ 183 h 189"/>
                <a:gd name="T94" fmla="*/ 5 w 328"/>
                <a:gd name="T95" fmla="*/ 186 h 189"/>
                <a:gd name="T96" fmla="*/ 10 w 328"/>
                <a:gd name="T97" fmla="*/ 188 h 189"/>
                <a:gd name="T98" fmla="*/ 17 w 328"/>
                <a:gd name="T99" fmla="*/ 189 h 189"/>
                <a:gd name="T100" fmla="*/ 16 w 328"/>
                <a:gd name="T101" fmla="*/ 185 h 189"/>
                <a:gd name="T102" fmla="*/ 11 w 328"/>
                <a:gd name="T103" fmla="*/ 184 h 189"/>
                <a:gd name="T104" fmla="*/ 7 w 328"/>
                <a:gd name="T105" fmla="*/ 182 h 189"/>
                <a:gd name="T106" fmla="*/ 4 w 328"/>
                <a:gd name="T107" fmla="*/ 182 h 189"/>
                <a:gd name="T108" fmla="*/ 3 w 328"/>
                <a:gd name="T109" fmla="*/ 181 h 189"/>
                <a:gd name="T110" fmla="*/ 2 w 328"/>
                <a:gd name="T111" fmla="*/ 180 h 189"/>
                <a:gd name="T112" fmla="*/ 2 w 328"/>
                <a:gd name="T113" fmla="*/ 17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28" h="189">
                  <a:moveTo>
                    <a:pt x="97" y="189"/>
                  </a:moveTo>
                  <a:lnTo>
                    <a:pt x="158" y="189"/>
                  </a:lnTo>
                  <a:lnTo>
                    <a:pt x="158" y="185"/>
                  </a:lnTo>
                  <a:lnTo>
                    <a:pt x="97" y="185"/>
                  </a:lnTo>
                  <a:lnTo>
                    <a:pt x="97" y="189"/>
                  </a:lnTo>
                  <a:close/>
                  <a:moveTo>
                    <a:pt x="195" y="189"/>
                  </a:moveTo>
                  <a:lnTo>
                    <a:pt x="257" y="189"/>
                  </a:lnTo>
                  <a:lnTo>
                    <a:pt x="257" y="185"/>
                  </a:lnTo>
                  <a:lnTo>
                    <a:pt x="195" y="185"/>
                  </a:lnTo>
                  <a:lnTo>
                    <a:pt x="195" y="189"/>
                  </a:lnTo>
                  <a:close/>
                  <a:moveTo>
                    <a:pt x="294" y="189"/>
                  </a:moveTo>
                  <a:lnTo>
                    <a:pt x="310" y="189"/>
                  </a:lnTo>
                  <a:lnTo>
                    <a:pt x="311" y="189"/>
                  </a:lnTo>
                  <a:lnTo>
                    <a:pt x="312" y="189"/>
                  </a:lnTo>
                  <a:lnTo>
                    <a:pt x="313" y="189"/>
                  </a:lnTo>
                  <a:lnTo>
                    <a:pt x="314" y="189"/>
                  </a:lnTo>
                  <a:lnTo>
                    <a:pt x="315" y="189"/>
                  </a:lnTo>
                  <a:lnTo>
                    <a:pt x="316" y="189"/>
                  </a:lnTo>
                  <a:lnTo>
                    <a:pt x="317" y="188"/>
                  </a:lnTo>
                  <a:lnTo>
                    <a:pt x="319" y="188"/>
                  </a:lnTo>
                  <a:lnTo>
                    <a:pt x="319" y="187"/>
                  </a:lnTo>
                  <a:lnTo>
                    <a:pt x="320" y="187"/>
                  </a:lnTo>
                  <a:lnTo>
                    <a:pt x="321" y="187"/>
                  </a:lnTo>
                  <a:lnTo>
                    <a:pt x="322" y="186"/>
                  </a:lnTo>
                  <a:lnTo>
                    <a:pt x="323" y="186"/>
                  </a:lnTo>
                  <a:lnTo>
                    <a:pt x="324" y="185"/>
                  </a:lnTo>
                  <a:lnTo>
                    <a:pt x="324" y="185"/>
                  </a:lnTo>
                  <a:lnTo>
                    <a:pt x="325" y="184"/>
                  </a:lnTo>
                  <a:lnTo>
                    <a:pt x="325" y="184"/>
                  </a:lnTo>
                  <a:lnTo>
                    <a:pt x="326" y="184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6" y="183"/>
                  </a:lnTo>
                  <a:lnTo>
                    <a:pt x="327" y="182"/>
                  </a:lnTo>
                  <a:lnTo>
                    <a:pt x="327" y="182"/>
                  </a:lnTo>
                  <a:lnTo>
                    <a:pt x="327" y="181"/>
                  </a:lnTo>
                  <a:lnTo>
                    <a:pt x="327" y="181"/>
                  </a:lnTo>
                  <a:lnTo>
                    <a:pt x="327" y="180"/>
                  </a:lnTo>
                  <a:lnTo>
                    <a:pt x="327" y="180"/>
                  </a:lnTo>
                  <a:lnTo>
                    <a:pt x="328" y="180"/>
                  </a:lnTo>
                  <a:lnTo>
                    <a:pt x="328" y="180"/>
                  </a:lnTo>
                  <a:lnTo>
                    <a:pt x="328" y="179"/>
                  </a:lnTo>
                  <a:lnTo>
                    <a:pt x="328" y="179"/>
                  </a:lnTo>
                  <a:lnTo>
                    <a:pt x="328" y="178"/>
                  </a:lnTo>
                  <a:lnTo>
                    <a:pt x="328" y="153"/>
                  </a:lnTo>
                  <a:lnTo>
                    <a:pt x="324" y="153"/>
                  </a:lnTo>
                  <a:lnTo>
                    <a:pt x="324" y="178"/>
                  </a:lnTo>
                  <a:lnTo>
                    <a:pt x="324" y="179"/>
                  </a:lnTo>
                  <a:lnTo>
                    <a:pt x="326" y="179"/>
                  </a:lnTo>
                  <a:lnTo>
                    <a:pt x="324" y="178"/>
                  </a:lnTo>
                  <a:lnTo>
                    <a:pt x="324" y="179"/>
                  </a:lnTo>
                  <a:lnTo>
                    <a:pt x="326" y="179"/>
                  </a:lnTo>
                  <a:lnTo>
                    <a:pt x="324" y="179"/>
                  </a:lnTo>
                  <a:lnTo>
                    <a:pt x="324" y="179"/>
                  </a:lnTo>
                  <a:lnTo>
                    <a:pt x="325" y="180"/>
                  </a:lnTo>
                  <a:lnTo>
                    <a:pt x="324" y="179"/>
                  </a:lnTo>
                  <a:lnTo>
                    <a:pt x="324" y="180"/>
                  </a:lnTo>
                  <a:lnTo>
                    <a:pt x="325" y="180"/>
                  </a:lnTo>
                  <a:lnTo>
                    <a:pt x="324" y="179"/>
                  </a:lnTo>
                  <a:lnTo>
                    <a:pt x="323" y="180"/>
                  </a:lnTo>
                  <a:lnTo>
                    <a:pt x="325" y="181"/>
                  </a:lnTo>
                  <a:lnTo>
                    <a:pt x="323" y="180"/>
                  </a:lnTo>
                  <a:lnTo>
                    <a:pt x="323" y="180"/>
                  </a:lnTo>
                  <a:lnTo>
                    <a:pt x="325" y="182"/>
                  </a:lnTo>
                  <a:lnTo>
                    <a:pt x="323" y="180"/>
                  </a:lnTo>
                  <a:lnTo>
                    <a:pt x="322" y="181"/>
                  </a:lnTo>
                  <a:lnTo>
                    <a:pt x="324" y="182"/>
                  </a:lnTo>
                  <a:lnTo>
                    <a:pt x="323" y="180"/>
                  </a:lnTo>
                  <a:lnTo>
                    <a:pt x="322" y="181"/>
                  </a:lnTo>
                  <a:lnTo>
                    <a:pt x="324" y="182"/>
                  </a:lnTo>
                  <a:lnTo>
                    <a:pt x="322" y="181"/>
                  </a:lnTo>
                  <a:lnTo>
                    <a:pt x="322" y="182"/>
                  </a:lnTo>
                  <a:lnTo>
                    <a:pt x="321" y="182"/>
                  </a:lnTo>
                  <a:lnTo>
                    <a:pt x="320" y="182"/>
                  </a:lnTo>
                  <a:lnTo>
                    <a:pt x="320" y="183"/>
                  </a:lnTo>
                  <a:lnTo>
                    <a:pt x="319" y="183"/>
                  </a:lnTo>
                  <a:lnTo>
                    <a:pt x="319" y="184"/>
                  </a:lnTo>
                  <a:lnTo>
                    <a:pt x="318" y="184"/>
                  </a:lnTo>
                  <a:lnTo>
                    <a:pt x="317" y="184"/>
                  </a:lnTo>
                  <a:lnTo>
                    <a:pt x="316" y="184"/>
                  </a:lnTo>
                  <a:lnTo>
                    <a:pt x="315" y="184"/>
                  </a:lnTo>
                  <a:lnTo>
                    <a:pt x="314" y="185"/>
                  </a:lnTo>
                  <a:lnTo>
                    <a:pt x="314" y="185"/>
                  </a:lnTo>
                  <a:lnTo>
                    <a:pt x="312" y="185"/>
                  </a:lnTo>
                  <a:lnTo>
                    <a:pt x="312" y="185"/>
                  </a:lnTo>
                  <a:lnTo>
                    <a:pt x="310" y="185"/>
                  </a:lnTo>
                  <a:lnTo>
                    <a:pt x="310" y="185"/>
                  </a:lnTo>
                  <a:lnTo>
                    <a:pt x="294" y="185"/>
                  </a:lnTo>
                  <a:lnTo>
                    <a:pt x="294" y="189"/>
                  </a:lnTo>
                  <a:close/>
                  <a:moveTo>
                    <a:pt x="328" y="116"/>
                  </a:moveTo>
                  <a:lnTo>
                    <a:pt x="328" y="54"/>
                  </a:lnTo>
                  <a:lnTo>
                    <a:pt x="324" y="54"/>
                  </a:lnTo>
                  <a:lnTo>
                    <a:pt x="324" y="116"/>
                  </a:lnTo>
                  <a:lnTo>
                    <a:pt x="328" y="116"/>
                  </a:lnTo>
                  <a:close/>
                  <a:moveTo>
                    <a:pt x="328" y="17"/>
                  </a:moveTo>
                  <a:lnTo>
                    <a:pt x="328" y="11"/>
                  </a:lnTo>
                  <a:lnTo>
                    <a:pt x="328" y="11"/>
                  </a:lnTo>
                  <a:lnTo>
                    <a:pt x="328" y="10"/>
                  </a:lnTo>
                  <a:lnTo>
                    <a:pt x="328" y="10"/>
                  </a:lnTo>
                  <a:lnTo>
                    <a:pt x="328" y="10"/>
                  </a:lnTo>
                  <a:lnTo>
                    <a:pt x="327" y="9"/>
                  </a:lnTo>
                  <a:lnTo>
                    <a:pt x="327" y="9"/>
                  </a:lnTo>
                  <a:lnTo>
                    <a:pt x="327" y="8"/>
                  </a:lnTo>
                  <a:lnTo>
                    <a:pt x="327" y="8"/>
                  </a:lnTo>
                  <a:lnTo>
                    <a:pt x="327" y="7"/>
                  </a:lnTo>
                  <a:lnTo>
                    <a:pt x="327" y="7"/>
                  </a:lnTo>
                  <a:lnTo>
                    <a:pt x="326" y="7"/>
                  </a:lnTo>
                  <a:lnTo>
                    <a:pt x="326" y="7"/>
                  </a:lnTo>
                  <a:lnTo>
                    <a:pt x="326" y="6"/>
                  </a:lnTo>
                  <a:lnTo>
                    <a:pt x="326" y="6"/>
                  </a:lnTo>
                  <a:lnTo>
                    <a:pt x="325" y="5"/>
                  </a:lnTo>
                  <a:lnTo>
                    <a:pt x="325" y="5"/>
                  </a:lnTo>
                  <a:lnTo>
                    <a:pt x="324" y="5"/>
                  </a:lnTo>
                  <a:lnTo>
                    <a:pt x="324" y="4"/>
                  </a:lnTo>
                  <a:lnTo>
                    <a:pt x="323" y="4"/>
                  </a:lnTo>
                  <a:lnTo>
                    <a:pt x="322" y="3"/>
                  </a:lnTo>
                  <a:lnTo>
                    <a:pt x="321" y="3"/>
                  </a:lnTo>
                  <a:lnTo>
                    <a:pt x="320" y="2"/>
                  </a:lnTo>
                  <a:lnTo>
                    <a:pt x="319" y="2"/>
                  </a:lnTo>
                  <a:lnTo>
                    <a:pt x="319" y="2"/>
                  </a:lnTo>
                  <a:lnTo>
                    <a:pt x="317" y="1"/>
                  </a:lnTo>
                  <a:lnTo>
                    <a:pt x="316" y="1"/>
                  </a:lnTo>
                  <a:lnTo>
                    <a:pt x="315" y="1"/>
                  </a:lnTo>
                  <a:lnTo>
                    <a:pt x="314" y="0"/>
                  </a:lnTo>
                  <a:lnTo>
                    <a:pt x="313" y="0"/>
                  </a:lnTo>
                  <a:lnTo>
                    <a:pt x="312" y="0"/>
                  </a:lnTo>
                  <a:lnTo>
                    <a:pt x="311" y="0"/>
                  </a:lnTo>
                  <a:lnTo>
                    <a:pt x="310" y="0"/>
                  </a:lnTo>
                  <a:lnTo>
                    <a:pt x="274" y="0"/>
                  </a:lnTo>
                  <a:lnTo>
                    <a:pt x="274" y="4"/>
                  </a:lnTo>
                  <a:lnTo>
                    <a:pt x="310" y="4"/>
                  </a:lnTo>
                  <a:lnTo>
                    <a:pt x="311" y="4"/>
                  </a:lnTo>
                  <a:lnTo>
                    <a:pt x="312" y="4"/>
                  </a:lnTo>
                  <a:lnTo>
                    <a:pt x="313" y="4"/>
                  </a:lnTo>
                  <a:lnTo>
                    <a:pt x="314" y="5"/>
                  </a:lnTo>
                  <a:lnTo>
                    <a:pt x="315" y="5"/>
                  </a:lnTo>
                  <a:lnTo>
                    <a:pt x="315" y="5"/>
                  </a:lnTo>
                  <a:lnTo>
                    <a:pt x="316" y="5"/>
                  </a:lnTo>
                  <a:lnTo>
                    <a:pt x="317" y="5"/>
                  </a:lnTo>
                  <a:lnTo>
                    <a:pt x="318" y="6"/>
                  </a:lnTo>
                  <a:lnTo>
                    <a:pt x="319" y="6"/>
                  </a:lnTo>
                  <a:lnTo>
                    <a:pt x="319" y="6"/>
                  </a:lnTo>
                  <a:lnTo>
                    <a:pt x="320" y="7"/>
                  </a:lnTo>
                  <a:lnTo>
                    <a:pt x="321" y="7"/>
                  </a:lnTo>
                  <a:lnTo>
                    <a:pt x="321" y="7"/>
                  </a:lnTo>
                  <a:lnTo>
                    <a:pt x="322" y="8"/>
                  </a:lnTo>
                  <a:lnTo>
                    <a:pt x="322" y="8"/>
                  </a:lnTo>
                  <a:lnTo>
                    <a:pt x="324" y="7"/>
                  </a:lnTo>
                  <a:lnTo>
                    <a:pt x="322" y="8"/>
                  </a:lnTo>
                  <a:lnTo>
                    <a:pt x="323" y="9"/>
                  </a:lnTo>
                  <a:lnTo>
                    <a:pt x="324" y="7"/>
                  </a:lnTo>
                  <a:lnTo>
                    <a:pt x="322" y="9"/>
                  </a:lnTo>
                  <a:lnTo>
                    <a:pt x="323" y="9"/>
                  </a:lnTo>
                  <a:lnTo>
                    <a:pt x="325" y="8"/>
                  </a:lnTo>
                  <a:lnTo>
                    <a:pt x="323" y="9"/>
                  </a:lnTo>
                  <a:lnTo>
                    <a:pt x="323" y="10"/>
                  </a:lnTo>
                  <a:lnTo>
                    <a:pt x="325" y="9"/>
                  </a:lnTo>
                  <a:lnTo>
                    <a:pt x="323" y="9"/>
                  </a:lnTo>
                  <a:lnTo>
                    <a:pt x="324" y="10"/>
                  </a:lnTo>
                  <a:lnTo>
                    <a:pt x="325" y="9"/>
                  </a:lnTo>
                  <a:lnTo>
                    <a:pt x="324" y="10"/>
                  </a:lnTo>
                  <a:lnTo>
                    <a:pt x="324" y="10"/>
                  </a:lnTo>
                  <a:lnTo>
                    <a:pt x="325" y="10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10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11"/>
                  </a:lnTo>
                  <a:lnTo>
                    <a:pt x="324" y="11"/>
                  </a:lnTo>
                  <a:lnTo>
                    <a:pt x="324" y="12"/>
                  </a:lnTo>
                  <a:lnTo>
                    <a:pt x="324" y="17"/>
                  </a:lnTo>
                  <a:lnTo>
                    <a:pt x="328" y="17"/>
                  </a:lnTo>
                  <a:close/>
                  <a:moveTo>
                    <a:pt x="237" y="0"/>
                  </a:moveTo>
                  <a:lnTo>
                    <a:pt x="175" y="0"/>
                  </a:lnTo>
                  <a:lnTo>
                    <a:pt x="175" y="4"/>
                  </a:lnTo>
                  <a:lnTo>
                    <a:pt x="237" y="4"/>
                  </a:lnTo>
                  <a:lnTo>
                    <a:pt x="237" y="0"/>
                  </a:lnTo>
                  <a:close/>
                  <a:moveTo>
                    <a:pt x="138" y="0"/>
                  </a:moveTo>
                  <a:lnTo>
                    <a:pt x="77" y="0"/>
                  </a:lnTo>
                  <a:lnTo>
                    <a:pt x="77" y="4"/>
                  </a:lnTo>
                  <a:lnTo>
                    <a:pt x="138" y="4"/>
                  </a:lnTo>
                  <a:lnTo>
                    <a:pt x="138" y="0"/>
                  </a:lnTo>
                  <a:close/>
                  <a:moveTo>
                    <a:pt x="40" y="0"/>
                  </a:moveTo>
                  <a:lnTo>
                    <a:pt x="18" y="0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10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7" y="3"/>
                  </a:lnTo>
                  <a:lnTo>
                    <a:pt x="6" y="3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4" y="31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3" y="9"/>
                  </a:lnTo>
                  <a:lnTo>
                    <a:pt x="5" y="10"/>
                  </a:lnTo>
                  <a:lnTo>
                    <a:pt x="5" y="9"/>
                  </a:lnTo>
                  <a:lnTo>
                    <a:pt x="3" y="9"/>
                  </a:lnTo>
                  <a:lnTo>
                    <a:pt x="5" y="10"/>
                  </a:lnTo>
                  <a:lnTo>
                    <a:pt x="5" y="9"/>
                  </a:lnTo>
                  <a:lnTo>
                    <a:pt x="4" y="8"/>
                  </a:lnTo>
                  <a:lnTo>
                    <a:pt x="5" y="9"/>
                  </a:lnTo>
                  <a:lnTo>
                    <a:pt x="5" y="9"/>
                  </a:lnTo>
                  <a:lnTo>
                    <a:pt x="4" y="7"/>
                  </a:lnTo>
                  <a:lnTo>
                    <a:pt x="5" y="9"/>
                  </a:lnTo>
                  <a:lnTo>
                    <a:pt x="6" y="8"/>
                  </a:lnTo>
                  <a:lnTo>
                    <a:pt x="4" y="7"/>
                  </a:lnTo>
                  <a:lnTo>
                    <a:pt x="6" y="8"/>
                  </a:lnTo>
                  <a:lnTo>
                    <a:pt x="6" y="8"/>
                  </a:lnTo>
                  <a:lnTo>
                    <a:pt x="7" y="7"/>
                  </a:lnTo>
                  <a:lnTo>
                    <a:pt x="7" y="7"/>
                  </a:lnTo>
                  <a:lnTo>
                    <a:pt x="8" y="7"/>
                  </a:lnTo>
                  <a:lnTo>
                    <a:pt x="9" y="6"/>
                  </a:lnTo>
                  <a:lnTo>
                    <a:pt x="9" y="6"/>
                  </a:lnTo>
                  <a:lnTo>
                    <a:pt x="10" y="5"/>
                  </a:lnTo>
                  <a:lnTo>
                    <a:pt x="11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5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40" y="4"/>
                  </a:lnTo>
                  <a:lnTo>
                    <a:pt x="40" y="0"/>
                  </a:lnTo>
                  <a:close/>
                  <a:moveTo>
                    <a:pt x="0" y="68"/>
                  </a:moveTo>
                  <a:lnTo>
                    <a:pt x="0" y="130"/>
                  </a:lnTo>
                  <a:lnTo>
                    <a:pt x="4" y="130"/>
                  </a:lnTo>
                  <a:lnTo>
                    <a:pt x="4" y="68"/>
                  </a:lnTo>
                  <a:lnTo>
                    <a:pt x="0" y="68"/>
                  </a:lnTo>
                  <a:close/>
                  <a:moveTo>
                    <a:pt x="0" y="167"/>
                  </a:moveTo>
                  <a:lnTo>
                    <a:pt x="0" y="178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1" y="181"/>
                  </a:lnTo>
                  <a:lnTo>
                    <a:pt x="1" y="181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2" y="183"/>
                  </a:lnTo>
                  <a:lnTo>
                    <a:pt x="2" y="184"/>
                  </a:lnTo>
                  <a:lnTo>
                    <a:pt x="3" y="184"/>
                  </a:lnTo>
                  <a:lnTo>
                    <a:pt x="3" y="184"/>
                  </a:lnTo>
                  <a:lnTo>
                    <a:pt x="4" y="185"/>
                  </a:lnTo>
                  <a:lnTo>
                    <a:pt x="4" y="185"/>
                  </a:lnTo>
                  <a:lnTo>
                    <a:pt x="5" y="186"/>
                  </a:lnTo>
                  <a:lnTo>
                    <a:pt x="6" y="186"/>
                  </a:lnTo>
                  <a:lnTo>
                    <a:pt x="7" y="187"/>
                  </a:lnTo>
                  <a:lnTo>
                    <a:pt x="8" y="187"/>
                  </a:lnTo>
                  <a:lnTo>
                    <a:pt x="9" y="187"/>
                  </a:lnTo>
                  <a:lnTo>
                    <a:pt x="10" y="188"/>
                  </a:lnTo>
                  <a:lnTo>
                    <a:pt x="10" y="188"/>
                  </a:lnTo>
                  <a:lnTo>
                    <a:pt x="12" y="189"/>
                  </a:lnTo>
                  <a:lnTo>
                    <a:pt x="13" y="189"/>
                  </a:lnTo>
                  <a:lnTo>
                    <a:pt x="14" y="189"/>
                  </a:lnTo>
                  <a:lnTo>
                    <a:pt x="15" y="189"/>
                  </a:lnTo>
                  <a:lnTo>
                    <a:pt x="16" y="189"/>
                  </a:lnTo>
                  <a:lnTo>
                    <a:pt x="17" y="189"/>
                  </a:lnTo>
                  <a:lnTo>
                    <a:pt x="18" y="189"/>
                  </a:lnTo>
                  <a:lnTo>
                    <a:pt x="60" y="189"/>
                  </a:lnTo>
                  <a:lnTo>
                    <a:pt x="60" y="185"/>
                  </a:lnTo>
                  <a:lnTo>
                    <a:pt x="18" y="185"/>
                  </a:lnTo>
                  <a:lnTo>
                    <a:pt x="17" y="185"/>
                  </a:lnTo>
                  <a:lnTo>
                    <a:pt x="16" y="185"/>
                  </a:lnTo>
                  <a:lnTo>
                    <a:pt x="15" y="185"/>
                  </a:lnTo>
                  <a:lnTo>
                    <a:pt x="14" y="185"/>
                  </a:lnTo>
                  <a:lnTo>
                    <a:pt x="14" y="185"/>
                  </a:lnTo>
                  <a:lnTo>
                    <a:pt x="13" y="184"/>
                  </a:lnTo>
                  <a:lnTo>
                    <a:pt x="12" y="184"/>
                  </a:lnTo>
                  <a:lnTo>
                    <a:pt x="11" y="184"/>
                  </a:lnTo>
                  <a:lnTo>
                    <a:pt x="10" y="184"/>
                  </a:lnTo>
                  <a:lnTo>
                    <a:pt x="9" y="184"/>
                  </a:lnTo>
                  <a:lnTo>
                    <a:pt x="9" y="183"/>
                  </a:lnTo>
                  <a:lnTo>
                    <a:pt x="8" y="183"/>
                  </a:lnTo>
                  <a:lnTo>
                    <a:pt x="7" y="182"/>
                  </a:lnTo>
                  <a:lnTo>
                    <a:pt x="7" y="182"/>
                  </a:lnTo>
                  <a:lnTo>
                    <a:pt x="6" y="182"/>
                  </a:lnTo>
                  <a:lnTo>
                    <a:pt x="6" y="181"/>
                  </a:lnTo>
                  <a:lnTo>
                    <a:pt x="4" y="182"/>
                  </a:lnTo>
                  <a:lnTo>
                    <a:pt x="6" y="181"/>
                  </a:lnTo>
                  <a:lnTo>
                    <a:pt x="5" y="180"/>
                  </a:lnTo>
                  <a:lnTo>
                    <a:pt x="4" y="182"/>
                  </a:lnTo>
                  <a:lnTo>
                    <a:pt x="5" y="181"/>
                  </a:lnTo>
                  <a:lnTo>
                    <a:pt x="5" y="180"/>
                  </a:lnTo>
                  <a:lnTo>
                    <a:pt x="4" y="182"/>
                  </a:lnTo>
                  <a:lnTo>
                    <a:pt x="5" y="180"/>
                  </a:lnTo>
                  <a:lnTo>
                    <a:pt x="5" y="180"/>
                  </a:lnTo>
                  <a:lnTo>
                    <a:pt x="3" y="181"/>
                  </a:lnTo>
                  <a:lnTo>
                    <a:pt x="5" y="180"/>
                  </a:lnTo>
                  <a:lnTo>
                    <a:pt x="5" y="179"/>
                  </a:lnTo>
                  <a:lnTo>
                    <a:pt x="3" y="180"/>
                  </a:lnTo>
                  <a:lnTo>
                    <a:pt x="5" y="180"/>
                  </a:lnTo>
                  <a:lnTo>
                    <a:pt x="4" y="179"/>
                  </a:lnTo>
                  <a:lnTo>
                    <a:pt x="2" y="180"/>
                  </a:lnTo>
                  <a:lnTo>
                    <a:pt x="4" y="179"/>
                  </a:lnTo>
                  <a:lnTo>
                    <a:pt x="4" y="179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8"/>
                  </a:lnTo>
                  <a:lnTo>
                    <a:pt x="4" y="167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cxnSp>
        <p:nvCxnSpPr>
          <p:cNvPr id="573" name="直接箭头连接符 572"/>
          <p:cNvCxnSpPr/>
          <p:nvPr/>
        </p:nvCxnSpPr>
        <p:spPr>
          <a:xfrm flipH="1">
            <a:off x="3435350" y="3563620"/>
            <a:ext cx="62865" cy="515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直接箭头连接符 573"/>
          <p:cNvCxnSpPr/>
          <p:nvPr/>
        </p:nvCxnSpPr>
        <p:spPr>
          <a:xfrm flipH="1" flipV="1">
            <a:off x="3721735" y="5520055"/>
            <a:ext cx="158750" cy="269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5" name="文本框 574"/>
          <p:cNvSpPr txBox="1"/>
          <p:nvPr/>
        </p:nvSpPr>
        <p:spPr>
          <a:xfrm>
            <a:off x="2290445" y="3827780"/>
            <a:ext cx="503555" cy="6464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 dirty="0" smtClean="0">
                <a:solidFill>
                  <a:schemeClr val="accent1"/>
                </a:solidFill>
              </a:rPr>
              <a:t>…</a:t>
            </a:r>
            <a:endParaRPr lang="zh-CN" altLang="en-US" sz="3600" dirty="0">
              <a:solidFill>
                <a:schemeClr val="accent1"/>
              </a:solidFill>
            </a:endParaRPr>
          </a:p>
        </p:txBody>
      </p:sp>
      <p:sp>
        <p:nvSpPr>
          <p:cNvPr id="576" name="文本框 575"/>
          <p:cNvSpPr txBox="1"/>
          <p:nvPr/>
        </p:nvSpPr>
        <p:spPr>
          <a:xfrm>
            <a:off x="2296795" y="4774565"/>
            <a:ext cx="503555" cy="6464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600" dirty="0" smtClean="0">
                <a:solidFill>
                  <a:schemeClr val="accent1"/>
                </a:solidFill>
              </a:rPr>
              <a:t>…</a:t>
            </a:r>
            <a:endParaRPr lang="zh-CN" altLang="en-US" sz="3600" dirty="0">
              <a:solidFill>
                <a:schemeClr val="accent1"/>
              </a:solidFill>
            </a:endParaRPr>
          </a:p>
        </p:txBody>
      </p:sp>
      <p:cxnSp>
        <p:nvCxnSpPr>
          <p:cNvPr id="577" name="直接箭头连接符 576"/>
          <p:cNvCxnSpPr/>
          <p:nvPr/>
        </p:nvCxnSpPr>
        <p:spPr>
          <a:xfrm flipH="1">
            <a:off x="2571115" y="3563620"/>
            <a:ext cx="62865" cy="515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直接箭头连接符 577"/>
          <p:cNvCxnSpPr>
            <a:endCxn id="576" idx="2"/>
          </p:cNvCxnSpPr>
          <p:nvPr/>
        </p:nvCxnSpPr>
        <p:spPr>
          <a:xfrm flipH="1" flipV="1">
            <a:off x="2548890" y="5420995"/>
            <a:ext cx="267970" cy="342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9" name="圆角矩形标注 578"/>
          <p:cNvSpPr/>
          <p:nvPr/>
        </p:nvSpPr>
        <p:spPr>
          <a:xfrm>
            <a:off x="1191895" y="2514600"/>
            <a:ext cx="1098550" cy="440055"/>
          </a:xfrm>
          <a:prstGeom prst="wedgeRoundRectCallout">
            <a:avLst>
              <a:gd name="adj1" fmla="val 48439"/>
              <a:gd name="adj2" fmla="val 107431"/>
              <a:gd name="adj3" fmla="val 16667"/>
            </a:avLst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dirty="0" smtClean="0"/>
              <a:t>音频信号</a:t>
            </a:r>
            <a:r>
              <a:rPr lang="en-US" altLang="zh-CN" sz="1400" dirty="0" smtClean="0"/>
              <a:t>1</a:t>
            </a:r>
            <a:endParaRPr lang="en-US" altLang="zh-CN" sz="1400" dirty="0" smtClean="0"/>
          </a:p>
        </p:txBody>
      </p:sp>
      <p:sp>
        <p:nvSpPr>
          <p:cNvPr id="580" name="圆角矩形标注 579"/>
          <p:cNvSpPr/>
          <p:nvPr/>
        </p:nvSpPr>
        <p:spPr>
          <a:xfrm>
            <a:off x="1191895" y="5145405"/>
            <a:ext cx="1098550" cy="440055"/>
          </a:xfrm>
          <a:prstGeom prst="wedgeRoundRectCallout">
            <a:avLst>
              <a:gd name="adj1" fmla="val 48439"/>
              <a:gd name="adj2" fmla="val 107431"/>
              <a:gd name="adj3" fmla="val 16667"/>
            </a:avLst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dirty="0" smtClean="0"/>
              <a:t>音频信号</a:t>
            </a:r>
            <a:r>
              <a:rPr lang="en-US" altLang="zh-CN" sz="1400" dirty="0" smtClean="0"/>
              <a:t>2</a:t>
            </a:r>
            <a:endParaRPr lang="en-US" altLang="zh-CN" sz="1400" dirty="0" smtClean="0"/>
          </a:p>
        </p:txBody>
      </p:sp>
      <p:sp>
        <p:nvSpPr>
          <p:cNvPr id="581" name="文本框 580"/>
          <p:cNvSpPr txBox="1"/>
          <p:nvPr/>
        </p:nvSpPr>
        <p:spPr>
          <a:xfrm>
            <a:off x="4571365" y="3096895"/>
            <a:ext cx="6997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时域</a:t>
            </a:r>
            <a:endParaRPr lang="zh-CN" altLang="en-US" sz="2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82" name="文本框 581"/>
          <p:cNvSpPr txBox="1"/>
          <p:nvPr/>
        </p:nvSpPr>
        <p:spPr>
          <a:xfrm>
            <a:off x="4178935" y="4079240"/>
            <a:ext cx="6997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频域</a:t>
            </a:r>
            <a:endParaRPr lang="zh-CN" altLang="en-US" sz="2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83" name="文本框 582"/>
          <p:cNvSpPr txBox="1"/>
          <p:nvPr/>
        </p:nvSpPr>
        <p:spPr>
          <a:xfrm>
            <a:off x="4178935" y="5022215"/>
            <a:ext cx="69977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000">
                <a:solidFill>
                  <a:schemeClr val="accent4"/>
                </a:solidFill>
                <a:effectLst/>
              </a:rPr>
              <a:t>频域</a:t>
            </a:r>
            <a:endParaRPr lang="zh-CN" altLang="en-US" sz="2000">
              <a:solidFill>
                <a:schemeClr val="accent4"/>
              </a:solidFill>
              <a:effectLst/>
            </a:endParaRPr>
          </a:p>
        </p:txBody>
      </p:sp>
      <p:sp>
        <p:nvSpPr>
          <p:cNvPr id="584" name="文本框 583"/>
          <p:cNvSpPr txBox="1"/>
          <p:nvPr/>
        </p:nvSpPr>
        <p:spPr>
          <a:xfrm>
            <a:off x="5845175" y="5801995"/>
            <a:ext cx="69977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000">
                <a:solidFill>
                  <a:schemeClr val="accent4"/>
                </a:solidFill>
                <a:effectLst/>
              </a:rPr>
              <a:t>时域</a:t>
            </a:r>
            <a:endParaRPr lang="zh-CN" altLang="en-US" sz="2000">
              <a:solidFill>
                <a:schemeClr val="accent4"/>
              </a:solidFill>
              <a:effectLst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-635" y="1313815"/>
            <a:ext cx="121932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800">
                <a:sym typeface="+mn-ea"/>
              </a:rPr>
              <a:t>（</a:t>
            </a:r>
            <a:r>
              <a:rPr lang="en-US" altLang="zh-CN" sz="2800">
                <a:sym typeface="+mn-ea"/>
              </a:rPr>
              <a:t>1</a:t>
            </a:r>
            <a:r>
              <a:rPr lang="zh-CN" altLang="en-US" sz="2800">
                <a:sym typeface="+mn-ea"/>
              </a:rPr>
              <a:t>）主备</a:t>
            </a:r>
            <a:r>
              <a:rPr lang="zh-CN" altLang="en-US" sz="2800">
                <a:sym typeface="+mn-ea"/>
              </a:rPr>
              <a:t>链路比对噪声算法</a:t>
            </a:r>
            <a:endParaRPr lang="zh-CN" altLang="en-US" sz="2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算法说明：计算</a:t>
            </a:r>
            <a:r>
              <a:rPr lang="zh-CN" altLang="en-US">
                <a:sym typeface="+mn-ea"/>
              </a:rPr>
              <a:t>噪声值</a:t>
            </a:r>
            <a:r>
              <a:rPr lang="en-US" altLang="zh-CN">
                <a:sym typeface="+mn-ea"/>
              </a:rPr>
              <a:t>——</a:t>
            </a:r>
            <a:r>
              <a:rPr lang="zh-CN" altLang="en-US"/>
              <a:t>实现方法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08330" y="5640705"/>
            <a:ext cx="110401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实时对输入音频进行频谱分析，将原始音频信号转换为</a:t>
            </a:r>
            <a:r>
              <a:rPr lang="en-US" altLang="zh-CN" sz="2000"/>
              <a:t>2</a:t>
            </a:r>
            <a:r>
              <a:rPr lang="zh-CN" altLang="en-US" sz="2000"/>
              <a:t>秒长的时频图，生成</a:t>
            </a:r>
            <a:r>
              <a:rPr lang="en-US" altLang="zh-CN" sz="2000"/>
              <a:t>128</a:t>
            </a:r>
            <a:r>
              <a:rPr lang="zh-CN" altLang="en-US" sz="2000"/>
              <a:t>维音频嵌入向量，并与噪声样本数据集中的数据进行比对匹配，从而为下一步</a:t>
            </a:r>
            <a:r>
              <a:rPr lang="zh-CN" altLang="en-US" sz="2000"/>
              <a:t>的噪声判别</a:t>
            </a:r>
            <a:r>
              <a:rPr lang="zh-CN" altLang="en-US" sz="2000"/>
              <a:t>提供基础参量。</a:t>
            </a:r>
            <a:endParaRPr lang="zh-CN" altLang="en-US" sz="2000"/>
          </a:p>
        </p:txBody>
      </p:sp>
      <p:sp>
        <p:nvSpPr>
          <p:cNvPr id="17" name="圆角矩形 16"/>
          <p:cNvSpPr/>
          <p:nvPr/>
        </p:nvSpPr>
        <p:spPr>
          <a:xfrm>
            <a:off x="8039735" y="3695700"/>
            <a:ext cx="1119505" cy="7156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dirty="0"/>
              <a:t>比对</a:t>
            </a:r>
            <a:r>
              <a:rPr lang="zh-CN" altLang="en-US" sz="1600" dirty="0"/>
              <a:t>匹配</a:t>
            </a:r>
            <a:endParaRPr lang="zh-CN" altLang="en-US" sz="1600" dirty="0"/>
          </a:p>
        </p:txBody>
      </p:sp>
      <p:sp>
        <p:nvSpPr>
          <p:cNvPr id="18" name="圆角矩形 17"/>
          <p:cNvSpPr/>
          <p:nvPr/>
        </p:nvSpPr>
        <p:spPr>
          <a:xfrm>
            <a:off x="5378450" y="2973070"/>
            <a:ext cx="1758950" cy="7226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00" dirty="0" smtClean="0"/>
              <a:t>128</a:t>
            </a:r>
            <a:r>
              <a:rPr lang="zh-CN" altLang="en-US" sz="1600" dirty="0" smtClean="0"/>
              <a:t>维</a:t>
            </a:r>
            <a:endParaRPr lang="zh-CN" altLang="en-US" sz="1600" dirty="0" smtClean="0"/>
          </a:p>
          <a:p>
            <a:pPr algn="ctr"/>
            <a:r>
              <a:rPr lang="zh-CN" altLang="en-US" sz="1600" dirty="0" smtClean="0"/>
              <a:t>音频嵌入</a:t>
            </a:r>
            <a:r>
              <a:rPr lang="zh-CN" altLang="en-US" sz="1600" dirty="0" smtClean="0"/>
              <a:t>向量</a:t>
            </a:r>
            <a:endParaRPr lang="zh-CN" altLang="en-US" sz="1600" dirty="0" smtClean="0"/>
          </a:p>
        </p:txBody>
      </p:sp>
      <p:cxnSp>
        <p:nvCxnSpPr>
          <p:cNvPr id="2066" name="直接箭头连接符 2065"/>
          <p:cNvCxnSpPr/>
          <p:nvPr/>
        </p:nvCxnSpPr>
        <p:spPr>
          <a:xfrm>
            <a:off x="1944370" y="2891155"/>
            <a:ext cx="369570" cy="4267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Freeform 745"/>
          <p:cNvSpPr/>
          <p:nvPr/>
        </p:nvSpPr>
        <p:spPr bwMode="auto">
          <a:xfrm>
            <a:off x="1435735" y="3524885"/>
            <a:ext cx="474980" cy="500380"/>
          </a:xfrm>
          <a:custGeom>
            <a:avLst/>
            <a:gdLst>
              <a:gd name="T0" fmla="*/ 0 w 299"/>
              <a:gd name="T1" fmla="*/ 307 h 315"/>
              <a:gd name="T2" fmla="*/ 7 w 299"/>
              <a:gd name="T3" fmla="*/ 274 h 315"/>
              <a:gd name="T4" fmla="*/ 13 w 299"/>
              <a:gd name="T5" fmla="*/ 299 h 315"/>
              <a:gd name="T6" fmla="*/ 19 w 299"/>
              <a:gd name="T7" fmla="*/ 287 h 315"/>
              <a:gd name="T8" fmla="*/ 25 w 299"/>
              <a:gd name="T9" fmla="*/ 260 h 315"/>
              <a:gd name="T10" fmla="*/ 31 w 299"/>
              <a:gd name="T11" fmla="*/ 125 h 315"/>
              <a:gd name="T12" fmla="*/ 37 w 299"/>
              <a:gd name="T13" fmla="*/ 293 h 315"/>
              <a:gd name="T14" fmla="*/ 43 w 299"/>
              <a:gd name="T15" fmla="*/ 276 h 315"/>
              <a:gd name="T16" fmla="*/ 49 w 299"/>
              <a:gd name="T17" fmla="*/ 164 h 315"/>
              <a:gd name="T18" fmla="*/ 55 w 299"/>
              <a:gd name="T19" fmla="*/ 81 h 315"/>
              <a:gd name="T20" fmla="*/ 61 w 299"/>
              <a:gd name="T21" fmla="*/ 0 h 315"/>
              <a:gd name="T22" fmla="*/ 67 w 299"/>
              <a:gd name="T23" fmla="*/ 211 h 315"/>
              <a:gd name="T24" fmla="*/ 74 w 299"/>
              <a:gd name="T25" fmla="*/ 310 h 315"/>
              <a:gd name="T26" fmla="*/ 80 w 299"/>
              <a:gd name="T27" fmla="*/ 304 h 315"/>
              <a:gd name="T28" fmla="*/ 86 w 299"/>
              <a:gd name="T29" fmla="*/ 268 h 315"/>
              <a:gd name="T30" fmla="*/ 92 w 299"/>
              <a:gd name="T31" fmla="*/ 281 h 315"/>
              <a:gd name="T32" fmla="*/ 98 w 299"/>
              <a:gd name="T33" fmla="*/ 274 h 315"/>
              <a:gd name="T34" fmla="*/ 104 w 299"/>
              <a:gd name="T35" fmla="*/ 296 h 315"/>
              <a:gd name="T36" fmla="*/ 110 w 299"/>
              <a:gd name="T37" fmla="*/ 287 h 315"/>
              <a:gd name="T38" fmla="*/ 116 w 299"/>
              <a:gd name="T39" fmla="*/ 239 h 315"/>
              <a:gd name="T40" fmla="*/ 122 w 299"/>
              <a:gd name="T41" fmla="*/ 299 h 315"/>
              <a:gd name="T42" fmla="*/ 128 w 299"/>
              <a:gd name="T43" fmla="*/ 307 h 315"/>
              <a:gd name="T44" fmla="*/ 134 w 299"/>
              <a:gd name="T45" fmla="*/ 303 h 315"/>
              <a:gd name="T46" fmla="*/ 140 w 299"/>
              <a:gd name="T47" fmla="*/ 307 h 315"/>
              <a:gd name="T48" fmla="*/ 146 w 299"/>
              <a:gd name="T49" fmla="*/ 303 h 315"/>
              <a:gd name="T50" fmla="*/ 153 w 299"/>
              <a:gd name="T51" fmla="*/ 297 h 315"/>
              <a:gd name="T52" fmla="*/ 159 w 299"/>
              <a:gd name="T53" fmla="*/ 294 h 315"/>
              <a:gd name="T54" fmla="*/ 165 w 299"/>
              <a:gd name="T55" fmla="*/ 291 h 315"/>
              <a:gd name="T56" fmla="*/ 171 w 299"/>
              <a:gd name="T57" fmla="*/ 315 h 315"/>
              <a:gd name="T58" fmla="*/ 177 w 299"/>
              <a:gd name="T59" fmla="*/ 302 h 315"/>
              <a:gd name="T60" fmla="*/ 183 w 299"/>
              <a:gd name="T61" fmla="*/ 291 h 315"/>
              <a:gd name="T62" fmla="*/ 189 w 299"/>
              <a:gd name="T63" fmla="*/ 309 h 315"/>
              <a:gd name="T64" fmla="*/ 195 w 299"/>
              <a:gd name="T65" fmla="*/ 311 h 315"/>
              <a:gd name="T66" fmla="*/ 201 w 299"/>
              <a:gd name="T67" fmla="*/ 313 h 315"/>
              <a:gd name="T68" fmla="*/ 207 w 299"/>
              <a:gd name="T69" fmla="*/ 283 h 315"/>
              <a:gd name="T70" fmla="*/ 213 w 299"/>
              <a:gd name="T71" fmla="*/ 293 h 315"/>
              <a:gd name="T72" fmla="*/ 220 w 299"/>
              <a:gd name="T73" fmla="*/ 308 h 315"/>
              <a:gd name="T74" fmla="*/ 225 w 299"/>
              <a:gd name="T75" fmla="*/ 308 h 315"/>
              <a:gd name="T76" fmla="*/ 232 w 299"/>
              <a:gd name="T77" fmla="*/ 284 h 315"/>
              <a:gd name="T78" fmla="*/ 238 w 299"/>
              <a:gd name="T79" fmla="*/ 284 h 315"/>
              <a:gd name="T80" fmla="*/ 244 w 299"/>
              <a:gd name="T81" fmla="*/ 310 h 315"/>
              <a:gd name="T82" fmla="*/ 250 w 299"/>
              <a:gd name="T83" fmla="*/ 305 h 315"/>
              <a:gd name="T84" fmla="*/ 256 w 299"/>
              <a:gd name="T85" fmla="*/ 302 h 315"/>
              <a:gd name="T86" fmla="*/ 262 w 299"/>
              <a:gd name="T87" fmla="*/ 220 h 315"/>
              <a:gd name="T88" fmla="*/ 268 w 299"/>
              <a:gd name="T89" fmla="*/ 305 h 315"/>
              <a:gd name="T90" fmla="*/ 274 w 299"/>
              <a:gd name="T91" fmla="*/ 302 h 315"/>
              <a:gd name="T92" fmla="*/ 280 w 299"/>
              <a:gd name="T93" fmla="*/ 292 h 315"/>
              <a:gd name="T94" fmla="*/ 286 w 299"/>
              <a:gd name="T95" fmla="*/ 309 h 315"/>
              <a:gd name="T96" fmla="*/ 292 w 299"/>
              <a:gd name="T97" fmla="*/ 309 h 315"/>
              <a:gd name="T98" fmla="*/ 299 w 299"/>
              <a:gd name="T99" fmla="*/ 283 h 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99" h="315">
                <a:moveTo>
                  <a:pt x="0" y="307"/>
                </a:moveTo>
                <a:lnTo>
                  <a:pt x="7" y="274"/>
                </a:lnTo>
                <a:lnTo>
                  <a:pt x="13" y="299"/>
                </a:lnTo>
                <a:lnTo>
                  <a:pt x="19" y="287"/>
                </a:lnTo>
                <a:lnTo>
                  <a:pt x="25" y="260"/>
                </a:lnTo>
                <a:lnTo>
                  <a:pt x="31" y="125"/>
                </a:lnTo>
                <a:lnTo>
                  <a:pt x="37" y="293"/>
                </a:lnTo>
                <a:lnTo>
                  <a:pt x="43" y="276"/>
                </a:lnTo>
                <a:lnTo>
                  <a:pt x="49" y="164"/>
                </a:lnTo>
                <a:lnTo>
                  <a:pt x="55" y="81"/>
                </a:lnTo>
                <a:lnTo>
                  <a:pt x="61" y="0"/>
                </a:lnTo>
                <a:lnTo>
                  <a:pt x="67" y="211"/>
                </a:lnTo>
                <a:lnTo>
                  <a:pt x="74" y="310"/>
                </a:lnTo>
                <a:lnTo>
                  <a:pt x="80" y="304"/>
                </a:lnTo>
                <a:lnTo>
                  <a:pt x="86" y="268"/>
                </a:lnTo>
                <a:lnTo>
                  <a:pt x="92" y="281"/>
                </a:lnTo>
                <a:lnTo>
                  <a:pt x="98" y="274"/>
                </a:lnTo>
                <a:lnTo>
                  <a:pt x="104" y="296"/>
                </a:lnTo>
                <a:lnTo>
                  <a:pt x="110" y="287"/>
                </a:lnTo>
                <a:lnTo>
                  <a:pt x="116" y="239"/>
                </a:lnTo>
                <a:lnTo>
                  <a:pt x="122" y="299"/>
                </a:lnTo>
                <a:lnTo>
                  <a:pt x="128" y="307"/>
                </a:lnTo>
                <a:lnTo>
                  <a:pt x="134" y="303"/>
                </a:lnTo>
                <a:lnTo>
                  <a:pt x="140" y="307"/>
                </a:lnTo>
                <a:lnTo>
                  <a:pt x="146" y="303"/>
                </a:lnTo>
                <a:lnTo>
                  <a:pt x="153" y="297"/>
                </a:lnTo>
                <a:lnTo>
                  <a:pt x="159" y="294"/>
                </a:lnTo>
                <a:lnTo>
                  <a:pt x="165" y="291"/>
                </a:lnTo>
                <a:lnTo>
                  <a:pt x="171" y="315"/>
                </a:lnTo>
                <a:lnTo>
                  <a:pt x="177" y="302"/>
                </a:lnTo>
                <a:lnTo>
                  <a:pt x="183" y="291"/>
                </a:lnTo>
                <a:lnTo>
                  <a:pt x="189" y="309"/>
                </a:lnTo>
                <a:lnTo>
                  <a:pt x="195" y="311"/>
                </a:lnTo>
                <a:lnTo>
                  <a:pt x="201" y="313"/>
                </a:lnTo>
                <a:lnTo>
                  <a:pt x="207" y="283"/>
                </a:lnTo>
                <a:lnTo>
                  <a:pt x="213" y="293"/>
                </a:lnTo>
                <a:lnTo>
                  <a:pt x="220" y="308"/>
                </a:lnTo>
                <a:lnTo>
                  <a:pt x="225" y="308"/>
                </a:lnTo>
                <a:lnTo>
                  <a:pt x="232" y="284"/>
                </a:lnTo>
                <a:lnTo>
                  <a:pt x="238" y="284"/>
                </a:lnTo>
                <a:lnTo>
                  <a:pt x="244" y="310"/>
                </a:lnTo>
                <a:lnTo>
                  <a:pt x="250" y="305"/>
                </a:lnTo>
                <a:lnTo>
                  <a:pt x="256" y="302"/>
                </a:lnTo>
                <a:lnTo>
                  <a:pt x="262" y="220"/>
                </a:lnTo>
                <a:lnTo>
                  <a:pt x="268" y="305"/>
                </a:lnTo>
                <a:lnTo>
                  <a:pt x="274" y="302"/>
                </a:lnTo>
                <a:lnTo>
                  <a:pt x="280" y="292"/>
                </a:lnTo>
                <a:lnTo>
                  <a:pt x="286" y="309"/>
                </a:lnTo>
                <a:lnTo>
                  <a:pt x="292" y="309"/>
                </a:lnTo>
                <a:lnTo>
                  <a:pt x="299" y="283"/>
                </a:lnTo>
              </a:path>
            </a:pathLst>
          </a:custGeom>
          <a:noFill/>
          <a:ln w="6350" cap="flat">
            <a:solidFill>
              <a:srgbClr val="00FF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186" name="Line 747"/>
          <p:cNvSpPr>
            <a:spLocks noChangeShapeType="1"/>
          </p:cNvSpPr>
          <p:nvPr/>
        </p:nvSpPr>
        <p:spPr bwMode="auto">
          <a:xfrm flipV="1">
            <a:off x="3361690" y="4146550"/>
            <a:ext cx="9525" cy="43180"/>
          </a:xfrm>
          <a:prstGeom prst="line">
            <a:avLst/>
          </a:prstGeom>
          <a:noFill/>
          <a:ln w="6350" cap="flat">
            <a:solidFill>
              <a:srgbClr val="00FF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1423670" y="2430780"/>
            <a:ext cx="520065" cy="365125"/>
            <a:chOff x="4734" y="9167"/>
            <a:chExt cx="819" cy="575"/>
          </a:xfrm>
        </p:grpSpPr>
        <p:sp>
          <p:nvSpPr>
            <p:cNvPr id="291" name="Freeform 851"/>
            <p:cNvSpPr/>
            <p:nvPr/>
          </p:nvSpPr>
          <p:spPr bwMode="auto">
            <a:xfrm>
              <a:off x="4734" y="9247"/>
              <a:ext cx="15" cy="148"/>
            </a:xfrm>
            <a:custGeom>
              <a:avLst/>
              <a:gdLst>
                <a:gd name="T0" fmla="*/ 0 w 6"/>
                <a:gd name="T1" fmla="*/ 5 h 59"/>
                <a:gd name="T2" fmla="*/ 0 w 6"/>
                <a:gd name="T3" fmla="*/ 4 h 59"/>
                <a:gd name="T4" fmla="*/ 0 w 6"/>
                <a:gd name="T5" fmla="*/ 1 h 59"/>
                <a:gd name="T6" fmla="*/ 0 w 6"/>
                <a:gd name="T7" fmla="*/ 0 h 59"/>
                <a:gd name="T8" fmla="*/ 0 w 6"/>
                <a:gd name="T9" fmla="*/ 2 h 59"/>
                <a:gd name="T10" fmla="*/ 0 w 6"/>
                <a:gd name="T11" fmla="*/ 6 h 59"/>
                <a:gd name="T12" fmla="*/ 0 w 6"/>
                <a:gd name="T13" fmla="*/ 7 h 59"/>
                <a:gd name="T14" fmla="*/ 1 w 6"/>
                <a:gd name="T15" fmla="*/ 6 h 59"/>
                <a:gd name="T16" fmla="*/ 1 w 6"/>
                <a:gd name="T17" fmla="*/ 4 h 59"/>
                <a:gd name="T18" fmla="*/ 1 w 6"/>
                <a:gd name="T19" fmla="*/ 7 h 59"/>
                <a:gd name="T20" fmla="*/ 1 w 6"/>
                <a:gd name="T21" fmla="*/ 10 h 59"/>
                <a:gd name="T22" fmla="*/ 1 w 6"/>
                <a:gd name="T23" fmla="*/ 11 h 59"/>
                <a:gd name="T24" fmla="*/ 1 w 6"/>
                <a:gd name="T25" fmla="*/ 11 h 59"/>
                <a:gd name="T26" fmla="*/ 2 w 6"/>
                <a:gd name="T27" fmla="*/ 10 h 59"/>
                <a:gd name="T28" fmla="*/ 2 w 6"/>
                <a:gd name="T29" fmla="*/ 9 h 59"/>
                <a:gd name="T30" fmla="*/ 2 w 6"/>
                <a:gd name="T31" fmla="*/ 11 h 59"/>
                <a:gd name="T32" fmla="*/ 2 w 6"/>
                <a:gd name="T33" fmla="*/ 16 h 59"/>
                <a:gd name="T34" fmla="*/ 2 w 6"/>
                <a:gd name="T35" fmla="*/ 21 h 59"/>
                <a:gd name="T36" fmla="*/ 2 w 6"/>
                <a:gd name="T37" fmla="*/ 21 h 59"/>
                <a:gd name="T38" fmla="*/ 2 w 6"/>
                <a:gd name="T39" fmla="*/ 23 h 59"/>
                <a:gd name="T40" fmla="*/ 2 w 6"/>
                <a:gd name="T41" fmla="*/ 28 h 59"/>
                <a:gd name="T42" fmla="*/ 2 w 6"/>
                <a:gd name="T43" fmla="*/ 34 h 59"/>
                <a:gd name="T44" fmla="*/ 2 w 6"/>
                <a:gd name="T45" fmla="*/ 38 h 59"/>
                <a:gd name="T46" fmla="*/ 3 w 6"/>
                <a:gd name="T47" fmla="*/ 39 h 59"/>
                <a:gd name="T48" fmla="*/ 3 w 6"/>
                <a:gd name="T49" fmla="*/ 38 h 59"/>
                <a:gd name="T50" fmla="*/ 3 w 6"/>
                <a:gd name="T51" fmla="*/ 35 h 59"/>
                <a:gd name="T52" fmla="*/ 3 w 6"/>
                <a:gd name="T53" fmla="*/ 33 h 59"/>
                <a:gd name="T54" fmla="*/ 3 w 6"/>
                <a:gd name="T55" fmla="*/ 32 h 59"/>
                <a:gd name="T56" fmla="*/ 3 w 6"/>
                <a:gd name="T57" fmla="*/ 32 h 59"/>
                <a:gd name="T58" fmla="*/ 3 w 6"/>
                <a:gd name="T59" fmla="*/ 29 h 59"/>
                <a:gd name="T60" fmla="*/ 3 w 6"/>
                <a:gd name="T61" fmla="*/ 24 h 59"/>
                <a:gd name="T62" fmla="*/ 3 w 6"/>
                <a:gd name="T63" fmla="*/ 22 h 59"/>
                <a:gd name="T64" fmla="*/ 4 w 6"/>
                <a:gd name="T65" fmla="*/ 23 h 59"/>
                <a:gd name="T66" fmla="*/ 4 w 6"/>
                <a:gd name="T67" fmla="*/ 23 h 59"/>
                <a:gd name="T68" fmla="*/ 4 w 6"/>
                <a:gd name="T69" fmla="*/ 23 h 59"/>
                <a:gd name="T70" fmla="*/ 4 w 6"/>
                <a:gd name="T71" fmla="*/ 25 h 59"/>
                <a:gd name="T72" fmla="*/ 4 w 6"/>
                <a:gd name="T73" fmla="*/ 26 h 59"/>
                <a:gd name="T74" fmla="*/ 4 w 6"/>
                <a:gd name="T75" fmla="*/ 27 h 59"/>
                <a:gd name="T76" fmla="*/ 5 w 6"/>
                <a:gd name="T77" fmla="*/ 29 h 59"/>
                <a:gd name="T78" fmla="*/ 5 w 6"/>
                <a:gd name="T79" fmla="*/ 33 h 59"/>
                <a:gd name="T80" fmla="*/ 5 w 6"/>
                <a:gd name="T81" fmla="*/ 35 h 59"/>
                <a:gd name="T82" fmla="*/ 5 w 6"/>
                <a:gd name="T83" fmla="*/ 35 h 59"/>
                <a:gd name="T84" fmla="*/ 5 w 6"/>
                <a:gd name="T85" fmla="*/ 37 h 59"/>
                <a:gd name="T86" fmla="*/ 5 w 6"/>
                <a:gd name="T87" fmla="*/ 40 h 59"/>
                <a:gd name="T88" fmla="*/ 5 w 6"/>
                <a:gd name="T89" fmla="*/ 43 h 59"/>
                <a:gd name="T90" fmla="*/ 5 w 6"/>
                <a:gd name="T91" fmla="*/ 44 h 59"/>
                <a:gd name="T92" fmla="*/ 5 w 6"/>
                <a:gd name="T93" fmla="*/ 45 h 59"/>
                <a:gd name="T94" fmla="*/ 6 w 6"/>
                <a:gd name="T95" fmla="*/ 46 h 59"/>
                <a:gd name="T96" fmla="*/ 6 w 6"/>
                <a:gd name="T97" fmla="*/ 49 h 59"/>
                <a:gd name="T98" fmla="*/ 6 w 6"/>
                <a:gd name="T99" fmla="*/ 53 h 59"/>
                <a:gd name="T100" fmla="*/ 6 w 6"/>
                <a:gd name="T101" fmla="*/ 57 h 59"/>
                <a:gd name="T102" fmla="*/ 6 w 6"/>
                <a:gd name="T103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9">
                  <a:moveTo>
                    <a:pt x="0" y="5"/>
                  </a:moveTo>
                  <a:lnTo>
                    <a:pt x="0" y="4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6"/>
                  </a:lnTo>
                  <a:lnTo>
                    <a:pt x="1" y="4"/>
                  </a:lnTo>
                  <a:lnTo>
                    <a:pt x="1" y="7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2" y="10"/>
                  </a:lnTo>
                  <a:lnTo>
                    <a:pt x="2" y="9"/>
                  </a:lnTo>
                  <a:lnTo>
                    <a:pt x="2" y="11"/>
                  </a:lnTo>
                  <a:lnTo>
                    <a:pt x="2" y="16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8"/>
                  </a:lnTo>
                  <a:lnTo>
                    <a:pt x="2" y="34"/>
                  </a:lnTo>
                  <a:lnTo>
                    <a:pt x="2" y="38"/>
                  </a:lnTo>
                  <a:lnTo>
                    <a:pt x="3" y="39"/>
                  </a:lnTo>
                  <a:lnTo>
                    <a:pt x="3" y="38"/>
                  </a:lnTo>
                  <a:lnTo>
                    <a:pt x="3" y="35"/>
                  </a:lnTo>
                  <a:lnTo>
                    <a:pt x="3" y="33"/>
                  </a:lnTo>
                  <a:lnTo>
                    <a:pt x="3" y="32"/>
                  </a:lnTo>
                  <a:lnTo>
                    <a:pt x="3" y="32"/>
                  </a:lnTo>
                  <a:lnTo>
                    <a:pt x="3" y="29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4" y="25"/>
                  </a:lnTo>
                  <a:lnTo>
                    <a:pt x="4" y="26"/>
                  </a:lnTo>
                  <a:lnTo>
                    <a:pt x="4" y="27"/>
                  </a:lnTo>
                  <a:lnTo>
                    <a:pt x="5" y="29"/>
                  </a:lnTo>
                  <a:lnTo>
                    <a:pt x="5" y="33"/>
                  </a:lnTo>
                  <a:lnTo>
                    <a:pt x="5" y="35"/>
                  </a:lnTo>
                  <a:lnTo>
                    <a:pt x="5" y="35"/>
                  </a:lnTo>
                  <a:lnTo>
                    <a:pt x="5" y="37"/>
                  </a:lnTo>
                  <a:lnTo>
                    <a:pt x="5" y="40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5" y="45"/>
                  </a:lnTo>
                  <a:lnTo>
                    <a:pt x="6" y="46"/>
                  </a:lnTo>
                  <a:lnTo>
                    <a:pt x="6" y="49"/>
                  </a:lnTo>
                  <a:lnTo>
                    <a:pt x="6" y="53"/>
                  </a:lnTo>
                  <a:lnTo>
                    <a:pt x="6" y="57"/>
                  </a:lnTo>
                  <a:lnTo>
                    <a:pt x="6" y="5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92" name="Freeform 852"/>
            <p:cNvSpPr/>
            <p:nvPr/>
          </p:nvSpPr>
          <p:spPr bwMode="auto">
            <a:xfrm>
              <a:off x="4749" y="9390"/>
              <a:ext cx="15" cy="178"/>
            </a:xfrm>
            <a:custGeom>
              <a:avLst/>
              <a:gdLst>
                <a:gd name="T0" fmla="*/ 0 w 6"/>
                <a:gd name="T1" fmla="*/ 0 h 71"/>
                <a:gd name="T2" fmla="*/ 0 w 6"/>
                <a:gd name="T3" fmla="*/ 2 h 71"/>
                <a:gd name="T4" fmla="*/ 0 w 6"/>
                <a:gd name="T5" fmla="*/ 3 h 71"/>
                <a:gd name="T6" fmla="*/ 1 w 6"/>
                <a:gd name="T7" fmla="*/ 4 h 71"/>
                <a:gd name="T8" fmla="*/ 1 w 6"/>
                <a:gd name="T9" fmla="*/ 7 h 71"/>
                <a:gd name="T10" fmla="*/ 1 w 6"/>
                <a:gd name="T11" fmla="*/ 10 h 71"/>
                <a:gd name="T12" fmla="*/ 1 w 6"/>
                <a:gd name="T13" fmla="*/ 12 h 71"/>
                <a:gd name="T14" fmla="*/ 1 w 6"/>
                <a:gd name="T15" fmla="*/ 12 h 71"/>
                <a:gd name="T16" fmla="*/ 1 w 6"/>
                <a:gd name="T17" fmla="*/ 14 h 71"/>
                <a:gd name="T18" fmla="*/ 1 w 6"/>
                <a:gd name="T19" fmla="*/ 17 h 71"/>
                <a:gd name="T20" fmla="*/ 1 w 6"/>
                <a:gd name="T21" fmla="*/ 20 h 71"/>
                <a:gd name="T22" fmla="*/ 1 w 6"/>
                <a:gd name="T23" fmla="*/ 25 h 71"/>
                <a:gd name="T24" fmla="*/ 2 w 6"/>
                <a:gd name="T25" fmla="*/ 28 h 71"/>
                <a:gd name="T26" fmla="*/ 2 w 6"/>
                <a:gd name="T27" fmla="*/ 30 h 71"/>
                <a:gd name="T28" fmla="*/ 2 w 6"/>
                <a:gd name="T29" fmla="*/ 33 h 71"/>
                <a:gd name="T30" fmla="*/ 2 w 6"/>
                <a:gd name="T31" fmla="*/ 37 h 71"/>
                <a:gd name="T32" fmla="*/ 2 w 6"/>
                <a:gd name="T33" fmla="*/ 42 h 71"/>
                <a:gd name="T34" fmla="*/ 2 w 6"/>
                <a:gd name="T35" fmla="*/ 45 h 71"/>
                <a:gd name="T36" fmla="*/ 2 w 6"/>
                <a:gd name="T37" fmla="*/ 47 h 71"/>
                <a:gd name="T38" fmla="*/ 2 w 6"/>
                <a:gd name="T39" fmla="*/ 51 h 71"/>
                <a:gd name="T40" fmla="*/ 2 w 6"/>
                <a:gd name="T41" fmla="*/ 54 h 71"/>
                <a:gd name="T42" fmla="*/ 3 w 6"/>
                <a:gd name="T43" fmla="*/ 55 h 71"/>
                <a:gd name="T44" fmla="*/ 3 w 6"/>
                <a:gd name="T45" fmla="*/ 56 h 71"/>
                <a:gd name="T46" fmla="*/ 3 w 6"/>
                <a:gd name="T47" fmla="*/ 57 h 71"/>
                <a:gd name="T48" fmla="*/ 3 w 6"/>
                <a:gd name="T49" fmla="*/ 57 h 71"/>
                <a:gd name="T50" fmla="*/ 3 w 6"/>
                <a:gd name="T51" fmla="*/ 57 h 71"/>
                <a:gd name="T52" fmla="*/ 3 w 6"/>
                <a:gd name="T53" fmla="*/ 59 h 71"/>
                <a:gd name="T54" fmla="*/ 4 w 6"/>
                <a:gd name="T55" fmla="*/ 60 h 71"/>
                <a:gd name="T56" fmla="*/ 4 w 6"/>
                <a:gd name="T57" fmla="*/ 60 h 71"/>
                <a:gd name="T58" fmla="*/ 4 w 6"/>
                <a:gd name="T59" fmla="*/ 59 h 71"/>
                <a:gd name="T60" fmla="*/ 4 w 6"/>
                <a:gd name="T61" fmla="*/ 60 h 71"/>
                <a:gd name="T62" fmla="*/ 4 w 6"/>
                <a:gd name="T63" fmla="*/ 62 h 71"/>
                <a:gd name="T64" fmla="*/ 4 w 6"/>
                <a:gd name="T65" fmla="*/ 62 h 71"/>
                <a:gd name="T66" fmla="*/ 4 w 6"/>
                <a:gd name="T67" fmla="*/ 62 h 71"/>
                <a:gd name="T68" fmla="*/ 4 w 6"/>
                <a:gd name="T69" fmla="*/ 61 h 71"/>
                <a:gd name="T70" fmla="*/ 4 w 6"/>
                <a:gd name="T71" fmla="*/ 60 h 71"/>
                <a:gd name="T72" fmla="*/ 4 w 6"/>
                <a:gd name="T73" fmla="*/ 59 h 71"/>
                <a:gd name="T74" fmla="*/ 5 w 6"/>
                <a:gd name="T75" fmla="*/ 60 h 71"/>
                <a:gd name="T76" fmla="*/ 5 w 6"/>
                <a:gd name="T77" fmla="*/ 61 h 71"/>
                <a:gd name="T78" fmla="*/ 5 w 6"/>
                <a:gd name="T79" fmla="*/ 60 h 71"/>
                <a:gd name="T80" fmla="*/ 5 w 6"/>
                <a:gd name="T81" fmla="*/ 60 h 71"/>
                <a:gd name="T82" fmla="*/ 5 w 6"/>
                <a:gd name="T83" fmla="*/ 62 h 71"/>
                <a:gd name="T84" fmla="*/ 5 w 6"/>
                <a:gd name="T85" fmla="*/ 65 h 71"/>
                <a:gd name="T86" fmla="*/ 6 w 6"/>
                <a:gd name="T87" fmla="*/ 67 h 71"/>
                <a:gd name="T88" fmla="*/ 6 w 6"/>
                <a:gd name="T89" fmla="*/ 69 h 71"/>
                <a:gd name="T90" fmla="*/ 6 w 6"/>
                <a:gd name="T91" fmla="*/ 71 h 71"/>
                <a:gd name="T92" fmla="*/ 6 w 6"/>
                <a:gd name="T93" fmla="*/ 71 h 71"/>
                <a:gd name="T94" fmla="*/ 6 w 6"/>
                <a:gd name="T95" fmla="*/ 69 h 71"/>
                <a:gd name="T96" fmla="*/ 6 w 6"/>
                <a:gd name="T97" fmla="*/ 67 h 71"/>
                <a:gd name="T98" fmla="*/ 6 w 6"/>
                <a:gd name="T99" fmla="*/ 63 h 71"/>
                <a:gd name="T100" fmla="*/ 6 w 6"/>
                <a:gd name="T101" fmla="*/ 57 h 71"/>
                <a:gd name="T102" fmla="*/ 6 w 6"/>
                <a:gd name="T103" fmla="*/ 5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1">
                  <a:moveTo>
                    <a:pt x="0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1" y="4"/>
                  </a:lnTo>
                  <a:lnTo>
                    <a:pt x="1" y="7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1" y="14"/>
                  </a:lnTo>
                  <a:lnTo>
                    <a:pt x="1" y="17"/>
                  </a:lnTo>
                  <a:lnTo>
                    <a:pt x="1" y="20"/>
                  </a:lnTo>
                  <a:lnTo>
                    <a:pt x="1" y="25"/>
                  </a:lnTo>
                  <a:lnTo>
                    <a:pt x="2" y="28"/>
                  </a:lnTo>
                  <a:lnTo>
                    <a:pt x="2" y="30"/>
                  </a:lnTo>
                  <a:lnTo>
                    <a:pt x="2" y="33"/>
                  </a:lnTo>
                  <a:lnTo>
                    <a:pt x="2" y="37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2" y="47"/>
                  </a:lnTo>
                  <a:lnTo>
                    <a:pt x="2" y="51"/>
                  </a:lnTo>
                  <a:lnTo>
                    <a:pt x="2" y="54"/>
                  </a:lnTo>
                  <a:lnTo>
                    <a:pt x="3" y="55"/>
                  </a:lnTo>
                  <a:lnTo>
                    <a:pt x="3" y="56"/>
                  </a:lnTo>
                  <a:lnTo>
                    <a:pt x="3" y="57"/>
                  </a:lnTo>
                  <a:lnTo>
                    <a:pt x="3" y="57"/>
                  </a:lnTo>
                  <a:lnTo>
                    <a:pt x="3" y="57"/>
                  </a:lnTo>
                  <a:lnTo>
                    <a:pt x="3" y="59"/>
                  </a:lnTo>
                  <a:lnTo>
                    <a:pt x="4" y="60"/>
                  </a:lnTo>
                  <a:lnTo>
                    <a:pt x="4" y="60"/>
                  </a:lnTo>
                  <a:lnTo>
                    <a:pt x="4" y="59"/>
                  </a:lnTo>
                  <a:lnTo>
                    <a:pt x="4" y="60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4" y="61"/>
                  </a:lnTo>
                  <a:lnTo>
                    <a:pt x="4" y="60"/>
                  </a:lnTo>
                  <a:lnTo>
                    <a:pt x="4" y="59"/>
                  </a:lnTo>
                  <a:lnTo>
                    <a:pt x="5" y="60"/>
                  </a:lnTo>
                  <a:lnTo>
                    <a:pt x="5" y="61"/>
                  </a:lnTo>
                  <a:lnTo>
                    <a:pt x="5" y="60"/>
                  </a:lnTo>
                  <a:lnTo>
                    <a:pt x="5" y="60"/>
                  </a:lnTo>
                  <a:lnTo>
                    <a:pt x="5" y="62"/>
                  </a:lnTo>
                  <a:lnTo>
                    <a:pt x="5" y="65"/>
                  </a:lnTo>
                  <a:lnTo>
                    <a:pt x="6" y="67"/>
                  </a:lnTo>
                  <a:lnTo>
                    <a:pt x="6" y="69"/>
                  </a:lnTo>
                  <a:lnTo>
                    <a:pt x="6" y="71"/>
                  </a:lnTo>
                  <a:lnTo>
                    <a:pt x="6" y="71"/>
                  </a:lnTo>
                  <a:lnTo>
                    <a:pt x="6" y="69"/>
                  </a:lnTo>
                  <a:lnTo>
                    <a:pt x="6" y="67"/>
                  </a:lnTo>
                  <a:lnTo>
                    <a:pt x="6" y="63"/>
                  </a:lnTo>
                  <a:lnTo>
                    <a:pt x="6" y="57"/>
                  </a:lnTo>
                  <a:lnTo>
                    <a:pt x="6" y="5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93" name="Freeform 853"/>
            <p:cNvSpPr/>
            <p:nvPr/>
          </p:nvSpPr>
          <p:spPr bwMode="auto">
            <a:xfrm>
              <a:off x="4764" y="9440"/>
              <a:ext cx="18" cy="93"/>
            </a:xfrm>
            <a:custGeom>
              <a:avLst/>
              <a:gdLst>
                <a:gd name="T0" fmla="*/ 0 w 7"/>
                <a:gd name="T1" fmla="*/ 37 h 37"/>
                <a:gd name="T2" fmla="*/ 0 w 7"/>
                <a:gd name="T3" fmla="*/ 31 h 37"/>
                <a:gd name="T4" fmla="*/ 1 w 7"/>
                <a:gd name="T5" fmla="*/ 27 h 37"/>
                <a:gd name="T6" fmla="*/ 1 w 7"/>
                <a:gd name="T7" fmla="*/ 21 h 37"/>
                <a:gd name="T8" fmla="*/ 1 w 7"/>
                <a:gd name="T9" fmla="*/ 14 h 37"/>
                <a:gd name="T10" fmla="*/ 1 w 7"/>
                <a:gd name="T11" fmla="*/ 11 h 37"/>
                <a:gd name="T12" fmla="*/ 1 w 7"/>
                <a:gd name="T13" fmla="*/ 11 h 37"/>
                <a:gd name="T14" fmla="*/ 1 w 7"/>
                <a:gd name="T15" fmla="*/ 10 h 37"/>
                <a:gd name="T16" fmla="*/ 1 w 7"/>
                <a:gd name="T17" fmla="*/ 6 h 37"/>
                <a:gd name="T18" fmla="*/ 1 w 7"/>
                <a:gd name="T19" fmla="*/ 6 h 37"/>
                <a:gd name="T20" fmla="*/ 1 w 7"/>
                <a:gd name="T21" fmla="*/ 8 h 37"/>
                <a:gd name="T22" fmla="*/ 2 w 7"/>
                <a:gd name="T23" fmla="*/ 7 h 37"/>
                <a:gd name="T24" fmla="*/ 2 w 7"/>
                <a:gd name="T25" fmla="*/ 6 h 37"/>
                <a:gd name="T26" fmla="*/ 2 w 7"/>
                <a:gd name="T27" fmla="*/ 5 h 37"/>
                <a:gd name="T28" fmla="*/ 2 w 7"/>
                <a:gd name="T29" fmla="*/ 6 h 37"/>
                <a:gd name="T30" fmla="*/ 2 w 7"/>
                <a:gd name="T31" fmla="*/ 6 h 37"/>
                <a:gd name="T32" fmla="*/ 2 w 7"/>
                <a:gd name="T33" fmla="*/ 4 h 37"/>
                <a:gd name="T34" fmla="*/ 3 w 7"/>
                <a:gd name="T35" fmla="*/ 3 h 37"/>
                <a:gd name="T36" fmla="*/ 3 w 7"/>
                <a:gd name="T37" fmla="*/ 3 h 37"/>
                <a:gd name="T38" fmla="*/ 3 w 7"/>
                <a:gd name="T39" fmla="*/ 3 h 37"/>
                <a:gd name="T40" fmla="*/ 3 w 7"/>
                <a:gd name="T41" fmla="*/ 2 h 37"/>
                <a:gd name="T42" fmla="*/ 3 w 7"/>
                <a:gd name="T43" fmla="*/ 3 h 37"/>
                <a:gd name="T44" fmla="*/ 3 w 7"/>
                <a:gd name="T45" fmla="*/ 5 h 37"/>
                <a:gd name="T46" fmla="*/ 3 w 7"/>
                <a:gd name="T47" fmla="*/ 7 h 37"/>
                <a:gd name="T48" fmla="*/ 3 w 7"/>
                <a:gd name="T49" fmla="*/ 9 h 37"/>
                <a:gd name="T50" fmla="*/ 3 w 7"/>
                <a:gd name="T51" fmla="*/ 12 h 37"/>
                <a:gd name="T52" fmla="*/ 4 w 7"/>
                <a:gd name="T53" fmla="*/ 12 h 37"/>
                <a:gd name="T54" fmla="*/ 4 w 7"/>
                <a:gd name="T55" fmla="*/ 11 h 37"/>
                <a:gd name="T56" fmla="*/ 4 w 7"/>
                <a:gd name="T57" fmla="*/ 13 h 37"/>
                <a:gd name="T58" fmla="*/ 4 w 7"/>
                <a:gd name="T59" fmla="*/ 15 h 37"/>
                <a:gd name="T60" fmla="*/ 4 w 7"/>
                <a:gd name="T61" fmla="*/ 13 h 37"/>
                <a:gd name="T62" fmla="*/ 4 w 7"/>
                <a:gd name="T63" fmla="*/ 10 h 37"/>
                <a:gd name="T64" fmla="*/ 5 w 7"/>
                <a:gd name="T65" fmla="*/ 7 h 37"/>
                <a:gd name="T66" fmla="*/ 5 w 7"/>
                <a:gd name="T67" fmla="*/ 7 h 37"/>
                <a:gd name="T68" fmla="*/ 5 w 7"/>
                <a:gd name="T69" fmla="*/ 7 h 37"/>
                <a:gd name="T70" fmla="*/ 5 w 7"/>
                <a:gd name="T71" fmla="*/ 4 h 37"/>
                <a:gd name="T72" fmla="*/ 5 w 7"/>
                <a:gd name="T73" fmla="*/ 1 h 37"/>
                <a:gd name="T74" fmla="*/ 5 w 7"/>
                <a:gd name="T75" fmla="*/ 0 h 37"/>
                <a:gd name="T76" fmla="*/ 5 w 7"/>
                <a:gd name="T77" fmla="*/ 0 h 37"/>
                <a:gd name="T78" fmla="*/ 5 w 7"/>
                <a:gd name="T79" fmla="*/ 1 h 37"/>
                <a:gd name="T80" fmla="*/ 5 w 7"/>
                <a:gd name="T81" fmla="*/ 7 h 37"/>
                <a:gd name="T82" fmla="*/ 6 w 7"/>
                <a:gd name="T83" fmla="*/ 12 h 37"/>
                <a:gd name="T84" fmla="*/ 6 w 7"/>
                <a:gd name="T85" fmla="*/ 13 h 37"/>
                <a:gd name="T86" fmla="*/ 6 w 7"/>
                <a:gd name="T87" fmla="*/ 13 h 37"/>
                <a:gd name="T88" fmla="*/ 6 w 7"/>
                <a:gd name="T89" fmla="*/ 15 h 37"/>
                <a:gd name="T90" fmla="*/ 6 w 7"/>
                <a:gd name="T91" fmla="*/ 18 h 37"/>
                <a:gd name="T92" fmla="*/ 6 w 7"/>
                <a:gd name="T93" fmla="*/ 20 h 37"/>
                <a:gd name="T94" fmla="*/ 6 w 7"/>
                <a:gd name="T95" fmla="*/ 20 h 37"/>
                <a:gd name="T96" fmla="*/ 6 w 7"/>
                <a:gd name="T97" fmla="*/ 19 h 37"/>
                <a:gd name="T98" fmla="*/ 6 w 7"/>
                <a:gd name="T99" fmla="*/ 15 h 37"/>
                <a:gd name="T100" fmla="*/ 6 w 7"/>
                <a:gd name="T101" fmla="*/ 14 h 37"/>
                <a:gd name="T102" fmla="*/ 7 w 7"/>
                <a:gd name="T103" fmla="*/ 1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37">
                  <a:moveTo>
                    <a:pt x="0" y="37"/>
                  </a:moveTo>
                  <a:lnTo>
                    <a:pt x="0" y="31"/>
                  </a:lnTo>
                  <a:lnTo>
                    <a:pt x="1" y="27"/>
                  </a:lnTo>
                  <a:lnTo>
                    <a:pt x="1" y="21"/>
                  </a:lnTo>
                  <a:lnTo>
                    <a:pt x="1" y="14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8"/>
                  </a:lnTo>
                  <a:lnTo>
                    <a:pt x="2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2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0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4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5" y="7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6" y="15"/>
                  </a:lnTo>
                  <a:lnTo>
                    <a:pt x="6" y="18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9"/>
                  </a:lnTo>
                  <a:lnTo>
                    <a:pt x="6" y="15"/>
                  </a:lnTo>
                  <a:lnTo>
                    <a:pt x="6" y="14"/>
                  </a:lnTo>
                  <a:lnTo>
                    <a:pt x="7" y="1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94" name="Freeform 854"/>
            <p:cNvSpPr/>
            <p:nvPr/>
          </p:nvSpPr>
          <p:spPr bwMode="auto">
            <a:xfrm>
              <a:off x="4779" y="9425"/>
              <a:ext cx="18" cy="113"/>
            </a:xfrm>
            <a:custGeom>
              <a:avLst/>
              <a:gdLst>
                <a:gd name="T0" fmla="*/ 0 w 7"/>
                <a:gd name="T1" fmla="*/ 20 h 45"/>
                <a:gd name="T2" fmla="*/ 1 w 7"/>
                <a:gd name="T3" fmla="*/ 24 h 45"/>
                <a:gd name="T4" fmla="*/ 1 w 7"/>
                <a:gd name="T5" fmla="*/ 26 h 45"/>
                <a:gd name="T6" fmla="*/ 1 w 7"/>
                <a:gd name="T7" fmla="*/ 26 h 45"/>
                <a:gd name="T8" fmla="*/ 1 w 7"/>
                <a:gd name="T9" fmla="*/ 25 h 45"/>
                <a:gd name="T10" fmla="*/ 1 w 7"/>
                <a:gd name="T11" fmla="*/ 28 h 45"/>
                <a:gd name="T12" fmla="*/ 1 w 7"/>
                <a:gd name="T13" fmla="*/ 29 h 45"/>
                <a:gd name="T14" fmla="*/ 2 w 7"/>
                <a:gd name="T15" fmla="*/ 28 h 45"/>
                <a:gd name="T16" fmla="*/ 2 w 7"/>
                <a:gd name="T17" fmla="*/ 27 h 45"/>
                <a:gd name="T18" fmla="*/ 2 w 7"/>
                <a:gd name="T19" fmla="*/ 29 h 45"/>
                <a:gd name="T20" fmla="*/ 2 w 7"/>
                <a:gd name="T21" fmla="*/ 32 h 45"/>
                <a:gd name="T22" fmla="*/ 2 w 7"/>
                <a:gd name="T23" fmla="*/ 31 h 45"/>
                <a:gd name="T24" fmla="*/ 2 w 7"/>
                <a:gd name="T25" fmla="*/ 29 h 45"/>
                <a:gd name="T26" fmla="*/ 2 w 7"/>
                <a:gd name="T27" fmla="*/ 33 h 45"/>
                <a:gd name="T28" fmla="*/ 2 w 7"/>
                <a:gd name="T29" fmla="*/ 39 h 45"/>
                <a:gd name="T30" fmla="*/ 2 w 7"/>
                <a:gd name="T31" fmla="*/ 42 h 45"/>
                <a:gd name="T32" fmla="*/ 3 w 7"/>
                <a:gd name="T33" fmla="*/ 42 h 45"/>
                <a:gd name="T34" fmla="*/ 3 w 7"/>
                <a:gd name="T35" fmla="*/ 41 h 45"/>
                <a:gd name="T36" fmla="*/ 3 w 7"/>
                <a:gd name="T37" fmla="*/ 38 h 45"/>
                <a:gd name="T38" fmla="*/ 3 w 7"/>
                <a:gd name="T39" fmla="*/ 38 h 45"/>
                <a:gd name="T40" fmla="*/ 3 w 7"/>
                <a:gd name="T41" fmla="*/ 43 h 45"/>
                <a:gd name="T42" fmla="*/ 3 w 7"/>
                <a:gd name="T43" fmla="*/ 45 h 45"/>
                <a:gd name="T44" fmla="*/ 4 w 7"/>
                <a:gd name="T45" fmla="*/ 39 h 45"/>
                <a:gd name="T46" fmla="*/ 4 w 7"/>
                <a:gd name="T47" fmla="*/ 34 h 45"/>
                <a:gd name="T48" fmla="*/ 4 w 7"/>
                <a:gd name="T49" fmla="*/ 33 h 45"/>
                <a:gd name="T50" fmla="*/ 4 w 7"/>
                <a:gd name="T51" fmla="*/ 33 h 45"/>
                <a:gd name="T52" fmla="*/ 4 w 7"/>
                <a:gd name="T53" fmla="*/ 32 h 45"/>
                <a:gd name="T54" fmla="*/ 4 w 7"/>
                <a:gd name="T55" fmla="*/ 31 h 45"/>
                <a:gd name="T56" fmla="*/ 4 w 7"/>
                <a:gd name="T57" fmla="*/ 29 h 45"/>
                <a:gd name="T58" fmla="*/ 4 w 7"/>
                <a:gd name="T59" fmla="*/ 24 h 45"/>
                <a:gd name="T60" fmla="*/ 4 w 7"/>
                <a:gd name="T61" fmla="*/ 22 h 45"/>
                <a:gd name="T62" fmla="*/ 5 w 7"/>
                <a:gd name="T63" fmla="*/ 24 h 45"/>
                <a:gd name="T64" fmla="*/ 5 w 7"/>
                <a:gd name="T65" fmla="*/ 27 h 45"/>
                <a:gd name="T66" fmla="*/ 5 w 7"/>
                <a:gd name="T67" fmla="*/ 26 h 45"/>
                <a:gd name="T68" fmla="*/ 5 w 7"/>
                <a:gd name="T69" fmla="*/ 21 h 45"/>
                <a:gd name="T70" fmla="*/ 5 w 7"/>
                <a:gd name="T71" fmla="*/ 15 h 45"/>
                <a:gd name="T72" fmla="*/ 5 w 7"/>
                <a:gd name="T73" fmla="*/ 15 h 45"/>
                <a:gd name="T74" fmla="*/ 5 w 7"/>
                <a:gd name="T75" fmla="*/ 17 h 45"/>
                <a:gd name="T76" fmla="*/ 5 w 7"/>
                <a:gd name="T77" fmla="*/ 16 h 45"/>
                <a:gd name="T78" fmla="*/ 5 w 7"/>
                <a:gd name="T79" fmla="*/ 13 h 45"/>
                <a:gd name="T80" fmla="*/ 6 w 7"/>
                <a:gd name="T81" fmla="*/ 9 h 45"/>
                <a:gd name="T82" fmla="*/ 6 w 7"/>
                <a:gd name="T83" fmla="*/ 5 h 45"/>
                <a:gd name="T84" fmla="*/ 6 w 7"/>
                <a:gd name="T85" fmla="*/ 2 h 45"/>
                <a:gd name="T86" fmla="*/ 6 w 7"/>
                <a:gd name="T87" fmla="*/ 4 h 45"/>
                <a:gd name="T88" fmla="*/ 6 w 7"/>
                <a:gd name="T89" fmla="*/ 6 h 45"/>
                <a:gd name="T90" fmla="*/ 6 w 7"/>
                <a:gd name="T91" fmla="*/ 4 h 45"/>
                <a:gd name="T92" fmla="*/ 7 w 7"/>
                <a:gd name="T93" fmla="*/ 3 h 45"/>
                <a:gd name="T94" fmla="*/ 7 w 7"/>
                <a:gd name="T95" fmla="*/ 4 h 45"/>
                <a:gd name="T96" fmla="*/ 7 w 7"/>
                <a:gd name="T97" fmla="*/ 2 h 45"/>
                <a:gd name="T98" fmla="*/ 7 w 7"/>
                <a:gd name="T99" fmla="*/ 1 h 45"/>
                <a:gd name="T100" fmla="*/ 7 w 7"/>
                <a:gd name="T101" fmla="*/ 2 h 45"/>
                <a:gd name="T102" fmla="*/ 7 w 7"/>
                <a:gd name="T10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45">
                  <a:moveTo>
                    <a:pt x="0" y="20"/>
                  </a:moveTo>
                  <a:lnTo>
                    <a:pt x="1" y="24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2" y="28"/>
                  </a:lnTo>
                  <a:lnTo>
                    <a:pt x="2" y="27"/>
                  </a:lnTo>
                  <a:lnTo>
                    <a:pt x="2" y="29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2" y="33"/>
                  </a:lnTo>
                  <a:lnTo>
                    <a:pt x="2" y="39"/>
                  </a:lnTo>
                  <a:lnTo>
                    <a:pt x="2" y="42"/>
                  </a:lnTo>
                  <a:lnTo>
                    <a:pt x="3" y="42"/>
                  </a:lnTo>
                  <a:lnTo>
                    <a:pt x="3" y="41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43"/>
                  </a:lnTo>
                  <a:lnTo>
                    <a:pt x="3" y="45"/>
                  </a:lnTo>
                  <a:lnTo>
                    <a:pt x="4" y="39"/>
                  </a:lnTo>
                  <a:lnTo>
                    <a:pt x="4" y="34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4" y="32"/>
                  </a:lnTo>
                  <a:lnTo>
                    <a:pt x="4" y="31"/>
                  </a:lnTo>
                  <a:lnTo>
                    <a:pt x="4" y="29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5" y="24"/>
                  </a:lnTo>
                  <a:lnTo>
                    <a:pt x="5" y="27"/>
                  </a:lnTo>
                  <a:lnTo>
                    <a:pt x="5" y="26"/>
                  </a:lnTo>
                  <a:lnTo>
                    <a:pt x="5" y="21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5" y="13"/>
                  </a:lnTo>
                  <a:lnTo>
                    <a:pt x="6" y="9"/>
                  </a:lnTo>
                  <a:lnTo>
                    <a:pt x="6" y="5"/>
                  </a:lnTo>
                  <a:lnTo>
                    <a:pt x="6" y="2"/>
                  </a:lnTo>
                  <a:lnTo>
                    <a:pt x="6" y="4"/>
                  </a:lnTo>
                  <a:lnTo>
                    <a:pt x="6" y="6"/>
                  </a:lnTo>
                  <a:lnTo>
                    <a:pt x="6" y="4"/>
                  </a:lnTo>
                  <a:lnTo>
                    <a:pt x="7" y="3"/>
                  </a:lnTo>
                  <a:lnTo>
                    <a:pt x="7" y="4"/>
                  </a:lnTo>
                  <a:lnTo>
                    <a:pt x="7" y="2"/>
                  </a:lnTo>
                  <a:lnTo>
                    <a:pt x="7" y="1"/>
                  </a:lnTo>
                  <a:lnTo>
                    <a:pt x="7" y="2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95" name="Freeform 855"/>
            <p:cNvSpPr/>
            <p:nvPr/>
          </p:nvSpPr>
          <p:spPr bwMode="auto">
            <a:xfrm>
              <a:off x="4796" y="9210"/>
              <a:ext cx="18" cy="220"/>
            </a:xfrm>
            <a:custGeom>
              <a:avLst/>
              <a:gdLst>
                <a:gd name="T0" fmla="*/ 0 w 7"/>
                <a:gd name="T1" fmla="*/ 88 h 88"/>
                <a:gd name="T2" fmla="*/ 0 w 7"/>
                <a:gd name="T3" fmla="*/ 86 h 88"/>
                <a:gd name="T4" fmla="*/ 0 w 7"/>
                <a:gd name="T5" fmla="*/ 81 h 88"/>
                <a:gd name="T6" fmla="*/ 0 w 7"/>
                <a:gd name="T7" fmla="*/ 77 h 88"/>
                <a:gd name="T8" fmla="*/ 0 w 7"/>
                <a:gd name="T9" fmla="*/ 75 h 88"/>
                <a:gd name="T10" fmla="*/ 1 w 7"/>
                <a:gd name="T11" fmla="*/ 70 h 88"/>
                <a:gd name="T12" fmla="*/ 1 w 7"/>
                <a:gd name="T13" fmla="*/ 65 h 88"/>
                <a:gd name="T14" fmla="*/ 1 w 7"/>
                <a:gd name="T15" fmla="*/ 61 h 88"/>
                <a:gd name="T16" fmla="*/ 1 w 7"/>
                <a:gd name="T17" fmla="*/ 56 h 88"/>
                <a:gd name="T18" fmla="*/ 1 w 7"/>
                <a:gd name="T19" fmla="*/ 51 h 88"/>
                <a:gd name="T20" fmla="*/ 1 w 7"/>
                <a:gd name="T21" fmla="*/ 48 h 88"/>
                <a:gd name="T22" fmla="*/ 2 w 7"/>
                <a:gd name="T23" fmla="*/ 48 h 88"/>
                <a:gd name="T24" fmla="*/ 2 w 7"/>
                <a:gd name="T25" fmla="*/ 47 h 88"/>
                <a:gd name="T26" fmla="*/ 2 w 7"/>
                <a:gd name="T27" fmla="*/ 43 h 88"/>
                <a:gd name="T28" fmla="*/ 2 w 7"/>
                <a:gd name="T29" fmla="*/ 41 h 88"/>
                <a:gd name="T30" fmla="*/ 2 w 7"/>
                <a:gd name="T31" fmla="*/ 41 h 88"/>
                <a:gd name="T32" fmla="*/ 2 w 7"/>
                <a:gd name="T33" fmla="*/ 41 h 88"/>
                <a:gd name="T34" fmla="*/ 2 w 7"/>
                <a:gd name="T35" fmla="*/ 37 h 88"/>
                <a:gd name="T36" fmla="*/ 2 w 7"/>
                <a:gd name="T37" fmla="*/ 34 h 88"/>
                <a:gd name="T38" fmla="*/ 2 w 7"/>
                <a:gd name="T39" fmla="*/ 33 h 88"/>
                <a:gd name="T40" fmla="*/ 2 w 7"/>
                <a:gd name="T41" fmla="*/ 30 h 88"/>
                <a:gd name="T42" fmla="*/ 3 w 7"/>
                <a:gd name="T43" fmla="*/ 25 h 88"/>
                <a:gd name="T44" fmla="*/ 3 w 7"/>
                <a:gd name="T45" fmla="*/ 22 h 88"/>
                <a:gd name="T46" fmla="*/ 3 w 7"/>
                <a:gd name="T47" fmla="*/ 21 h 88"/>
                <a:gd name="T48" fmla="*/ 3 w 7"/>
                <a:gd name="T49" fmla="*/ 20 h 88"/>
                <a:gd name="T50" fmla="*/ 3 w 7"/>
                <a:gd name="T51" fmla="*/ 18 h 88"/>
                <a:gd name="T52" fmla="*/ 3 w 7"/>
                <a:gd name="T53" fmla="*/ 20 h 88"/>
                <a:gd name="T54" fmla="*/ 3 w 7"/>
                <a:gd name="T55" fmla="*/ 21 h 88"/>
                <a:gd name="T56" fmla="*/ 3 w 7"/>
                <a:gd name="T57" fmla="*/ 21 h 88"/>
                <a:gd name="T58" fmla="*/ 3 w 7"/>
                <a:gd name="T59" fmla="*/ 23 h 88"/>
                <a:gd name="T60" fmla="*/ 4 w 7"/>
                <a:gd name="T61" fmla="*/ 28 h 88"/>
                <a:gd name="T62" fmla="*/ 4 w 7"/>
                <a:gd name="T63" fmla="*/ 30 h 88"/>
                <a:gd name="T64" fmla="*/ 4 w 7"/>
                <a:gd name="T65" fmla="*/ 28 h 88"/>
                <a:gd name="T66" fmla="*/ 4 w 7"/>
                <a:gd name="T67" fmla="*/ 26 h 88"/>
                <a:gd name="T68" fmla="*/ 4 w 7"/>
                <a:gd name="T69" fmla="*/ 26 h 88"/>
                <a:gd name="T70" fmla="*/ 4 w 7"/>
                <a:gd name="T71" fmla="*/ 26 h 88"/>
                <a:gd name="T72" fmla="*/ 5 w 7"/>
                <a:gd name="T73" fmla="*/ 23 h 88"/>
                <a:gd name="T74" fmla="*/ 5 w 7"/>
                <a:gd name="T75" fmla="*/ 18 h 88"/>
                <a:gd name="T76" fmla="*/ 5 w 7"/>
                <a:gd name="T77" fmla="*/ 13 h 88"/>
                <a:gd name="T78" fmla="*/ 5 w 7"/>
                <a:gd name="T79" fmla="*/ 7 h 88"/>
                <a:gd name="T80" fmla="*/ 5 w 7"/>
                <a:gd name="T81" fmla="*/ 2 h 88"/>
                <a:gd name="T82" fmla="*/ 5 w 7"/>
                <a:gd name="T83" fmla="*/ 1 h 88"/>
                <a:gd name="T84" fmla="*/ 5 w 7"/>
                <a:gd name="T85" fmla="*/ 2 h 88"/>
                <a:gd name="T86" fmla="*/ 5 w 7"/>
                <a:gd name="T87" fmla="*/ 1 h 88"/>
                <a:gd name="T88" fmla="*/ 5 w 7"/>
                <a:gd name="T89" fmla="*/ 0 h 88"/>
                <a:gd name="T90" fmla="*/ 6 w 7"/>
                <a:gd name="T91" fmla="*/ 1 h 88"/>
                <a:gd name="T92" fmla="*/ 6 w 7"/>
                <a:gd name="T93" fmla="*/ 3 h 88"/>
                <a:gd name="T94" fmla="*/ 6 w 7"/>
                <a:gd name="T95" fmla="*/ 4 h 88"/>
                <a:gd name="T96" fmla="*/ 6 w 7"/>
                <a:gd name="T97" fmla="*/ 5 h 88"/>
                <a:gd name="T98" fmla="*/ 6 w 7"/>
                <a:gd name="T99" fmla="*/ 6 h 88"/>
                <a:gd name="T100" fmla="*/ 6 w 7"/>
                <a:gd name="T101" fmla="*/ 4 h 88"/>
                <a:gd name="T102" fmla="*/ 7 w 7"/>
                <a:gd name="T103" fmla="*/ 3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8">
                  <a:moveTo>
                    <a:pt x="0" y="88"/>
                  </a:moveTo>
                  <a:lnTo>
                    <a:pt x="0" y="86"/>
                  </a:lnTo>
                  <a:lnTo>
                    <a:pt x="0" y="81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1" y="70"/>
                  </a:lnTo>
                  <a:lnTo>
                    <a:pt x="1" y="65"/>
                  </a:lnTo>
                  <a:lnTo>
                    <a:pt x="1" y="61"/>
                  </a:lnTo>
                  <a:lnTo>
                    <a:pt x="1" y="56"/>
                  </a:lnTo>
                  <a:lnTo>
                    <a:pt x="1" y="51"/>
                  </a:lnTo>
                  <a:lnTo>
                    <a:pt x="1" y="48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2" y="43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37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0"/>
                  </a:lnTo>
                  <a:lnTo>
                    <a:pt x="3" y="25"/>
                  </a:lnTo>
                  <a:lnTo>
                    <a:pt x="3" y="22"/>
                  </a:lnTo>
                  <a:lnTo>
                    <a:pt x="3" y="21"/>
                  </a:lnTo>
                  <a:lnTo>
                    <a:pt x="3" y="20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4" y="28"/>
                  </a:lnTo>
                  <a:lnTo>
                    <a:pt x="4" y="30"/>
                  </a:lnTo>
                  <a:lnTo>
                    <a:pt x="4" y="28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5" y="23"/>
                  </a:lnTo>
                  <a:lnTo>
                    <a:pt x="5" y="18"/>
                  </a:lnTo>
                  <a:lnTo>
                    <a:pt x="5" y="13"/>
                  </a:lnTo>
                  <a:lnTo>
                    <a:pt x="5" y="7"/>
                  </a:lnTo>
                  <a:lnTo>
                    <a:pt x="5" y="2"/>
                  </a:lnTo>
                  <a:lnTo>
                    <a:pt x="5" y="1"/>
                  </a:lnTo>
                  <a:lnTo>
                    <a:pt x="5" y="2"/>
                  </a:lnTo>
                  <a:lnTo>
                    <a:pt x="5" y="1"/>
                  </a:lnTo>
                  <a:lnTo>
                    <a:pt x="5" y="0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5"/>
                  </a:lnTo>
                  <a:lnTo>
                    <a:pt x="6" y="6"/>
                  </a:lnTo>
                  <a:lnTo>
                    <a:pt x="6" y="4"/>
                  </a:lnTo>
                  <a:lnTo>
                    <a:pt x="7" y="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96" name="Freeform 856"/>
            <p:cNvSpPr/>
            <p:nvPr/>
          </p:nvSpPr>
          <p:spPr bwMode="auto">
            <a:xfrm>
              <a:off x="4811" y="9217"/>
              <a:ext cx="18" cy="348"/>
            </a:xfrm>
            <a:custGeom>
              <a:avLst/>
              <a:gdLst>
                <a:gd name="T0" fmla="*/ 0 w 7"/>
                <a:gd name="T1" fmla="*/ 1 h 139"/>
                <a:gd name="T2" fmla="*/ 1 w 7"/>
                <a:gd name="T3" fmla="*/ 0 h 139"/>
                <a:gd name="T4" fmla="*/ 1 w 7"/>
                <a:gd name="T5" fmla="*/ 1 h 139"/>
                <a:gd name="T6" fmla="*/ 1 w 7"/>
                <a:gd name="T7" fmla="*/ 4 h 139"/>
                <a:gd name="T8" fmla="*/ 1 w 7"/>
                <a:gd name="T9" fmla="*/ 4 h 139"/>
                <a:gd name="T10" fmla="*/ 1 w 7"/>
                <a:gd name="T11" fmla="*/ 2 h 139"/>
                <a:gd name="T12" fmla="*/ 1 w 7"/>
                <a:gd name="T13" fmla="*/ 3 h 139"/>
                <a:gd name="T14" fmla="*/ 1 w 7"/>
                <a:gd name="T15" fmla="*/ 5 h 139"/>
                <a:gd name="T16" fmla="*/ 1 w 7"/>
                <a:gd name="T17" fmla="*/ 7 h 139"/>
                <a:gd name="T18" fmla="*/ 1 w 7"/>
                <a:gd name="T19" fmla="*/ 7 h 139"/>
                <a:gd name="T20" fmla="*/ 2 w 7"/>
                <a:gd name="T21" fmla="*/ 9 h 139"/>
                <a:gd name="T22" fmla="*/ 2 w 7"/>
                <a:gd name="T23" fmla="*/ 10 h 139"/>
                <a:gd name="T24" fmla="*/ 2 w 7"/>
                <a:gd name="T25" fmla="*/ 12 h 139"/>
                <a:gd name="T26" fmla="*/ 2 w 7"/>
                <a:gd name="T27" fmla="*/ 13 h 139"/>
                <a:gd name="T28" fmla="*/ 2 w 7"/>
                <a:gd name="T29" fmla="*/ 17 h 139"/>
                <a:gd name="T30" fmla="*/ 2 w 7"/>
                <a:gd name="T31" fmla="*/ 21 h 139"/>
                <a:gd name="T32" fmla="*/ 2 w 7"/>
                <a:gd name="T33" fmla="*/ 23 h 139"/>
                <a:gd name="T34" fmla="*/ 2 w 7"/>
                <a:gd name="T35" fmla="*/ 25 h 139"/>
                <a:gd name="T36" fmla="*/ 2 w 7"/>
                <a:gd name="T37" fmla="*/ 30 h 139"/>
                <a:gd name="T38" fmla="*/ 3 w 7"/>
                <a:gd name="T39" fmla="*/ 34 h 139"/>
                <a:gd name="T40" fmla="*/ 3 w 7"/>
                <a:gd name="T41" fmla="*/ 36 h 139"/>
                <a:gd name="T42" fmla="*/ 3 w 7"/>
                <a:gd name="T43" fmla="*/ 40 h 139"/>
                <a:gd name="T44" fmla="*/ 3 w 7"/>
                <a:gd name="T45" fmla="*/ 46 h 139"/>
                <a:gd name="T46" fmla="*/ 3 w 7"/>
                <a:gd name="T47" fmla="*/ 50 h 139"/>
                <a:gd name="T48" fmla="*/ 3 w 7"/>
                <a:gd name="T49" fmla="*/ 55 h 139"/>
                <a:gd name="T50" fmla="*/ 4 w 7"/>
                <a:gd name="T51" fmla="*/ 60 h 139"/>
                <a:gd name="T52" fmla="*/ 4 w 7"/>
                <a:gd name="T53" fmla="*/ 67 h 139"/>
                <a:gd name="T54" fmla="*/ 4 w 7"/>
                <a:gd name="T55" fmla="*/ 70 h 139"/>
                <a:gd name="T56" fmla="*/ 4 w 7"/>
                <a:gd name="T57" fmla="*/ 76 h 139"/>
                <a:gd name="T58" fmla="*/ 4 w 7"/>
                <a:gd name="T59" fmla="*/ 82 h 139"/>
                <a:gd name="T60" fmla="*/ 4 w 7"/>
                <a:gd name="T61" fmla="*/ 87 h 139"/>
                <a:gd name="T62" fmla="*/ 4 w 7"/>
                <a:gd name="T63" fmla="*/ 89 h 139"/>
                <a:gd name="T64" fmla="*/ 4 w 7"/>
                <a:gd name="T65" fmla="*/ 92 h 139"/>
                <a:gd name="T66" fmla="*/ 4 w 7"/>
                <a:gd name="T67" fmla="*/ 97 h 139"/>
                <a:gd name="T68" fmla="*/ 4 w 7"/>
                <a:gd name="T69" fmla="*/ 102 h 139"/>
                <a:gd name="T70" fmla="*/ 5 w 7"/>
                <a:gd name="T71" fmla="*/ 106 h 139"/>
                <a:gd name="T72" fmla="*/ 5 w 7"/>
                <a:gd name="T73" fmla="*/ 108 h 139"/>
                <a:gd name="T74" fmla="*/ 5 w 7"/>
                <a:gd name="T75" fmla="*/ 110 h 139"/>
                <a:gd name="T76" fmla="*/ 5 w 7"/>
                <a:gd name="T77" fmla="*/ 112 h 139"/>
                <a:gd name="T78" fmla="*/ 5 w 7"/>
                <a:gd name="T79" fmla="*/ 115 h 139"/>
                <a:gd name="T80" fmla="*/ 5 w 7"/>
                <a:gd name="T81" fmla="*/ 117 h 139"/>
                <a:gd name="T82" fmla="*/ 6 w 7"/>
                <a:gd name="T83" fmla="*/ 118 h 139"/>
                <a:gd name="T84" fmla="*/ 6 w 7"/>
                <a:gd name="T85" fmla="*/ 118 h 139"/>
                <a:gd name="T86" fmla="*/ 6 w 7"/>
                <a:gd name="T87" fmla="*/ 118 h 139"/>
                <a:gd name="T88" fmla="*/ 6 w 7"/>
                <a:gd name="T89" fmla="*/ 119 h 139"/>
                <a:gd name="T90" fmla="*/ 6 w 7"/>
                <a:gd name="T91" fmla="*/ 119 h 139"/>
                <a:gd name="T92" fmla="*/ 6 w 7"/>
                <a:gd name="T93" fmla="*/ 121 h 139"/>
                <a:gd name="T94" fmla="*/ 6 w 7"/>
                <a:gd name="T95" fmla="*/ 124 h 139"/>
                <a:gd name="T96" fmla="*/ 6 w 7"/>
                <a:gd name="T97" fmla="*/ 126 h 139"/>
                <a:gd name="T98" fmla="*/ 6 w 7"/>
                <a:gd name="T99" fmla="*/ 128 h 139"/>
                <a:gd name="T100" fmla="*/ 7 w 7"/>
                <a:gd name="T101" fmla="*/ 133 h 139"/>
                <a:gd name="T102" fmla="*/ 7 w 7"/>
                <a:gd name="T103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39">
                  <a:moveTo>
                    <a:pt x="0" y="1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2" y="30"/>
                  </a:lnTo>
                  <a:lnTo>
                    <a:pt x="3" y="34"/>
                  </a:lnTo>
                  <a:lnTo>
                    <a:pt x="3" y="36"/>
                  </a:lnTo>
                  <a:lnTo>
                    <a:pt x="3" y="40"/>
                  </a:lnTo>
                  <a:lnTo>
                    <a:pt x="3" y="46"/>
                  </a:lnTo>
                  <a:lnTo>
                    <a:pt x="3" y="50"/>
                  </a:lnTo>
                  <a:lnTo>
                    <a:pt x="3" y="55"/>
                  </a:lnTo>
                  <a:lnTo>
                    <a:pt x="4" y="60"/>
                  </a:lnTo>
                  <a:lnTo>
                    <a:pt x="4" y="67"/>
                  </a:lnTo>
                  <a:lnTo>
                    <a:pt x="4" y="70"/>
                  </a:lnTo>
                  <a:lnTo>
                    <a:pt x="4" y="76"/>
                  </a:lnTo>
                  <a:lnTo>
                    <a:pt x="4" y="82"/>
                  </a:lnTo>
                  <a:lnTo>
                    <a:pt x="4" y="87"/>
                  </a:lnTo>
                  <a:lnTo>
                    <a:pt x="4" y="89"/>
                  </a:lnTo>
                  <a:lnTo>
                    <a:pt x="4" y="92"/>
                  </a:lnTo>
                  <a:lnTo>
                    <a:pt x="4" y="97"/>
                  </a:lnTo>
                  <a:lnTo>
                    <a:pt x="4" y="102"/>
                  </a:lnTo>
                  <a:lnTo>
                    <a:pt x="5" y="106"/>
                  </a:lnTo>
                  <a:lnTo>
                    <a:pt x="5" y="108"/>
                  </a:lnTo>
                  <a:lnTo>
                    <a:pt x="5" y="110"/>
                  </a:lnTo>
                  <a:lnTo>
                    <a:pt x="5" y="112"/>
                  </a:lnTo>
                  <a:lnTo>
                    <a:pt x="5" y="115"/>
                  </a:lnTo>
                  <a:lnTo>
                    <a:pt x="5" y="117"/>
                  </a:lnTo>
                  <a:lnTo>
                    <a:pt x="6" y="118"/>
                  </a:lnTo>
                  <a:lnTo>
                    <a:pt x="6" y="118"/>
                  </a:lnTo>
                  <a:lnTo>
                    <a:pt x="6" y="118"/>
                  </a:lnTo>
                  <a:lnTo>
                    <a:pt x="6" y="119"/>
                  </a:lnTo>
                  <a:lnTo>
                    <a:pt x="6" y="119"/>
                  </a:lnTo>
                  <a:lnTo>
                    <a:pt x="6" y="121"/>
                  </a:lnTo>
                  <a:lnTo>
                    <a:pt x="6" y="124"/>
                  </a:lnTo>
                  <a:lnTo>
                    <a:pt x="6" y="126"/>
                  </a:lnTo>
                  <a:lnTo>
                    <a:pt x="6" y="128"/>
                  </a:lnTo>
                  <a:lnTo>
                    <a:pt x="7" y="133"/>
                  </a:lnTo>
                  <a:lnTo>
                    <a:pt x="7" y="13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97" name="Freeform 857"/>
            <p:cNvSpPr/>
            <p:nvPr/>
          </p:nvSpPr>
          <p:spPr bwMode="auto">
            <a:xfrm>
              <a:off x="4829" y="9505"/>
              <a:ext cx="15" cy="120"/>
            </a:xfrm>
            <a:custGeom>
              <a:avLst/>
              <a:gdLst>
                <a:gd name="T0" fmla="*/ 0 w 6"/>
                <a:gd name="T1" fmla="*/ 18 h 48"/>
                <a:gd name="T2" fmla="*/ 0 w 6"/>
                <a:gd name="T3" fmla="*/ 24 h 48"/>
                <a:gd name="T4" fmla="*/ 0 w 6"/>
                <a:gd name="T5" fmla="*/ 28 h 48"/>
                <a:gd name="T6" fmla="*/ 0 w 6"/>
                <a:gd name="T7" fmla="*/ 26 h 48"/>
                <a:gd name="T8" fmla="*/ 0 w 6"/>
                <a:gd name="T9" fmla="*/ 28 h 48"/>
                <a:gd name="T10" fmla="*/ 0 w 6"/>
                <a:gd name="T11" fmla="*/ 33 h 48"/>
                <a:gd name="T12" fmla="*/ 0 w 6"/>
                <a:gd name="T13" fmla="*/ 36 h 48"/>
                <a:gd name="T14" fmla="*/ 0 w 6"/>
                <a:gd name="T15" fmla="*/ 35 h 48"/>
                <a:gd name="T16" fmla="*/ 0 w 6"/>
                <a:gd name="T17" fmla="*/ 36 h 48"/>
                <a:gd name="T18" fmla="*/ 1 w 6"/>
                <a:gd name="T19" fmla="*/ 35 h 48"/>
                <a:gd name="T20" fmla="*/ 1 w 6"/>
                <a:gd name="T21" fmla="*/ 31 h 48"/>
                <a:gd name="T22" fmla="*/ 1 w 6"/>
                <a:gd name="T23" fmla="*/ 29 h 48"/>
                <a:gd name="T24" fmla="*/ 1 w 6"/>
                <a:gd name="T25" fmla="*/ 30 h 48"/>
                <a:gd name="T26" fmla="*/ 1 w 6"/>
                <a:gd name="T27" fmla="*/ 29 h 48"/>
                <a:gd name="T28" fmla="*/ 1 w 6"/>
                <a:gd name="T29" fmla="*/ 25 h 48"/>
                <a:gd name="T30" fmla="*/ 2 w 6"/>
                <a:gd name="T31" fmla="*/ 25 h 48"/>
                <a:gd name="T32" fmla="*/ 2 w 6"/>
                <a:gd name="T33" fmla="*/ 28 h 48"/>
                <a:gd name="T34" fmla="*/ 2 w 6"/>
                <a:gd name="T35" fmla="*/ 28 h 48"/>
                <a:gd name="T36" fmla="*/ 2 w 6"/>
                <a:gd name="T37" fmla="*/ 28 h 48"/>
                <a:gd name="T38" fmla="*/ 2 w 6"/>
                <a:gd name="T39" fmla="*/ 29 h 48"/>
                <a:gd name="T40" fmla="*/ 2 w 6"/>
                <a:gd name="T41" fmla="*/ 32 h 48"/>
                <a:gd name="T42" fmla="*/ 2 w 6"/>
                <a:gd name="T43" fmla="*/ 31 h 48"/>
                <a:gd name="T44" fmla="*/ 2 w 6"/>
                <a:gd name="T45" fmla="*/ 30 h 48"/>
                <a:gd name="T46" fmla="*/ 2 w 6"/>
                <a:gd name="T47" fmla="*/ 29 h 48"/>
                <a:gd name="T48" fmla="*/ 3 w 6"/>
                <a:gd name="T49" fmla="*/ 29 h 48"/>
                <a:gd name="T50" fmla="*/ 3 w 6"/>
                <a:gd name="T51" fmla="*/ 30 h 48"/>
                <a:gd name="T52" fmla="*/ 3 w 6"/>
                <a:gd name="T53" fmla="*/ 31 h 48"/>
                <a:gd name="T54" fmla="*/ 3 w 6"/>
                <a:gd name="T55" fmla="*/ 31 h 48"/>
                <a:gd name="T56" fmla="*/ 3 w 6"/>
                <a:gd name="T57" fmla="*/ 30 h 48"/>
                <a:gd name="T58" fmla="*/ 3 w 6"/>
                <a:gd name="T59" fmla="*/ 31 h 48"/>
                <a:gd name="T60" fmla="*/ 4 w 6"/>
                <a:gd name="T61" fmla="*/ 35 h 48"/>
                <a:gd name="T62" fmla="*/ 4 w 6"/>
                <a:gd name="T63" fmla="*/ 38 h 48"/>
                <a:gd name="T64" fmla="*/ 4 w 6"/>
                <a:gd name="T65" fmla="*/ 40 h 48"/>
                <a:gd name="T66" fmla="*/ 4 w 6"/>
                <a:gd name="T67" fmla="*/ 43 h 48"/>
                <a:gd name="T68" fmla="*/ 4 w 6"/>
                <a:gd name="T69" fmla="*/ 44 h 48"/>
                <a:gd name="T70" fmla="*/ 4 w 6"/>
                <a:gd name="T71" fmla="*/ 46 h 48"/>
                <a:gd name="T72" fmla="*/ 4 w 6"/>
                <a:gd name="T73" fmla="*/ 48 h 48"/>
                <a:gd name="T74" fmla="*/ 4 w 6"/>
                <a:gd name="T75" fmla="*/ 48 h 48"/>
                <a:gd name="T76" fmla="*/ 4 w 6"/>
                <a:gd name="T77" fmla="*/ 45 h 48"/>
                <a:gd name="T78" fmla="*/ 5 w 6"/>
                <a:gd name="T79" fmla="*/ 42 h 48"/>
                <a:gd name="T80" fmla="*/ 5 w 6"/>
                <a:gd name="T81" fmla="*/ 39 h 48"/>
                <a:gd name="T82" fmla="*/ 5 w 6"/>
                <a:gd name="T83" fmla="*/ 34 h 48"/>
                <a:gd name="T84" fmla="*/ 5 w 6"/>
                <a:gd name="T85" fmla="*/ 28 h 48"/>
                <a:gd name="T86" fmla="*/ 5 w 6"/>
                <a:gd name="T87" fmla="*/ 22 h 48"/>
                <a:gd name="T88" fmla="*/ 5 w 6"/>
                <a:gd name="T89" fmla="*/ 19 h 48"/>
                <a:gd name="T90" fmla="*/ 5 w 6"/>
                <a:gd name="T91" fmla="*/ 16 h 48"/>
                <a:gd name="T92" fmla="*/ 5 w 6"/>
                <a:gd name="T93" fmla="*/ 10 h 48"/>
                <a:gd name="T94" fmla="*/ 5 w 6"/>
                <a:gd name="T95" fmla="*/ 6 h 48"/>
                <a:gd name="T96" fmla="*/ 5 w 6"/>
                <a:gd name="T97" fmla="*/ 7 h 48"/>
                <a:gd name="T98" fmla="*/ 6 w 6"/>
                <a:gd name="T99" fmla="*/ 8 h 48"/>
                <a:gd name="T100" fmla="*/ 6 w 6"/>
                <a:gd name="T101" fmla="*/ 4 h 48"/>
                <a:gd name="T102" fmla="*/ 6 w 6"/>
                <a:gd name="T10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8">
                  <a:moveTo>
                    <a:pt x="0" y="18"/>
                  </a:moveTo>
                  <a:lnTo>
                    <a:pt x="0" y="24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33"/>
                  </a:lnTo>
                  <a:lnTo>
                    <a:pt x="0" y="36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1" y="35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5"/>
                  </a:lnTo>
                  <a:lnTo>
                    <a:pt x="2" y="25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29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30"/>
                  </a:lnTo>
                  <a:lnTo>
                    <a:pt x="2" y="29"/>
                  </a:lnTo>
                  <a:lnTo>
                    <a:pt x="3" y="29"/>
                  </a:lnTo>
                  <a:lnTo>
                    <a:pt x="3" y="30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3" y="31"/>
                  </a:lnTo>
                  <a:lnTo>
                    <a:pt x="4" y="35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43"/>
                  </a:lnTo>
                  <a:lnTo>
                    <a:pt x="4" y="44"/>
                  </a:lnTo>
                  <a:lnTo>
                    <a:pt x="4" y="46"/>
                  </a:lnTo>
                  <a:lnTo>
                    <a:pt x="4" y="48"/>
                  </a:lnTo>
                  <a:lnTo>
                    <a:pt x="4" y="48"/>
                  </a:lnTo>
                  <a:lnTo>
                    <a:pt x="4" y="45"/>
                  </a:lnTo>
                  <a:lnTo>
                    <a:pt x="5" y="42"/>
                  </a:lnTo>
                  <a:lnTo>
                    <a:pt x="5" y="39"/>
                  </a:lnTo>
                  <a:lnTo>
                    <a:pt x="5" y="34"/>
                  </a:lnTo>
                  <a:lnTo>
                    <a:pt x="5" y="28"/>
                  </a:lnTo>
                  <a:lnTo>
                    <a:pt x="5" y="22"/>
                  </a:lnTo>
                  <a:lnTo>
                    <a:pt x="5" y="19"/>
                  </a:lnTo>
                  <a:lnTo>
                    <a:pt x="5" y="16"/>
                  </a:lnTo>
                  <a:lnTo>
                    <a:pt x="5" y="10"/>
                  </a:lnTo>
                  <a:lnTo>
                    <a:pt x="5" y="6"/>
                  </a:lnTo>
                  <a:lnTo>
                    <a:pt x="5" y="7"/>
                  </a:lnTo>
                  <a:lnTo>
                    <a:pt x="6" y="8"/>
                  </a:lnTo>
                  <a:lnTo>
                    <a:pt x="6" y="4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98" name="Freeform 858"/>
            <p:cNvSpPr/>
            <p:nvPr/>
          </p:nvSpPr>
          <p:spPr bwMode="auto">
            <a:xfrm>
              <a:off x="4844" y="9392"/>
              <a:ext cx="15" cy="123"/>
            </a:xfrm>
            <a:custGeom>
              <a:avLst/>
              <a:gdLst>
                <a:gd name="T0" fmla="*/ 0 w 6"/>
                <a:gd name="T1" fmla="*/ 49 h 49"/>
                <a:gd name="T2" fmla="*/ 0 w 6"/>
                <a:gd name="T3" fmla="*/ 45 h 49"/>
                <a:gd name="T4" fmla="*/ 0 w 6"/>
                <a:gd name="T5" fmla="*/ 45 h 49"/>
                <a:gd name="T6" fmla="*/ 0 w 6"/>
                <a:gd name="T7" fmla="*/ 42 h 49"/>
                <a:gd name="T8" fmla="*/ 0 w 6"/>
                <a:gd name="T9" fmla="*/ 37 h 49"/>
                <a:gd name="T10" fmla="*/ 1 w 6"/>
                <a:gd name="T11" fmla="*/ 39 h 49"/>
                <a:gd name="T12" fmla="*/ 1 w 6"/>
                <a:gd name="T13" fmla="*/ 42 h 49"/>
                <a:gd name="T14" fmla="*/ 1 w 6"/>
                <a:gd name="T15" fmla="*/ 39 h 49"/>
                <a:gd name="T16" fmla="*/ 1 w 6"/>
                <a:gd name="T17" fmla="*/ 36 h 49"/>
                <a:gd name="T18" fmla="*/ 1 w 6"/>
                <a:gd name="T19" fmla="*/ 36 h 49"/>
                <a:gd name="T20" fmla="*/ 1 w 6"/>
                <a:gd name="T21" fmla="*/ 34 h 49"/>
                <a:gd name="T22" fmla="*/ 1 w 6"/>
                <a:gd name="T23" fmla="*/ 31 h 49"/>
                <a:gd name="T24" fmla="*/ 1 w 6"/>
                <a:gd name="T25" fmla="*/ 33 h 49"/>
                <a:gd name="T26" fmla="*/ 1 w 6"/>
                <a:gd name="T27" fmla="*/ 34 h 49"/>
                <a:gd name="T28" fmla="*/ 2 w 6"/>
                <a:gd name="T29" fmla="*/ 32 h 49"/>
                <a:gd name="T30" fmla="*/ 2 w 6"/>
                <a:gd name="T31" fmla="*/ 31 h 49"/>
                <a:gd name="T32" fmla="*/ 2 w 6"/>
                <a:gd name="T33" fmla="*/ 29 h 49"/>
                <a:gd name="T34" fmla="*/ 2 w 6"/>
                <a:gd name="T35" fmla="*/ 29 h 49"/>
                <a:gd name="T36" fmla="*/ 2 w 6"/>
                <a:gd name="T37" fmla="*/ 31 h 49"/>
                <a:gd name="T38" fmla="*/ 2 w 6"/>
                <a:gd name="T39" fmla="*/ 33 h 49"/>
                <a:gd name="T40" fmla="*/ 3 w 6"/>
                <a:gd name="T41" fmla="*/ 34 h 49"/>
                <a:gd name="T42" fmla="*/ 3 w 6"/>
                <a:gd name="T43" fmla="*/ 33 h 49"/>
                <a:gd name="T44" fmla="*/ 3 w 6"/>
                <a:gd name="T45" fmla="*/ 30 h 49"/>
                <a:gd name="T46" fmla="*/ 3 w 6"/>
                <a:gd name="T47" fmla="*/ 26 h 49"/>
                <a:gd name="T48" fmla="*/ 3 w 6"/>
                <a:gd name="T49" fmla="*/ 26 h 49"/>
                <a:gd name="T50" fmla="*/ 3 w 6"/>
                <a:gd name="T51" fmla="*/ 29 h 49"/>
                <a:gd name="T52" fmla="*/ 3 w 6"/>
                <a:gd name="T53" fmla="*/ 28 h 49"/>
                <a:gd name="T54" fmla="*/ 3 w 6"/>
                <a:gd name="T55" fmla="*/ 24 h 49"/>
                <a:gd name="T56" fmla="*/ 3 w 6"/>
                <a:gd name="T57" fmla="*/ 22 h 49"/>
                <a:gd name="T58" fmla="*/ 4 w 6"/>
                <a:gd name="T59" fmla="*/ 21 h 49"/>
                <a:gd name="T60" fmla="*/ 4 w 6"/>
                <a:gd name="T61" fmla="*/ 22 h 49"/>
                <a:gd name="T62" fmla="*/ 4 w 6"/>
                <a:gd name="T63" fmla="*/ 28 h 49"/>
                <a:gd name="T64" fmla="*/ 4 w 6"/>
                <a:gd name="T65" fmla="*/ 28 h 49"/>
                <a:gd name="T66" fmla="*/ 4 w 6"/>
                <a:gd name="T67" fmla="*/ 20 h 49"/>
                <a:gd name="T68" fmla="*/ 4 w 6"/>
                <a:gd name="T69" fmla="*/ 15 h 49"/>
                <a:gd name="T70" fmla="*/ 4 w 6"/>
                <a:gd name="T71" fmla="*/ 16 h 49"/>
                <a:gd name="T72" fmla="*/ 4 w 6"/>
                <a:gd name="T73" fmla="*/ 16 h 49"/>
                <a:gd name="T74" fmla="*/ 4 w 6"/>
                <a:gd name="T75" fmla="*/ 13 h 49"/>
                <a:gd name="T76" fmla="*/ 5 w 6"/>
                <a:gd name="T77" fmla="*/ 10 h 49"/>
                <a:gd name="T78" fmla="*/ 5 w 6"/>
                <a:gd name="T79" fmla="*/ 7 h 49"/>
                <a:gd name="T80" fmla="*/ 5 w 6"/>
                <a:gd name="T81" fmla="*/ 6 h 49"/>
                <a:gd name="T82" fmla="*/ 5 w 6"/>
                <a:gd name="T83" fmla="*/ 6 h 49"/>
                <a:gd name="T84" fmla="*/ 5 w 6"/>
                <a:gd name="T85" fmla="*/ 8 h 49"/>
                <a:gd name="T86" fmla="*/ 5 w 6"/>
                <a:gd name="T87" fmla="*/ 9 h 49"/>
                <a:gd name="T88" fmla="*/ 6 w 6"/>
                <a:gd name="T89" fmla="*/ 7 h 49"/>
                <a:gd name="T90" fmla="*/ 6 w 6"/>
                <a:gd name="T91" fmla="*/ 5 h 49"/>
                <a:gd name="T92" fmla="*/ 6 w 6"/>
                <a:gd name="T93" fmla="*/ 4 h 49"/>
                <a:gd name="T94" fmla="*/ 6 w 6"/>
                <a:gd name="T95" fmla="*/ 4 h 49"/>
                <a:gd name="T96" fmla="*/ 6 w 6"/>
                <a:gd name="T97" fmla="*/ 5 h 49"/>
                <a:gd name="T98" fmla="*/ 6 w 6"/>
                <a:gd name="T99" fmla="*/ 3 h 49"/>
                <a:gd name="T100" fmla="*/ 6 w 6"/>
                <a:gd name="T101" fmla="*/ 1 h 49"/>
                <a:gd name="T102" fmla="*/ 6 w 6"/>
                <a:gd name="T103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9">
                  <a:moveTo>
                    <a:pt x="0" y="49"/>
                  </a:moveTo>
                  <a:lnTo>
                    <a:pt x="0" y="45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37"/>
                  </a:lnTo>
                  <a:lnTo>
                    <a:pt x="1" y="39"/>
                  </a:lnTo>
                  <a:lnTo>
                    <a:pt x="1" y="42"/>
                  </a:lnTo>
                  <a:lnTo>
                    <a:pt x="1" y="39"/>
                  </a:lnTo>
                  <a:lnTo>
                    <a:pt x="1" y="36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3" y="34"/>
                  </a:lnTo>
                  <a:lnTo>
                    <a:pt x="3" y="33"/>
                  </a:lnTo>
                  <a:lnTo>
                    <a:pt x="3" y="30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29"/>
                  </a:lnTo>
                  <a:lnTo>
                    <a:pt x="3" y="28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4" y="21"/>
                  </a:lnTo>
                  <a:lnTo>
                    <a:pt x="4" y="22"/>
                  </a:lnTo>
                  <a:lnTo>
                    <a:pt x="4" y="28"/>
                  </a:lnTo>
                  <a:lnTo>
                    <a:pt x="4" y="28"/>
                  </a:lnTo>
                  <a:lnTo>
                    <a:pt x="4" y="20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3"/>
                  </a:lnTo>
                  <a:lnTo>
                    <a:pt x="5" y="10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8"/>
                  </a:lnTo>
                  <a:lnTo>
                    <a:pt x="5" y="9"/>
                  </a:lnTo>
                  <a:lnTo>
                    <a:pt x="6" y="7"/>
                  </a:lnTo>
                  <a:lnTo>
                    <a:pt x="6" y="5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99" name="Freeform 859"/>
            <p:cNvSpPr/>
            <p:nvPr/>
          </p:nvSpPr>
          <p:spPr bwMode="auto">
            <a:xfrm>
              <a:off x="4859" y="9342"/>
              <a:ext cx="18" cy="88"/>
            </a:xfrm>
            <a:custGeom>
              <a:avLst/>
              <a:gdLst>
                <a:gd name="T0" fmla="*/ 0 w 7"/>
                <a:gd name="T1" fmla="*/ 21 h 35"/>
                <a:gd name="T2" fmla="*/ 0 w 7"/>
                <a:gd name="T3" fmla="*/ 20 h 35"/>
                <a:gd name="T4" fmla="*/ 0 w 7"/>
                <a:gd name="T5" fmla="*/ 21 h 35"/>
                <a:gd name="T6" fmla="*/ 1 w 7"/>
                <a:gd name="T7" fmla="*/ 25 h 35"/>
                <a:gd name="T8" fmla="*/ 1 w 7"/>
                <a:gd name="T9" fmla="*/ 28 h 35"/>
                <a:gd name="T10" fmla="*/ 1 w 7"/>
                <a:gd name="T11" fmla="*/ 27 h 35"/>
                <a:gd name="T12" fmla="*/ 1 w 7"/>
                <a:gd name="T13" fmla="*/ 26 h 35"/>
                <a:gd name="T14" fmla="*/ 1 w 7"/>
                <a:gd name="T15" fmla="*/ 30 h 35"/>
                <a:gd name="T16" fmla="*/ 1 w 7"/>
                <a:gd name="T17" fmla="*/ 33 h 35"/>
                <a:gd name="T18" fmla="*/ 2 w 7"/>
                <a:gd name="T19" fmla="*/ 33 h 35"/>
                <a:gd name="T20" fmla="*/ 2 w 7"/>
                <a:gd name="T21" fmla="*/ 34 h 35"/>
                <a:gd name="T22" fmla="*/ 2 w 7"/>
                <a:gd name="T23" fmla="*/ 35 h 35"/>
                <a:gd name="T24" fmla="*/ 2 w 7"/>
                <a:gd name="T25" fmla="*/ 32 h 35"/>
                <a:gd name="T26" fmla="*/ 2 w 7"/>
                <a:gd name="T27" fmla="*/ 29 h 35"/>
                <a:gd name="T28" fmla="*/ 2 w 7"/>
                <a:gd name="T29" fmla="*/ 30 h 35"/>
                <a:gd name="T30" fmla="*/ 2 w 7"/>
                <a:gd name="T31" fmla="*/ 27 h 35"/>
                <a:gd name="T32" fmla="*/ 2 w 7"/>
                <a:gd name="T33" fmla="*/ 22 h 35"/>
                <a:gd name="T34" fmla="*/ 2 w 7"/>
                <a:gd name="T35" fmla="*/ 18 h 35"/>
                <a:gd name="T36" fmla="*/ 2 w 7"/>
                <a:gd name="T37" fmla="*/ 18 h 35"/>
                <a:gd name="T38" fmla="*/ 3 w 7"/>
                <a:gd name="T39" fmla="*/ 18 h 35"/>
                <a:gd name="T40" fmla="*/ 3 w 7"/>
                <a:gd name="T41" fmla="*/ 17 h 35"/>
                <a:gd name="T42" fmla="*/ 3 w 7"/>
                <a:gd name="T43" fmla="*/ 18 h 35"/>
                <a:gd name="T44" fmla="*/ 3 w 7"/>
                <a:gd name="T45" fmla="*/ 19 h 35"/>
                <a:gd name="T46" fmla="*/ 3 w 7"/>
                <a:gd name="T47" fmla="*/ 19 h 35"/>
                <a:gd name="T48" fmla="*/ 3 w 7"/>
                <a:gd name="T49" fmla="*/ 19 h 35"/>
                <a:gd name="T50" fmla="*/ 3 w 7"/>
                <a:gd name="T51" fmla="*/ 18 h 35"/>
                <a:gd name="T52" fmla="*/ 3 w 7"/>
                <a:gd name="T53" fmla="*/ 17 h 35"/>
                <a:gd name="T54" fmla="*/ 3 w 7"/>
                <a:gd name="T55" fmla="*/ 16 h 35"/>
                <a:gd name="T56" fmla="*/ 4 w 7"/>
                <a:gd name="T57" fmla="*/ 13 h 35"/>
                <a:gd name="T58" fmla="*/ 4 w 7"/>
                <a:gd name="T59" fmla="*/ 11 h 35"/>
                <a:gd name="T60" fmla="*/ 4 w 7"/>
                <a:gd name="T61" fmla="*/ 9 h 35"/>
                <a:gd name="T62" fmla="*/ 4 w 7"/>
                <a:gd name="T63" fmla="*/ 5 h 35"/>
                <a:gd name="T64" fmla="*/ 4 w 7"/>
                <a:gd name="T65" fmla="*/ 3 h 35"/>
                <a:gd name="T66" fmla="*/ 4 w 7"/>
                <a:gd name="T67" fmla="*/ 4 h 35"/>
                <a:gd name="T68" fmla="*/ 5 w 7"/>
                <a:gd name="T69" fmla="*/ 5 h 35"/>
                <a:gd name="T70" fmla="*/ 5 w 7"/>
                <a:gd name="T71" fmla="*/ 5 h 35"/>
                <a:gd name="T72" fmla="*/ 5 w 7"/>
                <a:gd name="T73" fmla="*/ 7 h 35"/>
                <a:gd name="T74" fmla="*/ 5 w 7"/>
                <a:gd name="T75" fmla="*/ 8 h 35"/>
                <a:gd name="T76" fmla="*/ 5 w 7"/>
                <a:gd name="T77" fmla="*/ 9 h 35"/>
                <a:gd name="T78" fmla="*/ 5 w 7"/>
                <a:gd name="T79" fmla="*/ 11 h 35"/>
                <a:gd name="T80" fmla="*/ 5 w 7"/>
                <a:gd name="T81" fmla="*/ 14 h 35"/>
                <a:gd name="T82" fmla="*/ 5 w 7"/>
                <a:gd name="T83" fmla="*/ 15 h 35"/>
                <a:gd name="T84" fmla="*/ 5 w 7"/>
                <a:gd name="T85" fmla="*/ 14 h 35"/>
                <a:gd name="T86" fmla="*/ 6 w 7"/>
                <a:gd name="T87" fmla="*/ 13 h 35"/>
                <a:gd name="T88" fmla="*/ 6 w 7"/>
                <a:gd name="T89" fmla="*/ 11 h 35"/>
                <a:gd name="T90" fmla="*/ 6 w 7"/>
                <a:gd name="T91" fmla="*/ 9 h 35"/>
                <a:gd name="T92" fmla="*/ 6 w 7"/>
                <a:gd name="T93" fmla="*/ 9 h 35"/>
                <a:gd name="T94" fmla="*/ 6 w 7"/>
                <a:gd name="T95" fmla="*/ 8 h 35"/>
                <a:gd name="T96" fmla="*/ 6 w 7"/>
                <a:gd name="T97" fmla="*/ 6 h 35"/>
                <a:gd name="T98" fmla="*/ 7 w 7"/>
                <a:gd name="T99" fmla="*/ 3 h 35"/>
                <a:gd name="T100" fmla="*/ 7 w 7"/>
                <a:gd name="T101" fmla="*/ 2 h 35"/>
                <a:gd name="T102" fmla="*/ 7 w 7"/>
                <a:gd name="T103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35">
                  <a:moveTo>
                    <a:pt x="0" y="21"/>
                  </a:moveTo>
                  <a:lnTo>
                    <a:pt x="0" y="20"/>
                  </a:lnTo>
                  <a:lnTo>
                    <a:pt x="0" y="21"/>
                  </a:lnTo>
                  <a:lnTo>
                    <a:pt x="1" y="25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1" y="30"/>
                  </a:lnTo>
                  <a:lnTo>
                    <a:pt x="1" y="33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27"/>
                  </a:lnTo>
                  <a:lnTo>
                    <a:pt x="2" y="22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3" y="18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4" y="9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4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7"/>
                  </a:lnTo>
                  <a:lnTo>
                    <a:pt x="5" y="8"/>
                  </a:lnTo>
                  <a:lnTo>
                    <a:pt x="5" y="9"/>
                  </a:lnTo>
                  <a:lnTo>
                    <a:pt x="5" y="11"/>
                  </a:lnTo>
                  <a:lnTo>
                    <a:pt x="5" y="14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6" y="13"/>
                  </a:lnTo>
                  <a:lnTo>
                    <a:pt x="6" y="11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8"/>
                  </a:lnTo>
                  <a:lnTo>
                    <a:pt x="6" y="6"/>
                  </a:lnTo>
                  <a:lnTo>
                    <a:pt x="7" y="3"/>
                  </a:lnTo>
                  <a:lnTo>
                    <a:pt x="7" y="2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0" name="Freeform 860"/>
            <p:cNvSpPr/>
            <p:nvPr/>
          </p:nvSpPr>
          <p:spPr bwMode="auto">
            <a:xfrm>
              <a:off x="4876" y="9240"/>
              <a:ext cx="15" cy="143"/>
            </a:xfrm>
            <a:custGeom>
              <a:avLst/>
              <a:gdLst>
                <a:gd name="T0" fmla="*/ 0 w 6"/>
                <a:gd name="T1" fmla="*/ 43 h 57"/>
                <a:gd name="T2" fmla="*/ 0 w 6"/>
                <a:gd name="T3" fmla="*/ 41 h 57"/>
                <a:gd name="T4" fmla="*/ 0 w 6"/>
                <a:gd name="T5" fmla="*/ 39 h 57"/>
                <a:gd name="T6" fmla="*/ 0 w 6"/>
                <a:gd name="T7" fmla="*/ 38 h 57"/>
                <a:gd name="T8" fmla="*/ 0 w 6"/>
                <a:gd name="T9" fmla="*/ 35 h 57"/>
                <a:gd name="T10" fmla="*/ 0 w 6"/>
                <a:gd name="T11" fmla="*/ 30 h 57"/>
                <a:gd name="T12" fmla="*/ 0 w 6"/>
                <a:gd name="T13" fmla="*/ 28 h 57"/>
                <a:gd name="T14" fmla="*/ 0 w 6"/>
                <a:gd name="T15" fmla="*/ 27 h 57"/>
                <a:gd name="T16" fmla="*/ 1 w 6"/>
                <a:gd name="T17" fmla="*/ 25 h 57"/>
                <a:gd name="T18" fmla="*/ 1 w 6"/>
                <a:gd name="T19" fmla="*/ 23 h 57"/>
                <a:gd name="T20" fmla="*/ 1 w 6"/>
                <a:gd name="T21" fmla="*/ 20 h 57"/>
                <a:gd name="T22" fmla="*/ 1 w 6"/>
                <a:gd name="T23" fmla="*/ 18 h 57"/>
                <a:gd name="T24" fmla="*/ 1 w 6"/>
                <a:gd name="T25" fmla="*/ 16 h 57"/>
                <a:gd name="T26" fmla="*/ 1 w 6"/>
                <a:gd name="T27" fmla="*/ 14 h 57"/>
                <a:gd name="T28" fmla="*/ 1 w 6"/>
                <a:gd name="T29" fmla="*/ 12 h 57"/>
                <a:gd name="T30" fmla="*/ 1 w 6"/>
                <a:gd name="T31" fmla="*/ 10 h 57"/>
                <a:gd name="T32" fmla="*/ 1 w 6"/>
                <a:gd name="T33" fmla="*/ 8 h 57"/>
                <a:gd name="T34" fmla="*/ 2 w 6"/>
                <a:gd name="T35" fmla="*/ 7 h 57"/>
                <a:gd name="T36" fmla="*/ 2 w 6"/>
                <a:gd name="T37" fmla="*/ 8 h 57"/>
                <a:gd name="T38" fmla="*/ 2 w 6"/>
                <a:gd name="T39" fmla="*/ 8 h 57"/>
                <a:gd name="T40" fmla="*/ 2 w 6"/>
                <a:gd name="T41" fmla="*/ 7 h 57"/>
                <a:gd name="T42" fmla="*/ 2 w 6"/>
                <a:gd name="T43" fmla="*/ 4 h 57"/>
                <a:gd name="T44" fmla="*/ 2 w 6"/>
                <a:gd name="T45" fmla="*/ 3 h 57"/>
                <a:gd name="T46" fmla="*/ 3 w 6"/>
                <a:gd name="T47" fmla="*/ 3 h 57"/>
                <a:gd name="T48" fmla="*/ 3 w 6"/>
                <a:gd name="T49" fmla="*/ 3 h 57"/>
                <a:gd name="T50" fmla="*/ 3 w 6"/>
                <a:gd name="T51" fmla="*/ 3 h 57"/>
                <a:gd name="T52" fmla="*/ 3 w 6"/>
                <a:gd name="T53" fmla="*/ 2 h 57"/>
                <a:gd name="T54" fmla="*/ 3 w 6"/>
                <a:gd name="T55" fmla="*/ 0 h 57"/>
                <a:gd name="T56" fmla="*/ 3 w 6"/>
                <a:gd name="T57" fmla="*/ 0 h 57"/>
                <a:gd name="T58" fmla="*/ 3 w 6"/>
                <a:gd name="T59" fmla="*/ 2 h 57"/>
                <a:gd name="T60" fmla="*/ 3 w 6"/>
                <a:gd name="T61" fmla="*/ 5 h 57"/>
                <a:gd name="T62" fmla="*/ 3 w 6"/>
                <a:gd name="T63" fmla="*/ 7 h 57"/>
                <a:gd name="T64" fmla="*/ 3 w 6"/>
                <a:gd name="T65" fmla="*/ 8 h 57"/>
                <a:gd name="T66" fmla="*/ 4 w 6"/>
                <a:gd name="T67" fmla="*/ 10 h 57"/>
                <a:gd name="T68" fmla="*/ 4 w 6"/>
                <a:gd name="T69" fmla="*/ 13 h 57"/>
                <a:gd name="T70" fmla="*/ 4 w 6"/>
                <a:gd name="T71" fmla="*/ 17 h 57"/>
                <a:gd name="T72" fmla="*/ 4 w 6"/>
                <a:gd name="T73" fmla="*/ 20 h 57"/>
                <a:gd name="T74" fmla="*/ 4 w 6"/>
                <a:gd name="T75" fmla="*/ 22 h 57"/>
                <a:gd name="T76" fmla="*/ 4 w 6"/>
                <a:gd name="T77" fmla="*/ 24 h 57"/>
                <a:gd name="T78" fmla="*/ 5 w 6"/>
                <a:gd name="T79" fmla="*/ 26 h 57"/>
                <a:gd name="T80" fmla="*/ 5 w 6"/>
                <a:gd name="T81" fmla="*/ 29 h 57"/>
                <a:gd name="T82" fmla="*/ 5 w 6"/>
                <a:gd name="T83" fmla="*/ 31 h 57"/>
                <a:gd name="T84" fmla="*/ 5 w 6"/>
                <a:gd name="T85" fmla="*/ 36 h 57"/>
                <a:gd name="T86" fmla="*/ 5 w 6"/>
                <a:gd name="T87" fmla="*/ 41 h 57"/>
                <a:gd name="T88" fmla="*/ 5 w 6"/>
                <a:gd name="T89" fmla="*/ 44 h 57"/>
                <a:gd name="T90" fmla="*/ 5 w 6"/>
                <a:gd name="T91" fmla="*/ 46 h 57"/>
                <a:gd name="T92" fmla="*/ 5 w 6"/>
                <a:gd name="T93" fmla="*/ 50 h 57"/>
                <a:gd name="T94" fmla="*/ 5 w 6"/>
                <a:gd name="T95" fmla="*/ 52 h 57"/>
                <a:gd name="T96" fmla="*/ 6 w 6"/>
                <a:gd name="T97" fmla="*/ 54 h 57"/>
                <a:gd name="T98" fmla="*/ 6 w 6"/>
                <a:gd name="T99" fmla="*/ 56 h 57"/>
                <a:gd name="T100" fmla="*/ 6 w 6"/>
                <a:gd name="T101" fmla="*/ 57 h 57"/>
                <a:gd name="T102" fmla="*/ 6 w 6"/>
                <a:gd name="T103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7">
                  <a:moveTo>
                    <a:pt x="0" y="43"/>
                  </a:moveTo>
                  <a:lnTo>
                    <a:pt x="0" y="41"/>
                  </a:lnTo>
                  <a:lnTo>
                    <a:pt x="0" y="39"/>
                  </a:lnTo>
                  <a:lnTo>
                    <a:pt x="0" y="38"/>
                  </a:lnTo>
                  <a:lnTo>
                    <a:pt x="0" y="35"/>
                  </a:lnTo>
                  <a:lnTo>
                    <a:pt x="0" y="30"/>
                  </a:lnTo>
                  <a:lnTo>
                    <a:pt x="0" y="28"/>
                  </a:lnTo>
                  <a:lnTo>
                    <a:pt x="0" y="27"/>
                  </a:lnTo>
                  <a:lnTo>
                    <a:pt x="1" y="25"/>
                  </a:lnTo>
                  <a:lnTo>
                    <a:pt x="1" y="23"/>
                  </a:lnTo>
                  <a:lnTo>
                    <a:pt x="1" y="20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1" y="8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7"/>
                  </a:lnTo>
                  <a:lnTo>
                    <a:pt x="2" y="4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2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8"/>
                  </a:lnTo>
                  <a:lnTo>
                    <a:pt x="4" y="10"/>
                  </a:lnTo>
                  <a:lnTo>
                    <a:pt x="4" y="13"/>
                  </a:lnTo>
                  <a:lnTo>
                    <a:pt x="4" y="17"/>
                  </a:lnTo>
                  <a:lnTo>
                    <a:pt x="4" y="20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5" y="26"/>
                  </a:lnTo>
                  <a:lnTo>
                    <a:pt x="5" y="29"/>
                  </a:lnTo>
                  <a:lnTo>
                    <a:pt x="5" y="31"/>
                  </a:lnTo>
                  <a:lnTo>
                    <a:pt x="5" y="36"/>
                  </a:lnTo>
                  <a:lnTo>
                    <a:pt x="5" y="41"/>
                  </a:lnTo>
                  <a:lnTo>
                    <a:pt x="5" y="44"/>
                  </a:lnTo>
                  <a:lnTo>
                    <a:pt x="5" y="46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4"/>
                  </a:lnTo>
                  <a:lnTo>
                    <a:pt x="6" y="56"/>
                  </a:lnTo>
                  <a:lnTo>
                    <a:pt x="6" y="57"/>
                  </a:lnTo>
                  <a:lnTo>
                    <a:pt x="6" y="5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1" name="Freeform 861"/>
            <p:cNvSpPr/>
            <p:nvPr/>
          </p:nvSpPr>
          <p:spPr bwMode="auto">
            <a:xfrm>
              <a:off x="4891" y="9377"/>
              <a:ext cx="15" cy="243"/>
            </a:xfrm>
            <a:custGeom>
              <a:avLst/>
              <a:gdLst>
                <a:gd name="T0" fmla="*/ 0 w 6"/>
                <a:gd name="T1" fmla="*/ 2 h 97"/>
                <a:gd name="T2" fmla="*/ 0 w 6"/>
                <a:gd name="T3" fmla="*/ 2 h 97"/>
                <a:gd name="T4" fmla="*/ 0 w 6"/>
                <a:gd name="T5" fmla="*/ 1 h 97"/>
                <a:gd name="T6" fmla="*/ 0 w 6"/>
                <a:gd name="T7" fmla="*/ 0 h 97"/>
                <a:gd name="T8" fmla="*/ 1 w 6"/>
                <a:gd name="T9" fmla="*/ 1 h 97"/>
                <a:gd name="T10" fmla="*/ 1 w 6"/>
                <a:gd name="T11" fmla="*/ 3 h 97"/>
                <a:gd name="T12" fmla="*/ 1 w 6"/>
                <a:gd name="T13" fmla="*/ 5 h 97"/>
                <a:gd name="T14" fmla="*/ 1 w 6"/>
                <a:gd name="T15" fmla="*/ 7 h 97"/>
                <a:gd name="T16" fmla="*/ 1 w 6"/>
                <a:gd name="T17" fmla="*/ 8 h 97"/>
                <a:gd name="T18" fmla="*/ 1 w 6"/>
                <a:gd name="T19" fmla="*/ 11 h 97"/>
                <a:gd name="T20" fmla="*/ 1 w 6"/>
                <a:gd name="T21" fmla="*/ 16 h 97"/>
                <a:gd name="T22" fmla="*/ 1 w 6"/>
                <a:gd name="T23" fmla="*/ 21 h 97"/>
                <a:gd name="T24" fmla="*/ 1 w 6"/>
                <a:gd name="T25" fmla="*/ 25 h 97"/>
                <a:gd name="T26" fmla="*/ 2 w 6"/>
                <a:gd name="T27" fmla="*/ 28 h 97"/>
                <a:gd name="T28" fmla="*/ 2 w 6"/>
                <a:gd name="T29" fmla="*/ 32 h 97"/>
                <a:gd name="T30" fmla="*/ 2 w 6"/>
                <a:gd name="T31" fmla="*/ 35 h 97"/>
                <a:gd name="T32" fmla="*/ 2 w 6"/>
                <a:gd name="T33" fmla="*/ 37 h 97"/>
                <a:gd name="T34" fmla="*/ 2 w 6"/>
                <a:gd name="T35" fmla="*/ 39 h 97"/>
                <a:gd name="T36" fmla="*/ 2 w 6"/>
                <a:gd name="T37" fmla="*/ 42 h 97"/>
                <a:gd name="T38" fmla="*/ 2 w 6"/>
                <a:gd name="T39" fmla="*/ 40 h 97"/>
                <a:gd name="T40" fmla="*/ 2 w 6"/>
                <a:gd name="T41" fmla="*/ 36 h 97"/>
                <a:gd name="T42" fmla="*/ 2 w 6"/>
                <a:gd name="T43" fmla="*/ 37 h 97"/>
                <a:gd name="T44" fmla="*/ 3 w 6"/>
                <a:gd name="T45" fmla="*/ 40 h 97"/>
                <a:gd name="T46" fmla="*/ 3 w 6"/>
                <a:gd name="T47" fmla="*/ 39 h 97"/>
                <a:gd name="T48" fmla="*/ 3 w 6"/>
                <a:gd name="T49" fmla="*/ 38 h 97"/>
                <a:gd name="T50" fmla="*/ 3 w 6"/>
                <a:gd name="T51" fmla="*/ 40 h 97"/>
                <a:gd name="T52" fmla="*/ 3 w 6"/>
                <a:gd name="T53" fmla="*/ 43 h 97"/>
                <a:gd name="T54" fmla="*/ 3 w 6"/>
                <a:gd name="T55" fmla="*/ 44 h 97"/>
                <a:gd name="T56" fmla="*/ 4 w 6"/>
                <a:gd name="T57" fmla="*/ 46 h 97"/>
                <a:gd name="T58" fmla="*/ 4 w 6"/>
                <a:gd name="T59" fmla="*/ 48 h 97"/>
                <a:gd name="T60" fmla="*/ 4 w 6"/>
                <a:gd name="T61" fmla="*/ 49 h 97"/>
                <a:gd name="T62" fmla="*/ 4 w 6"/>
                <a:gd name="T63" fmla="*/ 51 h 97"/>
                <a:gd name="T64" fmla="*/ 4 w 6"/>
                <a:gd name="T65" fmla="*/ 52 h 97"/>
                <a:gd name="T66" fmla="*/ 4 w 6"/>
                <a:gd name="T67" fmla="*/ 50 h 97"/>
                <a:gd name="T68" fmla="*/ 4 w 6"/>
                <a:gd name="T69" fmla="*/ 50 h 97"/>
                <a:gd name="T70" fmla="*/ 4 w 6"/>
                <a:gd name="T71" fmla="*/ 52 h 97"/>
                <a:gd name="T72" fmla="*/ 4 w 6"/>
                <a:gd name="T73" fmla="*/ 54 h 97"/>
                <a:gd name="T74" fmla="*/ 5 w 6"/>
                <a:gd name="T75" fmla="*/ 55 h 97"/>
                <a:gd name="T76" fmla="*/ 5 w 6"/>
                <a:gd name="T77" fmla="*/ 57 h 97"/>
                <a:gd name="T78" fmla="*/ 5 w 6"/>
                <a:gd name="T79" fmla="*/ 58 h 97"/>
                <a:gd name="T80" fmla="*/ 5 w 6"/>
                <a:gd name="T81" fmla="*/ 63 h 97"/>
                <a:gd name="T82" fmla="*/ 5 w 6"/>
                <a:gd name="T83" fmla="*/ 71 h 97"/>
                <a:gd name="T84" fmla="*/ 5 w 6"/>
                <a:gd name="T85" fmla="*/ 77 h 97"/>
                <a:gd name="T86" fmla="*/ 6 w 6"/>
                <a:gd name="T87" fmla="*/ 81 h 97"/>
                <a:gd name="T88" fmla="*/ 6 w 6"/>
                <a:gd name="T89" fmla="*/ 84 h 97"/>
                <a:gd name="T90" fmla="*/ 6 w 6"/>
                <a:gd name="T91" fmla="*/ 86 h 97"/>
                <a:gd name="T92" fmla="*/ 6 w 6"/>
                <a:gd name="T93" fmla="*/ 91 h 97"/>
                <a:gd name="T94" fmla="*/ 6 w 6"/>
                <a:gd name="T95" fmla="*/ 97 h 97"/>
                <a:gd name="T96" fmla="*/ 6 w 6"/>
                <a:gd name="T97" fmla="*/ 97 h 97"/>
                <a:gd name="T98" fmla="*/ 6 w 6"/>
                <a:gd name="T99" fmla="*/ 93 h 97"/>
                <a:gd name="T100" fmla="*/ 6 w 6"/>
                <a:gd name="T101" fmla="*/ 93 h 97"/>
                <a:gd name="T102" fmla="*/ 6 w 6"/>
                <a:gd name="T103" fmla="*/ 96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7">
                  <a:moveTo>
                    <a:pt x="0" y="2"/>
                  </a:move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11"/>
                  </a:lnTo>
                  <a:lnTo>
                    <a:pt x="1" y="16"/>
                  </a:lnTo>
                  <a:lnTo>
                    <a:pt x="1" y="21"/>
                  </a:lnTo>
                  <a:lnTo>
                    <a:pt x="1" y="25"/>
                  </a:lnTo>
                  <a:lnTo>
                    <a:pt x="2" y="28"/>
                  </a:lnTo>
                  <a:lnTo>
                    <a:pt x="2" y="32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3" y="40"/>
                  </a:lnTo>
                  <a:lnTo>
                    <a:pt x="3" y="39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3" y="43"/>
                  </a:lnTo>
                  <a:lnTo>
                    <a:pt x="3" y="44"/>
                  </a:lnTo>
                  <a:lnTo>
                    <a:pt x="4" y="46"/>
                  </a:lnTo>
                  <a:lnTo>
                    <a:pt x="4" y="48"/>
                  </a:lnTo>
                  <a:lnTo>
                    <a:pt x="4" y="49"/>
                  </a:lnTo>
                  <a:lnTo>
                    <a:pt x="4" y="51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4" y="52"/>
                  </a:lnTo>
                  <a:lnTo>
                    <a:pt x="4" y="54"/>
                  </a:lnTo>
                  <a:lnTo>
                    <a:pt x="5" y="55"/>
                  </a:lnTo>
                  <a:lnTo>
                    <a:pt x="5" y="57"/>
                  </a:lnTo>
                  <a:lnTo>
                    <a:pt x="5" y="58"/>
                  </a:lnTo>
                  <a:lnTo>
                    <a:pt x="5" y="63"/>
                  </a:lnTo>
                  <a:lnTo>
                    <a:pt x="5" y="71"/>
                  </a:lnTo>
                  <a:lnTo>
                    <a:pt x="5" y="77"/>
                  </a:lnTo>
                  <a:lnTo>
                    <a:pt x="6" y="81"/>
                  </a:lnTo>
                  <a:lnTo>
                    <a:pt x="6" y="84"/>
                  </a:lnTo>
                  <a:lnTo>
                    <a:pt x="6" y="86"/>
                  </a:lnTo>
                  <a:lnTo>
                    <a:pt x="6" y="91"/>
                  </a:lnTo>
                  <a:lnTo>
                    <a:pt x="6" y="97"/>
                  </a:lnTo>
                  <a:lnTo>
                    <a:pt x="6" y="97"/>
                  </a:lnTo>
                  <a:lnTo>
                    <a:pt x="6" y="93"/>
                  </a:lnTo>
                  <a:lnTo>
                    <a:pt x="6" y="93"/>
                  </a:lnTo>
                  <a:lnTo>
                    <a:pt x="6" y="9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2" name="Freeform 862"/>
            <p:cNvSpPr/>
            <p:nvPr/>
          </p:nvSpPr>
          <p:spPr bwMode="auto">
            <a:xfrm>
              <a:off x="4906" y="9482"/>
              <a:ext cx="18" cy="135"/>
            </a:xfrm>
            <a:custGeom>
              <a:avLst/>
              <a:gdLst>
                <a:gd name="T0" fmla="*/ 0 w 7"/>
                <a:gd name="T1" fmla="*/ 51 h 54"/>
                <a:gd name="T2" fmla="*/ 0 w 7"/>
                <a:gd name="T3" fmla="*/ 54 h 54"/>
                <a:gd name="T4" fmla="*/ 0 w 7"/>
                <a:gd name="T5" fmla="*/ 52 h 54"/>
                <a:gd name="T6" fmla="*/ 1 w 7"/>
                <a:gd name="T7" fmla="*/ 48 h 54"/>
                <a:gd name="T8" fmla="*/ 1 w 7"/>
                <a:gd name="T9" fmla="*/ 48 h 54"/>
                <a:gd name="T10" fmla="*/ 1 w 7"/>
                <a:gd name="T11" fmla="*/ 47 h 54"/>
                <a:gd name="T12" fmla="*/ 1 w 7"/>
                <a:gd name="T13" fmla="*/ 44 h 54"/>
                <a:gd name="T14" fmla="*/ 1 w 7"/>
                <a:gd name="T15" fmla="*/ 42 h 54"/>
                <a:gd name="T16" fmla="*/ 1 w 7"/>
                <a:gd name="T17" fmla="*/ 43 h 54"/>
                <a:gd name="T18" fmla="*/ 1 w 7"/>
                <a:gd name="T19" fmla="*/ 45 h 54"/>
                <a:gd name="T20" fmla="*/ 1 w 7"/>
                <a:gd name="T21" fmla="*/ 44 h 54"/>
                <a:gd name="T22" fmla="*/ 1 w 7"/>
                <a:gd name="T23" fmla="*/ 40 h 54"/>
                <a:gd name="T24" fmla="*/ 2 w 7"/>
                <a:gd name="T25" fmla="*/ 40 h 54"/>
                <a:gd name="T26" fmla="*/ 2 w 7"/>
                <a:gd name="T27" fmla="*/ 41 h 54"/>
                <a:gd name="T28" fmla="*/ 2 w 7"/>
                <a:gd name="T29" fmla="*/ 40 h 54"/>
                <a:gd name="T30" fmla="*/ 2 w 7"/>
                <a:gd name="T31" fmla="*/ 38 h 54"/>
                <a:gd name="T32" fmla="*/ 2 w 7"/>
                <a:gd name="T33" fmla="*/ 41 h 54"/>
                <a:gd name="T34" fmla="*/ 2 w 7"/>
                <a:gd name="T35" fmla="*/ 42 h 54"/>
                <a:gd name="T36" fmla="*/ 3 w 7"/>
                <a:gd name="T37" fmla="*/ 39 h 54"/>
                <a:gd name="T38" fmla="*/ 3 w 7"/>
                <a:gd name="T39" fmla="*/ 40 h 54"/>
                <a:gd name="T40" fmla="*/ 3 w 7"/>
                <a:gd name="T41" fmla="*/ 42 h 54"/>
                <a:gd name="T42" fmla="*/ 3 w 7"/>
                <a:gd name="T43" fmla="*/ 42 h 54"/>
                <a:gd name="T44" fmla="*/ 3 w 7"/>
                <a:gd name="T45" fmla="*/ 44 h 54"/>
                <a:gd name="T46" fmla="*/ 3 w 7"/>
                <a:gd name="T47" fmla="*/ 49 h 54"/>
                <a:gd name="T48" fmla="*/ 3 w 7"/>
                <a:gd name="T49" fmla="*/ 49 h 54"/>
                <a:gd name="T50" fmla="*/ 3 w 7"/>
                <a:gd name="T51" fmla="*/ 47 h 54"/>
                <a:gd name="T52" fmla="*/ 3 w 7"/>
                <a:gd name="T53" fmla="*/ 46 h 54"/>
                <a:gd name="T54" fmla="*/ 4 w 7"/>
                <a:gd name="T55" fmla="*/ 45 h 54"/>
                <a:gd name="T56" fmla="*/ 4 w 7"/>
                <a:gd name="T57" fmla="*/ 45 h 54"/>
                <a:gd name="T58" fmla="*/ 4 w 7"/>
                <a:gd name="T59" fmla="*/ 48 h 54"/>
                <a:gd name="T60" fmla="*/ 4 w 7"/>
                <a:gd name="T61" fmla="*/ 49 h 54"/>
                <a:gd name="T62" fmla="*/ 4 w 7"/>
                <a:gd name="T63" fmla="*/ 47 h 54"/>
                <a:gd name="T64" fmla="*/ 4 w 7"/>
                <a:gd name="T65" fmla="*/ 42 h 54"/>
                <a:gd name="T66" fmla="*/ 5 w 7"/>
                <a:gd name="T67" fmla="*/ 41 h 54"/>
                <a:gd name="T68" fmla="*/ 5 w 7"/>
                <a:gd name="T69" fmla="*/ 45 h 54"/>
                <a:gd name="T70" fmla="*/ 5 w 7"/>
                <a:gd name="T71" fmla="*/ 52 h 54"/>
                <a:gd name="T72" fmla="*/ 5 w 7"/>
                <a:gd name="T73" fmla="*/ 53 h 54"/>
                <a:gd name="T74" fmla="*/ 5 w 7"/>
                <a:gd name="T75" fmla="*/ 48 h 54"/>
                <a:gd name="T76" fmla="*/ 5 w 7"/>
                <a:gd name="T77" fmla="*/ 43 h 54"/>
                <a:gd name="T78" fmla="*/ 5 w 7"/>
                <a:gd name="T79" fmla="*/ 39 h 54"/>
                <a:gd name="T80" fmla="*/ 5 w 7"/>
                <a:gd name="T81" fmla="*/ 36 h 54"/>
                <a:gd name="T82" fmla="*/ 5 w 7"/>
                <a:gd name="T83" fmla="*/ 37 h 54"/>
                <a:gd name="T84" fmla="*/ 6 w 7"/>
                <a:gd name="T85" fmla="*/ 38 h 54"/>
                <a:gd name="T86" fmla="*/ 6 w 7"/>
                <a:gd name="T87" fmla="*/ 32 h 54"/>
                <a:gd name="T88" fmla="*/ 6 w 7"/>
                <a:gd name="T89" fmla="*/ 23 h 54"/>
                <a:gd name="T90" fmla="*/ 6 w 7"/>
                <a:gd name="T91" fmla="*/ 19 h 54"/>
                <a:gd name="T92" fmla="*/ 6 w 7"/>
                <a:gd name="T93" fmla="*/ 18 h 54"/>
                <a:gd name="T94" fmla="*/ 6 w 7"/>
                <a:gd name="T95" fmla="*/ 20 h 54"/>
                <a:gd name="T96" fmla="*/ 6 w 7"/>
                <a:gd name="T97" fmla="*/ 21 h 54"/>
                <a:gd name="T98" fmla="*/ 6 w 7"/>
                <a:gd name="T99" fmla="*/ 17 h 54"/>
                <a:gd name="T100" fmla="*/ 6 w 7"/>
                <a:gd name="T101" fmla="*/ 8 h 54"/>
                <a:gd name="T102" fmla="*/ 7 w 7"/>
                <a:gd name="T10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4">
                  <a:moveTo>
                    <a:pt x="0" y="51"/>
                  </a:moveTo>
                  <a:lnTo>
                    <a:pt x="0" y="54"/>
                  </a:lnTo>
                  <a:lnTo>
                    <a:pt x="0" y="52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47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1" y="43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0"/>
                  </a:lnTo>
                  <a:lnTo>
                    <a:pt x="2" y="40"/>
                  </a:lnTo>
                  <a:lnTo>
                    <a:pt x="2" y="41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41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3" y="40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3" y="47"/>
                  </a:lnTo>
                  <a:lnTo>
                    <a:pt x="3" y="46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8"/>
                  </a:lnTo>
                  <a:lnTo>
                    <a:pt x="4" y="49"/>
                  </a:lnTo>
                  <a:lnTo>
                    <a:pt x="4" y="47"/>
                  </a:lnTo>
                  <a:lnTo>
                    <a:pt x="4" y="42"/>
                  </a:lnTo>
                  <a:lnTo>
                    <a:pt x="5" y="41"/>
                  </a:lnTo>
                  <a:lnTo>
                    <a:pt x="5" y="45"/>
                  </a:lnTo>
                  <a:lnTo>
                    <a:pt x="5" y="52"/>
                  </a:lnTo>
                  <a:lnTo>
                    <a:pt x="5" y="53"/>
                  </a:lnTo>
                  <a:lnTo>
                    <a:pt x="5" y="48"/>
                  </a:lnTo>
                  <a:lnTo>
                    <a:pt x="5" y="43"/>
                  </a:lnTo>
                  <a:lnTo>
                    <a:pt x="5" y="39"/>
                  </a:lnTo>
                  <a:lnTo>
                    <a:pt x="5" y="36"/>
                  </a:lnTo>
                  <a:lnTo>
                    <a:pt x="5" y="37"/>
                  </a:lnTo>
                  <a:lnTo>
                    <a:pt x="6" y="38"/>
                  </a:lnTo>
                  <a:lnTo>
                    <a:pt x="6" y="32"/>
                  </a:lnTo>
                  <a:lnTo>
                    <a:pt x="6" y="23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6" y="17"/>
                  </a:lnTo>
                  <a:lnTo>
                    <a:pt x="6" y="8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3" name="Freeform 863"/>
            <p:cNvSpPr/>
            <p:nvPr/>
          </p:nvSpPr>
          <p:spPr bwMode="auto">
            <a:xfrm>
              <a:off x="4921" y="9275"/>
              <a:ext cx="18" cy="228"/>
            </a:xfrm>
            <a:custGeom>
              <a:avLst/>
              <a:gdLst>
                <a:gd name="T0" fmla="*/ 0 w 7"/>
                <a:gd name="T1" fmla="*/ 91 h 91"/>
                <a:gd name="T2" fmla="*/ 1 w 7"/>
                <a:gd name="T3" fmla="*/ 83 h 91"/>
                <a:gd name="T4" fmla="*/ 1 w 7"/>
                <a:gd name="T5" fmla="*/ 80 h 91"/>
                <a:gd name="T6" fmla="*/ 1 w 7"/>
                <a:gd name="T7" fmla="*/ 81 h 91"/>
                <a:gd name="T8" fmla="*/ 1 w 7"/>
                <a:gd name="T9" fmla="*/ 80 h 91"/>
                <a:gd name="T10" fmla="*/ 1 w 7"/>
                <a:gd name="T11" fmla="*/ 73 h 91"/>
                <a:gd name="T12" fmla="*/ 1 w 7"/>
                <a:gd name="T13" fmla="*/ 65 h 91"/>
                <a:gd name="T14" fmla="*/ 2 w 7"/>
                <a:gd name="T15" fmla="*/ 58 h 91"/>
                <a:gd name="T16" fmla="*/ 2 w 7"/>
                <a:gd name="T17" fmla="*/ 53 h 91"/>
                <a:gd name="T18" fmla="*/ 2 w 7"/>
                <a:gd name="T19" fmla="*/ 49 h 91"/>
                <a:gd name="T20" fmla="*/ 2 w 7"/>
                <a:gd name="T21" fmla="*/ 48 h 91"/>
                <a:gd name="T22" fmla="*/ 2 w 7"/>
                <a:gd name="T23" fmla="*/ 46 h 91"/>
                <a:gd name="T24" fmla="*/ 2 w 7"/>
                <a:gd name="T25" fmla="*/ 41 h 91"/>
                <a:gd name="T26" fmla="*/ 2 w 7"/>
                <a:gd name="T27" fmla="*/ 37 h 91"/>
                <a:gd name="T28" fmla="*/ 2 w 7"/>
                <a:gd name="T29" fmla="*/ 37 h 91"/>
                <a:gd name="T30" fmla="*/ 2 w 7"/>
                <a:gd name="T31" fmla="*/ 40 h 91"/>
                <a:gd name="T32" fmla="*/ 2 w 7"/>
                <a:gd name="T33" fmla="*/ 42 h 91"/>
                <a:gd name="T34" fmla="*/ 3 w 7"/>
                <a:gd name="T35" fmla="*/ 43 h 91"/>
                <a:gd name="T36" fmla="*/ 3 w 7"/>
                <a:gd name="T37" fmla="*/ 44 h 91"/>
                <a:gd name="T38" fmla="*/ 3 w 7"/>
                <a:gd name="T39" fmla="*/ 41 h 91"/>
                <a:gd name="T40" fmla="*/ 3 w 7"/>
                <a:gd name="T41" fmla="*/ 38 h 91"/>
                <a:gd name="T42" fmla="*/ 3 w 7"/>
                <a:gd name="T43" fmla="*/ 38 h 91"/>
                <a:gd name="T44" fmla="*/ 3 w 7"/>
                <a:gd name="T45" fmla="*/ 37 h 91"/>
                <a:gd name="T46" fmla="*/ 4 w 7"/>
                <a:gd name="T47" fmla="*/ 33 h 91"/>
                <a:gd name="T48" fmla="*/ 4 w 7"/>
                <a:gd name="T49" fmla="*/ 28 h 91"/>
                <a:gd name="T50" fmla="*/ 4 w 7"/>
                <a:gd name="T51" fmla="*/ 26 h 91"/>
                <a:gd name="T52" fmla="*/ 4 w 7"/>
                <a:gd name="T53" fmla="*/ 26 h 91"/>
                <a:gd name="T54" fmla="*/ 4 w 7"/>
                <a:gd name="T55" fmla="*/ 23 h 91"/>
                <a:gd name="T56" fmla="*/ 4 w 7"/>
                <a:gd name="T57" fmla="*/ 20 h 91"/>
                <a:gd name="T58" fmla="*/ 4 w 7"/>
                <a:gd name="T59" fmla="*/ 21 h 91"/>
                <a:gd name="T60" fmla="*/ 4 w 7"/>
                <a:gd name="T61" fmla="*/ 24 h 91"/>
                <a:gd name="T62" fmla="*/ 4 w 7"/>
                <a:gd name="T63" fmla="*/ 24 h 91"/>
                <a:gd name="T64" fmla="*/ 5 w 7"/>
                <a:gd name="T65" fmla="*/ 25 h 91"/>
                <a:gd name="T66" fmla="*/ 5 w 7"/>
                <a:gd name="T67" fmla="*/ 25 h 91"/>
                <a:gd name="T68" fmla="*/ 5 w 7"/>
                <a:gd name="T69" fmla="*/ 24 h 91"/>
                <a:gd name="T70" fmla="*/ 5 w 7"/>
                <a:gd name="T71" fmla="*/ 22 h 91"/>
                <a:gd name="T72" fmla="*/ 5 w 7"/>
                <a:gd name="T73" fmla="*/ 20 h 91"/>
                <a:gd name="T74" fmla="*/ 5 w 7"/>
                <a:gd name="T75" fmla="*/ 17 h 91"/>
                <a:gd name="T76" fmla="*/ 5 w 7"/>
                <a:gd name="T77" fmla="*/ 14 h 91"/>
                <a:gd name="T78" fmla="*/ 5 w 7"/>
                <a:gd name="T79" fmla="*/ 12 h 91"/>
                <a:gd name="T80" fmla="*/ 5 w 7"/>
                <a:gd name="T81" fmla="*/ 7 h 91"/>
                <a:gd name="T82" fmla="*/ 6 w 7"/>
                <a:gd name="T83" fmla="*/ 2 h 91"/>
                <a:gd name="T84" fmla="*/ 6 w 7"/>
                <a:gd name="T85" fmla="*/ 0 h 91"/>
                <a:gd name="T86" fmla="*/ 6 w 7"/>
                <a:gd name="T87" fmla="*/ 2 h 91"/>
                <a:gd name="T88" fmla="*/ 6 w 7"/>
                <a:gd name="T89" fmla="*/ 3 h 91"/>
                <a:gd name="T90" fmla="*/ 6 w 7"/>
                <a:gd name="T91" fmla="*/ 3 h 91"/>
                <a:gd name="T92" fmla="*/ 6 w 7"/>
                <a:gd name="T93" fmla="*/ 3 h 91"/>
                <a:gd name="T94" fmla="*/ 7 w 7"/>
                <a:gd name="T95" fmla="*/ 2 h 91"/>
                <a:gd name="T96" fmla="*/ 7 w 7"/>
                <a:gd name="T97" fmla="*/ 3 h 91"/>
                <a:gd name="T98" fmla="*/ 7 w 7"/>
                <a:gd name="T99" fmla="*/ 5 h 91"/>
                <a:gd name="T100" fmla="*/ 7 w 7"/>
                <a:gd name="T101" fmla="*/ 7 h 91"/>
                <a:gd name="T102" fmla="*/ 7 w 7"/>
                <a:gd name="T103" fmla="*/ 8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1">
                  <a:moveTo>
                    <a:pt x="0" y="91"/>
                  </a:moveTo>
                  <a:lnTo>
                    <a:pt x="1" y="83"/>
                  </a:lnTo>
                  <a:lnTo>
                    <a:pt x="1" y="80"/>
                  </a:lnTo>
                  <a:lnTo>
                    <a:pt x="1" y="81"/>
                  </a:lnTo>
                  <a:lnTo>
                    <a:pt x="1" y="80"/>
                  </a:lnTo>
                  <a:lnTo>
                    <a:pt x="1" y="73"/>
                  </a:lnTo>
                  <a:lnTo>
                    <a:pt x="1" y="65"/>
                  </a:lnTo>
                  <a:lnTo>
                    <a:pt x="2" y="58"/>
                  </a:lnTo>
                  <a:lnTo>
                    <a:pt x="2" y="53"/>
                  </a:lnTo>
                  <a:lnTo>
                    <a:pt x="2" y="49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2" y="41"/>
                  </a:lnTo>
                  <a:lnTo>
                    <a:pt x="2" y="37"/>
                  </a:lnTo>
                  <a:lnTo>
                    <a:pt x="2" y="37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3" y="43"/>
                  </a:lnTo>
                  <a:lnTo>
                    <a:pt x="3" y="44"/>
                  </a:lnTo>
                  <a:lnTo>
                    <a:pt x="3" y="41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37"/>
                  </a:lnTo>
                  <a:lnTo>
                    <a:pt x="4" y="33"/>
                  </a:lnTo>
                  <a:lnTo>
                    <a:pt x="4" y="28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4" y="23"/>
                  </a:lnTo>
                  <a:lnTo>
                    <a:pt x="4" y="20"/>
                  </a:lnTo>
                  <a:lnTo>
                    <a:pt x="4" y="21"/>
                  </a:lnTo>
                  <a:lnTo>
                    <a:pt x="4" y="24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5" y="24"/>
                  </a:lnTo>
                  <a:lnTo>
                    <a:pt x="5" y="22"/>
                  </a:lnTo>
                  <a:lnTo>
                    <a:pt x="5" y="20"/>
                  </a:lnTo>
                  <a:lnTo>
                    <a:pt x="5" y="17"/>
                  </a:lnTo>
                  <a:lnTo>
                    <a:pt x="5" y="14"/>
                  </a:lnTo>
                  <a:lnTo>
                    <a:pt x="5" y="12"/>
                  </a:lnTo>
                  <a:lnTo>
                    <a:pt x="5" y="7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7" y="2"/>
                  </a:lnTo>
                  <a:lnTo>
                    <a:pt x="7" y="3"/>
                  </a:lnTo>
                  <a:lnTo>
                    <a:pt x="7" y="5"/>
                  </a:lnTo>
                  <a:lnTo>
                    <a:pt x="7" y="7"/>
                  </a:lnTo>
                  <a:lnTo>
                    <a:pt x="7" y="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4" name="Freeform 864"/>
            <p:cNvSpPr/>
            <p:nvPr/>
          </p:nvSpPr>
          <p:spPr bwMode="auto">
            <a:xfrm>
              <a:off x="4939" y="9267"/>
              <a:ext cx="15" cy="143"/>
            </a:xfrm>
            <a:custGeom>
              <a:avLst/>
              <a:gdLst>
                <a:gd name="T0" fmla="*/ 0 w 6"/>
                <a:gd name="T1" fmla="*/ 10 h 57"/>
                <a:gd name="T2" fmla="*/ 0 w 6"/>
                <a:gd name="T3" fmla="*/ 11 h 57"/>
                <a:gd name="T4" fmla="*/ 0 w 6"/>
                <a:gd name="T5" fmla="*/ 11 h 57"/>
                <a:gd name="T6" fmla="*/ 0 w 6"/>
                <a:gd name="T7" fmla="*/ 8 h 57"/>
                <a:gd name="T8" fmla="*/ 0 w 6"/>
                <a:gd name="T9" fmla="*/ 6 h 57"/>
                <a:gd name="T10" fmla="*/ 0 w 6"/>
                <a:gd name="T11" fmla="*/ 4 h 57"/>
                <a:gd name="T12" fmla="*/ 1 w 6"/>
                <a:gd name="T13" fmla="*/ 4 h 57"/>
                <a:gd name="T14" fmla="*/ 1 w 6"/>
                <a:gd name="T15" fmla="*/ 5 h 57"/>
                <a:gd name="T16" fmla="*/ 1 w 6"/>
                <a:gd name="T17" fmla="*/ 5 h 57"/>
                <a:gd name="T18" fmla="*/ 1 w 6"/>
                <a:gd name="T19" fmla="*/ 3 h 57"/>
                <a:gd name="T20" fmla="*/ 1 w 6"/>
                <a:gd name="T21" fmla="*/ 1 h 57"/>
                <a:gd name="T22" fmla="*/ 1 w 6"/>
                <a:gd name="T23" fmla="*/ 0 h 57"/>
                <a:gd name="T24" fmla="*/ 2 w 6"/>
                <a:gd name="T25" fmla="*/ 3 h 57"/>
                <a:gd name="T26" fmla="*/ 2 w 6"/>
                <a:gd name="T27" fmla="*/ 6 h 57"/>
                <a:gd name="T28" fmla="*/ 2 w 6"/>
                <a:gd name="T29" fmla="*/ 7 h 57"/>
                <a:gd name="T30" fmla="*/ 2 w 6"/>
                <a:gd name="T31" fmla="*/ 7 h 57"/>
                <a:gd name="T32" fmla="*/ 2 w 6"/>
                <a:gd name="T33" fmla="*/ 7 h 57"/>
                <a:gd name="T34" fmla="*/ 2 w 6"/>
                <a:gd name="T35" fmla="*/ 6 h 57"/>
                <a:gd name="T36" fmla="*/ 2 w 6"/>
                <a:gd name="T37" fmla="*/ 5 h 57"/>
                <a:gd name="T38" fmla="*/ 2 w 6"/>
                <a:gd name="T39" fmla="*/ 9 h 57"/>
                <a:gd name="T40" fmla="*/ 2 w 6"/>
                <a:gd name="T41" fmla="*/ 12 h 57"/>
                <a:gd name="T42" fmla="*/ 3 w 6"/>
                <a:gd name="T43" fmla="*/ 12 h 57"/>
                <a:gd name="T44" fmla="*/ 3 w 6"/>
                <a:gd name="T45" fmla="*/ 12 h 57"/>
                <a:gd name="T46" fmla="*/ 3 w 6"/>
                <a:gd name="T47" fmla="*/ 12 h 57"/>
                <a:gd name="T48" fmla="*/ 3 w 6"/>
                <a:gd name="T49" fmla="*/ 14 h 57"/>
                <a:gd name="T50" fmla="*/ 3 w 6"/>
                <a:gd name="T51" fmla="*/ 18 h 57"/>
                <a:gd name="T52" fmla="*/ 3 w 6"/>
                <a:gd name="T53" fmla="*/ 22 h 57"/>
                <a:gd name="T54" fmla="*/ 3 w 6"/>
                <a:gd name="T55" fmla="*/ 25 h 57"/>
                <a:gd name="T56" fmla="*/ 3 w 6"/>
                <a:gd name="T57" fmla="*/ 27 h 57"/>
                <a:gd name="T58" fmla="*/ 3 w 6"/>
                <a:gd name="T59" fmla="*/ 27 h 57"/>
                <a:gd name="T60" fmla="*/ 4 w 6"/>
                <a:gd name="T61" fmla="*/ 29 h 57"/>
                <a:gd name="T62" fmla="*/ 4 w 6"/>
                <a:gd name="T63" fmla="*/ 34 h 57"/>
                <a:gd name="T64" fmla="*/ 4 w 6"/>
                <a:gd name="T65" fmla="*/ 37 h 57"/>
                <a:gd name="T66" fmla="*/ 4 w 6"/>
                <a:gd name="T67" fmla="*/ 39 h 57"/>
                <a:gd name="T68" fmla="*/ 4 w 6"/>
                <a:gd name="T69" fmla="*/ 39 h 57"/>
                <a:gd name="T70" fmla="*/ 4 w 6"/>
                <a:gd name="T71" fmla="*/ 40 h 57"/>
                <a:gd name="T72" fmla="*/ 4 w 6"/>
                <a:gd name="T73" fmla="*/ 42 h 57"/>
                <a:gd name="T74" fmla="*/ 5 w 6"/>
                <a:gd name="T75" fmla="*/ 44 h 57"/>
                <a:gd name="T76" fmla="*/ 5 w 6"/>
                <a:gd name="T77" fmla="*/ 48 h 57"/>
                <a:gd name="T78" fmla="*/ 5 w 6"/>
                <a:gd name="T79" fmla="*/ 51 h 57"/>
                <a:gd name="T80" fmla="*/ 5 w 6"/>
                <a:gd name="T81" fmla="*/ 52 h 57"/>
                <a:gd name="T82" fmla="*/ 5 w 6"/>
                <a:gd name="T83" fmla="*/ 52 h 57"/>
                <a:gd name="T84" fmla="*/ 5 w 6"/>
                <a:gd name="T85" fmla="*/ 51 h 57"/>
                <a:gd name="T86" fmla="*/ 5 w 6"/>
                <a:gd name="T87" fmla="*/ 52 h 57"/>
                <a:gd name="T88" fmla="*/ 5 w 6"/>
                <a:gd name="T89" fmla="*/ 54 h 57"/>
                <a:gd name="T90" fmla="*/ 5 w 6"/>
                <a:gd name="T91" fmla="*/ 55 h 57"/>
                <a:gd name="T92" fmla="*/ 6 w 6"/>
                <a:gd name="T93" fmla="*/ 54 h 57"/>
                <a:gd name="T94" fmla="*/ 6 w 6"/>
                <a:gd name="T95" fmla="*/ 56 h 57"/>
                <a:gd name="T96" fmla="*/ 6 w 6"/>
                <a:gd name="T97" fmla="*/ 56 h 57"/>
                <a:gd name="T98" fmla="*/ 6 w 6"/>
                <a:gd name="T99" fmla="*/ 56 h 57"/>
                <a:gd name="T100" fmla="*/ 6 w 6"/>
                <a:gd name="T101" fmla="*/ 57 h 57"/>
                <a:gd name="T102" fmla="*/ 6 w 6"/>
                <a:gd name="T103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7">
                  <a:moveTo>
                    <a:pt x="0" y="1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2" y="3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9"/>
                  </a:lnTo>
                  <a:lnTo>
                    <a:pt x="2" y="12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4"/>
                  </a:lnTo>
                  <a:lnTo>
                    <a:pt x="3" y="18"/>
                  </a:lnTo>
                  <a:lnTo>
                    <a:pt x="3" y="22"/>
                  </a:lnTo>
                  <a:lnTo>
                    <a:pt x="3" y="25"/>
                  </a:lnTo>
                  <a:lnTo>
                    <a:pt x="3" y="27"/>
                  </a:lnTo>
                  <a:lnTo>
                    <a:pt x="3" y="27"/>
                  </a:lnTo>
                  <a:lnTo>
                    <a:pt x="4" y="29"/>
                  </a:lnTo>
                  <a:lnTo>
                    <a:pt x="4" y="34"/>
                  </a:lnTo>
                  <a:lnTo>
                    <a:pt x="4" y="37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4" y="40"/>
                  </a:lnTo>
                  <a:lnTo>
                    <a:pt x="4" y="42"/>
                  </a:lnTo>
                  <a:lnTo>
                    <a:pt x="5" y="44"/>
                  </a:lnTo>
                  <a:lnTo>
                    <a:pt x="5" y="48"/>
                  </a:lnTo>
                  <a:lnTo>
                    <a:pt x="5" y="51"/>
                  </a:lnTo>
                  <a:lnTo>
                    <a:pt x="5" y="52"/>
                  </a:lnTo>
                  <a:lnTo>
                    <a:pt x="5" y="52"/>
                  </a:lnTo>
                  <a:lnTo>
                    <a:pt x="5" y="51"/>
                  </a:lnTo>
                  <a:lnTo>
                    <a:pt x="5" y="52"/>
                  </a:lnTo>
                  <a:lnTo>
                    <a:pt x="5" y="54"/>
                  </a:lnTo>
                  <a:lnTo>
                    <a:pt x="5" y="55"/>
                  </a:lnTo>
                  <a:lnTo>
                    <a:pt x="6" y="54"/>
                  </a:lnTo>
                  <a:lnTo>
                    <a:pt x="6" y="56"/>
                  </a:lnTo>
                  <a:lnTo>
                    <a:pt x="6" y="56"/>
                  </a:lnTo>
                  <a:lnTo>
                    <a:pt x="6" y="56"/>
                  </a:lnTo>
                  <a:lnTo>
                    <a:pt x="6" y="57"/>
                  </a:lnTo>
                  <a:lnTo>
                    <a:pt x="6" y="57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5" name="Freeform 865"/>
            <p:cNvSpPr/>
            <p:nvPr/>
          </p:nvSpPr>
          <p:spPr bwMode="auto">
            <a:xfrm>
              <a:off x="4954" y="9382"/>
              <a:ext cx="18" cy="50"/>
            </a:xfrm>
            <a:custGeom>
              <a:avLst/>
              <a:gdLst>
                <a:gd name="T0" fmla="*/ 0 w 7"/>
                <a:gd name="T1" fmla="*/ 11 h 20"/>
                <a:gd name="T2" fmla="*/ 0 w 7"/>
                <a:gd name="T3" fmla="*/ 11 h 20"/>
                <a:gd name="T4" fmla="*/ 1 w 7"/>
                <a:gd name="T5" fmla="*/ 11 h 20"/>
                <a:gd name="T6" fmla="*/ 1 w 7"/>
                <a:gd name="T7" fmla="*/ 13 h 20"/>
                <a:gd name="T8" fmla="*/ 1 w 7"/>
                <a:gd name="T9" fmla="*/ 14 h 20"/>
                <a:gd name="T10" fmla="*/ 1 w 7"/>
                <a:gd name="T11" fmla="*/ 14 h 20"/>
                <a:gd name="T12" fmla="*/ 1 w 7"/>
                <a:gd name="T13" fmla="*/ 14 h 20"/>
                <a:gd name="T14" fmla="*/ 1 w 7"/>
                <a:gd name="T15" fmla="*/ 14 h 20"/>
                <a:gd name="T16" fmla="*/ 1 w 7"/>
                <a:gd name="T17" fmla="*/ 13 h 20"/>
                <a:gd name="T18" fmla="*/ 1 w 7"/>
                <a:gd name="T19" fmla="*/ 13 h 20"/>
                <a:gd name="T20" fmla="*/ 1 w 7"/>
                <a:gd name="T21" fmla="*/ 11 h 20"/>
                <a:gd name="T22" fmla="*/ 2 w 7"/>
                <a:gd name="T23" fmla="*/ 9 h 20"/>
                <a:gd name="T24" fmla="*/ 2 w 7"/>
                <a:gd name="T25" fmla="*/ 6 h 20"/>
                <a:gd name="T26" fmla="*/ 2 w 7"/>
                <a:gd name="T27" fmla="*/ 2 h 20"/>
                <a:gd name="T28" fmla="*/ 2 w 7"/>
                <a:gd name="T29" fmla="*/ 0 h 20"/>
                <a:gd name="T30" fmla="*/ 2 w 7"/>
                <a:gd name="T31" fmla="*/ 0 h 20"/>
                <a:gd name="T32" fmla="*/ 2 w 7"/>
                <a:gd name="T33" fmla="*/ 2 h 20"/>
                <a:gd name="T34" fmla="*/ 2 w 7"/>
                <a:gd name="T35" fmla="*/ 4 h 20"/>
                <a:gd name="T36" fmla="*/ 2 w 7"/>
                <a:gd name="T37" fmla="*/ 5 h 20"/>
                <a:gd name="T38" fmla="*/ 2 w 7"/>
                <a:gd name="T39" fmla="*/ 6 h 20"/>
                <a:gd name="T40" fmla="*/ 3 w 7"/>
                <a:gd name="T41" fmla="*/ 8 h 20"/>
                <a:gd name="T42" fmla="*/ 3 w 7"/>
                <a:gd name="T43" fmla="*/ 10 h 20"/>
                <a:gd name="T44" fmla="*/ 3 w 7"/>
                <a:gd name="T45" fmla="*/ 14 h 20"/>
                <a:gd name="T46" fmla="*/ 3 w 7"/>
                <a:gd name="T47" fmla="*/ 15 h 20"/>
                <a:gd name="T48" fmla="*/ 3 w 7"/>
                <a:gd name="T49" fmla="*/ 15 h 20"/>
                <a:gd name="T50" fmla="*/ 3 w 7"/>
                <a:gd name="T51" fmla="*/ 13 h 20"/>
                <a:gd name="T52" fmla="*/ 4 w 7"/>
                <a:gd name="T53" fmla="*/ 13 h 20"/>
                <a:gd name="T54" fmla="*/ 4 w 7"/>
                <a:gd name="T55" fmla="*/ 13 h 20"/>
                <a:gd name="T56" fmla="*/ 4 w 7"/>
                <a:gd name="T57" fmla="*/ 12 h 20"/>
                <a:gd name="T58" fmla="*/ 4 w 7"/>
                <a:gd name="T59" fmla="*/ 12 h 20"/>
                <a:gd name="T60" fmla="*/ 4 w 7"/>
                <a:gd name="T61" fmla="*/ 12 h 20"/>
                <a:gd name="T62" fmla="*/ 4 w 7"/>
                <a:gd name="T63" fmla="*/ 11 h 20"/>
                <a:gd name="T64" fmla="*/ 4 w 7"/>
                <a:gd name="T65" fmla="*/ 10 h 20"/>
                <a:gd name="T66" fmla="*/ 4 w 7"/>
                <a:gd name="T67" fmla="*/ 10 h 20"/>
                <a:gd name="T68" fmla="*/ 4 w 7"/>
                <a:gd name="T69" fmla="*/ 13 h 20"/>
                <a:gd name="T70" fmla="*/ 5 w 7"/>
                <a:gd name="T71" fmla="*/ 16 h 20"/>
                <a:gd name="T72" fmla="*/ 5 w 7"/>
                <a:gd name="T73" fmla="*/ 16 h 20"/>
                <a:gd name="T74" fmla="*/ 5 w 7"/>
                <a:gd name="T75" fmla="*/ 15 h 20"/>
                <a:gd name="T76" fmla="*/ 5 w 7"/>
                <a:gd name="T77" fmla="*/ 14 h 20"/>
                <a:gd name="T78" fmla="*/ 5 w 7"/>
                <a:gd name="T79" fmla="*/ 14 h 20"/>
                <a:gd name="T80" fmla="*/ 5 w 7"/>
                <a:gd name="T81" fmla="*/ 12 h 20"/>
                <a:gd name="T82" fmla="*/ 6 w 7"/>
                <a:gd name="T83" fmla="*/ 9 h 20"/>
                <a:gd name="T84" fmla="*/ 6 w 7"/>
                <a:gd name="T85" fmla="*/ 8 h 20"/>
                <a:gd name="T86" fmla="*/ 6 w 7"/>
                <a:gd name="T87" fmla="*/ 6 h 20"/>
                <a:gd name="T88" fmla="*/ 6 w 7"/>
                <a:gd name="T89" fmla="*/ 2 h 20"/>
                <a:gd name="T90" fmla="*/ 6 w 7"/>
                <a:gd name="T91" fmla="*/ 1 h 20"/>
                <a:gd name="T92" fmla="*/ 6 w 7"/>
                <a:gd name="T93" fmla="*/ 3 h 20"/>
                <a:gd name="T94" fmla="*/ 6 w 7"/>
                <a:gd name="T95" fmla="*/ 5 h 20"/>
                <a:gd name="T96" fmla="*/ 6 w 7"/>
                <a:gd name="T97" fmla="*/ 8 h 20"/>
                <a:gd name="T98" fmla="*/ 6 w 7"/>
                <a:gd name="T99" fmla="*/ 12 h 20"/>
                <a:gd name="T100" fmla="*/ 6 w 7"/>
                <a:gd name="T101" fmla="*/ 15 h 20"/>
                <a:gd name="T102" fmla="*/ 7 w 7"/>
                <a:gd name="T10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20">
                  <a:moveTo>
                    <a:pt x="0" y="11"/>
                  </a:moveTo>
                  <a:lnTo>
                    <a:pt x="0" y="11"/>
                  </a:lnTo>
                  <a:lnTo>
                    <a:pt x="1" y="11"/>
                  </a:lnTo>
                  <a:lnTo>
                    <a:pt x="1" y="13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2" y="9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6"/>
                  </a:lnTo>
                  <a:lnTo>
                    <a:pt x="3" y="8"/>
                  </a:lnTo>
                  <a:lnTo>
                    <a:pt x="3" y="10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3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5" y="12"/>
                  </a:lnTo>
                  <a:lnTo>
                    <a:pt x="6" y="9"/>
                  </a:lnTo>
                  <a:lnTo>
                    <a:pt x="6" y="8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8"/>
                  </a:lnTo>
                  <a:lnTo>
                    <a:pt x="6" y="12"/>
                  </a:lnTo>
                  <a:lnTo>
                    <a:pt x="6" y="15"/>
                  </a:lnTo>
                  <a:lnTo>
                    <a:pt x="7" y="2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6" name="Freeform 866"/>
            <p:cNvSpPr/>
            <p:nvPr/>
          </p:nvSpPr>
          <p:spPr bwMode="auto">
            <a:xfrm>
              <a:off x="4969" y="9420"/>
              <a:ext cx="18" cy="248"/>
            </a:xfrm>
            <a:custGeom>
              <a:avLst/>
              <a:gdLst>
                <a:gd name="T0" fmla="*/ 0 w 7"/>
                <a:gd name="T1" fmla="*/ 0 h 99"/>
                <a:gd name="T2" fmla="*/ 1 w 7"/>
                <a:gd name="T3" fmla="*/ 5 h 99"/>
                <a:gd name="T4" fmla="*/ 1 w 7"/>
                <a:gd name="T5" fmla="*/ 11 h 99"/>
                <a:gd name="T6" fmla="*/ 1 w 7"/>
                <a:gd name="T7" fmla="*/ 18 h 99"/>
                <a:gd name="T8" fmla="*/ 1 w 7"/>
                <a:gd name="T9" fmla="*/ 23 h 99"/>
                <a:gd name="T10" fmla="*/ 1 w 7"/>
                <a:gd name="T11" fmla="*/ 27 h 99"/>
                <a:gd name="T12" fmla="*/ 1 w 7"/>
                <a:gd name="T13" fmla="*/ 30 h 99"/>
                <a:gd name="T14" fmla="*/ 1 w 7"/>
                <a:gd name="T15" fmla="*/ 32 h 99"/>
                <a:gd name="T16" fmla="*/ 1 w 7"/>
                <a:gd name="T17" fmla="*/ 33 h 99"/>
                <a:gd name="T18" fmla="*/ 1 w 7"/>
                <a:gd name="T19" fmla="*/ 35 h 99"/>
                <a:gd name="T20" fmla="*/ 2 w 7"/>
                <a:gd name="T21" fmla="*/ 38 h 99"/>
                <a:gd name="T22" fmla="*/ 2 w 7"/>
                <a:gd name="T23" fmla="*/ 38 h 99"/>
                <a:gd name="T24" fmla="*/ 2 w 7"/>
                <a:gd name="T25" fmla="*/ 38 h 99"/>
                <a:gd name="T26" fmla="*/ 2 w 7"/>
                <a:gd name="T27" fmla="*/ 37 h 99"/>
                <a:gd name="T28" fmla="*/ 2 w 7"/>
                <a:gd name="T29" fmla="*/ 37 h 99"/>
                <a:gd name="T30" fmla="*/ 2 w 7"/>
                <a:gd name="T31" fmla="*/ 37 h 99"/>
                <a:gd name="T32" fmla="*/ 3 w 7"/>
                <a:gd name="T33" fmla="*/ 37 h 99"/>
                <a:gd name="T34" fmla="*/ 3 w 7"/>
                <a:gd name="T35" fmla="*/ 37 h 99"/>
                <a:gd name="T36" fmla="*/ 3 w 7"/>
                <a:gd name="T37" fmla="*/ 36 h 99"/>
                <a:gd name="T38" fmla="*/ 3 w 7"/>
                <a:gd name="T39" fmla="*/ 37 h 99"/>
                <a:gd name="T40" fmla="*/ 3 w 7"/>
                <a:gd name="T41" fmla="*/ 37 h 99"/>
                <a:gd name="T42" fmla="*/ 3 w 7"/>
                <a:gd name="T43" fmla="*/ 37 h 99"/>
                <a:gd name="T44" fmla="*/ 3 w 7"/>
                <a:gd name="T45" fmla="*/ 38 h 99"/>
                <a:gd name="T46" fmla="*/ 3 w 7"/>
                <a:gd name="T47" fmla="*/ 40 h 99"/>
                <a:gd name="T48" fmla="*/ 3 w 7"/>
                <a:gd name="T49" fmla="*/ 42 h 99"/>
                <a:gd name="T50" fmla="*/ 4 w 7"/>
                <a:gd name="T51" fmla="*/ 42 h 99"/>
                <a:gd name="T52" fmla="*/ 4 w 7"/>
                <a:gd name="T53" fmla="*/ 45 h 99"/>
                <a:gd name="T54" fmla="*/ 4 w 7"/>
                <a:gd name="T55" fmla="*/ 47 h 99"/>
                <a:gd name="T56" fmla="*/ 4 w 7"/>
                <a:gd name="T57" fmla="*/ 44 h 99"/>
                <a:gd name="T58" fmla="*/ 4 w 7"/>
                <a:gd name="T59" fmla="*/ 43 h 99"/>
                <a:gd name="T60" fmla="*/ 4 w 7"/>
                <a:gd name="T61" fmla="*/ 49 h 99"/>
                <a:gd name="T62" fmla="*/ 5 w 7"/>
                <a:gd name="T63" fmla="*/ 55 h 99"/>
                <a:gd name="T64" fmla="*/ 5 w 7"/>
                <a:gd name="T65" fmla="*/ 55 h 99"/>
                <a:gd name="T66" fmla="*/ 5 w 7"/>
                <a:gd name="T67" fmla="*/ 54 h 99"/>
                <a:gd name="T68" fmla="*/ 5 w 7"/>
                <a:gd name="T69" fmla="*/ 57 h 99"/>
                <a:gd name="T70" fmla="*/ 5 w 7"/>
                <a:gd name="T71" fmla="*/ 57 h 99"/>
                <a:gd name="T72" fmla="*/ 5 w 7"/>
                <a:gd name="T73" fmla="*/ 54 h 99"/>
                <a:gd name="T74" fmla="*/ 5 w 7"/>
                <a:gd name="T75" fmla="*/ 57 h 99"/>
                <a:gd name="T76" fmla="*/ 5 w 7"/>
                <a:gd name="T77" fmla="*/ 66 h 99"/>
                <a:gd name="T78" fmla="*/ 5 w 7"/>
                <a:gd name="T79" fmla="*/ 70 h 99"/>
                <a:gd name="T80" fmla="*/ 6 w 7"/>
                <a:gd name="T81" fmla="*/ 65 h 99"/>
                <a:gd name="T82" fmla="*/ 6 w 7"/>
                <a:gd name="T83" fmla="*/ 63 h 99"/>
                <a:gd name="T84" fmla="*/ 6 w 7"/>
                <a:gd name="T85" fmla="*/ 68 h 99"/>
                <a:gd name="T86" fmla="*/ 6 w 7"/>
                <a:gd name="T87" fmla="*/ 74 h 99"/>
                <a:gd name="T88" fmla="*/ 6 w 7"/>
                <a:gd name="T89" fmla="*/ 77 h 99"/>
                <a:gd name="T90" fmla="*/ 6 w 7"/>
                <a:gd name="T91" fmla="*/ 80 h 99"/>
                <a:gd name="T92" fmla="*/ 6 w 7"/>
                <a:gd name="T93" fmla="*/ 84 h 99"/>
                <a:gd name="T94" fmla="*/ 6 w 7"/>
                <a:gd name="T95" fmla="*/ 83 h 99"/>
                <a:gd name="T96" fmla="*/ 6 w 7"/>
                <a:gd name="T97" fmla="*/ 82 h 99"/>
                <a:gd name="T98" fmla="*/ 7 w 7"/>
                <a:gd name="T99" fmla="*/ 86 h 99"/>
                <a:gd name="T100" fmla="*/ 7 w 7"/>
                <a:gd name="T101" fmla="*/ 93 h 99"/>
                <a:gd name="T102" fmla="*/ 7 w 7"/>
                <a:gd name="T103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9">
                  <a:moveTo>
                    <a:pt x="0" y="0"/>
                  </a:moveTo>
                  <a:lnTo>
                    <a:pt x="1" y="5"/>
                  </a:lnTo>
                  <a:lnTo>
                    <a:pt x="1" y="11"/>
                  </a:lnTo>
                  <a:lnTo>
                    <a:pt x="1" y="18"/>
                  </a:lnTo>
                  <a:lnTo>
                    <a:pt x="1" y="23"/>
                  </a:lnTo>
                  <a:lnTo>
                    <a:pt x="1" y="27"/>
                  </a:lnTo>
                  <a:lnTo>
                    <a:pt x="1" y="30"/>
                  </a:lnTo>
                  <a:lnTo>
                    <a:pt x="1" y="32"/>
                  </a:lnTo>
                  <a:lnTo>
                    <a:pt x="1" y="33"/>
                  </a:lnTo>
                  <a:lnTo>
                    <a:pt x="1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2" y="37"/>
                  </a:lnTo>
                  <a:lnTo>
                    <a:pt x="2" y="37"/>
                  </a:lnTo>
                  <a:lnTo>
                    <a:pt x="2" y="37"/>
                  </a:lnTo>
                  <a:lnTo>
                    <a:pt x="3" y="37"/>
                  </a:lnTo>
                  <a:lnTo>
                    <a:pt x="3" y="37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3" y="37"/>
                  </a:lnTo>
                  <a:lnTo>
                    <a:pt x="3" y="37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3" y="42"/>
                  </a:lnTo>
                  <a:lnTo>
                    <a:pt x="4" y="42"/>
                  </a:lnTo>
                  <a:lnTo>
                    <a:pt x="4" y="45"/>
                  </a:lnTo>
                  <a:lnTo>
                    <a:pt x="4" y="47"/>
                  </a:lnTo>
                  <a:lnTo>
                    <a:pt x="4" y="44"/>
                  </a:lnTo>
                  <a:lnTo>
                    <a:pt x="4" y="43"/>
                  </a:lnTo>
                  <a:lnTo>
                    <a:pt x="4" y="49"/>
                  </a:lnTo>
                  <a:lnTo>
                    <a:pt x="5" y="55"/>
                  </a:lnTo>
                  <a:lnTo>
                    <a:pt x="5" y="55"/>
                  </a:lnTo>
                  <a:lnTo>
                    <a:pt x="5" y="54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5" y="54"/>
                  </a:lnTo>
                  <a:lnTo>
                    <a:pt x="5" y="57"/>
                  </a:lnTo>
                  <a:lnTo>
                    <a:pt x="5" y="66"/>
                  </a:lnTo>
                  <a:lnTo>
                    <a:pt x="5" y="70"/>
                  </a:lnTo>
                  <a:lnTo>
                    <a:pt x="6" y="65"/>
                  </a:lnTo>
                  <a:lnTo>
                    <a:pt x="6" y="63"/>
                  </a:lnTo>
                  <a:lnTo>
                    <a:pt x="6" y="68"/>
                  </a:lnTo>
                  <a:lnTo>
                    <a:pt x="6" y="74"/>
                  </a:lnTo>
                  <a:lnTo>
                    <a:pt x="6" y="77"/>
                  </a:lnTo>
                  <a:lnTo>
                    <a:pt x="6" y="80"/>
                  </a:lnTo>
                  <a:lnTo>
                    <a:pt x="6" y="84"/>
                  </a:lnTo>
                  <a:lnTo>
                    <a:pt x="6" y="83"/>
                  </a:lnTo>
                  <a:lnTo>
                    <a:pt x="6" y="82"/>
                  </a:lnTo>
                  <a:lnTo>
                    <a:pt x="7" y="86"/>
                  </a:lnTo>
                  <a:lnTo>
                    <a:pt x="7" y="93"/>
                  </a:lnTo>
                  <a:lnTo>
                    <a:pt x="7" y="9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7" name="Freeform 867"/>
            <p:cNvSpPr/>
            <p:nvPr/>
          </p:nvSpPr>
          <p:spPr bwMode="auto">
            <a:xfrm>
              <a:off x="4986" y="9335"/>
              <a:ext cx="15" cy="338"/>
            </a:xfrm>
            <a:custGeom>
              <a:avLst/>
              <a:gdLst>
                <a:gd name="T0" fmla="*/ 0 w 6"/>
                <a:gd name="T1" fmla="*/ 127 h 135"/>
                <a:gd name="T2" fmla="*/ 0 w 6"/>
                <a:gd name="T3" fmla="*/ 133 h 135"/>
                <a:gd name="T4" fmla="*/ 0 w 6"/>
                <a:gd name="T5" fmla="*/ 135 h 135"/>
                <a:gd name="T6" fmla="*/ 0 w 6"/>
                <a:gd name="T7" fmla="*/ 133 h 135"/>
                <a:gd name="T8" fmla="*/ 0 w 6"/>
                <a:gd name="T9" fmla="*/ 127 h 135"/>
                <a:gd name="T10" fmla="*/ 1 w 6"/>
                <a:gd name="T11" fmla="*/ 125 h 135"/>
                <a:gd name="T12" fmla="*/ 1 w 6"/>
                <a:gd name="T13" fmla="*/ 124 h 135"/>
                <a:gd name="T14" fmla="*/ 1 w 6"/>
                <a:gd name="T15" fmla="*/ 127 h 135"/>
                <a:gd name="T16" fmla="*/ 1 w 6"/>
                <a:gd name="T17" fmla="*/ 132 h 135"/>
                <a:gd name="T18" fmla="*/ 1 w 6"/>
                <a:gd name="T19" fmla="*/ 129 h 135"/>
                <a:gd name="T20" fmla="*/ 1 w 6"/>
                <a:gd name="T21" fmla="*/ 118 h 135"/>
                <a:gd name="T22" fmla="*/ 1 w 6"/>
                <a:gd name="T23" fmla="*/ 112 h 135"/>
                <a:gd name="T24" fmla="*/ 1 w 6"/>
                <a:gd name="T25" fmla="*/ 115 h 135"/>
                <a:gd name="T26" fmla="*/ 1 w 6"/>
                <a:gd name="T27" fmla="*/ 117 h 135"/>
                <a:gd name="T28" fmla="*/ 1 w 6"/>
                <a:gd name="T29" fmla="*/ 114 h 135"/>
                <a:gd name="T30" fmla="*/ 2 w 6"/>
                <a:gd name="T31" fmla="*/ 104 h 135"/>
                <a:gd name="T32" fmla="*/ 2 w 6"/>
                <a:gd name="T33" fmla="*/ 90 h 135"/>
                <a:gd name="T34" fmla="*/ 2 w 6"/>
                <a:gd name="T35" fmla="*/ 79 h 135"/>
                <a:gd name="T36" fmla="*/ 2 w 6"/>
                <a:gd name="T37" fmla="*/ 75 h 135"/>
                <a:gd name="T38" fmla="*/ 2 w 6"/>
                <a:gd name="T39" fmla="*/ 74 h 135"/>
                <a:gd name="T40" fmla="*/ 2 w 6"/>
                <a:gd name="T41" fmla="*/ 73 h 135"/>
                <a:gd name="T42" fmla="*/ 3 w 6"/>
                <a:gd name="T43" fmla="*/ 68 h 135"/>
                <a:gd name="T44" fmla="*/ 3 w 6"/>
                <a:gd name="T45" fmla="*/ 59 h 135"/>
                <a:gd name="T46" fmla="*/ 3 w 6"/>
                <a:gd name="T47" fmla="*/ 51 h 135"/>
                <a:gd name="T48" fmla="*/ 3 w 6"/>
                <a:gd name="T49" fmla="*/ 52 h 135"/>
                <a:gd name="T50" fmla="*/ 3 w 6"/>
                <a:gd name="T51" fmla="*/ 57 h 135"/>
                <a:gd name="T52" fmla="*/ 3 w 6"/>
                <a:gd name="T53" fmla="*/ 57 h 135"/>
                <a:gd name="T54" fmla="*/ 3 w 6"/>
                <a:gd name="T55" fmla="*/ 52 h 135"/>
                <a:gd name="T56" fmla="*/ 3 w 6"/>
                <a:gd name="T57" fmla="*/ 46 h 135"/>
                <a:gd name="T58" fmla="*/ 3 w 6"/>
                <a:gd name="T59" fmla="*/ 41 h 135"/>
                <a:gd name="T60" fmla="*/ 4 w 6"/>
                <a:gd name="T61" fmla="*/ 39 h 135"/>
                <a:gd name="T62" fmla="*/ 4 w 6"/>
                <a:gd name="T63" fmla="*/ 40 h 135"/>
                <a:gd name="T64" fmla="*/ 4 w 6"/>
                <a:gd name="T65" fmla="*/ 38 h 135"/>
                <a:gd name="T66" fmla="*/ 4 w 6"/>
                <a:gd name="T67" fmla="*/ 33 h 135"/>
                <a:gd name="T68" fmla="*/ 4 w 6"/>
                <a:gd name="T69" fmla="*/ 29 h 135"/>
                <a:gd name="T70" fmla="*/ 4 w 6"/>
                <a:gd name="T71" fmla="*/ 25 h 135"/>
                <a:gd name="T72" fmla="*/ 4 w 6"/>
                <a:gd name="T73" fmla="*/ 23 h 135"/>
                <a:gd name="T74" fmla="*/ 4 w 6"/>
                <a:gd name="T75" fmla="*/ 25 h 135"/>
                <a:gd name="T76" fmla="*/ 4 w 6"/>
                <a:gd name="T77" fmla="*/ 25 h 135"/>
                <a:gd name="T78" fmla="*/ 5 w 6"/>
                <a:gd name="T79" fmla="*/ 22 h 135"/>
                <a:gd name="T80" fmla="*/ 5 w 6"/>
                <a:gd name="T81" fmla="*/ 21 h 135"/>
                <a:gd name="T82" fmla="*/ 5 w 6"/>
                <a:gd name="T83" fmla="*/ 23 h 135"/>
                <a:gd name="T84" fmla="*/ 5 w 6"/>
                <a:gd name="T85" fmla="*/ 25 h 135"/>
                <a:gd name="T86" fmla="*/ 5 w 6"/>
                <a:gd name="T87" fmla="*/ 25 h 135"/>
                <a:gd name="T88" fmla="*/ 5 w 6"/>
                <a:gd name="T89" fmla="*/ 23 h 135"/>
                <a:gd name="T90" fmla="*/ 6 w 6"/>
                <a:gd name="T91" fmla="*/ 17 h 135"/>
                <a:gd name="T92" fmla="*/ 6 w 6"/>
                <a:gd name="T93" fmla="*/ 13 h 135"/>
                <a:gd name="T94" fmla="*/ 6 w 6"/>
                <a:gd name="T95" fmla="*/ 15 h 135"/>
                <a:gd name="T96" fmla="*/ 6 w 6"/>
                <a:gd name="T97" fmla="*/ 16 h 135"/>
                <a:gd name="T98" fmla="*/ 6 w 6"/>
                <a:gd name="T99" fmla="*/ 10 h 135"/>
                <a:gd name="T100" fmla="*/ 6 w 6"/>
                <a:gd name="T101" fmla="*/ 3 h 135"/>
                <a:gd name="T102" fmla="*/ 6 w 6"/>
                <a:gd name="T103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35">
                  <a:moveTo>
                    <a:pt x="0" y="127"/>
                  </a:moveTo>
                  <a:lnTo>
                    <a:pt x="0" y="133"/>
                  </a:lnTo>
                  <a:lnTo>
                    <a:pt x="0" y="135"/>
                  </a:lnTo>
                  <a:lnTo>
                    <a:pt x="0" y="133"/>
                  </a:lnTo>
                  <a:lnTo>
                    <a:pt x="0" y="127"/>
                  </a:lnTo>
                  <a:lnTo>
                    <a:pt x="1" y="125"/>
                  </a:lnTo>
                  <a:lnTo>
                    <a:pt x="1" y="124"/>
                  </a:lnTo>
                  <a:lnTo>
                    <a:pt x="1" y="127"/>
                  </a:lnTo>
                  <a:lnTo>
                    <a:pt x="1" y="132"/>
                  </a:lnTo>
                  <a:lnTo>
                    <a:pt x="1" y="129"/>
                  </a:lnTo>
                  <a:lnTo>
                    <a:pt x="1" y="118"/>
                  </a:lnTo>
                  <a:lnTo>
                    <a:pt x="1" y="112"/>
                  </a:lnTo>
                  <a:lnTo>
                    <a:pt x="1" y="115"/>
                  </a:lnTo>
                  <a:lnTo>
                    <a:pt x="1" y="117"/>
                  </a:lnTo>
                  <a:lnTo>
                    <a:pt x="1" y="114"/>
                  </a:lnTo>
                  <a:lnTo>
                    <a:pt x="2" y="104"/>
                  </a:lnTo>
                  <a:lnTo>
                    <a:pt x="2" y="90"/>
                  </a:lnTo>
                  <a:lnTo>
                    <a:pt x="2" y="79"/>
                  </a:lnTo>
                  <a:lnTo>
                    <a:pt x="2" y="75"/>
                  </a:lnTo>
                  <a:lnTo>
                    <a:pt x="2" y="74"/>
                  </a:lnTo>
                  <a:lnTo>
                    <a:pt x="2" y="73"/>
                  </a:lnTo>
                  <a:lnTo>
                    <a:pt x="3" y="68"/>
                  </a:lnTo>
                  <a:lnTo>
                    <a:pt x="3" y="59"/>
                  </a:lnTo>
                  <a:lnTo>
                    <a:pt x="3" y="51"/>
                  </a:lnTo>
                  <a:lnTo>
                    <a:pt x="3" y="52"/>
                  </a:lnTo>
                  <a:lnTo>
                    <a:pt x="3" y="57"/>
                  </a:lnTo>
                  <a:lnTo>
                    <a:pt x="3" y="57"/>
                  </a:lnTo>
                  <a:lnTo>
                    <a:pt x="3" y="52"/>
                  </a:lnTo>
                  <a:lnTo>
                    <a:pt x="3" y="46"/>
                  </a:lnTo>
                  <a:lnTo>
                    <a:pt x="3" y="41"/>
                  </a:lnTo>
                  <a:lnTo>
                    <a:pt x="4" y="39"/>
                  </a:lnTo>
                  <a:lnTo>
                    <a:pt x="4" y="40"/>
                  </a:lnTo>
                  <a:lnTo>
                    <a:pt x="4" y="38"/>
                  </a:lnTo>
                  <a:lnTo>
                    <a:pt x="4" y="33"/>
                  </a:lnTo>
                  <a:lnTo>
                    <a:pt x="4" y="29"/>
                  </a:lnTo>
                  <a:lnTo>
                    <a:pt x="4" y="25"/>
                  </a:lnTo>
                  <a:lnTo>
                    <a:pt x="4" y="23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5" y="22"/>
                  </a:lnTo>
                  <a:lnTo>
                    <a:pt x="5" y="21"/>
                  </a:lnTo>
                  <a:lnTo>
                    <a:pt x="5" y="2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5" y="23"/>
                  </a:lnTo>
                  <a:lnTo>
                    <a:pt x="6" y="17"/>
                  </a:lnTo>
                  <a:lnTo>
                    <a:pt x="6" y="13"/>
                  </a:lnTo>
                  <a:lnTo>
                    <a:pt x="6" y="15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6" y="3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8" name="Freeform 868"/>
            <p:cNvSpPr/>
            <p:nvPr/>
          </p:nvSpPr>
          <p:spPr bwMode="auto">
            <a:xfrm>
              <a:off x="5001" y="9255"/>
              <a:ext cx="18" cy="100"/>
            </a:xfrm>
            <a:custGeom>
              <a:avLst/>
              <a:gdLst>
                <a:gd name="T0" fmla="*/ 0 w 7"/>
                <a:gd name="T1" fmla="*/ 35 h 40"/>
                <a:gd name="T2" fmla="*/ 0 w 7"/>
                <a:gd name="T3" fmla="*/ 32 h 40"/>
                <a:gd name="T4" fmla="*/ 0 w 7"/>
                <a:gd name="T5" fmla="*/ 32 h 40"/>
                <a:gd name="T6" fmla="*/ 0 w 7"/>
                <a:gd name="T7" fmla="*/ 35 h 40"/>
                <a:gd name="T8" fmla="*/ 1 w 7"/>
                <a:gd name="T9" fmla="*/ 37 h 40"/>
                <a:gd name="T10" fmla="*/ 1 w 7"/>
                <a:gd name="T11" fmla="*/ 37 h 40"/>
                <a:gd name="T12" fmla="*/ 1 w 7"/>
                <a:gd name="T13" fmla="*/ 34 h 40"/>
                <a:gd name="T14" fmla="*/ 1 w 7"/>
                <a:gd name="T15" fmla="*/ 31 h 40"/>
                <a:gd name="T16" fmla="*/ 1 w 7"/>
                <a:gd name="T17" fmla="*/ 31 h 40"/>
                <a:gd name="T18" fmla="*/ 1 w 7"/>
                <a:gd name="T19" fmla="*/ 34 h 40"/>
                <a:gd name="T20" fmla="*/ 2 w 7"/>
                <a:gd name="T21" fmla="*/ 35 h 40"/>
                <a:gd name="T22" fmla="*/ 2 w 7"/>
                <a:gd name="T23" fmla="*/ 30 h 40"/>
                <a:gd name="T24" fmla="*/ 2 w 7"/>
                <a:gd name="T25" fmla="*/ 25 h 40"/>
                <a:gd name="T26" fmla="*/ 2 w 7"/>
                <a:gd name="T27" fmla="*/ 21 h 40"/>
                <a:gd name="T28" fmla="*/ 2 w 7"/>
                <a:gd name="T29" fmla="*/ 18 h 40"/>
                <a:gd name="T30" fmla="*/ 2 w 7"/>
                <a:gd name="T31" fmla="*/ 17 h 40"/>
                <a:gd name="T32" fmla="*/ 2 w 7"/>
                <a:gd name="T33" fmla="*/ 18 h 40"/>
                <a:gd name="T34" fmla="*/ 2 w 7"/>
                <a:gd name="T35" fmla="*/ 19 h 40"/>
                <a:gd name="T36" fmla="*/ 2 w 7"/>
                <a:gd name="T37" fmla="*/ 14 h 40"/>
                <a:gd name="T38" fmla="*/ 3 w 7"/>
                <a:gd name="T39" fmla="*/ 8 h 40"/>
                <a:gd name="T40" fmla="*/ 3 w 7"/>
                <a:gd name="T41" fmla="*/ 6 h 40"/>
                <a:gd name="T42" fmla="*/ 3 w 7"/>
                <a:gd name="T43" fmla="*/ 8 h 40"/>
                <a:gd name="T44" fmla="*/ 3 w 7"/>
                <a:gd name="T45" fmla="*/ 8 h 40"/>
                <a:gd name="T46" fmla="*/ 3 w 7"/>
                <a:gd name="T47" fmla="*/ 8 h 40"/>
                <a:gd name="T48" fmla="*/ 3 w 7"/>
                <a:gd name="T49" fmla="*/ 7 h 40"/>
                <a:gd name="T50" fmla="*/ 3 w 7"/>
                <a:gd name="T51" fmla="*/ 3 h 40"/>
                <a:gd name="T52" fmla="*/ 3 w 7"/>
                <a:gd name="T53" fmla="*/ 0 h 40"/>
                <a:gd name="T54" fmla="*/ 3 w 7"/>
                <a:gd name="T55" fmla="*/ 0 h 40"/>
                <a:gd name="T56" fmla="*/ 4 w 7"/>
                <a:gd name="T57" fmla="*/ 1 h 40"/>
                <a:gd name="T58" fmla="*/ 4 w 7"/>
                <a:gd name="T59" fmla="*/ 4 h 40"/>
                <a:gd name="T60" fmla="*/ 4 w 7"/>
                <a:gd name="T61" fmla="*/ 5 h 40"/>
                <a:gd name="T62" fmla="*/ 4 w 7"/>
                <a:gd name="T63" fmla="*/ 3 h 40"/>
                <a:gd name="T64" fmla="*/ 4 w 7"/>
                <a:gd name="T65" fmla="*/ 2 h 40"/>
                <a:gd name="T66" fmla="*/ 4 w 7"/>
                <a:gd name="T67" fmla="*/ 4 h 40"/>
                <a:gd name="T68" fmla="*/ 4 w 7"/>
                <a:gd name="T69" fmla="*/ 7 h 40"/>
                <a:gd name="T70" fmla="*/ 5 w 7"/>
                <a:gd name="T71" fmla="*/ 10 h 40"/>
                <a:gd name="T72" fmla="*/ 5 w 7"/>
                <a:gd name="T73" fmla="*/ 12 h 40"/>
                <a:gd name="T74" fmla="*/ 5 w 7"/>
                <a:gd name="T75" fmla="*/ 12 h 40"/>
                <a:gd name="T76" fmla="*/ 5 w 7"/>
                <a:gd name="T77" fmla="*/ 10 h 40"/>
                <a:gd name="T78" fmla="*/ 5 w 7"/>
                <a:gd name="T79" fmla="*/ 13 h 40"/>
                <a:gd name="T80" fmla="*/ 5 w 7"/>
                <a:gd name="T81" fmla="*/ 17 h 40"/>
                <a:gd name="T82" fmla="*/ 5 w 7"/>
                <a:gd name="T83" fmla="*/ 21 h 40"/>
                <a:gd name="T84" fmla="*/ 5 w 7"/>
                <a:gd name="T85" fmla="*/ 24 h 40"/>
                <a:gd name="T86" fmla="*/ 5 w 7"/>
                <a:gd name="T87" fmla="*/ 25 h 40"/>
                <a:gd name="T88" fmla="*/ 6 w 7"/>
                <a:gd name="T89" fmla="*/ 24 h 40"/>
                <a:gd name="T90" fmla="*/ 6 w 7"/>
                <a:gd name="T91" fmla="*/ 26 h 40"/>
                <a:gd name="T92" fmla="*/ 6 w 7"/>
                <a:gd name="T93" fmla="*/ 32 h 40"/>
                <a:gd name="T94" fmla="*/ 6 w 7"/>
                <a:gd name="T95" fmla="*/ 35 h 40"/>
                <a:gd name="T96" fmla="*/ 6 w 7"/>
                <a:gd name="T97" fmla="*/ 36 h 40"/>
                <a:gd name="T98" fmla="*/ 6 w 7"/>
                <a:gd name="T99" fmla="*/ 37 h 40"/>
                <a:gd name="T100" fmla="*/ 7 w 7"/>
                <a:gd name="T101" fmla="*/ 39 h 40"/>
                <a:gd name="T102" fmla="*/ 7 w 7"/>
                <a:gd name="T10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40">
                  <a:moveTo>
                    <a:pt x="0" y="35"/>
                  </a:moveTo>
                  <a:lnTo>
                    <a:pt x="0" y="32"/>
                  </a:lnTo>
                  <a:lnTo>
                    <a:pt x="0" y="32"/>
                  </a:lnTo>
                  <a:lnTo>
                    <a:pt x="0" y="35"/>
                  </a:lnTo>
                  <a:lnTo>
                    <a:pt x="1" y="37"/>
                  </a:lnTo>
                  <a:lnTo>
                    <a:pt x="1" y="37"/>
                  </a:lnTo>
                  <a:lnTo>
                    <a:pt x="1" y="34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4"/>
                  </a:lnTo>
                  <a:lnTo>
                    <a:pt x="2" y="35"/>
                  </a:lnTo>
                  <a:lnTo>
                    <a:pt x="2" y="30"/>
                  </a:lnTo>
                  <a:lnTo>
                    <a:pt x="2" y="25"/>
                  </a:lnTo>
                  <a:lnTo>
                    <a:pt x="2" y="21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2" y="14"/>
                  </a:lnTo>
                  <a:lnTo>
                    <a:pt x="3" y="8"/>
                  </a:lnTo>
                  <a:lnTo>
                    <a:pt x="3" y="6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7"/>
                  </a:lnTo>
                  <a:lnTo>
                    <a:pt x="3" y="3"/>
                  </a:lnTo>
                  <a:lnTo>
                    <a:pt x="3" y="0"/>
                  </a:lnTo>
                  <a:lnTo>
                    <a:pt x="3" y="0"/>
                  </a:lnTo>
                  <a:lnTo>
                    <a:pt x="4" y="1"/>
                  </a:lnTo>
                  <a:lnTo>
                    <a:pt x="4" y="4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7"/>
                  </a:lnTo>
                  <a:lnTo>
                    <a:pt x="5" y="10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5" y="10"/>
                  </a:lnTo>
                  <a:lnTo>
                    <a:pt x="5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5" y="24"/>
                  </a:lnTo>
                  <a:lnTo>
                    <a:pt x="5" y="25"/>
                  </a:lnTo>
                  <a:lnTo>
                    <a:pt x="6" y="24"/>
                  </a:lnTo>
                  <a:lnTo>
                    <a:pt x="6" y="26"/>
                  </a:lnTo>
                  <a:lnTo>
                    <a:pt x="6" y="32"/>
                  </a:lnTo>
                  <a:lnTo>
                    <a:pt x="6" y="35"/>
                  </a:lnTo>
                  <a:lnTo>
                    <a:pt x="6" y="36"/>
                  </a:lnTo>
                  <a:lnTo>
                    <a:pt x="6" y="37"/>
                  </a:lnTo>
                  <a:lnTo>
                    <a:pt x="7" y="39"/>
                  </a:lnTo>
                  <a:lnTo>
                    <a:pt x="7" y="4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9" name="Freeform 869"/>
            <p:cNvSpPr/>
            <p:nvPr/>
          </p:nvSpPr>
          <p:spPr bwMode="auto">
            <a:xfrm>
              <a:off x="5019" y="9352"/>
              <a:ext cx="15" cy="85"/>
            </a:xfrm>
            <a:custGeom>
              <a:avLst/>
              <a:gdLst>
                <a:gd name="T0" fmla="*/ 0 w 6"/>
                <a:gd name="T1" fmla="*/ 0 h 34"/>
                <a:gd name="T2" fmla="*/ 0 w 6"/>
                <a:gd name="T3" fmla="*/ 1 h 34"/>
                <a:gd name="T4" fmla="*/ 0 w 6"/>
                <a:gd name="T5" fmla="*/ 4 h 34"/>
                <a:gd name="T6" fmla="*/ 0 w 6"/>
                <a:gd name="T7" fmla="*/ 5 h 34"/>
                <a:gd name="T8" fmla="*/ 0 w 6"/>
                <a:gd name="T9" fmla="*/ 5 h 34"/>
                <a:gd name="T10" fmla="*/ 0 w 6"/>
                <a:gd name="T11" fmla="*/ 6 h 34"/>
                <a:gd name="T12" fmla="*/ 0 w 6"/>
                <a:gd name="T13" fmla="*/ 6 h 34"/>
                <a:gd name="T14" fmla="*/ 0 w 6"/>
                <a:gd name="T15" fmla="*/ 5 h 34"/>
                <a:gd name="T16" fmla="*/ 0 w 6"/>
                <a:gd name="T17" fmla="*/ 5 h 34"/>
                <a:gd name="T18" fmla="*/ 1 w 6"/>
                <a:gd name="T19" fmla="*/ 5 h 34"/>
                <a:gd name="T20" fmla="*/ 1 w 6"/>
                <a:gd name="T21" fmla="*/ 6 h 34"/>
                <a:gd name="T22" fmla="*/ 1 w 6"/>
                <a:gd name="T23" fmla="*/ 8 h 34"/>
                <a:gd name="T24" fmla="*/ 1 w 6"/>
                <a:gd name="T25" fmla="*/ 11 h 34"/>
                <a:gd name="T26" fmla="*/ 1 w 6"/>
                <a:gd name="T27" fmla="*/ 14 h 34"/>
                <a:gd name="T28" fmla="*/ 1 w 6"/>
                <a:gd name="T29" fmla="*/ 15 h 34"/>
                <a:gd name="T30" fmla="*/ 1 w 6"/>
                <a:gd name="T31" fmla="*/ 14 h 34"/>
                <a:gd name="T32" fmla="*/ 1 w 6"/>
                <a:gd name="T33" fmla="*/ 15 h 34"/>
                <a:gd name="T34" fmla="*/ 1 w 6"/>
                <a:gd name="T35" fmla="*/ 16 h 34"/>
                <a:gd name="T36" fmla="*/ 2 w 6"/>
                <a:gd name="T37" fmla="*/ 17 h 34"/>
                <a:gd name="T38" fmla="*/ 2 w 6"/>
                <a:gd name="T39" fmla="*/ 17 h 34"/>
                <a:gd name="T40" fmla="*/ 2 w 6"/>
                <a:gd name="T41" fmla="*/ 16 h 34"/>
                <a:gd name="T42" fmla="*/ 2 w 6"/>
                <a:gd name="T43" fmla="*/ 13 h 34"/>
                <a:gd name="T44" fmla="*/ 2 w 6"/>
                <a:gd name="T45" fmla="*/ 11 h 34"/>
                <a:gd name="T46" fmla="*/ 2 w 6"/>
                <a:gd name="T47" fmla="*/ 10 h 34"/>
                <a:gd name="T48" fmla="*/ 3 w 6"/>
                <a:gd name="T49" fmla="*/ 11 h 34"/>
                <a:gd name="T50" fmla="*/ 3 w 6"/>
                <a:gd name="T51" fmla="*/ 12 h 34"/>
                <a:gd name="T52" fmla="*/ 3 w 6"/>
                <a:gd name="T53" fmla="*/ 13 h 34"/>
                <a:gd name="T54" fmla="*/ 3 w 6"/>
                <a:gd name="T55" fmla="*/ 13 h 34"/>
                <a:gd name="T56" fmla="*/ 3 w 6"/>
                <a:gd name="T57" fmla="*/ 14 h 34"/>
                <a:gd name="T58" fmla="*/ 3 w 6"/>
                <a:gd name="T59" fmla="*/ 16 h 34"/>
                <a:gd name="T60" fmla="*/ 3 w 6"/>
                <a:gd name="T61" fmla="*/ 20 h 34"/>
                <a:gd name="T62" fmla="*/ 3 w 6"/>
                <a:gd name="T63" fmla="*/ 23 h 34"/>
                <a:gd name="T64" fmla="*/ 3 w 6"/>
                <a:gd name="T65" fmla="*/ 26 h 34"/>
                <a:gd name="T66" fmla="*/ 4 w 6"/>
                <a:gd name="T67" fmla="*/ 27 h 34"/>
                <a:gd name="T68" fmla="*/ 4 w 6"/>
                <a:gd name="T69" fmla="*/ 25 h 34"/>
                <a:gd name="T70" fmla="*/ 4 w 6"/>
                <a:gd name="T71" fmla="*/ 25 h 34"/>
                <a:gd name="T72" fmla="*/ 4 w 6"/>
                <a:gd name="T73" fmla="*/ 25 h 34"/>
                <a:gd name="T74" fmla="*/ 4 w 6"/>
                <a:gd name="T75" fmla="*/ 25 h 34"/>
                <a:gd name="T76" fmla="*/ 4 w 6"/>
                <a:gd name="T77" fmla="*/ 26 h 34"/>
                <a:gd name="T78" fmla="*/ 5 w 6"/>
                <a:gd name="T79" fmla="*/ 26 h 34"/>
                <a:gd name="T80" fmla="*/ 5 w 6"/>
                <a:gd name="T81" fmla="*/ 25 h 34"/>
                <a:gd name="T82" fmla="*/ 5 w 6"/>
                <a:gd name="T83" fmla="*/ 23 h 34"/>
                <a:gd name="T84" fmla="*/ 5 w 6"/>
                <a:gd name="T85" fmla="*/ 24 h 34"/>
                <a:gd name="T86" fmla="*/ 5 w 6"/>
                <a:gd name="T87" fmla="*/ 26 h 34"/>
                <a:gd name="T88" fmla="*/ 5 w 6"/>
                <a:gd name="T89" fmla="*/ 28 h 34"/>
                <a:gd name="T90" fmla="*/ 5 w 6"/>
                <a:gd name="T91" fmla="*/ 31 h 34"/>
                <a:gd name="T92" fmla="*/ 5 w 6"/>
                <a:gd name="T93" fmla="*/ 33 h 34"/>
                <a:gd name="T94" fmla="*/ 5 w 6"/>
                <a:gd name="T95" fmla="*/ 34 h 34"/>
                <a:gd name="T96" fmla="*/ 5 w 6"/>
                <a:gd name="T97" fmla="*/ 33 h 34"/>
                <a:gd name="T98" fmla="*/ 6 w 6"/>
                <a:gd name="T99" fmla="*/ 32 h 34"/>
                <a:gd name="T100" fmla="*/ 6 w 6"/>
                <a:gd name="T101" fmla="*/ 33 h 34"/>
                <a:gd name="T102" fmla="*/ 6 w 6"/>
                <a:gd name="T103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34">
                  <a:moveTo>
                    <a:pt x="0" y="0"/>
                  </a:moveTo>
                  <a:lnTo>
                    <a:pt x="0" y="1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8"/>
                  </a:lnTo>
                  <a:lnTo>
                    <a:pt x="1" y="11"/>
                  </a:lnTo>
                  <a:lnTo>
                    <a:pt x="1" y="14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6"/>
                  </a:lnTo>
                  <a:lnTo>
                    <a:pt x="2" y="13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6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3" y="26"/>
                  </a:lnTo>
                  <a:lnTo>
                    <a:pt x="4" y="27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4" y="26"/>
                  </a:lnTo>
                  <a:lnTo>
                    <a:pt x="5" y="26"/>
                  </a:lnTo>
                  <a:lnTo>
                    <a:pt x="5" y="25"/>
                  </a:lnTo>
                  <a:lnTo>
                    <a:pt x="5" y="23"/>
                  </a:lnTo>
                  <a:lnTo>
                    <a:pt x="5" y="24"/>
                  </a:lnTo>
                  <a:lnTo>
                    <a:pt x="5" y="26"/>
                  </a:lnTo>
                  <a:lnTo>
                    <a:pt x="5" y="28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5" y="33"/>
                  </a:lnTo>
                  <a:lnTo>
                    <a:pt x="6" y="32"/>
                  </a:lnTo>
                  <a:lnTo>
                    <a:pt x="6" y="33"/>
                  </a:lnTo>
                  <a:lnTo>
                    <a:pt x="6" y="3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0" name="Freeform 870"/>
            <p:cNvSpPr/>
            <p:nvPr/>
          </p:nvSpPr>
          <p:spPr bwMode="auto">
            <a:xfrm>
              <a:off x="5034" y="9412"/>
              <a:ext cx="15" cy="128"/>
            </a:xfrm>
            <a:custGeom>
              <a:avLst/>
              <a:gdLst>
                <a:gd name="T0" fmla="*/ 0 w 6"/>
                <a:gd name="T1" fmla="*/ 9 h 51"/>
                <a:gd name="T2" fmla="*/ 0 w 6"/>
                <a:gd name="T3" fmla="*/ 8 h 51"/>
                <a:gd name="T4" fmla="*/ 0 w 6"/>
                <a:gd name="T5" fmla="*/ 5 h 51"/>
                <a:gd name="T6" fmla="*/ 0 w 6"/>
                <a:gd name="T7" fmla="*/ 3 h 51"/>
                <a:gd name="T8" fmla="*/ 0 w 6"/>
                <a:gd name="T9" fmla="*/ 2 h 51"/>
                <a:gd name="T10" fmla="*/ 0 w 6"/>
                <a:gd name="T11" fmla="*/ 0 h 51"/>
                <a:gd name="T12" fmla="*/ 0 w 6"/>
                <a:gd name="T13" fmla="*/ 0 h 51"/>
                <a:gd name="T14" fmla="*/ 0 w 6"/>
                <a:gd name="T15" fmla="*/ 3 h 51"/>
                <a:gd name="T16" fmla="*/ 1 w 6"/>
                <a:gd name="T17" fmla="*/ 6 h 51"/>
                <a:gd name="T18" fmla="*/ 1 w 6"/>
                <a:gd name="T19" fmla="*/ 6 h 51"/>
                <a:gd name="T20" fmla="*/ 1 w 6"/>
                <a:gd name="T21" fmla="*/ 9 h 51"/>
                <a:gd name="T22" fmla="*/ 1 w 6"/>
                <a:gd name="T23" fmla="*/ 13 h 51"/>
                <a:gd name="T24" fmla="*/ 1 w 6"/>
                <a:gd name="T25" fmla="*/ 13 h 51"/>
                <a:gd name="T26" fmla="*/ 1 w 6"/>
                <a:gd name="T27" fmla="*/ 14 h 51"/>
                <a:gd name="T28" fmla="*/ 2 w 6"/>
                <a:gd name="T29" fmla="*/ 22 h 51"/>
                <a:gd name="T30" fmla="*/ 2 w 6"/>
                <a:gd name="T31" fmla="*/ 25 h 51"/>
                <a:gd name="T32" fmla="*/ 2 w 6"/>
                <a:gd name="T33" fmla="*/ 21 h 51"/>
                <a:gd name="T34" fmla="*/ 2 w 6"/>
                <a:gd name="T35" fmla="*/ 24 h 51"/>
                <a:gd name="T36" fmla="*/ 2 w 6"/>
                <a:gd name="T37" fmla="*/ 31 h 51"/>
                <a:gd name="T38" fmla="*/ 2 w 6"/>
                <a:gd name="T39" fmla="*/ 29 h 51"/>
                <a:gd name="T40" fmla="*/ 2 w 6"/>
                <a:gd name="T41" fmla="*/ 24 h 51"/>
                <a:gd name="T42" fmla="*/ 2 w 6"/>
                <a:gd name="T43" fmla="*/ 26 h 51"/>
                <a:gd name="T44" fmla="*/ 2 w 6"/>
                <a:gd name="T45" fmla="*/ 29 h 51"/>
                <a:gd name="T46" fmla="*/ 3 w 6"/>
                <a:gd name="T47" fmla="*/ 24 h 51"/>
                <a:gd name="T48" fmla="*/ 3 w 6"/>
                <a:gd name="T49" fmla="*/ 20 h 51"/>
                <a:gd name="T50" fmla="*/ 3 w 6"/>
                <a:gd name="T51" fmla="*/ 23 h 51"/>
                <a:gd name="T52" fmla="*/ 3 w 6"/>
                <a:gd name="T53" fmla="*/ 24 h 51"/>
                <a:gd name="T54" fmla="*/ 3 w 6"/>
                <a:gd name="T55" fmla="*/ 20 h 51"/>
                <a:gd name="T56" fmla="*/ 3 w 6"/>
                <a:gd name="T57" fmla="*/ 19 h 51"/>
                <a:gd name="T58" fmla="*/ 4 w 6"/>
                <a:gd name="T59" fmla="*/ 22 h 51"/>
                <a:gd name="T60" fmla="*/ 4 w 6"/>
                <a:gd name="T61" fmla="*/ 21 h 51"/>
                <a:gd name="T62" fmla="*/ 4 w 6"/>
                <a:gd name="T63" fmla="*/ 15 h 51"/>
                <a:gd name="T64" fmla="*/ 4 w 6"/>
                <a:gd name="T65" fmla="*/ 16 h 51"/>
                <a:gd name="T66" fmla="*/ 4 w 6"/>
                <a:gd name="T67" fmla="*/ 21 h 51"/>
                <a:gd name="T68" fmla="*/ 4 w 6"/>
                <a:gd name="T69" fmla="*/ 20 h 51"/>
                <a:gd name="T70" fmla="*/ 4 w 6"/>
                <a:gd name="T71" fmla="*/ 18 h 51"/>
                <a:gd name="T72" fmla="*/ 4 w 6"/>
                <a:gd name="T73" fmla="*/ 21 h 51"/>
                <a:gd name="T74" fmla="*/ 4 w 6"/>
                <a:gd name="T75" fmla="*/ 24 h 51"/>
                <a:gd name="T76" fmla="*/ 5 w 6"/>
                <a:gd name="T77" fmla="*/ 22 h 51"/>
                <a:gd name="T78" fmla="*/ 5 w 6"/>
                <a:gd name="T79" fmla="*/ 24 h 51"/>
                <a:gd name="T80" fmla="*/ 5 w 6"/>
                <a:gd name="T81" fmla="*/ 29 h 51"/>
                <a:gd name="T82" fmla="*/ 5 w 6"/>
                <a:gd name="T83" fmla="*/ 30 h 51"/>
                <a:gd name="T84" fmla="*/ 5 w 6"/>
                <a:gd name="T85" fmla="*/ 32 h 51"/>
                <a:gd name="T86" fmla="*/ 5 w 6"/>
                <a:gd name="T87" fmla="*/ 35 h 51"/>
                <a:gd name="T88" fmla="*/ 6 w 6"/>
                <a:gd name="T89" fmla="*/ 33 h 51"/>
                <a:gd name="T90" fmla="*/ 6 w 6"/>
                <a:gd name="T91" fmla="*/ 34 h 51"/>
                <a:gd name="T92" fmla="*/ 6 w 6"/>
                <a:gd name="T93" fmla="*/ 41 h 51"/>
                <a:gd name="T94" fmla="*/ 6 w 6"/>
                <a:gd name="T95" fmla="*/ 46 h 51"/>
                <a:gd name="T96" fmla="*/ 6 w 6"/>
                <a:gd name="T97" fmla="*/ 43 h 51"/>
                <a:gd name="T98" fmla="*/ 6 w 6"/>
                <a:gd name="T99" fmla="*/ 43 h 51"/>
                <a:gd name="T100" fmla="*/ 6 w 6"/>
                <a:gd name="T101" fmla="*/ 48 h 51"/>
                <a:gd name="T102" fmla="*/ 6 w 6"/>
                <a:gd name="T10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51">
                  <a:moveTo>
                    <a:pt x="0" y="9"/>
                  </a:moveTo>
                  <a:lnTo>
                    <a:pt x="0" y="8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9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4"/>
                  </a:lnTo>
                  <a:lnTo>
                    <a:pt x="2" y="22"/>
                  </a:lnTo>
                  <a:lnTo>
                    <a:pt x="2" y="25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2" y="24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3" y="24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3" y="24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22"/>
                  </a:lnTo>
                  <a:lnTo>
                    <a:pt x="4" y="21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21"/>
                  </a:lnTo>
                  <a:lnTo>
                    <a:pt x="4" y="20"/>
                  </a:lnTo>
                  <a:lnTo>
                    <a:pt x="4" y="18"/>
                  </a:lnTo>
                  <a:lnTo>
                    <a:pt x="4" y="21"/>
                  </a:lnTo>
                  <a:lnTo>
                    <a:pt x="4" y="24"/>
                  </a:lnTo>
                  <a:lnTo>
                    <a:pt x="5" y="22"/>
                  </a:lnTo>
                  <a:lnTo>
                    <a:pt x="5" y="24"/>
                  </a:lnTo>
                  <a:lnTo>
                    <a:pt x="5" y="29"/>
                  </a:lnTo>
                  <a:lnTo>
                    <a:pt x="5" y="30"/>
                  </a:lnTo>
                  <a:lnTo>
                    <a:pt x="5" y="32"/>
                  </a:lnTo>
                  <a:lnTo>
                    <a:pt x="5" y="35"/>
                  </a:lnTo>
                  <a:lnTo>
                    <a:pt x="6" y="33"/>
                  </a:lnTo>
                  <a:lnTo>
                    <a:pt x="6" y="34"/>
                  </a:lnTo>
                  <a:lnTo>
                    <a:pt x="6" y="41"/>
                  </a:lnTo>
                  <a:lnTo>
                    <a:pt x="6" y="46"/>
                  </a:lnTo>
                  <a:lnTo>
                    <a:pt x="6" y="43"/>
                  </a:lnTo>
                  <a:lnTo>
                    <a:pt x="6" y="43"/>
                  </a:lnTo>
                  <a:lnTo>
                    <a:pt x="6" y="48"/>
                  </a:lnTo>
                  <a:lnTo>
                    <a:pt x="6" y="5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1" name="Freeform 871"/>
            <p:cNvSpPr/>
            <p:nvPr/>
          </p:nvSpPr>
          <p:spPr bwMode="auto">
            <a:xfrm>
              <a:off x="5049" y="9422"/>
              <a:ext cx="15" cy="235"/>
            </a:xfrm>
            <a:custGeom>
              <a:avLst/>
              <a:gdLst>
                <a:gd name="T0" fmla="*/ 0 w 6"/>
                <a:gd name="T1" fmla="*/ 44 h 94"/>
                <a:gd name="T2" fmla="*/ 0 w 6"/>
                <a:gd name="T3" fmla="*/ 47 h 94"/>
                <a:gd name="T4" fmla="*/ 0 w 6"/>
                <a:gd name="T5" fmla="*/ 47 h 94"/>
                <a:gd name="T6" fmla="*/ 1 w 6"/>
                <a:gd name="T7" fmla="*/ 52 h 94"/>
                <a:gd name="T8" fmla="*/ 1 w 6"/>
                <a:gd name="T9" fmla="*/ 58 h 94"/>
                <a:gd name="T10" fmla="*/ 1 w 6"/>
                <a:gd name="T11" fmla="*/ 61 h 94"/>
                <a:gd name="T12" fmla="*/ 1 w 6"/>
                <a:gd name="T13" fmla="*/ 65 h 94"/>
                <a:gd name="T14" fmla="*/ 1 w 6"/>
                <a:gd name="T15" fmla="*/ 67 h 94"/>
                <a:gd name="T16" fmla="*/ 1 w 6"/>
                <a:gd name="T17" fmla="*/ 66 h 94"/>
                <a:gd name="T18" fmla="*/ 1 w 6"/>
                <a:gd name="T19" fmla="*/ 69 h 94"/>
                <a:gd name="T20" fmla="*/ 1 w 6"/>
                <a:gd name="T21" fmla="*/ 73 h 94"/>
                <a:gd name="T22" fmla="*/ 1 w 6"/>
                <a:gd name="T23" fmla="*/ 73 h 94"/>
                <a:gd name="T24" fmla="*/ 2 w 6"/>
                <a:gd name="T25" fmla="*/ 71 h 94"/>
                <a:gd name="T26" fmla="*/ 2 w 6"/>
                <a:gd name="T27" fmla="*/ 74 h 94"/>
                <a:gd name="T28" fmla="*/ 2 w 6"/>
                <a:gd name="T29" fmla="*/ 76 h 94"/>
                <a:gd name="T30" fmla="*/ 2 w 6"/>
                <a:gd name="T31" fmla="*/ 78 h 94"/>
                <a:gd name="T32" fmla="*/ 2 w 6"/>
                <a:gd name="T33" fmla="*/ 81 h 94"/>
                <a:gd name="T34" fmla="*/ 2 w 6"/>
                <a:gd name="T35" fmla="*/ 86 h 94"/>
                <a:gd name="T36" fmla="*/ 2 w 6"/>
                <a:gd name="T37" fmla="*/ 90 h 94"/>
                <a:gd name="T38" fmla="*/ 3 w 6"/>
                <a:gd name="T39" fmla="*/ 94 h 94"/>
                <a:gd name="T40" fmla="*/ 3 w 6"/>
                <a:gd name="T41" fmla="*/ 92 h 94"/>
                <a:gd name="T42" fmla="*/ 3 w 6"/>
                <a:gd name="T43" fmla="*/ 86 h 94"/>
                <a:gd name="T44" fmla="*/ 3 w 6"/>
                <a:gd name="T45" fmla="*/ 82 h 94"/>
                <a:gd name="T46" fmla="*/ 3 w 6"/>
                <a:gd name="T47" fmla="*/ 81 h 94"/>
                <a:gd name="T48" fmla="*/ 3 w 6"/>
                <a:gd name="T49" fmla="*/ 77 h 94"/>
                <a:gd name="T50" fmla="*/ 3 w 6"/>
                <a:gd name="T51" fmla="*/ 71 h 94"/>
                <a:gd name="T52" fmla="*/ 3 w 6"/>
                <a:gd name="T53" fmla="*/ 62 h 94"/>
                <a:gd name="T54" fmla="*/ 3 w 6"/>
                <a:gd name="T55" fmla="*/ 55 h 94"/>
                <a:gd name="T56" fmla="*/ 4 w 6"/>
                <a:gd name="T57" fmla="*/ 51 h 94"/>
                <a:gd name="T58" fmla="*/ 4 w 6"/>
                <a:gd name="T59" fmla="*/ 50 h 94"/>
                <a:gd name="T60" fmla="*/ 4 w 6"/>
                <a:gd name="T61" fmla="*/ 47 h 94"/>
                <a:gd name="T62" fmla="*/ 4 w 6"/>
                <a:gd name="T63" fmla="*/ 45 h 94"/>
                <a:gd name="T64" fmla="*/ 4 w 6"/>
                <a:gd name="T65" fmla="*/ 44 h 94"/>
                <a:gd name="T66" fmla="*/ 4 w 6"/>
                <a:gd name="T67" fmla="*/ 41 h 94"/>
                <a:gd name="T68" fmla="*/ 5 w 6"/>
                <a:gd name="T69" fmla="*/ 38 h 94"/>
                <a:gd name="T70" fmla="*/ 5 w 6"/>
                <a:gd name="T71" fmla="*/ 39 h 94"/>
                <a:gd name="T72" fmla="*/ 5 w 6"/>
                <a:gd name="T73" fmla="*/ 38 h 94"/>
                <a:gd name="T74" fmla="*/ 5 w 6"/>
                <a:gd name="T75" fmla="*/ 36 h 94"/>
                <a:gd name="T76" fmla="*/ 5 w 6"/>
                <a:gd name="T77" fmla="*/ 36 h 94"/>
                <a:gd name="T78" fmla="*/ 5 w 6"/>
                <a:gd name="T79" fmla="*/ 32 h 94"/>
                <a:gd name="T80" fmla="*/ 5 w 6"/>
                <a:gd name="T81" fmla="*/ 26 h 94"/>
                <a:gd name="T82" fmla="*/ 5 w 6"/>
                <a:gd name="T83" fmla="*/ 25 h 94"/>
                <a:gd name="T84" fmla="*/ 5 w 6"/>
                <a:gd name="T85" fmla="*/ 25 h 94"/>
                <a:gd name="T86" fmla="*/ 6 w 6"/>
                <a:gd name="T87" fmla="*/ 17 h 94"/>
                <a:gd name="T88" fmla="*/ 6 w 6"/>
                <a:gd name="T89" fmla="*/ 10 h 94"/>
                <a:gd name="T90" fmla="*/ 6 w 6"/>
                <a:gd name="T91" fmla="*/ 11 h 94"/>
                <a:gd name="T92" fmla="*/ 6 w 6"/>
                <a:gd name="T93" fmla="*/ 9 h 94"/>
                <a:gd name="T94" fmla="*/ 6 w 6"/>
                <a:gd name="T95" fmla="*/ 2 h 94"/>
                <a:gd name="T96" fmla="*/ 6 w 6"/>
                <a:gd name="T97" fmla="*/ 0 h 94"/>
                <a:gd name="T98" fmla="*/ 6 w 6"/>
                <a:gd name="T99" fmla="*/ 4 h 94"/>
                <a:gd name="T100" fmla="*/ 6 w 6"/>
                <a:gd name="T101" fmla="*/ 5 h 94"/>
                <a:gd name="T102" fmla="*/ 6 w 6"/>
                <a:gd name="T103" fmla="*/ 2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4">
                  <a:moveTo>
                    <a:pt x="0" y="44"/>
                  </a:moveTo>
                  <a:lnTo>
                    <a:pt x="0" y="47"/>
                  </a:lnTo>
                  <a:lnTo>
                    <a:pt x="0" y="47"/>
                  </a:lnTo>
                  <a:lnTo>
                    <a:pt x="1" y="52"/>
                  </a:lnTo>
                  <a:lnTo>
                    <a:pt x="1" y="58"/>
                  </a:lnTo>
                  <a:lnTo>
                    <a:pt x="1" y="61"/>
                  </a:lnTo>
                  <a:lnTo>
                    <a:pt x="1" y="65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9"/>
                  </a:lnTo>
                  <a:lnTo>
                    <a:pt x="1" y="73"/>
                  </a:lnTo>
                  <a:lnTo>
                    <a:pt x="1" y="73"/>
                  </a:lnTo>
                  <a:lnTo>
                    <a:pt x="2" y="71"/>
                  </a:lnTo>
                  <a:lnTo>
                    <a:pt x="2" y="74"/>
                  </a:lnTo>
                  <a:lnTo>
                    <a:pt x="2" y="76"/>
                  </a:lnTo>
                  <a:lnTo>
                    <a:pt x="2" y="78"/>
                  </a:lnTo>
                  <a:lnTo>
                    <a:pt x="2" y="81"/>
                  </a:lnTo>
                  <a:lnTo>
                    <a:pt x="2" y="86"/>
                  </a:lnTo>
                  <a:lnTo>
                    <a:pt x="2" y="90"/>
                  </a:lnTo>
                  <a:lnTo>
                    <a:pt x="3" y="94"/>
                  </a:lnTo>
                  <a:lnTo>
                    <a:pt x="3" y="92"/>
                  </a:lnTo>
                  <a:lnTo>
                    <a:pt x="3" y="86"/>
                  </a:lnTo>
                  <a:lnTo>
                    <a:pt x="3" y="82"/>
                  </a:lnTo>
                  <a:lnTo>
                    <a:pt x="3" y="81"/>
                  </a:lnTo>
                  <a:lnTo>
                    <a:pt x="3" y="77"/>
                  </a:lnTo>
                  <a:lnTo>
                    <a:pt x="3" y="71"/>
                  </a:lnTo>
                  <a:lnTo>
                    <a:pt x="3" y="62"/>
                  </a:lnTo>
                  <a:lnTo>
                    <a:pt x="3" y="55"/>
                  </a:lnTo>
                  <a:lnTo>
                    <a:pt x="4" y="51"/>
                  </a:lnTo>
                  <a:lnTo>
                    <a:pt x="4" y="50"/>
                  </a:lnTo>
                  <a:lnTo>
                    <a:pt x="4" y="47"/>
                  </a:lnTo>
                  <a:lnTo>
                    <a:pt x="4" y="45"/>
                  </a:lnTo>
                  <a:lnTo>
                    <a:pt x="4" y="44"/>
                  </a:lnTo>
                  <a:lnTo>
                    <a:pt x="4" y="41"/>
                  </a:lnTo>
                  <a:lnTo>
                    <a:pt x="5" y="38"/>
                  </a:lnTo>
                  <a:lnTo>
                    <a:pt x="5" y="39"/>
                  </a:lnTo>
                  <a:lnTo>
                    <a:pt x="5" y="38"/>
                  </a:lnTo>
                  <a:lnTo>
                    <a:pt x="5" y="36"/>
                  </a:lnTo>
                  <a:lnTo>
                    <a:pt x="5" y="36"/>
                  </a:lnTo>
                  <a:lnTo>
                    <a:pt x="5" y="32"/>
                  </a:lnTo>
                  <a:lnTo>
                    <a:pt x="5" y="26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6" y="17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6" y="9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4"/>
                  </a:lnTo>
                  <a:lnTo>
                    <a:pt x="6" y="5"/>
                  </a:lnTo>
                  <a:lnTo>
                    <a:pt x="6" y="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2" name="Freeform 872"/>
            <p:cNvSpPr/>
            <p:nvPr/>
          </p:nvSpPr>
          <p:spPr bwMode="auto">
            <a:xfrm>
              <a:off x="5064" y="9235"/>
              <a:ext cx="18" cy="200"/>
            </a:xfrm>
            <a:custGeom>
              <a:avLst/>
              <a:gdLst>
                <a:gd name="T0" fmla="*/ 0 w 7"/>
                <a:gd name="T1" fmla="*/ 80 h 80"/>
                <a:gd name="T2" fmla="*/ 0 w 7"/>
                <a:gd name="T3" fmla="*/ 77 h 80"/>
                <a:gd name="T4" fmla="*/ 1 w 7"/>
                <a:gd name="T5" fmla="*/ 74 h 80"/>
                <a:gd name="T6" fmla="*/ 1 w 7"/>
                <a:gd name="T7" fmla="*/ 72 h 80"/>
                <a:gd name="T8" fmla="*/ 1 w 7"/>
                <a:gd name="T9" fmla="*/ 68 h 80"/>
                <a:gd name="T10" fmla="*/ 1 w 7"/>
                <a:gd name="T11" fmla="*/ 64 h 80"/>
                <a:gd name="T12" fmla="*/ 1 w 7"/>
                <a:gd name="T13" fmla="*/ 61 h 80"/>
                <a:gd name="T14" fmla="*/ 1 w 7"/>
                <a:gd name="T15" fmla="*/ 58 h 80"/>
                <a:gd name="T16" fmla="*/ 2 w 7"/>
                <a:gd name="T17" fmla="*/ 53 h 80"/>
                <a:gd name="T18" fmla="*/ 2 w 7"/>
                <a:gd name="T19" fmla="*/ 50 h 80"/>
                <a:gd name="T20" fmla="*/ 2 w 7"/>
                <a:gd name="T21" fmla="*/ 50 h 80"/>
                <a:gd name="T22" fmla="*/ 2 w 7"/>
                <a:gd name="T23" fmla="*/ 49 h 80"/>
                <a:gd name="T24" fmla="*/ 2 w 7"/>
                <a:gd name="T25" fmla="*/ 45 h 80"/>
                <a:gd name="T26" fmla="*/ 2 w 7"/>
                <a:gd name="T27" fmla="*/ 45 h 80"/>
                <a:gd name="T28" fmla="*/ 2 w 7"/>
                <a:gd name="T29" fmla="*/ 48 h 80"/>
                <a:gd name="T30" fmla="*/ 2 w 7"/>
                <a:gd name="T31" fmla="*/ 47 h 80"/>
                <a:gd name="T32" fmla="*/ 2 w 7"/>
                <a:gd name="T33" fmla="*/ 43 h 80"/>
                <a:gd name="T34" fmla="*/ 3 w 7"/>
                <a:gd name="T35" fmla="*/ 46 h 80"/>
                <a:gd name="T36" fmla="*/ 3 w 7"/>
                <a:gd name="T37" fmla="*/ 50 h 80"/>
                <a:gd name="T38" fmla="*/ 3 w 7"/>
                <a:gd name="T39" fmla="*/ 48 h 80"/>
                <a:gd name="T40" fmla="*/ 3 w 7"/>
                <a:gd name="T41" fmla="*/ 47 h 80"/>
                <a:gd name="T42" fmla="*/ 3 w 7"/>
                <a:gd name="T43" fmla="*/ 47 h 80"/>
                <a:gd name="T44" fmla="*/ 3 w 7"/>
                <a:gd name="T45" fmla="*/ 44 h 80"/>
                <a:gd name="T46" fmla="*/ 4 w 7"/>
                <a:gd name="T47" fmla="*/ 41 h 80"/>
                <a:gd name="T48" fmla="*/ 4 w 7"/>
                <a:gd name="T49" fmla="*/ 41 h 80"/>
                <a:gd name="T50" fmla="*/ 4 w 7"/>
                <a:gd name="T51" fmla="*/ 39 h 80"/>
                <a:gd name="T52" fmla="*/ 4 w 7"/>
                <a:gd name="T53" fmla="*/ 33 h 80"/>
                <a:gd name="T54" fmla="*/ 4 w 7"/>
                <a:gd name="T55" fmla="*/ 30 h 80"/>
                <a:gd name="T56" fmla="*/ 4 w 7"/>
                <a:gd name="T57" fmla="*/ 29 h 80"/>
                <a:gd name="T58" fmla="*/ 4 w 7"/>
                <a:gd name="T59" fmla="*/ 27 h 80"/>
                <a:gd name="T60" fmla="*/ 4 w 7"/>
                <a:gd name="T61" fmla="*/ 23 h 80"/>
                <a:gd name="T62" fmla="*/ 4 w 7"/>
                <a:gd name="T63" fmla="*/ 21 h 80"/>
                <a:gd name="T64" fmla="*/ 4 w 7"/>
                <a:gd name="T65" fmla="*/ 20 h 80"/>
                <a:gd name="T66" fmla="*/ 5 w 7"/>
                <a:gd name="T67" fmla="*/ 19 h 80"/>
                <a:gd name="T68" fmla="*/ 5 w 7"/>
                <a:gd name="T69" fmla="*/ 18 h 80"/>
                <a:gd name="T70" fmla="*/ 5 w 7"/>
                <a:gd name="T71" fmla="*/ 15 h 80"/>
                <a:gd name="T72" fmla="*/ 5 w 7"/>
                <a:gd name="T73" fmla="*/ 11 h 80"/>
                <a:gd name="T74" fmla="*/ 5 w 7"/>
                <a:gd name="T75" fmla="*/ 8 h 80"/>
                <a:gd name="T76" fmla="*/ 5 w 7"/>
                <a:gd name="T77" fmla="*/ 8 h 80"/>
                <a:gd name="T78" fmla="*/ 5 w 7"/>
                <a:gd name="T79" fmla="*/ 9 h 80"/>
                <a:gd name="T80" fmla="*/ 5 w 7"/>
                <a:gd name="T81" fmla="*/ 5 h 80"/>
                <a:gd name="T82" fmla="*/ 5 w 7"/>
                <a:gd name="T83" fmla="*/ 2 h 80"/>
                <a:gd name="T84" fmla="*/ 6 w 7"/>
                <a:gd name="T85" fmla="*/ 2 h 80"/>
                <a:gd name="T86" fmla="*/ 6 w 7"/>
                <a:gd name="T87" fmla="*/ 1 h 80"/>
                <a:gd name="T88" fmla="*/ 6 w 7"/>
                <a:gd name="T89" fmla="*/ 0 h 80"/>
                <a:gd name="T90" fmla="*/ 6 w 7"/>
                <a:gd name="T91" fmla="*/ 1 h 80"/>
                <a:gd name="T92" fmla="*/ 6 w 7"/>
                <a:gd name="T93" fmla="*/ 5 h 80"/>
                <a:gd name="T94" fmla="*/ 6 w 7"/>
                <a:gd name="T95" fmla="*/ 7 h 80"/>
                <a:gd name="T96" fmla="*/ 7 w 7"/>
                <a:gd name="T97" fmla="*/ 7 h 80"/>
                <a:gd name="T98" fmla="*/ 7 w 7"/>
                <a:gd name="T99" fmla="*/ 8 h 80"/>
                <a:gd name="T100" fmla="*/ 7 w 7"/>
                <a:gd name="T101" fmla="*/ 12 h 80"/>
                <a:gd name="T102" fmla="*/ 7 w 7"/>
                <a:gd name="T103" fmla="*/ 1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0">
                  <a:moveTo>
                    <a:pt x="0" y="80"/>
                  </a:moveTo>
                  <a:lnTo>
                    <a:pt x="0" y="77"/>
                  </a:lnTo>
                  <a:lnTo>
                    <a:pt x="1" y="74"/>
                  </a:lnTo>
                  <a:lnTo>
                    <a:pt x="1" y="72"/>
                  </a:lnTo>
                  <a:lnTo>
                    <a:pt x="1" y="68"/>
                  </a:lnTo>
                  <a:lnTo>
                    <a:pt x="1" y="64"/>
                  </a:lnTo>
                  <a:lnTo>
                    <a:pt x="1" y="61"/>
                  </a:lnTo>
                  <a:lnTo>
                    <a:pt x="1" y="58"/>
                  </a:lnTo>
                  <a:lnTo>
                    <a:pt x="2" y="53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2" y="49"/>
                  </a:lnTo>
                  <a:lnTo>
                    <a:pt x="2" y="45"/>
                  </a:lnTo>
                  <a:lnTo>
                    <a:pt x="2" y="45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2" y="43"/>
                  </a:lnTo>
                  <a:lnTo>
                    <a:pt x="3" y="46"/>
                  </a:lnTo>
                  <a:lnTo>
                    <a:pt x="3" y="50"/>
                  </a:lnTo>
                  <a:lnTo>
                    <a:pt x="3" y="48"/>
                  </a:lnTo>
                  <a:lnTo>
                    <a:pt x="3" y="47"/>
                  </a:lnTo>
                  <a:lnTo>
                    <a:pt x="3" y="47"/>
                  </a:lnTo>
                  <a:lnTo>
                    <a:pt x="3" y="44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39"/>
                  </a:lnTo>
                  <a:lnTo>
                    <a:pt x="4" y="33"/>
                  </a:lnTo>
                  <a:lnTo>
                    <a:pt x="4" y="30"/>
                  </a:lnTo>
                  <a:lnTo>
                    <a:pt x="4" y="29"/>
                  </a:lnTo>
                  <a:lnTo>
                    <a:pt x="4" y="27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20"/>
                  </a:lnTo>
                  <a:lnTo>
                    <a:pt x="5" y="19"/>
                  </a:lnTo>
                  <a:lnTo>
                    <a:pt x="5" y="18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5" y="8"/>
                  </a:lnTo>
                  <a:lnTo>
                    <a:pt x="5" y="8"/>
                  </a:lnTo>
                  <a:lnTo>
                    <a:pt x="5" y="9"/>
                  </a:lnTo>
                  <a:lnTo>
                    <a:pt x="5" y="5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5"/>
                  </a:lnTo>
                  <a:lnTo>
                    <a:pt x="6" y="7"/>
                  </a:lnTo>
                  <a:lnTo>
                    <a:pt x="7" y="7"/>
                  </a:lnTo>
                  <a:lnTo>
                    <a:pt x="7" y="8"/>
                  </a:lnTo>
                  <a:lnTo>
                    <a:pt x="7" y="12"/>
                  </a:lnTo>
                  <a:lnTo>
                    <a:pt x="7" y="1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3" name="Freeform 873"/>
            <p:cNvSpPr/>
            <p:nvPr/>
          </p:nvSpPr>
          <p:spPr bwMode="auto">
            <a:xfrm>
              <a:off x="5081" y="9265"/>
              <a:ext cx="15" cy="198"/>
            </a:xfrm>
            <a:custGeom>
              <a:avLst/>
              <a:gdLst>
                <a:gd name="T0" fmla="*/ 0 w 6"/>
                <a:gd name="T1" fmla="*/ 0 h 79"/>
                <a:gd name="T2" fmla="*/ 0 w 6"/>
                <a:gd name="T3" fmla="*/ 4 h 79"/>
                <a:gd name="T4" fmla="*/ 0 w 6"/>
                <a:gd name="T5" fmla="*/ 8 h 79"/>
                <a:gd name="T6" fmla="*/ 0 w 6"/>
                <a:gd name="T7" fmla="*/ 12 h 79"/>
                <a:gd name="T8" fmla="*/ 0 w 6"/>
                <a:gd name="T9" fmla="*/ 16 h 79"/>
                <a:gd name="T10" fmla="*/ 0 w 6"/>
                <a:gd name="T11" fmla="*/ 22 h 79"/>
                <a:gd name="T12" fmla="*/ 0 w 6"/>
                <a:gd name="T13" fmla="*/ 29 h 79"/>
                <a:gd name="T14" fmla="*/ 1 w 6"/>
                <a:gd name="T15" fmla="*/ 36 h 79"/>
                <a:gd name="T16" fmla="*/ 1 w 6"/>
                <a:gd name="T17" fmla="*/ 41 h 79"/>
                <a:gd name="T18" fmla="*/ 1 w 6"/>
                <a:gd name="T19" fmla="*/ 46 h 79"/>
                <a:gd name="T20" fmla="*/ 1 w 6"/>
                <a:gd name="T21" fmla="*/ 51 h 79"/>
                <a:gd name="T22" fmla="*/ 1 w 6"/>
                <a:gd name="T23" fmla="*/ 54 h 79"/>
                <a:gd name="T24" fmla="*/ 1 w 6"/>
                <a:gd name="T25" fmla="*/ 55 h 79"/>
                <a:gd name="T26" fmla="*/ 2 w 6"/>
                <a:gd name="T27" fmla="*/ 57 h 79"/>
                <a:gd name="T28" fmla="*/ 2 w 6"/>
                <a:gd name="T29" fmla="*/ 58 h 79"/>
                <a:gd name="T30" fmla="*/ 2 w 6"/>
                <a:gd name="T31" fmla="*/ 60 h 79"/>
                <a:gd name="T32" fmla="*/ 2 w 6"/>
                <a:gd name="T33" fmla="*/ 63 h 79"/>
                <a:gd name="T34" fmla="*/ 2 w 6"/>
                <a:gd name="T35" fmla="*/ 65 h 79"/>
                <a:gd name="T36" fmla="*/ 2 w 6"/>
                <a:gd name="T37" fmla="*/ 65 h 79"/>
                <a:gd name="T38" fmla="*/ 2 w 6"/>
                <a:gd name="T39" fmla="*/ 67 h 79"/>
                <a:gd name="T40" fmla="*/ 2 w 6"/>
                <a:gd name="T41" fmla="*/ 70 h 79"/>
                <a:gd name="T42" fmla="*/ 2 w 6"/>
                <a:gd name="T43" fmla="*/ 73 h 79"/>
                <a:gd name="T44" fmla="*/ 3 w 6"/>
                <a:gd name="T45" fmla="*/ 75 h 79"/>
                <a:gd name="T46" fmla="*/ 3 w 6"/>
                <a:gd name="T47" fmla="*/ 78 h 79"/>
                <a:gd name="T48" fmla="*/ 3 w 6"/>
                <a:gd name="T49" fmla="*/ 79 h 79"/>
                <a:gd name="T50" fmla="*/ 3 w 6"/>
                <a:gd name="T51" fmla="*/ 79 h 79"/>
                <a:gd name="T52" fmla="*/ 3 w 6"/>
                <a:gd name="T53" fmla="*/ 78 h 79"/>
                <a:gd name="T54" fmla="*/ 3 w 6"/>
                <a:gd name="T55" fmla="*/ 78 h 79"/>
                <a:gd name="T56" fmla="*/ 3 w 6"/>
                <a:gd name="T57" fmla="*/ 77 h 79"/>
                <a:gd name="T58" fmla="*/ 3 w 6"/>
                <a:gd name="T59" fmla="*/ 74 h 79"/>
                <a:gd name="T60" fmla="*/ 3 w 6"/>
                <a:gd name="T61" fmla="*/ 71 h 79"/>
                <a:gd name="T62" fmla="*/ 4 w 6"/>
                <a:gd name="T63" fmla="*/ 69 h 79"/>
                <a:gd name="T64" fmla="*/ 4 w 6"/>
                <a:gd name="T65" fmla="*/ 67 h 79"/>
                <a:gd name="T66" fmla="*/ 4 w 6"/>
                <a:gd name="T67" fmla="*/ 65 h 79"/>
                <a:gd name="T68" fmla="*/ 4 w 6"/>
                <a:gd name="T69" fmla="*/ 65 h 79"/>
                <a:gd name="T70" fmla="*/ 4 w 6"/>
                <a:gd name="T71" fmla="*/ 65 h 79"/>
                <a:gd name="T72" fmla="*/ 4 w 6"/>
                <a:gd name="T73" fmla="*/ 65 h 79"/>
                <a:gd name="T74" fmla="*/ 5 w 6"/>
                <a:gd name="T75" fmla="*/ 66 h 79"/>
                <a:gd name="T76" fmla="*/ 5 w 6"/>
                <a:gd name="T77" fmla="*/ 69 h 79"/>
                <a:gd name="T78" fmla="*/ 5 w 6"/>
                <a:gd name="T79" fmla="*/ 69 h 79"/>
                <a:gd name="T80" fmla="*/ 5 w 6"/>
                <a:gd name="T81" fmla="*/ 69 h 79"/>
                <a:gd name="T82" fmla="*/ 5 w 6"/>
                <a:gd name="T83" fmla="*/ 72 h 79"/>
                <a:gd name="T84" fmla="*/ 5 w 6"/>
                <a:gd name="T85" fmla="*/ 72 h 79"/>
                <a:gd name="T86" fmla="*/ 5 w 6"/>
                <a:gd name="T87" fmla="*/ 70 h 79"/>
                <a:gd name="T88" fmla="*/ 5 w 6"/>
                <a:gd name="T89" fmla="*/ 69 h 79"/>
                <a:gd name="T90" fmla="*/ 5 w 6"/>
                <a:gd name="T91" fmla="*/ 68 h 79"/>
                <a:gd name="T92" fmla="*/ 5 w 6"/>
                <a:gd name="T93" fmla="*/ 66 h 79"/>
                <a:gd name="T94" fmla="*/ 6 w 6"/>
                <a:gd name="T95" fmla="*/ 65 h 79"/>
                <a:gd name="T96" fmla="*/ 6 w 6"/>
                <a:gd name="T97" fmla="*/ 65 h 79"/>
                <a:gd name="T98" fmla="*/ 6 w 6"/>
                <a:gd name="T99" fmla="*/ 66 h 79"/>
                <a:gd name="T100" fmla="*/ 6 w 6"/>
                <a:gd name="T101" fmla="*/ 66 h 79"/>
                <a:gd name="T102" fmla="*/ 6 w 6"/>
                <a:gd name="T103" fmla="*/ 6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9">
                  <a:moveTo>
                    <a:pt x="0" y="0"/>
                  </a:moveTo>
                  <a:lnTo>
                    <a:pt x="0" y="4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9"/>
                  </a:lnTo>
                  <a:lnTo>
                    <a:pt x="1" y="36"/>
                  </a:lnTo>
                  <a:lnTo>
                    <a:pt x="1" y="41"/>
                  </a:lnTo>
                  <a:lnTo>
                    <a:pt x="1" y="46"/>
                  </a:lnTo>
                  <a:lnTo>
                    <a:pt x="1" y="51"/>
                  </a:lnTo>
                  <a:lnTo>
                    <a:pt x="1" y="54"/>
                  </a:lnTo>
                  <a:lnTo>
                    <a:pt x="1" y="55"/>
                  </a:lnTo>
                  <a:lnTo>
                    <a:pt x="2" y="57"/>
                  </a:lnTo>
                  <a:lnTo>
                    <a:pt x="2" y="58"/>
                  </a:lnTo>
                  <a:lnTo>
                    <a:pt x="2" y="60"/>
                  </a:lnTo>
                  <a:lnTo>
                    <a:pt x="2" y="63"/>
                  </a:lnTo>
                  <a:lnTo>
                    <a:pt x="2" y="65"/>
                  </a:lnTo>
                  <a:lnTo>
                    <a:pt x="2" y="65"/>
                  </a:lnTo>
                  <a:lnTo>
                    <a:pt x="2" y="67"/>
                  </a:lnTo>
                  <a:lnTo>
                    <a:pt x="2" y="70"/>
                  </a:lnTo>
                  <a:lnTo>
                    <a:pt x="2" y="73"/>
                  </a:lnTo>
                  <a:lnTo>
                    <a:pt x="3" y="75"/>
                  </a:lnTo>
                  <a:lnTo>
                    <a:pt x="3" y="78"/>
                  </a:lnTo>
                  <a:lnTo>
                    <a:pt x="3" y="79"/>
                  </a:lnTo>
                  <a:lnTo>
                    <a:pt x="3" y="79"/>
                  </a:lnTo>
                  <a:lnTo>
                    <a:pt x="3" y="78"/>
                  </a:lnTo>
                  <a:lnTo>
                    <a:pt x="3" y="78"/>
                  </a:lnTo>
                  <a:lnTo>
                    <a:pt x="3" y="77"/>
                  </a:lnTo>
                  <a:lnTo>
                    <a:pt x="3" y="74"/>
                  </a:lnTo>
                  <a:lnTo>
                    <a:pt x="3" y="71"/>
                  </a:lnTo>
                  <a:lnTo>
                    <a:pt x="4" y="69"/>
                  </a:lnTo>
                  <a:lnTo>
                    <a:pt x="4" y="67"/>
                  </a:lnTo>
                  <a:lnTo>
                    <a:pt x="4" y="65"/>
                  </a:lnTo>
                  <a:lnTo>
                    <a:pt x="4" y="65"/>
                  </a:lnTo>
                  <a:lnTo>
                    <a:pt x="4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5" y="69"/>
                  </a:lnTo>
                  <a:lnTo>
                    <a:pt x="5" y="69"/>
                  </a:lnTo>
                  <a:lnTo>
                    <a:pt x="5" y="69"/>
                  </a:lnTo>
                  <a:lnTo>
                    <a:pt x="5" y="72"/>
                  </a:lnTo>
                  <a:lnTo>
                    <a:pt x="5" y="72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5" y="68"/>
                  </a:lnTo>
                  <a:lnTo>
                    <a:pt x="5" y="66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6" y="6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4" name="Freeform 874"/>
            <p:cNvSpPr/>
            <p:nvPr/>
          </p:nvSpPr>
          <p:spPr bwMode="auto">
            <a:xfrm>
              <a:off x="5096" y="9387"/>
              <a:ext cx="18" cy="90"/>
            </a:xfrm>
            <a:custGeom>
              <a:avLst/>
              <a:gdLst>
                <a:gd name="T0" fmla="*/ 0 w 7"/>
                <a:gd name="T1" fmla="*/ 17 h 36"/>
                <a:gd name="T2" fmla="*/ 0 w 7"/>
                <a:gd name="T3" fmla="*/ 19 h 36"/>
                <a:gd name="T4" fmla="*/ 0 w 7"/>
                <a:gd name="T5" fmla="*/ 23 h 36"/>
                <a:gd name="T6" fmla="*/ 1 w 7"/>
                <a:gd name="T7" fmla="*/ 28 h 36"/>
                <a:gd name="T8" fmla="*/ 1 w 7"/>
                <a:gd name="T9" fmla="*/ 31 h 36"/>
                <a:gd name="T10" fmla="*/ 1 w 7"/>
                <a:gd name="T11" fmla="*/ 33 h 36"/>
                <a:gd name="T12" fmla="*/ 1 w 7"/>
                <a:gd name="T13" fmla="*/ 35 h 36"/>
                <a:gd name="T14" fmla="*/ 1 w 7"/>
                <a:gd name="T15" fmla="*/ 36 h 36"/>
                <a:gd name="T16" fmla="*/ 1 w 7"/>
                <a:gd name="T17" fmla="*/ 35 h 36"/>
                <a:gd name="T18" fmla="*/ 1 w 7"/>
                <a:gd name="T19" fmla="*/ 35 h 36"/>
                <a:gd name="T20" fmla="*/ 1 w 7"/>
                <a:gd name="T21" fmla="*/ 34 h 36"/>
                <a:gd name="T22" fmla="*/ 1 w 7"/>
                <a:gd name="T23" fmla="*/ 31 h 36"/>
                <a:gd name="T24" fmla="*/ 2 w 7"/>
                <a:gd name="T25" fmla="*/ 29 h 36"/>
                <a:gd name="T26" fmla="*/ 2 w 7"/>
                <a:gd name="T27" fmla="*/ 28 h 36"/>
                <a:gd name="T28" fmla="*/ 2 w 7"/>
                <a:gd name="T29" fmla="*/ 24 h 36"/>
                <a:gd name="T30" fmla="*/ 2 w 7"/>
                <a:gd name="T31" fmla="*/ 21 h 36"/>
                <a:gd name="T32" fmla="*/ 2 w 7"/>
                <a:gd name="T33" fmla="*/ 23 h 36"/>
                <a:gd name="T34" fmla="*/ 2 w 7"/>
                <a:gd name="T35" fmla="*/ 23 h 36"/>
                <a:gd name="T36" fmla="*/ 2 w 7"/>
                <a:gd name="T37" fmla="*/ 19 h 36"/>
                <a:gd name="T38" fmla="*/ 2 w 7"/>
                <a:gd name="T39" fmla="*/ 18 h 36"/>
                <a:gd name="T40" fmla="*/ 2 w 7"/>
                <a:gd name="T41" fmla="*/ 21 h 36"/>
                <a:gd name="T42" fmla="*/ 3 w 7"/>
                <a:gd name="T43" fmla="*/ 24 h 36"/>
                <a:gd name="T44" fmla="*/ 3 w 7"/>
                <a:gd name="T45" fmla="*/ 22 h 36"/>
                <a:gd name="T46" fmla="*/ 3 w 7"/>
                <a:gd name="T47" fmla="*/ 22 h 36"/>
                <a:gd name="T48" fmla="*/ 3 w 7"/>
                <a:gd name="T49" fmla="*/ 25 h 36"/>
                <a:gd name="T50" fmla="*/ 3 w 7"/>
                <a:gd name="T51" fmla="*/ 24 h 36"/>
                <a:gd name="T52" fmla="*/ 3 w 7"/>
                <a:gd name="T53" fmla="*/ 21 h 36"/>
                <a:gd name="T54" fmla="*/ 4 w 7"/>
                <a:gd name="T55" fmla="*/ 23 h 36"/>
                <a:gd name="T56" fmla="*/ 4 w 7"/>
                <a:gd name="T57" fmla="*/ 25 h 36"/>
                <a:gd name="T58" fmla="*/ 4 w 7"/>
                <a:gd name="T59" fmla="*/ 22 h 36"/>
                <a:gd name="T60" fmla="*/ 4 w 7"/>
                <a:gd name="T61" fmla="*/ 18 h 36"/>
                <a:gd name="T62" fmla="*/ 4 w 7"/>
                <a:gd name="T63" fmla="*/ 18 h 36"/>
                <a:gd name="T64" fmla="*/ 4 w 7"/>
                <a:gd name="T65" fmla="*/ 19 h 36"/>
                <a:gd name="T66" fmla="*/ 4 w 7"/>
                <a:gd name="T67" fmla="*/ 17 h 36"/>
                <a:gd name="T68" fmla="*/ 4 w 7"/>
                <a:gd name="T69" fmla="*/ 16 h 36"/>
                <a:gd name="T70" fmla="*/ 4 w 7"/>
                <a:gd name="T71" fmla="*/ 16 h 36"/>
                <a:gd name="T72" fmla="*/ 5 w 7"/>
                <a:gd name="T73" fmla="*/ 14 h 36"/>
                <a:gd name="T74" fmla="*/ 5 w 7"/>
                <a:gd name="T75" fmla="*/ 12 h 36"/>
                <a:gd name="T76" fmla="*/ 5 w 7"/>
                <a:gd name="T77" fmla="*/ 13 h 36"/>
                <a:gd name="T78" fmla="*/ 5 w 7"/>
                <a:gd name="T79" fmla="*/ 11 h 36"/>
                <a:gd name="T80" fmla="*/ 5 w 7"/>
                <a:gd name="T81" fmla="*/ 6 h 36"/>
                <a:gd name="T82" fmla="*/ 5 w 7"/>
                <a:gd name="T83" fmla="*/ 3 h 36"/>
                <a:gd name="T84" fmla="*/ 6 w 7"/>
                <a:gd name="T85" fmla="*/ 3 h 36"/>
                <a:gd name="T86" fmla="*/ 6 w 7"/>
                <a:gd name="T87" fmla="*/ 3 h 36"/>
                <a:gd name="T88" fmla="*/ 6 w 7"/>
                <a:gd name="T89" fmla="*/ 2 h 36"/>
                <a:gd name="T90" fmla="*/ 6 w 7"/>
                <a:gd name="T91" fmla="*/ 0 h 36"/>
                <a:gd name="T92" fmla="*/ 6 w 7"/>
                <a:gd name="T93" fmla="*/ 0 h 36"/>
                <a:gd name="T94" fmla="*/ 6 w 7"/>
                <a:gd name="T95" fmla="*/ 5 h 36"/>
                <a:gd name="T96" fmla="*/ 6 w 7"/>
                <a:gd name="T97" fmla="*/ 7 h 36"/>
                <a:gd name="T98" fmla="*/ 6 w 7"/>
                <a:gd name="T99" fmla="*/ 6 h 36"/>
                <a:gd name="T100" fmla="*/ 6 w 7"/>
                <a:gd name="T101" fmla="*/ 8 h 36"/>
                <a:gd name="T102" fmla="*/ 7 w 7"/>
                <a:gd name="T103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36">
                  <a:moveTo>
                    <a:pt x="0" y="17"/>
                  </a:moveTo>
                  <a:lnTo>
                    <a:pt x="0" y="19"/>
                  </a:lnTo>
                  <a:lnTo>
                    <a:pt x="0" y="23"/>
                  </a:lnTo>
                  <a:lnTo>
                    <a:pt x="1" y="28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5"/>
                  </a:lnTo>
                  <a:lnTo>
                    <a:pt x="1" y="36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" y="34"/>
                  </a:lnTo>
                  <a:lnTo>
                    <a:pt x="1" y="31"/>
                  </a:lnTo>
                  <a:lnTo>
                    <a:pt x="2" y="29"/>
                  </a:lnTo>
                  <a:lnTo>
                    <a:pt x="2" y="28"/>
                  </a:lnTo>
                  <a:lnTo>
                    <a:pt x="2" y="24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2" y="19"/>
                  </a:lnTo>
                  <a:lnTo>
                    <a:pt x="2" y="18"/>
                  </a:lnTo>
                  <a:lnTo>
                    <a:pt x="2" y="21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1"/>
                  </a:lnTo>
                  <a:lnTo>
                    <a:pt x="4" y="23"/>
                  </a:lnTo>
                  <a:lnTo>
                    <a:pt x="4" y="25"/>
                  </a:lnTo>
                  <a:lnTo>
                    <a:pt x="4" y="22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9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5" y="14"/>
                  </a:lnTo>
                  <a:lnTo>
                    <a:pt x="5" y="12"/>
                  </a:lnTo>
                  <a:lnTo>
                    <a:pt x="5" y="13"/>
                  </a:lnTo>
                  <a:lnTo>
                    <a:pt x="5" y="11"/>
                  </a:lnTo>
                  <a:lnTo>
                    <a:pt x="5" y="6"/>
                  </a:lnTo>
                  <a:lnTo>
                    <a:pt x="5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5"/>
                  </a:lnTo>
                  <a:lnTo>
                    <a:pt x="6" y="7"/>
                  </a:lnTo>
                  <a:lnTo>
                    <a:pt x="6" y="6"/>
                  </a:lnTo>
                  <a:lnTo>
                    <a:pt x="6" y="8"/>
                  </a:lnTo>
                  <a:lnTo>
                    <a:pt x="7" y="1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5" name="Freeform 875"/>
            <p:cNvSpPr/>
            <p:nvPr/>
          </p:nvSpPr>
          <p:spPr bwMode="auto">
            <a:xfrm>
              <a:off x="5111" y="9407"/>
              <a:ext cx="18" cy="273"/>
            </a:xfrm>
            <a:custGeom>
              <a:avLst/>
              <a:gdLst>
                <a:gd name="T0" fmla="*/ 0 w 7"/>
                <a:gd name="T1" fmla="*/ 0 h 109"/>
                <a:gd name="T2" fmla="*/ 1 w 7"/>
                <a:gd name="T3" fmla="*/ 4 h 109"/>
                <a:gd name="T4" fmla="*/ 1 w 7"/>
                <a:gd name="T5" fmla="*/ 7 h 109"/>
                <a:gd name="T6" fmla="*/ 1 w 7"/>
                <a:gd name="T7" fmla="*/ 5 h 109"/>
                <a:gd name="T8" fmla="*/ 1 w 7"/>
                <a:gd name="T9" fmla="*/ 6 h 109"/>
                <a:gd name="T10" fmla="*/ 1 w 7"/>
                <a:gd name="T11" fmla="*/ 10 h 109"/>
                <a:gd name="T12" fmla="*/ 1 w 7"/>
                <a:gd name="T13" fmla="*/ 14 h 109"/>
                <a:gd name="T14" fmla="*/ 1 w 7"/>
                <a:gd name="T15" fmla="*/ 14 h 109"/>
                <a:gd name="T16" fmla="*/ 1 w 7"/>
                <a:gd name="T17" fmla="*/ 15 h 109"/>
                <a:gd name="T18" fmla="*/ 1 w 7"/>
                <a:gd name="T19" fmla="*/ 20 h 109"/>
                <a:gd name="T20" fmla="*/ 2 w 7"/>
                <a:gd name="T21" fmla="*/ 24 h 109"/>
                <a:gd name="T22" fmla="*/ 2 w 7"/>
                <a:gd name="T23" fmla="*/ 29 h 109"/>
                <a:gd name="T24" fmla="*/ 2 w 7"/>
                <a:gd name="T25" fmla="*/ 33 h 109"/>
                <a:gd name="T26" fmla="*/ 2 w 7"/>
                <a:gd name="T27" fmla="*/ 35 h 109"/>
                <a:gd name="T28" fmla="*/ 2 w 7"/>
                <a:gd name="T29" fmla="*/ 38 h 109"/>
                <a:gd name="T30" fmla="*/ 2 w 7"/>
                <a:gd name="T31" fmla="*/ 41 h 109"/>
                <a:gd name="T32" fmla="*/ 2 w 7"/>
                <a:gd name="T33" fmla="*/ 45 h 109"/>
                <a:gd name="T34" fmla="*/ 3 w 7"/>
                <a:gd name="T35" fmla="*/ 48 h 109"/>
                <a:gd name="T36" fmla="*/ 3 w 7"/>
                <a:gd name="T37" fmla="*/ 50 h 109"/>
                <a:gd name="T38" fmla="*/ 3 w 7"/>
                <a:gd name="T39" fmla="*/ 55 h 109"/>
                <a:gd name="T40" fmla="*/ 3 w 7"/>
                <a:gd name="T41" fmla="*/ 60 h 109"/>
                <a:gd name="T42" fmla="*/ 3 w 7"/>
                <a:gd name="T43" fmla="*/ 66 h 109"/>
                <a:gd name="T44" fmla="*/ 3 w 7"/>
                <a:gd name="T45" fmla="*/ 70 h 109"/>
                <a:gd name="T46" fmla="*/ 3 w 7"/>
                <a:gd name="T47" fmla="*/ 75 h 109"/>
                <a:gd name="T48" fmla="*/ 3 w 7"/>
                <a:gd name="T49" fmla="*/ 83 h 109"/>
                <a:gd name="T50" fmla="*/ 3 w 7"/>
                <a:gd name="T51" fmla="*/ 89 h 109"/>
                <a:gd name="T52" fmla="*/ 4 w 7"/>
                <a:gd name="T53" fmla="*/ 95 h 109"/>
                <a:gd name="T54" fmla="*/ 4 w 7"/>
                <a:gd name="T55" fmla="*/ 100 h 109"/>
                <a:gd name="T56" fmla="*/ 4 w 7"/>
                <a:gd name="T57" fmla="*/ 102 h 109"/>
                <a:gd name="T58" fmla="*/ 4 w 7"/>
                <a:gd name="T59" fmla="*/ 106 h 109"/>
                <a:gd name="T60" fmla="*/ 4 w 7"/>
                <a:gd name="T61" fmla="*/ 109 h 109"/>
                <a:gd name="T62" fmla="*/ 4 w 7"/>
                <a:gd name="T63" fmla="*/ 108 h 109"/>
                <a:gd name="T64" fmla="*/ 5 w 7"/>
                <a:gd name="T65" fmla="*/ 107 h 109"/>
                <a:gd name="T66" fmla="*/ 5 w 7"/>
                <a:gd name="T67" fmla="*/ 109 h 109"/>
                <a:gd name="T68" fmla="*/ 5 w 7"/>
                <a:gd name="T69" fmla="*/ 106 h 109"/>
                <a:gd name="T70" fmla="*/ 5 w 7"/>
                <a:gd name="T71" fmla="*/ 102 h 109"/>
                <a:gd name="T72" fmla="*/ 5 w 7"/>
                <a:gd name="T73" fmla="*/ 102 h 109"/>
                <a:gd name="T74" fmla="*/ 5 w 7"/>
                <a:gd name="T75" fmla="*/ 99 h 109"/>
                <a:gd name="T76" fmla="*/ 5 w 7"/>
                <a:gd name="T77" fmla="*/ 91 h 109"/>
                <a:gd name="T78" fmla="*/ 5 w 7"/>
                <a:gd name="T79" fmla="*/ 85 h 109"/>
                <a:gd name="T80" fmla="*/ 5 w 7"/>
                <a:gd name="T81" fmla="*/ 84 h 109"/>
                <a:gd name="T82" fmla="*/ 6 w 7"/>
                <a:gd name="T83" fmla="*/ 85 h 109"/>
                <a:gd name="T84" fmla="*/ 6 w 7"/>
                <a:gd name="T85" fmla="*/ 84 h 109"/>
                <a:gd name="T86" fmla="*/ 6 w 7"/>
                <a:gd name="T87" fmla="*/ 80 h 109"/>
                <a:gd name="T88" fmla="*/ 6 w 7"/>
                <a:gd name="T89" fmla="*/ 79 h 109"/>
                <a:gd name="T90" fmla="*/ 6 w 7"/>
                <a:gd name="T91" fmla="*/ 77 h 109"/>
                <a:gd name="T92" fmla="*/ 6 w 7"/>
                <a:gd name="T93" fmla="*/ 74 h 109"/>
                <a:gd name="T94" fmla="*/ 6 w 7"/>
                <a:gd name="T95" fmla="*/ 72 h 109"/>
                <a:gd name="T96" fmla="*/ 6 w 7"/>
                <a:gd name="T97" fmla="*/ 68 h 109"/>
                <a:gd name="T98" fmla="*/ 6 w 7"/>
                <a:gd name="T99" fmla="*/ 60 h 109"/>
                <a:gd name="T100" fmla="*/ 7 w 7"/>
                <a:gd name="T101" fmla="*/ 52 h 109"/>
                <a:gd name="T102" fmla="*/ 7 w 7"/>
                <a:gd name="T103" fmla="*/ 4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09">
                  <a:moveTo>
                    <a:pt x="0" y="0"/>
                  </a:moveTo>
                  <a:lnTo>
                    <a:pt x="1" y="4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10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1" y="15"/>
                  </a:lnTo>
                  <a:lnTo>
                    <a:pt x="1" y="20"/>
                  </a:lnTo>
                  <a:lnTo>
                    <a:pt x="2" y="24"/>
                  </a:lnTo>
                  <a:lnTo>
                    <a:pt x="2" y="29"/>
                  </a:lnTo>
                  <a:lnTo>
                    <a:pt x="2" y="33"/>
                  </a:lnTo>
                  <a:lnTo>
                    <a:pt x="2" y="35"/>
                  </a:lnTo>
                  <a:lnTo>
                    <a:pt x="2" y="38"/>
                  </a:lnTo>
                  <a:lnTo>
                    <a:pt x="2" y="41"/>
                  </a:lnTo>
                  <a:lnTo>
                    <a:pt x="2" y="45"/>
                  </a:lnTo>
                  <a:lnTo>
                    <a:pt x="3" y="48"/>
                  </a:lnTo>
                  <a:lnTo>
                    <a:pt x="3" y="50"/>
                  </a:lnTo>
                  <a:lnTo>
                    <a:pt x="3" y="55"/>
                  </a:lnTo>
                  <a:lnTo>
                    <a:pt x="3" y="60"/>
                  </a:lnTo>
                  <a:lnTo>
                    <a:pt x="3" y="66"/>
                  </a:lnTo>
                  <a:lnTo>
                    <a:pt x="3" y="70"/>
                  </a:lnTo>
                  <a:lnTo>
                    <a:pt x="3" y="75"/>
                  </a:lnTo>
                  <a:lnTo>
                    <a:pt x="3" y="83"/>
                  </a:lnTo>
                  <a:lnTo>
                    <a:pt x="3" y="89"/>
                  </a:lnTo>
                  <a:lnTo>
                    <a:pt x="4" y="95"/>
                  </a:lnTo>
                  <a:lnTo>
                    <a:pt x="4" y="100"/>
                  </a:lnTo>
                  <a:lnTo>
                    <a:pt x="4" y="102"/>
                  </a:lnTo>
                  <a:lnTo>
                    <a:pt x="4" y="106"/>
                  </a:lnTo>
                  <a:lnTo>
                    <a:pt x="4" y="109"/>
                  </a:lnTo>
                  <a:lnTo>
                    <a:pt x="4" y="108"/>
                  </a:lnTo>
                  <a:lnTo>
                    <a:pt x="5" y="107"/>
                  </a:lnTo>
                  <a:lnTo>
                    <a:pt x="5" y="109"/>
                  </a:lnTo>
                  <a:lnTo>
                    <a:pt x="5" y="106"/>
                  </a:lnTo>
                  <a:lnTo>
                    <a:pt x="5" y="102"/>
                  </a:lnTo>
                  <a:lnTo>
                    <a:pt x="5" y="102"/>
                  </a:lnTo>
                  <a:lnTo>
                    <a:pt x="5" y="99"/>
                  </a:lnTo>
                  <a:lnTo>
                    <a:pt x="5" y="91"/>
                  </a:lnTo>
                  <a:lnTo>
                    <a:pt x="5" y="85"/>
                  </a:lnTo>
                  <a:lnTo>
                    <a:pt x="5" y="84"/>
                  </a:lnTo>
                  <a:lnTo>
                    <a:pt x="6" y="85"/>
                  </a:lnTo>
                  <a:lnTo>
                    <a:pt x="6" y="84"/>
                  </a:lnTo>
                  <a:lnTo>
                    <a:pt x="6" y="80"/>
                  </a:lnTo>
                  <a:lnTo>
                    <a:pt x="6" y="79"/>
                  </a:lnTo>
                  <a:lnTo>
                    <a:pt x="6" y="77"/>
                  </a:lnTo>
                  <a:lnTo>
                    <a:pt x="6" y="74"/>
                  </a:lnTo>
                  <a:lnTo>
                    <a:pt x="6" y="72"/>
                  </a:lnTo>
                  <a:lnTo>
                    <a:pt x="6" y="68"/>
                  </a:lnTo>
                  <a:lnTo>
                    <a:pt x="6" y="60"/>
                  </a:lnTo>
                  <a:lnTo>
                    <a:pt x="7" y="52"/>
                  </a:lnTo>
                  <a:lnTo>
                    <a:pt x="7" y="4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6" name="Freeform 876"/>
            <p:cNvSpPr/>
            <p:nvPr/>
          </p:nvSpPr>
          <p:spPr bwMode="auto">
            <a:xfrm>
              <a:off x="5129" y="9227"/>
              <a:ext cx="15" cy="310"/>
            </a:xfrm>
            <a:custGeom>
              <a:avLst/>
              <a:gdLst>
                <a:gd name="T0" fmla="*/ 0 w 6"/>
                <a:gd name="T1" fmla="*/ 124 h 124"/>
                <a:gd name="T2" fmla="*/ 0 w 6"/>
                <a:gd name="T3" fmla="*/ 117 h 124"/>
                <a:gd name="T4" fmla="*/ 0 w 6"/>
                <a:gd name="T5" fmla="*/ 114 h 124"/>
                <a:gd name="T6" fmla="*/ 0 w 6"/>
                <a:gd name="T7" fmla="*/ 111 h 124"/>
                <a:gd name="T8" fmla="*/ 0 w 6"/>
                <a:gd name="T9" fmla="*/ 106 h 124"/>
                <a:gd name="T10" fmla="*/ 0 w 6"/>
                <a:gd name="T11" fmla="*/ 102 h 124"/>
                <a:gd name="T12" fmla="*/ 1 w 6"/>
                <a:gd name="T13" fmla="*/ 98 h 124"/>
                <a:gd name="T14" fmla="*/ 1 w 6"/>
                <a:gd name="T15" fmla="*/ 94 h 124"/>
                <a:gd name="T16" fmla="*/ 1 w 6"/>
                <a:gd name="T17" fmla="*/ 92 h 124"/>
                <a:gd name="T18" fmla="*/ 1 w 6"/>
                <a:gd name="T19" fmla="*/ 94 h 124"/>
                <a:gd name="T20" fmla="*/ 1 w 6"/>
                <a:gd name="T21" fmla="*/ 92 h 124"/>
                <a:gd name="T22" fmla="*/ 1 w 6"/>
                <a:gd name="T23" fmla="*/ 86 h 124"/>
                <a:gd name="T24" fmla="*/ 1 w 6"/>
                <a:gd name="T25" fmla="*/ 80 h 124"/>
                <a:gd name="T26" fmla="*/ 1 w 6"/>
                <a:gd name="T27" fmla="*/ 78 h 124"/>
                <a:gd name="T28" fmla="*/ 1 w 6"/>
                <a:gd name="T29" fmla="*/ 77 h 124"/>
                <a:gd name="T30" fmla="*/ 2 w 6"/>
                <a:gd name="T31" fmla="*/ 75 h 124"/>
                <a:gd name="T32" fmla="*/ 2 w 6"/>
                <a:gd name="T33" fmla="*/ 70 h 124"/>
                <a:gd name="T34" fmla="*/ 2 w 6"/>
                <a:gd name="T35" fmla="*/ 65 h 124"/>
                <a:gd name="T36" fmla="*/ 2 w 6"/>
                <a:gd name="T37" fmla="*/ 62 h 124"/>
                <a:gd name="T38" fmla="*/ 2 w 6"/>
                <a:gd name="T39" fmla="*/ 61 h 124"/>
                <a:gd name="T40" fmla="*/ 2 w 6"/>
                <a:gd name="T41" fmla="*/ 59 h 124"/>
                <a:gd name="T42" fmla="*/ 3 w 6"/>
                <a:gd name="T43" fmla="*/ 57 h 124"/>
                <a:gd name="T44" fmla="*/ 3 w 6"/>
                <a:gd name="T45" fmla="*/ 56 h 124"/>
                <a:gd name="T46" fmla="*/ 3 w 6"/>
                <a:gd name="T47" fmla="*/ 56 h 124"/>
                <a:gd name="T48" fmla="*/ 3 w 6"/>
                <a:gd name="T49" fmla="*/ 59 h 124"/>
                <a:gd name="T50" fmla="*/ 3 w 6"/>
                <a:gd name="T51" fmla="*/ 63 h 124"/>
                <a:gd name="T52" fmla="*/ 3 w 6"/>
                <a:gd name="T53" fmla="*/ 66 h 124"/>
                <a:gd name="T54" fmla="*/ 3 w 6"/>
                <a:gd name="T55" fmla="*/ 63 h 124"/>
                <a:gd name="T56" fmla="*/ 3 w 6"/>
                <a:gd name="T57" fmla="*/ 61 h 124"/>
                <a:gd name="T58" fmla="*/ 3 w 6"/>
                <a:gd name="T59" fmla="*/ 64 h 124"/>
                <a:gd name="T60" fmla="*/ 3 w 6"/>
                <a:gd name="T61" fmla="*/ 66 h 124"/>
                <a:gd name="T62" fmla="*/ 4 w 6"/>
                <a:gd name="T63" fmla="*/ 65 h 124"/>
                <a:gd name="T64" fmla="*/ 4 w 6"/>
                <a:gd name="T65" fmla="*/ 63 h 124"/>
                <a:gd name="T66" fmla="*/ 4 w 6"/>
                <a:gd name="T67" fmla="*/ 62 h 124"/>
                <a:gd name="T68" fmla="*/ 4 w 6"/>
                <a:gd name="T69" fmla="*/ 58 h 124"/>
                <a:gd name="T70" fmla="*/ 4 w 6"/>
                <a:gd name="T71" fmla="*/ 55 h 124"/>
                <a:gd name="T72" fmla="*/ 4 w 6"/>
                <a:gd name="T73" fmla="*/ 54 h 124"/>
                <a:gd name="T74" fmla="*/ 4 w 6"/>
                <a:gd name="T75" fmla="*/ 54 h 124"/>
                <a:gd name="T76" fmla="*/ 4 w 6"/>
                <a:gd name="T77" fmla="*/ 51 h 124"/>
                <a:gd name="T78" fmla="*/ 4 w 6"/>
                <a:gd name="T79" fmla="*/ 46 h 124"/>
                <a:gd name="T80" fmla="*/ 5 w 6"/>
                <a:gd name="T81" fmla="*/ 43 h 124"/>
                <a:gd name="T82" fmla="*/ 5 w 6"/>
                <a:gd name="T83" fmla="*/ 40 h 124"/>
                <a:gd name="T84" fmla="*/ 5 w 6"/>
                <a:gd name="T85" fmla="*/ 35 h 124"/>
                <a:gd name="T86" fmla="*/ 5 w 6"/>
                <a:gd name="T87" fmla="*/ 30 h 124"/>
                <a:gd name="T88" fmla="*/ 5 w 6"/>
                <a:gd name="T89" fmla="*/ 25 h 124"/>
                <a:gd name="T90" fmla="*/ 5 w 6"/>
                <a:gd name="T91" fmla="*/ 19 h 124"/>
                <a:gd name="T92" fmla="*/ 6 w 6"/>
                <a:gd name="T93" fmla="*/ 13 h 124"/>
                <a:gd name="T94" fmla="*/ 6 w 6"/>
                <a:gd name="T95" fmla="*/ 9 h 124"/>
                <a:gd name="T96" fmla="*/ 6 w 6"/>
                <a:gd name="T97" fmla="*/ 6 h 124"/>
                <a:gd name="T98" fmla="*/ 6 w 6"/>
                <a:gd name="T99" fmla="*/ 2 h 124"/>
                <a:gd name="T100" fmla="*/ 6 w 6"/>
                <a:gd name="T101" fmla="*/ 0 h 124"/>
                <a:gd name="T102" fmla="*/ 6 w 6"/>
                <a:gd name="T103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24">
                  <a:moveTo>
                    <a:pt x="0" y="124"/>
                  </a:moveTo>
                  <a:lnTo>
                    <a:pt x="0" y="117"/>
                  </a:lnTo>
                  <a:lnTo>
                    <a:pt x="0" y="114"/>
                  </a:lnTo>
                  <a:lnTo>
                    <a:pt x="0" y="111"/>
                  </a:lnTo>
                  <a:lnTo>
                    <a:pt x="0" y="106"/>
                  </a:lnTo>
                  <a:lnTo>
                    <a:pt x="0" y="102"/>
                  </a:lnTo>
                  <a:lnTo>
                    <a:pt x="1" y="98"/>
                  </a:lnTo>
                  <a:lnTo>
                    <a:pt x="1" y="94"/>
                  </a:lnTo>
                  <a:lnTo>
                    <a:pt x="1" y="92"/>
                  </a:lnTo>
                  <a:lnTo>
                    <a:pt x="1" y="94"/>
                  </a:lnTo>
                  <a:lnTo>
                    <a:pt x="1" y="92"/>
                  </a:lnTo>
                  <a:lnTo>
                    <a:pt x="1" y="86"/>
                  </a:lnTo>
                  <a:lnTo>
                    <a:pt x="1" y="80"/>
                  </a:lnTo>
                  <a:lnTo>
                    <a:pt x="1" y="78"/>
                  </a:lnTo>
                  <a:lnTo>
                    <a:pt x="1" y="77"/>
                  </a:lnTo>
                  <a:lnTo>
                    <a:pt x="2" y="75"/>
                  </a:lnTo>
                  <a:lnTo>
                    <a:pt x="2" y="70"/>
                  </a:lnTo>
                  <a:lnTo>
                    <a:pt x="2" y="65"/>
                  </a:lnTo>
                  <a:lnTo>
                    <a:pt x="2" y="62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6"/>
                  </a:lnTo>
                  <a:lnTo>
                    <a:pt x="3" y="59"/>
                  </a:lnTo>
                  <a:lnTo>
                    <a:pt x="3" y="63"/>
                  </a:lnTo>
                  <a:lnTo>
                    <a:pt x="3" y="66"/>
                  </a:lnTo>
                  <a:lnTo>
                    <a:pt x="3" y="63"/>
                  </a:lnTo>
                  <a:lnTo>
                    <a:pt x="3" y="61"/>
                  </a:lnTo>
                  <a:lnTo>
                    <a:pt x="3" y="64"/>
                  </a:lnTo>
                  <a:lnTo>
                    <a:pt x="3" y="66"/>
                  </a:lnTo>
                  <a:lnTo>
                    <a:pt x="4" y="65"/>
                  </a:lnTo>
                  <a:lnTo>
                    <a:pt x="4" y="63"/>
                  </a:lnTo>
                  <a:lnTo>
                    <a:pt x="4" y="62"/>
                  </a:lnTo>
                  <a:lnTo>
                    <a:pt x="4" y="58"/>
                  </a:lnTo>
                  <a:lnTo>
                    <a:pt x="4" y="55"/>
                  </a:lnTo>
                  <a:lnTo>
                    <a:pt x="4" y="54"/>
                  </a:lnTo>
                  <a:lnTo>
                    <a:pt x="4" y="54"/>
                  </a:lnTo>
                  <a:lnTo>
                    <a:pt x="4" y="51"/>
                  </a:lnTo>
                  <a:lnTo>
                    <a:pt x="4" y="46"/>
                  </a:lnTo>
                  <a:lnTo>
                    <a:pt x="5" y="43"/>
                  </a:lnTo>
                  <a:lnTo>
                    <a:pt x="5" y="40"/>
                  </a:lnTo>
                  <a:lnTo>
                    <a:pt x="5" y="35"/>
                  </a:lnTo>
                  <a:lnTo>
                    <a:pt x="5" y="30"/>
                  </a:lnTo>
                  <a:lnTo>
                    <a:pt x="5" y="25"/>
                  </a:lnTo>
                  <a:lnTo>
                    <a:pt x="5" y="19"/>
                  </a:lnTo>
                  <a:lnTo>
                    <a:pt x="6" y="13"/>
                  </a:lnTo>
                  <a:lnTo>
                    <a:pt x="6" y="9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7" name="Freeform 877"/>
            <p:cNvSpPr/>
            <p:nvPr/>
          </p:nvSpPr>
          <p:spPr bwMode="auto">
            <a:xfrm>
              <a:off x="5144" y="9182"/>
              <a:ext cx="18" cy="240"/>
            </a:xfrm>
            <a:custGeom>
              <a:avLst/>
              <a:gdLst>
                <a:gd name="T0" fmla="*/ 0 w 7"/>
                <a:gd name="T1" fmla="*/ 18 h 96"/>
                <a:gd name="T2" fmla="*/ 0 w 7"/>
                <a:gd name="T3" fmla="*/ 18 h 96"/>
                <a:gd name="T4" fmla="*/ 0 w 7"/>
                <a:gd name="T5" fmla="*/ 17 h 96"/>
                <a:gd name="T6" fmla="*/ 0 w 7"/>
                <a:gd name="T7" fmla="*/ 13 h 96"/>
                <a:gd name="T8" fmla="*/ 0 w 7"/>
                <a:gd name="T9" fmla="*/ 9 h 96"/>
                <a:gd name="T10" fmla="*/ 1 w 7"/>
                <a:gd name="T11" fmla="*/ 9 h 96"/>
                <a:gd name="T12" fmla="*/ 1 w 7"/>
                <a:gd name="T13" fmla="*/ 9 h 96"/>
                <a:gd name="T14" fmla="*/ 1 w 7"/>
                <a:gd name="T15" fmla="*/ 7 h 96"/>
                <a:gd name="T16" fmla="*/ 1 w 7"/>
                <a:gd name="T17" fmla="*/ 5 h 96"/>
                <a:gd name="T18" fmla="*/ 1 w 7"/>
                <a:gd name="T19" fmla="*/ 3 h 96"/>
                <a:gd name="T20" fmla="*/ 1 w 7"/>
                <a:gd name="T21" fmla="*/ 0 h 96"/>
                <a:gd name="T22" fmla="*/ 2 w 7"/>
                <a:gd name="T23" fmla="*/ 2 h 96"/>
                <a:gd name="T24" fmla="*/ 2 w 7"/>
                <a:gd name="T25" fmla="*/ 6 h 96"/>
                <a:gd name="T26" fmla="*/ 2 w 7"/>
                <a:gd name="T27" fmla="*/ 11 h 96"/>
                <a:gd name="T28" fmla="*/ 2 w 7"/>
                <a:gd name="T29" fmla="*/ 14 h 96"/>
                <a:gd name="T30" fmla="*/ 2 w 7"/>
                <a:gd name="T31" fmla="*/ 17 h 96"/>
                <a:gd name="T32" fmla="*/ 2 w 7"/>
                <a:gd name="T33" fmla="*/ 20 h 96"/>
                <a:gd name="T34" fmla="*/ 2 w 7"/>
                <a:gd name="T35" fmla="*/ 24 h 96"/>
                <a:gd name="T36" fmla="*/ 2 w 7"/>
                <a:gd name="T37" fmla="*/ 31 h 96"/>
                <a:gd name="T38" fmla="*/ 2 w 7"/>
                <a:gd name="T39" fmla="*/ 36 h 96"/>
                <a:gd name="T40" fmla="*/ 3 w 7"/>
                <a:gd name="T41" fmla="*/ 39 h 96"/>
                <a:gd name="T42" fmla="*/ 3 w 7"/>
                <a:gd name="T43" fmla="*/ 41 h 96"/>
                <a:gd name="T44" fmla="*/ 3 w 7"/>
                <a:gd name="T45" fmla="*/ 45 h 96"/>
                <a:gd name="T46" fmla="*/ 3 w 7"/>
                <a:gd name="T47" fmla="*/ 47 h 96"/>
                <a:gd name="T48" fmla="*/ 3 w 7"/>
                <a:gd name="T49" fmla="*/ 50 h 96"/>
                <a:gd name="T50" fmla="*/ 3 w 7"/>
                <a:gd name="T51" fmla="*/ 54 h 96"/>
                <a:gd name="T52" fmla="*/ 3 w 7"/>
                <a:gd name="T53" fmla="*/ 58 h 96"/>
                <a:gd name="T54" fmla="*/ 3 w 7"/>
                <a:gd name="T55" fmla="*/ 61 h 96"/>
                <a:gd name="T56" fmla="*/ 3 w 7"/>
                <a:gd name="T57" fmla="*/ 63 h 96"/>
                <a:gd name="T58" fmla="*/ 4 w 7"/>
                <a:gd name="T59" fmla="*/ 68 h 96"/>
                <a:gd name="T60" fmla="*/ 4 w 7"/>
                <a:gd name="T61" fmla="*/ 72 h 96"/>
                <a:gd name="T62" fmla="*/ 4 w 7"/>
                <a:gd name="T63" fmla="*/ 76 h 96"/>
                <a:gd name="T64" fmla="*/ 4 w 7"/>
                <a:gd name="T65" fmla="*/ 80 h 96"/>
                <a:gd name="T66" fmla="*/ 4 w 7"/>
                <a:gd name="T67" fmla="*/ 83 h 96"/>
                <a:gd name="T68" fmla="*/ 4 w 7"/>
                <a:gd name="T69" fmla="*/ 84 h 96"/>
                <a:gd name="T70" fmla="*/ 5 w 7"/>
                <a:gd name="T71" fmla="*/ 85 h 96"/>
                <a:gd name="T72" fmla="*/ 5 w 7"/>
                <a:gd name="T73" fmla="*/ 86 h 96"/>
                <a:gd name="T74" fmla="*/ 5 w 7"/>
                <a:gd name="T75" fmla="*/ 87 h 96"/>
                <a:gd name="T76" fmla="*/ 5 w 7"/>
                <a:gd name="T77" fmla="*/ 87 h 96"/>
                <a:gd name="T78" fmla="*/ 5 w 7"/>
                <a:gd name="T79" fmla="*/ 86 h 96"/>
                <a:gd name="T80" fmla="*/ 5 w 7"/>
                <a:gd name="T81" fmla="*/ 84 h 96"/>
                <a:gd name="T82" fmla="*/ 5 w 7"/>
                <a:gd name="T83" fmla="*/ 83 h 96"/>
                <a:gd name="T84" fmla="*/ 5 w 7"/>
                <a:gd name="T85" fmla="*/ 81 h 96"/>
                <a:gd name="T86" fmla="*/ 5 w 7"/>
                <a:gd name="T87" fmla="*/ 82 h 96"/>
                <a:gd name="T88" fmla="*/ 6 w 7"/>
                <a:gd name="T89" fmla="*/ 84 h 96"/>
                <a:gd name="T90" fmla="*/ 6 w 7"/>
                <a:gd name="T91" fmla="*/ 88 h 96"/>
                <a:gd name="T92" fmla="*/ 6 w 7"/>
                <a:gd name="T93" fmla="*/ 91 h 96"/>
                <a:gd name="T94" fmla="*/ 6 w 7"/>
                <a:gd name="T95" fmla="*/ 92 h 96"/>
                <a:gd name="T96" fmla="*/ 6 w 7"/>
                <a:gd name="T97" fmla="*/ 93 h 96"/>
                <a:gd name="T98" fmla="*/ 6 w 7"/>
                <a:gd name="T99" fmla="*/ 94 h 96"/>
                <a:gd name="T100" fmla="*/ 6 w 7"/>
                <a:gd name="T101" fmla="*/ 96 h 96"/>
                <a:gd name="T102" fmla="*/ 7 w 7"/>
                <a:gd name="T103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96">
                  <a:moveTo>
                    <a:pt x="0" y="18"/>
                  </a:moveTo>
                  <a:lnTo>
                    <a:pt x="0" y="18"/>
                  </a:lnTo>
                  <a:lnTo>
                    <a:pt x="0" y="17"/>
                  </a:lnTo>
                  <a:lnTo>
                    <a:pt x="0" y="13"/>
                  </a:lnTo>
                  <a:lnTo>
                    <a:pt x="0" y="9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0"/>
                  </a:lnTo>
                  <a:lnTo>
                    <a:pt x="2" y="2"/>
                  </a:lnTo>
                  <a:lnTo>
                    <a:pt x="2" y="6"/>
                  </a:lnTo>
                  <a:lnTo>
                    <a:pt x="2" y="11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2" y="20"/>
                  </a:lnTo>
                  <a:lnTo>
                    <a:pt x="2" y="24"/>
                  </a:lnTo>
                  <a:lnTo>
                    <a:pt x="2" y="31"/>
                  </a:lnTo>
                  <a:lnTo>
                    <a:pt x="2" y="36"/>
                  </a:lnTo>
                  <a:lnTo>
                    <a:pt x="3" y="39"/>
                  </a:lnTo>
                  <a:lnTo>
                    <a:pt x="3" y="41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3" y="50"/>
                  </a:lnTo>
                  <a:lnTo>
                    <a:pt x="3" y="54"/>
                  </a:lnTo>
                  <a:lnTo>
                    <a:pt x="3" y="58"/>
                  </a:lnTo>
                  <a:lnTo>
                    <a:pt x="3" y="61"/>
                  </a:lnTo>
                  <a:lnTo>
                    <a:pt x="3" y="63"/>
                  </a:lnTo>
                  <a:lnTo>
                    <a:pt x="4" y="68"/>
                  </a:lnTo>
                  <a:lnTo>
                    <a:pt x="4" y="72"/>
                  </a:lnTo>
                  <a:lnTo>
                    <a:pt x="4" y="76"/>
                  </a:lnTo>
                  <a:lnTo>
                    <a:pt x="4" y="80"/>
                  </a:lnTo>
                  <a:lnTo>
                    <a:pt x="4" y="83"/>
                  </a:lnTo>
                  <a:lnTo>
                    <a:pt x="4" y="84"/>
                  </a:lnTo>
                  <a:lnTo>
                    <a:pt x="5" y="85"/>
                  </a:lnTo>
                  <a:lnTo>
                    <a:pt x="5" y="86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5" y="86"/>
                  </a:lnTo>
                  <a:lnTo>
                    <a:pt x="5" y="84"/>
                  </a:lnTo>
                  <a:lnTo>
                    <a:pt x="5" y="83"/>
                  </a:lnTo>
                  <a:lnTo>
                    <a:pt x="5" y="81"/>
                  </a:lnTo>
                  <a:lnTo>
                    <a:pt x="5" y="82"/>
                  </a:lnTo>
                  <a:lnTo>
                    <a:pt x="6" y="84"/>
                  </a:lnTo>
                  <a:lnTo>
                    <a:pt x="6" y="88"/>
                  </a:lnTo>
                  <a:lnTo>
                    <a:pt x="6" y="91"/>
                  </a:lnTo>
                  <a:lnTo>
                    <a:pt x="6" y="92"/>
                  </a:lnTo>
                  <a:lnTo>
                    <a:pt x="6" y="93"/>
                  </a:lnTo>
                  <a:lnTo>
                    <a:pt x="6" y="94"/>
                  </a:lnTo>
                  <a:lnTo>
                    <a:pt x="6" y="96"/>
                  </a:lnTo>
                  <a:lnTo>
                    <a:pt x="7" y="9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8" name="Freeform 878"/>
            <p:cNvSpPr/>
            <p:nvPr/>
          </p:nvSpPr>
          <p:spPr bwMode="auto">
            <a:xfrm>
              <a:off x="5159" y="9407"/>
              <a:ext cx="18" cy="155"/>
            </a:xfrm>
            <a:custGeom>
              <a:avLst/>
              <a:gdLst>
                <a:gd name="T0" fmla="*/ 0 w 7"/>
                <a:gd name="T1" fmla="*/ 6 h 62"/>
                <a:gd name="T2" fmla="*/ 1 w 7"/>
                <a:gd name="T3" fmla="*/ 6 h 62"/>
                <a:gd name="T4" fmla="*/ 1 w 7"/>
                <a:gd name="T5" fmla="*/ 5 h 62"/>
                <a:gd name="T6" fmla="*/ 1 w 7"/>
                <a:gd name="T7" fmla="*/ 4 h 62"/>
                <a:gd name="T8" fmla="*/ 1 w 7"/>
                <a:gd name="T9" fmla="*/ 1 h 62"/>
                <a:gd name="T10" fmla="*/ 1 w 7"/>
                <a:gd name="T11" fmla="*/ 0 h 62"/>
                <a:gd name="T12" fmla="*/ 1 w 7"/>
                <a:gd name="T13" fmla="*/ 2 h 62"/>
                <a:gd name="T14" fmla="*/ 1 w 7"/>
                <a:gd name="T15" fmla="*/ 4 h 62"/>
                <a:gd name="T16" fmla="*/ 1 w 7"/>
                <a:gd name="T17" fmla="*/ 3 h 62"/>
                <a:gd name="T18" fmla="*/ 1 w 7"/>
                <a:gd name="T19" fmla="*/ 3 h 62"/>
                <a:gd name="T20" fmla="*/ 2 w 7"/>
                <a:gd name="T21" fmla="*/ 5 h 62"/>
                <a:gd name="T22" fmla="*/ 2 w 7"/>
                <a:gd name="T23" fmla="*/ 7 h 62"/>
                <a:gd name="T24" fmla="*/ 2 w 7"/>
                <a:gd name="T25" fmla="*/ 8 h 62"/>
                <a:gd name="T26" fmla="*/ 2 w 7"/>
                <a:gd name="T27" fmla="*/ 12 h 62"/>
                <a:gd name="T28" fmla="*/ 2 w 7"/>
                <a:gd name="T29" fmla="*/ 16 h 62"/>
                <a:gd name="T30" fmla="*/ 2 w 7"/>
                <a:gd name="T31" fmla="*/ 18 h 62"/>
                <a:gd name="T32" fmla="*/ 2 w 7"/>
                <a:gd name="T33" fmla="*/ 21 h 62"/>
                <a:gd name="T34" fmla="*/ 2 w 7"/>
                <a:gd name="T35" fmla="*/ 26 h 62"/>
                <a:gd name="T36" fmla="*/ 2 w 7"/>
                <a:gd name="T37" fmla="*/ 28 h 62"/>
                <a:gd name="T38" fmla="*/ 3 w 7"/>
                <a:gd name="T39" fmla="*/ 27 h 62"/>
                <a:gd name="T40" fmla="*/ 3 w 7"/>
                <a:gd name="T41" fmla="*/ 29 h 62"/>
                <a:gd name="T42" fmla="*/ 3 w 7"/>
                <a:gd name="T43" fmla="*/ 32 h 62"/>
                <a:gd name="T44" fmla="*/ 3 w 7"/>
                <a:gd name="T45" fmla="*/ 33 h 62"/>
                <a:gd name="T46" fmla="*/ 3 w 7"/>
                <a:gd name="T47" fmla="*/ 32 h 62"/>
                <a:gd name="T48" fmla="*/ 3 w 7"/>
                <a:gd name="T49" fmla="*/ 32 h 62"/>
                <a:gd name="T50" fmla="*/ 4 w 7"/>
                <a:gd name="T51" fmla="*/ 33 h 62"/>
                <a:gd name="T52" fmla="*/ 4 w 7"/>
                <a:gd name="T53" fmla="*/ 33 h 62"/>
                <a:gd name="T54" fmla="*/ 4 w 7"/>
                <a:gd name="T55" fmla="*/ 35 h 62"/>
                <a:gd name="T56" fmla="*/ 4 w 7"/>
                <a:gd name="T57" fmla="*/ 39 h 62"/>
                <a:gd name="T58" fmla="*/ 4 w 7"/>
                <a:gd name="T59" fmla="*/ 42 h 62"/>
                <a:gd name="T60" fmla="*/ 4 w 7"/>
                <a:gd name="T61" fmla="*/ 42 h 62"/>
                <a:gd name="T62" fmla="*/ 4 w 7"/>
                <a:gd name="T63" fmla="*/ 43 h 62"/>
                <a:gd name="T64" fmla="*/ 4 w 7"/>
                <a:gd name="T65" fmla="*/ 46 h 62"/>
                <a:gd name="T66" fmla="*/ 4 w 7"/>
                <a:gd name="T67" fmla="*/ 49 h 62"/>
                <a:gd name="T68" fmla="*/ 5 w 7"/>
                <a:gd name="T69" fmla="*/ 51 h 62"/>
                <a:gd name="T70" fmla="*/ 5 w 7"/>
                <a:gd name="T71" fmla="*/ 53 h 62"/>
                <a:gd name="T72" fmla="*/ 5 w 7"/>
                <a:gd name="T73" fmla="*/ 55 h 62"/>
                <a:gd name="T74" fmla="*/ 5 w 7"/>
                <a:gd name="T75" fmla="*/ 55 h 62"/>
                <a:gd name="T76" fmla="*/ 5 w 7"/>
                <a:gd name="T77" fmla="*/ 56 h 62"/>
                <a:gd name="T78" fmla="*/ 5 w 7"/>
                <a:gd name="T79" fmla="*/ 59 h 62"/>
                <a:gd name="T80" fmla="*/ 6 w 7"/>
                <a:gd name="T81" fmla="*/ 60 h 62"/>
                <a:gd name="T82" fmla="*/ 6 w 7"/>
                <a:gd name="T83" fmla="*/ 61 h 62"/>
                <a:gd name="T84" fmla="*/ 6 w 7"/>
                <a:gd name="T85" fmla="*/ 62 h 62"/>
                <a:gd name="T86" fmla="*/ 6 w 7"/>
                <a:gd name="T87" fmla="*/ 62 h 62"/>
                <a:gd name="T88" fmla="*/ 6 w 7"/>
                <a:gd name="T89" fmla="*/ 60 h 62"/>
                <a:gd name="T90" fmla="*/ 6 w 7"/>
                <a:gd name="T91" fmla="*/ 59 h 62"/>
                <a:gd name="T92" fmla="*/ 6 w 7"/>
                <a:gd name="T93" fmla="*/ 58 h 62"/>
                <a:gd name="T94" fmla="*/ 6 w 7"/>
                <a:gd name="T95" fmla="*/ 55 h 62"/>
                <a:gd name="T96" fmla="*/ 6 w 7"/>
                <a:gd name="T97" fmla="*/ 52 h 62"/>
                <a:gd name="T98" fmla="*/ 7 w 7"/>
                <a:gd name="T99" fmla="*/ 52 h 62"/>
                <a:gd name="T100" fmla="*/ 7 w 7"/>
                <a:gd name="T101" fmla="*/ 48 h 62"/>
                <a:gd name="T102" fmla="*/ 7 w 7"/>
                <a:gd name="T103" fmla="*/ 4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62">
                  <a:moveTo>
                    <a:pt x="0" y="6"/>
                  </a:moveTo>
                  <a:lnTo>
                    <a:pt x="1" y="6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12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2" y="21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3" y="27"/>
                  </a:lnTo>
                  <a:lnTo>
                    <a:pt x="3" y="29"/>
                  </a:lnTo>
                  <a:lnTo>
                    <a:pt x="3" y="32"/>
                  </a:lnTo>
                  <a:lnTo>
                    <a:pt x="3" y="33"/>
                  </a:lnTo>
                  <a:lnTo>
                    <a:pt x="3" y="32"/>
                  </a:lnTo>
                  <a:lnTo>
                    <a:pt x="3" y="32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4" y="35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4" y="43"/>
                  </a:lnTo>
                  <a:lnTo>
                    <a:pt x="4" y="46"/>
                  </a:lnTo>
                  <a:lnTo>
                    <a:pt x="4" y="49"/>
                  </a:lnTo>
                  <a:lnTo>
                    <a:pt x="5" y="51"/>
                  </a:lnTo>
                  <a:lnTo>
                    <a:pt x="5" y="53"/>
                  </a:lnTo>
                  <a:lnTo>
                    <a:pt x="5" y="55"/>
                  </a:lnTo>
                  <a:lnTo>
                    <a:pt x="5" y="55"/>
                  </a:lnTo>
                  <a:lnTo>
                    <a:pt x="5" y="56"/>
                  </a:lnTo>
                  <a:lnTo>
                    <a:pt x="5" y="59"/>
                  </a:lnTo>
                  <a:lnTo>
                    <a:pt x="6" y="60"/>
                  </a:lnTo>
                  <a:lnTo>
                    <a:pt x="6" y="61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6" y="60"/>
                  </a:lnTo>
                  <a:lnTo>
                    <a:pt x="6" y="59"/>
                  </a:lnTo>
                  <a:lnTo>
                    <a:pt x="6" y="58"/>
                  </a:lnTo>
                  <a:lnTo>
                    <a:pt x="6" y="55"/>
                  </a:lnTo>
                  <a:lnTo>
                    <a:pt x="6" y="52"/>
                  </a:lnTo>
                  <a:lnTo>
                    <a:pt x="7" y="52"/>
                  </a:lnTo>
                  <a:lnTo>
                    <a:pt x="7" y="48"/>
                  </a:lnTo>
                  <a:lnTo>
                    <a:pt x="7" y="4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9" name="Freeform 879"/>
            <p:cNvSpPr/>
            <p:nvPr/>
          </p:nvSpPr>
          <p:spPr bwMode="auto">
            <a:xfrm>
              <a:off x="5176" y="9470"/>
              <a:ext cx="15" cy="108"/>
            </a:xfrm>
            <a:custGeom>
              <a:avLst/>
              <a:gdLst>
                <a:gd name="T0" fmla="*/ 0 w 6"/>
                <a:gd name="T1" fmla="*/ 23 h 43"/>
                <a:gd name="T2" fmla="*/ 0 w 6"/>
                <a:gd name="T3" fmla="*/ 19 h 43"/>
                <a:gd name="T4" fmla="*/ 0 w 6"/>
                <a:gd name="T5" fmla="*/ 20 h 43"/>
                <a:gd name="T6" fmla="*/ 0 w 6"/>
                <a:gd name="T7" fmla="*/ 20 h 43"/>
                <a:gd name="T8" fmla="*/ 0 w 6"/>
                <a:gd name="T9" fmla="*/ 17 h 43"/>
                <a:gd name="T10" fmla="*/ 0 w 6"/>
                <a:gd name="T11" fmla="*/ 17 h 43"/>
                <a:gd name="T12" fmla="*/ 0 w 6"/>
                <a:gd name="T13" fmla="*/ 17 h 43"/>
                <a:gd name="T14" fmla="*/ 0 w 6"/>
                <a:gd name="T15" fmla="*/ 13 h 43"/>
                <a:gd name="T16" fmla="*/ 1 w 6"/>
                <a:gd name="T17" fmla="*/ 8 h 43"/>
                <a:gd name="T18" fmla="*/ 1 w 6"/>
                <a:gd name="T19" fmla="*/ 7 h 43"/>
                <a:gd name="T20" fmla="*/ 1 w 6"/>
                <a:gd name="T21" fmla="*/ 7 h 43"/>
                <a:gd name="T22" fmla="*/ 1 w 6"/>
                <a:gd name="T23" fmla="*/ 6 h 43"/>
                <a:gd name="T24" fmla="*/ 1 w 6"/>
                <a:gd name="T25" fmla="*/ 3 h 43"/>
                <a:gd name="T26" fmla="*/ 1 w 6"/>
                <a:gd name="T27" fmla="*/ 1 h 43"/>
                <a:gd name="T28" fmla="*/ 1 w 6"/>
                <a:gd name="T29" fmla="*/ 1 h 43"/>
                <a:gd name="T30" fmla="*/ 2 w 6"/>
                <a:gd name="T31" fmla="*/ 0 h 43"/>
                <a:gd name="T32" fmla="*/ 2 w 6"/>
                <a:gd name="T33" fmla="*/ 0 h 43"/>
                <a:gd name="T34" fmla="*/ 2 w 6"/>
                <a:gd name="T35" fmla="*/ 2 h 43"/>
                <a:gd name="T36" fmla="*/ 2 w 6"/>
                <a:gd name="T37" fmla="*/ 2 h 43"/>
                <a:gd name="T38" fmla="*/ 2 w 6"/>
                <a:gd name="T39" fmla="*/ 3 h 43"/>
                <a:gd name="T40" fmla="*/ 2 w 6"/>
                <a:gd name="T41" fmla="*/ 7 h 43"/>
                <a:gd name="T42" fmla="*/ 2 w 6"/>
                <a:gd name="T43" fmla="*/ 10 h 43"/>
                <a:gd name="T44" fmla="*/ 2 w 6"/>
                <a:gd name="T45" fmla="*/ 10 h 43"/>
                <a:gd name="T46" fmla="*/ 2 w 6"/>
                <a:gd name="T47" fmla="*/ 11 h 43"/>
                <a:gd name="T48" fmla="*/ 3 w 6"/>
                <a:gd name="T49" fmla="*/ 14 h 43"/>
                <a:gd name="T50" fmla="*/ 3 w 6"/>
                <a:gd name="T51" fmla="*/ 15 h 43"/>
                <a:gd name="T52" fmla="*/ 3 w 6"/>
                <a:gd name="T53" fmla="*/ 14 h 43"/>
                <a:gd name="T54" fmla="*/ 3 w 6"/>
                <a:gd name="T55" fmla="*/ 14 h 43"/>
                <a:gd name="T56" fmla="*/ 3 w 6"/>
                <a:gd name="T57" fmla="*/ 14 h 43"/>
                <a:gd name="T58" fmla="*/ 3 w 6"/>
                <a:gd name="T59" fmla="*/ 14 h 43"/>
                <a:gd name="T60" fmla="*/ 4 w 6"/>
                <a:gd name="T61" fmla="*/ 15 h 43"/>
                <a:gd name="T62" fmla="*/ 4 w 6"/>
                <a:gd name="T63" fmla="*/ 15 h 43"/>
                <a:gd name="T64" fmla="*/ 4 w 6"/>
                <a:gd name="T65" fmla="*/ 16 h 43"/>
                <a:gd name="T66" fmla="*/ 4 w 6"/>
                <a:gd name="T67" fmla="*/ 20 h 43"/>
                <a:gd name="T68" fmla="*/ 4 w 6"/>
                <a:gd name="T69" fmla="*/ 25 h 43"/>
                <a:gd name="T70" fmla="*/ 4 w 6"/>
                <a:gd name="T71" fmla="*/ 26 h 43"/>
                <a:gd name="T72" fmla="*/ 4 w 6"/>
                <a:gd name="T73" fmla="*/ 29 h 43"/>
                <a:gd name="T74" fmla="*/ 4 w 6"/>
                <a:gd name="T75" fmla="*/ 35 h 43"/>
                <a:gd name="T76" fmla="*/ 4 w 6"/>
                <a:gd name="T77" fmla="*/ 41 h 43"/>
                <a:gd name="T78" fmla="*/ 5 w 6"/>
                <a:gd name="T79" fmla="*/ 43 h 43"/>
                <a:gd name="T80" fmla="*/ 5 w 6"/>
                <a:gd name="T81" fmla="*/ 43 h 43"/>
                <a:gd name="T82" fmla="*/ 5 w 6"/>
                <a:gd name="T83" fmla="*/ 40 h 43"/>
                <a:gd name="T84" fmla="*/ 5 w 6"/>
                <a:gd name="T85" fmla="*/ 38 h 43"/>
                <a:gd name="T86" fmla="*/ 5 w 6"/>
                <a:gd name="T87" fmla="*/ 39 h 43"/>
                <a:gd name="T88" fmla="*/ 5 w 6"/>
                <a:gd name="T89" fmla="*/ 38 h 43"/>
                <a:gd name="T90" fmla="*/ 6 w 6"/>
                <a:gd name="T91" fmla="*/ 33 h 43"/>
                <a:gd name="T92" fmla="*/ 6 w 6"/>
                <a:gd name="T93" fmla="*/ 28 h 43"/>
                <a:gd name="T94" fmla="*/ 6 w 6"/>
                <a:gd name="T95" fmla="*/ 27 h 43"/>
                <a:gd name="T96" fmla="*/ 6 w 6"/>
                <a:gd name="T97" fmla="*/ 25 h 43"/>
                <a:gd name="T98" fmla="*/ 6 w 6"/>
                <a:gd name="T99" fmla="*/ 23 h 43"/>
                <a:gd name="T100" fmla="*/ 6 w 6"/>
                <a:gd name="T101" fmla="*/ 27 h 43"/>
                <a:gd name="T102" fmla="*/ 6 w 6"/>
                <a:gd name="T103" fmla="*/ 3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3">
                  <a:moveTo>
                    <a:pt x="0" y="23"/>
                  </a:moveTo>
                  <a:lnTo>
                    <a:pt x="0" y="19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3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7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20"/>
                  </a:lnTo>
                  <a:lnTo>
                    <a:pt x="4" y="25"/>
                  </a:lnTo>
                  <a:lnTo>
                    <a:pt x="4" y="26"/>
                  </a:lnTo>
                  <a:lnTo>
                    <a:pt x="4" y="29"/>
                  </a:lnTo>
                  <a:lnTo>
                    <a:pt x="4" y="35"/>
                  </a:lnTo>
                  <a:lnTo>
                    <a:pt x="4" y="41"/>
                  </a:lnTo>
                  <a:lnTo>
                    <a:pt x="5" y="43"/>
                  </a:lnTo>
                  <a:lnTo>
                    <a:pt x="5" y="43"/>
                  </a:lnTo>
                  <a:lnTo>
                    <a:pt x="5" y="40"/>
                  </a:lnTo>
                  <a:lnTo>
                    <a:pt x="5" y="38"/>
                  </a:lnTo>
                  <a:lnTo>
                    <a:pt x="5" y="39"/>
                  </a:lnTo>
                  <a:lnTo>
                    <a:pt x="5" y="38"/>
                  </a:lnTo>
                  <a:lnTo>
                    <a:pt x="6" y="33"/>
                  </a:lnTo>
                  <a:lnTo>
                    <a:pt x="6" y="28"/>
                  </a:lnTo>
                  <a:lnTo>
                    <a:pt x="6" y="27"/>
                  </a:lnTo>
                  <a:lnTo>
                    <a:pt x="6" y="25"/>
                  </a:lnTo>
                  <a:lnTo>
                    <a:pt x="6" y="23"/>
                  </a:lnTo>
                  <a:lnTo>
                    <a:pt x="6" y="27"/>
                  </a:lnTo>
                  <a:lnTo>
                    <a:pt x="6" y="3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0" name="Freeform 880"/>
            <p:cNvSpPr/>
            <p:nvPr/>
          </p:nvSpPr>
          <p:spPr bwMode="auto">
            <a:xfrm>
              <a:off x="5191" y="9352"/>
              <a:ext cx="15" cy="193"/>
            </a:xfrm>
            <a:custGeom>
              <a:avLst/>
              <a:gdLst>
                <a:gd name="T0" fmla="*/ 0 w 6"/>
                <a:gd name="T1" fmla="*/ 74 h 77"/>
                <a:gd name="T2" fmla="*/ 0 w 6"/>
                <a:gd name="T3" fmla="*/ 77 h 77"/>
                <a:gd name="T4" fmla="*/ 0 w 6"/>
                <a:gd name="T5" fmla="*/ 73 h 77"/>
                <a:gd name="T6" fmla="*/ 0 w 6"/>
                <a:gd name="T7" fmla="*/ 69 h 77"/>
                <a:gd name="T8" fmla="*/ 1 w 6"/>
                <a:gd name="T9" fmla="*/ 67 h 77"/>
                <a:gd name="T10" fmla="*/ 1 w 6"/>
                <a:gd name="T11" fmla="*/ 64 h 77"/>
                <a:gd name="T12" fmla="*/ 1 w 6"/>
                <a:gd name="T13" fmla="*/ 62 h 77"/>
                <a:gd name="T14" fmla="*/ 1 w 6"/>
                <a:gd name="T15" fmla="*/ 60 h 77"/>
                <a:gd name="T16" fmla="*/ 1 w 6"/>
                <a:gd name="T17" fmla="*/ 58 h 77"/>
                <a:gd name="T18" fmla="*/ 1 w 6"/>
                <a:gd name="T19" fmla="*/ 53 h 77"/>
                <a:gd name="T20" fmla="*/ 1 w 6"/>
                <a:gd name="T21" fmla="*/ 48 h 77"/>
                <a:gd name="T22" fmla="*/ 1 w 6"/>
                <a:gd name="T23" fmla="*/ 48 h 77"/>
                <a:gd name="T24" fmla="*/ 1 w 6"/>
                <a:gd name="T25" fmla="*/ 47 h 77"/>
                <a:gd name="T26" fmla="*/ 2 w 6"/>
                <a:gd name="T27" fmla="*/ 43 h 77"/>
                <a:gd name="T28" fmla="*/ 2 w 6"/>
                <a:gd name="T29" fmla="*/ 41 h 77"/>
                <a:gd name="T30" fmla="*/ 2 w 6"/>
                <a:gd name="T31" fmla="*/ 40 h 77"/>
                <a:gd name="T32" fmla="*/ 2 w 6"/>
                <a:gd name="T33" fmla="*/ 36 h 77"/>
                <a:gd name="T34" fmla="*/ 2 w 6"/>
                <a:gd name="T35" fmla="*/ 31 h 77"/>
                <a:gd name="T36" fmla="*/ 2 w 6"/>
                <a:gd name="T37" fmla="*/ 31 h 77"/>
                <a:gd name="T38" fmla="*/ 3 w 6"/>
                <a:gd name="T39" fmla="*/ 36 h 77"/>
                <a:gd name="T40" fmla="*/ 3 w 6"/>
                <a:gd name="T41" fmla="*/ 35 h 77"/>
                <a:gd name="T42" fmla="*/ 3 w 6"/>
                <a:gd name="T43" fmla="*/ 27 h 77"/>
                <a:gd name="T44" fmla="*/ 3 w 6"/>
                <a:gd name="T45" fmla="*/ 21 h 77"/>
                <a:gd name="T46" fmla="*/ 3 w 6"/>
                <a:gd name="T47" fmla="*/ 20 h 77"/>
                <a:gd name="T48" fmla="*/ 3 w 6"/>
                <a:gd name="T49" fmla="*/ 18 h 77"/>
                <a:gd name="T50" fmla="*/ 3 w 6"/>
                <a:gd name="T51" fmla="*/ 16 h 77"/>
                <a:gd name="T52" fmla="*/ 3 w 6"/>
                <a:gd name="T53" fmla="*/ 16 h 77"/>
                <a:gd name="T54" fmla="*/ 3 w 6"/>
                <a:gd name="T55" fmla="*/ 11 h 77"/>
                <a:gd name="T56" fmla="*/ 4 w 6"/>
                <a:gd name="T57" fmla="*/ 1 h 77"/>
                <a:gd name="T58" fmla="*/ 4 w 6"/>
                <a:gd name="T59" fmla="*/ 0 h 77"/>
                <a:gd name="T60" fmla="*/ 4 w 6"/>
                <a:gd name="T61" fmla="*/ 5 h 77"/>
                <a:gd name="T62" fmla="*/ 4 w 6"/>
                <a:gd name="T63" fmla="*/ 6 h 77"/>
                <a:gd name="T64" fmla="*/ 4 w 6"/>
                <a:gd name="T65" fmla="*/ 6 h 77"/>
                <a:gd name="T66" fmla="*/ 4 w 6"/>
                <a:gd name="T67" fmla="*/ 6 h 77"/>
                <a:gd name="T68" fmla="*/ 4 w 6"/>
                <a:gd name="T69" fmla="*/ 7 h 77"/>
                <a:gd name="T70" fmla="*/ 5 w 6"/>
                <a:gd name="T71" fmla="*/ 7 h 77"/>
                <a:gd name="T72" fmla="*/ 5 w 6"/>
                <a:gd name="T73" fmla="*/ 11 h 77"/>
                <a:gd name="T74" fmla="*/ 5 w 6"/>
                <a:gd name="T75" fmla="*/ 15 h 77"/>
                <a:gd name="T76" fmla="*/ 5 w 6"/>
                <a:gd name="T77" fmla="*/ 16 h 77"/>
                <a:gd name="T78" fmla="*/ 5 w 6"/>
                <a:gd name="T79" fmla="*/ 16 h 77"/>
                <a:gd name="T80" fmla="*/ 5 w 6"/>
                <a:gd name="T81" fmla="*/ 18 h 77"/>
                <a:gd name="T82" fmla="*/ 5 w 6"/>
                <a:gd name="T83" fmla="*/ 22 h 77"/>
                <a:gd name="T84" fmla="*/ 5 w 6"/>
                <a:gd name="T85" fmla="*/ 25 h 77"/>
                <a:gd name="T86" fmla="*/ 5 w 6"/>
                <a:gd name="T87" fmla="*/ 25 h 77"/>
                <a:gd name="T88" fmla="*/ 6 w 6"/>
                <a:gd name="T89" fmla="*/ 25 h 77"/>
                <a:gd name="T90" fmla="*/ 6 w 6"/>
                <a:gd name="T91" fmla="*/ 27 h 77"/>
                <a:gd name="T92" fmla="*/ 6 w 6"/>
                <a:gd name="T93" fmla="*/ 28 h 77"/>
                <a:gd name="T94" fmla="*/ 6 w 6"/>
                <a:gd name="T95" fmla="*/ 27 h 77"/>
                <a:gd name="T96" fmla="*/ 6 w 6"/>
                <a:gd name="T97" fmla="*/ 27 h 77"/>
                <a:gd name="T98" fmla="*/ 6 w 6"/>
                <a:gd name="T99" fmla="*/ 27 h 77"/>
                <a:gd name="T100" fmla="*/ 6 w 6"/>
                <a:gd name="T101" fmla="*/ 24 h 77"/>
                <a:gd name="T102" fmla="*/ 6 w 6"/>
                <a:gd name="T103" fmla="*/ 2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7">
                  <a:moveTo>
                    <a:pt x="0" y="74"/>
                  </a:moveTo>
                  <a:lnTo>
                    <a:pt x="0" y="77"/>
                  </a:lnTo>
                  <a:lnTo>
                    <a:pt x="0" y="73"/>
                  </a:lnTo>
                  <a:lnTo>
                    <a:pt x="0" y="69"/>
                  </a:lnTo>
                  <a:lnTo>
                    <a:pt x="1" y="67"/>
                  </a:lnTo>
                  <a:lnTo>
                    <a:pt x="1" y="64"/>
                  </a:lnTo>
                  <a:lnTo>
                    <a:pt x="1" y="62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3"/>
                  </a:lnTo>
                  <a:lnTo>
                    <a:pt x="1" y="48"/>
                  </a:lnTo>
                  <a:lnTo>
                    <a:pt x="1" y="48"/>
                  </a:lnTo>
                  <a:lnTo>
                    <a:pt x="1" y="47"/>
                  </a:lnTo>
                  <a:lnTo>
                    <a:pt x="2" y="43"/>
                  </a:lnTo>
                  <a:lnTo>
                    <a:pt x="2" y="41"/>
                  </a:lnTo>
                  <a:lnTo>
                    <a:pt x="2" y="40"/>
                  </a:lnTo>
                  <a:lnTo>
                    <a:pt x="2" y="36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3" y="36"/>
                  </a:lnTo>
                  <a:lnTo>
                    <a:pt x="3" y="35"/>
                  </a:lnTo>
                  <a:lnTo>
                    <a:pt x="3" y="27"/>
                  </a:lnTo>
                  <a:lnTo>
                    <a:pt x="3" y="21"/>
                  </a:lnTo>
                  <a:lnTo>
                    <a:pt x="3" y="20"/>
                  </a:lnTo>
                  <a:lnTo>
                    <a:pt x="3" y="18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1"/>
                  </a:lnTo>
                  <a:lnTo>
                    <a:pt x="4" y="1"/>
                  </a:lnTo>
                  <a:lnTo>
                    <a:pt x="4" y="0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5" y="7"/>
                  </a:lnTo>
                  <a:lnTo>
                    <a:pt x="5" y="11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5" y="18"/>
                  </a:lnTo>
                  <a:lnTo>
                    <a:pt x="5" y="22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6" y="25"/>
                  </a:lnTo>
                  <a:lnTo>
                    <a:pt x="6" y="27"/>
                  </a:lnTo>
                  <a:lnTo>
                    <a:pt x="6" y="28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24"/>
                  </a:lnTo>
                  <a:lnTo>
                    <a:pt x="6" y="2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1" name="Freeform 881"/>
            <p:cNvSpPr/>
            <p:nvPr/>
          </p:nvSpPr>
          <p:spPr bwMode="auto">
            <a:xfrm>
              <a:off x="5206" y="9282"/>
              <a:ext cx="18" cy="130"/>
            </a:xfrm>
            <a:custGeom>
              <a:avLst/>
              <a:gdLst>
                <a:gd name="T0" fmla="*/ 0 w 7"/>
                <a:gd name="T1" fmla="*/ 52 h 52"/>
                <a:gd name="T2" fmla="*/ 0 w 7"/>
                <a:gd name="T3" fmla="*/ 48 h 52"/>
                <a:gd name="T4" fmla="*/ 0 w 7"/>
                <a:gd name="T5" fmla="*/ 45 h 52"/>
                <a:gd name="T6" fmla="*/ 1 w 7"/>
                <a:gd name="T7" fmla="*/ 45 h 52"/>
                <a:gd name="T8" fmla="*/ 1 w 7"/>
                <a:gd name="T9" fmla="*/ 44 h 52"/>
                <a:gd name="T10" fmla="*/ 1 w 7"/>
                <a:gd name="T11" fmla="*/ 42 h 52"/>
                <a:gd name="T12" fmla="*/ 1 w 7"/>
                <a:gd name="T13" fmla="*/ 39 h 52"/>
                <a:gd name="T14" fmla="*/ 1 w 7"/>
                <a:gd name="T15" fmla="*/ 38 h 52"/>
                <a:gd name="T16" fmla="*/ 1 w 7"/>
                <a:gd name="T17" fmla="*/ 36 h 52"/>
                <a:gd name="T18" fmla="*/ 2 w 7"/>
                <a:gd name="T19" fmla="*/ 37 h 52"/>
                <a:gd name="T20" fmla="*/ 2 w 7"/>
                <a:gd name="T21" fmla="*/ 35 h 52"/>
                <a:gd name="T22" fmla="*/ 2 w 7"/>
                <a:gd name="T23" fmla="*/ 30 h 52"/>
                <a:gd name="T24" fmla="*/ 2 w 7"/>
                <a:gd name="T25" fmla="*/ 24 h 52"/>
                <a:gd name="T26" fmla="*/ 2 w 7"/>
                <a:gd name="T27" fmla="*/ 19 h 52"/>
                <a:gd name="T28" fmla="*/ 2 w 7"/>
                <a:gd name="T29" fmla="*/ 16 h 52"/>
                <a:gd name="T30" fmla="*/ 2 w 7"/>
                <a:gd name="T31" fmla="*/ 15 h 52"/>
                <a:gd name="T32" fmla="*/ 2 w 7"/>
                <a:gd name="T33" fmla="*/ 13 h 52"/>
                <a:gd name="T34" fmla="*/ 2 w 7"/>
                <a:gd name="T35" fmla="*/ 9 h 52"/>
                <a:gd name="T36" fmla="*/ 3 w 7"/>
                <a:gd name="T37" fmla="*/ 4 h 52"/>
                <a:gd name="T38" fmla="*/ 3 w 7"/>
                <a:gd name="T39" fmla="*/ 0 h 52"/>
                <a:gd name="T40" fmla="*/ 3 w 7"/>
                <a:gd name="T41" fmla="*/ 0 h 52"/>
                <a:gd name="T42" fmla="*/ 3 w 7"/>
                <a:gd name="T43" fmla="*/ 1 h 52"/>
                <a:gd name="T44" fmla="*/ 3 w 7"/>
                <a:gd name="T45" fmla="*/ 1 h 52"/>
                <a:gd name="T46" fmla="*/ 3 w 7"/>
                <a:gd name="T47" fmla="*/ 1 h 52"/>
                <a:gd name="T48" fmla="*/ 4 w 7"/>
                <a:gd name="T49" fmla="*/ 1 h 52"/>
                <a:gd name="T50" fmla="*/ 4 w 7"/>
                <a:gd name="T51" fmla="*/ 1 h 52"/>
                <a:gd name="T52" fmla="*/ 4 w 7"/>
                <a:gd name="T53" fmla="*/ 1 h 52"/>
                <a:gd name="T54" fmla="*/ 4 w 7"/>
                <a:gd name="T55" fmla="*/ 3 h 52"/>
                <a:gd name="T56" fmla="*/ 4 w 7"/>
                <a:gd name="T57" fmla="*/ 4 h 52"/>
                <a:gd name="T58" fmla="*/ 4 w 7"/>
                <a:gd name="T59" fmla="*/ 5 h 52"/>
                <a:gd name="T60" fmla="*/ 4 w 7"/>
                <a:gd name="T61" fmla="*/ 6 h 52"/>
                <a:gd name="T62" fmla="*/ 4 w 7"/>
                <a:gd name="T63" fmla="*/ 6 h 52"/>
                <a:gd name="T64" fmla="*/ 4 w 7"/>
                <a:gd name="T65" fmla="*/ 3 h 52"/>
                <a:gd name="T66" fmla="*/ 5 w 7"/>
                <a:gd name="T67" fmla="*/ 4 h 52"/>
                <a:gd name="T68" fmla="*/ 5 w 7"/>
                <a:gd name="T69" fmla="*/ 6 h 52"/>
                <a:gd name="T70" fmla="*/ 5 w 7"/>
                <a:gd name="T71" fmla="*/ 8 h 52"/>
                <a:gd name="T72" fmla="*/ 5 w 7"/>
                <a:gd name="T73" fmla="*/ 9 h 52"/>
                <a:gd name="T74" fmla="*/ 5 w 7"/>
                <a:gd name="T75" fmla="*/ 11 h 52"/>
                <a:gd name="T76" fmla="*/ 5 w 7"/>
                <a:gd name="T77" fmla="*/ 13 h 52"/>
                <a:gd name="T78" fmla="*/ 5 w 7"/>
                <a:gd name="T79" fmla="*/ 17 h 52"/>
                <a:gd name="T80" fmla="*/ 5 w 7"/>
                <a:gd name="T81" fmla="*/ 24 h 52"/>
                <a:gd name="T82" fmla="*/ 5 w 7"/>
                <a:gd name="T83" fmla="*/ 27 h 52"/>
                <a:gd name="T84" fmla="*/ 6 w 7"/>
                <a:gd name="T85" fmla="*/ 28 h 52"/>
                <a:gd name="T86" fmla="*/ 6 w 7"/>
                <a:gd name="T87" fmla="*/ 30 h 52"/>
                <a:gd name="T88" fmla="*/ 6 w 7"/>
                <a:gd name="T89" fmla="*/ 33 h 52"/>
                <a:gd name="T90" fmla="*/ 6 w 7"/>
                <a:gd name="T91" fmla="*/ 31 h 52"/>
                <a:gd name="T92" fmla="*/ 6 w 7"/>
                <a:gd name="T93" fmla="*/ 31 h 52"/>
                <a:gd name="T94" fmla="*/ 6 w 7"/>
                <a:gd name="T95" fmla="*/ 33 h 52"/>
                <a:gd name="T96" fmla="*/ 6 w 7"/>
                <a:gd name="T97" fmla="*/ 32 h 52"/>
                <a:gd name="T98" fmla="*/ 7 w 7"/>
                <a:gd name="T99" fmla="*/ 28 h 52"/>
                <a:gd name="T100" fmla="*/ 7 w 7"/>
                <a:gd name="T101" fmla="*/ 26 h 52"/>
                <a:gd name="T102" fmla="*/ 7 w 7"/>
                <a:gd name="T103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2">
                  <a:moveTo>
                    <a:pt x="0" y="52"/>
                  </a:moveTo>
                  <a:lnTo>
                    <a:pt x="0" y="48"/>
                  </a:lnTo>
                  <a:lnTo>
                    <a:pt x="0" y="45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1" y="39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2" y="37"/>
                  </a:lnTo>
                  <a:lnTo>
                    <a:pt x="2" y="35"/>
                  </a:lnTo>
                  <a:lnTo>
                    <a:pt x="2" y="30"/>
                  </a:lnTo>
                  <a:lnTo>
                    <a:pt x="2" y="24"/>
                  </a:lnTo>
                  <a:lnTo>
                    <a:pt x="2" y="19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13"/>
                  </a:lnTo>
                  <a:lnTo>
                    <a:pt x="2" y="9"/>
                  </a:lnTo>
                  <a:lnTo>
                    <a:pt x="3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3"/>
                  </a:lnTo>
                  <a:lnTo>
                    <a:pt x="4" y="4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3"/>
                  </a:lnTo>
                  <a:lnTo>
                    <a:pt x="5" y="4"/>
                  </a:lnTo>
                  <a:lnTo>
                    <a:pt x="5" y="6"/>
                  </a:lnTo>
                  <a:lnTo>
                    <a:pt x="5" y="8"/>
                  </a:lnTo>
                  <a:lnTo>
                    <a:pt x="5" y="9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5" y="17"/>
                  </a:lnTo>
                  <a:lnTo>
                    <a:pt x="5" y="24"/>
                  </a:lnTo>
                  <a:lnTo>
                    <a:pt x="5" y="27"/>
                  </a:lnTo>
                  <a:lnTo>
                    <a:pt x="6" y="28"/>
                  </a:lnTo>
                  <a:lnTo>
                    <a:pt x="6" y="30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6" y="33"/>
                  </a:lnTo>
                  <a:lnTo>
                    <a:pt x="6" y="32"/>
                  </a:lnTo>
                  <a:lnTo>
                    <a:pt x="7" y="28"/>
                  </a:lnTo>
                  <a:lnTo>
                    <a:pt x="7" y="26"/>
                  </a:lnTo>
                  <a:lnTo>
                    <a:pt x="7" y="26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2" name="Freeform 882"/>
            <p:cNvSpPr/>
            <p:nvPr/>
          </p:nvSpPr>
          <p:spPr bwMode="auto">
            <a:xfrm>
              <a:off x="5224" y="9310"/>
              <a:ext cx="15" cy="183"/>
            </a:xfrm>
            <a:custGeom>
              <a:avLst/>
              <a:gdLst>
                <a:gd name="T0" fmla="*/ 0 w 6"/>
                <a:gd name="T1" fmla="*/ 15 h 73"/>
                <a:gd name="T2" fmla="*/ 0 w 6"/>
                <a:gd name="T3" fmla="*/ 15 h 73"/>
                <a:gd name="T4" fmla="*/ 0 w 6"/>
                <a:gd name="T5" fmla="*/ 15 h 73"/>
                <a:gd name="T6" fmla="*/ 0 w 6"/>
                <a:gd name="T7" fmla="*/ 13 h 73"/>
                <a:gd name="T8" fmla="*/ 0 w 6"/>
                <a:gd name="T9" fmla="*/ 14 h 73"/>
                <a:gd name="T10" fmla="*/ 0 w 6"/>
                <a:gd name="T11" fmla="*/ 15 h 73"/>
                <a:gd name="T12" fmla="*/ 0 w 6"/>
                <a:gd name="T13" fmla="*/ 15 h 73"/>
                <a:gd name="T14" fmla="*/ 0 w 6"/>
                <a:gd name="T15" fmla="*/ 16 h 73"/>
                <a:gd name="T16" fmla="*/ 1 w 6"/>
                <a:gd name="T17" fmla="*/ 17 h 73"/>
                <a:gd name="T18" fmla="*/ 1 w 6"/>
                <a:gd name="T19" fmla="*/ 14 h 73"/>
                <a:gd name="T20" fmla="*/ 1 w 6"/>
                <a:gd name="T21" fmla="*/ 12 h 73"/>
                <a:gd name="T22" fmla="*/ 1 w 6"/>
                <a:gd name="T23" fmla="*/ 12 h 73"/>
                <a:gd name="T24" fmla="*/ 1 w 6"/>
                <a:gd name="T25" fmla="*/ 13 h 73"/>
                <a:gd name="T26" fmla="*/ 1 w 6"/>
                <a:gd name="T27" fmla="*/ 9 h 73"/>
                <a:gd name="T28" fmla="*/ 2 w 6"/>
                <a:gd name="T29" fmla="*/ 5 h 73"/>
                <a:gd name="T30" fmla="*/ 2 w 6"/>
                <a:gd name="T31" fmla="*/ 3 h 73"/>
                <a:gd name="T32" fmla="*/ 2 w 6"/>
                <a:gd name="T33" fmla="*/ 2 h 73"/>
                <a:gd name="T34" fmla="*/ 2 w 6"/>
                <a:gd name="T35" fmla="*/ 0 h 73"/>
                <a:gd name="T36" fmla="*/ 2 w 6"/>
                <a:gd name="T37" fmla="*/ 1 h 73"/>
                <a:gd name="T38" fmla="*/ 2 w 6"/>
                <a:gd name="T39" fmla="*/ 2 h 73"/>
                <a:gd name="T40" fmla="*/ 2 w 6"/>
                <a:gd name="T41" fmla="*/ 2 h 73"/>
                <a:gd name="T42" fmla="*/ 2 w 6"/>
                <a:gd name="T43" fmla="*/ 4 h 73"/>
                <a:gd name="T44" fmla="*/ 2 w 6"/>
                <a:gd name="T45" fmla="*/ 7 h 73"/>
                <a:gd name="T46" fmla="*/ 3 w 6"/>
                <a:gd name="T47" fmla="*/ 10 h 73"/>
                <a:gd name="T48" fmla="*/ 3 w 6"/>
                <a:gd name="T49" fmla="*/ 13 h 73"/>
                <a:gd name="T50" fmla="*/ 3 w 6"/>
                <a:gd name="T51" fmla="*/ 14 h 73"/>
                <a:gd name="T52" fmla="*/ 3 w 6"/>
                <a:gd name="T53" fmla="*/ 14 h 73"/>
                <a:gd name="T54" fmla="*/ 3 w 6"/>
                <a:gd name="T55" fmla="*/ 13 h 73"/>
                <a:gd name="T56" fmla="*/ 3 w 6"/>
                <a:gd name="T57" fmla="*/ 15 h 73"/>
                <a:gd name="T58" fmla="*/ 3 w 6"/>
                <a:gd name="T59" fmla="*/ 16 h 73"/>
                <a:gd name="T60" fmla="*/ 3 w 6"/>
                <a:gd name="T61" fmla="*/ 17 h 73"/>
                <a:gd name="T62" fmla="*/ 3 w 6"/>
                <a:gd name="T63" fmla="*/ 17 h 73"/>
                <a:gd name="T64" fmla="*/ 4 w 6"/>
                <a:gd name="T65" fmla="*/ 18 h 73"/>
                <a:gd name="T66" fmla="*/ 4 w 6"/>
                <a:gd name="T67" fmla="*/ 18 h 73"/>
                <a:gd name="T68" fmla="*/ 4 w 6"/>
                <a:gd name="T69" fmla="*/ 19 h 73"/>
                <a:gd name="T70" fmla="*/ 4 w 6"/>
                <a:gd name="T71" fmla="*/ 23 h 73"/>
                <a:gd name="T72" fmla="*/ 4 w 6"/>
                <a:gd name="T73" fmla="*/ 28 h 73"/>
                <a:gd name="T74" fmla="*/ 4 w 6"/>
                <a:gd name="T75" fmla="*/ 31 h 73"/>
                <a:gd name="T76" fmla="*/ 5 w 6"/>
                <a:gd name="T77" fmla="*/ 32 h 73"/>
                <a:gd name="T78" fmla="*/ 5 w 6"/>
                <a:gd name="T79" fmla="*/ 34 h 73"/>
                <a:gd name="T80" fmla="*/ 5 w 6"/>
                <a:gd name="T81" fmla="*/ 36 h 73"/>
                <a:gd name="T82" fmla="*/ 5 w 6"/>
                <a:gd name="T83" fmla="*/ 39 h 73"/>
                <a:gd name="T84" fmla="*/ 5 w 6"/>
                <a:gd name="T85" fmla="*/ 42 h 73"/>
                <a:gd name="T86" fmla="*/ 5 w 6"/>
                <a:gd name="T87" fmla="*/ 46 h 73"/>
                <a:gd name="T88" fmla="*/ 5 w 6"/>
                <a:gd name="T89" fmla="*/ 48 h 73"/>
                <a:gd name="T90" fmla="*/ 5 w 6"/>
                <a:gd name="T91" fmla="*/ 50 h 73"/>
                <a:gd name="T92" fmla="*/ 5 w 6"/>
                <a:gd name="T93" fmla="*/ 55 h 73"/>
                <a:gd name="T94" fmla="*/ 6 w 6"/>
                <a:gd name="T95" fmla="*/ 60 h 73"/>
                <a:gd name="T96" fmla="*/ 6 w 6"/>
                <a:gd name="T97" fmla="*/ 63 h 73"/>
                <a:gd name="T98" fmla="*/ 6 w 6"/>
                <a:gd name="T99" fmla="*/ 66 h 73"/>
                <a:gd name="T100" fmla="*/ 6 w 6"/>
                <a:gd name="T101" fmla="*/ 70 h 73"/>
                <a:gd name="T102" fmla="*/ 6 w 6"/>
                <a:gd name="T10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3">
                  <a:moveTo>
                    <a:pt x="0" y="15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1" y="17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1" y="13"/>
                  </a:lnTo>
                  <a:lnTo>
                    <a:pt x="1" y="9"/>
                  </a:lnTo>
                  <a:lnTo>
                    <a:pt x="2" y="5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7"/>
                  </a:lnTo>
                  <a:lnTo>
                    <a:pt x="3" y="10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9"/>
                  </a:lnTo>
                  <a:lnTo>
                    <a:pt x="4" y="23"/>
                  </a:lnTo>
                  <a:lnTo>
                    <a:pt x="4" y="28"/>
                  </a:lnTo>
                  <a:lnTo>
                    <a:pt x="4" y="31"/>
                  </a:lnTo>
                  <a:lnTo>
                    <a:pt x="5" y="32"/>
                  </a:lnTo>
                  <a:lnTo>
                    <a:pt x="5" y="34"/>
                  </a:lnTo>
                  <a:lnTo>
                    <a:pt x="5" y="36"/>
                  </a:lnTo>
                  <a:lnTo>
                    <a:pt x="5" y="39"/>
                  </a:lnTo>
                  <a:lnTo>
                    <a:pt x="5" y="42"/>
                  </a:lnTo>
                  <a:lnTo>
                    <a:pt x="5" y="46"/>
                  </a:lnTo>
                  <a:lnTo>
                    <a:pt x="5" y="48"/>
                  </a:lnTo>
                  <a:lnTo>
                    <a:pt x="5" y="50"/>
                  </a:lnTo>
                  <a:lnTo>
                    <a:pt x="5" y="55"/>
                  </a:lnTo>
                  <a:lnTo>
                    <a:pt x="6" y="60"/>
                  </a:lnTo>
                  <a:lnTo>
                    <a:pt x="6" y="63"/>
                  </a:lnTo>
                  <a:lnTo>
                    <a:pt x="6" y="66"/>
                  </a:lnTo>
                  <a:lnTo>
                    <a:pt x="6" y="70"/>
                  </a:lnTo>
                  <a:lnTo>
                    <a:pt x="6" y="7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3" name="Freeform 883"/>
            <p:cNvSpPr/>
            <p:nvPr/>
          </p:nvSpPr>
          <p:spPr bwMode="auto">
            <a:xfrm>
              <a:off x="5239" y="9485"/>
              <a:ext cx="15" cy="218"/>
            </a:xfrm>
            <a:custGeom>
              <a:avLst/>
              <a:gdLst>
                <a:gd name="T0" fmla="*/ 0 w 6"/>
                <a:gd name="T1" fmla="*/ 0 h 87"/>
                <a:gd name="T2" fmla="*/ 0 w 6"/>
                <a:gd name="T3" fmla="*/ 3 h 87"/>
                <a:gd name="T4" fmla="*/ 0 w 6"/>
                <a:gd name="T5" fmla="*/ 4 h 87"/>
                <a:gd name="T6" fmla="*/ 1 w 6"/>
                <a:gd name="T7" fmla="*/ 6 h 87"/>
                <a:gd name="T8" fmla="*/ 1 w 6"/>
                <a:gd name="T9" fmla="*/ 9 h 87"/>
                <a:gd name="T10" fmla="*/ 1 w 6"/>
                <a:gd name="T11" fmla="*/ 10 h 87"/>
                <a:gd name="T12" fmla="*/ 1 w 6"/>
                <a:gd name="T13" fmla="*/ 9 h 87"/>
                <a:gd name="T14" fmla="*/ 1 w 6"/>
                <a:gd name="T15" fmla="*/ 11 h 87"/>
                <a:gd name="T16" fmla="*/ 1 w 6"/>
                <a:gd name="T17" fmla="*/ 13 h 87"/>
                <a:gd name="T18" fmla="*/ 1 w 6"/>
                <a:gd name="T19" fmla="*/ 13 h 87"/>
                <a:gd name="T20" fmla="*/ 1 w 6"/>
                <a:gd name="T21" fmla="*/ 13 h 87"/>
                <a:gd name="T22" fmla="*/ 1 w 6"/>
                <a:gd name="T23" fmla="*/ 13 h 87"/>
                <a:gd name="T24" fmla="*/ 1 w 6"/>
                <a:gd name="T25" fmla="*/ 13 h 87"/>
                <a:gd name="T26" fmla="*/ 2 w 6"/>
                <a:gd name="T27" fmla="*/ 16 h 87"/>
                <a:gd name="T28" fmla="*/ 2 w 6"/>
                <a:gd name="T29" fmla="*/ 15 h 87"/>
                <a:gd name="T30" fmla="*/ 2 w 6"/>
                <a:gd name="T31" fmla="*/ 10 h 87"/>
                <a:gd name="T32" fmla="*/ 2 w 6"/>
                <a:gd name="T33" fmla="*/ 10 h 87"/>
                <a:gd name="T34" fmla="*/ 2 w 6"/>
                <a:gd name="T35" fmla="*/ 15 h 87"/>
                <a:gd name="T36" fmla="*/ 2 w 6"/>
                <a:gd name="T37" fmla="*/ 14 h 87"/>
                <a:gd name="T38" fmla="*/ 2 w 6"/>
                <a:gd name="T39" fmla="*/ 10 h 87"/>
                <a:gd name="T40" fmla="*/ 2 w 6"/>
                <a:gd name="T41" fmla="*/ 9 h 87"/>
                <a:gd name="T42" fmla="*/ 2 w 6"/>
                <a:gd name="T43" fmla="*/ 9 h 87"/>
                <a:gd name="T44" fmla="*/ 3 w 6"/>
                <a:gd name="T45" fmla="*/ 7 h 87"/>
                <a:gd name="T46" fmla="*/ 3 w 6"/>
                <a:gd name="T47" fmla="*/ 9 h 87"/>
                <a:gd name="T48" fmla="*/ 3 w 6"/>
                <a:gd name="T49" fmla="*/ 12 h 87"/>
                <a:gd name="T50" fmla="*/ 3 w 6"/>
                <a:gd name="T51" fmla="*/ 11 h 87"/>
                <a:gd name="T52" fmla="*/ 3 w 6"/>
                <a:gd name="T53" fmla="*/ 9 h 87"/>
                <a:gd name="T54" fmla="*/ 3 w 6"/>
                <a:gd name="T55" fmla="*/ 15 h 87"/>
                <a:gd name="T56" fmla="*/ 4 w 6"/>
                <a:gd name="T57" fmla="*/ 24 h 87"/>
                <a:gd name="T58" fmla="*/ 4 w 6"/>
                <a:gd name="T59" fmla="*/ 25 h 87"/>
                <a:gd name="T60" fmla="*/ 4 w 6"/>
                <a:gd name="T61" fmla="*/ 26 h 87"/>
                <a:gd name="T62" fmla="*/ 4 w 6"/>
                <a:gd name="T63" fmla="*/ 32 h 87"/>
                <a:gd name="T64" fmla="*/ 4 w 6"/>
                <a:gd name="T65" fmla="*/ 36 h 87"/>
                <a:gd name="T66" fmla="*/ 4 w 6"/>
                <a:gd name="T67" fmla="*/ 36 h 87"/>
                <a:gd name="T68" fmla="*/ 4 w 6"/>
                <a:gd name="T69" fmla="*/ 38 h 87"/>
                <a:gd name="T70" fmla="*/ 4 w 6"/>
                <a:gd name="T71" fmla="*/ 43 h 87"/>
                <a:gd name="T72" fmla="*/ 4 w 6"/>
                <a:gd name="T73" fmla="*/ 46 h 87"/>
                <a:gd name="T74" fmla="*/ 5 w 6"/>
                <a:gd name="T75" fmla="*/ 47 h 87"/>
                <a:gd name="T76" fmla="*/ 5 w 6"/>
                <a:gd name="T77" fmla="*/ 47 h 87"/>
                <a:gd name="T78" fmla="*/ 5 w 6"/>
                <a:gd name="T79" fmla="*/ 49 h 87"/>
                <a:gd name="T80" fmla="*/ 5 w 6"/>
                <a:gd name="T81" fmla="*/ 53 h 87"/>
                <a:gd name="T82" fmla="*/ 5 w 6"/>
                <a:gd name="T83" fmla="*/ 58 h 87"/>
                <a:gd name="T84" fmla="*/ 5 w 6"/>
                <a:gd name="T85" fmla="*/ 64 h 87"/>
                <a:gd name="T86" fmla="*/ 6 w 6"/>
                <a:gd name="T87" fmla="*/ 69 h 87"/>
                <a:gd name="T88" fmla="*/ 6 w 6"/>
                <a:gd name="T89" fmla="*/ 73 h 87"/>
                <a:gd name="T90" fmla="*/ 6 w 6"/>
                <a:gd name="T91" fmla="*/ 75 h 87"/>
                <a:gd name="T92" fmla="*/ 6 w 6"/>
                <a:gd name="T93" fmla="*/ 77 h 87"/>
                <a:gd name="T94" fmla="*/ 6 w 6"/>
                <a:gd name="T95" fmla="*/ 81 h 87"/>
                <a:gd name="T96" fmla="*/ 6 w 6"/>
                <a:gd name="T97" fmla="*/ 87 h 87"/>
                <a:gd name="T98" fmla="*/ 6 w 6"/>
                <a:gd name="T99" fmla="*/ 87 h 87"/>
                <a:gd name="T100" fmla="*/ 6 w 6"/>
                <a:gd name="T101" fmla="*/ 82 h 87"/>
                <a:gd name="T102" fmla="*/ 6 w 6"/>
                <a:gd name="T103" fmla="*/ 8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87">
                  <a:moveTo>
                    <a:pt x="0" y="0"/>
                  </a:moveTo>
                  <a:lnTo>
                    <a:pt x="0" y="3"/>
                  </a:lnTo>
                  <a:lnTo>
                    <a:pt x="0" y="4"/>
                  </a:lnTo>
                  <a:lnTo>
                    <a:pt x="1" y="6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9"/>
                  </a:lnTo>
                  <a:lnTo>
                    <a:pt x="1" y="11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2" y="16"/>
                  </a:lnTo>
                  <a:lnTo>
                    <a:pt x="2" y="15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2" y="10"/>
                  </a:lnTo>
                  <a:lnTo>
                    <a:pt x="2" y="9"/>
                  </a:lnTo>
                  <a:lnTo>
                    <a:pt x="2" y="9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2"/>
                  </a:lnTo>
                  <a:lnTo>
                    <a:pt x="3" y="11"/>
                  </a:lnTo>
                  <a:lnTo>
                    <a:pt x="3" y="9"/>
                  </a:lnTo>
                  <a:lnTo>
                    <a:pt x="3" y="15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4" y="26"/>
                  </a:lnTo>
                  <a:lnTo>
                    <a:pt x="4" y="32"/>
                  </a:lnTo>
                  <a:lnTo>
                    <a:pt x="4" y="36"/>
                  </a:lnTo>
                  <a:lnTo>
                    <a:pt x="4" y="36"/>
                  </a:lnTo>
                  <a:lnTo>
                    <a:pt x="4" y="38"/>
                  </a:lnTo>
                  <a:lnTo>
                    <a:pt x="4" y="43"/>
                  </a:lnTo>
                  <a:lnTo>
                    <a:pt x="4" y="46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49"/>
                  </a:lnTo>
                  <a:lnTo>
                    <a:pt x="5" y="53"/>
                  </a:lnTo>
                  <a:lnTo>
                    <a:pt x="5" y="58"/>
                  </a:lnTo>
                  <a:lnTo>
                    <a:pt x="5" y="64"/>
                  </a:lnTo>
                  <a:lnTo>
                    <a:pt x="6" y="69"/>
                  </a:lnTo>
                  <a:lnTo>
                    <a:pt x="6" y="73"/>
                  </a:lnTo>
                  <a:lnTo>
                    <a:pt x="6" y="75"/>
                  </a:lnTo>
                  <a:lnTo>
                    <a:pt x="6" y="77"/>
                  </a:lnTo>
                  <a:lnTo>
                    <a:pt x="6" y="81"/>
                  </a:lnTo>
                  <a:lnTo>
                    <a:pt x="6" y="87"/>
                  </a:lnTo>
                  <a:lnTo>
                    <a:pt x="6" y="87"/>
                  </a:lnTo>
                  <a:lnTo>
                    <a:pt x="6" y="82"/>
                  </a:lnTo>
                  <a:lnTo>
                    <a:pt x="6" y="8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4" name="Freeform 884"/>
            <p:cNvSpPr/>
            <p:nvPr/>
          </p:nvSpPr>
          <p:spPr bwMode="auto">
            <a:xfrm>
              <a:off x="5254" y="9305"/>
              <a:ext cx="18" cy="395"/>
            </a:xfrm>
            <a:custGeom>
              <a:avLst/>
              <a:gdLst>
                <a:gd name="T0" fmla="*/ 0 w 7"/>
                <a:gd name="T1" fmla="*/ 154 h 158"/>
                <a:gd name="T2" fmla="*/ 0 w 7"/>
                <a:gd name="T3" fmla="*/ 152 h 158"/>
                <a:gd name="T4" fmla="*/ 1 w 7"/>
                <a:gd name="T5" fmla="*/ 156 h 158"/>
                <a:gd name="T6" fmla="*/ 1 w 7"/>
                <a:gd name="T7" fmla="*/ 157 h 158"/>
                <a:gd name="T8" fmla="*/ 1 w 7"/>
                <a:gd name="T9" fmla="*/ 156 h 158"/>
                <a:gd name="T10" fmla="*/ 1 w 7"/>
                <a:gd name="T11" fmla="*/ 158 h 158"/>
                <a:gd name="T12" fmla="*/ 1 w 7"/>
                <a:gd name="T13" fmla="*/ 158 h 158"/>
                <a:gd name="T14" fmla="*/ 1 w 7"/>
                <a:gd name="T15" fmla="*/ 152 h 158"/>
                <a:gd name="T16" fmla="*/ 1 w 7"/>
                <a:gd name="T17" fmla="*/ 150 h 158"/>
                <a:gd name="T18" fmla="*/ 1 w 7"/>
                <a:gd name="T19" fmla="*/ 154 h 158"/>
                <a:gd name="T20" fmla="*/ 1 w 7"/>
                <a:gd name="T21" fmla="*/ 153 h 158"/>
                <a:gd name="T22" fmla="*/ 2 w 7"/>
                <a:gd name="T23" fmla="*/ 150 h 158"/>
                <a:gd name="T24" fmla="*/ 2 w 7"/>
                <a:gd name="T25" fmla="*/ 150 h 158"/>
                <a:gd name="T26" fmla="*/ 2 w 7"/>
                <a:gd name="T27" fmla="*/ 150 h 158"/>
                <a:gd name="T28" fmla="*/ 2 w 7"/>
                <a:gd name="T29" fmla="*/ 142 h 158"/>
                <a:gd name="T30" fmla="*/ 2 w 7"/>
                <a:gd name="T31" fmla="*/ 137 h 158"/>
                <a:gd name="T32" fmla="*/ 2 w 7"/>
                <a:gd name="T33" fmla="*/ 142 h 158"/>
                <a:gd name="T34" fmla="*/ 3 w 7"/>
                <a:gd name="T35" fmla="*/ 144 h 158"/>
                <a:gd name="T36" fmla="*/ 3 w 7"/>
                <a:gd name="T37" fmla="*/ 137 h 158"/>
                <a:gd name="T38" fmla="*/ 3 w 7"/>
                <a:gd name="T39" fmla="*/ 128 h 158"/>
                <a:gd name="T40" fmla="*/ 3 w 7"/>
                <a:gd name="T41" fmla="*/ 121 h 158"/>
                <a:gd name="T42" fmla="*/ 3 w 7"/>
                <a:gd name="T43" fmla="*/ 116 h 158"/>
                <a:gd name="T44" fmla="*/ 3 w 7"/>
                <a:gd name="T45" fmla="*/ 112 h 158"/>
                <a:gd name="T46" fmla="*/ 3 w 7"/>
                <a:gd name="T47" fmla="*/ 108 h 158"/>
                <a:gd name="T48" fmla="*/ 3 w 7"/>
                <a:gd name="T49" fmla="*/ 106 h 158"/>
                <a:gd name="T50" fmla="*/ 3 w 7"/>
                <a:gd name="T51" fmla="*/ 99 h 158"/>
                <a:gd name="T52" fmla="*/ 4 w 7"/>
                <a:gd name="T53" fmla="*/ 93 h 158"/>
                <a:gd name="T54" fmla="*/ 4 w 7"/>
                <a:gd name="T55" fmla="*/ 92 h 158"/>
                <a:gd name="T56" fmla="*/ 4 w 7"/>
                <a:gd name="T57" fmla="*/ 91 h 158"/>
                <a:gd name="T58" fmla="*/ 4 w 7"/>
                <a:gd name="T59" fmla="*/ 84 h 158"/>
                <a:gd name="T60" fmla="*/ 4 w 7"/>
                <a:gd name="T61" fmla="*/ 79 h 158"/>
                <a:gd name="T62" fmla="*/ 4 w 7"/>
                <a:gd name="T63" fmla="*/ 75 h 158"/>
                <a:gd name="T64" fmla="*/ 4 w 7"/>
                <a:gd name="T65" fmla="*/ 63 h 158"/>
                <a:gd name="T66" fmla="*/ 5 w 7"/>
                <a:gd name="T67" fmla="*/ 53 h 158"/>
                <a:gd name="T68" fmla="*/ 5 w 7"/>
                <a:gd name="T69" fmla="*/ 51 h 158"/>
                <a:gd name="T70" fmla="*/ 5 w 7"/>
                <a:gd name="T71" fmla="*/ 47 h 158"/>
                <a:gd name="T72" fmla="*/ 5 w 7"/>
                <a:gd name="T73" fmla="*/ 40 h 158"/>
                <a:gd name="T74" fmla="*/ 5 w 7"/>
                <a:gd name="T75" fmla="*/ 34 h 158"/>
                <a:gd name="T76" fmla="*/ 5 w 7"/>
                <a:gd name="T77" fmla="*/ 29 h 158"/>
                <a:gd name="T78" fmla="*/ 5 w 7"/>
                <a:gd name="T79" fmla="*/ 22 h 158"/>
                <a:gd name="T80" fmla="*/ 5 w 7"/>
                <a:gd name="T81" fmla="*/ 17 h 158"/>
                <a:gd name="T82" fmla="*/ 5 w 7"/>
                <a:gd name="T83" fmla="*/ 18 h 158"/>
                <a:gd name="T84" fmla="*/ 6 w 7"/>
                <a:gd name="T85" fmla="*/ 17 h 158"/>
                <a:gd name="T86" fmla="*/ 6 w 7"/>
                <a:gd name="T87" fmla="*/ 9 h 158"/>
                <a:gd name="T88" fmla="*/ 6 w 7"/>
                <a:gd name="T89" fmla="*/ 3 h 158"/>
                <a:gd name="T90" fmla="*/ 6 w 7"/>
                <a:gd name="T91" fmla="*/ 2 h 158"/>
                <a:gd name="T92" fmla="*/ 6 w 7"/>
                <a:gd name="T93" fmla="*/ 2 h 158"/>
                <a:gd name="T94" fmla="*/ 6 w 7"/>
                <a:gd name="T95" fmla="*/ 0 h 158"/>
                <a:gd name="T96" fmla="*/ 6 w 7"/>
                <a:gd name="T97" fmla="*/ 1 h 158"/>
                <a:gd name="T98" fmla="*/ 6 w 7"/>
                <a:gd name="T99" fmla="*/ 3 h 158"/>
                <a:gd name="T100" fmla="*/ 6 w 7"/>
                <a:gd name="T101" fmla="*/ 2 h 158"/>
                <a:gd name="T102" fmla="*/ 7 w 7"/>
                <a:gd name="T103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58">
                  <a:moveTo>
                    <a:pt x="0" y="154"/>
                  </a:moveTo>
                  <a:lnTo>
                    <a:pt x="0" y="152"/>
                  </a:lnTo>
                  <a:lnTo>
                    <a:pt x="1" y="156"/>
                  </a:lnTo>
                  <a:lnTo>
                    <a:pt x="1" y="157"/>
                  </a:lnTo>
                  <a:lnTo>
                    <a:pt x="1" y="156"/>
                  </a:lnTo>
                  <a:lnTo>
                    <a:pt x="1" y="158"/>
                  </a:lnTo>
                  <a:lnTo>
                    <a:pt x="1" y="158"/>
                  </a:lnTo>
                  <a:lnTo>
                    <a:pt x="1" y="152"/>
                  </a:lnTo>
                  <a:lnTo>
                    <a:pt x="1" y="150"/>
                  </a:lnTo>
                  <a:lnTo>
                    <a:pt x="1" y="154"/>
                  </a:lnTo>
                  <a:lnTo>
                    <a:pt x="1" y="153"/>
                  </a:lnTo>
                  <a:lnTo>
                    <a:pt x="2" y="150"/>
                  </a:lnTo>
                  <a:lnTo>
                    <a:pt x="2" y="150"/>
                  </a:lnTo>
                  <a:lnTo>
                    <a:pt x="2" y="150"/>
                  </a:lnTo>
                  <a:lnTo>
                    <a:pt x="2" y="142"/>
                  </a:lnTo>
                  <a:lnTo>
                    <a:pt x="2" y="137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3" y="137"/>
                  </a:lnTo>
                  <a:lnTo>
                    <a:pt x="3" y="128"/>
                  </a:lnTo>
                  <a:lnTo>
                    <a:pt x="3" y="121"/>
                  </a:lnTo>
                  <a:lnTo>
                    <a:pt x="3" y="116"/>
                  </a:lnTo>
                  <a:lnTo>
                    <a:pt x="3" y="112"/>
                  </a:lnTo>
                  <a:lnTo>
                    <a:pt x="3" y="108"/>
                  </a:lnTo>
                  <a:lnTo>
                    <a:pt x="3" y="106"/>
                  </a:lnTo>
                  <a:lnTo>
                    <a:pt x="3" y="99"/>
                  </a:lnTo>
                  <a:lnTo>
                    <a:pt x="4" y="93"/>
                  </a:lnTo>
                  <a:lnTo>
                    <a:pt x="4" y="92"/>
                  </a:lnTo>
                  <a:lnTo>
                    <a:pt x="4" y="91"/>
                  </a:lnTo>
                  <a:lnTo>
                    <a:pt x="4" y="84"/>
                  </a:lnTo>
                  <a:lnTo>
                    <a:pt x="4" y="79"/>
                  </a:lnTo>
                  <a:lnTo>
                    <a:pt x="4" y="75"/>
                  </a:lnTo>
                  <a:lnTo>
                    <a:pt x="4" y="63"/>
                  </a:lnTo>
                  <a:lnTo>
                    <a:pt x="5" y="53"/>
                  </a:lnTo>
                  <a:lnTo>
                    <a:pt x="5" y="51"/>
                  </a:lnTo>
                  <a:lnTo>
                    <a:pt x="5" y="47"/>
                  </a:lnTo>
                  <a:lnTo>
                    <a:pt x="5" y="40"/>
                  </a:lnTo>
                  <a:lnTo>
                    <a:pt x="5" y="34"/>
                  </a:lnTo>
                  <a:lnTo>
                    <a:pt x="5" y="29"/>
                  </a:lnTo>
                  <a:lnTo>
                    <a:pt x="5" y="22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6" y="17"/>
                  </a:lnTo>
                  <a:lnTo>
                    <a:pt x="6" y="9"/>
                  </a:lnTo>
                  <a:lnTo>
                    <a:pt x="6" y="3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2"/>
                  </a:lnTo>
                  <a:lnTo>
                    <a:pt x="7" y="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5" name="Freeform 885"/>
            <p:cNvSpPr/>
            <p:nvPr/>
          </p:nvSpPr>
          <p:spPr bwMode="auto">
            <a:xfrm>
              <a:off x="5269" y="9207"/>
              <a:ext cx="18" cy="195"/>
            </a:xfrm>
            <a:custGeom>
              <a:avLst/>
              <a:gdLst>
                <a:gd name="T0" fmla="*/ 0 w 7"/>
                <a:gd name="T1" fmla="*/ 41 h 78"/>
                <a:gd name="T2" fmla="*/ 1 w 7"/>
                <a:gd name="T3" fmla="*/ 41 h 78"/>
                <a:gd name="T4" fmla="*/ 1 w 7"/>
                <a:gd name="T5" fmla="*/ 46 h 78"/>
                <a:gd name="T6" fmla="*/ 1 w 7"/>
                <a:gd name="T7" fmla="*/ 49 h 78"/>
                <a:gd name="T8" fmla="*/ 1 w 7"/>
                <a:gd name="T9" fmla="*/ 46 h 78"/>
                <a:gd name="T10" fmla="*/ 1 w 7"/>
                <a:gd name="T11" fmla="*/ 45 h 78"/>
                <a:gd name="T12" fmla="*/ 1 w 7"/>
                <a:gd name="T13" fmla="*/ 48 h 78"/>
                <a:gd name="T14" fmla="*/ 2 w 7"/>
                <a:gd name="T15" fmla="*/ 50 h 78"/>
                <a:gd name="T16" fmla="*/ 2 w 7"/>
                <a:gd name="T17" fmla="*/ 50 h 78"/>
                <a:gd name="T18" fmla="*/ 2 w 7"/>
                <a:gd name="T19" fmla="*/ 48 h 78"/>
                <a:gd name="T20" fmla="*/ 2 w 7"/>
                <a:gd name="T21" fmla="*/ 46 h 78"/>
                <a:gd name="T22" fmla="*/ 2 w 7"/>
                <a:gd name="T23" fmla="*/ 43 h 78"/>
                <a:gd name="T24" fmla="*/ 2 w 7"/>
                <a:gd name="T25" fmla="*/ 40 h 78"/>
                <a:gd name="T26" fmla="*/ 2 w 7"/>
                <a:gd name="T27" fmla="*/ 40 h 78"/>
                <a:gd name="T28" fmla="*/ 2 w 7"/>
                <a:gd name="T29" fmla="*/ 40 h 78"/>
                <a:gd name="T30" fmla="*/ 2 w 7"/>
                <a:gd name="T31" fmla="*/ 36 h 78"/>
                <a:gd name="T32" fmla="*/ 3 w 7"/>
                <a:gd name="T33" fmla="*/ 34 h 78"/>
                <a:gd name="T34" fmla="*/ 3 w 7"/>
                <a:gd name="T35" fmla="*/ 34 h 78"/>
                <a:gd name="T36" fmla="*/ 3 w 7"/>
                <a:gd name="T37" fmla="*/ 32 h 78"/>
                <a:gd name="T38" fmla="*/ 3 w 7"/>
                <a:gd name="T39" fmla="*/ 31 h 78"/>
                <a:gd name="T40" fmla="*/ 3 w 7"/>
                <a:gd name="T41" fmla="*/ 31 h 78"/>
                <a:gd name="T42" fmla="*/ 3 w 7"/>
                <a:gd name="T43" fmla="*/ 30 h 78"/>
                <a:gd name="T44" fmla="*/ 4 w 7"/>
                <a:gd name="T45" fmla="*/ 26 h 78"/>
                <a:gd name="T46" fmla="*/ 4 w 7"/>
                <a:gd name="T47" fmla="*/ 22 h 78"/>
                <a:gd name="T48" fmla="*/ 4 w 7"/>
                <a:gd name="T49" fmla="*/ 19 h 78"/>
                <a:gd name="T50" fmla="*/ 4 w 7"/>
                <a:gd name="T51" fmla="*/ 19 h 78"/>
                <a:gd name="T52" fmla="*/ 4 w 7"/>
                <a:gd name="T53" fmla="*/ 17 h 78"/>
                <a:gd name="T54" fmla="*/ 4 w 7"/>
                <a:gd name="T55" fmla="*/ 12 h 78"/>
                <a:gd name="T56" fmla="*/ 4 w 7"/>
                <a:gd name="T57" fmla="*/ 6 h 78"/>
                <a:gd name="T58" fmla="*/ 4 w 7"/>
                <a:gd name="T59" fmla="*/ 2 h 78"/>
                <a:gd name="T60" fmla="*/ 4 w 7"/>
                <a:gd name="T61" fmla="*/ 0 h 78"/>
                <a:gd name="T62" fmla="*/ 5 w 7"/>
                <a:gd name="T63" fmla="*/ 2 h 78"/>
                <a:gd name="T64" fmla="*/ 5 w 7"/>
                <a:gd name="T65" fmla="*/ 3 h 78"/>
                <a:gd name="T66" fmla="*/ 5 w 7"/>
                <a:gd name="T67" fmla="*/ 4 h 78"/>
                <a:gd name="T68" fmla="*/ 5 w 7"/>
                <a:gd name="T69" fmla="*/ 5 h 78"/>
                <a:gd name="T70" fmla="*/ 5 w 7"/>
                <a:gd name="T71" fmla="*/ 6 h 78"/>
                <a:gd name="T72" fmla="*/ 5 w 7"/>
                <a:gd name="T73" fmla="*/ 6 h 78"/>
                <a:gd name="T74" fmla="*/ 5 w 7"/>
                <a:gd name="T75" fmla="*/ 9 h 78"/>
                <a:gd name="T76" fmla="*/ 5 w 7"/>
                <a:gd name="T77" fmla="*/ 14 h 78"/>
                <a:gd name="T78" fmla="*/ 5 w 7"/>
                <a:gd name="T79" fmla="*/ 18 h 78"/>
                <a:gd name="T80" fmla="*/ 6 w 7"/>
                <a:gd name="T81" fmla="*/ 18 h 78"/>
                <a:gd name="T82" fmla="*/ 6 w 7"/>
                <a:gd name="T83" fmla="*/ 17 h 78"/>
                <a:gd name="T84" fmla="*/ 6 w 7"/>
                <a:gd name="T85" fmla="*/ 17 h 78"/>
                <a:gd name="T86" fmla="*/ 6 w 7"/>
                <a:gd name="T87" fmla="*/ 21 h 78"/>
                <a:gd name="T88" fmla="*/ 6 w 7"/>
                <a:gd name="T89" fmla="*/ 31 h 78"/>
                <a:gd name="T90" fmla="*/ 6 w 7"/>
                <a:gd name="T91" fmla="*/ 39 h 78"/>
                <a:gd name="T92" fmla="*/ 6 w 7"/>
                <a:gd name="T93" fmla="*/ 43 h 78"/>
                <a:gd name="T94" fmla="*/ 7 w 7"/>
                <a:gd name="T95" fmla="*/ 46 h 78"/>
                <a:gd name="T96" fmla="*/ 7 w 7"/>
                <a:gd name="T97" fmla="*/ 55 h 78"/>
                <a:gd name="T98" fmla="*/ 7 w 7"/>
                <a:gd name="T99" fmla="*/ 64 h 78"/>
                <a:gd name="T100" fmla="*/ 7 w 7"/>
                <a:gd name="T101" fmla="*/ 71 h 78"/>
                <a:gd name="T102" fmla="*/ 7 w 7"/>
                <a:gd name="T103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78">
                  <a:moveTo>
                    <a:pt x="0" y="41"/>
                  </a:moveTo>
                  <a:lnTo>
                    <a:pt x="1" y="41"/>
                  </a:lnTo>
                  <a:lnTo>
                    <a:pt x="1" y="46"/>
                  </a:lnTo>
                  <a:lnTo>
                    <a:pt x="1" y="49"/>
                  </a:lnTo>
                  <a:lnTo>
                    <a:pt x="1" y="46"/>
                  </a:lnTo>
                  <a:lnTo>
                    <a:pt x="1" y="45"/>
                  </a:lnTo>
                  <a:lnTo>
                    <a:pt x="1" y="48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2" y="43"/>
                  </a:lnTo>
                  <a:lnTo>
                    <a:pt x="2" y="40"/>
                  </a:lnTo>
                  <a:lnTo>
                    <a:pt x="2" y="40"/>
                  </a:lnTo>
                  <a:lnTo>
                    <a:pt x="2" y="40"/>
                  </a:lnTo>
                  <a:lnTo>
                    <a:pt x="2" y="36"/>
                  </a:lnTo>
                  <a:lnTo>
                    <a:pt x="3" y="34"/>
                  </a:lnTo>
                  <a:lnTo>
                    <a:pt x="3" y="34"/>
                  </a:lnTo>
                  <a:lnTo>
                    <a:pt x="3" y="32"/>
                  </a:lnTo>
                  <a:lnTo>
                    <a:pt x="3" y="31"/>
                  </a:lnTo>
                  <a:lnTo>
                    <a:pt x="3" y="31"/>
                  </a:lnTo>
                  <a:lnTo>
                    <a:pt x="3" y="30"/>
                  </a:lnTo>
                  <a:lnTo>
                    <a:pt x="4" y="26"/>
                  </a:lnTo>
                  <a:lnTo>
                    <a:pt x="4" y="22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7"/>
                  </a:lnTo>
                  <a:lnTo>
                    <a:pt x="4" y="12"/>
                  </a:lnTo>
                  <a:lnTo>
                    <a:pt x="4" y="6"/>
                  </a:lnTo>
                  <a:lnTo>
                    <a:pt x="4" y="2"/>
                  </a:lnTo>
                  <a:lnTo>
                    <a:pt x="4" y="0"/>
                  </a:lnTo>
                  <a:lnTo>
                    <a:pt x="5" y="2"/>
                  </a:lnTo>
                  <a:lnTo>
                    <a:pt x="5" y="3"/>
                  </a:lnTo>
                  <a:lnTo>
                    <a:pt x="5" y="4"/>
                  </a:lnTo>
                  <a:lnTo>
                    <a:pt x="5" y="5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9"/>
                  </a:lnTo>
                  <a:lnTo>
                    <a:pt x="5" y="14"/>
                  </a:lnTo>
                  <a:lnTo>
                    <a:pt x="5" y="18"/>
                  </a:lnTo>
                  <a:lnTo>
                    <a:pt x="6" y="18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6" y="21"/>
                  </a:lnTo>
                  <a:lnTo>
                    <a:pt x="6" y="31"/>
                  </a:lnTo>
                  <a:lnTo>
                    <a:pt x="6" y="39"/>
                  </a:lnTo>
                  <a:lnTo>
                    <a:pt x="6" y="43"/>
                  </a:lnTo>
                  <a:lnTo>
                    <a:pt x="7" y="46"/>
                  </a:lnTo>
                  <a:lnTo>
                    <a:pt x="7" y="55"/>
                  </a:lnTo>
                  <a:lnTo>
                    <a:pt x="7" y="64"/>
                  </a:lnTo>
                  <a:lnTo>
                    <a:pt x="7" y="71"/>
                  </a:lnTo>
                  <a:lnTo>
                    <a:pt x="7" y="7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6" name="Freeform 886"/>
            <p:cNvSpPr/>
            <p:nvPr/>
          </p:nvSpPr>
          <p:spPr bwMode="auto">
            <a:xfrm>
              <a:off x="5286" y="9347"/>
              <a:ext cx="18" cy="130"/>
            </a:xfrm>
            <a:custGeom>
              <a:avLst/>
              <a:gdLst>
                <a:gd name="T0" fmla="*/ 0 w 7"/>
                <a:gd name="T1" fmla="*/ 15 h 52"/>
                <a:gd name="T2" fmla="*/ 0 w 7"/>
                <a:gd name="T3" fmla="*/ 22 h 52"/>
                <a:gd name="T4" fmla="*/ 0 w 7"/>
                <a:gd name="T5" fmla="*/ 28 h 52"/>
                <a:gd name="T6" fmla="*/ 0 w 7"/>
                <a:gd name="T7" fmla="*/ 29 h 52"/>
                <a:gd name="T8" fmla="*/ 0 w 7"/>
                <a:gd name="T9" fmla="*/ 32 h 52"/>
                <a:gd name="T10" fmla="*/ 0 w 7"/>
                <a:gd name="T11" fmla="*/ 37 h 52"/>
                <a:gd name="T12" fmla="*/ 1 w 7"/>
                <a:gd name="T13" fmla="*/ 42 h 52"/>
                <a:gd name="T14" fmla="*/ 1 w 7"/>
                <a:gd name="T15" fmla="*/ 44 h 52"/>
                <a:gd name="T16" fmla="*/ 1 w 7"/>
                <a:gd name="T17" fmla="*/ 47 h 52"/>
                <a:gd name="T18" fmla="*/ 1 w 7"/>
                <a:gd name="T19" fmla="*/ 47 h 52"/>
                <a:gd name="T20" fmla="*/ 1 w 7"/>
                <a:gd name="T21" fmla="*/ 44 h 52"/>
                <a:gd name="T22" fmla="*/ 1 w 7"/>
                <a:gd name="T23" fmla="*/ 44 h 52"/>
                <a:gd name="T24" fmla="*/ 2 w 7"/>
                <a:gd name="T25" fmla="*/ 47 h 52"/>
                <a:gd name="T26" fmla="*/ 2 w 7"/>
                <a:gd name="T27" fmla="*/ 50 h 52"/>
                <a:gd name="T28" fmla="*/ 2 w 7"/>
                <a:gd name="T29" fmla="*/ 50 h 52"/>
                <a:gd name="T30" fmla="*/ 2 w 7"/>
                <a:gd name="T31" fmla="*/ 51 h 52"/>
                <a:gd name="T32" fmla="*/ 2 w 7"/>
                <a:gd name="T33" fmla="*/ 50 h 52"/>
                <a:gd name="T34" fmla="*/ 2 w 7"/>
                <a:gd name="T35" fmla="*/ 50 h 52"/>
                <a:gd name="T36" fmla="*/ 2 w 7"/>
                <a:gd name="T37" fmla="*/ 50 h 52"/>
                <a:gd name="T38" fmla="*/ 2 w 7"/>
                <a:gd name="T39" fmla="*/ 52 h 52"/>
                <a:gd name="T40" fmla="*/ 2 w 7"/>
                <a:gd name="T41" fmla="*/ 51 h 52"/>
                <a:gd name="T42" fmla="*/ 3 w 7"/>
                <a:gd name="T43" fmla="*/ 47 h 52"/>
                <a:gd name="T44" fmla="*/ 3 w 7"/>
                <a:gd name="T45" fmla="*/ 45 h 52"/>
                <a:gd name="T46" fmla="*/ 3 w 7"/>
                <a:gd name="T47" fmla="*/ 43 h 52"/>
                <a:gd name="T48" fmla="*/ 3 w 7"/>
                <a:gd name="T49" fmla="*/ 40 h 52"/>
                <a:gd name="T50" fmla="*/ 3 w 7"/>
                <a:gd name="T51" fmla="*/ 34 h 52"/>
                <a:gd name="T52" fmla="*/ 3 w 7"/>
                <a:gd name="T53" fmla="*/ 31 h 52"/>
                <a:gd name="T54" fmla="*/ 3 w 7"/>
                <a:gd name="T55" fmla="*/ 32 h 52"/>
                <a:gd name="T56" fmla="*/ 3 w 7"/>
                <a:gd name="T57" fmla="*/ 30 h 52"/>
                <a:gd name="T58" fmla="*/ 3 w 7"/>
                <a:gd name="T59" fmla="*/ 26 h 52"/>
                <a:gd name="T60" fmla="*/ 4 w 7"/>
                <a:gd name="T61" fmla="*/ 24 h 52"/>
                <a:gd name="T62" fmla="*/ 4 w 7"/>
                <a:gd name="T63" fmla="*/ 22 h 52"/>
                <a:gd name="T64" fmla="*/ 4 w 7"/>
                <a:gd name="T65" fmla="*/ 19 h 52"/>
                <a:gd name="T66" fmla="*/ 4 w 7"/>
                <a:gd name="T67" fmla="*/ 18 h 52"/>
                <a:gd name="T68" fmla="*/ 4 w 7"/>
                <a:gd name="T69" fmla="*/ 19 h 52"/>
                <a:gd name="T70" fmla="*/ 4 w 7"/>
                <a:gd name="T71" fmla="*/ 17 h 52"/>
                <a:gd name="T72" fmla="*/ 5 w 7"/>
                <a:gd name="T73" fmla="*/ 12 h 52"/>
                <a:gd name="T74" fmla="*/ 5 w 7"/>
                <a:gd name="T75" fmla="*/ 12 h 52"/>
                <a:gd name="T76" fmla="*/ 5 w 7"/>
                <a:gd name="T77" fmla="*/ 12 h 52"/>
                <a:gd name="T78" fmla="*/ 5 w 7"/>
                <a:gd name="T79" fmla="*/ 10 h 52"/>
                <a:gd name="T80" fmla="*/ 5 w 7"/>
                <a:gd name="T81" fmla="*/ 8 h 52"/>
                <a:gd name="T82" fmla="*/ 5 w 7"/>
                <a:gd name="T83" fmla="*/ 9 h 52"/>
                <a:gd name="T84" fmla="*/ 5 w 7"/>
                <a:gd name="T85" fmla="*/ 9 h 52"/>
                <a:gd name="T86" fmla="*/ 5 w 7"/>
                <a:gd name="T87" fmla="*/ 7 h 52"/>
                <a:gd name="T88" fmla="*/ 5 w 7"/>
                <a:gd name="T89" fmla="*/ 5 h 52"/>
                <a:gd name="T90" fmla="*/ 6 w 7"/>
                <a:gd name="T91" fmla="*/ 3 h 52"/>
                <a:gd name="T92" fmla="*/ 6 w 7"/>
                <a:gd name="T93" fmla="*/ 3 h 52"/>
                <a:gd name="T94" fmla="*/ 6 w 7"/>
                <a:gd name="T95" fmla="*/ 3 h 52"/>
                <a:gd name="T96" fmla="*/ 6 w 7"/>
                <a:gd name="T97" fmla="*/ 3 h 52"/>
                <a:gd name="T98" fmla="*/ 6 w 7"/>
                <a:gd name="T99" fmla="*/ 2 h 52"/>
                <a:gd name="T100" fmla="*/ 6 w 7"/>
                <a:gd name="T101" fmla="*/ 0 h 52"/>
                <a:gd name="T102" fmla="*/ 7 w 7"/>
                <a:gd name="T103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2">
                  <a:moveTo>
                    <a:pt x="0" y="15"/>
                  </a:moveTo>
                  <a:lnTo>
                    <a:pt x="0" y="22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2"/>
                  </a:lnTo>
                  <a:lnTo>
                    <a:pt x="0" y="37"/>
                  </a:lnTo>
                  <a:lnTo>
                    <a:pt x="1" y="42"/>
                  </a:lnTo>
                  <a:lnTo>
                    <a:pt x="1" y="44"/>
                  </a:lnTo>
                  <a:lnTo>
                    <a:pt x="1" y="47"/>
                  </a:lnTo>
                  <a:lnTo>
                    <a:pt x="1" y="47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2" y="47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2" y="51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2" y="52"/>
                  </a:lnTo>
                  <a:lnTo>
                    <a:pt x="2" y="51"/>
                  </a:lnTo>
                  <a:lnTo>
                    <a:pt x="3" y="47"/>
                  </a:lnTo>
                  <a:lnTo>
                    <a:pt x="3" y="45"/>
                  </a:lnTo>
                  <a:lnTo>
                    <a:pt x="3" y="43"/>
                  </a:lnTo>
                  <a:lnTo>
                    <a:pt x="3" y="40"/>
                  </a:lnTo>
                  <a:lnTo>
                    <a:pt x="3" y="34"/>
                  </a:lnTo>
                  <a:lnTo>
                    <a:pt x="3" y="31"/>
                  </a:lnTo>
                  <a:lnTo>
                    <a:pt x="3" y="32"/>
                  </a:lnTo>
                  <a:lnTo>
                    <a:pt x="3" y="30"/>
                  </a:lnTo>
                  <a:lnTo>
                    <a:pt x="3" y="26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4" y="19"/>
                  </a:lnTo>
                  <a:lnTo>
                    <a:pt x="4" y="18"/>
                  </a:lnTo>
                  <a:lnTo>
                    <a:pt x="4" y="19"/>
                  </a:lnTo>
                  <a:lnTo>
                    <a:pt x="4" y="17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7"/>
                  </a:lnTo>
                  <a:lnTo>
                    <a:pt x="5" y="5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2"/>
                  </a:lnTo>
                  <a:lnTo>
                    <a:pt x="6" y="0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7" name="Freeform 887"/>
            <p:cNvSpPr/>
            <p:nvPr/>
          </p:nvSpPr>
          <p:spPr bwMode="auto">
            <a:xfrm>
              <a:off x="5301" y="9347"/>
              <a:ext cx="18" cy="173"/>
            </a:xfrm>
            <a:custGeom>
              <a:avLst/>
              <a:gdLst>
                <a:gd name="T0" fmla="*/ 0 w 7"/>
                <a:gd name="T1" fmla="*/ 0 h 69"/>
                <a:gd name="T2" fmla="*/ 1 w 7"/>
                <a:gd name="T3" fmla="*/ 0 h 69"/>
                <a:gd name="T4" fmla="*/ 1 w 7"/>
                <a:gd name="T5" fmla="*/ 1 h 69"/>
                <a:gd name="T6" fmla="*/ 1 w 7"/>
                <a:gd name="T7" fmla="*/ 4 h 69"/>
                <a:gd name="T8" fmla="*/ 1 w 7"/>
                <a:gd name="T9" fmla="*/ 8 h 69"/>
                <a:gd name="T10" fmla="*/ 1 w 7"/>
                <a:gd name="T11" fmla="*/ 11 h 69"/>
                <a:gd name="T12" fmla="*/ 1 w 7"/>
                <a:gd name="T13" fmla="*/ 11 h 69"/>
                <a:gd name="T14" fmla="*/ 1 w 7"/>
                <a:gd name="T15" fmla="*/ 11 h 69"/>
                <a:gd name="T16" fmla="*/ 1 w 7"/>
                <a:gd name="T17" fmla="*/ 15 h 69"/>
                <a:gd name="T18" fmla="*/ 1 w 7"/>
                <a:gd name="T19" fmla="*/ 21 h 69"/>
                <a:gd name="T20" fmla="*/ 2 w 7"/>
                <a:gd name="T21" fmla="*/ 23 h 69"/>
                <a:gd name="T22" fmla="*/ 2 w 7"/>
                <a:gd name="T23" fmla="*/ 24 h 69"/>
                <a:gd name="T24" fmla="*/ 2 w 7"/>
                <a:gd name="T25" fmla="*/ 25 h 69"/>
                <a:gd name="T26" fmla="*/ 2 w 7"/>
                <a:gd name="T27" fmla="*/ 26 h 69"/>
                <a:gd name="T28" fmla="*/ 2 w 7"/>
                <a:gd name="T29" fmla="*/ 26 h 69"/>
                <a:gd name="T30" fmla="*/ 2 w 7"/>
                <a:gd name="T31" fmla="*/ 28 h 69"/>
                <a:gd name="T32" fmla="*/ 2 w 7"/>
                <a:gd name="T33" fmla="*/ 30 h 69"/>
                <a:gd name="T34" fmla="*/ 2 w 7"/>
                <a:gd name="T35" fmla="*/ 29 h 69"/>
                <a:gd name="T36" fmla="*/ 2 w 7"/>
                <a:gd name="T37" fmla="*/ 28 h 69"/>
                <a:gd name="T38" fmla="*/ 2 w 7"/>
                <a:gd name="T39" fmla="*/ 30 h 69"/>
                <a:gd name="T40" fmla="*/ 3 w 7"/>
                <a:gd name="T41" fmla="*/ 32 h 69"/>
                <a:gd name="T42" fmla="*/ 3 w 7"/>
                <a:gd name="T43" fmla="*/ 32 h 69"/>
                <a:gd name="T44" fmla="*/ 3 w 7"/>
                <a:gd name="T45" fmla="*/ 33 h 69"/>
                <a:gd name="T46" fmla="*/ 3 w 7"/>
                <a:gd name="T47" fmla="*/ 35 h 69"/>
                <a:gd name="T48" fmla="*/ 3 w 7"/>
                <a:gd name="T49" fmla="*/ 36 h 69"/>
                <a:gd name="T50" fmla="*/ 3 w 7"/>
                <a:gd name="T51" fmla="*/ 35 h 69"/>
                <a:gd name="T52" fmla="*/ 4 w 7"/>
                <a:gd name="T53" fmla="*/ 36 h 69"/>
                <a:gd name="T54" fmla="*/ 4 w 7"/>
                <a:gd name="T55" fmla="*/ 35 h 69"/>
                <a:gd name="T56" fmla="*/ 4 w 7"/>
                <a:gd name="T57" fmla="*/ 33 h 69"/>
                <a:gd name="T58" fmla="*/ 4 w 7"/>
                <a:gd name="T59" fmla="*/ 33 h 69"/>
                <a:gd name="T60" fmla="*/ 4 w 7"/>
                <a:gd name="T61" fmla="*/ 35 h 69"/>
                <a:gd name="T62" fmla="*/ 4 w 7"/>
                <a:gd name="T63" fmla="*/ 32 h 69"/>
                <a:gd name="T64" fmla="*/ 4 w 7"/>
                <a:gd name="T65" fmla="*/ 27 h 69"/>
                <a:gd name="T66" fmla="*/ 4 w 7"/>
                <a:gd name="T67" fmla="*/ 27 h 69"/>
                <a:gd name="T68" fmla="*/ 4 w 7"/>
                <a:gd name="T69" fmla="*/ 32 h 69"/>
                <a:gd name="T70" fmla="*/ 5 w 7"/>
                <a:gd name="T71" fmla="*/ 33 h 69"/>
                <a:gd name="T72" fmla="*/ 5 w 7"/>
                <a:gd name="T73" fmla="*/ 33 h 69"/>
                <a:gd name="T74" fmla="*/ 5 w 7"/>
                <a:gd name="T75" fmla="*/ 37 h 69"/>
                <a:gd name="T76" fmla="*/ 5 w 7"/>
                <a:gd name="T77" fmla="*/ 40 h 69"/>
                <a:gd name="T78" fmla="*/ 5 w 7"/>
                <a:gd name="T79" fmla="*/ 41 h 69"/>
                <a:gd name="T80" fmla="*/ 5 w 7"/>
                <a:gd name="T81" fmla="*/ 45 h 69"/>
                <a:gd name="T82" fmla="*/ 6 w 7"/>
                <a:gd name="T83" fmla="*/ 50 h 69"/>
                <a:gd name="T84" fmla="*/ 6 w 7"/>
                <a:gd name="T85" fmla="*/ 51 h 69"/>
                <a:gd name="T86" fmla="*/ 6 w 7"/>
                <a:gd name="T87" fmla="*/ 50 h 69"/>
                <a:gd name="T88" fmla="*/ 6 w 7"/>
                <a:gd name="T89" fmla="*/ 53 h 69"/>
                <a:gd name="T90" fmla="*/ 6 w 7"/>
                <a:gd name="T91" fmla="*/ 55 h 69"/>
                <a:gd name="T92" fmla="*/ 6 w 7"/>
                <a:gd name="T93" fmla="*/ 55 h 69"/>
                <a:gd name="T94" fmla="*/ 6 w 7"/>
                <a:gd name="T95" fmla="*/ 56 h 69"/>
                <a:gd name="T96" fmla="*/ 6 w 7"/>
                <a:gd name="T97" fmla="*/ 62 h 69"/>
                <a:gd name="T98" fmla="*/ 6 w 7"/>
                <a:gd name="T99" fmla="*/ 64 h 69"/>
                <a:gd name="T100" fmla="*/ 7 w 7"/>
                <a:gd name="T101" fmla="*/ 64 h 69"/>
                <a:gd name="T102" fmla="*/ 7 w 7"/>
                <a:gd name="T10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69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4"/>
                  </a:lnTo>
                  <a:lnTo>
                    <a:pt x="1" y="8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1" y="15"/>
                  </a:lnTo>
                  <a:lnTo>
                    <a:pt x="1" y="21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2" y="30"/>
                  </a:lnTo>
                  <a:lnTo>
                    <a:pt x="2" y="29"/>
                  </a:lnTo>
                  <a:lnTo>
                    <a:pt x="2" y="28"/>
                  </a:lnTo>
                  <a:lnTo>
                    <a:pt x="2" y="30"/>
                  </a:lnTo>
                  <a:lnTo>
                    <a:pt x="3" y="32"/>
                  </a:lnTo>
                  <a:lnTo>
                    <a:pt x="3" y="32"/>
                  </a:lnTo>
                  <a:lnTo>
                    <a:pt x="3" y="33"/>
                  </a:lnTo>
                  <a:lnTo>
                    <a:pt x="3" y="35"/>
                  </a:lnTo>
                  <a:lnTo>
                    <a:pt x="3" y="36"/>
                  </a:lnTo>
                  <a:lnTo>
                    <a:pt x="3" y="35"/>
                  </a:lnTo>
                  <a:lnTo>
                    <a:pt x="4" y="36"/>
                  </a:lnTo>
                  <a:lnTo>
                    <a:pt x="4" y="35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4" y="35"/>
                  </a:lnTo>
                  <a:lnTo>
                    <a:pt x="4" y="32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4" y="32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7"/>
                  </a:lnTo>
                  <a:lnTo>
                    <a:pt x="5" y="40"/>
                  </a:lnTo>
                  <a:lnTo>
                    <a:pt x="5" y="41"/>
                  </a:lnTo>
                  <a:lnTo>
                    <a:pt x="5" y="45"/>
                  </a:lnTo>
                  <a:lnTo>
                    <a:pt x="6" y="50"/>
                  </a:lnTo>
                  <a:lnTo>
                    <a:pt x="6" y="51"/>
                  </a:lnTo>
                  <a:lnTo>
                    <a:pt x="6" y="50"/>
                  </a:lnTo>
                  <a:lnTo>
                    <a:pt x="6" y="53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6" y="56"/>
                  </a:lnTo>
                  <a:lnTo>
                    <a:pt x="6" y="62"/>
                  </a:lnTo>
                  <a:lnTo>
                    <a:pt x="6" y="64"/>
                  </a:lnTo>
                  <a:lnTo>
                    <a:pt x="7" y="64"/>
                  </a:lnTo>
                  <a:lnTo>
                    <a:pt x="7" y="6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8" name="Freeform 888"/>
            <p:cNvSpPr/>
            <p:nvPr/>
          </p:nvSpPr>
          <p:spPr bwMode="auto">
            <a:xfrm>
              <a:off x="5319" y="9432"/>
              <a:ext cx="15" cy="310"/>
            </a:xfrm>
            <a:custGeom>
              <a:avLst/>
              <a:gdLst>
                <a:gd name="T0" fmla="*/ 0 w 6"/>
                <a:gd name="T1" fmla="*/ 30 h 124"/>
                <a:gd name="T2" fmla="*/ 0 w 6"/>
                <a:gd name="T3" fmla="*/ 35 h 124"/>
                <a:gd name="T4" fmla="*/ 0 w 6"/>
                <a:gd name="T5" fmla="*/ 46 h 124"/>
                <a:gd name="T6" fmla="*/ 0 w 6"/>
                <a:gd name="T7" fmla="*/ 50 h 124"/>
                <a:gd name="T8" fmla="*/ 0 w 6"/>
                <a:gd name="T9" fmla="*/ 52 h 124"/>
                <a:gd name="T10" fmla="*/ 0 w 6"/>
                <a:gd name="T11" fmla="*/ 60 h 124"/>
                <a:gd name="T12" fmla="*/ 0 w 6"/>
                <a:gd name="T13" fmla="*/ 70 h 124"/>
                <a:gd name="T14" fmla="*/ 0 w 6"/>
                <a:gd name="T15" fmla="*/ 74 h 124"/>
                <a:gd name="T16" fmla="*/ 0 w 6"/>
                <a:gd name="T17" fmla="*/ 76 h 124"/>
                <a:gd name="T18" fmla="*/ 1 w 6"/>
                <a:gd name="T19" fmla="*/ 80 h 124"/>
                <a:gd name="T20" fmla="*/ 1 w 6"/>
                <a:gd name="T21" fmla="*/ 84 h 124"/>
                <a:gd name="T22" fmla="*/ 1 w 6"/>
                <a:gd name="T23" fmla="*/ 87 h 124"/>
                <a:gd name="T24" fmla="*/ 1 w 6"/>
                <a:gd name="T25" fmla="*/ 89 h 124"/>
                <a:gd name="T26" fmla="*/ 1 w 6"/>
                <a:gd name="T27" fmla="*/ 90 h 124"/>
                <a:gd name="T28" fmla="*/ 1 w 6"/>
                <a:gd name="T29" fmla="*/ 90 h 124"/>
                <a:gd name="T30" fmla="*/ 2 w 6"/>
                <a:gd name="T31" fmla="*/ 92 h 124"/>
                <a:gd name="T32" fmla="*/ 2 w 6"/>
                <a:gd name="T33" fmla="*/ 96 h 124"/>
                <a:gd name="T34" fmla="*/ 2 w 6"/>
                <a:gd name="T35" fmla="*/ 99 h 124"/>
                <a:gd name="T36" fmla="*/ 2 w 6"/>
                <a:gd name="T37" fmla="*/ 102 h 124"/>
                <a:gd name="T38" fmla="*/ 2 w 6"/>
                <a:gd name="T39" fmla="*/ 110 h 124"/>
                <a:gd name="T40" fmla="*/ 2 w 6"/>
                <a:gd name="T41" fmla="*/ 118 h 124"/>
                <a:gd name="T42" fmla="*/ 2 w 6"/>
                <a:gd name="T43" fmla="*/ 120 h 124"/>
                <a:gd name="T44" fmla="*/ 2 w 6"/>
                <a:gd name="T45" fmla="*/ 120 h 124"/>
                <a:gd name="T46" fmla="*/ 2 w 6"/>
                <a:gd name="T47" fmla="*/ 121 h 124"/>
                <a:gd name="T48" fmla="*/ 3 w 6"/>
                <a:gd name="T49" fmla="*/ 122 h 124"/>
                <a:gd name="T50" fmla="*/ 3 w 6"/>
                <a:gd name="T51" fmla="*/ 124 h 124"/>
                <a:gd name="T52" fmla="*/ 3 w 6"/>
                <a:gd name="T53" fmla="*/ 124 h 124"/>
                <a:gd name="T54" fmla="*/ 3 w 6"/>
                <a:gd name="T55" fmla="*/ 117 h 124"/>
                <a:gd name="T56" fmla="*/ 3 w 6"/>
                <a:gd name="T57" fmla="*/ 111 h 124"/>
                <a:gd name="T58" fmla="*/ 3 w 6"/>
                <a:gd name="T59" fmla="*/ 113 h 124"/>
                <a:gd name="T60" fmla="*/ 3 w 6"/>
                <a:gd name="T61" fmla="*/ 115 h 124"/>
                <a:gd name="T62" fmla="*/ 4 w 6"/>
                <a:gd name="T63" fmla="*/ 109 h 124"/>
                <a:gd name="T64" fmla="*/ 4 w 6"/>
                <a:gd name="T65" fmla="*/ 104 h 124"/>
                <a:gd name="T66" fmla="*/ 4 w 6"/>
                <a:gd name="T67" fmla="*/ 106 h 124"/>
                <a:gd name="T68" fmla="*/ 4 w 6"/>
                <a:gd name="T69" fmla="*/ 107 h 124"/>
                <a:gd name="T70" fmla="*/ 4 w 6"/>
                <a:gd name="T71" fmla="*/ 102 h 124"/>
                <a:gd name="T72" fmla="*/ 4 w 6"/>
                <a:gd name="T73" fmla="*/ 95 h 124"/>
                <a:gd name="T74" fmla="*/ 4 w 6"/>
                <a:gd name="T75" fmla="*/ 89 h 124"/>
                <a:gd name="T76" fmla="*/ 4 w 6"/>
                <a:gd name="T77" fmla="*/ 82 h 124"/>
                <a:gd name="T78" fmla="*/ 4 w 6"/>
                <a:gd name="T79" fmla="*/ 77 h 124"/>
                <a:gd name="T80" fmla="*/ 5 w 6"/>
                <a:gd name="T81" fmla="*/ 72 h 124"/>
                <a:gd name="T82" fmla="*/ 5 w 6"/>
                <a:gd name="T83" fmla="*/ 67 h 124"/>
                <a:gd name="T84" fmla="*/ 5 w 6"/>
                <a:gd name="T85" fmla="*/ 58 h 124"/>
                <a:gd name="T86" fmla="*/ 5 w 6"/>
                <a:gd name="T87" fmla="*/ 52 h 124"/>
                <a:gd name="T88" fmla="*/ 5 w 6"/>
                <a:gd name="T89" fmla="*/ 49 h 124"/>
                <a:gd name="T90" fmla="*/ 5 w 6"/>
                <a:gd name="T91" fmla="*/ 45 h 124"/>
                <a:gd name="T92" fmla="*/ 5 w 6"/>
                <a:gd name="T93" fmla="*/ 36 h 124"/>
                <a:gd name="T94" fmla="*/ 5 w 6"/>
                <a:gd name="T95" fmla="*/ 25 h 124"/>
                <a:gd name="T96" fmla="*/ 5 w 6"/>
                <a:gd name="T97" fmla="*/ 18 h 124"/>
                <a:gd name="T98" fmla="*/ 6 w 6"/>
                <a:gd name="T99" fmla="*/ 11 h 124"/>
                <a:gd name="T100" fmla="*/ 6 w 6"/>
                <a:gd name="T101" fmla="*/ 4 h 124"/>
                <a:gd name="T102" fmla="*/ 6 w 6"/>
                <a:gd name="T103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24">
                  <a:moveTo>
                    <a:pt x="0" y="30"/>
                  </a:moveTo>
                  <a:lnTo>
                    <a:pt x="0" y="35"/>
                  </a:lnTo>
                  <a:lnTo>
                    <a:pt x="0" y="46"/>
                  </a:lnTo>
                  <a:lnTo>
                    <a:pt x="0" y="50"/>
                  </a:lnTo>
                  <a:lnTo>
                    <a:pt x="0" y="52"/>
                  </a:lnTo>
                  <a:lnTo>
                    <a:pt x="0" y="60"/>
                  </a:lnTo>
                  <a:lnTo>
                    <a:pt x="0" y="70"/>
                  </a:lnTo>
                  <a:lnTo>
                    <a:pt x="0" y="74"/>
                  </a:lnTo>
                  <a:lnTo>
                    <a:pt x="0" y="76"/>
                  </a:lnTo>
                  <a:lnTo>
                    <a:pt x="1" y="80"/>
                  </a:lnTo>
                  <a:lnTo>
                    <a:pt x="1" y="84"/>
                  </a:lnTo>
                  <a:lnTo>
                    <a:pt x="1" y="87"/>
                  </a:lnTo>
                  <a:lnTo>
                    <a:pt x="1" y="89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2" y="92"/>
                  </a:lnTo>
                  <a:lnTo>
                    <a:pt x="2" y="96"/>
                  </a:lnTo>
                  <a:lnTo>
                    <a:pt x="2" y="99"/>
                  </a:lnTo>
                  <a:lnTo>
                    <a:pt x="2" y="102"/>
                  </a:lnTo>
                  <a:lnTo>
                    <a:pt x="2" y="110"/>
                  </a:lnTo>
                  <a:lnTo>
                    <a:pt x="2" y="118"/>
                  </a:lnTo>
                  <a:lnTo>
                    <a:pt x="2" y="120"/>
                  </a:lnTo>
                  <a:lnTo>
                    <a:pt x="2" y="120"/>
                  </a:lnTo>
                  <a:lnTo>
                    <a:pt x="2" y="121"/>
                  </a:lnTo>
                  <a:lnTo>
                    <a:pt x="3" y="122"/>
                  </a:lnTo>
                  <a:lnTo>
                    <a:pt x="3" y="124"/>
                  </a:lnTo>
                  <a:lnTo>
                    <a:pt x="3" y="124"/>
                  </a:lnTo>
                  <a:lnTo>
                    <a:pt x="3" y="117"/>
                  </a:lnTo>
                  <a:lnTo>
                    <a:pt x="3" y="111"/>
                  </a:lnTo>
                  <a:lnTo>
                    <a:pt x="3" y="113"/>
                  </a:lnTo>
                  <a:lnTo>
                    <a:pt x="3" y="115"/>
                  </a:lnTo>
                  <a:lnTo>
                    <a:pt x="4" y="109"/>
                  </a:lnTo>
                  <a:lnTo>
                    <a:pt x="4" y="104"/>
                  </a:lnTo>
                  <a:lnTo>
                    <a:pt x="4" y="106"/>
                  </a:lnTo>
                  <a:lnTo>
                    <a:pt x="4" y="107"/>
                  </a:lnTo>
                  <a:lnTo>
                    <a:pt x="4" y="102"/>
                  </a:lnTo>
                  <a:lnTo>
                    <a:pt x="4" y="95"/>
                  </a:lnTo>
                  <a:lnTo>
                    <a:pt x="4" y="89"/>
                  </a:lnTo>
                  <a:lnTo>
                    <a:pt x="4" y="82"/>
                  </a:lnTo>
                  <a:lnTo>
                    <a:pt x="4" y="77"/>
                  </a:lnTo>
                  <a:lnTo>
                    <a:pt x="5" y="72"/>
                  </a:lnTo>
                  <a:lnTo>
                    <a:pt x="5" y="67"/>
                  </a:lnTo>
                  <a:lnTo>
                    <a:pt x="5" y="58"/>
                  </a:lnTo>
                  <a:lnTo>
                    <a:pt x="5" y="52"/>
                  </a:lnTo>
                  <a:lnTo>
                    <a:pt x="5" y="49"/>
                  </a:lnTo>
                  <a:lnTo>
                    <a:pt x="5" y="45"/>
                  </a:lnTo>
                  <a:lnTo>
                    <a:pt x="5" y="36"/>
                  </a:lnTo>
                  <a:lnTo>
                    <a:pt x="5" y="25"/>
                  </a:lnTo>
                  <a:lnTo>
                    <a:pt x="5" y="18"/>
                  </a:lnTo>
                  <a:lnTo>
                    <a:pt x="6" y="11"/>
                  </a:lnTo>
                  <a:lnTo>
                    <a:pt x="6" y="4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9" name="Freeform 889"/>
            <p:cNvSpPr/>
            <p:nvPr/>
          </p:nvSpPr>
          <p:spPr bwMode="auto">
            <a:xfrm>
              <a:off x="5334" y="9207"/>
              <a:ext cx="15" cy="235"/>
            </a:xfrm>
            <a:custGeom>
              <a:avLst/>
              <a:gdLst>
                <a:gd name="T0" fmla="*/ 0 w 6"/>
                <a:gd name="T1" fmla="*/ 94 h 94"/>
                <a:gd name="T2" fmla="*/ 0 w 6"/>
                <a:gd name="T3" fmla="*/ 90 h 94"/>
                <a:gd name="T4" fmla="*/ 0 w 6"/>
                <a:gd name="T5" fmla="*/ 85 h 94"/>
                <a:gd name="T6" fmla="*/ 0 w 6"/>
                <a:gd name="T7" fmla="*/ 77 h 94"/>
                <a:gd name="T8" fmla="*/ 0 w 6"/>
                <a:gd name="T9" fmla="*/ 72 h 94"/>
                <a:gd name="T10" fmla="*/ 1 w 6"/>
                <a:gd name="T11" fmla="*/ 73 h 94"/>
                <a:gd name="T12" fmla="*/ 1 w 6"/>
                <a:gd name="T13" fmla="*/ 70 h 94"/>
                <a:gd name="T14" fmla="*/ 1 w 6"/>
                <a:gd name="T15" fmla="*/ 65 h 94"/>
                <a:gd name="T16" fmla="*/ 1 w 6"/>
                <a:gd name="T17" fmla="*/ 65 h 94"/>
                <a:gd name="T18" fmla="*/ 1 w 6"/>
                <a:gd name="T19" fmla="*/ 66 h 94"/>
                <a:gd name="T20" fmla="*/ 1 w 6"/>
                <a:gd name="T21" fmla="*/ 63 h 94"/>
                <a:gd name="T22" fmla="*/ 1 w 6"/>
                <a:gd name="T23" fmla="*/ 62 h 94"/>
                <a:gd name="T24" fmla="*/ 1 w 6"/>
                <a:gd name="T25" fmla="*/ 63 h 94"/>
                <a:gd name="T26" fmla="*/ 1 w 6"/>
                <a:gd name="T27" fmla="*/ 63 h 94"/>
                <a:gd name="T28" fmla="*/ 2 w 6"/>
                <a:gd name="T29" fmla="*/ 61 h 94"/>
                <a:gd name="T30" fmla="*/ 2 w 6"/>
                <a:gd name="T31" fmla="*/ 63 h 94"/>
                <a:gd name="T32" fmla="*/ 2 w 6"/>
                <a:gd name="T33" fmla="*/ 65 h 94"/>
                <a:gd name="T34" fmla="*/ 2 w 6"/>
                <a:gd name="T35" fmla="*/ 63 h 94"/>
                <a:gd name="T36" fmla="*/ 2 w 6"/>
                <a:gd name="T37" fmla="*/ 59 h 94"/>
                <a:gd name="T38" fmla="*/ 2 w 6"/>
                <a:gd name="T39" fmla="*/ 61 h 94"/>
                <a:gd name="T40" fmla="*/ 3 w 6"/>
                <a:gd name="T41" fmla="*/ 61 h 94"/>
                <a:gd name="T42" fmla="*/ 3 w 6"/>
                <a:gd name="T43" fmla="*/ 56 h 94"/>
                <a:gd name="T44" fmla="*/ 3 w 6"/>
                <a:gd name="T45" fmla="*/ 54 h 94"/>
                <a:gd name="T46" fmla="*/ 3 w 6"/>
                <a:gd name="T47" fmla="*/ 58 h 94"/>
                <a:gd name="T48" fmla="*/ 3 w 6"/>
                <a:gd name="T49" fmla="*/ 59 h 94"/>
                <a:gd name="T50" fmla="*/ 3 w 6"/>
                <a:gd name="T51" fmla="*/ 54 h 94"/>
                <a:gd name="T52" fmla="*/ 3 w 6"/>
                <a:gd name="T53" fmla="*/ 52 h 94"/>
                <a:gd name="T54" fmla="*/ 3 w 6"/>
                <a:gd name="T55" fmla="*/ 52 h 94"/>
                <a:gd name="T56" fmla="*/ 3 w 6"/>
                <a:gd name="T57" fmla="*/ 51 h 94"/>
                <a:gd name="T58" fmla="*/ 4 w 6"/>
                <a:gd name="T59" fmla="*/ 48 h 94"/>
                <a:gd name="T60" fmla="*/ 4 w 6"/>
                <a:gd name="T61" fmla="*/ 46 h 94"/>
                <a:gd name="T62" fmla="*/ 4 w 6"/>
                <a:gd name="T63" fmla="*/ 45 h 94"/>
                <a:gd name="T64" fmla="*/ 4 w 6"/>
                <a:gd name="T65" fmla="*/ 40 h 94"/>
                <a:gd name="T66" fmla="*/ 4 w 6"/>
                <a:gd name="T67" fmla="*/ 35 h 94"/>
                <a:gd name="T68" fmla="*/ 4 w 6"/>
                <a:gd name="T69" fmla="*/ 34 h 94"/>
                <a:gd name="T70" fmla="*/ 5 w 6"/>
                <a:gd name="T71" fmla="*/ 32 h 94"/>
                <a:gd name="T72" fmla="*/ 5 w 6"/>
                <a:gd name="T73" fmla="*/ 24 h 94"/>
                <a:gd name="T74" fmla="*/ 5 w 6"/>
                <a:gd name="T75" fmla="*/ 18 h 94"/>
                <a:gd name="T76" fmla="*/ 5 w 6"/>
                <a:gd name="T77" fmla="*/ 18 h 94"/>
                <a:gd name="T78" fmla="*/ 5 w 6"/>
                <a:gd name="T79" fmla="*/ 17 h 94"/>
                <a:gd name="T80" fmla="*/ 5 w 6"/>
                <a:gd name="T81" fmla="*/ 13 h 94"/>
                <a:gd name="T82" fmla="*/ 5 w 6"/>
                <a:gd name="T83" fmla="*/ 12 h 94"/>
                <a:gd name="T84" fmla="*/ 5 w 6"/>
                <a:gd name="T85" fmla="*/ 13 h 94"/>
                <a:gd name="T86" fmla="*/ 5 w 6"/>
                <a:gd name="T87" fmla="*/ 11 h 94"/>
                <a:gd name="T88" fmla="*/ 5 w 6"/>
                <a:gd name="T89" fmla="*/ 9 h 94"/>
                <a:gd name="T90" fmla="*/ 6 w 6"/>
                <a:gd name="T91" fmla="*/ 7 h 94"/>
                <a:gd name="T92" fmla="*/ 6 w 6"/>
                <a:gd name="T93" fmla="*/ 6 h 94"/>
                <a:gd name="T94" fmla="*/ 6 w 6"/>
                <a:gd name="T95" fmla="*/ 6 h 94"/>
                <a:gd name="T96" fmla="*/ 6 w 6"/>
                <a:gd name="T97" fmla="*/ 4 h 94"/>
                <a:gd name="T98" fmla="*/ 6 w 6"/>
                <a:gd name="T99" fmla="*/ 2 h 94"/>
                <a:gd name="T100" fmla="*/ 6 w 6"/>
                <a:gd name="T101" fmla="*/ 0 h 94"/>
                <a:gd name="T102" fmla="*/ 6 w 6"/>
                <a:gd name="T103" fmla="*/ 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94">
                  <a:moveTo>
                    <a:pt x="0" y="94"/>
                  </a:moveTo>
                  <a:lnTo>
                    <a:pt x="0" y="90"/>
                  </a:lnTo>
                  <a:lnTo>
                    <a:pt x="0" y="85"/>
                  </a:lnTo>
                  <a:lnTo>
                    <a:pt x="0" y="77"/>
                  </a:lnTo>
                  <a:lnTo>
                    <a:pt x="0" y="72"/>
                  </a:lnTo>
                  <a:lnTo>
                    <a:pt x="1" y="73"/>
                  </a:lnTo>
                  <a:lnTo>
                    <a:pt x="1" y="70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6"/>
                  </a:lnTo>
                  <a:lnTo>
                    <a:pt x="1" y="63"/>
                  </a:lnTo>
                  <a:lnTo>
                    <a:pt x="1" y="62"/>
                  </a:lnTo>
                  <a:lnTo>
                    <a:pt x="1" y="63"/>
                  </a:lnTo>
                  <a:lnTo>
                    <a:pt x="1" y="63"/>
                  </a:lnTo>
                  <a:lnTo>
                    <a:pt x="2" y="61"/>
                  </a:lnTo>
                  <a:lnTo>
                    <a:pt x="2" y="63"/>
                  </a:lnTo>
                  <a:lnTo>
                    <a:pt x="2" y="65"/>
                  </a:lnTo>
                  <a:lnTo>
                    <a:pt x="2" y="63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3" y="61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3" y="58"/>
                  </a:lnTo>
                  <a:lnTo>
                    <a:pt x="3" y="59"/>
                  </a:lnTo>
                  <a:lnTo>
                    <a:pt x="3" y="54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5"/>
                  </a:lnTo>
                  <a:lnTo>
                    <a:pt x="4" y="40"/>
                  </a:lnTo>
                  <a:lnTo>
                    <a:pt x="4" y="35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5" y="24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7"/>
                  </a:lnTo>
                  <a:lnTo>
                    <a:pt x="5" y="13"/>
                  </a:lnTo>
                  <a:lnTo>
                    <a:pt x="5" y="12"/>
                  </a:lnTo>
                  <a:lnTo>
                    <a:pt x="5" y="13"/>
                  </a:lnTo>
                  <a:lnTo>
                    <a:pt x="5" y="11"/>
                  </a:lnTo>
                  <a:lnTo>
                    <a:pt x="5" y="9"/>
                  </a:lnTo>
                  <a:lnTo>
                    <a:pt x="6" y="7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4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0" name="Freeform 890"/>
            <p:cNvSpPr/>
            <p:nvPr/>
          </p:nvSpPr>
          <p:spPr bwMode="auto">
            <a:xfrm>
              <a:off x="5349" y="9207"/>
              <a:ext cx="18" cy="218"/>
            </a:xfrm>
            <a:custGeom>
              <a:avLst/>
              <a:gdLst>
                <a:gd name="T0" fmla="*/ 0 w 7"/>
                <a:gd name="T1" fmla="*/ 0 h 87"/>
                <a:gd name="T2" fmla="*/ 0 w 7"/>
                <a:gd name="T3" fmla="*/ 1 h 87"/>
                <a:gd name="T4" fmla="*/ 0 w 7"/>
                <a:gd name="T5" fmla="*/ 1 h 87"/>
                <a:gd name="T6" fmla="*/ 0 w 7"/>
                <a:gd name="T7" fmla="*/ 3 h 87"/>
                <a:gd name="T8" fmla="*/ 1 w 7"/>
                <a:gd name="T9" fmla="*/ 6 h 87"/>
                <a:gd name="T10" fmla="*/ 1 w 7"/>
                <a:gd name="T11" fmla="*/ 10 h 87"/>
                <a:gd name="T12" fmla="*/ 1 w 7"/>
                <a:gd name="T13" fmla="*/ 16 h 87"/>
                <a:gd name="T14" fmla="*/ 1 w 7"/>
                <a:gd name="T15" fmla="*/ 22 h 87"/>
                <a:gd name="T16" fmla="*/ 1 w 7"/>
                <a:gd name="T17" fmla="*/ 28 h 87"/>
                <a:gd name="T18" fmla="*/ 1 w 7"/>
                <a:gd name="T19" fmla="*/ 35 h 87"/>
                <a:gd name="T20" fmla="*/ 2 w 7"/>
                <a:gd name="T21" fmla="*/ 42 h 87"/>
                <a:gd name="T22" fmla="*/ 2 w 7"/>
                <a:gd name="T23" fmla="*/ 48 h 87"/>
                <a:gd name="T24" fmla="*/ 2 w 7"/>
                <a:gd name="T25" fmla="*/ 54 h 87"/>
                <a:gd name="T26" fmla="*/ 2 w 7"/>
                <a:gd name="T27" fmla="*/ 56 h 87"/>
                <a:gd name="T28" fmla="*/ 2 w 7"/>
                <a:gd name="T29" fmla="*/ 58 h 87"/>
                <a:gd name="T30" fmla="*/ 2 w 7"/>
                <a:gd name="T31" fmla="*/ 62 h 87"/>
                <a:gd name="T32" fmla="*/ 2 w 7"/>
                <a:gd name="T33" fmla="*/ 66 h 87"/>
                <a:gd name="T34" fmla="*/ 2 w 7"/>
                <a:gd name="T35" fmla="*/ 65 h 87"/>
                <a:gd name="T36" fmla="*/ 2 w 7"/>
                <a:gd name="T37" fmla="*/ 64 h 87"/>
                <a:gd name="T38" fmla="*/ 3 w 7"/>
                <a:gd name="T39" fmla="*/ 66 h 87"/>
                <a:gd name="T40" fmla="*/ 3 w 7"/>
                <a:gd name="T41" fmla="*/ 70 h 87"/>
                <a:gd name="T42" fmla="*/ 3 w 7"/>
                <a:gd name="T43" fmla="*/ 72 h 87"/>
                <a:gd name="T44" fmla="*/ 3 w 7"/>
                <a:gd name="T45" fmla="*/ 75 h 87"/>
                <a:gd name="T46" fmla="*/ 3 w 7"/>
                <a:gd name="T47" fmla="*/ 78 h 87"/>
                <a:gd name="T48" fmla="*/ 3 w 7"/>
                <a:gd name="T49" fmla="*/ 80 h 87"/>
                <a:gd name="T50" fmla="*/ 4 w 7"/>
                <a:gd name="T51" fmla="*/ 83 h 87"/>
                <a:gd name="T52" fmla="*/ 4 w 7"/>
                <a:gd name="T53" fmla="*/ 85 h 87"/>
                <a:gd name="T54" fmla="*/ 4 w 7"/>
                <a:gd name="T55" fmla="*/ 85 h 87"/>
                <a:gd name="T56" fmla="*/ 4 w 7"/>
                <a:gd name="T57" fmla="*/ 86 h 87"/>
                <a:gd name="T58" fmla="*/ 4 w 7"/>
                <a:gd name="T59" fmla="*/ 87 h 87"/>
                <a:gd name="T60" fmla="*/ 4 w 7"/>
                <a:gd name="T61" fmla="*/ 86 h 87"/>
                <a:gd name="T62" fmla="*/ 4 w 7"/>
                <a:gd name="T63" fmla="*/ 84 h 87"/>
                <a:gd name="T64" fmla="*/ 4 w 7"/>
                <a:gd name="T65" fmla="*/ 83 h 87"/>
                <a:gd name="T66" fmla="*/ 4 w 7"/>
                <a:gd name="T67" fmla="*/ 83 h 87"/>
                <a:gd name="T68" fmla="*/ 5 w 7"/>
                <a:gd name="T69" fmla="*/ 83 h 87"/>
                <a:gd name="T70" fmla="*/ 5 w 7"/>
                <a:gd name="T71" fmla="*/ 82 h 87"/>
                <a:gd name="T72" fmla="*/ 5 w 7"/>
                <a:gd name="T73" fmla="*/ 81 h 87"/>
                <a:gd name="T74" fmla="*/ 5 w 7"/>
                <a:gd name="T75" fmla="*/ 82 h 87"/>
                <a:gd name="T76" fmla="*/ 5 w 7"/>
                <a:gd name="T77" fmla="*/ 83 h 87"/>
                <a:gd name="T78" fmla="*/ 5 w 7"/>
                <a:gd name="T79" fmla="*/ 82 h 87"/>
                <a:gd name="T80" fmla="*/ 5 w 7"/>
                <a:gd name="T81" fmla="*/ 81 h 87"/>
                <a:gd name="T82" fmla="*/ 5 w 7"/>
                <a:gd name="T83" fmla="*/ 81 h 87"/>
                <a:gd name="T84" fmla="*/ 5 w 7"/>
                <a:gd name="T85" fmla="*/ 79 h 87"/>
                <a:gd name="T86" fmla="*/ 6 w 7"/>
                <a:gd name="T87" fmla="*/ 77 h 87"/>
                <a:gd name="T88" fmla="*/ 6 w 7"/>
                <a:gd name="T89" fmla="*/ 76 h 87"/>
                <a:gd name="T90" fmla="*/ 6 w 7"/>
                <a:gd name="T91" fmla="*/ 73 h 87"/>
                <a:gd name="T92" fmla="*/ 6 w 7"/>
                <a:gd name="T93" fmla="*/ 69 h 87"/>
                <a:gd name="T94" fmla="*/ 6 w 7"/>
                <a:gd name="T95" fmla="*/ 68 h 87"/>
                <a:gd name="T96" fmla="*/ 6 w 7"/>
                <a:gd name="T97" fmla="*/ 68 h 87"/>
                <a:gd name="T98" fmla="*/ 7 w 7"/>
                <a:gd name="T99" fmla="*/ 66 h 87"/>
                <a:gd name="T100" fmla="*/ 7 w 7"/>
                <a:gd name="T101" fmla="*/ 63 h 87"/>
                <a:gd name="T102" fmla="*/ 7 w 7"/>
                <a:gd name="T103" fmla="*/ 61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87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3"/>
                  </a:lnTo>
                  <a:lnTo>
                    <a:pt x="1" y="6"/>
                  </a:lnTo>
                  <a:lnTo>
                    <a:pt x="1" y="10"/>
                  </a:lnTo>
                  <a:lnTo>
                    <a:pt x="1" y="16"/>
                  </a:lnTo>
                  <a:lnTo>
                    <a:pt x="1" y="22"/>
                  </a:lnTo>
                  <a:lnTo>
                    <a:pt x="1" y="28"/>
                  </a:lnTo>
                  <a:lnTo>
                    <a:pt x="1" y="35"/>
                  </a:lnTo>
                  <a:lnTo>
                    <a:pt x="2" y="42"/>
                  </a:lnTo>
                  <a:lnTo>
                    <a:pt x="2" y="48"/>
                  </a:lnTo>
                  <a:lnTo>
                    <a:pt x="2" y="54"/>
                  </a:lnTo>
                  <a:lnTo>
                    <a:pt x="2" y="56"/>
                  </a:lnTo>
                  <a:lnTo>
                    <a:pt x="2" y="58"/>
                  </a:lnTo>
                  <a:lnTo>
                    <a:pt x="2" y="62"/>
                  </a:lnTo>
                  <a:lnTo>
                    <a:pt x="2" y="66"/>
                  </a:lnTo>
                  <a:lnTo>
                    <a:pt x="2" y="65"/>
                  </a:lnTo>
                  <a:lnTo>
                    <a:pt x="2" y="64"/>
                  </a:lnTo>
                  <a:lnTo>
                    <a:pt x="3" y="66"/>
                  </a:lnTo>
                  <a:lnTo>
                    <a:pt x="3" y="70"/>
                  </a:lnTo>
                  <a:lnTo>
                    <a:pt x="3" y="72"/>
                  </a:lnTo>
                  <a:lnTo>
                    <a:pt x="3" y="75"/>
                  </a:lnTo>
                  <a:lnTo>
                    <a:pt x="3" y="78"/>
                  </a:lnTo>
                  <a:lnTo>
                    <a:pt x="3" y="80"/>
                  </a:lnTo>
                  <a:lnTo>
                    <a:pt x="4" y="83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6"/>
                  </a:lnTo>
                  <a:lnTo>
                    <a:pt x="4" y="87"/>
                  </a:lnTo>
                  <a:lnTo>
                    <a:pt x="4" y="86"/>
                  </a:lnTo>
                  <a:lnTo>
                    <a:pt x="4" y="84"/>
                  </a:lnTo>
                  <a:lnTo>
                    <a:pt x="4" y="83"/>
                  </a:lnTo>
                  <a:lnTo>
                    <a:pt x="4" y="83"/>
                  </a:lnTo>
                  <a:lnTo>
                    <a:pt x="5" y="83"/>
                  </a:lnTo>
                  <a:lnTo>
                    <a:pt x="5" y="82"/>
                  </a:lnTo>
                  <a:lnTo>
                    <a:pt x="5" y="81"/>
                  </a:lnTo>
                  <a:lnTo>
                    <a:pt x="5" y="82"/>
                  </a:lnTo>
                  <a:lnTo>
                    <a:pt x="5" y="83"/>
                  </a:lnTo>
                  <a:lnTo>
                    <a:pt x="5" y="82"/>
                  </a:lnTo>
                  <a:lnTo>
                    <a:pt x="5" y="81"/>
                  </a:lnTo>
                  <a:lnTo>
                    <a:pt x="5" y="81"/>
                  </a:lnTo>
                  <a:lnTo>
                    <a:pt x="5" y="79"/>
                  </a:lnTo>
                  <a:lnTo>
                    <a:pt x="6" y="77"/>
                  </a:lnTo>
                  <a:lnTo>
                    <a:pt x="6" y="76"/>
                  </a:lnTo>
                  <a:lnTo>
                    <a:pt x="6" y="73"/>
                  </a:lnTo>
                  <a:lnTo>
                    <a:pt x="6" y="69"/>
                  </a:lnTo>
                  <a:lnTo>
                    <a:pt x="6" y="68"/>
                  </a:lnTo>
                  <a:lnTo>
                    <a:pt x="6" y="68"/>
                  </a:lnTo>
                  <a:lnTo>
                    <a:pt x="7" y="66"/>
                  </a:lnTo>
                  <a:lnTo>
                    <a:pt x="7" y="63"/>
                  </a:lnTo>
                  <a:lnTo>
                    <a:pt x="7" y="6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1" name="Freeform 891"/>
            <p:cNvSpPr/>
            <p:nvPr/>
          </p:nvSpPr>
          <p:spPr bwMode="auto">
            <a:xfrm>
              <a:off x="5366" y="9340"/>
              <a:ext cx="15" cy="113"/>
            </a:xfrm>
            <a:custGeom>
              <a:avLst/>
              <a:gdLst>
                <a:gd name="T0" fmla="*/ 0 w 6"/>
                <a:gd name="T1" fmla="*/ 10 h 45"/>
                <a:gd name="T2" fmla="*/ 0 w 6"/>
                <a:gd name="T3" fmla="*/ 8 h 45"/>
                <a:gd name="T4" fmla="*/ 0 w 6"/>
                <a:gd name="T5" fmla="*/ 6 h 45"/>
                <a:gd name="T6" fmla="*/ 0 w 6"/>
                <a:gd name="T7" fmla="*/ 4 h 45"/>
                <a:gd name="T8" fmla="*/ 0 w 6"/>
                <a:gd name="T9" fmla="*/ 3 h 45"/>
                <a:gd name="T10" fmla="*/ 0 w 6"/>
                <a:gd name="T11" fmla="*/ 4 h 45"/>
                <a:gd name="T12" fmla="*/ 0 w 6"/>
                <a:gd name="T13" fmla="*/ 3 h 45"/>
                <a:gd name="T14" fmla="*/ 0 w 6"/>
                <a:gd name="T15" fmla="*/ 1 h 45"/>
                <a:gd name="T16" fmla="*/ 1 w 6"/>
                <a:gd name="T17" fmla="*/ 0 h 45"/>
                <a:gd name="T18" fmla="*/ 1 w 6"/>
                <a:gd name="T19" fmla="*/ 1 h 45"/>
                <a:gd name="T20" fmla="*/ 1 w 6"/>
                <a:gd name="T21" fmla="*/ 2 h 45"/>
                <a:gd name="T22" fmla="*/ 1 w 6"/>
                <a:gd name="T23" fmla="*/ 3 h 45"/>
                <a:gd name="T24" fmla="*/ 1 w 6"/>
                <a:gd name="T25" fmla="*/ 6 h 45"/>
                <a:gd name="T26" fmla="*/ 1 w 6"/>
                <a:gd name="T27" fmla="*/ 9 h 45"/>
                <a:gd name="T28" fmla="*/ 1 w 6"/>
                <a:gd name="T29" fmla="*/ 11 h 45"/>
                <a:gd name="T30" fmla="*/ 2 w 6"/>
                <a:gd name="T31" fmla="*/ 14 h 45"/>
                <a:gd name="T32" fmla="*/ 2 w 6"/>
                <a:gd name="T33" fmla="*/ 16 h 45"/>
                <a:gd name="T34" fmla="*/ 2 w 6"/>
                <a:gd name="T35" fmla="*/ 18 h 45"/>
                <a:gd name="T36" fmla="*/ 2 w 6"/>
                <a:gd name="T37" fmla="*/ 20 h 45"/>
                <a:gd name="T38" fmla="*/ 2 w 6"/>
                <a:gd name="T39" fmla="*/ 24 h 45"/>
                <a:gd name="T40" fmla="*/ 2 w 6"/>
                <a:gd name="T41" fmla="*/ 27 h 45"/>
                <a:gd name="T42" fmla="*/ 2 w 6"/>
                <a:gd name="T43" fmla="*/ 28 h 45"/>
                <a:gd name="T44" fmla="*/ 2 w 6"/>
                <a:gd name="T45" fmla="*/ 28 h 45"/>
                <a:gd name="T46" fmla="*/ 2 w 6"/>
                <a:gd name="T47" fmla="*/ 30 h 45"/>
                <a:gd name="T48" fmla="*/ 3 w 6"/>
                <a:gd name="T49" fmla="*/ 33 h 45"/>
                <a:gd name="T50" fmla="*/ 3 w 6"/>
                <a:gd name="T51" fmla="*/ 35 h 45"/>
                <a:gd name="T52" fmla="*/ 3 w 6"/>
                <a:gd name="T53" fmla="*/ 36 h 45"/>
                <a:gd name="T54" fmla="*/ 3 w 6"/>
                <a:gd name="T55" fmla="*/ 38 h 45"/>
                <a:gd name="T56" fmla="*/ 3 w 6"/>
                <a:gd name="T57" fmla="*/ 38 h 45"/>
                <a:gd name="T58" fmla="*/ 3 w 6"/>
                <a:gd name="T59" fmla="*/ 38 h 45"/>
                <a:gd name="T60" fmla="*/ 3 w 6"/>
                <a:gd name="T61" fmla="*/ 41 h 45"/>
                <a:gd name="T62" fmla="*/ 3 w 6"/>
                <a:gd name="T63" fmla="*/ 45 h 45"/>
                <a:gd name="T64" fmla="*/ 3 w 6"/>
                <a:gd name="T65" fmla="*/ 45 h 45"/>
                <a:gd name="T66" fmla="*/ 4 w 6"/>
                <a:gd name="T67" fmla="*/ 44 h 45"/>
                <a:gd name="T68" fmla="*/ 4 w 6"/>
                <a:gd name="T69" fmla="*/ 43 h 45"/>
                <a:gd name="T70" fmla="*/ 4 w 6"/>
                <a:gd name="T71" fmla="*/ 42 h 45"/>
                <a:gd name="T72" fmla="*/ 4 w 6"/>
                <a:gd name="T73" fmla="*/ 41 h 45"/>
                <a:gd name="T74" fmla="*/ 4 w 6"/>
                <a:gd name="T75" fmla="*/ 41 h 45"/>
                <a:gd name="T76" fmla="*/ 4 w 6"/>
                <a:gd name="T77" fmla="*/ 40 h 45"/>
                <a:gd name="T78" fmla="*/ 5 w 6"/>
                <a:gd name="T79" fmla="*/ 35 h 45"/>
                <a:gd name="T80" fmla="*/ 5 w 6"/>
                <a:gd name="T81" fmla="*/ 28 h 45"/>
                <a:gd name="T82" fmla="*/ 5 w 6"/>
                <a:gd name="T83" fmla="*/ 26 h 45"/>
                <a:gd name="T84" fmla="*/ 5 w 6"/>
                <a:gd name="T85" fmla="*/ 28 h 45"/>
                <a:gd name="T86" fmla="*/ 5 w 6"/>
                <a:gd name="T87" fmla="*/ 29 h 45"/>
                <a:gd name="T88" fmla="*/ 5 w 6"/>
                <a:gd name="T89" fmla="*/ 27 h 45"/>
                <a:gd name="T90" fmla="*/ 5 w 6"/>
                <a:gd name="T91" fmla="*/ 26 h 45"/>
                <a:gd name="T92" fmla="*/ 5 w 6"/>
                <a:gd name="T93" fmla="*/ 26 h 45"/>
                <a:gd name="T94" fmla="*/ 5 w 6"/>
                <a:gd name="T95" fmla="*/ 27 h 45"/>
                <a:gd name="T96" fmla="*/ 6 w 6"/>
                <a:gd name="T97" fmla="*/ 30 h 45"/>
                <a:gd name="T98" fmla="*/ 6 w 6"/>
                <a:gd name="T99" fmla="*/ 33 h 45"/>
                <a:gd name="T100" fmla="*/ 6 w 6"/>
                <a:gd name="T101" fmla="*/ 33 h 45"/>
                <a:gd name="T102" fmla="*/ 6 w 6"/>
                <a:gd name="T103" fmla="*/ 3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5">
                  <a:moveTo>
                    <a:pt x="0" y="10"/>
                  </a:moveTo>
                  <a:lnTo>
                    <a:pt x="0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6"/>
                  </a:lnTo>
                  <a:lnTo>
                    <a:pt x="1" y="9"/>
                  </a:lnTo>
                  <a:lnTo>
                    <a:pt x="1" y="11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2" y="24"/>
                  </a:lnTo>
                  <a:lnTo>
                    <a:pt x="2" y="27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30"/>
                  </a:lnTo>
                  <a:lnTo>
                    <a:pt x="3" y="33"/>
                  </a:lnTo>
                  <a:lnTo>
                    <a:pt x="3" y="35"/>
                  </a:lnTo>
                  <a:lnTo>
                    <a:pt x="3" y="36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41"/>
                  </a:lnTo>
                  <a:lnTo>
                    <a:pt x="3" y="45"/>
                  </a:lnTo>
                  <a:lnTo>
                    <a:pt x="3" y="45"/>
                  </a:lnTo>
                  <a:lnTo>
                    <a:pt x="4" y="44"/>
                  </a:lnTo>
                  <a:lnTo>
                    <a:pt x="4" y="43"/>
                  </a:lnTo>
                  <a:lnTo>
                    <a:pt x="4" y="42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40"/>
                  </a:lnTo>
                  <a:lnTo>
                    <a:pt x="5" y="35"/>
                  </a:lnTo>
                  <a:lnTo>
                    <a:pt x="5" y="28"/>
                  </a:lnTo>
                  <a:lnTo>
                    <a:pt x="5" y="26"/>
                  </a:lnTo>
                  <a:lnTo>
                    <a:pt x="5" y="28"/>
                  </a:lnTo>
                  <a:lnTo>
                    <a:pt x="5" y="29"/>
                  </a:lnTo>
                  <a:lnTo>
                    <a:pt x="5" y="27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5" y="27"/>
                  </a:lnTo>
                  <a:lnTo>
                    <a:pt x="6" y="30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6" y="32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2" name="Freeform 892"/>
            <p:cNvSpPr/>
            <p:nvPr/>
          </p:nvSpPr>
          <p:spPr bwMode="auto">
            <a:xfrm>
              <a:off x="5381" y="9420"/>
              <a:ext cx="15" cy="280"/>
            </a:xfrm>
            <a:custGeom>
              <a:avLst/>
              <a:gdLst>
                <a:gd name="T0" fmla="*/ 0 w 6"/>
                <a:gd name="T1" fmla="*/ 1 h 112"/>
                <a:gd name="T2" fmla="*/ 0 w 6"/>
                <a:gd name="T3" fmla="*/ 0 h 112"/>
                <a:gd name="T4" fmla="*/ 0 w 6"/>
                <a:gd name="T5" fmla="*/ 1 h 112"/>
                <a:gd name="T6" fmla="*/ 0 w 6"/>
                <a:gd name="T7" fmla="*/ 3 h 112"/>
                <a:gd name="T8" fmla="*/ 1 w 6"/>
                <a:gd name="T9" fmla="*/ 3 h 112"/>
                <a:gd name="T10" fmla="*/ 1 w 6"/>
                <a:gd name="T11" fmla="*/ 4 h 112"/>
                <a:gd name="T12" fmla="*/ 1 w 6"/>
                <a:gd name="T13" fmla="*/ 7 h 112"/>
                <a:gd name="T14" fmla="*/ 1 w 6"/>
                <a:gd name="T15" fmla="*/ 9 h 112"/>
                <a:gd name="T16" fmla="*/ 1 w 6"/>
                <a:gd name="T17" fmla="*/ 11 h 112"/>
                <a:gd name="T18" fmla="*/ 1 w 6"/>
                <a:gd name="T19" fmla="*/ 15 h 112"/>
                <a:gd name="T20" fmla="*/ 1 w 6"/>
                <a:gd name="T21" fmla="*/ 19 h 112"/>
                <a:gd name="T22" fmla="*/ 1 w 6"/>
                <a:gd name="T23" fmla="*/ 26 h 112"/>
                <a:gd name="T24" fmla="*/ 1 w 6"/>
                <a:gd name="T25" fmla="*/ 33 h 112"/>
                <a:gd name="T26" fmla="*/ 2 w 6"/>
                <a:gd name="T27" fmla="*/ 38 h 112"/>
                <a:gd name="T28" fmla="*/ 2 w 6"/>
                <a:gd name="T29" fmla="*/ 42 h 112"/>
                <a:gd name="T30" fmla="*/ 2 w 6"/>
                <a:gd name="T31" fmla="*/ 43 h 112"/>
                <a:gd name="T32" fmla="*/ 2 w 6"/>
                <a:gd name="T33" fmla="*/ 47 h 112"/>
                <a:gd name="T34" fmla="*/ 2 w 6"/>
                <a:gd name="T35" fmla="*/ 53 h 112"/>
                <a:gd name="T36" fmla="*/ 2 w 6"/>
                <a:gd name="T37" fmla="*/ 60 h 112"/>
                <a:gd name="T38" fmla="*/ 2 w 6"/>
                <a:gd name="T39" fmla="*/ 63 h 112"/>
                <a:gd name="T40" fmla="*/ 2 w 6"/>
                <a:gd name="T41" fmla="*/ 64 h 112"/>
                <a:gd name="T42" fmla="*/ 2 w 6"/>
                <a:gd name="T43" fmla="*/ 67 h 112"/>
                <a:gd name="T44" fmla="*/ 3 w 6"/>
                <a:gd name="T45" fmla="*/ 71 h 112"/>
                <a:gd name="T46" fmla="*/ 3 w 6"/>
                <a:gd name="T47" fmla="*/ 73 h 112"/>
                <a:gd name="T48" fmla="*/ 3 w 6"/>
                <a:gd name="T49" fmla="*/ 76 h 112"/>
                <a:gd name="T50" fmla="*/ 3 w 6"/>
                <a:gd name="T51" fmla="*/ 81 h 112"/>
                <a:gd name="T52" fmla="*/ 3 w 6"/>
                <a:gd name="T53" fmla="*/ 85 h 112"/>
                <a:gd name="T54" fmla="*/ 3 w 6"/>
                <a:gd name="T55" fmla="*/ 87 h 112"/>
                <a:gd name="T56" fmla="*/ 3 w 6"/>
                <a:gd name="T57" fmla="*/ 89 h 112"/>
                <a:gd name="T58" fmla="*/ 4 w 6"/>
                <a:gd name="T59" fmla="*/ 92 h 112"/>
                <a:gd name="T60" fmla="*/ 4 w 6"/>
                <a:gd name="T61" fmla="*/ 97 h 112"/>
                <a:gd name="T62" fmla="*/ 4 w 6"/>
                <a:gd name="T63" fmla="*/ 101 h 112"/>
                <a:gd name="T64" fmla="*/ 4 w 6"/>
                <a:gd name="T65" fmla="*/ 101 h 112"/>
                <a:gd name="T66" fmla="*/ 4 w 6"/>
                <a:gd name="T67" fmla="*/ 98 h 112"/>
                <a:gd name="T68" fmla="*/ 4 w 6"/>
                <a:gd name="T69" fmla="*/ 98 h 112"/>
                <a:gd name="T70" fmla="*/ 4 w 6"/>
                <a:gd name="T71" fmla="*/ 103 h 112"/>
                <a:gd name="T72" fmla="*/ 4 w 6"/>
                <a:gd name="T73" fmla="*/ 107 h 112"/>
                <a:gd name="T74" fmla="*/ 4 w 6"/>
                <a:gd name="T75" fmla="*/ 107 h 112"/>
                <a:gd name="T76" fmla="*/ 5 w 6"/>
                <a:gd name="T77" fmla="*/ 105 h 112"/>
                <a:gd name="T78" fmla="*/ 5 w 6"/>
                <a:gd name="T79" fmla="*/ 101 h 112"/>
                <a:gd name="T80" fmla="*/ 5 w 6"/>
                <a:gd name="T81" fmla="*/ 102 h 112"/>
                <a:gd name="T82" fmla="*/ 5 w 6"/>
                <a:gd name="T83" fmla="*/ 110 h 112"/>
                <a:gd name="T84" fmla="*/ 5 w 6"/>
                <a:gd name="T85" fmla="*/ 112 h 112"/>
                <a:gd name="T86" fmla="*/ 5 w 6"/>
                <a:gd name="T87" fmla="*/ 106 h 112"/>
                <a:gd name="T88" fmla="*/ 6 w 6"/>
                <a:gd name="T89" fmla="*/ 104 h 112"/>
                <a:gd name="T90" fmla="*/ 6 w 6"/>
                <a:gd name="T91" fmla="*/ 107 h 112"/>
                <a:gd name="T92" fmla="*/ 6 w 6"/>
                <a:gd name="T93" fmla="*/ 108 h 112"/>
                <a:gd name="T94" fmla="*/ 6 w 6"/>
                <a:gd name="T95" fmla="*/ 109 h 112"/>
                <a:gd name="T96" fmla="*/ 6 w 6"/>
                <a:gd name="T97" fmla="*/ 111 h 112"/>
                <a:gd name="T98" fmla="*/ 6 w 6"/>
                <a:gd name="T99" fmla="*/ 109 h 112"/>
                <a:gd name="T100" fmla="*/ 6 w 6"/>
                <a:gd name="T101" fmla="*/ 106 h 112"/>
                <a:gd name="T102" fmla="*/ 6 w 6"/>
                <a:gd name="T103" fmla="*/ 101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12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7"/>
                  </a:lnTo>
                  <a:lnTo>
                    <a:pt x="1" y="9"/>
                  </a:lnTo>
                  <a:lnTo>
                    <a:pt x="1" y="11"/>
                  </a:lnTo>
                  <a:lnTo>
                    <a:pt x="1" y="15"/>
                  </a:lnTo>
                  <a:lnTo>
                    <a:pt x="1" y="19"/>
                  </a:lnTo>
                  <a:lnTo>
                    <a:pt x="1" y="26"/>
                  </a:lnTo>
                  <a:lnTo>
                    <a:pt x="1" y="33"/>
                  </a:lnTo>
                  <a:lnTo>
                    <a:pt x="2" y="38"/>
                  </a:lnTo>
                  <a:lnTo>
                    <a:pt x="2" y="42"/>
                  </a:lnTo>
                  <a:lnTo>
                    <a:pt x="2" y="43"/>
                  </a:lnTo>
                  <a:lnTo>
                    <a:pt x="2" y="47"/>
                  </a:lnTo>
                  <a:lnTo>
                    <a:pt x="2" y="53"/>
                  </a:lnTo>
                  <a:lnTo>
                    <a:pt x="2" y="60"/>
                  </a:lnTo>
                  <a:lnTo>
                    <a:pt x="2" y="63"/>
                  </a:lnTo>
                  <a:lnTo>
                    <a:pt x="2" y="64"/>
                  </a:lnTo>
                  <a:lnTo>
                    <a:pt x="2" y="67"/>
                  </a:lnTo>
                  <a:lnTo>
                    <a:pt x="3" y="71"/>
                  </a:lnTo>
                  <a:lnTo>
                    <a:pt x="3" y="73"/>
                  </a:lnTo>
                  <a:lnTo>
                    <a:pt x="3" y="76"/>
                  </a:lnTo>
                  <a:lnTo>
                    <a:pt x="3" y="81"/>
                  </a:lnTo>
                  <a:lnTo>
                    <a:pt x="3" y="85"/>
                  </a:lnTo>
                  <a:lnTo>
                    <a:pt x="3" y="87"/>
                  </a:lnTo>
                  <a:lnTo>
                    <a:pt x="3" y="89"/>
                  </a:lnTo>
                  <a:lnTo>
                    <a:pt x="4" y="92"/>
                  </a:lnTo>
                  <a:lnTo>
                    <a:pt x="4" y="97"/>
                  </a:lnTo>
                  <a:lnTo>
                    <a:pt x="4" y="101"/>
                  </a:lnTo>
                  <a:lnTo>
                    <a:pt x="4" y="101"/>
                  </a:lnTo>
                  <a:lnTo>
                    <a:pt x="4" y="98"/>
                  </a:lnTo>
                  <a:lnTo>
                    <a:pt x="4" y="98"/>
                  </a:lnTo>
                  <a:lnTo>
                    <a:pt x="4" y="103"/>
                  </a:lnTo>
                  <a:lnTo>
                    <a:pt x="4" y="107"/>
                  </a:lnTo>
                  <a:lnTo>
                    <a:pt x="4" y="107"/>
                  </a:lnTo>
                  <a:lnTo>
                    <a:pt x="5" y="105"/>
                  </a:lnTo>
                  <a:lnTo>
                    <a:pt x="5" y="101"/>
                  </a:lnTo>
                  <a:lnTo>
                    <a:pt x="5" y="102"/>
                  </a:lnTo>
                  <a:lnTo>
                    <a:pt x="5" y="110"/>
                  </a:lnTo>
                  <a:lnTo>
                    <a:pt x="5" y="112"/>
                  </a:lnTo>
                  <a:lnTo>
                    <a:pt x="5" y="106"/>
                  </a:lnTo>
                  <a:lnTo>
                    <a:pt x="6" y="104"/>
                  </a:lnTo>
                  <a:lnTo>
                    <a:pt x="6" y="107"/>
                  </a:lnTo>
                  <a:lnTo>
                    <a:pt x="6" y="108"/>
                  </a:lnTo>
                  <a:lnTo>
                    <a:pt x="6" y="109"/>
                  </a:lnTo>
                  <a:lnTo>
                    <a:pt x="6" y="111"/>
                  </a:lnTo>
                  <a:lnTo>
                    <a:pt x="6" y="109"/>
                  </a:lnTo>
                  <a:lnTo>
                    <a:pt x="6" y="106"/>
                  </a:lnTo>
                  <a:lnTo>
                    <a:pt x="6" y="10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3" name="Freeform 893"/>
            <p:cNvSpPr/>
            <p:nvPr/>
          </p:nvSpPr>
          <p:spPr bwMode="auto">
            <a:xfrm>
              <a:off x="5396" y="9280"/>
              <a:ext cx="15" cy="405"/>
            </a:xfrm>
            <a:custGeom>
              <a:avLst/>
              <a:gdLst>
                <a:gd name="T0" fmla="*/ 0 w 6"/>
                <a:gd name="T1" fmla="*/ 162 h 162"/>
                <a:gd name="T2" fmla="*/ 0 w 6"/>
                <a:gd name="T3" fmla="*/ 157 h 162"/>
                <a:gd name="T4" fmla="*/ 0 w 6"/>
                <a:gd name="T5" fmla="*/ 152 h 162"/>
                <a:gd name="T6" fmla="*/ 1 w 6"/>
                <a:gd name="T7" fmla="*/ 149 h 162"/>
                <a:gd name="T8" fmla="*/ 1 w 6"/>
                <a:gd name="T9" fmla="*/ 145 h 162"/>
                <a:gd name="T10" fmla="*/ 1 w 6"/>
                <a:gd name="T11" fmla="*/ 136 h 162"/>
                <a:gd name="T12" fmla="*/ 1 w 6"/>
                <a:gd name="T13" fmla="*/ 130 h 162"/>
                <a:gd name="T14" fmla="*/ 1 w 6"/>
                <a:gd name="T15" fmla="*/ 123 h 162"/>
                <a:gd name="T16" fmla="*/ 1 w 6"/>
                <a:gd name="T17" fmla="*/ 116 h 162"/>
                <a:gd name="T18" fmla="*/ 1 w 6"/>
                <a:gd name="T19" fmla="*/ 113 h 162"/>
                <a:gd name="T20" fmla="*/ 1 w 6"/>
                <a:gd name="T21" fmla="*/ 112 h 162"/>
                <a:gd name="T22" fmla="*/ 1 w 6"/>
                <a:gd name="T23" fmla="*/ 106 h 162"/>
                <a:gd name="T24" fmla="*/ 2 w 6"/>
                <a:gd name="T25" fmla="*/ 95 h 162"/>
                <a:gd name="T26" fmla="*/ 2 w 6"/>
                <a:gd name="T27" fmla="*/ 84 h 162"/>
                <a:gd name="T28" fmla="*/ 2 w 6"/>
                <a:gd name="T29" fmla="*/ 79 h 162"/>
                <a:gd name="T30" fmla="*/ 2 w 6"/>
                <a:gd name="T31" fmla="*/ 76 h 162"/>
                <a:gd name="T32" fmla="*/ 2 w 6"/>
                <a:gd name="T33" fmla="*/ 68 h 162"/>
                <a:gd name="T34" fmla="*/ 2 w 6"/>
                <a:gd name="T35" fmla="*/ 62 h 162"/>
                <a:gd name="T36" fmla="*/ 3 w 6"/>
                <a:gd name="T37" fmla="*/ 62 h 162"/>
                <a:gd name="T38" fmla="*/ 3 w 6"/>
                <a:gd name="T39" fmla="*/ 58 h 162"/>
                <a:gd name="T40" fmla="*/ 3 w 6"/>
                <a:gd name="T41" fmla="*/ 50 h 162"/>
                <a:gd name="T42" fmla="*/ 3 w 6"/>
                <a:gd name="T43" fmla="*/ 48 h 162"/>
                <a:gd name="T44" fmla="*/ 3 w 6"/>
                <a:gd name="T45" fmla="*/ 49 h 162"/>
                <a:gd name="T46" fmla="*/ 3 w 6"/>
                <a:gd name="T47" fmla="*/ 48 h 162"/>
                <a:gd name="T48" fmla="*/ 3 w 6"/>
                <a:gd name="T49" fmla="*/ 47 h 162"/>
                <a:gd name="T50" fmla="*/ 3 w 6"/>
                <a:gd name="T51" fmla="*/ 44 h 162"/>
                <a:gd name="T52" fmla="*/ 3 w 6"/>
                <a:gd name="T53" fmla="*/ 37 h 162"/>
                <a:gd name="T54" fmla="*/ 4 w 6"/>
                <a:gd name="T55" fmla="*/ 34 h 162"/>
                <a:gd name="T56" fmla="*/ 4 w 6"/>
                <a:gd name="T57" fmla="*/ 34 h 162"/>
                <a:gd name="T58" fmla="*/ 4 w 6"/>
                <a:gd name="T59" fmla="*/ 33 h 162"/>
                <a:gd name="T60" fmla="*/ 4 w 6"/>
                <a:gd name="T61" fmla="*/ 31 h 162"/>
                <a:gd name="T62" fmla="*/ 4 w 6"/>
                <a:gd name="T63" fmla="*/ 26 h 162"/>
                <a:gd name="T64" fmla="*/ 4 w 6"/>
                <a:gd name="T65" fmla="*/ 21 h 162"/>
                <a:gd name="T66" fmla="*/ 5 w 6"/>
                <a:gd name="T67" fmla="*/ 22 h 162"/>
                <a:gd name="T68" fmla="*/ 5 w 6"/>
                <a:gd name="T69" fmla="*/ 25 h 162"/>
                <a:gd name="T70" fmla="*/ 5 w 6"/>
                <a:gd name="T71" fmla="*/ 25 h 162"/>
                <a:gd name="T72" fmla="*/ 5 w 6"/>
                <a:gd name="T73" fmla="*/ 25 h 162"/>
                <a:gd name="T74" fmla="*/ 5 w 6"/>
                <a:gd name="T75" fmla="*/ 23 h 162"/>
                <a:gd name="T76" fmla="*/ 5 w 6"/>
                <a:gd name="T77" fmla="*/ 20 h 162"/>
                <a:gd name="T78" fmla="*/ 5 w 6"/>
                <a:gd name="T79" fmla="*/ 21 h 162"/>
                <a:gd name="T80" fmla="*/ 5 w 6"/>
                <a:gd name="T81" fmla="*/ 24 h 162"/>
                <a:gd name="T82" fmla="*/ 5 w 6"/>
                <a:gd name="T83" fmla="*/ 22 h 162"/>
                <a:gd name="T84" fmla="*/ 6 w 6"/>
                <a:gd name="T85" fmla="*/ 17 h 162"/>
                <a:gd name="T86" fmla="*/ 6 w 6"/>
                <a:gd name="T87" fmla="*/ 13 h 162"/>
                <a:gd name="T88" fmla="*/ 6 w 6"/>
                <a:gd name="T89" fmla="*/ 10 h 162"/>
                <a:gd name="T90" fmla="*/ 6 w 6"/>
                <a:gd name="T91" fmla="*/ 8 h 162"/>
                <a:gd name="T92" fmla="*/ 6 w 6"/>
                <a:gd name="T93" fmla="*/ 8 h 162"/>
                <a:gd name="T94" fmla="*/ 6 w 6"/>
                <a:gd name="T95" fmla="*/ 8 h 162"/>
                <a:gd name="T96" fmla="*/ 6 w 6"/>
                <a:gd name="T97" fmla="*/ 5 h 162"/>
                <a:gd name="T98" fmla="*/ 6 w 6"/>
                <a:gd name="T99" fmla="*/ 1 h 162"/>
                <a:gd name="T100" fmla="*/ 6 w 6"/>
                <a:gd name="T101" fmla="*/ 0 h 162"/>
                <a:gd name="T102" fmla="*/ 6 w 6"/>
                <a:gd name="T103" fmla="*/ 3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62">
                  <a:moveTo>
                    <a:pt x="0" y="162"/>
                  </a:moveTo>
                  <a:lnTo>
                    <a:pt x="0" y="157"/>
                  </a:lnTo>
                  <a:lnTo>
                    <a:pt x="0" y="152"/>
                  </a:lnTo>
                  <a:lnTo>
                    <a:pt x="1" y="149"/>
                  </a:lnTo>
                  <a:lnTo>
                    <a:pt x="1" y="145"/>
                  </a:lnTo>
                  <a:lnTo>
                    <a:pt x="1" y="136"/>
                  </a:lnTo>
                  <a:lnTo>
                    <a:pt x="1" y="130"/>
                  </a:lnTo>
                  <a:lnTo>
                    <a:pt x="1" y="123"/>
                  </a:lnTo>
                  <a:lnTo>
                    <a:pt x="1" y="116"/>
                  </a:lnTo>
                  <a:lnTo>
                    <a:pt x="1" y="113"/>
                  </a:lnTo>
                  <a:lnTo>
                    <a:pt x="1" y="112"/>
                  </a:lnTo>
                  <a:lnTo>
                    <a:pt x="1" y="106"/>
                  </a:lnTo>
                  <a:lnTo>
                    <a:pt x="2" y="95"/>
                  </a:lnTo>
                  <a:lnTo>
                    <a:pt x="2" y="84"/>
                  </a:lnTo>
                  <a:lnTo>
                    <a:pt x="2" y="79"/>
                  </a:lnTo>
                  <a:lnTo>
                    <a:pt x="2" y="76"/>
                  </a:lnTo>
                  <a:lnTo>
                    <a:pt x="2" y="68"/>
                  </a:lnTo>
                  <a:lnTo>
                    <a:pt x="2" y="62"/>
                  </a:lnTo>
                  <a:lnTo>
                    <a:pt x="3" y="62"/>
                  </a:lnTo>
                  <a:lnTo>
                    <a:pt x="3" y="58"/>
                  </a:lnTo>
                  <a:lnTo>
                    <a:pt x="3" y="50"/>
                  </a:lnTo>
                  <a:lnTo>
                    <a:pt x="3" y="48"/>
                  </a:lnTo>
                  <a:lnTo>
                    <a:pt x="3" y="49"/>
                  </a:lnTo>
                  <a:lnTo>
                    <a:pt x="3" y="48"/>
                  </a:lnTo>
                  <a:lnTo>
                    <a:pt x="3" y="47"/>
                  </a:lnTo>
                  <a:lnTo>
                    <a:pt x="3" y="44"/>
                  </a:lnTo>
                  <a:lnTo>
                    <a:pt x="3" y="37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3"/>
                  </a:lnTo>
                  <a:lnTo>
                    <a:pt x="4" y="31"/>
                  </a:lnTo>
                  <a:lnTo>
                    <a:pt x="4" y="26"/>
                  </a:lnTo>
                  <a:lnTo>
                    <a:pt x="4" y="21"/>
                  </a:lnTo>
                  <a:lnTo>
                    <a:pt x="5" y="22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5" y="23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5" y="24"/>
                  </a:lnTo>
                  <a:lnTo>
                    <a:pt x="5" y="22"/>
                  </a:lnTo>
                  <a:lnTo>
                    <a:pt x="6" y="17"/>
                  </a:lnTo>
                  <a:lnTo>
                    <a:pt x="6" y="13"/>
                  </a:lnTo>
                  <a:lnTo>
                    <a:pt x="6" y="10"/>
                  </a:lnTo>
                  <a:lnTo>
                    <a:pt x="6" y="8"/>
                  </a:lnTo>
                  <a:lnTo>
                    <a:pt x="6" y="8"/>
                  </a:lnTo>
                  <a:lnTo>
                    <a:pt x="6" y="8"/>
                  </a:lnTo>
                  <a:lnTo>
                    <a:pt x="6" y="5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4" name="Freeform 894"/>
            <p:cNvSpPr/>
            <p:nvPr/>
          </p:nvSpPr>
          <p:spPr bwMode="auto">
            <a:xfrm>
              <a:off x="5411" y="9195"/>
              <a:ext cx="18" cy="280"/>
            </a:xfrm>
            <a:custGeom>
              <a:avLst/>
              <a:gdLst>
                <a:gd name="T0" fmla="*/ 0 w 7"/>
                <a:gd name="T1" fmla="*/ 34 h 112"/>
                <a:gd name="T2" fmla="*/ 0 w 7"/>
                <a:gd name="T3" fmla="*/ 37 h 112"/>
                <a:gd name="T4" fmla="*/ 1 w 7"/>
                <a:gd name="T5" fmla="*/ 33 h 112"/>
                <a:gd name="T6" fmla="*/ 1 w 7"/>
                <a:gd name="T7" fmla="*/ 26 h 112"/>
                <a:gd name="T8" fmla="*/ 1 w 7"/>
                <a:gd name="T9" fmla="*/ 25 h 112"/>
                <a:gd name="T10" fmla="*/ 1 w 7"/>
                <a:gd name="T11" fmla="*/ 23 h 112"/>
                <a:gd name="T12" fmla="*/ 1 w 7"/>
                <a:gd name="T13" fmla="*/ 16 h 112"/>
                <a:gd name="T14" fmla="*/ 1 w 7"/>
                <a:gd name="T15" fmla="*/ 12 h 112"/>
                <a:gd name="T16" fmla="*/ 2 w 7"/>
                <a:gd name="T17" fmla="*/ 13 h 112"/>
                <a:gd name="T18" fmla="*/ 2 w 7"/>
                <a:gd name="T19" fmla="*/ 7 h 112"/>
                <a:gd name="T20" fmla="*/ 2 w 7"/>
                <a:gd name="T21" fmla="*/ 0 h 112"/>
                <a:gd name="T22" fmla="*/ 2 w 7"/>
                <a:gd name="T23" fmla="*/ 1 h 112"/>
                <a:gd name="T24" fmla="*/ 2 w 7"/>
                <a:gd name="T25" fmla="*/ 4 h 112"/>
                <a:gd name="T26" fmla="*/ 2 w 7"/>
                <a:gd name="T27" fmla="*/ 4 h 112"/>
                <a:gd name="T28" fmla="*/ 2 w 7"/>
                <a:gd name="T29" fmla="*/ 5 h 112"/>
                <a:gd name="T30" fmla="*/ 2 w 7"/>
                <a:gd name="T31" fmla="*/ 7 h 112"/>
                <a:gd name="T32" fmla="*/ 2 w 7"/>
                <a:gd name="T33" fmla="*/ 11 h 112"/>
                <a:gd name="T34" fmla="*/ 3 w 7"/>
                <a:gd name="T35" fmla="*/ 17 h 112"/>
                <a:gd name="T36" fmla="*/ 3 w 7"/>
                <a:gd name="T37" fmla="*/ 23 h 112"/>
                <a:gd name="T38" fmla="*/ 3 w 7"/>
                <a:gd name="T39" fmla="*/ 29 h 112"/>
                <a:gd name="T40" fmla="*/ 3 w 7"/>
                <a:gd name="T41" fmla="*/ 34 h 112"/>
                <a:gd name="T42" fmla="*/ 3 w 7"/>
                <a:gd name="T43" fmla="*/ 37 h 112"/>
                <a:gd name="T44" fmla="*/ 3 w 7"/>
                <a:gd name="T45" fmla="*/ 40 h 112"/>
                <a:gd name="T46" fmla="*/ 4 w 7"/>
                <a:gd name="T47" fmla="*/ 47 h 112"/>
                <a:gd name="T48" fmla="*/ 4 w 7"/>
                <a:gd name="T49" fmla="*/ 53 h 112"/>
                <a:gd name="T50" fmla="*/ 4 w 7"/>
                <a:gd name="T51" fmla="*/ 56 h 112"/>
                <a:gd name="T52" fmla="*/ 4 w 7"/>
                <a:gd name="T53" fmla="*/ 58 h 112"/>
                <a:gd name="T54" fmla="*/ 4 w 7"/>
                <a:gd name="T55" fmla="*/ 63 h 112"/>
                <a:gd name="T56" fmla="*/ 4 w 7"/>
                <a:gd name="T57" fmla="*/ 66 h 112"/>
                <a:gd name="T58" fmla="*/ 4 w 7"/>
                <a:gd name="T59" fmla="*/ 68 h 112"/>
                <a:gd name="T60" fmla="*/ 4 w 7"/>
                <a:gd name="T61" fmla="*/ 73 h 112"/>
                <a:gd name="T62" fmla="*/ 4 w 7"/>
                <a:gd name="T63" fmla="*/ 80 h 112"/>
                <a:gd name="T64" fmla="*/ 5 w 7"/>
                <a:gd name="T65" fmla="*/ 84 h 112"/>
                <a:gd name="T66" fmla="*/ 5 w 7"/>
                <a:gd name="T67" fmla="*/ 85 h 112"/>
                <a:gd name="T68" fmla="*/ 5 w 7"/>
                <a:gd name="T69" fmla="*/ 89 h 112"/>
                <a:gd name="T70" fmla="*/ 5 w 7"/>
                <a:gd name="T71" fmla="*/ 93 h 112"/>
                <a:gd name="T72" fmla="*/ 5 w 7"/>
                <a:gd name="T73" fmla="*/ 95 h 112"/>
                <a:gd name="T74" fmla="*/ 5 w 7"/>
                <a:gd name="T75" fmla="*/ 99 h 112"/>
                <a:gd name="T76" fmla="*/ 5 w 7"/>
                <a:gd name="T77" fmla="*/ 103 h 112"/>
                <a:gd name="T78" fmla="*/ 5 w 7"/>
                <a:gd name="T79" fmla="*/ 105 h 112"/>
                <a:gd name="T80" fmla="*/ 5 w 7"/>
                <a:gd name="T81" fmla="*/ 107 h 112"/>
                <a:gd name="T82" fmla="*/ 6 w 7"/>
                <a:gd name="T83" fmla="*/ 108 h 112"/>
                <a:gd name="T84" fmla="*/ 6 w 7"/>
                <a:gd name="T85" fmla="*/ 108 h 112"/>
                <a:gd name="T86" fmla="*/ 6 w 7"/>
                <a:gd name="T87" fmla="*/ 109 h 112"/>
                <a:gd name="T88" fmla="*/ 6 w 7"/>
                <a:gd name="T89" fmla="*/ 110 h 112"/>
                <a:gd name="T90" fmla="*/ 6 w 7"/>
                <a:gd name="T91" fmla="*/ 111 h 112"/>
                <a:gd name="T92" fmla="*/ 6 w 7"/>
                <a:gd name="T93" fmla="*/ 111 h 112"/>
                <a:gd name="T94" fmla="*/ 7 w 7"/>
                <a:gd name="T95" fmla="*/ 110 h 112"/>
                <a:gd name="T96" fmla="*/ 7 w 7"/>
                <a:gd name="T97" fmla="*/ 110 h 112"/>
                <a:gd name="T98" fmla="*/ 7 w 7"/>
                <a:gd name="T99" fmla="*/ 111 h 112"/>
                <a:gd name="T100" fmla="*/ 7 w 7"/>
                <a:gd name="T101" fmla="*/ 112 h 112"/>
                <a:gd name="T102" fmla="*/ 7 w 7"/>
                <a:gd name="T103" fmla="*/ 111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12">
                  <a:moveTo>
                    <a:pt x="0" y="34"/>
                  </a:moveTo>
                  <a:lnTo>
                    <a:pt x="0" y="37"/>
                  </a:lnTo>
                  <a:lnTo>
                    <a:pt x="1" y="33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1" y="23"/>
                  </a:lnTo>
                  <a:lnTo>
                    <a:pt x="1" y="16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2" y="7"/>
                  </a:lnTo>
                  <a:lnTo>
                    <a:pt x="2" y="0"/>
                  </a:lnTo>
                  <a:lnTo>
                    <a:pt x="2" y="1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11"/>
                  </a:lnTo>
                  <a:lnTo>
                    <a:pt x="3" y="17"/>
                  </a:lnTo>
                  <a:lnTo>
                    <a:pt x="3" y="23"/>
                  </a:lnTo>
                  <a:lnTo>
                    <a:pt x="3" y="29"/>
                  </a:lnTo>
                  <a:lnTo>
                    <a:pt x="3" y="34"/>
                  </a:lnTo>
                  <a:lnTo>
                    <a:pt x="3" y="37"/>
                  </a:lnTo>
                  <a:lnTo>
                    <a:pt x="3" y="40"/>
                  </a:lnTo>
                  <a:lnTo>
                    <a:pt x="4" y="47"/>
                  </a:lnTo>
                  <a:lnTo>
                    <a:pt x="4" y="53"/>
                  </a:lnTo>
                  <a:lnTo>
                    <a:pt x="4" y="56"/>
                  </a:lnTo>
                  <a:lnTo>
                    <a:pt x="4" y="58"/>
                  </a:lnTo>
                  <a:lnTo>
                    <a:pt x="4" y="63"/>
                  </a:lnTo>
                  <a:lnTo>
                    <a:pt x="4" y="66"/>
                  </a:lnTo>
                  <a:lnTo>
                    <a:pt x="4" y="68"/>
                  </a:lnTo>
                  <a:lnTo>
                    <a:pt x="4" y="73"/>
                  </a:lnTo>
                  <a:lnTo>
                    <a:pt x="4" y="80"/>
                  </a:lnTo>
                  <a:lnTo>
                    <a:pt x="5" y="84"/>
                  </a:lnTo>
                  <a:lnTo>
                    <a:pt x="5" y="85"/>
                  </a:lnTo>
                  <a:lnTo>
                    <a:pt x="5" y="89"/>
                  </a:lnTo>
                  <a:lnTo>
                    <a:pt x="5" y="93"/>
                  </a:lnTo>
                  <a:lnTo>
                    <a:pt x="5" y="95"/>
                  </a:lnTo>
                  <a:lnTo>
                    <a:pt x="5" y="99"/>
                  </a:lnTo>
                  <a:lnTo>
                    <a:pt x="5" y="103"/>
                  </a:lnTo>
                  <a:lnTo>
                    <a:pt x="5" y="105"/>
                  </a:lnTo>
                  <a:lnTo>
                    <a:pt x="5" y="107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6" y="109"/>
                  </a:lnTo>
                  <a:lnTo>
                    <a:pt x="6" y="110"/>
                  </a:lnTo>
                  <a:lnTo>
                    <a:pt x="6" y="111"/>
                  </a:lnTo>
                  <a:lnTo>
                    <a:pt x="6" y="111"/>
                  </a:lnTo>
                  <a:lnTo>
                    <a:pt x="7" y="110"/>
                  </a:lnTo>
                  <a:lnTo>
                    <a:pt x="7" y="110"/>
                  </a:lnTo>
                  <a:lnTo>
                    <a:pt x="7" y="111"/>
                  </a:lnTo>
                  <a:lnTo>
                    <a:pt x="7" y="112"/>
                  </a:lnTo>
                  <a:lnTo>
                    <a:pt x="7" y="111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5" name="Freeform 895"/>
            <p:cNvSpPr/>
            <p:nvPr/>
          </p:nvSpPr>
          <p:spPr bwMode="auto">
            <a:xfrm>
              <a:off x="5429" y="9377"/>
              <a:ext cx="15" cy="98"/>
            </a:xfrm>
            <a:custGeom>
              <a:avLst/>
              <a:gdLst>
                <a:gd name="T0" fmla="*/ 0 w 6"/>
                <a:gd name="T1" fmla="*/ 39 h 39"/>
                <a:gd name="T2" fmla="*/ 0 w 6"/>
                <a:gd name="T3" fmla="*/ 38 h 39"/>
                <a:gd name="T4" fmla="*/ 0 w 6"/>
                <a:gd name="T5" fmla="*/ 36 h 39"/>
                <a:gd name="T6" fmla="*/ 0 w 6"/>
                <a:gd name="T7" fmla="*/ 33 h 39"/>
                <a:gd name="T8" fmla="*/ 0 w 6"/>
                <a:gd name="T9" fmla="*/ 32 h 39"/>
                <a:gd name="T10" fmla="*/ 0 w 6"/>
                <a:gd name="T11" fmla="*/ 30 h 39"/>
                <a:gd name="T12" fmla="*/ 1 w 6"/>
                <a:gd name="T13" fmla="*/ 28 h 39"/>
                <a:gd name="T14" fmla="*/ 1 w 6"/>
                <a:gd name="T15" fmla="*/ 25 h 39"/>
                <a:gd name="T16" fmla="*/ 1 w 6"/>
                <a:gd name="T17" fmla="*/ 23 h 39"/>
                <a:gd name="T18" fmla="*/ 1 w 6"/>
                <a:gd name="T19" fmla="*/ 19 h 39"/>
                <a:gd name="T20" fmla="*/ 1 w 6"/>
                <a:gd name="T21" fmla="*/ 17 h 39"/>
                <a:gd name="T22" fmla="*/ 1 w 6"/>
                <a:gd name="T23" fmla="*/ 17 h 39"/>
                <a:gd name="T24" fmla="*/ 1 w 6"/>
                <a:gd name="T25" fmla="*/ 14 h 39"/>
                <a:gd name="T26" fmla="*/ 2 w 6"/>
                <a:gd name="T27" fmla="*/ 10 h 39"/>
                <a:gd name="T28" fmla="*/ 2 w 6"/>
                <a:gd name="T29" fmla="*/ 8 h 39"/>
                <a:gd name="T30" fmla="*/ 2 w 6"/>
                <a:gd name="T31" fmla="*/ 7 h 39"/>
                <a:gd name="T32" fmla="*/ 2 w 6"/>
                <a:gd name="T33" fmla="*/ 5 h 39"/>
                <a:gd name="T34" fmla="*/ 2 w 6"/>
                <a:gd name="T35" fmla="*/ 3 h 39"/>
                <a:gd name="T36" fmla="*/ 2 w 6"/>
                <a:gd name="T37" fmla="*/ 1 h 39"/>
                <a:gd name="T38" fmla="*/ 2 w 6"/>
                <a:gd name="T39" fmla="*/ 0 h 39"/>
                <a:gd name="T40" fmla="*/ 2 w 6"/>
                <a:gd name="T41" fmla="*/ 0 h 39"/>
                <a:gd name="T42" fmla="*/ 2 w 6"/>
                <a:gd name="T43" fmla="*/ 2 h 39"/>
                <a:gd name="T44" fmla="*/ 3 w 6"/>
                <a:gd name="T45" fmla="*/ 3 h 39"/>
                <a:gd name="T46" fmla="*/ 3 w 6"/>
                <a:gd name="T47" fmla="*/ 4 h 39"/>
                <a:gd name="T48" fmla="*/ 3 w 6"/>
                <a:gd name="T49" fmla="*/ 5 h 39"/>
                <a:gd name="T50" fmla="*/ 3 w 6"/>
                <a:gd name="T51" fmla="*/ 6 h 39"/>
                <a:gd name="T52" fmla="*/ 3 w 6"/>
                <a:gd name="T53" fmla="*/ 10 h 39"/>
                <a:gd name="T54" fmla="*/ 3 w 6"/>
                <a:gd name="T55" fmla="*/ 12 h 39"/>
                <a:gd name="T56" fmla="*/ 3 w 6"/>
                <a:gd name="T57" fmla="*/ 12 h 39"/>
                <a:gd name="T58" fmla="*/ 3 w 6"/>
                <a:gd name="T59" fmla="*/ 13 h 39"/>
                <a:gd name="T60" fmla="*/ 3 w 6"/>
                <a:gd name="T61" fmla="*/ 15 h 39"/>
                <a:gd name="T62" fmla="*/ 4 w 6"/>
                <a:gd name="T63" fmla="*/ 15 h 39"/>
                <a:gd name="T64" fmla="*/ 4 w 6"/>
                <a:gd name="T65" fmla="*/ 13 h 39"/>
                <a:gd name="T66" fmla="*/ 4 w 6"/>
                <a:gd name="T67" fmla="*/ 13 h 39"/>
                <a:gd name="T68" fmla="*/ 4 w 6"/>
                <a:gd name="T69" fmla="*/ 14 h 39"/>
                <a:gd name="T70" fmla="*/ 4 w 6"/>
                <a:gd name="T71" fmla="*/ 15 h 39"/>
                <a:gd name="T72" fmla="*/ 4 w 6"/>
                <a:gd name="T73" fmla="*/ 15 h 39"/>
                <a:gd name="T74" fmla="*/ 5 w 6"/>
                <a:gd name="T75" fmla="*/ 16 h 39"/>
                <a:gd name="T76" fmla="*/ 5 w 6"/>
                <a:gd name="T77" fmla="*/ 17 h 39"/>
                <a:gd name="T78" fmla="*/ 5 w 6"/>
                <a:gd name="T79" fmla="*/ 17 h 39"/>
                <a:gd name="T80" fmla="*/ 5 w 6"/>
                <a:gd name="T81" fmla="*/ 20 h 39"/>
                <a:gd name="T82" fmla="*/ 5 w 6"/>
                <a:gd name="T83" fmla="*/ 23 h 39"/>
                <a:gd name="T84" fmla="*/ 5 w 6"/>
                <a:gd name="T85" fmla="*/ 22 h 39"/>
                <a:gd name="T86" fmla="*/ 5 w 6"/>
                <a:gd name="T87" fmla="*/ 19 h 39"/>
                <a:gd name="T88" fmla="*/ 5 w 6"/>
                <a:gd name="T89" fmla="*/ 18 h 39"/>
                <a:gd name="T90" fmla="*/ 5 w 6"/>
                <a:gd name="T91" fmla="*/ 17 h 39"/>
                <a:gd name="T92" fmla="*/ 6 w 6"/>
                <a:gd name="T93" fmla="*/ 13 h 39"/>
                <a:gd name="T94" fmla="*/ 6 w 6"/>
                <a:gd name="T95" fmla="*/ 12 h 39"/>
                <a:gd name="T96" fmla="*/ 6 w 6"/>
                <a:gd name="T97" fmla="*/ 10 h 39"/>
                <a:gd name="T98" fmla="*/ 6 w 6"/>
                <a:gd name="T99" fmla="*/ 5 h 39"/>
                <a:gd name="T100" fmla="*/ 6 w 6"/>
                <a:gd name="T101" fmla="*/ 0 h 39"/>
                <a:gd name="T102" fmla="*/ 6 w 6"/>
                <a:gd name="T10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39">
                  <a:moveTo>
                    <a:pt x="0" y="39"/>
                  </a:moveTo>
                  <a:lnTo>
                    <a:pt x="0" y="38"/>
                  </a:lnTo>
                  <a:lnTo>
                    <a:pt x="0" y="36"/>
                  </a:lnTo>
                  <a:lnTo>
                    <a:pt x="0" y="33"/>
                  </a:lnTo>
                  <a:lnTo>
                    <a:pt x="0" y="32"/>
                  </a:lnTo>
                  <a:lnTo>
                    <a:pt x="0" y="30"/>
                  </a:lnTo>
                  <a:lnTo>
                    <a:pt x="1" y="28"/>
                  </a:lnTo>
                  <a:lnTo>
                    <a:pt x="1" y="25"/>
                  </a:lnTo>
                  <a:lnTo>
                    <a:pt x="1" y="23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1" y="17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2" y="8"/>
                  </a:lnTo>
                  <a:lnTo>
                    <a:pt x="2" y="7"/>
                  </a:lnTo>
                  <a:lnTo>
                    <a:pt x="2" y="5"/>
                  </a:lnTo>
                  <a:lnTo>
                    <a:pt x="2" y="3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10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5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20"/>
                  </a:lnTo>
                  <a:lnTo>
                    <a:pt x="5" y="23"/>
                  </a:lnTo>
                  <a:lnTo>
                    <a:pt x="5" y="22"/>
                  </a:lnTo>
                  <a:lnTo>
                    <a:pt x="5" y="19"/>
                  </a:lnTo>
                  <a:lnTo>
                    <a:pt x="5" y="18"/>
                  </a:lnTo>
                  <a:lnTo>
                    <a:pt x="5" y="17"/>
                  </a:lnTo>
                  <a:lnTo>
                    <a:pt x="6" y="13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6" y="5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6" name="Freeform 896"/>
            <p:cNvSpPr/>
            <p:nvPr/>
          </p:nvSpPr>
          <p:spPr bwMode="auto">
            <a:xfrm>
              <a:off x="5444" y="9352"/>
              <a:ext cx="18" cy="360"/>
            </a:xfrm>
            <a:custGeom>
              <a:avLst/>
              <a:gdLst>
                <a:gd name="T0" fmla="*/ 0 w 7"/>
                <a:gd name="T1" fmla="*/ 10 h 144"/>
                <a:gd name="T2" fmla="*/ 0 w 7"/>
                <a:gd name="T3" fmla="*/ 10 h 144"/>
                <a:gd name="T4" fmla="*/ 1 w 7"/>
                <a:gd name="T5" fmla="*/ 9 h 144"/>
                <a:gd name="T6" fmla="*/ 1 w 7"/>
                <a:gd name="T7" fmla="*/ 6 h 144"/>
                <a:gd name="T8" fmla="*/ 1 w 7"/>
                <a:gd name="T9" fmla="*/ 6 h 144"/>
                <a:gd name="T10" fmla="*/ 1 w 7"/>
                <a:gd name="T11" fmla="*/ 6 h 144"/>
                <a:gd name="T12" fmla="*/ 1 w 7"/>
                <a:gd name="T13" fmla="*/ 4 h 144"/>
                <a:gd name="T14" fmla="*/ 1 w 7"/>
                <a:gd name="T15" fmla="*/ 3 h 144"/>
                <a:gd name="T16" fmla="*/ 1 w 7"/>
                <a:gd name="T17" fmla="*/ 6 h 144"/>
                <a:gd name="T18" fmla="*/ 1 w 7"/>
                <a:gd name="T19" fmla="*/ 6 h 144"/>
                <a:gd name="T20" fmla="*/ 1 w 7"/>
                <a:gd name="T21" fmla="*/ 4 h 144"/>
                <a:gd name="T22" fmla="*/ 2 w 7"/>
                <a:gd name="T23" fmla="*/ 1 h 144"/>
                <a:gd name="T24" fmla="*/ 2 w 7"/>
                <a:gd name="T25" fmla="*/ 1 h 144"/>
                <a:gd name="T26" fmla="*/ 2 w 7"/>
                <a:gd name="T27" fmla="*/ 1 h 144"/>
                <a:gd name="T28" fmla="*/ 2 w 7"/>
                <a:gd name="T29" fmla="*/ 0 h 144"/>
                <a:gd name="T30" fmla="*/ 2 w 7"/>
                <a:gd name="T31" fmla="*/ 0 h 144"/>
                <a:gd name="T32" fmla="*/ 2 w 7"/>
                <a:gd name="T33" fmla="*/ 2 h 144"/>
                <a:gd name="T34" fmla="*/ 2 w 7"/>
                <a:gd name="T35" fmla="*/ 5 h 144"/>
                <a:gd name="T36" fmla="*/ 2 w 7"/>
                <a:gd name="T37" fmla="*/ 5 h 144"/>
                <a:gd name="T38" fmla="*/ 2 w 7"/>
                <a:gd name="T39" fmla="*/ 7 h 144"/>
                <a:gd name="T40" fmla="*/ 3 w 7"/>
                <a:gd name="T41" fmla="*/ 14 h 144"/>
                <a:gd name="T42" fmla="*/ 3 w 7"/>
                <a:gd name="T43" fmla="*/ 20 h 144"/>
                <a:gd name="T44" fmla="*/ 3 w 7"/>
                <a:gd name="T45" fmla="*/ 25 h 144"/>
                <a:gd name="T46" fmla="*/ 3 w 7"/>
                <a:gd name="T47" fmla="*/ 29 h 144"/>
                <a:gd name="T48" fmla="*/ 3 w 7"/>
                <a:gd name="T49" fmla="*/ 34 h 144"/>
                <a:gd name="T50" fmla="*/ 3 w 7"/>
                <a:gd name="T51" fmla="*/ 41 h 144"/>
                <a:gd name="T52" fmla="*/ 4 w 7"/>
                <a:gd name="T53" fmla="*/ 46 h 144"/>
                <a:gd name="T54" fmla="*/ 4 w 7"/>
                <a:gd name="T55" fmla="*/ 50 h 144"/>
                <a:gd name="T56" fmla="*/ 4 w 7"/>
                <a:gd name="T57" fmla="*/ 53 h 144"/>
                <a:gd name="T58" fmla="*/ 4 w 7"/>
                <a:gd name="T59" fmla="*/ 57 h 144"/>
                <a:gd name="T60" fmla="*/ 4 w 7"/>
                <a:gd name="T61" fmla="*/ 59 h 144"/>
                <a:gd name="T62" fmla="*/ 4 w 7"/>
                <a:gd name="T63" fmla="*/ 64 h 144"/>
                <a:gd name="T64" fmla="*/ 4 w 7"/>
                <a:gd name="T65" fmla="*/ 68 h 144"/>
                <a:gd name="T66" fmla="*/ 4 w 7"/>
                <a:gd name="T67" fmla="*/ 69 h 144"/>
                <a:gd name="T68" fmla="*/ 4 w 7"/>
                <a:gd name="T69" fmla="*/ 72 h 144"/>
                <a:gd name="T70" fmla="*/ 4 w 7"/>
                <a:gd name="T71" fmla="*/ 80 h 144"/>
                <a:gd name="T72" fmla="*/ 5 w 7"/>
                <a:gd name="T73" fmla="*/ 89 h 144"/>
                <a:gd name="T74" fmla="*/ 5 w 7"/>
                <a:gd name="T75" fmla="*/ 94 h 144"/>
                <a:gd name="T76" fmla="*/ 5 w 7"/>
                <a:gd name="T77" fmla="*/ 96 h 144"/>
                <a:gd name="T78" fmla="*/ 5 w 7"/>
                <a:gd name="T79" fmla="*/ 102 h 144"/>
                <a:gd name="T80" fmla="*/ 5 w 7"/>
                <a:gd name="T81" fmla="*/ 113 h 144"/>
                <a:gd name="T82" fmla="*/ 5 w 7"/>
                <a:gd name="T83" fmla="*/ 116 h 144"/>
                <a:gd name="T84" fmla="*/ 6 w 7"/>
                <a:gd name="T85" fmla="*/ 114 h 144"/>
                <a:gd name="T86" fmla="*/ 6 w 7"/>
                <a:gd name="T87" fmla="*/ 121 h 144"/>
                <a:gd name="T88" fmla="*/ 6 w 7"/>
                <a:gd name="T89" fmla="*/ 128 h 144"/>
                <a:gd name="T90" fmla="*/ 6 w 7"/>
                <a:gd name="T91" fmla="*/ 126 h 144"/>
                <a:gd name="T92" fmla="*/ 6 w 7"/>
                <a:gd name="T93" fmla="*/ 125 h 144"/>
                <a:gd name="T94" fmla="*/ 6 w 7"/>
                <a:gd name="T95" fmla="*/ 129 h 144"/>
                <a:gd name="T96" fmla="*/ 6 w 7"/>
                <a:gd name="T97" fmla="*/ 132 h 144"/>
                <a:gd name="T98" fmla="*/ 6 w 7"/>
                <a:gd name="T99" fmla="*/ 133 h 144"/>
                <a:gd name="T100" fmla="*/ 6 w 7"/>
                <a:gd name="T101" fmla="*/ 137 h 144"/>
                <a:gd name="T102" fmla="*/ 7 w 7"/>
                <a:gd name="T103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44">
                  <a:moveTo>
                    <a:pt x="0" y="10"/>
                  </a:moveTo>
                  <a:lnTo>
                    <a:pt x="0" y="10"/>
                  </a:lnTo>
                  <a:lnTo>
                    <a:pt x="1" y="9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4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3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3" y="29"/>
                  </a:lnTo>
                  <a:lnTo>
                    <a:pt x="3" y="34"/>
                  </a:lnTo>
                  <a:lnTo>
                    <a:pt x="3" y="41"/>
                  </a:lnTo>
                  <a:lnTo>
                    <a:pt x="4" y="46"/>
                  </a:lnTo>
                  <a:lnTo>
                    <a:pt x="4" y="50"/>
                  </a:lnTo>
                  <a:lnTo>
                    <a:pt x="4" y="53"/>
                  </a:lnTo>
                  <a:lnTo>
                    <a:pt x="4" y="57"/>
                  </a:lnTo>
                  <a:lnTo>
                    <a:pt x="4" y="59"/>
                  </a:lnTo>
                  <a:lnTo>
                    <a:pt x="4" y="64"/>
                  </a:lnTo>
                  <a:lnTo>
                    <a:pt x="4" y="68"/>
                  </a:lnTo>
                  <a:lnTo>
                    <a:pt x="4" y="69"/>
                  </a:lnTo>
                  <a:lnTo>
                    <a:pt x="4" y="72"/>
                  </a:lnTo>
                  <a:lnTo>
                    <a:pt x="4" y="80"/>
                  </a:lnTo>
                  <a:lnTo>
                    <a:pt x="5" y="89"/>
                  </a:lnTo>
                  <a:lnTo>
                    <a:pt x="5" y="94"/>
                  </a:lnTo>
                  <a:lnTo>
                    <a:pt x="5" y="96"/>
                  </a:lnTo>
                  <a:lnTo>
                    <a:pt x="5" y="102"/>
                  </a:lnTo>
                  <a:lnTo>
                    <a:pt x="5" y="113"/>
                  </a:lnTo>
                  <a:lnTo>
                    <a:pt x="5" y="116"/>
                  </a:lnTo>
                  <a:lnTo>
                    <a:pt x="6" y="114"/>
                  </a:lnTo>
                  <a:lnTo>
                    <a:pt x="6" y="121"/>
                  </a:lnTo>
                  <a:lnTo>
                    <a:pt x="6" y="128"/>
                  </a:lnTo>
                  <a:lnTo>
                    <a:pt x="6" y="126"/>
                  </a:lnTo>
                  <a:lnTo>
                    <a:pt x="6" y="125"/>
                  </a:lnTo>
                  <a:lnTo>
                    <a:pt x="6" y="129"/>
                  </a:lnTo>
                  <a:lnTo>
                    <a:pt x="6" y="132"/>
                  </a:lnTo>
                  <a:lnTo>
                    <a:pt x="6" y="133"/>
                  </a:lnTo>
                  <a:lnTo>
                    <a:pt x="6" y="137"/>
                  </a:lnTo>
                  <a:lnTo>
                    <a:pt x="7" y="144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7" name="Freeform 897"/>
            <p:cNvSpPr/>
            <p:nvPr/>
          </p:nvSpPr>
          <p:spPr bwMode="auto">
            <a:xfrm>
              <a:off x="5459" y="9337"/>
              <a:ext cx="18" cy="398"/>
            </a:xfrm>
            <a:custGeom>
              <a:avLst/>
              <a:gdLst>
                <a:gd name="T0" fmla="*/ 0 w 7"/>
                <a:gd name="T1" fmla="*/ 143 h 159"/>
                <a:gd name="T2" fmla="*/ 1 w 7"/>
                <a:gd name="T3" fmla="*/ 150 h 159"/>
                <a:gd name="T4" fmla="*/ 1 w 7"/>
                <a:gd name="T5" fmla="*/ 152 h 159"/>
                <a:gd name="T6" fmla="*/ 1 w 7"/>
                <a:gd name="T7" fmla="*/ 150 h 159"/>
                <a:gd name="T8" fmla="*/ 1 w 7"/>
                <a:gd name="T9" fmla="*/ 153 h 159"/>
                <a:gd name="T10" fmla="*/ 1 w 7"/>
                <a:gd name="T11" fmla="*/ 158 h 159"/>
                <a:gd name="T12" fmla="*/ 1 w 7"/>
                <a:gd name="T13" fmla="*/ 156 h 159"/>
                <a:gd name="T14" fmla="*/ 1 w 7"/>
                <a:gd name="T15" fmla="*/ 154 h 159"/>
                <a:gd name="T16" fmla="*/ 1 w 7"/>
                <a:gd name="T17" fmla="*/ 159 h 159"/>
                <a:gd name="T18" fmla="*/ 1 w 7"/>
                <a:gd name="T19" fmla="*/ 159 h 159"/>
                <a:gd name="T20" fmla="*/ 2 w 7"/>
                <a:gd name="T21" fmla="*/ 153 h 159"/>
                <a:gd name="T22" fmla="*/ 2 w 7"/>
                <a:gd name="T23" fmla="*/ 154 h 159"/>
                <a:gd name="T24" fmla="*/ 2 w 7"/>
                <a:gd name="T25" fmla="*/ 159 h 159"/>
                <a:gd name="T26" fmla="*/ 2 w 7"/>
                <a:gd name="T27" fmla="*/ 158 h 159"/>
                <a:gd name="T28" fmla="*/ 2 w 7"/>
                <a:gd name="T29" fmla="*/ 153 h 159"/>
                <a:gd name="T30" fmla="*/ 2 w 7"/>
                <a:gd name="T31" fmla="*/ 150 h 159"/>
                <a:gd name="T32" fmla="*/ 3 w 7"/>
                <a:gd name="T33" fmla="*/ 148 h 159"/>
                <a:gd name="T34" fmla="*/ 3 w 7"/>
                <a:gd name="T35" fmla="*/ 141 h 159"/>
                <a:gd name="T36" fmla="*/ 3 w 7"/>
                <a:gd name="T37" fmla="*/ 131 h 159"/>
                <a:gd name="T38" fmla="*/ 3 w 7"/>
                <a:gd name="T39" fmla="*/ 125 h 159"/>
                <a:gd name="T40" fmla="*/ 3 w 7"/>
                <a:gd name="T41" fmla="*/ 120 h 159"/>
                <a:gd name="T42" fmla="*/ 3 w 7"/>
                <a:gd name="T43" fmla="*/ 109 h 159"/>
                <a:gd name="T44" fmla="*/ 3 w 7"/>
                <a:gd name="T45" fmla="*/ 100 h 159"/>
                <a:gd name="T46" fmla="*/ 3 w 7"/>
                <a:gd name="T47" fmla="*/ 96 h 159"/>
                <a:gd name="T48" fmla="*/ 3 w 7"/>
                <a:gd name="T49" fmla="*/ 89 h 159"/>
                <a:gd name="T50" fmla="*/ 4 w 7"/>
                <a:gd name="T51" fmla="*/ 82 h 159"/>
                <a:gd name="T52" fmla="*/ 4 w 7"/>
                <a:gd name="T53" fmla="*/ 80 h 159"/>
                <a:gd name="T54" fmla="*/ 4 w 7"/>
                <a:gd name="T55" fmla="*/ 76 h 159"/>
                <a:gd name="T56" fmla="*/ 4 w 7"/>
                <a:gd name="T57" fmla="*/ 66 h 159"/>
                <a:gd name="T58" fmla="*/ 4 w 7"/>
                <a:gd name="T59" fmla="*/ 62 h 159"/>
                <a:gd name="T60" fmla="*/ 4 w 7"/>
                <a:gd name="T61" fmla="*/ 60 h 159"/>
                <a:gd name="T62" fmla="*/ 5 w 7"/>
                <a:gd name="T63" fmla="*/ 52 h 159"/>
                <a:gd name="T64" fmla="*/ 5 w 7"/>
                <a:gd name="T65" fmla="*/ 45 h 159"/>
                <a:gd name="T66" fmla="*/ 5 w 7"/>
                <a:gd name="T67" fmla="*/ 43 h 159"/>
                <a:gd name="T68" fmla="*/ 5 w 7"/>
                <a:gd name="T69" fmla="*/ 39 h 159"/>
                <a:gd name="T70" fmla="*/ 5 w 7"/>
                <a:gd name="T71" fmla="*/ 33 h 159"/>
                <a:gd name="T72" fmla="*/ 5 w 7"/>
                <a:gd name="T73" fmla="*/ 28 h 159"/>
                <a:gd name="T74" fmla="*/ 5 w 7"/>
                <a:gd name="T75" fmla="*/ 26 h 159"/>
                <a:gd name="T76" fmla="*/ 5 w 7"/>
                <a:gd name="T77" fmla="*/ 24 h 159"/>
                <a:gd name="T78" fmla="*/ 5 w 7"/>
                <a:gd name="T79" fmla="*/ 22 h 159"/>
                <a:gd name="T80" fmla="*/ 6 w 7"/>
                <a:gd name="T81" fmla="*/ 20 h 159"/>
                <a:gd name="T82" fmla="*/ 6 w 7"/>
                <a:gd name="T83" fmla="*/ 19 h 159"/>
                <a:gd name="T84" fmla="*/ 6 w 7"/>
                <a:gd name="T85" fmla="*/ 14 h 159"/>
                <a:gd name="T86" fmla="*/ 6 w 7"/>
                <a:gd name="T87" fmla="*/ 10 h 159"/>
                <a:gd name="T88" fmla="*/ 6 w 7"/>
                <a:gd name="T89" fmla="*/ 12 h 159"/>
                <a:gd name="T90" fmla="*/ 6 w 7"/>
                <a:gd name="T91" fmla="*/ 12 h 159"/>
                <a:gd name="T92" fmla="*/ 6 w 7"/>
                <a:gd name="T93" fmla="*/ 9 h 159"/>
                <a:gd name="T94" fmla="*/ 6 w 7"/>
                <a:gd name="T95" fmla="*/ 7 h 159"/>
                <a:gd name="T96" fmla="*/ 6 w 7"/>
                <a:gd name="T97" fmla="*/ 7 h 159"/>
                <a:gd name="T98" fmla="*/ 6 w 7"/>
                <a:gd name="T99" fmla="*/ 3 h 159"/>
                <a:gd name="T100" fmla="*/ 7 w 7"/>
                <a:gd name="T101" fmla="*/ 1 h 159"/>
                <a:gd name="T102" fmla="*/ 7 w 7"/>
                <a:gd name="T103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159">
                  <a:moveTo>
                    <a:pt x="0" y="143"/>
                  </a:moveTo>
                  <a:lnTo>
                    <a:pt x="1" y="150"/>
                  </a:lnTo>
                  <a:lnTo>
                    <a:pt x="1" y="152"/>
                  </a:lnTo>
                  <a:lnTo>
                    <a:pt x="1" y="150"/>
                  </a:lnTo>
                  <a:lnTo>
                    <a:pt x="1" y="153"/>
                  </a:lnTo>
                  <a:lnTo>
                    <a:pt x="1" y="158"/>
                  </a:lnTo>
                  <a:lnTo>
                    <a:pt x="1" y="156"/>
                  </a:lnTo>
                  <a:lnTo>
                    <a:pt x="1" y="154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2" y="153"/>
                  </a:lnTo>
                  <a:lnTo>
                    <a:pt x="2" y="154"/>
                  </a:lnTo>
                  <a:lnTo>
                    <a:pt x="2" y="159"/>
                  </a:lnTo>
                  <a:lnTo>
                    <a:pt x="2" y="158"/>
                  </a:lnTo>
                  <a:lnTo>
                    <a:pt x="2" y="153"/>
                  </a:lnTo>
                  <a:lnTo>
                    <a:pt x="2" y="150"/>
                  </a:lnTo>
                  <a:lnTo>
                    <a:pt x="3" y="148"/>
                  </a:lnTo>
                  <a:lnTo>
                    <a:pt x="3" y="141"/>
                  </a:lnTo>
                  <a:lnTo>
                    <a:pt x="3" y="131"/>
                  </a:lnTo>
                  <a:lnTo>
                    <a:pt x="3" y="125"/>
                  </a:lnTo>
                  <a:lnTo>
                    <a:pt x="3" y="120"/>
                  </a:lnTo>
                  <a:lnTo>
                    <a:pt x="3" y="109"/>
                  </a:lnTo>
                  <a:lnTo>
                    <a:pt x="3" y="100"/>
                  </a:lnTo>
                  <a:lnTo>
                    <a:pt x="3" y="96"/>
                  </a:lnTo>
                  <a:lnTo>
                    <a:pt x="3" y="89"/>
                  </a:lnTo>
                  <a:lnTo>
                    <a:pt x="4" y="82"/>
                  </a:lnTo>
                  <a:lnTo>
                    <a:pt x="4" y="80"/>
                  </a:lnTo>
                  <a:lnTo>
                    <a:pt x="4" y="76"/>
                  </a:lnTo>
                  <a:lnTo>
                    <a:pt x="4" y="66"/>
                  </a:lnTo>
                  <a:lnTo>
                    <a:pt x="4" y="62"/>
                  </a:lnTo>
                  <a:lnTo>
                    <a:pt x="4" y="60"/>
                  </a:lnTo>
                  <a:lnTo>
                    <a:pt x="5" y="52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39"/>
                  </a:lnTo>
                  <a:lnTo>
                    <a:pt x="5" y="33"/>
                  </a:lnTo>
                  <a:lnTo>
                    <a:pt x="5" y="28"/>
                  </a:lnTo>
                  <a:lnTo>
                    <a:pt x="5" y="26"/>
                  </a:lnTo>
                  <a:lnTo>
                    <a:pt x="5" y="24"/>
                  </a:lnTo>
                  <a:lnTo>
                    <a:pt x="5" y="22"/>
                  </a:lnTo>
                  <a:lnTo>
                    <a:pt x="6" y="20"/>
                  </a:lnTo>
                  <a:lnTo>
                    <a:pt x="6" y="19"/>
                  </a:lnTo>
                  <a:lnTo>
                    <a:pt x="6" y="14"/>
                  </a:lnTo>
                  <a:lnTo>
                    <a:pt x="6" y="10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9"/>
                  </a:lnTo>
                  <a:lnTo>
                    <a:pt x="6" y="7"/>
                  </a:lnTo>
                  <a:lnTo>
                    <a:pt x="6" y="7"/>
                  </a:lnTo>
                  <a:lnTo>
                    <a:pt x="6" y="3"/>
                  </a:lnTo>
                  <a:lnTo>
                    <a:pt x="7" y="1"/>
                  </a:lnTo>
                  <a:lnTo>
                    <a:pt x="7" y="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8" name="Freeform 898"/>
            <p:cNvSpPr/>
            <p:nvPr/>
          </p:nvSpPr>
          <p:spPr bwMode="auto">
            <a:xfrm>
              <a:off x="5476" y="9167"/>
              <a:ext cx="15" cy="198"/>
            </a:xfrm>
            <a:custGeom>
              <a:avLst/>
              <a:gdLst>
                <a:gd name="T0" fmla="*/ 0 w 6"/>
                <a:gd name="T1" fmla="*/ 69 h 79"/>
                <a:gd name="T2" fmla="*/ 0 w 6"/>
                <a:gd name="T3" fmla="*/ 68 h 79"/>
                <a:gd name="T4" fmla="*/ 0 w 6"/>
                <a:gd name="T5" fmla="*/ 66 h 79"/>
                <a:gd name="T6" fmla="*/ 0 w 6"/>
                <a:gd name="T7" fmla="*/ 62 h 79"/>
                <a:gd name="T8" fmla="*/ 0 w 6"/>
                <a:gd name="T9" fmla="*/ 59 h 79"/>
                <a:gd name="T10" fmla="*/ 0 w 6"/>
                <a:gd name="T11" fmla="*/ 57 h 79"/>
                <a:gd name="T12" fmla="*/ 1 w 6"/>
                <a:gd name="T13" fmla="*/ 57 h 79"/>
                <a:gd name="T14" fmla="*/ 1 w 6"/>
                <a:gd name="T15" fmla="*/ 55 h 79"/>
                <a:gd name="T16" fmla="*/ 1 w 6"/>
                <a:gd name="T17" fmla="*/ 54 h 79"/>
                <a:gd name="T18" fmla="*/ 1 w 6"/>
                <a:gd name="T19" fmla="*/ 56 h 79"/>
                <a:gd name="T20" fmla="*/ 1 w 6"/>
                <a:gd name="T21" fmla="*/ 55 h 79"/>
                <a:gd name="T22" fmla="*/ 1 w 6"/>
                <a:gd name="T23" fmla="*/ 51 h 79"/>
                <a:gd name="T24" fmla="*/ 1 w 6"/>
                <a:gd name="T25" fmla="*/ 51 h 79"/>
                <a:gd name="T26" fmla="*/ 1 w 6"/>
                <a:gd name="T27" fmla="*/ 49 h 79"/>
                <a:gd name="T28" fmla="*/ 1 w 6"/>
                <a:gd name="T29" fmla="*/ 43 h 79"/>
                <a:gd name="T30" fmla="*/ 2 w 6"/>
                <a:gd name="T31" fmla="*/ 39 h 79"/>
                <a:gd name="T32" fmla="*/ 2 w 6"/>
                <a:gd name="T33" fmla="*/ 37 h 79"/>
                <a:gd name="T34" fmla="*/ 2 w 6"/>
                <a:gd name="T35" fmla="*/ 29 h 79"/>
                <a:gd name="T36" fmla="*/ 2 w 6"/>
                <a:gd name="T37" fmla="*/ 21 h 79"/>
                <a:gd name="T38" fmla="*/ 2 w 6"/>
                <a:gd name="T39" fmla="*/ 16 h 79"/>
                <a:gd name="T40" fmla="*/ 2 w 6"/>
                <a:gd name="T41" fmla="*/ 10 h 79"/>
                <a:gd name="T42" fmla="*/ 3 w 6"/>
                <a:gd name="T43" fmla="*/ 6 h 79"/>
                <a:gd name="T44" fmla="*/ 3 w 6"/>
                <a:gd name="T45" fmla="*/ 4 h 79"/>
                <a:gd name="T46" fmla="*/ 3 w 6"/>
                <a:gd name="T47" fmla="*/ 3 h 79"/>
                <a:gd name="T48" fmla="*/ 3 w 6"/>
                <a:gd name="T49" fmla="*/ 1 h 79"/>
                <a:gd name="T50" fmla="*/ 3 w 6"/>
                <a:gd name="T51" fmla="*/ 0 h 79"/>
                <a:gd name="T52" fmla="*/ 3 w 6"/>
                <a:gd name="T53" fmla="*/ 2 h 79"/>
                <a:gd name="T54" fmla="*/ 3 w 6"/>
                <a:gd name="T55" fmla="*/ 6 h 79"/>
                <a:gd name="T56" fmla="*/ 3 w 6"/>
                <a:gd name="T57" fmla="*/ 7 h 79"/>
                <a:gd name="T58" fmla="*/ 3 w 6"/>
                <a:gd name="T59" fmla="*/ 9 h 79"/>
                <a:gd name="T60" fmla="*/ 4 w 6"/>
                <a:gd name="T61" fmla="*/ 11 h 79"/>
                <a:gd name="T62" fmla="*/ 4 w 6"/>
                <a:gd name="T63" fmla="*/ 12 h 79"/>
                <a:gd name="T64" fmla="*/ 4 w 6"/>
                <a:gd name="T65" fmla="*/ 11 h 79"/>
                <a:gd name="T66" fmla="*/ 4 w 6"/>
                <a:gd name="T67" fmla="*/ 15 h 79"/>
                <a:gd name="T68" fmla="*/ 4 w 6"/>
                <a:gd name="T69" fmla="*/ 18 h 79"/>
                <a:gd name="T70" fmla="*/ 4 w 6"/>
                <a:gd name="T71" fmla="*/ 20 h 79"/>
                <a:gd name="T72" fmla="*/ 4 w 6"/>
                <a:gd name="T73" fmla="*/ 23 h 79"/>
                <a:gd name="T74" fmla="*/ 4 w 6"/>
                <a:gd name="T75" fmla="*/ 24 h 79"/>
                <a:gd name="T76" fmla="*/ 4 w 6"/>
                <a:gd name="T77" fmla="*/ 27 h 79"/>
                <a:gd name="T78" fmla="*/ 5 w 6"/>
                <a:gd name="T79" fmla="*/ 33 h 79"/>
                <a:gd name="T80" fmla="*/ 5 w 6"/>
                <a:gd name="T81" fmla="*/ 39 h 79"/>
                <a:gd name="T82" fmla="*/ 5 w 6"/>
                <a:gd name="T83" fmla="*/ 43 h 79"/>
                <a:gd name="T84" fmla="*/ 5 w 6"/>
                <a:gd name="T85" fmla="*/ 48 h 79"/>
                <a:gd name="T86" fmla="*/ 5 w 6"/>
                <a:gd name="T87" fmla="*/ 53 h 79"/>
                <a:gd name="T88" fmla="*/ 5 w 6"/>
                <a:gd name="T89" fmla="*/ 57 h 79"/>
                <a:gd name="T90" fmla="*/ 6 w 6"/>
                <a:gd name="T91" fmla="*/ 62 h 79"/>
                <a:gd name="T92" fmla="*/ 6 w 6"/>
                <a:gd name="T93" fmla="*/ 67 h 79"/>
                <a:gd name="T94" fmla="*/ 6 w 6"/>
                <a:gd name="T95" fmla="*/ 70 h 79"/>
                <a:gd name="T96" fmla="*/ 6 w 6"/>
                <a:gd name="T97" fmla="*/ 72 h 79"/>
                <a:gd name="T98" fmla="*/ 6 w 6"/>
                <a:gd name="T99" fmla="*/ 74 h 79"/>
                <a:gd name="T100" fmla="*/ 6 w 6"/>
                <a:gd name="T101" fmla="*/ 77 h 79"/>
                <a:gd name="T102" fmla="*/ 6 w 6"/>
                <a:gd name="T103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79">
                  <a:moveTo>
                    <a:pt x="0" y="69"/>
                  </a:moveTo>
                  <a:lnTo>
                    <a:pt x="0" y="68"/>
                  </a:lnTo>
                  <a:lnTo>
                    <a:pt x="0" y="66"/>
                  </a:lnTo>
                  <a:lnTo>
                    <a:pt x="0" y="62"/>
                  </a:lnTo>
                  <a:lnTo>
                    <a:pt x="0" y="59"/>
                  </a:lnTo>
                  <a:lnTo>
                    <a:pt x="0" y="57"/>
                  </a:lnTo>
                  <a:lnTo>
                    <a:pt x="1" y="57"/>
                  </a:lnTo>
                  <a:lnTo>
                    <a:pt x="1" y="55"/>
                  </a:lnTo>
                  <a:lnTo>
                    <a:pt x="1" y="54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3"/>
                  </a:lnTo>
                  <a:lnTo>
                    <a:pt x="2" y="39"/>
                  </a:lnTo>
                  <a:lnTo>
                    <a:pt x="2" y="37"/>
                  </a:lnTo>
                  <a:lnTo>
                    <a:pt x="2" y="29"/>
                  </a:lnTo>
                  <a:lnTo>
                    <a:pt x="2" y="21"/>
                  </a:lnTo>
                  <a:lnTo>
                    <a:pt x="2" y="16"/>
                  </a:lnTo>
                  <a:lnTo>
                    <a:pt x="2" y="10"/>
                  </a:lnTo>
                  <a:lnTo>
                    <a:pt x="3" y="6"/>
                  </a:lnTo>
                  <a:lnTo>
                    <a:pt x="3" y="4"/>
                  </a:lnTo>
                  <a:lnTo>
                    <a:pt x="3" y="3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9"/>
                  </a:lnTo>
                  <a:lnTo>
                    <a:pt x="4" y="11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4" y="15"/>
                  </a:lnTo>
                  <a:lnTo>
                    <a:pt x="4" y="18"/>
                  </a:lnTo>
                  <a:lnTo>
                    <a:pt x="4" y="20"/>
                  </a:lnTo>
                  <a:lnTo>
                    <a:pt x="4" y="23"/>
                  </a:lnTo>
                  <a:lnTo>
                    <a:pt x="4" y="24"/>
                  </a:lnTo>
                  <a:lnTo>
                    <a:pt x="4" y="27"/>
                  </a:lnTo>
                  <a:lnTo>
                    <a:pt x="5" y="33"/>
                  </a:lnTo>
                  <a:lnTo>
                    <a:pt x="5" y="39"/>
                  </a:lnTo>
                  <a:lnTo>
                    <a:pt x="5" y="43"/>
                  </a:lnTo>
                  <a:lnTo>
                    <a:pt x="5" y="48"/>
                  </a:lnTo>
                  <a:lnTo>
                    <a:pt x="5" y="53"/>
                  </a:lnTo>
                  <a:lnTo>
                    <a:pt x="5" y="57"/>
                  </a:lnTo>
                  <a:lnTo>
                    <a:pt x="6" y="62"/>
                  </a:lnTo>
                  <a:lnTo>
                    <a:pt x="6" y="67"/>
                  </a:lnTo>
                  <a:lnTo>
                    <a:pt x="6" y="70"/>
                  </a:lnTo>
                  <a:lnTo>
                    <a:pt x="6" y="72"/>
                  </a:lnTo>
                  <a:lnTo>
                    <a:pt x="6" y="74"/>
                  </a:lnTo>
                  <a:lnTo>
                    <a:pt x="6" y="77"/>
                  </a:lnTo>
                  <a:lnTo>
                    <a:pt x="6" y="79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9" name="Freeform 899"/>
            <p:cNvSpPr/>
            <p:nvPr/>
          </p:nvSpPr>
          <p:spPr bwMode="auto">
            <a:xfrm>
              <a:off x="5491" y="9360"/>
              <a:ext cx="18" cy="145"/>
            </a:xfrm>
            <a:custGeom>
              <a:avLst/>
              <a:gdLst>
                <a:gd name="T0" fmla="*/ 0 w 7"/>
                <a:gd name="T1" fmla="*/ 0 h 58"/>
                <a:gd name="T2" fmla="*/ 0 w 7"/>
                <a:gd name="T3" fmla="*/ 2 h 58"/>
                <a:gd name="T4" fmla="*/ 0 w 7"/>
                <a:gd name="T5" fmla="*/ 5 h 58"/>
                <a:gd name="T6" fmla="*/ 0 w 7"/>
                <a:gd name="T7" fmla="*/ 10 h 58"/>
                <a:gd name="T8" fmla="*/ 1 w 7"/>
                <a:gd name="T9" fmla="*/ 14 h 58"/>
                <a:gd name="T10" fmla="*/ 1 w 7"/>
                <a:gd name="T11" fmla="*/ 15 h 58"/>
                <a:gd name="T12" fmla="*/ 1 w 7"/>
                <a:gd name="T13" fmla="*/ 18 h 58"/>
                <a:gd name="T14" fmla="*/ 1 w 7"/>
                <a:gd name="T15" fmla="*/ 22 h 58"/>
                <a:gd name="T16" fmla="*/ 1 w 7"/>
                <a:gd name="T17" fmla="*/ 24 h 58"/>
                <a:gd name="T18" fmla="*/ 1 w 7"/>
                <a:gd name="T19" fmla="*/ 25 h 58"/>
                <a:gd name="T20" fmla="*/ 1 w 7"/>
                <a:gd name="T21" fmla="*/ 25 h 58"/>
                <a:gd name="T22" fmla="*/ 2 w 7"/>
                <a:gd name="T23" fmla="*/ 25 h 58"/>
                <a:gd name="T24" fmla="*/ 2 w 7"/>
                <a:gd name="T25" fmla="*/ 25 h 58"/>
                <a:gd name="T26" fmla="*/ 2 w 7"/>
                <a:gd name="T27" fmla="*/ 26 h 58"/>
                <a:gd name="T28" fmla="*/ 2 w 7"/>
                <a:gd name="T29" fmla="*/ 25 h 58"/>
                <a:gd name="T30" fmla="*/ 2 w 7"/>
                <a:gd name="T31" fmla="*/ 24 h 58"/>
                <a:gd name="T32" fmla="*/ 2 w 7"/>
                <a:gd name="T33" fmla="*/ 25 h 58"/>
                <a:gd name="T34" fmla="*/ 2 w 7"/>
                <a:gd name="T35" fmla="*/ 23 h 58"/>
                <a:gd name="T36" fmla="*/ 2 w 7"/>
                <a:gd name="T37" fmla="*/ 20 h 58"/>
                <a:gd name="T38" fmla="*/ 2 w 7"/>
                <a:gd name="T39" fmla="*/ 18 h 58"/>
                <a:gd name="T40" fmla="*/ 3 w 7"/>
                <a:gd name="T41" fmla="*/ 15 h 58"/>
                <a:gd name="T42" fmla="*/ 3 w 7"/>
                <a:gd name="T43" fmla="*/ 13 h 58"/>
                <a:gd name="T44" fmla="*/ 3 w 7"/>
                <a:gd name="T45" fmla="*/ 10 h 58"/>
                <a:gd name="T46" fmla="*/ 3 w 7"/>
                <a:gd name="T47" fmla="*/ 8 h 58"/>
                <a:gd name="T48" fmla="*/ 3 w 7"/>
                <a:gd name="T49" fmla="*/ 6 h 58"/>
                <a:gd name="T50" fmla="*/ 3 w 7"/>
                <a:gd name="T51" fmla="*/ 5 h 58"/>
                <a:gd name="T52" fmla="*/ 4 w 7"/>
                <a:gd name="T53" fmla="*/ 5 h 58"/>
                <a:gd name="T54" fmla="*/ 4 w 7"/>
                <a:gd name="T55" fmla="*/ 3 h 58"/>
                <a:gd name="T56" fmla="*/ 4 w 7"/>
                <a:gd name="T57" fmla="*/ 1 h 58"/>
                <a:gd name="T58" fmla="*/ 4 w 7"/>
                <a:gd name="T59" fmla="*/ 1 h 58"/>
                <a:gd name="T60" fmla="*/ 4 w 7"/>
                <a:gd name="T61" fmla="*/ 3 h 58"/>
                <a:gd name="T62" fmla="*/ 4 w 7"/>
                <a:gd name="T63" fmla="*/ 6 h 58"/>
                <a:gd name="T64" fmla="*/ 4 w 7"/>
                <a:gd name="T65" fmla="*/ 8 h 58"/>
                <a:gd name="T66" fmla="*/ 4 w 7"/>
                <a:gd name="T67" fmla="*/ 12 h 58"/>
                <a:gd name="T68" fmla="*/ 4 w 7"/>
                <a:gd name="T69" fmla="*/ 13 h 58"/>
                <a:gd name="T70" fmla="*/ 5 w 7"/>
                <a:gd name="T71" fmla="*/ 14 h 58"/>
                <a:gd name="T72" fmla="*/ 5 w 7"/>
                <a:gd name="T73" fmla="*/ 19 h 58"/>
                <a:gd name="T74" fmla="*/ 5 w 7"/>
                <a:gd name="T75" fmla="*/ 23 h 58"/>
                <a:gd name="T76" fmla="*/ 5 w 7"/>
                <a:gd name="T77" fmla="*/ 24 h 58"/>
                <a:gd name="T78" fmla="*/ 5 w 7"/>
                <a:gd name="T79" fmla="*/ 25 h 58"/>
                <a:gd name="T80" fmla="*/ 5 w 7"/>
                <a:gd name="T81" fmla="*/ 28 h 58"/>
                <a:gd name="T82" fmla="*/ 5 w 7"/>
                <a:gd name="T83" fmla="*/ 29 h 58"/>
                <a:gd name="T84" fmla="*/ 5 w 7"/>
                <a:gd name="T85" fmla="*/ 31 h 58"/>
                <a:gd name="T86" fmla="*/ 5 w 7"/>
                <a:gd name="T87" fmla="*/ 35 h 58"/>
                <a:gd name="T88" fmla="*/ 6 w 7"/>
                <a:gd name="T89" fmla="*/ 37 h 58"/>
                <a:gd name="T90" fmla="*/ 6 w 7"/>
                <a:gd name="T91" fmla="*/ 39 h 58"/>
                <a:gd name="T92" fmla="*/ 6 w 7"/>
                <a:gd name="T93" fmla="*/ 42 h 58"/>
                <a:gd name="T94" fmla="*/ 6 w 7"/>
                <a:gd name="T95" fmla="*/ 45 h 58"/>
                <a:gd name="T96" fmla="*/ 6 w 7"/>
                <a:gd name="T97" fmla="*/ 48 h 58"/>
                <a:gd name="T98" fmla="*/ 6 w 7"/>
                <a:gd name="T99" fmla="*/ 51 h 58"/>
                <a:gd name="T100" fmla="*/ 7 w 7"/>
                <a:gd name="T101" fmla="*/ 54 h 58"/>
                <a:gd name="T102" fmla="*/ 7 w 7"/>
                <a:gd name="T103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" h="58">
                  <a:moveTo>
                    <a:pt x="0" y="0"/>
                  </a:moveTo>
                  <a:lnTo>
                    <a:pt x="0" y="2"/>
                  </a:lnTo>
                  <a:lnTo>
                    <a:pt x="0" y="5"/>
                  </a:lnTo>
                  <a:lnTo>
                    <a:pt x="0" y="10"/>
                  </a:lnTo>
                  <a:lnTo>
                    <a:pt x="1" y="14"/>
                  </a:lnTo>
                  <a:lnTo>
                    <a:pt x="1" y="15"/>
                  </a:lnTo>
                  <a:lnTo>
                    <a:pt x="1" y="18"/>
                  </a:lnTo>
                  <a:lnTo>
                    <a:pt x="1" y="22"/>
                  </a:lnTo>
                  <a:lnTo>
                    <a:pt x="1" y="24"/>
                  </a:lnTo>
                  <a:lnTo>
                    <a:pt x="1" y="25"/>
                  </a:lnTo>
                  <a:lnTo>
                    <a:pt x="1" y="25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2" y="25"/>
                  </a:lnTo>
                  <a:lnTo>
                    <a:pt x="2" y="24"/>
                  </a:lnTo>
                  <a:lnTo>
                    <a:pt x="2" y="25"/>
                  </a:lnTo>
                  <a:lnTo>
                    <a:pt x="2" y="23"/>
                  </a:lnTo>
                  <a:lnTo>
                    <a:pt x="2" y="20"/>
                  </a:lnTo>
                  <a:lnTo>
                    <a:pt x="2" y="18"/>
                  </a:lnTo>
                  <a:lnTo>
                    <a:pt x="3" y="15"/>
                  </a:lnTo>
                  <a:lnTo>
                    <a:pt x="3" y="13"/>
                  </a:lnTo>
                  <a:lnTo>
                    <a:pt x="3" y="10"/>
                  </a:lnTo>
                  <a:lnTo>
                    <a:pt x="3" y="8"/>
                  </a:lnTo>
                  <a:lnTo>
                    <a:pt x="3" y="6"/>
                  </a:lnTo>
                  <a:lnTo>
                    <a:pt x="3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3"/>
                  </a:lnTo>
                  <a:lnTo>
                    <a:pt x="4" y="6"/>
                  </a:lnTo>
                  <a:lnTo>
                    <a:pt x="4" y="8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5" y="14"/>
                  </a:lnTo>
                  <a:lnTo>
                    <a:pt x="5" y="19"/>
                  </a:lnTo>
                  <a:lnTo>
                    <a:pt x="5" y="23"/>
                  </a:lnTo>
                  <a:lnTo>
                    <a:pt x="5" y="24"/>
                  </a:lnTo>
                  <a:lnTo>
                    <a:pt x="5" y="25"/>
                  </a:lnTo>
                  <a:lnTo>
                    <a:pt x="5" y="28"/>
                  </a:lnTo>
                  <a:lnTo>
                    <a:pt x="5" y="29"/>
                  </a:lnTo>
                  <a:lnTo>
                    <a:pt x="5" y="31"/>
                  </a:lnTo>
                  <a:lnTo>
                    <a:pt x="5" y="35"/>
                  </a:lnTo>
                  <a:lnTo>
                    <a:pt x="6" y="37"/>
                  </a:lnTo>
                  <a:lnTo>
                    <a:pt x="6" y="39"/>
                  </a:lnTo>
                  <a:lnTo>
                    <a:pt x="6" y="42"/>
                  </a:lnTo>
                  <a:lnTo>
                    <a:pt x="6" y="45"/>
                  </a:lnTo>
                  <a:lnTo>
                    <a:pt x="6" y="48"/>
                  </a:lnTo>
                  <a:lnTo>
                    <a:pt x="6" y="51"/>
                  </a:lnTo>
                  <a:lnTo>
                    <a:pt x="7" y="54"/>
                  </a:lnTo>
                  <a:lnTo>
                    <a:pt x="7" y="58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40" name="Freeform 900"/>
            <p:cNvSpPr/>
            <p:nvPr/>
          </p:nvSpPr>
          <p:spPr bwMode="auto">
            <a:xfrm>
              <a:off x="5509" y="9435"/>
              <a:ext cx="15" cy="163"/>
            </a:xfrm>
            <a:custGeom>
              <a:avLst/>
              <a:gdLst>
                <a:gd name="T0" fmla="*/ 0 w 6"/>
                <a:gd name="T1" fmla="*/ 24 h 65"/>
                <a:gd name="T2" fmla="*/ 0 w 6"/>
                <a:gd name="T3" fmla="*/ 28 h 65"/>
                <a:gd name="T4" fmla="*/ 0 w 6"/>
                <a:gd name="T5" fmla="*/ 29 h 65"/>
                <a:gd name="T6" fmla="*/ 0 w 6"/>
                <a:gd name="T7" fmla="*/ 27 h 65"/>
                <a:gd name="T8" fmla="*/ 0 w 6"/>
                <a:gd name="T9" fmla="*/ 28 h 65"/>
                <a:gd name="T10" fmla="*/ 0 w 6"/>
                <a:gd name="T11" fmla="*/ 31 h 65"/>
                <a:gd name="T12" fmla="*/ 0 w 6"/>
                <a:gd name="T13" fmla="*/ 29 h 65"/>
                <a:gd name="T14" fmla="*/ 0 w 6"/>
                <a:gd name="T15" fmla="*/ 26 h 65"/>
                <a:gd name="T16" fmla="*/ 0 w 6"/>
                <a:gd name="T17" fmla="*/ 24 h 65"/>
                <a:gd name="T18" fmla="*/ 1 w 6"/>
                <a:gd name="T19" fmla="*/ 24 h 65"/>
                <a:gd name="T20" fmla="*/ 1 w 6"/>
                <a:gd name="T21" fmla="*/ 23 h 65"/>
                <a:gd name="T22" fmla="*/ 1 w 6"/>
                <a:gd name="T23" fmla="*/ 22 h 65"/>
                <a:gd name="T24" fmla="*/ 1 w 6"/>
                <a:gd name="T25" fmla="*/ 20 h 65"/>
                <a:gd name="T26" fmla="*/ 1 w 6"/>
                <a:gd name="T27" fmla="*/ 19 h 65"/>
                <a:gd name="T28" fmla="*/ 1 w 6"/>
                <a:gd name="T29" fmla="*/ 21 h 65"/>
                <a:gd name="T30" fmla="*/ 2 w 6"/>
                <a:gd name="T31" fmla="*/ 20 h 65"/>
                <a:gd name="T32" fmla="*/ 2 w 6"/>
                <a:gd name="T33" fmla="*/ 18 h 65"/>
                <a:gd name="T34" fmla="*/ 2 w 6"/>
                <a:gd name="T35" fmla="*/ 14 h 65"/>
                <a:gd name="T36" fmla="*/ 2 w 6"/>
                <a:gd name="T37" fmla="*/ 13 h 65"/>
                <a:gd name="T38" fmla="*/ 2 w 6"/>
                <a:gd name="T39" fmla="*/ 16 h 65"/>
                <a:gd name="T40" fmla="*/ 2 w 6"/>
                <a:gd name="T41" fmla="*/ 14 h 65"/>
                <a:gd name="T42" fmla="*/ 2 w 6"/>
                <a:gd name="T43" fmla="*/ 7 h 65"/>
                <a:gd name="T44" fmla="*/ 2 w 6"/>
                <a:gd name="T45" fmla="*/ 6 h 65"/>
                <a:gd name="T46" fmla="*/ 2 w 6"/>
                <a:gd name="T47" fmla="*/ 7 h 65"/>
                <a:gd name="T48" fmla="*/ 3 w 6"/>
                <a:gd name="T49" fmla="*/ 2 h 65"/>
                <a:gd name="T50" fmla="*/ 3 w 6"/>
                <a:gd name="T51" fmla="*/ 0 h 65"/>
                <a:gd name="T52" fmla="*/ 3 w 6"/>
                <a:gd name="T53" fmla="*/ 6 h 65"/>
                <a:gd name="T54" fmla="*/ 3 w 6"/>
                <a:gd name="T55" fmla="*/ 6 h 65"/>
                <a:gd name="T56" fmla="*/ 3 w 6"/>
                <a:gd name="T57" fmla="*/ 4 h 65"/>
                <a:gd name="T58" fmla="*/ 3 w 6"/>
                <a:gd name="T59" fmla="*/ 6 h 65"/>
                <a:gd name="T60" fmla="*/ 3 w 6"/>
                <a:gd name="T61" fmla="*/ 12 h 65"/>
                <a:gd name="T62" fmla="*/ 3 w 6"/>
                <a:gd name="T63" fmla="*/ 17 h 65"/>
                <a:gd name="T64" fmla="*/ 3 w 6"/>
                <a:gd name="T65" fmla="*/ 23 h 65"/>
                <a:gd name="T66" fmla="*/ 3 w 6"/>
                <a:gd name="T67" fmla="*/ 26 h 65"/>
                <a:gd name="T68" fmla="*/ 4 w 6"/>
                <a:gd name="T69" fmla="*/ 26 h 65"/>
                <a:gd name="T70" fmla="*/ 4 w 6"/>
                <a:gd name="T71" fmla="*/ 26 h 65"/>
                <a:gd name="T72" fmla="*/ 4 w 6"/>
                <a:gd name="T73" fmla="*/ 29 h 65"/>
                <a:gd name="T74" fmla="*/ 4 w 6"/>
                <a:gd name="T75" fmla="*/ 35 h 65"/>
                <a:gd name="T76" fmla="*/ 4 w 6"/>
                <a:gd name="T77" fmla="*/ 37 h 65"/>
                <a:gd name="T78" fmla="*/ 4 w 6"/>
                <a:gd name="T79" fmla="*/ 34 h 65"/>
                <a:gd name="T80" fmla="*/ 5 w 6"/>
                <a:gd name="T81" fmla="*/ 36 h 65"/>
                <a:gd name="T82" fmla="*/ 5 w 6"/>
                <a:gd name="T83" fmla="*/ 40 h 65"/>
                <a:gd name="T84" fmla="*/ 5 w 6"/>
                <a:gd name="T85" fmla="*/ 39 h 65"/>
                <a:gd name="T86" fmla="*/ 5 w 6"/>
                <a:gd name="T87" fmla="*/ 41 h 65"/>
                <a:gd name="T88" fmla="*/ 5 w 6"/>
                <a:gd name="T89" fmla="*/ 49 h 65"/>
                <a:gd name="T90" fmla="*/ 5 w 6"/>
                <a:gd name="T91" fmla="*/ 55 h 65"/>
                <a:gd name="T92" fmla="*/ 5 w 6"/>
                <a:gd name="T93" fmla="*/ 56 h 65"/>
                <a:gd name="T94" fmla="*/ 5 w 6"/>
                <a:gd name="T95" fmla="*/ 56 h 65"/>
                <a:gd name="T96" fmla="*/ 5 w 6"/>
                <a:gd name="T97" fmla="*/ 55 h 65"/>
                <a:gd name="T98" fmla="*/ 6 w 6"/>
                <a:gd name="T99" fmla="*/ 60 h 65"/>
                <a:gd name="T100" fmla="*/ 6 w 6"/>
                <a:gd name="T101" fmla="*/ 65 h 65"/>
                <a:gd name="T102" fmla="*/ 6 w 6"/>
                <a:gd name="T103" fmla="*/ 6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65">
                  <a:moveTo>
                    <a:pt x="0" y="24"/>
                  </a:moveTo>
                  <a:lnTo>
                    <a:pt x="0" y="28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1"/>
                  </a:lnTo>
                  <a:lnTo>
                    <a:pt x="0" y="29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2" y="20"/>
                  </a:lnTo>
                  <a:lnTo>
                    <a:pt x="2" y="18"/>
                  </a:lnTo>
                  <a:lnTo>
                    <a:pt x="2" y="14"/>
                  </a:lnTo>
                  <a:lnTo>
                    <a:pt x="2" y="13"/>
                  </a:lnTo>
                  <a:lnTo>
                    <a:pt x="2" y="16"/>
                  </a:lnTo>
                  <a:lnTo>
                    <a:pt x="2" y="14"/>
                  </a:lnTo>
                  <a:lnTo>
                    <a:pt x="2" y="7"/>
                  </a:lnTo>
                  <a:lnTo>
                    <a:pt x="2" y="6"/>
                  </a:lnTo>
                  <a:lnTo>
                    <a:pt x="2" y="7"/>
                  </a:lnTo>
                  <a:lnTo>
                    <a:pt x="3" y="2"/>
                  </a:lnTo>
                  <a:lnTo>
                    <a:pt x="3" y="0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4"/>
                  </a:lnTo>
                  <a:lnTo>
                    <a:pt x="3" y="6"/>
                  </a:lnTo>
                  <a:lnTo>
                    <a:pt x="3" y="12"/>
                  </a:lnTo>
                  <a:lnTo>
                    <a:pt x="3" y="17"/>
                  </a:lnTo>
                  <a:lnTo>
                    <a:pt x="3" y="23"/>
                  </a:lnTo>
                  <a:lnTo>
                    <a:pt x="3" y="26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4" y="29"/>
                  </a:lnTo>
                  <a:lnTo>
                    <a:pt x="4" y="35"/>
                  </a:lnTo>
                  <a:lnTo>
                    <a:pt x="4" y="37"/>
                  </a:lnTo>
                  <a:lnTo>
                    <a:pt x="4" y="34"/>
                  </a:lnTo>
                  <a:lnTo>
                    <a:pt x="5" y="36"/>
                  </a:lnTo>
                  <a:lnTo>
                    <a:pt x="5" y="40"/>
                  </a:lnTo>
                  <a:lnTo>
                    <a:pt x="5" y="39"/>
                  </a:lnTo>
                  <a:lnTo>
                    <a:pt x="5" y="41"/>
                  </a:lnTo>
                  <a:lnTo>
                    <a:pt x="5" y="49"/>
                  </a:lnTo>
                  <a:lnTo>
                    <a:pt x="5" y="55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5"/>
                  </a:lnTo>
                  <a:lnTo>
                    <a:pt x="6" y="60"/>
                  </a:lnTo>
                  <a:lnTo>
                    <a:pt x="6" y="65"/>
                  </a:lnTo>
                  <a:lnTo>
                    <a:pt x="6" y="63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41" name="Freeform 901"/>
            <p:cNvSpPr/>
            <p:nvPr/>
          </p:nvSpPr>
          <p:spPr bwMode="auto">
            <a:xfrm>
              <a:off x="5524" y="9372"/>
              <a:ext cx="15" cy="250"/>
            </a:xfrm>
            <a:custGeom>
              <a:avLst/>
              <a:gdLst>
                <a:gd name="T0" fmla="*/ 0 w 6"/>
                <a:gd name="T1" fmla="*/ 90 h 100"/>
                <a:gd name="T2" fmla="*/ 0 w 6"/>
                <a:gd name="T3" fmla="*/ 88 h 100"/>
                <a:gd name="T4" fmla="*/ 0 w 6"/>
                <a:gd name="T5" fmla="*/ 86 h 100"/>
                <a:gd name="T6" fmla="*/ 0 w 6"/>
                <a:gd name="T7" fmla="*/ 89 h 100"/>
                <a:gd name="T8" fmla="*/ 0 w 6"/>
                <a:gd name="T9" fmla="*/ 89 h 100"/>
                <a:gd name="T10" fmla="*/ 1 w 6"/>
                <a:gd name="T11" fmla="*/ 88 h 100"/>
                <a:gd name="T12" fmla="*/ 1 w 6"/>
                <a:gd name="T13" fmla="*/ 88 h 100"/>
                <a:gd name="T14" fmla="*/ 1 w 6"/>
                <a:gd name="T15" fmla="*/ 89 h 100"/>
                <a:gd name="T16" fmla="*/ 1 w 6"/>
                <a:gd name="T17" fmla="*/ 91 h 100"/>
                <a:gd name="T18" fmla="*/ 1 w 6"/>
                <a:gd name="T19" fmla="*/ 90 h 100"/>
                <a:gd name="T20" fmla="*/ 1 w 6"/>
                <a:gd name="T21" fmla="*/ 88 h 100"/>
                <a:gd name="T22" fmla="*/ 1 w 6"/>
                <a:gd name="T23" fmla="*/ 87 h 100"/>
                <a:gd name="T24" fmla="*/ 1 w 6"/>
                <a:gd name="T25" fmla="*/ 86 h 100"/>
                <a:gd name="T26" fmla="*/ 1 w 6"/>
                <a:gd name="T27" fmla="*/ 84 h 100"/>
                <a:gd name="T28" fmla="*/ 2 w 6"/>
                <a:gd name="T29" fmla="*/ 90 h 100"/>
                <a:gd name="T30" fmla="*/ 2 w 6"/>
                <a:gd name="T31" fmla="*/ 99 h 100"/>
                <a:gd name="T32" fmla="*/ 2 w 6"/>
                <a:gd name="T33" fmla="*/ 96 h 100"/>
                <a:gd name="T34" fmla="*/ 2 w 6"/>
                <a:gd name="T35" fmla="*/ 93 h 100"/>
                <a:gd name="T36" fmla="*/ 2 w 6"/>
                <a:gd name="T37" fmla="*/ 96 h 100"/>
                <a:gd name="T38" fmla="*/ 2 w 6"/>
                <a:gd name="T39" fmla="*/ 97 h 100"/>
                <a:gd name="T40" fmla="*/ 2 w 6"/>
                <a:gd name="T41" fmla="*/ 96 h 100"/>
                <a:gd name="T42" fmla="*/ 2 w 6"/>
                <a:gd name="T43" fmla="*/ 99 h 100"/>
                <a:gd name="T44" fmla="*/ 2 w 6"/>
                <a:gd name="T45" fmla="*/ 100 h 100"/>
                <a:gd name="T46" fmla="*/ 3 w 6"/>
                <a:gd name="T47" fmla="*/ 96 h 100"/>
                <a:gd name="T48" fmla="*/ 3 w 6"/>
                <a:gd name="T49" fmla="*/ 92 h 100"/>
                <a:gd name="T50" fmla="*/ 3 w 6"/>
                <a:gd name="T51" fmla="*/ 91 h 100"/>
                <a:gd name="T52" fmla="*/ 3 w 6"/>
                <a:gd name="T53" fmla="*/ 93 h 100"/>
                <a:gd name="T54" fmla="*/ 3 w 6"/>
                <a:gd name="T55" fmla="*/ 94 h 100"/>
                <a:gd name="T56" fmla="*/ 3 w 6"/>
                <a:gd name="T57" fmla="*/ 92 h 100"/>
                <a:gd name="T58" fmla="*/ 4 w 6"/>
                <a:gd name="T59" fmla="*/ 90 h 100"/>
                <a:gd name="T60" fmla="*/ 4 w 6"/>
                <a:gd name="T61" fmla="*/ 84 h 100"/>
                <a:gd name="T62" fmla="*/ 4 w 6"/>
                <a:gd name="T63" fmla="*/ 72 h 100"/>
                <a:gd name="T64" fmla="*/ 4 w 6"/>
                <a:gd name="T65" fmla="*/ 67 h 100"/>
                <a:gd name="T66" fmla="*/ 4 w 6"/>
                <a:gd name="T67" fmla="*/ 68 h 100"/>
                <a:gd name="T68" fmla="*/ 4 w 6"/>
                <a:gd name="T69" fmla="*/ 61 h 100"/>
                <a:gd name="T70" fmla="*/ 4 w 6"/>
                <a:gd name="T71" fmla="*/ 52 h 100"/>
                <a:gd name="T72" fmla="*/ 4 w 6"/>
                <a:gd name="T73" fmla="*/ 49 h 100"/>
                <a:gd name="T74" fmla="*/ 4 w 6"/>
                <a:gd name="T75" fmla="*/ 47 h 100"/>
                <a:gd name="T76" fmla="*/ 5 w 6"/>
                <a:gd name="T77" fmla="*/ 45 h 100"/>
                <a:gd name="T78" fmla="*/ 5 w 6"/>
                <a:gd name="T79" fmla="*/ 44 h 100"/>
                <a:gd name="T80" fmla="*/ 5 w 6"/>
                <a:gd name="T81" fmla="*/ 41 h 100"/>
                <a:gd name="T82" fmla="*/ 5 w 6"/>
                <a:gd name="T83" fmla="*/ 38 h 100"/>
                <a:gd name="T84" fmla="*/ 5 w 6"/>
                <a:gd name="T85" fmla="*/ 35 h 100"/>
                <a:gd name="T86" fmla="*/ 5 w 6"/>
                <a:gd name="T87" fmla="*/ 29 h 100"/>
                <a:gd name="T88" fmla="*/ 5 w 6"/>
                <a:gd name="T89" fmla="*/ 24 h 100"/>
                <a:gd name="T90" fmla="*/ 6 w 6"/>
                <a:gd name="T91" fmla="*/ 18 h 100"/>
                <a:gd name="T92" fmla="*/ 6 w 6"/>
                <a:gd name="T93" fmla="*/ 12 h 100"/>
                <a:gd name="T94" fmla="*/ 6 w 6"/>
                <a:gd name="T95" fmla="*/ 14 h 100"/>
                <a:gd name="T96" fmla="*/ 6 w 6"/>
                <a:gd name="T97" fmla="*/ 14 h 100"/>
                <a:gd name="T98" fmla="*/ 6 w 6"/>
                <a:gd name="T99" fmla="*/ 4 h 100"/>
                <a:gd name="T100" fmla="*/ 6 w 6"/>
                <a:gd name="T101" fmla="*/ 0 h 100"/>
                <a:gd name="T102" fmla="*/ 6 w 6"/>
                <a:gd name="T103" fmla="*/ 5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100">
                  <a:moveTo>
                    <a:pt x="0" y="90"/>
                  </a:moveTo>
                  <a:lnTo>
                    <a:pt x="0" y="88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1" y="88"/>
                  </a:lnTo>
                  <a:lnTo>
                    <a:pt x="1" y="88"/>
                  </a:lnTo>
                  <a:lnTo>
                    <a:pt x="1" y="89"/>
                  </a:lnTo>
                  <a:lnTo>
                    <a:pt x="1" y="91"/>
                  </a:lnTo>
                  <a:lnTo>
                    <a:pt x="1" y="90"/>
                  </a:lnTo>
                  <a:lnTo>
                    <a:pt x="1" y="88"/>
                  </a:lnTo>
                  <a:lnTo>
                    <a:pt x="1" y="87"/>
                  </a:lnTo>
                  <a:lnTo>
                    <a:pt x="1" y="86"/>
                  </a:lnTo>
                  <a:lnTo>
                    <a:pt x="1" y="84"/>
                  </a:lnTo>
                  <a:lnTo>
                    <a:pt x="2" y="90"/>
                  </a:lnTo>
                  <a:lnTo>
                    <a:pt x="2" y="99"/>
                  </a:lnTo>
                  <a:lnTo>
                    <a:pt x="2" y="96"/>
                  </a:lnTo>
                  <a:lnTo>
                    <a:pt x="2" y="93"/>
                  </a:lnTo>
                  <a:lnTo>
                    <a:pt x="2" y="96"/>
                  </a:lnTo>
                  <a:lnTo>
                    <a:pt x="2" y="97"/>
                  </a:lnTo>
                  <a:lnTo>
                    <a:pt x="2" y="96"/>
                  </a:lnTo>
                  <a:lnTo>
                    <a:pt x="2" y="99"/>
                  </a:lnTo>
                  <a:lnTo>
                    <a:pt x="2" y="100"/>
                  </a:lnTo>
                  <a:lnTo>
                    <a:pt x="3" y="96"/>
                  </a:lnTo>
                  <a:lnTo>
                    <a:pt x="3" y="92"/>
                  </a:lnTo>
                  <a:lnTo>
                    <a:pt x="3" y="91"/>
                  </a:lnTo>
                  <a:lnTo>
                    <a:pt x="3" y="93"/>
                  </a:lnTo>
                  <a:lnTo>
                    <a:pt x="3" y="94"/>
                  </a:lnTo>
                  <a:lnTo>
                    <a:pt x="3" y="92"/>
                  </a:lnTo>
                  <a:lnTo>
                    <a:pt x="4" y="90"/>
                  </a:lnTo>
                  <a:lnTo>
                    <a:pt x="4" y="84"/>
                  </a:lnTo>
                  <a:lnTo>
                    <a:pt x="4" y="72"/>
                  </a:lnTo>
                  <a:lnTo>
                    <a:pt x="4" y="67"/>
                  </a:lnTo>
                  <a:lnTo>
                    <a:pt x="4" y="68"/>
                  </a:lnTo>
                  <a:lnTo>
                    <a:pt x="4" y="61"/>
                  </a:lnTo>
                  <a:lnTo>
                    <a:pt x="4" y="52"/>
                  </a:lnTo>
                  <a:lnTo>
                    <a:pt x="4" y="49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5" y="41"/>
                  </a:lnTo>
                  <a:lnTo>
                    <a:pt x="5" y="38"/>
                  </a:lnTo>
                  <a:lnTo>
                    <a:pt x="5" y="35"/>
                  </a:lnTo>
                  <a:lnTo>
                    <a:pt x="5" y="29"/>
                  </a:lnTo>
                  <a:lnTo>
                    <a:pt x="5" y="24"/>
                  </a:lnTo>
                  <a:lnTo>
                    <a:pt x="6" y="18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6" y="4"/>
                  </a:lnTo>
                  <a:lnTo>
                    <a:pt x="6" y="0"/>
                  </a:lnTo>
                  <a:lnTo>
                    <a:pt x="6" y="5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42" name="Freeform 902"/>
            <p:cNvSpPr/>
            <p:nvPr/>
          </p:nvSpPr>
          <p:spPr bwMode="auto">
            <a:xfrm>
              <a:off x="5539" y="9292"/>
              <a:ext cx="15" cy="103"/>
            </a:xfrm>
            <a:custGeom>
              <a:avLst/>
              <a:gdLst>
                <a:gd name="T0" fmla="*/ 0 w 6"/>
                <a:gd name="T1" fmla="*/ 32 h 41"/>
                <a:gd name="T2" fmla="*/ 0 w 6"/>
                <a:gd name="T3" fmla="*/ 37 h 41"/>
                <a:gd name="T4" fmla="*/ 0 w 6"/>
                <a:gd name="T5" fmla="*/ 37 h 41"/>
                <a:gd name="T6" fmla="*/ 0 w 6"/>
                <a:gd name="T7" fmla="*/ 37 h 41"/>
                <a:gd name="T8" fmla="*/ 1 w 6"/>
                <a:gd name="T9" fmla="*/ 41 h 41"/>
                <a:gd name="T10" fmla="*/ 1 w 6"/>
                <a:gd name="T11" fmla="*/ 40 h 41"/>
                <a:gd name="T12" fmla="*/ 1 w 6"/>
                <a:gd name="T13" fmla="*/ 32 h 41"/>
                <a:gd name="T14" fmla="*/ 1 w 6"/>
                <a:gd name="T15" fmla="*/ 26 h 41"/>
                <a:gd name="T16" fmla="*/ 1 w 6"/>
                <a:gd name="T17" fmla="*/ 28 h 41"/>
                <a:gd name="T18" fmla="*/ 1 w 6"/>
                <a:gd name="T19" fmla="*/ 32 h 41"/>
                <a:gd name="T20" fmla="*/ 1 w 6"/>
                <a:gd name="T21" fmla="*/ 30 h 41"/>
                <a:gd name="T22" fmla="*/ 1 w 6"/>
                <a:gd name="T23" fmla="*/ 26 h 41"/>
                <a:gd name="T24" fmla="*/ 1 w 6"/>
                <a:gd name="T25" fmla="*/ 24 h 41"/>
                <a:gd name="T26" fmla="*/ 2 w 6"/>
                <a:gd name="T27" fmla="*/ 22 h 41"/>
                <a:gd name="T28" fmla="*/ 2 w 6"/>
                <a:gd name="T29" fmla="*/ 18 h 41"/>
                <a:gd name="T30" fmla="*/ 2 w 6"/>
                <a:gd name="T31" fmla="*/ 22 h 41"/>
                <a:gd name="T32" fmla="*/ 2 w 6"/>
                <a:gd name="T33" fmla="*/ 29 h 41"/>
                <a:gd name="T34" fmla="*/ 2 w 6"/>
                <a:gd name="T35" fmla="*/ 28 h 41"/>
                <a:gd name="T36" fmla="*/ 2 w 6"/>
                <a:gd name="T37" fmla="*/ 26 h 41"/>
                <a:gd name="T38" fmla="*/ 3 w 6"/>
                <a:gd name="T39" fmla="*/ 26 h 41"/>
                <a:gd name="T40" fmla="*/ 3 w 6"/>
                <a:gd name="T41" fmla="*/ 27 h 41"/>
                <a:gd name="T42" fmla="*/ 3 w 6"/>
                <a:gd name="T43" fmla="*/ 29 h 41"/>
                <a:gd name="T44" fmla="*/ 3 w 6"/>
                <a:gd name="T45" fmla="*/ 32 h 41"/>
                <a:gd name="T46" fmla="*/ 3 w 6"/>
                <a:gd name="T47" fmla="*/ 31 h 41"/>
                <a:gd name="T48" fmla="*/ 3 w 6"/>
                <a:gd name="T49" fmla="*/ 28 h 41"/>
                <a:gd name="T50" fmla="*/ 3 w 6"/>
                <a:gd name="T51" fmla="*/ 26 h 41"/>
                <a:gd name="T52" fmla="*/ 3 w 6"/>
                <a:gd name="T53" fmla="*/ 22 h 41"/>
                <a:gd name="T54" fmla="*/ 3 w 6"/>
                <a:gd name="T55" fmla="*/ 22 h 41"/>
                <a:gd name="T56" fmla="*/ 4 w 6"/>
                <a:gd name="T57" fmla="*/ 20 h 41"/>
                <a:gd name="T58" fmla="*/ 4 w 6"/>
                <a:gd name="T59" fmla="*/ 15 h 41"/>
                <a:gd name="T60" fmla="*/ 4 w 6"/>
                <a:gd name="T61" fmla="*/ 13 h 41"/>
                <a:gd name="T62" fmla="*/ 4 w 6"/>
                <a:gd name="T63" fmla="*/ 15 h 41"/>
                <a:gd name="T64" fmla="*/ 4 w 6"/>
                <a:gd name="T65" fmla="*/ 10 h 41"/>
                <a:gd name="T66" fmla="*/ 4 w 6"/>
                <a:gd name="T67" fmla="*/ 5 h 41"/>
                <a:gd name="T68" fmla="*/ 5 w 6"/>
                <a:gd name="T69" fmla="*/ 5 h 41"/>
                <a:gd name="T70" fmla="*/ 5 w 6"/>
                <a:gd name="T71" fmla="*/ 7 h 41"/>
                <a:gd name="T72" fmla="*/ 5 w 6"/>
                <a:gd name="T73" fmla="*/ 9 h 41"/>
                <a:gd name="T74" fmla="*/ 5 w 6"/>
                <a:gd name="T75" fmla="*/ 8 h 41"/>
                <a:gd name="T76" fmla="*/ 5 w 6"/>
                <a:gd name="T77" fmla="*/ 3 h 41"/>
                <a:gd name="T78" fmla="*/ 5 w 6"/>
                <a:gd name="T79" fmla="*/ 1 h 41"/>
                <a:gd name="T80" fmla="*/ 5 w 6"/>
                <a:gd name="T81" fmla="*/ 2 h 41"/>
                <a:gd name="T82" fmla="*/ 5 w 6"/>
                <a:gd name="T83" fmla="*/ 2 h 41"/>
                <a:gd name="T84" fmla="*/ 5 w 6"/>
                <a:gd name="T85" fmla="*/ 3 h 41"/>
                <a:gd name="T86" fmla="*/ 6 w 6"/>
                <a:gd name="T87" fmla="*/ 4 h 41"/>
                <a:gd name="T88" fmla="*/ 6 w 6"/>
                <a:gd name="T89" fmla="*/ 2 h 41"/>
                <a:gd name="T90" fmla="*/ 6 w 6"/>
                <a:gd name="T91" fmla="*/ 0 h 41"/>
                <a:gd name="T92" fmla="*/ 6 w 6"/>
                <a:gd name="T93" fmla="*/ 0 h 41"/>
                <a:gd name="T94" fmla="*/ 6 w 6"/>
                <a:gd name="T95" fmla="*/ 2 h 41"/>
                <a:gd name="T96" fmla="*/ 6 w 6"/>
                <a:gd name="T97" fmla="*/ 6 h 41"/>
                <a:gd name="T98" fmla="*/ 6 w 6"/>
                <a:gd name="T99" fmla="*/ 7 h 41"/>
                <a:gd name="T100" fmla="*/ 6 w 6"/>
                <a:gd name="T101" fmla="*/ 7 h 41"/>
                <a:gd name="T102" fmla="*/ 6 w 6"/>
                <a:gd name="T103" fmla="*/ 1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" h="41">
                  <a:moveTo>
                    <a:pt x="0" y="32"/>
                  </a:move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" y="41"/>
                  </a:lnTo>
                  <a:lnTo>
                    <a:pt x="1" y="40"/>
                  </a:lnTo>
                  <a:lnTo>
                    <a:pt x="1" y="32"/>
                  </a:lnTo>
                  <a:lnTo>
                    <a:pt x="1" y="26"/>
                  </a:lnTo>
                  <a:lnTo>
                    <a:pt x="1" y="28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6"/>
                  </a:lnTo>
                  <a:lnTo>
                    <a:pt x="1" y="24"/>
                  </a:lnTo>
                  <a:lnTo>
                    <a:pt x="2" y="22"/>
                  </a:lnTo>
                  <a:lnTo>
                    <a:pt x="2" y="18"/>
                  </a:lnTo>
                  <a:lnTo>
                    <a:pt x="2" y="22"/>
                  </a:lnTo>
                  <a:lnTo>
                    <a:pt x="2" y="29"/>
                  </a:lnTo>
                  <a:lnTo>
                    <a:pt x="2" y="28"/>
                  </a:lnTo>
                  <a:lnTo>
                    <a:pt x="2" y="26"/>
                  </a:lnTo>
                  <a:lnTo>
                    <a:pt x="3" y="26"/>
                  </a:lnTo>
                  <a:lnTo>
                    <a:pt x="3" y="27"/>
                  </a:lnTo>
                  <a:lnTo>
                    <a:pt x="3" y="29"/>
                  </a:lnTo>
                  <a:lnTo>
                    <a:pt x="3" y="32"/>
                  </a:lnTo>
                  <a:lnTo>
                    <a:pt x="3" y="31"/>
                  </a:lnTo>
                  <a:lnTo>
                    <a:pt x="3" y="28"/>
                  </a:lnTo>
                  <a:lnTo>
                    <a:pt x="3" y="26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4" y="20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4" y="10"/>
                  </a:lnTo>
                  <a:lnTo>
                    <a:pt x="4" y="5"/>
                  </a:lnTo>
                  <a:lnTo>
                    <a:pt x="5" y="5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8"/>
                  </a:lnTo>
                  <a:lnTo>
                    <a:pt x="5" y="3"/>
                  </a:lnTo>
                  <a:lnTo>
                    <a:pt x="5" y="1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3"/>
                  </a:lnTo>
                  <a:lnTo>
                    <a:pt x="6" y="4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6"/>
                  </a:lnTo>
                  <a:lnTo>
                    <a:pt x="6" y="7"/>
                  </a:lnTo>
                  <a:lnTo>
                    <a:pt x="6" y="7"/>
                  </a:lnTo>
                  <a:lnTo>
                    <a:pt x="6" y="10"/>
                  </a:lnTo>
                </a:path>
              </a:pathLst>
            </a:custGeom>
            <a:noFill/>
            <a:ln w="6350" cap="flat">
              <a:solidFill>
                <a:srgbClr val="00FF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sp>
        <p:nvSpPr>
          <p:cNvPr id="583" name="文本框 582"/>
          <p:cNvSpPr txBox="1"/>
          <p:nvPr/>
        </p:nvSpPr>
        <p:spPr>
          <a:xfrm>
            <a:off x="1323340" y="4025265"/>
            <a:ext cx="69977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0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频域</a:t>
            </a:r>
            <a:endParaRPr lang="zh-CN" altLang="en-US" sz="20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84" name="文本框 583"/>
          <p:cNvSpPr txBox="1"/>
          <p:nvPr/>
        </p:nvSpPr>
        <p:spPr>
          <a:xfrm>
            <a:off x="1349375" y="2795905"/>
            <a:ext cx="69977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0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时域</a:t>
            </a:r>
            <a:endParaRPr lang="zh-CN" altLang="en-US" sz="20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-635" y="1313815"/>
            <a:ext cx="121932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800">
                <a:sym typeface="+mn-ea"/>
              </a:rPr>
              <a:t>（</a:t>
            </a:r>
            <a:r>
              <a:rPr lang="en-US" altLang="zh-CN" sz="2800">
                <a:sym typeface="+mn-ea"/>
              </a:rPr>
              <a:t>2</a:t>
            </a:r>
            <a:r>
              <a:rPr lang="zh-CN" altLang="en-US" sz="2800">
                <a:sym typeface="+mn-ea"/>
              </a:rPr>
              <a:t>）噪声样本</a:t>
            </a:r>
            <a:r>
              <a:rPr lang="zh-CN" altLang="en-US" sz="2800">
                <a:sym typeface="+mn-ea"/>
              </a:rPr>
              <a:t>数据集比对噪声算法</a:t>
            </a:r>
            <a:endParaRPr lang="zh-CN" altLang="en-US" sz="2800">
              <a:sym typeface="+mn-ea"/>
            </a:endParaRPr>
          </a:p>
        </p:txBody>
      </p:sp>
      <p:cxnSp>
        <p:nvCxnSpPr>
          <p:cNvPr id="585" name="直接箭头连接符 584"/>
          <p:cNvCxnSpPr/>
          <p:nvPr/>
        </p:nvCxnSpPr>
        <p:spPr>
          <a:xfrm flipV="1">
            <a:off x="1944370" y="3452495"/>
            <a:ext cx="369570" cy="4267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6" name="图片 58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3940" y="2721610"/>
            <a:ext cx="2475230" cy="1544320"/>
          </a:xfrm>
          <a:prstGeom prst="rect">
            <a:avLst/>
          </a:prstGeom>
        </p:spPr>
      </p:pic>
      <p:sp>
        <p:nvSpPr>
          <p:cNvPr id="587" name="文本框 586"/>
          <p:cNvSpPr txBox="1"/>
          <p:nvPr/>
        </p:nvSpPr>
        <p:spPr>
          <a:xfrm>
            <a:off x="2603500" y="2360930"/>
            <a:ext cx="218567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0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时频分析</a:t>
            </a:r>
            <a:endParaRPr lang="zh-CN" altLang="en-US" sz="20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588" name="直接箭头连接符 587"/>
          <p:cNvCxnSpPr/>
          <p:nvPr/>
        </p:nvCxnSpPr>
        <p:spPr>
          <a:xfrm flipV="1">
            <a:off x="4785995" y="3371850"/>
            <a:ext cx="589280" cy="12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9" name="圆角矩形 588"/>
          <p:cNvSpPr/>
          <p:nvPr/>
        </p:nvSpPr>
        <p:spPr>
          <a:xfrm>
            <a:off x="5378450" y="4424045"/>
            <a:ext cx="1758950" cy="72263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dirty="0" smtClean="0"/>
              <a:t>噪声样本</a:t>
            </a:r>
            <a:r>
              <a:rPr lang="zh-CN" altLang="en-US" sz="1600" dirty="0" smtClean="0"/>
              <a:t>数据集</a:t>
            </a:r>
            <a:endParaRPr lang="zh-CN" altLang="en-US" sz="1600" dirty="0" smtClean="0"/>
          </a:p>
          <a:p>
            <a:pPr algn="ctr"/>
            <a:r>
              <a:rPr lang="zh-CN" altLang="en-US" sz="1600" dirty="0" smtClean="0"/>
              <a:t>音频嵌入</a:t>
            </a:r>
            <a:r>
              <a:rPr lang="zh-CN" altLang="en-US" sz="1600" dirty="0" smtClean="0"/>
              <a:t>向量</a:t>
            </a:r>
            <a:endParaRPr lang="zh-CN" altLang="en-US" sz="1600" dirty="0" smtClean="0"/>
          </a:p>
        </p:txBody>
      </p:sp>
      <p:sp>
        <p:nvSpPr>
          <p:cNvPr id="590" name="圆角矩形 589"/>
          <p:cNvSpPr/>
          <p:nvPr/>
        </p:nvSpPr>
        <p:spPr>
          <a:xfrm>
            <a:off x="9553575" y="3688715"/>
            <a:ext cx="1096645" cy="7226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dirty="0" smtClean="0"/>
              <a:t>噪声</a:t>
            </a:r>
            <a:r>
              <a:rPr lang="zh-CN" altLang="en-US" sz="1600" dirty="0" smtClean="0"/>
              <a:t>判别</a:t>
            </a:r>
            <a:endParaRPr lang="zh-CN" altLang="en-US" sz="1600" dirty="0" smtClean="0"/>
          </a:p>
        </p:txBody>
      </p:sp>
      <p:cxnSp>
        <p:nvCxnSpPr>
          <p:cNvPr id="591" name="直接箭头连接符 590"/>
          <p:cNvCxnSpPr/>
          <p:nvPr/>
        </p:nvCxnSpPr>
        <p:spPr>
          <a:xfrm flipV="1">
            <a:off x="9174480" y="4050665"/>
            <a:ext cx="352425" cy="38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直接箭头连接符 591"/>
          <p:cNvCxnSpPr/>
          <p:nvPr/>
        </p:nvCxnSpPr>
        <p:spPr>
          <a:xfrm>
            <a:off x="7137400" y="3371850"/>
            <a:ext cx="902335" cy="6819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直接箭头连接符 592"/>
          <p:cNvCxnSpPr>
            <a:stCxn id="589" idx="3"/>
            <a:endCxn id="17" idx="1"/>
          </p:cNvCxnSpPr>
          <p:nvPr/>
        </p:nvCxnSpPr>
        <p:spPr>
          <a:xfrm flipV="1">
            <a:off x="7137400" y="4053840"/>
            <a:ext cx="902335" cy="73152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算法说明：计算噪声值</a:t>
            </a:r>
            <a:r>
              <a:rPr lang="en-US" altLang="zh-CN">
                <a:sym typeface="+mn-ea"/>
              </a:rPr>
              <a:t>——</a:t>
            </a:r>
            <a:r>
              <a:rPr lang="zh-CN" altLang="en-US"/>
              <a:t>实现目的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720215" y="2209165"/>
            <a:ext cx="83616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ym typeface="+mn-ea"/>
              </a:rPr>
              <a:t>采用主备链路比对分析噪声、噪声样本数据集比对分析噪声两种噪声分析算法，最终判别信号的</a:t>
            </a:r>
            <a:r>
              <a:rPr lang="zh-CN" altLang="en-US" sz="2000">
                <a:sym typeface="+mn-ea"/>
              </a:rPr>
              <a:t>噪声，</a:t>
            </a:r>
            <a:r>
              <a:rPr lang="zh-CN" altLang="en-US" sz="2000"/>
              <a:t>有</a:t>
            </a:r>
            <a:r>
              <a:rPr lang="zh-CN" altLang="en-US" sz="2000"/>
              <a:t>如下目的：</a:t>
            </a:r>
            <a:endParaRPr lang="zh-CN" altLang="en-US" sz="2000"/>
          </a:p>
          <a:p>
            <a:endParaRPr lang="zh-CN" altLang="en-US" sz="2000"/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>
                <a:sym typeface="+mn-ea"/>
              </a:rPr>
              <a:t>补充传统技术手段下，对音频引入噪声情况监测的短板，</a:t>
            </a:r>
            <a:r>
              <a:rPr lang="zh-CN" altLang="en-US" sz="2000"/>
              <a:t>及时发现某一链路的加性噪声。</a:t>
            </a:r>
            <a:endParaRPr lang="zh-CN" altLang="en-US" sz="2000"/>
          </a:p>
          <a:p>
            <a:pPr marL="342900" indent="-342900">
              <a:buFont typeface="Wingdings" panose="05000000000000000000" charset="0"/>
              <a:buChar char="l"/>
            </a:pPr>
            <a:endParaRPr lang="zh-CN" altLang="en-US" sz="2000"/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/>
              <a:t>噪声值过高时，提示链路中有可能引入了噪声，可通过实时监听的</a:t>
            </a:r>
            <a:r>
              <a:rPr lang="zh-CN" altLang="en-US" sz="2000"/>
              <a:t>方式进行确认，也可通过回溯的方式监听噪声异常事件前的音频，以确认噪声</a:t>
            </a:r>
            <a:r>
              <a:rPr lang="zh-CN" altLang="en-US" sz="2000"/>
              <a:t>情况。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1048</Words>
  <Application>WPS 演示</Application>
  <PresentationFormat>宽屏</PresentationFormat>
  <Paragraphs>132</Paragraphs>
  <Slides>10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Visio.Drawing.15</vt:lpstr>
      <vt:lpstr>Visio.Drawing.15</vt:lpstr>
      <vt:lpstr>通过内容比对技术实现 广播音频的相似度分析和噪声分析</vt:lpstr>
      <vt:lpstr>系统框架图</vt:lpstr>
      <vt:lpstr>系统软件工作流</vt:lpstr>
      <vt:lpstr>算法说明：计算延时量——实现方法</vt:lpstr>
      <vt:lpstr>算法说明：计算延时量——实现目的</vt:lpstr>
      <vt:lpstr>算法说明：计算相似度——实现方法</vt:lpstr>
      <vt:lpstr>算法说明：计算相似度——实现目的</vt:lpstr>
      <vt:lpstr>算法说明：计算噪声值——实现方法</vt:lpstr>
      <vt:lpstr>算法说明：计算噪声值——实现方法</vt:lpstr>
      <vt:lpstr>算法说明：计算噪声值——实现目的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高帆</cp:lastModifiedBy>
  <cp:revision>167</cp:revision>
  <dcterms:created xsi:type="dcterms:W3CDTF">2019-06-19T02:08:00Z</dcterms:created>
  <dcterms:modified xsi:type="dcterms:W3CDTF">2025-03-10T08:51:09Z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C7D4D3C6464E4AAAB5E510B570541639_11</vt:lpwstr>
  </property>
</Properties>
</file>